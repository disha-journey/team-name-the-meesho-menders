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3970000" cy="7747000"/>
  <p:notesSz cx="13970000" cy="774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08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58" y="-99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123"/>
            <a:ext cx="13716000" cy="772817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444996" y="4163224"/>
            <a:ext cx="506730" cy="0"/>
          </a:xfrm>
          <a:custGeom>
            <a:avLst/>
            <a:gdLst/>
            <a:ahLst/>
            <a:cxnLst/>
            <a:rect l="l" t="t" r="r" b="b"/>
            <a:pathLst>
              <a:path w="506729">
                <a:moveTo>
                  <a:pt x="0" y="0"/>
                </a:moveTo>
                <a:lnTo>
                  <a:pt x="506417" y="0"/>
                </a:lnTo>
              </a:path>
            </a:pathLst>
          </a:custGeom>
          <a:ln w="152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064895" y="2780592"/>
            <a:ext cx="384809" cy="8343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rgbClr val="FC9B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65972" y="4338320"/>
            <a:ext cx="9641205" cy="1936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3772515" cy="7747000"/>
          </a:xfrm>
          <a:custGeom>
            <a:avLst/>
            <a:gdLst/>
            <a:ahLst/>
            <a:cxnLst/>
            <a:rect l="l" t="t" r="r" b="b"/>
            <a:pathLst>
              <a:path w="13772515" h="7747000">
                <a:moveTo>
                  <a:pt x="13772444" y="0"/>
                </a:moveTo>
                <a:lnTo>
                  <a:pt x="0" y="0"/>
                </a:lnTo>
                <a:lnTo>
                  <a:pt x="0" y="7747000"/>
                </a:lnTo>
                <a:lnTo>
                  <a:pt x="13772444" y="7747000"/>
                </a:lnTo>
                <a:lnTo>
                  <a:pt x="13772444" y="0"/>
                </a:lnTo>
                <a:close/>
              </a:path>
            </a:pathLst>
          </a:custGeom>
          <a:solidFill>
            <a:srgbClr val="56084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507" y="2042732"/>
            <a:ext cx="5733927" cy="543573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0361" y="425109"/>
            <a:ext cx="3822360" cy="1926827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42006" y="4119299"/>
            <a:ext cx="2239514" cy="2330335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56650" y="4119299"/>
            <a:ext cx="2268970" cy="2294537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5721295" y="2836180"/>
            <a:ext cx="7954645" cy="0"/>
          </a:xfrm>
          <a:custGeom>
            <a:avLst/>
            <a:gdLst/>
            <a:ahLst/>
            <a:cxnLst/>
            <a:rect l="l" t="t" r="r" b="b"/>
            <a:pathLst>
              <a:path w="7954644">
                <a:moveTo>
                  <a:pt x="0" y="0"/>
                </a:moveTo>
                <a:lnTo>
                  <a:pt x="7954262" y="0"/>
                </a:lnTo>
              </a:path>
            </a:pathLst>
          </a:custGeom>
          <a:ln w="207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5587977" y="1110982"/>
            <a:ext cx="7954645" cy="0"/>
          </a:xfrm>
          <a:custGeom>
            <a:avLst/>
            <a:gdLst/>
            <a:ahLst/>
            <a:cxnLst/>
            <a:rect l="l" t="t" r="r" b="b"/>
            <a:pathLst>
              <a:path w="7954644">
                <a:moveTo>
                  <a:pt x="0" y="0"/>
                </a:moveTo>
                <a:lnTo>
                  <a:pt x="7954262" y="0"/>
                </a:lnTo>
              </a:path>
            </a:pathLst>
          </a:custGeom>
          <a:ln w="207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961" y="47667"/>
            <a:ext cx="1059011" cy="1058796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84447" y="66327"/>
            <a:ext cx="793818" cy="88039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FC9B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FC9B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88657" y="1781810"/>
            <a:ext cx="5991320" cy="5113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093172" y="1781810"/>
            <a:ext cx="5991320" cy="5113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FC9B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04582" y="1164088"/>
            <a:ext cx="8642985" cy="13455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rgbClr val="FC9B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657" y="1781810"/>
            <a:ext cx="12395835" cy="5113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682871" y="7204710"/>
            <a:ext cx="4407408" cy="387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88657" y="7204710"/>
            <a:ext cx="3167824" cy="387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916668" y="7204710"/>
            <a:ext cx="3167824" cy="387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2.png"/><Relationship Id="rId21" Type="http://schemas.openxmlformats.org/officeDocument/2006/relationships/image" Target="../media/image27.png"/><Relationship Id="rId42" Type="http://schemas.openxmlformats.org/officeDocument/2006/relationships/image" Target="../media/image48.png"/><Relationship Id="rId47" Type="http://schemas.openxmlformats.org/officeDocument/2006/relationships/image" Target="../media/image53.png"/><Relationship Id="rId63" Type="http://schemas.openxmlformats.org/officeDocument/2006/relationships/image" Target="../media/image69.png"/><Relationship Id="rId68" Type="http://schemas.openxmlformats.org/officeDocument/2006/relationships/image" Target="../media/image74.png"/><Relationship Id="rId84" Type="http://schemas.openxmlformats.org/officeDocument/2006/relationships/image" Target="../media/image90.png"/><Relationship Id="rId16" Type="http://schemas.openxmlformats.org/officeDocument/2006/relationships/image" Target="../media/image22.png"/><Relationship Id="rId11" Type="http://schemas.openxmlformats.org/officeDocument/2006/relationships/image" Target="../media/image17.png"/><Relationship Id="rId32" Type="http://schemas.openxmlformats.org/officeDocument/2006/relationships/image" Target="../media/image38.png"/><Relationship Id="rId37" Type="http://schemas.openxmlformats.org/officeDocument/2006/relationships/image" Target="../media/image43.png"/><Relationship Id="rId53" Type="http://schemas.openxmlformats.org/officeDocument/2006/relationships/image" Target="../media/image59.png"/><Relationship Id="rId58" Type="http://schemas.openxmlformats.org/officeDocument/2006/relationships/image" Target="../media/image64.png"/><Relationship Id="rId74" Type="http://schemas.openxmlformats.org/officeDocument/2006/relationships/image" Target="../media/image80.png"/><Relationship Id="rId79" Type="http://schemas.openxmlformats.org/officeDocument/2006/relationships/image" Target="../media/image85.png"/><Relationship Id="rId5" Type="http://schemas.openxmlformats.org/officeDocument/2006/relationships/image" Target="../media/image11.png"/><Relationship Id="rId19" Type="http://schemas.openxmlformats.org/officeDocument/2006/relationships/image" Target="../media/image2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3.png"/><Relationship Id="rId30" Type="http://schemas.openxmlformats.org/officeDocument/2006/relationships/image" Target="../media/image36.png"/><Relationship Id="rId35" Type="http://schemas.openxmlformats.org/officeDocument/2006/relationships/image" Target="../media/image41.png"/><Relationship Id="rId43" Type="http://schemas.openxmlformats.org/officeDocument/2006/relationships/image" Target="../media/image49.png"/><Relationship Id="rId48" Type="http://schemas.openxmlformats.org/officeDocument/2006/relationships/image" Target="../media/image54.png"/><Relationship Id="rId56" Type="http://schemas.openxmlformats.org/officeDocument/2006/relationships/image" Target="../media/image62.png"/><Relationship Id="rId64" Type="http://schemas.openxmlformats.org/officeDocument/2006/relationships/image" Target="../media/image70.png"/><Relationship Id="rId69" Type="http://schemas.openxmlformats.org/officeDocument/2006/relationships/image" Target="../media/image75.png"/><Relationship Id="rId77" Type="http://schemas.openxmlformats.org/officeDocument/2006/relationships/image" Target="../media/image83.png"/><Relationship Id="rId8" Type="http://schemas.openxmlformats.org/officeDocument/2006/relationships/image" Target="../media/image14.png"/><Relationship Id="rId51" Type="http://schemas.openxmlformats.org/officeDocument/2006/relationships/image" Target="../media/image57.png"/><Relationship Id="rId72" Type="http://schemas.openxmlformats.org/officeDocument/2006/relationships/image" Target="../media/image78.png"/><Relationship Id="rId80" Type="http://schemas.openxmlformats.org/officeDocument/2006/relationships/image" Target="../media/image86.png"/><Relationship Id="rId85" Type="http://schemas.openxmlformats.org/officeDocument/2006/relationships/image" Target="../media/image91.png"/><Relationship Id="rId3" Type="http://schemas.openxmlformats.org/officeDocument/2006/relationships/image" Target="../media/image9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33" Type="http://schemas.openxmlformats.org/officeDocument/2006/relationships/image" Target="../media/image39.png"/><Relationship Id="rId38" Type="http://schemas.openxmlformats.org/officeDocument/2006/relationships/image" Target="../media/image44.png"/><Relationship Id="rId46" Type="http://schemas.openxmlformats.org/officeDocument/2006/relationships/image" Target="../media/image52.png"/><Relationship Id="rId59" Type="http://schemas.openxmlformats.org/officeDocument/2006/relationships/image" Target="../media/image65.png"/><Relationship Id="rId67" Type="http://schemas.openxmlformats.org/officeDocument/2006/relationships/image" Target="../media/image73.png"/><Relationship Id="rId20" Type="http://schemas.openxmlformats.org/officeDocument/2006/relationships/image" Target="../media/image26.png"/><Relationship Id="rId41" Type="http://schemas.openxmlformats.org/officeDocument/2006/relationships/image" Target="../media/image47.png"/><Relationship Id="rId54" Type="http://schemas.openxmlformats.org/officeDocument/2006/relationships/image" Target="../media/image60.png"/><Relationship Id="rId62" Type="http://schemas.openxmlformats.org/officeDocument/2006/relationships/image" Target="../media/image68.png"/><Relationship Id="rId70" Type="http://schemas.openxmlformats.org/officeDocument/2006/relationships/image" Target="../media/image76.png"/><Relationship Id="rId75" Type="http://schemas.openxmlformats.org/officeDocument/2006/relationships/image" Target="../media/image81.png"/><Relationship Id="rId83" Type="http://schemas.openxmlformats.org/officeDocument/2006/relationships/image" Target="../media/image8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36" Type="http://schemas.openxmlformats.org/officeDocument/2006/relationships/image" Target="../media/image42.png"/><Relationship Id="rId49" Type="http://schemas.openxmlformats.org/officeDocument/2006/relationships/image" Target="../media/image55.png"/><Relationship Id="rId57" Type="http://schemas.openxmlformats.org/officeDocument/2006/relationships/image" Target="../media/image63.png"/><Relationship Id="rId10" Type="http://schemas.openxmlformats.org/officeDocument/2006/relationships/image" Target="../media/image16.png"/><Relationship Id="rId31" Type="http://schemas.openxmlformats.org/officeDocument/2006/relationships/image" Target="../media/image37.png"/><Relationship Id="rId44" Type="http://schemas.openxmlformats.org/officeDocument/2006/relationships/image" Target="../media/image50.png"/><Relationship Id="rId52" Type="http://schemas.openxmlformats.org/officeDocument/2006/relationships/image" Target="../media/image58.png"/><Relationship Id="rId60" Type="http://schemas.openxmlformats.org/officeDocument/2006/relationships/image" Target="../media/image66.png"/><Relationship Id="rId65" Type="http://schemas.openxmlformats.org/officeDocument/2006/relationships/image" Target="../media/image71.png"/><Relationship Id="rId73" Type="http://schemas.openxmlformats.org/officeDocument/2006/relationships/image" Target="../media/image79.png"/><Relationship Id="rId78" Type="http://schemas.openxmlformats.org/officeDocument/2006/relationships/image" Target="../media/image84.png"/><Relationship Id="rId81" Type="http://schemas.openxmlformats.org/officeDocument/2006/relationships/image" Target="../media/image87.png"/><Relationship Id="rId86" Type="http://schemas.openxmlformats.org/officeDocument/2006/relationships/image" Target="../media/image92.jp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9" Type="http://schemas.openxmlformats.org/officeDocument/2006/relationships/image" Target="../media/image45.png"/><Relationship Id="rId34" Type="http://schemas.openxmlformats.org/officeDocument/2006/relationships/image" Target="../media/image40.png"/><Relationship Id="rId50" Type="http://schemas.openxmlformats.org/officeDocument/2006/relationships/image" Target="../media/image56.png"/><Relationship Id="rId55" Type="http://schemas.openxmlformats.org/officeDocument/2006/relationships/image" Target="../media/image61.png"/><Relationship Id="rId76" Type="http://schemas.openxmlformats.org/officeDocument/2006/relationships/image" Target="../media/image82.png"/><Relationship Id="rId7" Type="http://schemas.openxmlformats.org/officeDocument/2006/relationships/image" Target="../media/image13.png"/><Relationship Id="rId71" Type="http://schemas.openxmlformats.org/officeDocument/2006/relationships/image" Target="../media/image77.png"/><Relationship Id="rId2" Type="http://schemas.openxmlformats.org/officeDocument/2006/relationships/image" Target="../media/image8.png"/><Relationship Id="rId29" Type="http://schemas.openxmlformats.org/officeDocument/2006/relationships/image" Target="../media/image35.png"/><Relationship Id="rId24" Type="http://schemas.openxmlformats.org/officeDocument/2006/relationships/image" Target="../media/image30.png"/><Relationship Id="rId40" Type="http://schemas.openxmlformats.org/officeDocument/2006/relationships/image" Target="../media/image46.png"/><Relationship Id="rId45" Type="http://schemas.openxmlformats.org/officeDocument/2006/relationships/image" Target="../media/image51.png"/><Relationship Id="rId66" Type="http://schemas.openxmlformats.org/officeDocument/2006/relationships/image" Target="../media/image72.png"/><Relationship Id="rId87" Type="http://schemas.openxmlformats.org/officeDocument/2006/relationships/image" Target="../media/image93.jpg"/><Relationship Id="rId61" Type="http://schemas.openxmlformats.org/officeDocument/2006/relationships/image" Target="../media/image67.png"/><Relationship Id="rId82" Type="http://schemas.openxmlformats.org/officeDocument/2006/relationships/image" Target="../media/image88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18.png"/><Relationship Id="rId21" Type="http://schemas.openxmlformats.org/officeDocument/2006/relationships/image" Target="../media/image113.png"/><Relationship Id="rId42" Type="http://schemas.openxmlformats.org/officeDocument/2006/relationships/image" Target="../media/image134.png"/><Relationship Id="rId47" Type="http://schemas.openxmlformats.org/officeDocument/2006/relationships/image" Target="../media/image139.png"/><Relationship Id="rId63" Type="http://schemas.openxmlformats.org/officeDocument/2006/relationships/image" Target="../media/image155.png"/><Relationship Id="rId68" Type="http://schemas.openxmlformats.org/officeDocument/2006/relationships/image" Target="../media/image160.png"/><Relationship Id="rId84" Type="http://schemas.openxmlformats.org/officeDocument/2006/relationships/image" Target="../media/image174.png"/><Relationship Id="rId89" Type="http://schemas.openxmlformats.org/officeDocument/2006/relationships/image" Target="../media/image176.png"/><Relationship Id="rId16" Type="http://schemas.openxmlformats.org/officeDocument/2006/relationships/image" Target="../media/image108.png"/><Relationship Id="rId11" Type="http://schemas.openxmlformats.org/officeDocument/2006/relationships/image" Target="../media/image103.png"/><Relationship Id="rId32" Type="http://schemas.openxmlformats.org/officeDocument/2006/relationships/image" Target="../media/image124.png"/><Relationship Id="rId37" Type="http://schemas.openxmlformats.org/officeDocument/2006/relationships/image" Target="../media/image129.png"/><Relationship Id="rId53" Type="http://schemas.openxmlformats.org/officeDocument/2006/relationships/image" Target="../media/image145.png"/><Relationship Id="rId58" Type="http://schemas.openxmlformats.org/officeDocument/2006/relationships/image" Target="../media/image150.png"/><Relationship Id="rId74" Type="http://schemas.openxmlformats.org/officeDocument/2006/relationships/image" Target="../media/image166.png"/><Relationship Id="rId79" Type="http://schemas.openxmlformats.org/officeDocument/2006/relationships/image" Target="../media/image171.png"/><Relationship Id="rId5" Type="http://schemas.openxmlformats.org/officeDocument/2006/relationships/image" Target="../media/image97.png"/><Relationship Id="rId90" Type="http://schemas.openxmlformats.org/officeDocument/2006/relationships/image" Target="../media/image177.png"/><Relationship Id="rId95" Type="http://schemas.openxmlformats.org/officeDocument/2006/relationships/image" Target="../media/image31.png"/><Relationship Id="rId22" Type="http://schemas.openxmlformats.org/officeDocument/2006/relationships/image" Target="../media/image114.png"/><Relationship Id="rId27" Type="http://schemas.openxmlformats.org/officeDocument/2006/relationships/image" Target="../media/image119.png"/><Relationship Id="rId43" Type="http://schemas.openxmlformats.org/officeDocument/2006/relationships/image" Target="../media/image135.png"/><Relationship Id="rId48" Type="http://schemas.openxmlformats.org/officeDocument/2006/relationships/image" Target="../media/image140.png"/><Relationship Id="rId64" Type="http://schemas.openxmlformats.org/officeDocument/2006/relationships/image" Target="../media/image156.png"/><Relationship Id="rId69" Type="http://schemas.openxmlformats.org/officeDocument/2006/relationships/image" Target="../media/image161.png"/><Relationship Id="rId80" Type="http://schemas.openxmlformats.org/officeDocument/2006/relationships/image" Target="../media/image24.png"/><Relationship Id="rId85" Type="http://schemas.openxmlformats.org/officeDocument/2006/relationships/image" Target="../media/image35.png"/><Relationship Id="rId3" Type="http://schemas.openxmlformats.org/officeDocument/2006/relationships/image" Target="../media/image95.png"/><Relationship Id="rId12" Type="http://schemas.openxmlformats.org/officeDocument/2006/relationships/image" Target="../media/image104.png"/><Relationship Id="rId17" Type="http://schemas.openxmlformats.org/officeDocument/2006/relationships/image" Target="../media/image109.png"/><Relationship Id="rId25" Type="http://schemas.openxmlformats.org/officeDocument/2006/relationships/image" Target="../media/image117.png"/><Relationship Id="rId33" Type="http://schemas.openxmlformats.org/officeDocument/2006/relationships/image" Target="../media/image125.png"/><Relationship Id="rId38" Type="http://schemas.openxmlformats.org/officeDocument/2006/relationships/image" Target="../media/image130.png"/><Relationship Id="rId46" Type="http://schemas.openxmlformats.org/officeDocument/2006/relationships/image" Target="../media/image138.png"/><Relationship Id="rId59" Type="http://schemas.openxmlformats.org/officeDocument/2006/relationships/image" Target="../media/image151.png"/><Relationship Id="rId67" Type="http://schemas.openxmlformats.org/officeDocument/2006/relationships/image" Target="../media/image159.png"/><Relationship Id="rId20" Type="http://schemas.openxmlformats.org/officeDocument/2006/relationships/image" Target="../media/image112.png"/><Relationship Id="rId41" Type="http://schemas.openxmlformats.org/officeDocument/2006/relationships/image" Target="../media/image133.png"/><Relationship Id="rId54" Type="http://schemas.openxmlformats.org/officeDocument/2006/relationships/image" Target="../media/image146.png"/><Relationship Id="rId62" Type="http://schemas.openxmlformats.org/officeDocument/2006/relationships/image" Target="../media/image154.png"/><Relationship Id="rId70" Type="http://schemas.openxmlformats.org/officeDocument/2006/relationships/image" Target="../media/image162.png"/><Relationship Id="rId75" Type="http://schemas.openxmlformats.org/officeDocument/2006/relationships/image" Target="../media/image167.png"/><Relationship Id="rId83" Type="http://schemas.openxmlformats.org/officeDocument/2006/relationships/image" Target="../media/image25.png"/><Relationship Id="rId88" Type="http://schemas.openxmlformats.org/officeDocument/2006/relationships/image" Target="../media/image175.png"/><Relationship Id="rId91" Type="http://schemas.openxmlformats.org/officeDocument/2006/relationships/image" Target="../media/image27.png"/><Relationship Id="rId96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8.png"/><Relationship Id="rId15" Type="http://schemas.openxmlformats.org/officeDocument/2006/relationships/image" Target="../media/image107.png"/><Relationship Id="rId23" Type="http://schemas.openxmlformats.org/officeDocument/2006/relationships/image" Target="../media/image115.png"/><Relationship Id="rId28" Type="http://schemas.openxmlformats.org/officeDocument/2006/relationships/image" Target="../media/image120.png"/><Relationship Id="rId36" Type="http://schemas.openxmlformats.org/officeDocument/2006/relationships/image" Target="../media/image128.png"/><Relationship Id="rId49" Type="http://schemas.openxmlformats.org/officeDocument/2006/relationships/image" Target="../media/image141.png"/><Relationship Id="rId57" Type="http://schemas.openxmlformats.org/officeDocument/2006/relationships/image" Target="../media/image149.png"/><Relationship Id="rId10" Type="http://schemas.openxmlformats.org/officeDocument/2006/relationships/image" Target="../media/image102.png"/><Relationship Id="rId31" Type="http://schemas.openxmlformats.org/officeDocument/2006/relationships/image" Target="../media/image123.png"/><Relationship Id="rId44" Type="http://schemas.openxmlformats.org/officeDocument/2006/relationships/image" Target="../media/image136.png"/><Relationship Id="rId52" Type="http://schemas.openxmlformats.org/officeDocument/2006/relationships/image" Target="../media/image144.png"/><Relationship Id="rId60" Type="http://schemas.openxmlformats.org/officeDocument/2006/relationships/image" Target="../media/image152.png"/><Relationship Id="rId65" Type="http://schemas.openxmlformats.org/officeDocument/2006/relationships/image" Target="../media/image157.png"/><Relationship Id="rId73" Type="http://schemas.openxmlformats.org/officeDocument/2006/relationships/image" Target="../media/image165.png"/><Relationship Id="rId78" Type="http://schemas.openxmlformats.org/officeDocument/2006/relationships/image" Target="../media/image170.png"/><Relationship Id="rId81" Type="http://schemas.openxmlformats.org/officeDocument/2006/relationships/image" Target="../media/image172.png"/><Relationship Id="rId86" Type="http://schemas.openxmlformats.org/officeDocument/2006/relationships/image" Target="../media/image36.png"/><Relationship Id="rId94" Type="http://schemas.openxmlformats.org/officeDocument/2006/relationships/image" Target="../media/image30.png"/><Relationship Id="rId99" Type="http://schemas.openxmlformats.org/officeDocument/2006/relationships/image" Target="../media/image181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3" Type="http://schemas.openxmlformats.org/officeDocument/2006/relationships/image" Target="../media/image105.png"/><Relationship Id="rId18" Type="http://schemas.openxmlformats.org/officeDocument/2006/relationships/image" Target="../media/image110.png"/><Relationship Id="rId39" Type="http://schemas.openxmlformats.org/officeDocument/2006/relationships/image" Target="../media/image131.png"/><Relationship Id="rId34" Type="http://schemas.openxmlformats.org/officeDocument/2006/relationships/image" Target="../media/image126.png"/><Relationship Id="rId50" Type="http://schemas.openxmlformats.org/officeDocument/2006/relationships/image" Target="../media/image142.png"/><Relationship Id="rId55" Type="http://schemas.openxmlformats.org/officeDocument/2006/relationships/image" Target="../media/image147.png"/><Relationship Id="rId76" Type="http://schemas.openxmlformats.org/officeDocument/2006/relationships/image" Target="../media/image168.png"/><Relationship Id="rId97" Type="http://schemas.openxmlformats.org/officeDocument/2006/relationships/image" Target="../media/image179.png"/><Relationship Id="rId7" Type="http://schemas.openxmlformats.org/officeDocument/2006/relationships/image" Target="../media/image99.png"/><Relationship Id="rId71" Type="http://schemas.openxmlformats.org/officeDocument/2006/relationships/image" Target="../media/image163.png"/><Relationship Id="rId92" Type="http://schemas.openxmlformats.org/officeDocument/2006/relationships/image" Target="../media/image37.png"/><Relationship Id="rId2" Type="http://schemas.openxmlformats.org/officeDocument/2006/relationships/image" Target="../media/image94.png"/><Relationship Id="rId29" Type="http://schemas.openxmlformats.org/officeDocument/2006/relationships/image" Target="../media/image121.png"/><Relationship Id="rId24" Type="http://schemas.openxmlformats.org/officeDocument/2006/relationships/image" Target="../media/image116.png"/><Relationship Id="rId40" Type="http://schemas.openxmlformats.org/officeDocument/2006/relationships/image" Target="../media/image132.png"/><Relationship Id="rId45" Type="http://schemas.openxmlformats.org/officeDocument/2006/relationships/image" Target="../media/image137.png"/><Relationship Id="rId66" Type="http://schemas.openxmlformats.org/officeDocument/2006/relationships/image" Target="../media/image158.png"/><Relationship Id="rId87" Type="http://schemas.openxmlformats.org/officeDocument/2006/relationships/image" Target="../media/image20.png"/><Relationship Id="rId61" Type="http://schemas.openxmlformats.org/officeDocument/2006/relationships/image" Target="../media/image153.png"/><Relationship Id="rId82" Type="http://schemas.openxmlformats.org/officeDocument/2006/relationships/image" Target="../media/image173.png"/><Relationship Id="rId19" Type="http://schemas.openxmlformats.org/officeDocument/2006/relationships/image" Target="../media/image111.png"/><Relationship Id="rId14" Type="http://schemas.openxmlformats.org/officeDocument/2006/relationships/image" Target="../media/image106.png"/><Relationship Id="rId30" Type="http://schemas.openxmlformats.org/officeDocument/2006/relationships/image" Target="../media/image122.png"/><Relationship Id="rId35" Type="http://schemas.openxmlformats.org/officeDocument/2006/relationships/image" Target="../media/image127.png"/><Relationship Id="rId56" Type="http://schemas.openxmlformats.org/officeDocument/2006/relationships/image" Target="../media/image148.png"/><Relationship Id="rId77" Type="http://schemas.openxmlformats.org/officeDocument/2006/relationships/image" Target="../media/image169.png"/><Relationship Id="rId8" Type="http://schemas.openxmlformats.org/officeDocument/2006/relationships/image" Target="../media/image100.png"/><Relationship Id="rId51" Type="http://schemas.openxmlformats.org/officeDocument/2006/relationships/image" Target="../media/image143.png"/><Relationship Id="rId72" Type="http://schemas.openxmlformats.org/officeDocument/2006/relationships/image" Target="../media/image164.png"/><Relationship Id="rId93" Type="http://schemas.openxmlformats.org/officeDocument/2006/relationships/image" Target="../media/image178.png"/><Relationship Id="rId98" Type="http://schemas.openxmlformats.org/officeDocument/2006/relationships/image" Target="../media/image180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06.png"/><Relationship Id="rId21" Type="http://schemas.openxmlformats.org/officeDocument/2006/relationships/image" Target="../media/image201.png"/><Relationship Id="rId42" Type="http://schemas.openxmlformats.org/officeDocument/2006/relationships/image" Target="../media/image222.png"/><Relationship Id="rId47" Type="http://schemas.openxmlformats.org/officeDocument/2006/relationships/image" Target="../media/image227.png"/><Relationship Id="rId63" Type="http://schemas.openxmlformats.org/officeDocument/2006/relationships/image" Target="../media/image30.png"/><Relationship Id="rId68" Type="http://schemas.openxmlformats.org/officeDocument/2006/relationships/image" Target="../media/image236.png"/><Relationship Id="rId7" Type="http://schemas.openxmlformats.org/officeDocument/2006/relationships/image" Target="../media/image187.png"/><Relationship Id="rId2" Type="http://schemas.openxmlformats.org/officeDocument/2006/relationships/image" Target="../media/image182.png"/><Relationship Id="rId16" Type="http://schemas.openxmlformats.org/officeDocument/2006/relationships/image" Target="../media/image196.png"/><Relationship Id="rId29" Type="http://schemas.openxmlformats.org/officeDocument/2006/relationships/image" Target="../media/image209.png"/><Relationship Id="rId11" Type="http://schemas.openxmlformats.org/officeDocument/2006/relationships/image" Target="../media/image191.png"/><Relationship Id="rId24" Type="http://schemas.openxmlformats.org/officeDocument/2006/relationships/image" Target="../media/image204.png"/><Relationship Id="rId32" Type="http://schemas.openxmlformats.org/officeDocument/2006/relationships/image" Target="../media/image212.png"/><Relationship Id="rId37" Type="http://schemas.openxmlformats.org/officeDocument/2006/relationships/image" Target="../media/image217.png"/><Relationship Id="rId40" Type="http://schemas.openxmlformats.org/officeDocument/2006/relationships/image" Target="../media/image220.png"/><Relationship Id="rId45" Type="http://schemas.openxmlformats.org/officeDocument/2006/relationships/image" Target="../media/image225.png"/><Relationship Id="rId53" Type="http://schemas.openxmlformats.org/officeDocument/2006/relationships/image" Target="../media/image173.png"/><Relationship Id="rId58" Type="http://schemas.openxmlformats.org/officeDocument/2006/relationships/image" Target="../media/image27.png"/><Relationship Id="rId66" Type="http://schemas.openxmlformats.org/officeDocument/2006/relationships/image" Target="../media/image234.png"/><Relationship Id="rId5" Type="http://schemas.openxmlformats.org/officeDocument/2006/relationships/image" Target="../media/image185.png"/><Relationship Id="rId61" Type="http://schemas.openxmlformats.org/officeDocument/2006/relationships/image" Target="../media/image37.png"/><Relationship Id="rId19" Type="http://schemas.openxmlformats.org/officeDocument/2006/relationships/image" Target="../media/image199.png"/><Relationship Id="rId14" Type="http://schemas.openxmlformats.org/officeDocument/2006/relationships/image" Target="../media/image194.png"/><Relationship Id="rId22" Type="http://schemas.openxmlformats.org/officeDocument/2006/relationships/image" Target="../media/image202.png"/><Relationship Id="rId27" Type="http://schemas.openxmlformats.org/officeDocument/2006/relationships/image" Target="../media/image207.png"/><Relationship Id="rId30" Type="http://schemas.openxmlformats.org/officeDocument/2006/relationships/image" Target="../media/image210.png"/><Relationship Id="rId35" Type="http://schemas.openxmlformats.org/officeDocument/2006/relationships/image" Target="../media/image215.png"/><Relationship Id="rId43" Type="http://schemas.openxmlformats.org/officeDocument/2006/relationships/image" Target="../media/image223.png"/><Relationship Id="rId48" Type="http://schemas.openxmlformats.org/officeDocument/2006/relationships/image" Target="../media/image228.png"/><Relationship Id="rId56" Type="http://schemas.openxmlformats.org/officeDocument/2006/relationships/image" Target="../media/image20.png"/><Relationship Id="rId64" Type="http://schemas.openxmlformats.org/officeDocument/2006/relationships/image" Target="../media/image31.png"/><Relationship Id="rId69" Type="http://schemas.openxmlformats.org/officeDocument/2006/relationships/image" Target="../media/image237.jpeg"/><Relationship Id="rId8" Type="http://schemas.openxmlformats.org/officeDocument/2006/relationships/image" Target="../media/image188.png"/><Relationship Id="rId51" Type="http://schemas.openxmlformats.org/officeDocument/2006/relationships/image" Target="../media/image24.png"/><Relationship Id="rId3" Type="http://schemas.openxmlformats.org/officeDocument/2006/relationships/image" Target="../media/image183.png"/><Relationship Id="rId12" Type="http://schemas.openxmlformats.org/officeDocument/2006/relationships/image" Target="../media/image192.png"/><Relationship Id="rId17" Type="http://schemas.openxmlformats.org/officeDocument/2006/relationships/image" Target="../media/image197.png"/><Relationship Id="rId25" Type="http://schemas.openxmlformats.org/officeDocument/2006/relationships/image" Target="../media/image205.png"/><Relationship Id="rId33" Type="http://schemas.openxmlformats.org/officeDocument/2006/relationships/image" Target="../media/image213.png"/><Relationship Id="rId38" Type="http://schemas.openxmlformats.org/officeDocument/2006/relationships/image" Target="../media/image218.png"/><Relationship Id="rId46" Type="http://schemas.openxmlformats.org/officeDocument/2006/relationships/image" Target="../media/image226.png"/><Relationship Id="rId59" Type="http://schemas.openxmlformats.org/officeDocument/2006/relationships/image" Target="../media/image28.png"/><Relationship Id="rId67" Type="http://schemas.openxmlformats.org/officeDocument/2006/relationships/image" Target="../media/image235.png"/><Relationship Id="rId20" Type="http://schemas.openxmlformats.org/officeDocument/2006/relationships/image" Target="../media/image200.png"/><Relationship Id="rId41" Type="http://schemas.openxmlformats.org/officeDocument/2006/relationships/image" Target="../media/image221.jpg"/><Relationship Id="rId54" Type="http://schemas.openxmlformats.org/officeDocument/2006/relationships/image" Target="../media/image25.png"/><Relationship Id="rId62" Type="http://schemas.openxmlformats.org/officeDocument/2006/relationships/image" Target="../media/image23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6.png"/><Relationship Id="rId15" Type="http://schemas.openxmlformats.org/officeDocument/2006/relationships/image" Target="../media/image195.png"/><Relationship Id="rId23" Type="http://schemas.openxmlformats.org/officeDocument/2006/relationships/image" Target="../media/image203.png"/><Relationship Id="rId28" Type="http://schemas.openxmlformats.org/officeDocument/2006/relationships/image" Target="../media/image208.png"/><Relationship Id="rId36" Type="http://schemas.openxmlformats.org/officeDocument/2006/relationships/image" Target="../media/image216.png"/><Relationship Id="rId49" Type="http://schemas.openxmlformats.org/officeDocument/2006/relationships/image" Target="../media/image229.png"/><Relationship Id="rId57" Type="http://schemas.openxmlformats.org/officeDocument/2006/relationships/image" Target="../media/image231.png"/><Relationship Id="rId10" Type="http://schemas.openxmlformats.org/officeDocument/2006/relationships/image" Target="../media/image190.png"/><Relationship Id="rId31" Type="http://schemas.openxmlformats.org/officeDocument/2006/relationships/image" Target="../media/image211.png"/><Relationship Id="rId44" Type="http://schemas.openxmlformats.org/officeDocument/2006/relationships/image" Target="../media/image224.png"/><Relationship Id="rId52" Type="http://schemas.openxmlformats.org/officeDocument/2006/relationships/image" Target="../media/image172.png"/><Relationship Id="rId60" Type="http://schemas.openxmlformats.org/officeDocument/2006/relationships/image" Target="../media/image232.png"/><Relationship Id="rId65" Type="http://schemas.openxmlformats.org/officeDocument/2006/relationships/image" Target="../media/image34.png"/><Relationship Id="rId4" Type="http://schemas.openxmlformats.org/officeDocument/2006/relationships/image" Target="../media/image184.png"/><Relationship Id="rId9" Type="http://schemas.openxmlformats.org/officeDocument/2006/relationships/image" Target="../media/image189.png"/><Relationship Id="rId13" Type="http://schemas.openxmlformats.org/officeDocument/2006/relationships/image" Target="../media/image193.png"/><Relationship Id="rId18" Type="http://schemas.openxmlformats.org/officeDocument/2006/relationships/image" Target="../media/image198.png"/><Relationship Id="rId39" Type="http://schemas.openxmlformats.org/officeDocument/2006/relationships/image" Target="../media/image219.png"/><Relationship Id="rId34" Type="http://schemas.openxmlformats.org/officeDocument/2006/relationships/image" Target="../media/image214.png"/><Relationship Id="rId50" Type="http://schemas.openxmlformats.org/officeDocument/2006/relationships/image" Target="../media/image230.png"/><Relationship Id="rId55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62.png"/><Relationship Id="rId21" Type="http://schemas.openxmlformats.org/officeDocument/2006/relationships/image" Target="../media/image257.png"/><Relationship Id="rId42" Type="http://schemas.openxmlformats.org/officeDocument/2006/relationships/image" Target="../media/image278.png"/><Relationship Id="rId47" Type="http://schemas.openxmlformats.org/officeDocument/2006/relationships/image" Target="../media/image283.png"/><Relationship Id="rId63" Type="http://schemas.openxmlformats.org/officeDocument/2006/relationships/image" Target="../media/image173.png"/><Relationship Id="rId68" Type="http://schemas.openxmlformats.org/officeDocument/2006/relationships/image" Target="../media/image295.png"/><Relationship Id="rId16" Type="http://schemas.openxmlformats.org/officeDocument/2006/relationships/image" Target="../media/image252.png"/><Relationship Id="rId11" Type="http://schemas.openxmlformats.org/officeDocument/2006/relationships/image" Target="../media/image247.png"/><Relationship Id="rId32" Type="http://schemas.openxmlformats.org/officeDocument/2006/relationships/image" Target="../media/image268.png"/><Relationship Id="rId37" Type="http://schemas.openxmlformats.org/officeDocument/2006/relationships/image" Target="../media/image273.png"/><Relationship Id="rId53" Type="http://schemas.openxmlformats.org/officeDocument/2006/relationships/image" Target="../media/image288.png"/><Relationship Id="rId58" Type="http://schemas.openxmlformats.org/officeDocument/2006/relationships/image" Target="../media/image292.png"/><Relationship Id="rId74" Type="http://schemas.openxmlformats.org/officeDocument/2006/relationships/image" Target="../media/image37.png"/><Relationship Id="rId79" Type="http://schemas.openxmlformats.org/officeDocument/2006/relationships/image" Target="../media/image300.png"/><Relationship Id="rId5" Type="http://schemas.openxmlformats.org/officeDocument/2006/relationships/image" Target="../media/image241.png"/><Relationship Id="rId61" Type="http://schemas.openxmlformats.org/officeDocument/2006/relationships/image" Target="../media/image24.png"/><Relationship Id="rId82" Type="http://schemas.openxmlformats.org/officeDocument/2006/relationships/image" Target="../media/image303.png"/><Relationship Id="rId19" Type="http://schemas.openxmlformats.org/officeDocument/2006/relationships/image" Target="../media/image255.png"/><Relationship Id="rId14" Type="http://schemas.openxmlformats.org/officeDocument/2006/relationships/image" Target="../media/image250.png"/><Relationship Id="rId22" Type="http://schemas.openxmlformats.org/officeDocument/2006/relationships/image" Target="../media/image258.png"/><Relationship Id="rId27" Type="http://schemas.openxmlformats.org/officeDocument/2006/relationships/image" Target="../media/image263.png"/><Relationship Id="rId30" Type="http://schemas.openxmlformats.org/officeDocument/2006/relationships/image" Target="../media/image266.png"/><Relationship Id="rId35" Type="http://schemas.openxmlformats.org/officeDocument/2006/relationships/image" Target="../media/image271.png"/><Relationship Id="rId43" Type="http://schemas.openxmlformats.org/officeDocument/2006/relationships/image" Target="../media/image279.png"/><Relationship Id="rId48" Type="http://schemas.openxmlformats.org/officeDocument/2006/relationships/image" Target="../media/image284.jpg"/><Relationship Id="rId56" Type="http://schemas.openxmlformats.org/officeDocument/2006/relationships/image" Target="../media/image291.png"/><Relationship Id="rId64" Type="http://schemas.openxmlformats.org/officeDocument/2006/relationships/image" Target="../media/image234.png"/><Relationship Id="rId69" Type="http://schemas.openxmlformats.org/officeDocument/2006/relationships/image" Target="../media/image30.png"/><Relationship Id="rId77" Type="http://schemas.openxmlformats.org/officeDocument/2006/relationships/image" Target="../media/image298.png"/><Relationship Id="rId8" Type="http://schemas.openxmlformats.org/officeDocument/2006/relationships/image" Target="../media/image244.png"/><Relationship Id="rId51" Type="http://schemas.openxmlformats.org/officeDocument/2006/relationships/image" Target="../media/image210.png"/><Relationship Id="rId72" Type="http://schemas.openxmlformats.org/officeDocument/2006/relationships/image" Target="../media/image35.png"/><Relationship Id="rId80" Type="http://schemas.openxmlformats.org/officeDocument/2006/relationships/image" Target="../media/image301.png"/><Relationship Id="rId3" Type="http://schemas.openxmlformats.org/officeDocument/2006/relationships/image" Target="../media/image239.png"/><Relationship Id="rId12" Type="http://schemas.openxmlformats.org/officeDocument/2006/relationships/image" Target="../media/image248.png"/><Relationship Id="rId17" Type="http://schemas.openxmlformats.org/officeDocument/2006/relationships/image" Target="../media/image253.png"/><Relationship Id="rId25" Type="http://schemas.openxmlformats.org/officeDocument/2006/relationships/image" Target="../media/image261.png"/><Relationship Id="rId33" Type="http://schemas.openxmlformats.org/officeDocument/2006/relationships/image" Target="../media/image269.png"/><Relationship Id="rId38" Type="http://schemas.openxmlformats.org/officeDocument/2006/relationships/image" Target="../media/image274.png"/><Relationship Id="rId46" Type="http://schemas.openxmlformats.org/officeDocument/2006/relationships/image" Target="../media/image282.png"/><Relationship Id="rId59" Type="http://schemas.openxmlformats.org/officeDocument/2006/relationships/image" Target="../media/image22.png"/><Relationship Id="rId67" Type="http://schemas.openxmlformats.org/officeDocument/2006/relationships/image" Target="../media/image28.png"/><Relationship Id="rId20" Type="http://schemas.openxmlformats.org/officeDocument/2006/relationships/image" Target="../media/image256.png"/><Relationship Id="rId41" Type="http://schemas.openxmlformats.org/officeDocument/2006/relationships/image" Target="../media/image277.png"/><Relationship Id="rId54" Type="http://schemas.openxmlformats.org/officeDocument/2006/relationships/image" Target="../media/image289.png"/><Relationship Id="rId62" Type="http://schemas.openxmlformats.org/officeDocument/2006/relationships/image" Target="../media/image172.png"/><Relationship Id="rId70" Type="http://schemas.openxmlformats.org/officeDocument/2006/relationships/image" Target="../media/image31.png"/><Relationship Id="rId75" Type="http://schemas.openxmlformats.org/officeDocument/2006/relationships/image" Target="../media/image17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2.png"/><Relationship Id="rId15" Type="http://schemas.openxmlformats.org/officeDocument/2006/relationships/image" Target="../media/image251.png"/><Relationship Id="rId23" Type="http://schemas.openxmlformats.org/officeDocument/2006/relationships/image" Target="../media/image259.png"/><Relationship Id="rId28" Type="http://schemas.openxmlformats.org/officeDocument/2006/relationships/image" Target="../media/image264.png"/><Relationship Id="rId36" Type="http://schemas.openxmlformats.org/officeDocument/2006/relationships/image" Target="../media/image272.png"/><Relationship Id="rId49" Type="http://schemas.openxmlformats.org/officeDocument/2006/relationships/image" Target="../media/image285.png"/><Relationship Id="rId57" Type="http://schemas.openxmlformats.org/officeDocument/2006/relationships/image" Target="../media/image20.png"/><Relationship Id="rId10" Type="http://schemas.openxmlformats.org/officeDocument/2006/relationships/image" Target="../media/image246.png"/><Relationship Id="rId31" Type="http://schemas.openxmlformats.org/officeDocument/2006/relationships/image" Target="../media/image267.png"/><Relationship Id="rId44" Type="http://schemas.openxmlformats.org/officeDocument/2006/relationships/image" Target="../media/image280.png"/><Relationship Id="rId52" Type="http://schemas.openxmlformats.org/officeDocument/2006/relationships/image" Target="../media/image287.png"/><Relationship Id="rId60" Type="http://schemas.openxmlformats.org/officeDocument/2006/relationships/image" Target="../media/image293.png"/><Relationship Id="rId65" Type="http://schemas.openxmlformats.org/officeDocument/2006/relationships/image" Target="../media/image294.png"/><Relationship Id="rId73" Type="http://schemas.openxmlformats.org/officeDocument/2006/relationships/image" Target="../media/image296.png"/><Relationship Id="rId78" Type="http://schemas.openxmlformats.org/officeDocument/2006/relationships/image" Target="../media/image299.png"/><Relationship Id="rId81" Type="http://schemas.openxmlformats.org/officeDocument/2006/relationships/image" Target="../media/image302.png"/><Relationship Id="rId4" Type="http://schemas.openxmlformats.org/officeDocument/2006/relationships/image" Target="../media/image240.png"/><Relationship Id="rId9" Type="http://schemas.openxmlformats.org/officeDocument/2006/relationships/image" Target="../media/image245.png"/><Relationship Id="rId13" Type="http://schemas.openxmlformats.org/officeDocument/2006/relationships/image" Target="../media/image249.png"/><Relationship Id="rId18" Type="http://schemas.openxmlformats.org/officeDocument/2006/relationships/image" Target="../media/image254.png"/><Relationship Id="rId39" Type="http://schemas.openxmlformats.org/officeDocument/2006/relationships/image" Target="../media/image275.png"/><Relationship Id="rId34" Type="http://schemas.openxmlformats.org/officeDocument/2006/relationships/image" Target="../media/image270.png"/><Relationship Id="rId50" Type="http://schemas.openxmlformats.org/officeDocument/2006/relationships/image" Target="../media/image286.png"/><Relationship Id="rId55" Type="http://schemas.openxmlformats.org/officeDocument/2006/relationships/image" Target="../media/image290.png"/><Relationship Id="rId76" Type="http://schemas.openxmlformats.org/officeDocument/2006/relationships/image" Target="../media/image297.png"/><Relationship Id="rId7" Type="http://schemas.openxmlformats.org/officeDocument/2006/relationships/image" Target="../media/image243.png"/><Relationship Id="rId71" Type="http://schemas.openxmlformats.org/officeDocument/2006/relationships/image" Target="../media/image34.png"/><Relationship Id="rId2" Type="http://schemas.openxmlformats.org/officeDocument/2006/relationships/image" Target="../media/image238.png"/><Relationship Id="rId29" Type="http://schemas.openxmlformats.org/officeDocument/2006/relationships/image" Target="../media/image265.png"/><Relationship Id="rId24" Type="http://schemas.openxmlformats.org/officeDocument/2006/relationships/image" Target="../media/image260.png"/><Relationship Id="rId40" Type="http://schemas.openxmlformats.org/officeDocument/2006/relationships/image" Target="../media/image276.png"/><Relationship Id="rId45" Type="http://schemas.openxmlformats.org/officeDocument/2006/relationships/image" Target="../media/image281.png"/><Relationship Id="rId66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28.png"/><Relationship Id="rId21" Type="http://schemas.openxmlformats.org/officeDocument/2006/relationships/image" Target="../media/image323.png"/><Relationship Id="rId42" Type="http://schemas.openxmlformats.org/officeDocument/2006/relationships/image" Target="../media/image344.jpg"/><Relationship Id="rId47" Type="http://schemas.openxmlformats.org/officeDocument/2006/relationships/image" Target="../media/image349.png"/><Relationship Id="rId63" Type="http://schemas.openxmlformats.org/officeDocument/2006/relationships/image" Target="../media/image173.png"/><Relationship Id="rId68" Type="http://schemas.openxmlformats.org/officeDocument/2006/relationships/image" Target="../media/image295.png"/><Relationship Id="rId2" Type="http://schemas.openxmlformats.org/officeDocument/2006/relationships/image" Target="../media/image304.png"/><Relationship Id="rId16" Type="http://schemas.openxmlformats.org/officeDocument/2006/relationships/image" Target="../media/image318.png"/><Relationship Id="rId29" Type="http://schemas.openxmlformats.org/officeDocument/2006/relationships/image" Target="../media/image331.png"/><Relationship Id="rId11" Type="http://schemas.openxmlformats.org/officeDocument/2006/relationships/image" Target="../media/image313.png"/><Relationship Id="rId24" Type="http://schemas.openxmlformats.org/officeDocument/2006/relationships/image" Target="../media/image326.png"/><Relationship Id="rId32" Type="http://schemas.openxmlformats.org/officeDocument/2006/relationships/image" Target="../media/image334.png"/><Relationship Id="rId37" Type="http://schemas.openxmlformats.org/officeDocument/2006/relationships/image" Target="../media/image339.png"/><Relationship Id="rId40" Type="http://schemas.openxmlformats.org/officeDocument/2006/relationships/image" Target="../media/image342.png"/><Relationship Id="rId45" Type="http://schemas.openxmlformats.org/officeDocument/2006/relationships/image" Target="../media/image347.png"/><Relationship Id="rId53" Type="http://schemas.openxmlformats.org/officeDocument/2006/relationships/image" Target="../media/image355.png"/><Relationship Id="rId58" Type="http://schemas.openxmlformats.org/officeDocument/2006/relationships/image" Target="../media/image360.png"/><Relationship Id="rId66" Type="http://schemas.openxmlformats.org/officeDocument/2006/relationships/image" Target="../media/image27.png"/><Relationship Id="rId74" Type="http://schemas.openxmlformats.org/officeDocument/2006/relationships/image" Target="../media/image35.png"/><Relationship Id="rId5" Type="http://schemas.openxmlformats.org/officeDocument/2006/relationships/image" Target="../media/image307.png"/><Relationship Id="rId61" Type="http://schemas.openxmlformats.org/officeDocument/2006/relationships/image" Target="../media/image24.png"/><Relationship Id="rId19" Type="http://schemas.openxmlformats.org/officeDocument/2006/relationships/image" Target="../media/image321.png"/><Relationship Id="rId14" Type="http://schemas.openxmlformats.org/officeDocument/2006/relationships/image" Target="../media/image316.png"/><Relationship Id="rId22" Type="http://schemas.openxmlformats.org/officeDocument/2006/relationships/image" Target="../media/image324.png"/><Relationship Id="rId27" Type="http://schemas.openxmlformats.org/officeDocument/2006/relationships/image" Target="../media/image329.png"/><Relationship Id="rId30" Type="http://schemas.openxmlformats.org/officeDocument/2006/relationships/image" Target="../media/image332.png"/><Relationship Id="rId35" Type="http://schemas.openxmlformats.org/officeDocument/2006/relationships/image" Target="../media/image337.png"/><Relationship Id="rId43" Type="http://schemas.openxmlformats.org/officeDocument/2006/relationships/image" Target="../media/image345.png"/><Relationship Id="rId48" Type="http://schemas.openxmlformats.org/officeDocument/2006/relationships/image" Target="../media/image350.png"/><Relationship Id="rId56" Type="http://schemas.openxmlformats.org/officeDocument/2006/relationships/image" Target="../media/image358.png"/><Relationship Id="rId64" Type="http://schemas.openxmlformats.org/officeDocument/2006/relationships/image" Target="../media/image25.png"/><Relationship Id="rId69" Type="http://schemas.openxmlformats.org/officeDocument/2006/relationships/image" Target="../media/image37.png"/><Relationship Id="rId8" Type="http://schemas.openxmlformats.org/officeDocument/2006/relationships/image" Target="../media/image310.png"/><Relationship Id="rId51" Type="http://schemas.openxmlformats.org/officeDocument/2006/relationships/image" Target="../media/image353.png"/><Relationship Id="rId72" Type="http://schemas.openxmlformats.org/officeDocument/2006/relationships/image" Target="../media/image31.png"/><Relationship Id="rId3" Type="http://schemas.openxmlformats.org/officeDocument/2006/relationships/image" Target="../media/image305.png"/><Relationship Id="rId12" Type="http://schemas.openxmlformats.org/officeDocument/2006/relationships/image" Target="../media/image314.png"/><Relationship Id="rId17" Type="http://schemas.openxmlformats.org/officeDocument/2006/relationships/image" Target="../media/image319.png"/><Relationship Id="rId25" Type="http://schemas.openxmlformats.org/officeDocument/2006/relationships/image" Target="../media/image327.png"/><Relationship Id="rId33" Type="http://schemas.openxmlformats.org/officeDocument/2006/relationships/image" Target="../media/image335.png"/><Relationship Id="rId38" Type="http://schemas.openxmlformats.org/officeDocument/2006/relationships/image" Target="../media/image340.png"/><Relationship Id="rId46" Type="http://schemas.openxmlformats.org/officeDocument/2006/relationships/image" Target="../media/image348.png"/><Relationship Id="rId59" Type="http://schemas.openxmlformats.org/officeDocument/2006/relationships/image" Target="../media/image229.png"/><Relationship Id="rId67" Type="http://schemas.openxmlformats.org/officeDocument/2006/relationships/image" Target="../media/image28.png"/><Relationship Id="rId20" Type="http://schemas.openxmlformats.org/officeDocument/2006/relationships/image" Target="../media/image322.png"/><Relationship Id="rId41" Type="http://schemas.openxmlformats.org/officeDocument/2006/relationships/image" Target="../media/image343.png"/><Relationship Id="rId54" Type="http://schemas.openxmlformats.org/officeDocument/2006/relationships/image" Target="../media/image356.png"/><Relationship Id="rId62" Type="http://schemas.openxmlformats.org/officeDocument/2006/relationships/image" Target="../media/image172.png"/><Relationship Id="rId70" Type="http://schemas.openxmlformats.org/officeDocument/2006/relationships/image" Target="../media/image233.png"/><Relationship Id="rId75" Type="http://schemas.openxmlformats.org/officeDocument/2006/relationships/image" Target="../media/image29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8.png"/><Relationship Id="rId15" Type="http://schemas.openxmlformats.org/officeDocument/2006/relationships/image" Target="../media/image317.png"/><Relationship Id="rId23" Type="http://schemas.openxmlformats.org/officeDocument/2006/relationships/image" Target="../media/image325.png"/><Relationship Id="rId28" Type="http://schemas.openxmlformats.org/officeDocument/2006/relationships/image" Target="../media/image330.png"/><Relationship Id="rId36" Type="http://schemas.openxmlformats.org/officeDocument/2006/relationships/image" Target="../media/image338.png"/><Relationship Id="rId49" Type="http://schemas.openxmlformats.org/officeDocument/2006/relationships/image" Target="../media/image351.png"/><Relationship Id="rId57" Type="http://schemas.openxmlformats.org/officeDocument/2006/relationships/image" Target="../media/image359.png"/><Relationship Id="rId10" Type="http://schemas.openxmlformats.org/officeDocument/2006/relationships/image" Target="../media/image312.png"/><Relationship Id="rId31" Type="http://schemas.openxmlformats.org/officeDocument/2006/relationships/image" Target="../media/image333.png"/><Relationship Id="rId44" Type="http://schemas.openxmlformats.org/officeDocument/2006/relationships/image" Target="../media/image346.png"/><Relationship Id="rId52" Type="http://schemas.openxmlformats.org/officeDocument/2006/relationships/image" Target="../media/image354.png"/><Relationship Id="rId60" Type="http://schemas.openxmlformats.org/officeDocument/2006/relationships/image" Target="../media/image293.png"/><Relationship Id="rId65" Type="http://schemas.openxmlformats.org/officeDocument/2006/relationships/image" Target="../media/image26.png"/><Relationship Id="rId73" Type="http://schemas.openxmlformats.org/officeDocument/2006/relationships/image" Target="../media/image34.png"/><Relationship Id="rId4" Type="http://schemas.openxmlformats.org/officeDocument/2006/relationships/image" Target="../media/image306.png"/><Relationship Id="rId9" Type="http://schemas.openxmlformats.org/officeDocument/2006/relationships/image" Target="../media/image311.png"/><Relationship Id="rId13" Type="http://schemas.openxmlformats.org/officeDocument/2006/relationships/image" Target="../media/image315.png"/><Relationship Id="rId18" Type="http://schemas.openxmlformats.org/officeDocument/2006/relationships/image" Target="../media/image320.png"/><Relationship Id="rId39" Type="http://schemas.openxmlformats.org/officeDocument/2006/relationships/image" Target="../media/image341.png"/><Relationship Id="rId34" Type="http://schemas.openxmlformats.org/officeDocument/2006/relationships/image" Target="../media/image336.png"/><Relationship Id="rId50" Type="http://schemas.openxmlformats.org/officeDocument/2006/relationships/image" Target="../media/image352.png"/><Relationship Id="rId55" Type="http://schemas.openxmlformats.org/officeDocument/2006/relationships/image" Target="../media/image357.png"/><Relationship Id="rId76" Type="http://schemas.openxmlformats.org/officeDocument/2006/relationships/image" Target="../media/image361.png"/><Relationship Id="rId7" Type="http://schemas.openxmlformats.org/officeDocument/2006/relationships/image" Target="../media/image309.png"/><Relationship Id="rId71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85.png"/><Relationship Id="rId117" Type="http://schemas.openxmlformats.org/officeDocument/2006/relationships/image" Target="../media/image26.png"/><Relationship Id="rId21" Type="http://schemas.openxmlformats.org/officeDocument/2006/relationships/image" Target="../media/image380.png"/><Relationship Id="rId42" Type="http://schemas.openxmlformats.org/officeDocument/2006/relationships/image" Target="../media/image401.png"/><Relationship Id="rId47" Type="http://schemas.openxmlformats.org/officeDocument/2006/relationships/image" Target="../media/image406.png"/><Relationship Id="rId63" Type="http://schemas.openxmlformats.org/officeDocument/2006/relationships/image" Target="../media/image352.png"/><Relationship Id="rId68" Type="http://schemas.openxmlformats.org/officeDocument/2006/relationships/image" Target="../media/image425.png"/><Relationship Id="rId84" Type="http://schemas.openxmlformats.org/officeDocument/2006/relationships/image" Target="../media/image441.png"/><Relationship Id="rId89" Type="http://schemas.openxmlformats.org/officeDocument/2006/relationships/image" Target="../media/image446.png"/><Relationship Id="rId112" Type="http://schemas.openxmlformats.org/officeDocument/2006/relationships/image" Target="../media/image466.png"/><Relationship Id="rId16" Type="http://schemas.openxmlformats.org/officeDocument/2006/relationships/image" Target="../media/image375.png"/><Relationship Id="rId107" Type="http://schemas.openxmlformats.org/officeDocument/2006/relationships/image" Target="../media/image464.png"/><Relationship Id="rId11" Type="http://schemas.openxmlformats.org/officeDocument/2006/relationships/image" Target="../media/image370.png"/><Relationship Id="rId32" Type="http://schemas.openxmlformats.org/officeDocument/2006/relationships/image" Target="../media/image391.png"/><Relationship Id="rId37" Type="http://schemas.openxmlformats.org/officeDocument/2006/relationships/image" Target="../media/image396.png"/><Relationship Id="rId53" Type="http://schemas.openxmlformats.org/officeDocument/2006/relationships/image" Target="../media/image411.png"/><Relationship Id="rId58" Type="http://schemas.openxmlformats.org/officeDocument/2006/relationships/image" Target="../media/image416.png"/><Relationship Id="rId74" Type="http://schemas.openxmlformats.org/officeDocument/2006/relationships/image" Target="../media/image431.png"/><Relationship Id="rId79" Type="http://schemas.openxmlformats.org/officeDocument/2006/relationships/image" Target="../media/image436.png"/><Relationship Id="rId102" Type="http://schemas.openxmlformats.org/officeDocument/2006/relationships/image" Target="../media/image459.png"/><Relationship Id="rId123" Type="http://schemas.openxmlformats.org/officeDocument/2006/relationships/image" Target="../media/image34.png"/><Relationship Id="rId5" Type="http://schemas.openxmlformats.org/officeDocument/2006/relationships/image" Target="../media/image365.png"/><Relationship Id="rId90" Type="http://schemas.openxmlformats.org/officeDocument/2006/relationships/image" Target="../media/image447.png"/><Relationship Id="rId95" Type="http://schemas.openxmlformats.org/officeDocument/2006/relationships/image" Target="../media/image452.png"/><Relationship Id="rId22" Type="http://schemas.openxmlformats.org/officeDocument/2006/relationships/image" Target="../media/image381.png"/><Relationship Id="rId27" Type="http://schemas.openxmlformats.org/officeDocument/2006/relationships/image" Target="../media/image386.png"/><Relationship Id="rId43" Type="http://schemas.openxmlformats.org/officeDocument/2006/relationships/image" Target="../media/image402.png"/><Relationship Id="rId48" Type="http://schemas.openxmlformats.org/officeDocument/2006/relationships/image" Target="../media/image407.png"/><Relationship Id="rId64" Type="http://schemas.openxmlformats.org/officeDocument/2006/relationships/image" Target="../media/image421.png"/><Relationship Id="rId69" Type="http://schemas.openxmlformats.org/officeDocument/2006/relationships/image" Target="../media/image426.png"/><Relationship Id="rId113" Type="http://schemas.openxmlformats.org/officeDocument/2006/relationships/image" Target="../media/image24.png"/><Relationship Id="rId118" Type="http://schemas.openxmlformats.org/officeDocument/2006/relationships/image" Target="../media/image27.png"/><Relationship Id="rId80" Type="http://schemas.openxmlformats.org/officeDocument/2006/relationships/image" Target="../media/image437.png"/><Relationship Id="rId85" Type="http://schemas.openxmlformats.org/officeDocument/2006/relationships/image" Target="../media/image442.png"/><Relationship Id="rId12" Type="http://schemas.openxmlformats.org/officeDocument/2006/relationships/image" Target="../media/image371.png"/><Relationship Id="rId17" Type="http://schemas.openxmlformats.org/officeDocument/2006/relationships/image" Target="../media/image376.png"/><Relationship Id="rId33" Type="http://schemas.openxmlformats.org/officeDocument/2006/relationships/image" Target="../media/image392.png"/><Relationship Id="rId38" Type="http://schemas.openxmlformats.org/officeDocument/2006/relationships/image" Target="../media/image397.png"/><Relationship Id="rId59" Type="http://schemas.openxmlformats.org/officeDocument/2006/relationships/image" Target="../media/image417.png"/><Relationship Id="rId103" Type="http://schemas.openxmlformats.org/officeDocument/2006/relationships/image" Target="../media/image460.png"/><Relationship Id="rId108" Type="http://schemas.openxmlformats.org/officeDocument/2006/relationships/image" Target="../media/image465.png"/><Relationship Id="rId124" Type="http://schemas.openxmlformats.org/officeDocument/2006/relationships/image" Target="../media/image35.png"/><Relationship Id="rId54" Type="http://schemas.openxmlformats.org/officeDocument/2006/relationships/image" Target="../media/image412.png"/><Relationship Id="rId70" Type="http://schemas.openxmlformats.org/officeDocument/2006/relationships/image" Target="../media/image427.png"/><Relationship Id="rId75" Type="http://schemas.openxmlformats.org/officeDocument/2006/relationships/image" Target="../media/image432.png"/><Relationship Id="rId91" Type="http://schemas.openxmlformats.org/officeDocument/2006/relationships/image" Target="../media/image448.png"/><Relationship Id="rId96" Type="http://schemas.openxmlformats.org/officeDocument/2006/relationships/image" Target="../media/image45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3.png"/><Relationship Id="rId23" Type="http://schemas.openxmlformats.org/officeDocument/2006/relationships/image" Target="../media/image382.png"/><Relationship Id="rId28" Type="http://schemas.openxmlformats.org/officeDocument/2006/relationships/image" Target="../media/image387.png"/><Relationship Id="rId49" Type="http://schemas.openxmlformats.org/officeDocument/2006/relationships/image" Target="../media/image408.png"/><Relationship Id="rId114" Type="http://schemas.openxmlformats.org/officeDocument/2006/relationships/image" Target="../media/image172.png"/><Relationship Id="rId119" Type="http://schemas.openxmlformats.org/officeDocument/2006/relationships/image" Target="../media/image28.png"/><Relationship Id="rId44" Type="http://schemas.openxmlformats.org/officeDocument/2006/relationships/image" Target="../media/image403.png"/><Relationship Id="rId60" Type="http://schemas.openxmlformats.org/officeDocument/2006/relationships/image" Target="../media/image418.png"/><Relationship Id="rId65" Type="http://schemas.openxmlformats.org/officeDocument/2006/relationships/image" Target="../media/image422.png"/><Relationship Id="rId81" Type="http://schemas.openxmlformats.org/officeDocument/2006/relationships/image" Target="../media/image438.png"/><Relationship Id="rId86" Type="http://schemas.openxmlformats.org/officeDocument/2006/relationships/image" Target="../media/image443.png"/><Relationship Id="rId13" Type="http://schemas.openxmlformats.org/officeDocument/2006/relationships/image" Target="../media/image372.png"/><Relationship Id="rId18" Type="http://schemas.openxmlformats.org/officeDocument/2006/relationships/image" Target="../media/image377.png"/><Relationship Id="rId39" Type="http://schemas.openxmlformats.org/officeDocument/2006/relationships/image" Target="../media/image398.png"/><Relationship Id="rId109" Type="http://schemas.openxmlformats.org/officeDocument/2006/relationships/image" Target="../media/image20.png"/><Relationship Id="rId34" Type="http://schemas.openxmlformats.org/officeDocument/2006/relationships/image" Target="../media/image393.png"/><Relationship Id="rId50" Type="http://schemas.openxmlformats.org/officeDocument/2006/relationships/image" Target="../media/image357.png"/><Relationship Id="rId55" Type="http://schemas.openxmlformats.org/officeDocument/2006/relationships/image" Target="../media/image413.png"/><Relationship Id="rId76" Type="http://schemas.openxmlformats.org/officeDocument/2006/relationships/image" Target="../media/image433.png"/><Relationship Id="rId97" Type="http://schemas.openxmlformats.org/officeDocument/2006/relationships/image" Target="../media/image454.png"/><Relationship Id="rId104" Type="http://schemas.openxmlformats.org/officeDocument/2006/relationships/image" Target="../media/image461.png"/><Relationship Id="rId120" Type="http://schemas.openxmlformats.org/officeDocument/2006/relationships/image" Target="../media/image295.png"/><Relationship Id="rId125" Type="http://schemas.openxmlformats.org/officeDocument/2006/relationships/image" Target="../media/image296.png"/><Relationship Id="rId7" Type="http://schemas.openxmlformats.org/officeDocument/2006/relationships/image" Target="../media/image366.png"/><Relationship Id="rId71" Type="http://schemas.openxmlformats.org/officeDocument/2006/relationships/image" Target="../media/image428.png"/><Relationship Id="rId92" Type="http://schemas.openxmlformats.org/officeDocument/2006/relationships/image" Target="../media/image449.png"/><Relationship Id="rId2" Type="http://schemas.openxmlformats.org/officeDocument/2006/relationships/image" Target="../media/image362.png"/><Relationship Id="rId29" Type="http://schemas.openxmlformats.org/officeDocument/2006/relationships/image" Target="../media/image388.png"/><Relationship Id="rId24" Type="http://schemas.openxmlformats.org/officeDocument/2006/relationships/image" Target="../media/image383.png"/><Relationship Id="rId40" Type="http://schemas.openxmlformats.org/officeDocument/2006/relationships/image" Target="../media/image399.png"/><Relationship Id="rId45" Type="http://schemas.openxmlformats.org/officeDocument/2006/relationships/image" Target="../media/image404.png"/><Relationship Id="rId66" Type="http://schemas.openxmlformats.org/officeDocument/2006/relationships/image" Target="../media/image423.png"/><Relationship Id="rId87" Type="http://schemas.openxmlformats.org/officeDocument/2006/relationships/image" Target="../media/image444.png"/><Relationship Id="rId110" Type="http://schemas.openxmlformats.org/officeDocument/2006/relationships/image" Target="../media/image292.png"/><Relationship Id="rId115" Type="http://schemas.openxmlformats.org/officeDocument/2006/relationships/image" Target="../media/image173.png"/><Relationship Id="rId61" Type="http://schemas.openxmlformats.org/officeDocument/2006/relationships/image" Target="../media/image419.png"/><Relationship Id="rId82" Type="http://schemas.openxmlformats.org/officeDocument/2006/relationships/image" Target="../media/image439.png"/><Relationship Id="rId19" Type="http://schemas.openxmlformats.org/officeDocument/2006/relationships/image" Target="../media/image378.png"/><Relationship Id="rId14" Type="http://schemas.openxmlformats.org/officeDocument/2006/relationships/image" Target="../media/image373.png"/><Relationship Id="rId30" Type="http://schemas.openxmlformats.org/officeDocument/2006/relationships/image" Target="../media/image389.png"/><Relationship Id="rId35" Type="http://schemas.openxmlformats.org/officeDocument/2006/relationships/image" Target="../media/image394.png"/><Relationship Id="rId56" Type="http://schemas.openxmlformats.org/officeDocument/2006/relationships/image" Target="../media/image414.png"/><Relationship Id="rId77" Type="http://schemas.openxmlformats.org/officeDocument/2006/relationships/image" Target="../media/image434.png"/><Relationship Id="rId100" Type="http://schemas.openxmlformats.org/officeDocument/2006/relationships/image" Target="../media/image457.png"/><Relationship Id="rId105" Type="http://schemas.openxmlformats.org/officeDocument/2006/relationships/image" Target="../media/image462.png"/><Relationship Id="rId126" Type="http://schemas.openxmlformats.org/officeDocument/2006/relationships/image" Target="../media/image359.png"/><Relationship Id="rId8" Type="http://schemas.openxmlformats.org/officeDocument/2006/relationships/image" Target="../media/image367.png"/><Relationship Id="rId51" Type="http://schemas.openxmlformats.org/officeDocument/2006/relationships/image" Target="../media/image409.png"/><Relationship Id="rId72" Type="http://schemas.openxmlformats.org/officeDocument/2006/relationships/image" Target="../media/image429.png"/><Relationship Id="rId93" Type="http://schemas.openxmlformats.org/officeDocument/2006/relationships/image" Target="../media/image450.png"/><Relationship Id="rId98" Type="http://schemas.openxmlformats.org/officeDocument/2006/relationships/image" Target="../media/image455.png"/><Relationship Id="rId121" Type="http://schemas.openxmlformats.org/officeDocument/2006/relationships/image" Target="../media/image30.png"/><Relationship Id="rId3" Type="http://schemas.openxmlformats.org/officeDocument/2006/relationships/image" Target="../media/image363.png"/><Relationship Id="rId25" Type="http://schemas.openxmlformats.org/officeDocument/2006/relationships/image" Target="../media/image384.png"/><Relationship Id="rId46" Type="http://schemas.openxmlformats.org/officeDocument/2006/relationships/image" Target="../media/image405.png"/><Relationship Id="rId67" Type="http://schemas.openxmlformats.org/officeDocument/2006/relationships/image" Target="../media/image424.png"/><Relationship Id="rId116" Type="http://schemas.openxmlformats.org/officeDocument/2006/relationships/image" Target="../media/image25.png"/><Relationship Id="rId20" Type="http://schemas.openxmlformats.org/officeDocument/2006/relationships/image" Target="../media/image379.png"/><Relationship Id="rId41" Type="http://schemas.openxmlformats.org/officeDocument/2006/relationships/image" Target="../media/image400.png"/><Relationship Id="rId62" Type="http://schemas.openxmlformats.org/officeDocument/2006/relationships/image" Target="../media/image420.png"/><Relationship Id="rId83" Type="http://schemas.openxmlformats.org/officeDocument/2006/relationships/image" Target="../media/image440.png"/><Relationship Id="rId88" Type="http://schemas.openxmlformats.org/officeDocument/2006/relationships/image" Target="../media/image445.png"/><Relationship Id="rId111" Type="http://schemas.openxmlformats.org/officeDocument/2006/relationships/image" Target="../media/image229.png"/><Relationship Id="rId15" Type="http://schemas.openxmlformats.org/officeDocument/2006/relationships/image" Target="../media/image374.png"/><Relationship Id="rId36" Type="http://schemas.openxmlformats.org/officeDocument/2006/relationships/image" Target="../media/image395.png"/><Relationship Id="rId57" Type="http://schemas.openxmlformats.org/officeDocument/2006/relationships/image" Target="../media/image415.png"/><Relationship Id="rId106" Type="http://schemas.openxmlformats.org/officeDocument/2006/relationships/image" Target="../media/image463.png"/><Relationship Id="rId127" Type="http://schemas.openxmlformats.org/officeDocument/2006/relationships/image" Target="../media/image467.png"/><Relationship Id="rId10" Type="http://schemas.openxmlformats.org/officeDocument/2006/relationships/image" Target="../media/image369.png"/><Relationship Id="rId31" Type="http://schemas.openxmlformats.org/officeDocument/2006/relationships/image" Target="../media/image390.png"/><Relationship Id="rId52" Type="http://schemas.openxmlformats.org/officeDocument/2006/relationships/image" Target="../media/image410.png"/><Relationship Id="rId73" Type="http://schemas.openxmlformats.org/officeDocument/2006/relationships/image" Target="../media/image430.png"/><Relationship Id="rId78" Type="http://schemas.openxmlformats.org/officeDocument/2006/relationships/image" Target="../media/image435.png"/><Relationship Id="rId94" Type="http://schemas.openxmlformats.org/officeDocument/2006/relationships/image" Target="../media/image451.png"/><Relationship Id="rId99" Type="http://schemas.openxmlformats.org/officeDocument/2006/relationships/image" Target="../media/image456.png"/><Relationship Id="rId101" Type="http://schemas.openxmlformats.org/officeDocument/2006/relationships/image" Target="../media/image458.png"/><Relationship Id="rId122" Type="http://schemas.openxmlformats.org/officeDocument/2006/relationships/image" Target="../media/image31.png"/><Relationship Id="rId4" Type="http://schemas.openxmlformats.org/officeDocument/2006/relationships/image" Target="../media/image364.png"/><Relationship Id="rId9" Type="http://schemas.openxmlformats.org/officeDocument/2006/relationships/image" Target="../media/image368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1.png"/><Relationship Id="rId21" Type="http://schemas.openxmlformats.org/officeDocument/2006/relationships/image" Target="../media/image26.png"/><Relationship Id="rId42" Type="http://schemas.openxmlformats.org/officeDocument/2006/relationships/image" Target="../media/image489.png"/><Relationship Id="rId47" Type="http://schemas.openxmlformats.org/officeDocument/2006/relationships/image" Target="../media/image494.png"/><Relationship Id="rId63" Type="http://schemas.openxmlformats.org/officeDocument/2006/relationships/image" Target="../media/image510.png"/><Relationship Id="rId68" Type="http://schemas.openxmlformats.org/officeDocument/2006/relationships/image" Target="../media/image515.png"/><Relationship Id="rId84" Type="http://schemas.openxmlformats.org/officeDocument/2006/relationships/image" Target="../media/image531.jpg"/><Relationship Id="rId89" Type="http://schemas.openxmlformats.org/officeDocument/2006/relationships/image" Target="../media/image536.jpg"/><Relationship Id="rId16" Type="http://schemas.openxmlformats.org/officeDocument/2006/relationships/image" Target="../media/image466.png"/><Relationship Id="rId11" Type="http://schemas.openxmlformats.org/officeDocument/2006/relationships/image" Target="../media/image477.png"/><Relationship Id="rId32" Type="http://schemas.openxmlformats.org/officeDocument/2006/relationships/image" Target="../media/image479.png"/><Relationship Id="rId37" Type="http://schemas.openxmlformats.org/officeDocument/2006/relationships/image" Target="../media/image484.png"/><Relationship Id="rId53" Type="http://schemas.openxmlformats.org/officeDocument/2006/relationships/image" Target="../media/image500.png"/><Relationship Id="rId58" Type="http://schemas.openxmlformats.org/officeDocument/2006/relationships/image" Target="../media/image505.png"/><Relationship Id="rId74" Type="http://schemas.openxmlformats.org/officeDocument/2006/relationships/image" Target="../media/image521.png"/><Relationship Id="rId79" Type="http://schemas.openxmlformats.org/officeDocument/2006/relationships/image" Target="../media/image526.png"/><Relationship Id="rId5" Type="http://schemas.openxmlformats.org/officeDocument/2006/relationships/image" Target="../media/image471.png"/><Relationship Id="rId90" Type="http://schemas.openxmlformats.org/officeDocument/2006/relationships/image" Target="../media/image537.png"/><Relationship Id="rId14" Type="http://schemas.openxmlformats.org/officeDocument/2006/relationships/image" Target="../media/image292.png"/><Relationship Id="rId22" Type="http://schemas.openxmlformats.org/officeDocument/2006/relationships/image" Target="../media/image27.png"/><Relationship Id="rId27" Type="http://schemas.openxmlformats.org/officeDocument/2006/relationships/image" Target="../media/image34.png"/><Relationship Id="rId30" Type="http://schemas.openxmlformats.org/officeDocument/2006/relationships/image" Target="../media/image37.png"/><Relationship Id="rId35" Type="http://schemas.openxmlformats.org/officeDocument/2006/relationships/image" Target="../media/image482.png"/><Relationship Id="rId43" Type="http://schemas.openxmlformats.org/officeDocument/2006/relationships/image" Target="../media/image490.png"/><Relationship Id="rId48" Type="http://schemas.openxmlformats.org/officeDocument/2006/relationships/image" Target="../media/image495.png"/><Relationship Id="rId56" Type="http://schemas.openxmlformats.org/officeDocument/2006/relationships/image" Target="../media/image503.png"/><Relationship Id="rId64" Type="http://schemas.openxmlformats.org/officeDocument/2006/relationships/image" Target="../media/image511.png"/><Relationship Id="rId69" Type="http://schemas.openxmlformats.org/officeDocument/2006/relationships/image" Target="../media/image516.png"/><Relationship Id="rId77" Type="http://schemas.openxmlformats.org/officeDocument/2006/relationships/image" Target="../media/image524.png"/><Relationship Id="rId8" Type="http://schemas.openxmlformats.org/officeDocument/2006/relationships/image" Target="../media/image474.png"/><Relationship Id="rId51" Type="http://schemas.openxmlformats.org/officeDocument/2006/relationships/image" Target="../media/image498.png"/><Relationship Id="rId72" Type="http://schemas.openxmlformats.org/officeDocument/2006/relationships/image" Target="../media/image519.png"/><Relationship Id="rId80" Type="http://schemas.openxmlformats.org/officeDocument/2006/relationships/image" Target="../media/image527.png"/><Relationship Id="rId85" Type="http://schemas.openxmlformats.org/officeDocument/2006/relationships/image" Target="../media/image532.jpg"/><Relationship Id="rId3" Type="http://schemas.openxmlformats.org/officeDocument/2006/relationships/image" Target="../media/image469.png"/><Relationship Id="rId12" Type="http://schemas.openxmlformats.org/officeDocument/2006/relationships/image" Target="../media/image478.png"/><Relationship Id="rId17" Type="http://schemas.openxmlformats.org/officeDocument/2006/relationships/image" Target="../media/image24.png"/><Relationship Id="rId25" Type="http://schemas.openxmlformats.org/officeDocument/2006/relationships/image" Target="../media/image234.png"/><Relationship Id="rId33" Type="http://schemas.openxmlformats.org/officeDocument/2006/relationships/image" Target="../media/image480.png"/><Relationship Id="rId38" Type="http://schemas.openxmlformats.org/officeDocument/2006/relationships/image" Target="../media/image485.png"/><Relationship Id="rId46" Type="http://schemas.openxmlformats.org/officeDocument/2006/relationships/image" Target="../media/image493.png"/><Relationship Id="rId59" Type="http://schemas.openxmlformats.org/officeDocument/2006/relationships/image" Target="../media/image506.png"/><Relationship Id="rId67" Type="http://schemas.openxmlformats.org/officeDocument/2006/relationships/image" Target="../media/image514.png"/><Relationship Id="rId20" Type="http://schemas.openxmlformats.org/officeDocument/2006/relationships/image" Target="../media/image25.png"/><Relationship Id="rId41" Type="http://schemas.openxmlformats.org/officeDocument/2006/relationships/image" Target="../media/image488.png"/><Relationship Id="rId54" Type="http://schemas.openxmlformats.org/officeDocument/2006/relationships/image" Target="../media/image501.png"/><Relationship Id="rId62" Type="http://schemas.openxmlformats.org/officeDocument/2006/relationships/image" Target="../media/image509.png"/><Relationship Id="rId70" Type="http://schemas.openxmlformats.org/officeDocument/2006/relationships/image" Target="../media/image517.png"/><Relationship Id="rId75" Type="http://schemas.openxmlformats.org/officeDocument/2006/relationships/image" Target="../media/image522.png"/><Relationship Id="rId83" Type="http://schemas.openxmlformats.org/officeDocument/2006/relationships/image" Target="../media/image530.jpg"/><Relationship Id="rId88" Type="http://schemas.openxmlformats.org/officeDocument/2006/relationships/image" Target="../media/image535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72.png"/><Relationship Id="rId15" Type="http://schemas.openxmlformats.org/officeDocument/2006/relationships/image" Target="../media/image22.png"/><Relationship Id="rId23" Type="http://schemas.openxmlformats.org/officeDocument/2006/relationships/image" Target="../media/image28.png"/><Relationship Id="rId28" Type="http://schemas.openxmlformats.org/officeDocument/2006/relationships/image" Target="../media/image35.png"/><Relationship Id="rId36" Type="http://schemas.openxmlformats.org/officeDocument/2006/relationships/image" Target="../media/image483.png"/><Relationship Id="rId49" Type="http://schemas.openxmlformats.org/officeDocument/2006/relationships/image" Target="../media/image496.png"/><Relationship Id="rId57" Type="http://schemas.openxmlformats.org/officeDocument/2006/relationships/image" Target="../media/image504.png"/><Relationship Id="rId10" Type="http://schemas.openxmlformats.org/officeDocument/2006/relationships/image" Target="../media/image476.png"/><Relationship Id="rId31" Type="http://schemas.openxmlformats.org/officeDocument/2006/relationships/image" Target="../media/image233.png"/><Relationship Id="rId44" Type="http://schemas.openxmlformats.org/officeDocument/2006/relationships/image" Target="../media/image491.png"/><Relationship Id="rId52" Type="http://schemas.openxmlformats.org/officeDocument/2006/relationships/image" Target="../media/image499.png"/><Relationship Id="rId60" Type="http://schemas.openxmlformats.org/officeDocument/2006/relationships/image" Target="../media/image507.png"/><Relationship Id="rId65" Type="http://schemas.openxmlformats.org/officeDocument/2006/relationships/image" Target="../media/image512.png"/><Relationship Id="rId73" Type="http://schemas.openxmlformats.org/officeDocument/2006/relationships/image" Target="../media/image520.png"/><Relationship Id="rId78" Type="http://schemas.openxmlformats.org/officeDocument/2006/relationships/image" Target="../media/image525.png"/><Relationship Id="rId81" Type="http://schemas.openxmlformats.org/officeDocument/2006/relationships/image" Target="../media/image528.png"/><Relationship Id="rId86" Type="http://schemas.openxmlformats.org/officeDocument/2006/relationships/image" Target="../media/image533.jpg"/><Relationship Id="rId4" Type="http://schemas.openxmlformats.org/officeDocument/2006/relationships/image" Target="../media/image470.png"/><Relationship Id="rId9" Type="http://schemas.openxmlformats.org/officeDocument/2006/relationships/image" Target="../media/image475.png"/><Relationship Id="rId13" Type="http://schemas.openxmlformats.org/officeDocument/2006/relationships/image" Target="../media/image20.png"/><Relationship Id="rId18" Type="http://schemas.openxmlformats.org/officeDocument/2006/relationships/image" Target="../media/image172.png"/><Relationship Id="rId39" Type="http://schemas.openxmlformats.org/officeDocument/2006/relationships/image" Target="../media/image486.png"/><Relationship Id="rId34" Type="http://schemas.openxmlformats.org/officeDocument/2006/relationships/image" Target="../media/image481.png"/><Relationship Id="rId50" Type="http://schemas.openxmlformats.org/officeDocument/2006/relationships/image" Target="../media/image497.png"/><Relationship Id="rId55" Type="http://schemas.openxmlformats.org/officeDocument/2006/relationships/image" Target="../media/image502.png"/><Relationship Id="rId76" Type="http://schemas.openxmlformats.org/officeDocument/2006/relationships/image" Target="../media/image523.png"/><Relationship Id="rId7" Type="http://schemas.openxmlformats.org/officeDocument/2006/relationships/image" Target="../media/image473.png"/><Relationship Id="rId71" Type="http://schemas.openxmlformats.org/officeDocument/2006/relationships/image" Target="../media/image518.png"/><Relationship Id="rId2" Type="http://schemas.openxmlformats.org/officeDocument/2006/relationships/image" Target="../media/image468.png"/><Relationship Id="rId29" Type="http://schemas.openxmlformats.org/officeDocument/2006/relationships/image" Target="../media/image296.png"/><Relationship Id="rId24" Type="http://schemas.openxmlformats.org/officeDocument/2006/relationships/image" Target="../media/image295.png"/><Relationship Id="rId40" Type="http://schemas.openxmlformats.org/officeDocument/2006/relationships/image" Target="../media/image487.png"/><Relationship Id="rId45" Type="http://schemas.openxmlformats.org/officeDocument/2006/relationships/image" Target="../media/image492.png"/><Relationship Id="rId66" Type="http://schemas.openxmlformats.org/officeDocument/2006/relationships/image" Target="../media/image513.png"/><Relationship Id="rId87" Type="http://schemas.openxmlformats.org/officeDocument/2006/relationships/image" Target="../media/image534.png"/><Relationship Id="rId61" Type="http://schemas.openxmlformats.org/officeDocument/2006/relationships/image" Target="../media/image508.png"/><Relationship Id="rId82" Type="http://schemas.openxmlformats.org/officeDocument/2006/relationships/image" Target="../media/image529.jpg"/><Relationship Id="rId19" Type="http://schemas.openxmlformats.org/officeDocument/2006/relationships/image" Target="../media/image173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62.png"/><Relationship Id="rId21" Type="http://schemas.openxmlformats.org/officeDocument/2006/relationships/image" Target="../media/image557.png"/><Relationship Id="rId42" Type="http://schemas.openxmlformats.org/officeDocument/2006/relationships/image" Target="../media/image578.png"/><Relationship Id="rId47" Type="http://schemas.openxmlformats.org/officeDocument/2006/relationships/image" Target="../media/image261.png"/><Relationship Id="rId63" Type="http://schemas.openxmlformats.org/officeDocument/2006/relationships/image" Target="../media/image597.png"/><Relationship Id="rId68" Type="http://schemas.openxmlformats.org/officeDocument/2006/relationships/image" Target="../media/image21.png"/><Relationship Id="rId84" Type="http://schemas.openxmlformats.org/officeDocument/2006/relationships/image" Target="../media/image37.png"/><Relationship Id="rId89" Type="http://schemas.openxmlformats.org/officeDocument/2006/relationships/image" Target="../media/image609.png"/><Relationship Id="rId16" Type="http://schemas.openxmlformats.org/officeDocument/2006/relationships/image" Target="../media/image552.png"/><Relationship Id="rId11" Type="http://schemas.openxmlformats.org/officeDocument/2006/relationships/image" Target="../media/image547.png"/><Relationship Id="rId32" Type="http://schemas.openxmlformats.org/officeDocument/2006/relationships/image" Target="../media/image568.png"/><Relationship Id="rId37" Type="http://schemas.openxmlformats.org/officeDocument/2006/relationships/image" Target="../media/image573.png"/><Relationship Id="rId53" Type="http://schemas.openxmlformats.org/officeDocument/2006/relationships/image" Target="../media/image587.png"/><Relationship Id="rId58" Type="http://schemas.openxmlformats.org/officeDocument/2006/relationships/image" Target="../media/image592.png"/><Relationship Id="rId74" Type="http://schemas.openxmlformats.org/officeDocument/2006/relationships/image" Target="../media/image25.png"/><Relationship Id="rId79" Type="http://schemas.openxmlformats.org/officeDocument/2006/relationships/image" Target="../media/image30.png"/><Relationship Id="rId5" Type="http://schemas.openxmlformats.org/officeDocument/2006/relationships/image" Target="../media/image541.png"/><Relationship Id="rId90" Type="http://schemas.openxmlformats.org/officeDocument/2006/relationships/image" Target="../media/image610.png"/><Relationship Id="rId14" Type="http://schemas.openxmlformats.org/officeDocument/2006/relationships/image" Target="../media/image550.png"/><Relationship Id="rId22" Type="http://schemas.openxmlformats.org/officeDocument/2006/relationships/image" Target="../media/image558.png"/><Relationship Id="rId27" Type="http://schemas.openxmlformats.org/officeDocument/2006/relationships/image" Target="../media/image563.png"/><Relationship Id="rId30" Type="http://schemas.openxmlformats.org/officeDocument/2006/relationships/image" Target="../media/image566.png"/><Relationship Id="rId35" Type="http://schemas.openxmlformats.org/officeDocument/2006/relationships/image" Target="../media/image571.png"/><Relationship Id="rId43" Type="http://schemas.openxmlformats.org/officeDocument/2006/relationships/image" Target="../media/image579.png"/><Relationship Id="rId48" Type="http://schemas.openxmlformats.org/officeDocument/2006/relationships/image" Target="../media/image262.png"/><Relationship Id="rId56" Type="http://schemas.openxmlformats.org/officeDocument/2006/relationships/image" Target="../media/image590.png"/><Relationship Id="rId64" Type="http://schemas.openxmlformats.org/officeDocument/2006/relationships/image" Target="../media/image598.png"/><Relationship Id="rId69" Type="http://schemas.openxmlformats.org/officeDocument/2006/relationships/image" Target="../media/image229.png"/><Relationship Id="rId77" Type="http://schemas.openxmlformats.org/officeDocument/2006/relationships/image" Target="../media/image28.png"/><Relationship Id="rId8" Type="http://schemas.openxmlformats.org/officeDocument/2006/relationships/image" Target="../media/image544.png"/><Relationship Id="rId51" Type="http://schemas.openxmlformats.org/officeDocument/2006/relationships/image" Target="../media/image585.png"/><Relationship Id="rId72" Type="http://schemas.openxmlformats.org/officeDocument/2006/relationships/image" Target="../media/image172.png"/><Relationship Id="rId80" Type="http://schemas.openxmlformats.org/officeDocument/2006/relationships/image" Target="../media/image604.png"/><Relationship Id="rId85" Type="http://schemas.openxmlformats.org/officeDocument/2006/relationships/image" Target="../media/image178.png"/><Relationship Id="rId3" Type="http://schemas.openxmlformats.org/officeDocument/2006/relationships/image" Target="../media/image539.png"/><Relationship Id="rId12" Type="http://schemas.openxmlformats.org/officeDocument/2006/relationships/image" Target="../media/image548.png"/><Relationship Id="rId17" Type="http://schemas.openxmlformats.org/officeDocument/2006/relationships/image" Target="../media/image553.png"/><Relationship Id="rId25" Type="http://schemas.openxmlformats.org/officeDocument/2006/relationships/image" Target="../media/image561.png"/><Relationship Id="rId33" Type="http://schemas.openxmlformats.org/officeDocument/2006/relationships/image" Target="../media/image569.png"/><Relationship Id="rId38" Type="http://schemas.openxmlformats.org/officeDocument/2006/relationships/image" Target="../media/image574.png"/><Relationship Id="rId46" Type="http://schemas.openxmlformats.org/officeDocument/2006/relationships/image" Target="../media/image582.png"/><Relationship Id="rId59" Type="http://schemas.openxmlformats.org/officeDocument/2006/relationships/image" Target="../media/image593.png"/><Relationship Id="rId67" Type="http://schemas.openxmlformats.org/officeDocument/2006/relationships/image" Target="../media/image20.png"/><Relationship Id="rId20" Type="http://schemas.openxmlformats.org/officeDocument/2006/relationships/image" Target="../media/image556.png"/><Relationship Id="rId41" Type="http://schemas.openxmlformats.org/officeDocument/2006/relationships/image" Target="../media/image577.png"/><Relationship Id="rId54" Type="http://schemas.openxmlformats.org/officeDocument/2006/relationships/image" Target="../media/image588.png"/><Relationship Id="rId62" Type="http://schemas.openxmlformats.org/officeDocument/2006/relationships/image" Target="../media/image596.png"/><Relationship Id="rId70" Type="http://schemas.openxmlformats.org/officeDocument/2006/relationships/image" Target="../media/image293.png"/><Relationship Id="rId75" Type="http://schemas.openxmlformats.org/officeDocument/2006/relationships/image" Target="../media/image602.png"/><Relationship Id="rId83" Type="http://schemas.openxmlformats.org/officeDocument/2006/relationships/image" Target="../media/image605.png"/><Relationship Id="rId88" Type="http://schemas.openxmlformats.org/officeDocument/2006/relationships/image" Target="../media/image608.png"/><Relationship Id="rId91" Type="http://schemas.openxmlformats.org/officeDocument/2006/relationships/image" Target="../media/image6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42.png"/><Relationship Id="rId15" Type="http://schemas.openxmlformats.org/officeDocument/2006/relationships/image" Target="../media/image551.png"/><Relationship Id="rId23" Type="http://schemas.openxmlformats.org/officeDocument/2006/relationships/image" Target="../media/image559.png"/><Relationship Id="rId28" Type="http://schemas.openxmlformats.org/officeDocument/2006/relationships/image" Target="../media/image564.png"/><Relationship Id="rId36" Type="http://schemas.openxmlformats.org/officeDocument/2006/relationships/image" Target="../media/image572.png"/><Relationship Id="rId49" Type="http://schemas.openxmlformats.org/officeDocument/2006/relationships/image" Target="../media/image583.png"/><Relationship Id="rId57" Type="http://schemas.openxmlformats.org/officeDocument/2006/relationships/image" Target="../media/image591.png"/><Relationship Id="rId10" Type="http://schemas.openxmlformats.org/officeDocument/2006/relationships/image" Target="../media/image546.png"/><Relationship Id="rId31" Type="http://schemas.openxmlformats.org/officeDocument/2006/relationships/image" Target="../media/image567.png"/><Relationship Id="rId44" Type="http://schemas.openxmlformats.org/officeDocument/2006/relationships/image" Target="../media/image580.png"/><Relationship Id="rId52" Type="http://schemas.openxmlformats.org/officeDocument/2006/relationships/image" Target="../media/image586.png"/><Relationship Id="rId60" Type="http://schemas.openxmlformats.org/officeDocument/2006/relationships/image" Target="../media/image594.png"/><Relationship Id="rId65" Type="http://schemas.openxmlformats.org/officeDocument/2006/relationships/image" Target="../media/image599.png"/><Relationship Id="rId73" Type="http://schemas.openxmlformats.org/officeDocument/2006/relationships/image" Target="../media/image601.png"/><Relationship Id="rId78" Type="http://schemas.openxmlformats.org/officeDocument/2006/relationships/image" Target="../media/image603.png"/><Relationship Id="rId81" Type="http://schemas.openxmlformats.org/officeDocument/2006/relationships/image" Target="../media/image359.png"/><Relationship Id="rId86" Type="http://schemas.openxmlformats.org/officeDocument/2006/relationships/image" Target="../media/image606.png"/><Relationship Id="rId4" Type="http://schemas.openxmlformats.org/officeDocument/2006/relationships/image" Target="../media/image540.png"/><Relationship Id="rId9" Type="http://schemas.openxmlformats.org/officeDocument/2006/relationships/image" Target="../media/image545.png"/><Relationship Id="rId13" Type="http://schemas.openxmlformats.org/officeDocument/2006/relationships/image" Target="../media/image549.png"/><Relationship Id="rId18" Type="http://schemas.openxmlformats.org/officeDocument/2006/relationships/image" Target="../media/image554.png"/><Relationship Id="rId39" Type="http://schemas.openxmlformats.org/officeDocument/2006/relationships/image" Target="../media/image575.png"/><Relationship Id="rId34" Type="http://schemas.openxmlformats.org/officeDocument/2006/relationships/image" Target="../media/image570.png"/><Relationship Id="rId50" Type="http://schemas.openxmlformats.org/officeDocument/2006/relationships/image" Target="../media/image584.png"/><Relationship Id="rId55" Type="http://schemas.openxmlformats.org/officeDocument/2006/relationships/image" Target="../media/image589.png"/><Relationship Id="rId76" Type="http://schemas.openxmlformats.org/officeDocument/2006/relationships/image" Target="../media/image27.png"/><Relationship Id="rId7" Type="http://schemas.openxmlformats.org/officeDocument/2006/relationships/image" Target="../media/image543.png"/><Relationship Id="rId71" Type="http://schemas.openxmlformats.org/officeDocument/2006/relationships/image" Target="../media/image24.png"/><Relationship Id="rId2" Type="http://schemas.openxmlformats.org/officeDocument/2006/relationships/image" Target="../media/image538.png"/><Relationship Id="rId29" Type="http://schemas.openxmlformats.org/officeDocument/2006/relationships/image" Target="../media/image565.png"/><Relationship Id="rId24" Type="http://schemas.openxmlformats.org/officeDocument/2006/relationships/image" Target="../media/image560.png"/><Relationship Id="rId40" Type="http://schemas.openxmlformats.org/officeDocument/2006/relationships/image" Target="../media/image576.png"/><Relationship Id="rId45" Type="http://schemas.openxmlformats.org/officeDocument/2006/relationships/image" Target="../media/image581.png"/><Relationship Id="rId66" Type="http://schemas.openxmlformats.org/officeDocument/2006/relationships/image" Target="../media/image600.png"/><Relationship Id="rId87" Type="http://schemas.openxmlformats.org/officeDocument/2006/relationships/image" Target="../media/image607.png"/><Relationship Id="rId61" Type="http://schemas.openxmlformats.org/officeDocument/2006/relationships/image" Target="../media/image595.png"/><Relationship Id="rId82" Type="http://schemas.openxmlformats.org/officeDocument/2006/relationships/image" Target="../media/image35.png"/><Relationship Id="rId19" Type="http://schemas.openxmlformats.org/officeDocument/2006/relationships/image" Target="../media/image55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08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92514" y="7250830"/>
            <a:ext cx="116967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b="1" i="1" spc="-10" dirty="0">
                <a:solidFill>
                  <a:srgbClr val="FA9B09"/>
                </a:solidFill>
                <a:latin typeface="Arial"/>
                <a:cs typeface="Arial"/>
              </a:rPr>
              <a:t>IIT</a:t>
            </a:r>
            <a:r>
              <a:rPr sz="2150" b="1" i="1" spc="-130" dirty="0">
                <a:solidFill>
                  <a:srgbClr val="FA9B09"/>
                </a:solidFill>
                <a:latin typeface="Arial"/>
                <a:cs typeface="Arial"/>
              </a:rPr>
              <a:t> </a:t>
            </a:r>
            <a:r>
              <a:rPr sz="2150" b="1" i="1" spc="-75" dirty="0">
                <a:solidFill>
                  <a:srgbClr val="FA9B09"/>
                </a:solidFill>
                <a:latin typeface="Arial"/>
                <a:cs typeface="Arial"/>
              </a:rPr>
              <a:t>DELHI</a:t>
            </a:r>
            <a:endParaRPr sz="21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90678" y="3210164"/>
            <a:ext cx="5082540" cy="649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1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41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100" dirty="0">
                <a:solidFill>
                  <a:srgbClr val="FFFFFF"/>
                </a:solidFill>
                <a:latin typeface="Arial"/>
                <a:cs typeface="Arial"/>
              </a:rPr>
              <a:t>Meesho</a:t>
            </a:r>
            <a:r>
              <a:rPr sz="41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100" spc="-10" dirty="0">
                <a:solidFill>
                  <a:srgbClr val="FFFFFF"/>
                </a:solidFill>
                <a:latin typeface="Arial"/>
                <a:cs typeface="Arial"/>
              </a:rPr>
              <a:t>Menders</a:t>
            </a:r>
            <a:endParaRPr sz="4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60062" y="6616817"/>
            <a:ext cx="105918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b="1" spc="-85" dirty="0">
                <a:solidFill>
                  <a:srgbClr val="FFFFFF"/>
                </a:solidFill>
                <a:latin typeface="Arial"/>
                <a:cs typeface="Arial"/>
              </a:rPr>
              <a:t>Kumodani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12256" y="6616817"/>
            <a:ext cx="61214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b="1" spc="-55" dirty="0">
                <a:solidFill>
                  <a:srgbClr val="FFFFFF"/>
                </a:solidFill>
                <a:latin typeface="Arial"/>
                <a:cs typeface="Arial"/>
              </a:rPr>
              <a:t>Disha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/>
              <a:t>REDUCING</a:t>
            </a:r>
            <a:r>
              <a:rPr spc="5" dirty="0"/>
              <a:t> </a:t>
            </a:r>
            <a:r>
              <a:rPr spc="-20" dirty="0"/>
              <a:t>RTO:</a:t>
            </a: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/>
              <a:t>GETTING</a:t>
            </a:r>
            <a:r>
              <a:rPr spc="5" dirty="0"/>
              <a:t> </a:t>
            </a:r>
            <a:r>
              <a:rPr dirty="0"/>
              <a:t>MORE</a:t>
            </a:r>
            <a:r>
              <a:rPr spc="5" dirty="0"/>
              <a:t> </a:t>
            </a:r>
            <a:r>
              <a:rPr dirty="0"/>
              <a:t>ORDERS</a:t>
            </a:r>
            <a:r>
              <a:rPr spc="5" dirty="0"/>
              <a:t> </a:t>
            </a:r>
            <a:r>
              <a:rPr spc="-10" dirty="0"/>
              <a:t>DELIVERED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596781" y="3643168"/>
            <a:ext cx="1080135" cy="248285"/>
            <a:chOff x="12393581" y="3643168"/>
            <a:chExt cx="1080135" cy="2482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93581" y="3643168"/>
              <a:ext cx="1080070" cy="24768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45114" y="3643924"/>
              <a:ext cx="977221" cy="145326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342900" y="3975100"/>
            <a:ext cx="4610100" cy="2971800"/>
            <a:chOff x="139700" y="3975100"/>
            <a:chExt cx="4610100" cy="2971800"/>
          </a:xfrm>
        </p:grpSpPr>
        <p:sp>
          <p:nvSpPr>
            <p:cNvPr id="6" name="object 6"/>
            <p:cNvSpPr/>
            <p:nvPr/>
          </p:nvSpPr>
          <p:spPr>
            <a:xfrm>
              <a:off x="139700" y="3975100"/>
              <a:ext cx="4610100" cy="2971800"/>
            </a:xfrm>
            <a:custGeom>
              <a:avLst/>
              <a:gdLst/>
              <a:ahLst/>
              <a:cxnLst/>
              <a:rect l="l" t="t" r="r" b="b"/>
              <a:pathLst>
                <a:path w="4610100" h="2971800">
                  <a:moveTo>
                    <a:pt x="4610100" y="0"/>
                  </a:moveTo>
                  <a:lnTo>
                    <a:pt x="0" y="0"/>
                  </a:lnTo>
                  <a:lnTo>
                    <a:pt x="0" y="2971800"/>
                  </a:lnTo>
                  <a:lnTo>
                    <a:pt x="4610100" y="2971800"/>
                  </a:lnTo>
                  <a:lnTo>
                    <a:pt x="4610100" y="0"/>
                  </a:lnTo>
                  <a:close/>
                </a:path>
              </a:pathLst>
            </a:custGeom>
            <a:solidFill>
              <a:srgbClr val="FC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9700" y="3975099"/>
              <a:ext cx="4610100" cy="2971800"/>
            </a:xfrm>
            <a:custGeom>
              <a:avLst/>
              <a:gdLst/>
              <a:ahLst/>
              <a:cxnLst/>
              <a:rect l="l" t="t" r="r" b="b"/>
              <a:pathLst>
                <a:path w="4610100" h="2971800">
                  <a:moveTo>
                    <a:pt x="4610100" y="0"/>
                  </a:moveTo>
                  <a:lnTo>
                    <a:pt x="4597400" y="0"/>
                  </a:lnTo>
                  <a:lnTo>
                    <a:pt x="4597400" y="12700"/>
                  </a:lnTo>
                  <a:lnTo>
                    <a:pt x="4597400" y="2959100"/>
                  </a:lnTo>
                  <a:lnTo>
                    <a:pt x="12700" y="2959100"/>
                  </a:lnTo>
                  <a:lnTo>
                    <a:pt x="12700" y="12700"/>
                  </a:lnTo>
                  <a:lnTo>
                    <a:pt x="4597400" y="12700"/>
                  </a:lnTo>
                  <a:lnTo>
                    <a:pt x="4597400" y="0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2971800"/>
                  </a:lnTo>
                  <a:lnTo>
                    <a:pt x="12700" y="2971800"/>
                  </a:lnTo>
                  <a:lnTo>
                    <a:pt x="4597400" y="2971800"/>
                  </a:lnTo>
                  <a:lnTo>
                    <a:pt x="4610100" y="2971800"/>
                  </a:lnTo>
                  <a:lnTo>
                    <a:pt x="4610100" y="0"/>
                  </a:lnTo>
                  <a:close/>
                </a:path>
              </a:pathLst>
            </a:custGeom>
            <a:solidFill>
              <a:srgbClr val="E13E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5448300" y="1244546"/>
            <a:ext cx="8470900" cy="4255135"/>
            <a:chOff x="5245100" y="1244546"/>
            <a:chExt cx="8470900" cy="4255135"/>
          </a:xfrm>
        </p:grpSpPr>
        <p:sp>
          <p:nvSpPr>
            <p:cNvPr id="9" name="object 9"/>
            <p:cNvSpPr/>
            <p:nvPr/>
          </p:nvSpPr>
          <p:spPr>
            <a:xfrm>
              <a:off x="9419336" y="1244548"/>
              <a:ext cx="33020" cy="4255135"/>
            </a:xfrm>
            <a:custGeom>
              <a:avLst/>
              <a:gdLst/>
              <a:ahLst/>
              <a:cxnLst/>
              <a:rect l="l" t="t" r="r" b="b"/>
              <a:pathLst>
                <a:path w="33020" h="4255135">
                  <a:moveTo>
                    <a:pt x="32486" y="4229265"/>
                  </a:moveTo>
                  <a:lnTo>
                    <a:pt x="0" y="4229265"/>
                  </a:lnTo>
                  <a:lnTo>
                    <a:pt x="0" y="4254589"/>
                  </a:lnTo>
                  <a:lnTo>
                    <a:pt x="32486" y="4254589"/>
                  </a:lnTo>
                  <a:lnTo>
                    <a:pt x="32486" y="4229265"/>
                  </a:lnTo>
                  <a:close/>
                </a:path>
                <a:path w="33020" h="4255135">
                  <a:moveTo>
                    <a:pt x="32486" y="4153293"/>
                  </a:moveTo>
                  <a:lnTo>
                    <a:pt x="0" y="4153293"/>
                  </a:lnTo>
                  <a:lnTo>
                    <a:pt x="0" y="4203941"/>
                  </a:lnTo>
                  <a:lnTo>
                    <a:pt x="32486" y="4203941"/>
                  </a:lnTo>
                  <a:lnTo>
                    <a:pt x="32486" y="4153293"/>
                  </a:lnTo>
                  <a:close/>
                </a:path>
                <a:path w="33020" h="4255135">
                  <a:moveTo>
                    <a:pt x="32486" y="4077309"/>
                  </a:moveTo>
                  <a:lnTo>
                    <a:pt x="0" y="4077309"/>
                  </a:lnTo>
                  <a:lnTo>
                    <a:pt x="0" y="4127970"/>
                  </a:lnTo>
                  <a:lnTo>
                    <a:pt x="32486" y="4127970"/>
                  </a:lnTo>
                  <a:lnTo>
                    <a:pt x="32486" y="4077309"/>
                  </a:lnTo>
                  <a:close/>
                </a:path>
                <a:path w="33020" h="4255135">
                  <a:moveTo>
                    <a:pt x="32486" y="4001338"/>
                  </a:moveTo>
                  <a:lnTo>
                    <a:pt x="0" y="4001338"/>
                  </a:lnTo>
                  <a:lnTo>
                    <a:pt x="0" y="4051985"/>
                  </a:lnTo>
                  <a:lnTo>
                    <a:pt x="32486" y="4051985"/>
                  </a:lnTo>
                  <a:lnTo>
                    <a:pt x="32486" y="4001338"/>
                  </a:lnTo>
                  <a:close/>
                </a:path>
                <a:path w="33020" h="4255135">
                  <a:moveTo>
                    <a:pt x="32486" y="3925366"/>
                  </a:moveTo>
                  <a:lnTo>
                    <a:pt x="0" y="3925366"/>
                  </a:lnTo>
                  <a:lnTo>
                    <a:pt x="0" y="3976014"/>
                  </a:lnTo>
                  <a:lnTo>
                    <a:pt x="32486" y="3976014"/>
                  </a:lnTo>
                  <a:lnTo>
                    <a:pt x="32486" y="3925366"/>
                  </a:lnTo>
                  <a:close/>
                </a:path>
                <a:path w="33020" h="4255135">
                  <a:moveTo>
                    <a:pt x="32486" y="3849395"/>
                  </a:moveTo>
                  <a:lnTo>
                    <a:pt x="0" y="3849395"/>
                  </a:lnTo>
                  <a:lnTo>
                    <a:pt x="0" y="3900043"/>
                  </a:lnTo>
                  <a:lnTo>
                    <a:pt x="32486" y="3900043"/>
                  </a:lnTo>
                  <a:lnTo>
                    <a:pt x="32486" y="3849395"/>
                  </a:lnTo>
                  <a:close/>
                </a:path>
                <a:path w="33020" h="4255135">
                  <a:moveTo>
                    <a:pt x="32486" y="3773411"/>
                  </a:moveTo>
                  <a:lnTo>
                    <a:pt x="0" y="3773411"/>
                  </a:lnTo>
                  <a:lnTo>
                    <a:pt x="0" y="3824059"/>
                  </a:lnTo>
                  <a:lnTo>
                    <a:pt x="32486" y="3824059"/>
                  </a:lnTo>
                  <a:lnTo>
                    <a:pt x="32486" y="3773411"/>
                  </a:lnTo>
                  <a:close/>
                </a:path>
                <a:path w="33020" h="4255135">
                  <a:moveTo>
                    <a:pt x="32486" y="3697440"/>
                  </a:moveTo>
                  <a:lnTo>
                    <a:pt x="0" y="3697440"/>
                  </a:lnTo>
                  <a:lnTo>
                    <a:pt x="0" y="3748087"/>
                  </a:lnTo>
                  <a:lnTo>
                    <a:pt x="32486" y="3748087"/>
                  </a:lnTo>
                  <a:lnTo>
                    <a:pt x="32486" y="3697440"/>
                  </a:lnTo>
                  <a:close/>
                </a:path>
                <a:path w="33020" h="4255135">
                  <a:moveTo>
                    <a:pt x="32486" y="3621468"/>
                  </a:moveTo>
                  <a:lnTo>
                    <a:pt x="0" y="3621468"/>
                  </a:lnTo>
                  <a:lnTo>
                    <a:pt x="0" y="3672116"/>
                  </a:lnTo>
                  <a:lnTo>
                    <a:pt x="32486" y="3672116"/>
                  </a:lnTo>
                  <a:lnTo>
                    <a:pt x="32486" y="3621468"/>
                  </a:lnTo>
                  <a:close/>
                </a:path>
                <a:path w="33020" h="4255135">
                  <a:moveTo>
                    <a:pt x="32486" y="3545497"/>
                  </a:moveTo>
                  <a:lnTo>
                    <a:pt x="0" y="3545497"/>
                  </a:lnTo>
                  <a:lnTo>
                    <a:pt x="0" y="3596144"/>
                  </a:lnTo>
                  <a:lnTo>
                    <a:pt x="32486" y="3596144"/>
                  </a:lnTo>
                  <a:lnTo>
                    <a:pt x="32486" y="3545497"/>
                  </a:lnTo>
                  <a:close/>
                </a:path>
                <a:path w="33020" h="4255135">
                  <a:moveTo>
                    <a:pt x="32486" y="3469513"/>
                  </a:moveTo>
                  <a:lnTo>
                    <a:pt x="0" y="3469513"/>
                  </a:lnTo>
                  <a:lnTo>
                    <a:pt x="0" y="3520160"/>
                  </a:lnTo>
                  <a:lnTo>
                    <a:pt x="32486" y="3520160"/>
                  </a:lnTo>
                  <a:lnTo>
                    <a:pt x="32486" y="3469513"/>
                  </a:lnTo>
                  <a:close/>
                </a:path>
                <a:path w="33020" h="4255135">
                  <a:moveTo>
                    <a:pt x="32486" y="3393541"/>
                  </a:moveTo>
                  <a:lnTo>
                    <a:pt x="0" y="3393541"/>
                  </a:lnTo>
                  <a:lnTo>
                    <a:pt x="0" y="3444189"/>
                  </a:lnTo>
                  <a:lnTo>
                    <a:pt x="32486" y="3444189"/>
                  </a:lnTo>
                  <a:lnTo>
                    <a:pt x="32486" y="3393541"/>
                  </a:lnTo>
                  <a:close/>
                </a:path>
                <a:path w="33020" h="4255135">
                  <a:moveTo>
                    <a:pt x="32486" y="3317570"/>
                  </a:moveTo>
                  <a:lnTo>
                    <a:pt x="0" y="3317570"/>
                  </a:lnTo>
                  <a:lnTo>
                    <a:pt x="0" y="3368217"/>
                  </a:lnTo>
                  <a:lnTo>
                    <a:pt x="32486" y="3368217"/>
                  </a:lnTo>
                  <a:lnTo>
                    <a:pt x="32486" y="3317570"/>
                  </a:lnTo>
                  <a:close/>
                </a:path>
                <a:path w="33020" h="4255135">
                  <a:moveTo>
                    <a:pt x="32486" y="3241586"/>
                  </a:moveTo>
                  <a:lnTo>
                    <a:pt x="0" y="3241586"/>
                  </a:lnTo>
                  <a:lnTo>
                    <a:pt x="0" y="3292246"/>
                  </a:lnTo>
                  <a:lnTo>
                    <a:pt x="32486" y="3292246"/>
                  </a:lnTo>
                  <a:lnTo>
                    <a:pt x="32486" y="3241586"/>
                  </a:lnTo>
                  <a:close/>
                </a:path>
                <a:path w="33020" h="4255135">
                  <a:moveTo>
                    <a:pt x="32486" y="3165614"/>
                  </a:moveTo>
                  <a:lnTo>
                    <a:pt x="0" y="3165614"/>
                  </a:lnTo>
                  <a:lnTo>
                    <a:pt x="0" y="3216262"/>
                  </a:lnTo>
                  <a:lnTo>
                    <a:pt x="32486" y="3216262"/>
                  </a:lnTo>
                  <a:lnTo>
                    <a:pt x="32486" y="3165614"/>
                  </a:lnTo>
                  <a:close/>
                </a:path>
                <a:path w="33020" h="4255135">
                  <a:moveTo>
                    <a:pt x="32486" y="3089643"/>
                  </a:moveTo>
                  <a:lnTo>
                    <a:pt x="0" y="3089643"/>
                  </a:lnTo>
                  <a:lnTo>
                    <a:pt x="0" y="3140291"/>
                  </a:lnTo>
                  <a:lnTo>
                    <a:pt x="32486" y="3140291"/>
                  </a:lnTo>
                  <a:lnTo>
                    <a:pt x="32486" y="3089643"/>
                  </a:lnTo>
                  <a:close/>
                </a:path>
                <a:path w="33020" h="4255135">
                  <a:moveTo>
                    <a:pt x="32486" y="3013672"/>
                  </a:moveTo>
                  <a:lnTo>
                    <a:pt x="0" y="3013672"/>
                  </a:lnTo>
                  <a:lnTo>
                    <a:pt x="0" y="3064319"/>
                  </a:lnTo>
                  <a:lnTo>
                    <a:pt x="32486" y="3064319"/>
                  </a:lnTo>
                  <a:lnTo>
                    <a:pt x="32486" y="3013672"/>
                  </a:lnTo>
                  <a:close/>
                </a:path>
                <a:path w="33020" h="4255135">
                  <a:moveTo>
                    <a:pt x="32486" y="2937687"/>
                  </a:moveTo>
                  <a:lnTo>
                    <a:pt x="0" y="2937687"/>
                  </a:lnTo>
                  <a:lnTo>
                    <a:pt x="0" y="2988348"/>
                  </a:lnTo>
                  <a:lnTo>
                    <a:pt x="32486" y="2988348"/>
                  </a:lnTo>
                  <a:lnTo>
                    <a:pt x="32486" y="2937687"/>
                  </a:lnTo>
                  <a:close/>
                </a:path>
                <a:path w="33020" h="4255135">
                  <a:moveTo>
                    <a:pt x="32486" y="2861716"/>
                  </a:moveTo>
                  <a:lnTo>
                    <a:pt x="0" y="2861716"/>
                  </a:lnTo>
                  <a:lnTo>
                    <a:pt x="0" y="2912364"/>
                  </a:lnTo>
                  <a:lnTo>
                    <a:pt x="32486" y="2912364"/>
                  </a:lnTo>
                  <a:lnTo>
                    <a:pt x="32486" y="2861716"/>
                  </a:lnTo>
                  <a:close/>
                </a:path>
                <a:path w="33020" h="4255135">
                  <a:moveTo>
                    <a:pt x="32486" y="2785745"/>
                  </a:moveTo>
                  <a:lnTo>
                    <a:pt x="0" y="2785745"/>
                  </a:lnTo>
                  <a:lnTo>
                    <a:pt x="0" y="2836392"/>
                  </a:lnTo>
                  <a:lnTo>
                    <a:pt x="32486" y="2836392"/>
                  </a:lnTo>
                  <a:lnTo>
                    <a:pt x="32486" y="2785745"/>
                  </a:lnTo>
                  <a:close/>
                </a:path>
                <a:path w="33020" h="4255135">
                  <a:moveTo>
                    <a:pt x="32486" y="2709773"/>
                  </a:moveTo>
                  <a:lnTo>
                    <a:pt x="0" y="2709773"/>
                  </a:lnTo>
                  <a:lnTo>
                    <a:pt x="0" y="2760421"/>
                  </a:lnTo>
                  <a:lnTo>
                    <a:pt x="32486" y="2760421"/>
                  </a:lnTo>
                  <a:lnTo>
                    <a:pt x="32486" y="2709773"/>
                  </a:lnTo>
                  <a:close/>
                </a:path>
                <a:path w="33020" h="4255135">
                  <a:moveTo>
                    <a:pt x="32486" y="2633789"/>
                  </a:moveTo>
                  <a:lnTo>
                    <a:pt x="0" y="2633789"/>
                  </a:lnTo>
                  <a:lnTo>
                    <a:pt x="0" y="2684449"/>
                  </a:lnTo>
                  <a:lnTo>
                    <a:pt x="32486" y="2684449"/>
                  </a:lnTo>
                  <a:lnTo>
                    <a:pt x="32486" y="2633789"/>
                  </a:lnTo>
                  <a:close/>
                </a:path>
                <a:path w="33020" h="4255135">
                  <a:moveTo>
                    <a:pt x="32486" y="2557818"/>
                  </a:moveTo>
                  <a:lnTo>
                    <a:pt x="0" y="2557818"/>
                  </a:lnTo>
                  <a:lnTo>
                    <a:pt x="0" y="2608465"/>
                  </a:lnTo>
                  <a:lnTo>
                    <a:pt x="32486" y="2608465"/>
                  </a:lnTo>
                  <a:lnTo>
                    <a:pt x="32486" y="2557818"/>
                  </a:lnTo>
                  <a:close/>
                </a:path>
                <a:path w="33020" h="4255135">
                  <a:moveTo>
                    <a:pt x="32486" y="2481846"/>
                  </a:moveTo>
                  <a:lnTo>
                    <a:pt x="0" y="2481846"/>
                  </a:lnTo>
                  <a:lnTo>
                    <a:pt x="0" y="2532494"/>
                  </a:lnTo>
                  <a:lnTo>
                    <a:pt x="32486" y="2532494"/>
                  </a:lnTo>
                  <a:lnTo>
                    <a:pt x="32486" y="2481846"/>
                  </a:lnTo>
                  <a:close/>
                </a:path>
                <a:path w="33020" h="4255135">
                  <a:moveTo>
                    <a:pt x="32486" y="2405875"/>
                  </a:moveTo>
                  <a:lnTo>
                    <a:pt x="0" y="2405875"/>
                  </a:lnTo>
                  <a:lnTo>
                    <a:pt x="0" y="2456523"/>
                  </a:lnTo>
                  <a:lnTo>
                    <a:pt x="32486" y="2456523"/>
                  </a:lnTo>
                  <a:lnTo>
                    <a:pt x="32486" y="2405875"/>
                  </a:lnTo>
                  <a:close/>
                </a:path>
                <a:path w="33020" h="4255135">
                  <a:moveTo>
                    <a:pt x="32486" y="2329891"/>
                  </a:moveTo>
                  <a:lnTo>
                    <a:pt x="0" y="2329891"/>
                  </a:lnTo>
                  <a:lnTo>
                    <a:pt x="0" y="2380538"/>
                  </a:lnTo>
                  <a:lnTo>
                    <a:pt x="32486" y="2380538"/>
                  </a:lnTo>
                  <a:lnTo>
                    <a:pt x="32486" y="2329891"/>
                  </a:lnTo>
                  <a:close/>
                </a:path>
                <a:path w="33020" h="4255135">
                  <a:moveTo>
                    <a:pt x="32486" y="2253919"/>
                  </a:moveTo>
                  <a:lnTo>
                    <a:pt x="0" y="2253919"/>
                  </a:lnTo>
                  <a:lnTo>
                    <a:pt x="0" y="2304567"/>
                  </a:lnTo>
                  <a:lnTo>
                    <a:pt x="32486" y="2304567"/>
                  </a:lnTo>
                  <a:lnTo>
                    <a:pt x="32486" y="2253919"/>
                  </a:lnTo>
                  <a:close/>
                </a:path>
                <a:path w="33020" h="4255135">
                  <a:moveTo>
                    <a:pt x="32486" y="2177948"/>
                  </a:moveTo>
                  <a:lnTo>
                    <a:pt x="0" y="2177948"/>
                  </a:lnTo>
                  <a:lnTo>
                    <a:pt x="0" y="2228596"/>
                  </a:lnTo>
                  <a:lnTo>
                    <a:pt x="32486" y="2228596"/>
                  </a:lnTo>
                  <a:lnTo>
                    <a:pt x="32486" y="2177948"/>
                  </a:lnTo>
                  <a:close/>
                </a:path>
                <a:path w="33020" h="4255135">
                  <a:moveTo>
                    <a:pt x="32486" y="2101964"/>
                  </a:moveTo>
                  <a:lnTo>
                    <a:pt x="0" y="2101964"/>
                  </a:lnTo>
                  <a:lnTo>
                    <a:pt x="0" y="2152624"/>
                  </a:lnTo>
                  <a:lnTo>
                    <a:pt x="32486" y="2152624"/>
                  </a:lnTo>
                  <a:lnTo>
                    <a:pt x="32486" y="2101964"/>
                  </a:lnTo>
                  <a:close/>
                </a:path>
                <a:path w="33020" h="4255135">
                  <a:moveTo>
                    <a:pt x="32486" y="2025992"/>
                  </a:moveTo>
                  <a:lnTo>
                    <a:pt x="0" y="2025992"/>
                  </a:lnTo>
                  <a:lnTo>
                    <a:pt x="0" y="2076640"/>
                  </a:lnTo>
                  <a:lnTo>
                    <a:pt x="32486" y="2076640"/>
                  </a:lnTo>
                  <a:lnTo>
                    <a:pt x="32486" y="2025992"/>
                  </a:lnTo>
                  <a:close/>
                </a:path>
                <a:path w="33020" h="4255135">
                  <a:moveTo>
                    <a:pt x="32486" y="1950021"/>
                  </a:moveTo>
                  <a:lnTo>
                    <a:pt x="0" y="1950021"/>
                  </a:lnTo>
                  <a:lnTo>
                    <a:pt x="0" y="2000669"/>
                  </a:lnTo>
                  <a:lnTo>
                    <a:pt x="32486" y="2000669"/>
                  </a:lnTo>
                  <a:lnTo>
                    <a:pt x="32486" y="1950021"/>
                  </a:lnTo>
                  <a:close/>
                </a:path>
                <a:path w="33020" h="4255135">
                  <a:moveTo>
                    <a:pt x="32486" y="1874050"/>
                  </a:moveTo>
                  <a:lnTo>
                    <a:pt x="0" y="1874050"/>
                  </a:lnTo>
                  <a:lnTo>
                    <a:pt x="0" y="1924697"/>
                  </a:lnTo>
                  <a:lnTo>
                    <a:pt x="32486" y="1924697"/>
                  </a:lnTo>
                  <a:lnTo>
                    <a:pt x="32486" y="1874050"/>
                  </a:lnTo>
                  <a:close/>
                </a:path>
                <a:path w="33020" h="4255135">
                  <a:moveTo>
                    <a:pt x="32486" y="1798066"/>
                  </a:moveTo>
                  <a:lnTo>
                    <a:pt x="0" y="1798066"/>
                  </a:lnTo>
                  <a:lnTo>
                    <a:pt x="0" y="1848726"/>
                  </a:lnTo>
                  <a:lnTo>
                    <a:pt x="32486" y="1848726"/>
                  </a:lnTo>
                  <a:lnTo>
                    <a:pt x="32486" y="1798066"/>
                  </a:lnTo>
                  <a:close/>
                </a:path>
                <a:path w="33020" h="4255135">
                  <a:moveTo>
                    <a:pt x="32486" y="1722094"/>
                  </a:moveTo>
                  <a:lnTo>
                    <a:pt x="0" y="1722094"/>
                  </a:lnTo>
                  <a:lnTo>
                    <a:pt x="0" y="1772742"/>
                  </a:lnTo>
                  <a:lnTo>
                    <a:pt x="32486" y="1772742"/>
                  </a:lnTo>
                  <a:lnTo>
                    <a:pt x="32486" y="1722094"/>
                  </a:lnTo>
                  <a:close/>
                </a:path>
                <a:path w="33020" h="4255135">
                  <a:moveTo>
                    <a:pt x="32486" y="1646123"/>
                  </a:moveTo>
                  <a:lnTo>
                    <a:pt x="0" y="1646123"/>
                  </a:lnTo>
                  <a:lnTo>
                    <a:pt x="0" y="1696770"/>
                  </a:lnTo>
                  <a:lnTo>
                    <a:pt x="32486" y="1696770"/>
                  </a:lnTo>
                  <a:lnTo>
                    <a:pt x="32486" y="1646123"/>
                  </a:lnTo>
                  <a:close/>
                </a:path>
                <a:path w="33020" h="4255135">
                  <a:moveTo>
                    <a:pt x="32486" y="1570151"/>
                  </a:moveTo>
                  <a:lnTo>
                    <a:pt x="0" y="1570151"/>
                  </a:lnTo>
                  <a:lnTo>
                    <a:pt x="0" y="1620799"/>
                  </a:lnTo>
                  <a:lnTo>
                    <a:pt x="32486" y="1620799"/>
                  </a:lnTo>
                  <a:lnTo>
                    <a:pt x="32486" y="1570151"/>
                  </a:lnTo>
                  <a:close/>
                </a:path>
                <a:path w="33020" h="4255135">
                  <a:moveTo>
                    <a:pt x="32486" y="1494167"/>
                  </a:moveTo>
                  <a:lnTo>
                    <a:pt x="0" y="1494167"/>
                  </a:lnTo>
                  <a:lnTo>
                    <a:pt x="0" y="1544828"/>
                  </a:lnTo>
                  <a:lnTo>
                    <a:pt x="32486" y="1544828"/>
                  </a:lnTo>
                  <a:lnTo>
                    <a:pt x="32486" y="1494167"/>
                  </a:lnTo>
                  <a:close/>
                </a:path>
                <a:path w="33020" h="4255135">
                  <a:moveTo>
                    <a:pt x="32486" y="1418196"/>
                  </a:moveTo>
                  <a:lnTo>
                    <a:pt x="0" y="1418196"/>
                  </a:lnTo>
                  <a:lnTo>
                    <a:pt x="0" y="1468843"/>
                  </a:lnTo>
                  <a:lnTo>
                    <a:pt x="32486" y="1468843"/>
                  </a:lnTo>
                  <a:lnTo>
                    <a:pt x="32486" y="1418196"/>
                  </a:lnTo>
                  <a:close/>
                </a:path>
                <a:path w="33020" h="4255135">
                  <a:moveTo>
                    <a:pt x="32486" y="1342224"/>
                  </a:moveTo>
                  <a:lnTo>
                    <a:pt x="0" y="1342224"/>
                  </a:lnTo>
                  <a:lnTo>
                    <a:pt x="0" y="1392872"/>
                  </a:lnTo>
                  <a:lnTo>
                    <a:pt x="32486" y="1392872"/>
                  </a:lnTo>
                  <a:lnTo>
                    <a:pt x="32486" y="1342224"/>
                  </a:lnTo>
                  <a:close/>
                </a:path>
                <a:path w="33020" h="4255135">
                  <a:moveTo>
                    <a:pt x="32486" y="1266253"/>
                  </a:moveTo>
                  <a:lnTo>
                    <a:pt x="0" y="1266253"/>
                  </a:lnTo>
                  <a:lnTo>
                    <a:pt x="0" y="1316901"/>
                  </a:lnTo>
                  <a:lnTo>
                    <a:pt x="32486" y="1316901"/>
                  </a:lnTo>
                  <a:lnTo>
                    <a:pt x="32486" y="1266253"/>
                  </a:lnTo>
                  <a:close/>
                </a:path>
                <a:path w="33020" h="4255135">
                  <a:moveTo>
                    <a:pt x="32486" y="1190269"/>
                  </a:moveTo>
                  <a:lnTo>
                    <a:pt x="0" y="1190269"/>
                  </a:lnTo>
                  <a:lnTo>
                    <a:pt x="0" y="1240917"/>
                  </a:lnTo>
                  <a:lnTo>
                    <a:pt x="32486" y="1240917"/>
                  </a:lnTo>
                  <a:lnTo>
                    <a:pt x="32486" y="1190269"/>
                  </a:lnTo>
                  <a:close/>
                </a:path>
                <a:path w="33020" h="4255135">
                  <a:moveTo>
                    <a:pt x="32486" y="1114298"/>
                  </a:moveTo>
                  <a:lnTo>
                    <a:pt x="0" y="1114298"/>
                  </a:lnTo>
                  <a:lnTo>
                    <a:pt x="0" y="1164945"/>
                  </a:lnTo>
                  <a:lnTo>
                    <a:pt x="32486" y="1164945"/>
                  </a:lnTo>
                  <a:lnTo>
                    <a:pt x="32486" y="1114298"/>
                  </a:lnTo>
                  <a:close/>
                </a:path>
                <a:path w="33020" h="4255135">
                  <a:moveTo>
                    <a:pt x="32486" y="1038326"/>
                  </a:moveTo>
                  <a:lnTo>
                    <a:pt x="0" y="1038326"/>
                  </a:lnTo>
                  <a:lnTo>
                    <a:pt x="0" y="1088974"/>
                  </a:lnTo>
                  <a:lnTo>
                    <a:pt x="32486" y="1088974"/>
                  </a:lnTo>
                  <a:lnTo>
                    <a:pt x="32486" y="1038326"/>
                  </a:lnTo>
                  <a:close/>
                </a:path>
                <a:path w="33020" h="4255135">
                  <a:moveTo>
                    <a:pt x="32486" y="962342"/>
                  </a:moveTo>
                  <a:lnTo>
                    <a:pt x="0" y="962342"/>
                  </a:lnTo>
                  <a:lnTo>
                    <a:pt x="0" y="1013002"/>
                  </a:lnTo>
                  <a:lnTo>
                    <a:pt x="32486" y="1013002"/>
                  </a:lnTo>
                  <a:lnTo>
                    <a:pt x="32486" y="962342"/>
                  </a:lnTo>
                  <a:close/>
                </a:path>
                <a:path w="33020" h="4255135">
                  <a:moveTo>
                    <a:pt x="32486" y="886371"/>
                  </a:moveTo>
                  <a:lnTo>
                    <a:pt x="0" y="886371"/>
                  </a:lnTo>
                  <a:lnTo>
                    <a:pt x="0" y="937018"/>
                  </a:lnTo>
                  <a:lnTo>
                    <a:pt x="32486" y="937018"/>
                  </a:lnTo>
                  <a:lnTo>
                    <a:pt x="32486" y="886371"/>
                  </a:lnTo>
                  <a:close/>
                </a:path>
                <a:path w="33020" h="4255135">
                  <a:moveTo>
                    <a:pt x="32486" y="810399"/>
                  </a:moveTo>
                  <a:lnTo>
                    <a:pt x="0" y="810399"/>
                  </a:lnTo>
                  <a:lnTo>
                    <a:pt x="0" y="861047"/>
                  </a:lnTo>
                  <a:lnTo>
                    <a:pt x="32486" y="861047"/>
                  </a:lnTo>
                  <a:lnTo>
                    <a:pt x="32486" y="810399"/>
                  </a:lnTo>
                  <a:close/>
                </a:path>
                <a:path w="33020" h="4255135">
                  <a:moveTo>
                    <a:pt x="32486" y="734428"/>
                  </a:moveTo>
                  <a:lnTo>
                    <a:pt x="0" y="734428"/>
                  </a:lnTo>
                  <a:lnTo>
                    <a:pt x="0" y="785075"/>
                  </a:lnTo>
                  <a:lnTo>
                    <a:pt x="32486" y="785075"/>
                  </a:lnTo>
                  <a:lnTo>
                    <a:pt x="32486" y="734428"/>
                  </a:lnTo>
                  <a:close/>
                </a:path>
                <a:path w="33020" h="4255135">
                  <a:moveTo>
                    <a:pt x="32486" y="658444"/>
                  </a:moveTo>
                  <a:lnTo>
                    <a:pt x="0" y="658444"/>
                  </a:lnTo>
                  <a:lnTo>
                    <a:pt x="0" y="709104"/>
                  </a:lnTo>
                  <a:lnTo>
                    <a:pt x="32486" y="709104"/>
                  </a:lnTo>
                  <a:lnTo>
                    <a:pt x="32486" y="658444"/>
                  </a:lnTo>
                  <a:close/>
                </a:path>
                <a:path w="33020" h="4255135">
                  <a:moveTo>
                    <a:pt x="32486" y="582472"/>
                  </a:moveTo>
                  <a:lnTo>
                    <a:pt x="0" y="582472"/>
                  </a:lnTo>
                  <a:lnTo>
                    <a:pt x="0" y="633120"/>
                  </a:lnTo>
                  <a:lnTo>
                    <a:pt x="32486" y="633120"/>
                  </a:lnTo>
                  <a:lnTo>
                    <a:pt x="32486" y="582472"/>
                  </a:lnTo>
                  <a:close/>
                </a:path>
                <a:path w="33020" h="4255135">
                  <a:moveTo>
                    <a:pt x="32486" y="506501"/>
                  </a:moveTo>
                  <a:lnTo>
                    <a:pt x="0" y="506501"/>
                  </a:lnTo>
                  <a:lnTo>
                    <a:pt x="0" y="557149"/>
                  </a:lnTo>
                  <a:lnTo>
                    <a:pt x="32486" y="557149"/>
                  </a:lnTo>
                  <a:lnTo>
                    <a:pt x="32486" y="506501"/>
                  </a:lnTo>
                  <a:close/>
                </a:path>
                <a:path w="33020" h="4255135">
                  <a:moveTo>
                    <a:pt x="32486" y="430530"/>
                  </a:moveTo>
                  <a:lnTo>
                    <a:pt x="0" y="430530"/>
                  </a:lnTo>
                  <a:lnTo>
                    <a:pt x="0" y="481177"/>
                  </a:lnTo>
                  <a:lnTo>
                    <a:pt x="32486" y="481177"/>
                  </a:lnTo>
                  <a:lnTo>
                    <a:pt x="32486" y="430530"/>
                  </a:lnTo>
                  <a:close/>
                </a:path>
                <a:path w="33020" h="4255135">
                  <a:moveTo>
                    <a:pt x="32486" y="354545"/>
                  </a:moveTo>
                  <a:lnTo>
                    <a:pt x="0" y="354545"/>
                  </a:lnTo>
                  <a:lnTo>
                    <a:pt x="0" y="405193"/>
                  </a:lnTo>
                  <a:lnTo>
                    <a:pt x="32486" y="405193"/>
                  </a:lnTo>
                  <a:lnTo>
                    <a:pt x="32486" y="354545"/>
                  </a:lnTo>
                  <a:close/>
                </a:path>
                <a:path w="33020" h="4255135">
                  <a:moveTo>
                    <a:pt x="32486" y="278574"/>
                  </a:moveTo>
                  <a:lnTo>
                    <a:pt x="0" y="278574"/>
                  </a:lnTo>
                  <a:lnTo>
                    <a:pt x="0" y="329222"/>
                  </a:lnTo>
                  <a:lnTo>
                    <a:pt x="32486" y="329222"/>
                  </a:lnTo>
                  <a:lnTo>
                    <a:pt x="32486" y="278574"/>
                  </a:lnTo>
                  <a:close/>
                </a:path>
                <a:path w="33020" h="4255135">
                  <a:moveTo>
                    <a:pt x="32486" y="202603"/>
                  </a:moveTo>
                  <a:lnTo>
                    <a:pt x="0" y="202603"/>
                  </a:lnTo>
                  <a:lnTo>
                    <a:pt x="0" y="253250"/>
                  </a:lnTo>
                  <a:lnTo>
                    <a:pt x="32486" y="253250"/>
                  </a:lnTo>
                  <a:lnTo>
                    <a:pt x="32486" y="202603"/>
                  </a:lnTo>
                  <a:close/>
                </a:path>
                <a:path w="33020" h="4255135">
                  <a:moveTo>
                    <a:pt x="32486" y="126619"/>
                  </a:moveTo>
                  <a:lnTo>
                    <a:pt x="0" y="126619"/>
                  </a:lnTo>
                  <a:lnTo>
                    <a:pt x="0" y="177279"/>
                  </a:lnTo>
                  <a:lnTo>
                    <a:pt x="32486" y="177279"/>
                  </a:lnTo>
                  <a:lnTo>
                    <a:pt x="32486" y="126619"/>
                  </a:lnTo>
                  <a:close/>
                </a:path>
                <a:path w="33020" h="4255135">
                  <a:moveTo>
                    <a:pt x="32486" y="50647"/>
                  </a:moveTo>
                  <a:lnTo>
                    <a:pt x="0" y="50647"/>
                  </a:lnTo>
                  <a:lnTo>
                    <a:pt x="0" y="101295"/>
                  </a:lnTo>
                  <a:lnTo>
                    <a:pt x="32486" y="101295"/>
                  </a:lnTo>
                  <a:lnTo>
                    <a:pt x="32486" y="50647"/>
                  </a:lnTo>
                  <a:close/>
                </a:path>
                <a:path w="33020" h="4255135">
                  <a:moveTo>
                    <a:pt x="32486" y="0"/>
                  </a:moveTo>
                  <a:lnTo>
                    <a:pt x="0" y="0"/>
                  </a:lnTo>
                  <a:lnTo>
                    <a:pt x="0" y="25323"/>
                  </a:lnTo>
                  <a:lnTo>
                    <a:pt x="32486" y="25323"/>
                  </a:lnTo>
                  <a:lnTo>
                    <a:pt x="32486" y="0"/>
                  </a:lnTo>
                  <a:close/>
                </a:path>
              </a:pathLst>
            </a:custGeom>
            <a:solidFill>
              <a:srgbClr val="5909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45100" y="3419835"/>
              <a:ext cx="8470900" cy="0"/>
            </a:xfrm>
            <a:custGeom>
              <a:avLst/>
              <a:gdLst/>
              <a:ahLst/>
              <a:cxnLst/>
              <a:rect l="l" t="t" r="r" b="b"/>
              <a:pathLst>
                <a:path w="8470900">
                  <a:moveTo>
                    <a:pt x="0" y="0"/>
                  </a:moveTo>
                  <a:lnTo>
                    <a:pt x="8470900" y="0"/>
                  </a:lnTo>
                </a:path>
              </a:pathLst>
            </a:custGeom>
            <a:ln w="32486">
              <a:solidFill>
                <a:srgbClr val="590948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97500" y="3517900"/>
              <a:ext cx="3937000" cy="381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1481" y="3630468"/>
              <a:ext cx="1058639" cy="24768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43009" y="3631224"/>
              <a:ext cx="955801" cy="14532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97500" y="3898900"/>
              <a:ext cx="3937000" cy="15748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537200" y="5079999"/>
              <a:ext cx="444500" cy="254000"/>
            </a:xfrm>
            <a:custGeom>
              <a:avLst/>
              <a:gdLst/>
              <a:ahLst/>
              <a:cxnLst/>
              <a:rect l="l" t="t" r="r" b="b"/>
              <a:pathLst>
                <a:path w="444500" h="254000">
                  <a:moveTo>
                    <a:pt x="381000" y="0"/>
                  </a:moveTo>
                  <a:lnTo>
                    <a:pt x="63500" y="0"/>
                  </a:lnTo>
                  <a:lnTo>
                    <a:pt x="38785" y="4990"/>
                  </a:lnTo>
                  <a:lnTo>
                    <a:pt x="18600" y="18600"/>
                  </a:lnTo>
                  <a:lnTo>
                    <a:pt x="4990" y="38785"/>
                  </a:lnTo>
                  <a:lnTo>
                    <a:pt x="0" y="63500"/>
                  </a:lnTo>
                  <a:lnTo>
                    <a:pt x="0" y="190500"/>
                  </a:lnTo>
                  <a:lnTo>
                    <a:pt x="4990" y="215214"/>
                  </a:lnTo>
                  <a:lnTo>
                    <a:pt x="18600" y="235399"/>
                  </a:lnTo>
                  <a:lnTo>
                    <a:pt x="38785" y="249009"/>
                  </a:lnTo>
                  <a:lnTo>
                    <a:pt x="63500" y="254000"/>
                  </a:lnTo>
                  <a:lnTo>
                    <a:pt x="381000" y="254000"/>
                  </a:lnTo>
                  <a:lnTo>
                    <a:pt x="405714" y="249009"/>
                  </a:lnTo>
                  <a:lnTo>
                    <a:pt x="425899" y="235399"/>
                  </a:lnTo>
                  <a:lnTo>
                    <a:pt x="439509" y="215214"/>
                  </a:lnTo>
                  <a:lnTo>
                    <a:pt x="444500" y="190500"/>
                  </a:lnTo>
                  <a:lnTo>
                    <a:pt x="444500" y="63500"/>
                  </a:lnTo>
                  <a:lnTo>
                    <a:pt x="439509" y="38785"/>
                  </a:lnTo>
                  <a:lnTo>
                    <a:pt x="425899" y="18600"/>
                  </a:lnTo>
                  <a:lnTo>
                    <a:pt x="405714" y="499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A99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72569" y="5162866"/>
              <a:ext cx="346075" cy="97790"/>
            </a:xfrm>
            <a:custGeom>
              <a:avLst/>
              <a:gdLst/>
              <a:ahLst/>
              <a:cxnLst/>
              <a:rect l="l" t="t" r="r" b="b"/>
              <a:pathLst>
                <a:path w="346075" h="97789">
                  <a:moveTo>
                    <a:pt x="64148" y="49339"/>
                  </a:moveTo>
                  <a:lnTo>
                    <a:pt x="22174" y="49339"/>
                  </a:lnTo>
                  <a:lnTo>
                    <a:pt x="23533" y="49707"/>
                  </a:lnTo>
                  <a:lnTo>
                    <a:pt x="25985" y="51269"/>
                  </a:lnTo>
                  <a:lnTo>
                    <a:pt x="27508" y="52463"/>
                  </a:lnTo>
                  <a:lnTo>
                    <a:pt x="32715" y="56997"/>
                  </a:lnTo>
                  <a:lnTo>
                    <a:pt x="35610" y="59029"/>
                  </a:lnTo>
                  <a:lnTo>
                    <a:pt x="40779" y="61556"/>
                  </a:lnTo>
                  <a:lnTo>
                    <a:pt x="43573" y="62191"/>
                  </a:lnTo>
                  <a:lnTo>
                    <a:pt x="50253" y="62191"/>
                  </a:lnTo>
                  <a:lnTo>
                    <a:pt x="53543" y="61290"/>
                  </a:lnTo>
                  <a:lnTo>
                    <a:pt x="56464" y="59486"/>
                  </a:lnTo>
                  <a:lnTo>
                    <a:pt x="59372" y="57645"/>
                  </a:lnTo>
                  <a:lnTo>
                    <a:pt x="61645" y="54914"/>
                  </a:lnTo>
                  <a:lnTo>
                    <a:pt x="64148" y="49339"/>
                  </a:lnTo>
                  <a:close/>
                </a:path>
                <a:path w="346075" h="97789">
                  <a:moveTo>
                    <a:pt x="21856" y="35407"/>
                  </a:moveTo>
                  <a:lnTo>
                    <a:pt x="15176" y="35407"/>
                  </a:lnTo>
                  <a:lnTo>
                    <a:pt x="11849" y="36322"/>
                  </a:lnTo>
                  <a:lnTo>
                    <a:pt x="0" y="59982"/>
                  </a:lnTo>
                  <a:lnTo>
                    <a:pt x="13030" y="59982"/>
                  </a:lnTo>
                  <a:lnTo>
                    <a:pt x="12966" y="56159"/>
                  </a:lnTo>
                  <a:lnTo>
                    <a:pt x="13665" y="53441"/>
                  </a:lnTo>
                  <a:lnTo>
                    <a:pt x="16573" y="50165"/>
                  </a:lnTo>
                  <a:lnTo>
                    <a:pt x="18414" y="49339"/>
                  </a:lnTo>
                  <a:lnTo>
                    <a:pt x="64148" y="49339"/>
                  </a:lnTo>
                  <a:lnTo>
                    <a:pt x="64622" y="48298"/>
                  </a:lnTo>
                  <a:lnTo>
                    <a:pt x="43281" y="48298"/>
                  </a:lnTo>
                  <a:lnTo>
                    <a:pt x="41859" y="47891"/>
                  </a:lnTo>
                  <a:lnTo>
                    <a:pt x="39472" y="46316"/>
                  </a:lnTo>
                  <a:lnTo>
                    <a:pt x="37833" y="45046"/>
                  </a:lnTo>
                  <a:lnTo>
                    <a:pt x="35940" y="43434"/>
                  </a:lnTo>
                  <a:lnTo>
                    <a:pt x="32638" y="40513"/>
                  </a:lnTo>
                  <a:lnTo>
                    <a:pt x="29705" y="38455"/>
                  </a:lnTo>
                  <a:lnTo>
                    <a:pt x="24587" y="36017"/>
                  </a:lnTo>
                  <a:lnTo>
                    <a:pt x="21856" y="35407"/>
                  </a:lnTo>
                  <a:close/>
                </a:path>
                <a:path w="346075" h="97789">
                  <a:moveTo>
                    <a:pt x="65531" y="37655"/>
                  </a:moveTo>
                  <a:lnTo>
                    <a:pt x="52450" y="37655"/>
                  </a:lnTo>
                  <a:lnTo>
                    <a:pt x="52539" y="41236"/>
                  </a:lnTo>
                  <a:lnTo>
                    <a:pt x="52177" y="42672"/>
                  </a:lnTo>
                  <a:lnTo>
                    <a:pt x="52068" y="43103"/>
                  </a:lnTo>
                  <a:lnTo>
                    <a:pt x="51985" y="43434"/>
                  </a:lnTo>
                  <a:lnTo>
                    <a:pt x="51866" y="43903"/>
                  </a:lnTo>
                  <a:lnTo>
                    <a:pt x="49009" y="47421"/>
                  </a:lnTo>
                  <a:lnTo>
                    <a:pt x="47155" y="48298"/>
                  </a:lnTo>
                  <a:lnTo>
                    <a:pt x="64622" y="48298"/>
                  </a:lnTo>
                  <a:lnTo>
                    <a:pt x="64806" y="47891"/>
                  </a:lnTo>
                  <a:lnTo>
                    <a:pt x="64922" y="47637"/>
                  </a:lnTo>
                  <a:lnTo>
                    <a:pt x="65539" y="43903"/>
                  </a:lnTo>
                  <a:lnTo>
                    <a:pt x="65531" y="37655"/>
                  </a:lnTo>
                  <a:close/>
                </a:path>
                <a:path w="346075" h="97789">
                  <a:moveTo>
                    <a:pt x="121259" y="18846"/>
                  </a:moveTo>
                  <a:lnTo>
                    <a:pt x="104520" y="18846"/>
                  </a:lnTo>
                  <a:lnTo>
                    <a:pt x="104520" y="94932"/>
                  </a:lnTo>
                  <a:lnTo>
                    <a:pt x="121259" y="94932"/>
                  </a:lnTo>
                  <a:lnTo>
                    <a:pt x="121259" y="18846"/>
                  </a:lnTo>
                  <a:close/>
                </a:path>
                <a:path w="346075" h="97789">
                  <a:moveTo>
                    <a:pt x="121259" y="2565"/>
                  </a:moveTo>
                  <a:lnTo>
                    <a:pt x="105333" y="2565"/>
                  </a:lnTo>
                  <a:lnTo>
                    <a:pt x="82384" y="17310"/>
                  </a:lnTo>
                  <a:lnTo>
                    <a:pt x="82384" y="32651"/>
                  </a:lnTo>
                  <a:lnTo>
                    <a:pt x="103987" y="18846"/>
                  </a:lnTo>
                  <a:lnTo>
                    <a:pt x="121259" y="18846"/>
                  </a:lnTo>
                  <a:lnTo>
                    <a:pt x="121259" y="2565"/>
                  </a:lnTo>
                  <a:close/>
                </a:path>
                <a:path w="346075" h="97789">
                  <a:moveTo>
                    <a:pt x="152514" y="76174"/>
                  </a:moveTo>
                  <a:lnTo>
                    <a:pt x="147129" y="76174"/>
                  </a:lnTo>
                  <a:lnTo>
                    <a:pt x="144779" y="77127"/>
                  </a:lnTo>
                  <a:lnTo>
                    <a:pt x="140868" y="80987"/>
                  </a:lnTo>
                  <a:lnTo>
                    <a:pt x="139915" y="83299"/>
                  </a:lnTo>
                  <a:lnTo>
                    <a:pt x="139915" y="88773"/>
                  </a:lnTo>
                  <a:lnTo>
                    <a:pt x="140868" y="91109"/>
                  </a:lnTo>
                  <a:lnTo>
                    <a:pt x="144779" y="94957"/>
                  </a:lnTo>
                  <a:lnTo>
                    <a:pt x="147129" y="95923"/>
                  </a:lnTo>
                  <a:lnTo>
                    <a:pt x="151637" y="95923"/>
                  </a:lnTo>
                  <a:lnTo>
                    <a:pt x="159753" y="87833"/>
                  </a:lnTo>
                  <a:lnTo>
                    <a:pt x="159753" y="83299"/>
                  </a:lnTo>
                  <a:lnTo>
                    <a:pt x="158749" y="80987"/>
                  </a:lnTo>
                  <a:lnTo>
                    <a:pt x="154812" y="77127"/>
                  </a:lnTo>
                  <a:lnTo>
                    <a:pt x="152514" y="76174"/>
                  </a:lnTo>
                  <a:close/>
                </a:path>
                <a:path w="346075" h="97789">
                  <a:moveTo>
                    <a:pt x="214401" y="1308"/>
                  </a:moveTo>
                  <a:lnTo>
                    <a:pt x="199605" y="1308"/>
                  </a:lnTo>
                  <a:lnTo>
                    <a:pt x="193243" y="3175"/>
                  </a:lnTo>
                  <a:lnTo>
                    <a:pt x="171764" y="41086"/>
                  </a:lnTo>
                  <a:lnTo>
                    <a:pt x="171424" y="48844"/>
                  </a:lnTo>
                  <a:lnTo>
                    <a:pt x="171699" y="56210"/>
                  </a:lnTo>
                  <a:lnTo>
                    <a:pt x="187883" y="91059"/>
                  </a:lnTo>
                  <a:lnTo>
                    <a:pt x="199580" y="96685"/>
                  </a:lnTo>
                  <a:lnTo>
                    <a:pt x="214426" y="96685"/>
                  </a:lnTo>
                  <a:lnTo>
                    <a:pt x="220789" y="94818"/>
                  </a:lnTo>
                  <a:lnTo>
                    <a:pt x="231406" y="87299"/>
                  </a:lnTo>
                  <a:lnTo>
                    <a:pt x="234930" y="82575"/>
                  </a:lnTo>
                  <a:lnTo>
                    <a:pt x="203149" y="82575"/>
                  </a:lnTo>
                  <a:lnTo>
                    <a:pt x="199834" y="81318"/>
                  </a:lnTo>
                  <a:lnTo>
                    <a:pt x="188328" y="48844"/>
                  </a:lnTo>
                  <a:lnTo>
                    <a:pt x="188642" y="41586"/>
                  </a:lnTo>
                  <a:lnTo>
                    <a:pt x="188664" y="41086"/>
                  </a:lnTo>
                  <a:lnTo>
                    <a:pt x="189474" y="35344"/>
                  </a:lnTo>
                  <a:lnTo>
                    <a:pt x="189539" y="34882"/>
                  </a:lnTo>
                  <a:lnTo>
                    <a:pt x="189617" y="34328"/>
                  </a:lnTo>
                  <a:lnTo>
                    <a:pt x="191145" y="28732"/>
                  </a:lnTo>
                  <a:lnTo>
                    <a:pt x="191189" y="28570"/>
                  </a:lnTo>
                  <a:lnTo>
                    <a:pt x="193382" y="23812"/>
                  </a:lnTo>
                  <a:lnTo>
                    <a:pt x="196722" y="18097"/>
                  </a:lnTo>
                  <a:lnTo>
                    <a:pt x="201256" y="15240"/>
                  </a:lnTo>
                  <a:lnTo>
                    <a:pt x="234869" y="15240"/>
                  </a:lnTo>
                  <a:lnTo>
                    <a:pt x="231406" y="10629"/>
                  </a:lnTo>
                  <a:lnTo>
                    <a:pt x="220764" y="3175"/>
                  </a:lnTo>
                  <a:lnTo>
                    <a:pt x="214401" y="1308"/>
                  </a:lnTo>
                  <a:close/>
                </a:path>
                <a:path w="346075" h="97789">
                  <a:moveTo>
                    <a:pt x="234869" y="15240"/>
                  </a:moveTo>
                  <a:lnTo>
                    <a:pt x="210819" y="15240"/>
                  </a:lnTo>
                  <a:lnTo>
                    <a:pt x="214134" y="16522"/>
                  </a:lnTo>
                  <a:lnTo>
                    <a:pt x="219722" y="21602"/>
                  </a:lnTo>
                  <a:lnTo>
                    <a:pt x="221881" y="25361"/>
                  </a:lnTo>
                  <a:lnTo>
                    <a:pt x="224955" y="35344"/>
                  </a:lnTo>
                  <a:lnTo>
                    <a:pt x="225665" y="41086"/>
                  </a:lnTo>
                  <a:lnTo>
                    <a:pt x="225717" y="48844"/>
                  </a:lnTo>
                  <a:lnTo>
                    <a:pt x="225420" y="56210"/>
                  </a:lnTo>
                  <a:lnTo>
                    <a:pt x="222930" y="69086"/>
                  </a:lnTo>
                  <a:lnTo>
                    <a:pt x="222882" y="69262"/>
                  </a:lnTo>
                  <a:lnTo>
                    <a:pt x="220675" y="74053"/>
                  </a:lnTo>
                  <a:lnTo>
                    <a:pt x="217335" y="79730"/>
                  </a:lnTo>
                  <a:lnTo>
                    <a:pt x="212775" y="82575"/>
                  </a:lnTo>
                  <a:lnTo>
                    <a:pt x="234930" y="82575"/>
                  </a:lnTo>
                  <a:lnTo>
                    <a:pt x="242254" y="56656"/>
                  </a:lnTo>
                  <a:lnTo>
                    <a:pt x="242307" y="56210"/>
                  </a:lnTo>
                  <a:lnTo>
                    <a:pt x="242582" y="48844"/>
                  </a:lnTo>
                  <a:lnTo>
                    <a:pt x="242315" y="41586"/>
                  </a:lnTo>
                  <a:lnTo>
                    <a:pt x="241569" y="35344"/>
                  </a:lnTo>
                  <a:lnTo>
                    <a:pt x="241514" y="34882"/>
                  </a:lnTo>
                  <a:lnTo>
                    <a:pt x="240177" y="28732"/>
                  </a:lnTo>
                  <a:lnTo>
                    <a:pt x="238302" y="23139"/>
                  </a:lnTo>
                  <a:lnTo>
                    <a:pt x="235470" y="16040"/>
                  </a:lnTo>
                  <a:lnTo>
                    <a:pt x="234869" y="15240"/>
                  </a:lnTo>
                  <a:close/>
                </a:path>
                <a:path w="346075" h="97789">
                  <a:moveTo>
                    <a:pt x="330758" y="52857"/>
                  </a:moveTo>
                  <a:lnTo>
                    <a:pt x="322338" y="52857"/>
                  </a:lnTo>
                  <a:lnTo>
                    <a:pt x="318795" y="53771"/>
                  </a:lnTo>
                  <a:lnTo>
                    <a:pt x="306958" y="69164"/>
                  </a:lnTo>
                  <a:lnTo>
                    <a:pt x="306958" y="81191"/>
                  </a:lnTo>
                  <a:lnTo>
                    <a:pt x="322275" y="97497"/>
                  </a:lnTo>
                  <a:lnTo>
                    <a:pt x="330695" y="97497"/>
                  </a:lnTo>
                  <a:lnTo>
                    <a:pt x="334238" y="96583"/>
                  </a:lnTo>
                  <a:lnTo>
                    <a:pt x="340042" y="92913"/>
                  </a:lnTo>
                  <a:lnTo>
                    <a:pt x="342252" y="90500"/>
                  </a:lnTo>
                  <a:lnTo>
                    <a:pt x="343935" y="87134"/>
                  </a:lnTo>
                  <a:lnTo>
                    <a:pt x="323595" y="87134"/>
                  </a:lnTo>
                  <a:lnTo>
                    <a:pt x="321602" y="86156"/>
                  </a:lnTo>
                  <a:lnTo>
                    <a:pt x="319332" y="82219"/>
                  </a:lnTo>
                  <a:lnTo>
                    <a:pt x="318741" y="80022"/>
                  </a:lnTo>
                  <a:lnTo>
                    <a:pt x="318731" y="70332"/>
                  </a:lnTo>
                  <a:lnTo>
                    <a:pt x="319316" y="68148"/>
                  </a:lnTo>
                  <a:lnTo>
                    <a:pt x="321652" y="64147"/>
                  </a:lnTo>
                  <a:lnTo>
                    <a:pt x="323659" y="63131"/>
                  </a:lnTo>
                  <a:lnTo>
                    <a:pt x="343904" y="63131"/>
                  </a:lnTo>
                  <a:lnTo>
                    <a:pt x="342296" y="59855"/>
                  </a:lnTo>
                  <a:lnTo>
                    <a:pt x="340140" y="57442"/>
                  </a:lnTo>
                  <a:lnTo>
                    <a:pt x="334327" y="53771"/>
                  </a:lnTo>
                  <a:lnTo>
                    <a:pt x="330758" y="52857"/>
                  </a:lnTo>
                  <a:close/>
                </a:path>
                <a:path w="346075" h="97789">
                  <a:moveTo>
                    <a:pt x="339928" y="2565"/>
                  </a:moveTo>
                  <a:lnTo>
                    <a:pt x="328650" y="2565"/>
                  </a:lnTo>
                  <a:lnTo>
                    <a:pt x="265150" y="94932"/>
                  </a:lnTo>
                  <a:lnTo>
                    <a:pt x="276428" y="94932"/>
                  </a:lnTo>
                  <a:lnTo>
                    <a:pt x="339928" y="2565"/>
                  </a:lnTo>
                  <a:close/>
                </a:path>
                <a:path w="346075" h="97789">
                  <a:moveTo>
                    <a:pt x="343904" y="63131"/>
                  </a:moveTo>
                  <a:lnTo>
                    <a:pt x="329488" y="63131"/>
                  </a:lnTo>
                  <a:lnTo>
                    <a:pt x="331520" y="64147"/>
                  </a:lnTo>
                  <a:lnTo>
                    <a:pt x="333628" y="68148"/>
                  </a:lnTo>
                  <a:lnTo>
                    <a:pt x="334149" y="70332"/>
                  </a:lnTo>
                  <a:lnTo>
                    <a:pt x="334149" y="80022"/>
                  </a:lnTo>
                  <a:lnTo>
                    <a:pt x="333590" y="82219"/>
                  </a:lnTo>
                  <a:lnTo>
                    <a:pt x="331393" y="86156"/>
                  </a:lnTo>
                  <a:lnTo>
                    <a:pt x="329399" y="87134"/>
                  </a:lnTo>
                  <a:lnTo>
                    <a:pt x="343935" y="87134"/>
                  </a:lnTo>
                  <a:lnTo>
                    <a:pt x="345262" y="84480"/>
                  </a:lnTo>
                  <a:lnTo>
                    <a:pt x="346011" y="81191"/>
                  </a:lnTo>
                  <a:lnTo>
                    <a:pt x="346011" y="69164"/>
                  </a:lnTo>
                  <a:lnTo>
                    <a:pt x="345273" y="65874"/>
                  </a:lnTo>
                  <a:lnTo>
                    <a:pt x="343904" y="63131"/>
                  </a:lnTo>
                  <a:close/>
                </a:path>
                <a:path w="346075" h="97789">
                  <a:moveTo>
                    <a:pt x="283819" y="0"/>
                  </a:moveTo>
                  <a:lnTo>
                    <a:pt x="275424" y="0"/>
                  </a:lnTo>
                  <a:lnTo>
                    <a:pt x="271894" y="914"/>
                  </a:lnTo>
                  <a:lnTo>
                    <a:pt x="266064" y="4559"/>
                  </a:lnTo>
                  <a:lnTo>
                    <a:pt x="263842" y="6959"/>
                  </a:lnTo>
                  <a:lnTo>
                    <a:pt x="260769" y="12966"/>
                  </a:lnTo>
                  <a:lnTo>
                    <a:pt x="260007" y="16281"/>
                  </a:lnTo>
                  <a:lnTo>
                    <a:pt x="260015" y="28371"/>
                  </a:lnTo>
                  <a:lnTo>
                    <a:pt x="275335" y="44551"/>
                  </a:lnTo>
                  <a:lnTo>
                    <a:pt x="283756" y="44551"/>
                  </a:lnTo>
                  <a:lnTo>
                    <a:pt x="287312" y="43649"/>
                  </a:lnTo>
                  <a:lnTo>
                    <a:pt x="293141" y="40043"/>
                  </a:lnTo>
                  <a:lnTo>
                    <a:pt x="295338" y="37655"/>
                  </a:lnTo>
                  <a:lnTo>
                    <a:pt x="297016" y="34277"/>
                  </a:lnTo>
                  <a:lnTo>
                    <a:pt x="276694" y="34277"/>
                  </a:lnTo>
                  <a:lnTo>
                    <a:pt x="274675" y="33299"/>
                  </a:lnTo>
                  <a:lnTo>
                    <a:pt x="273532" y="31343"/>
                  </a:lnTo>
                  <a:lnTo>
                    <a:pt x="272427" y="29362"/>
                  </a:lnTo>
                  <a:lnTo>
                    <a:pt x="271868" y="27165"/>
                  </a:lnTo>
                  <a:lnTo>
                    <a:pt x="271868" y="17513"/>
                  </a:lnTo>
                  <a:lnTo>
                    <a:pt x="272440" y="15316"/>
                  </a:lnTo>
                  <a:lnTo>
                    <a:pt x="274726" y="11290"/>
                  </a:lnTo>
                  <a:lnTo>
                    <a:pt x="276720" y="10287"/>
                  </a:lnTo>
                  <a:lnTo>
                    <a:pt x="297008" y="10287"/>
                  </a:lnTo>
                  <a:lnTo>
                    <a:pt x="295376" y="6959"/>
                  </a:lnTo>
                  <a:lnTo>
                    <a:pt x="293179" y="4559"/>
                  </a:lnTo>
                  <a:lnTo>
                    <a:pt x="287388" y="914"/>
                  </a:lnTo>
                  <a:lnTo>
                    <a:pt x="283819" y="0"/>
                  </a:lnTo>
                  <a:close/>
                </a:path>
                <a:path w="346075" h="97789">
                  <a:moveTo>
                    <a:pt x="297008" y="10287"/>
                  </a:moveTo>
                  <a:lnTo>
                    <a:pt x="282562" y="10287"/>
                  </a:lnTo>
                  <a:lnTo>
                    <a:pt x="284568" y="11290"/>
                  </a:lnTo>
                  <a:lnTo>
                    <a:pt x="286683" y="15316"/>
                  </a:lnTo>
                  <a:lnTo>
                    <a:pt x="287197" y="17513"/>
                  </a:lnTo>
                  <a:lnTo>
                    <a:pt x="287197" y="27165"/>
                  </a:lnTo>
                  <a:lnTo>
                    <a:pt x="286651" y="29362"/>
                  </a:lnTo>
                  <a:lnTo>
                    <a:pt x="284454" y="33299"/>
                  </a:lnTo>
                  <a:lnTo>
                    <a:pt x="282460" y="34277"/>
                  </a:lnTo>
                  <a:lnTo>
                    <a:pt x="297016" y="34277"/>
                  </a:lnTo>
                  <a:lnTo>
                    <a:pt x="298310" y="31673"/>
                  </a:lnTo>
                  <a:lnTo>
                    <a:pt x="299059" y="28371"/>
                  </a:lnTo>
                  <a:lnTo>
                    <a:pt x="299059" y="16281"/>
                  </a:lnTo>
                  <a:lnTo>
                    <a:pt x="298322" y="12966"/>
                  </a:lnTo>
                  <a:lnTo>
                    <a:pt x="297008" y="102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537200" y="4673599"/>
              <a:ext cx="444500" cy="254000"/>
            </a:xfrm>
            <a:custGeom>
              <a:avLst/>
              <a:gdLst/>
              <a:ahLst/>
              <a:cxnLst/>
              <a:rect l="l" t="t" r="r" b="b"/>
              <a:pathLst>
                <a:path w="444500" h="254000">
                  <a:moveTo>
                    <a:pt x="381000" y="0"/>
                  </a:moveTo>
                  <a:lnTo>
                    <a:pt x="63500" y="0"/>
                  </a:lnTo>
                  <a:lnTo>
                    <a:pt x="38785" y="4990"/>
                  </a:lnTo>
                  <a:lnTo>
                    <a:pt x="18600" y="18600"/>
                  </a:lnTo>
                  <a:lnTo>
                    <a:pt x="4990" y="38785"/>
                  </a:lnTo>
                  <a:lnTo>
                    <a:pt x="0" y="63500"/>
                  </a:lnTo>
                  <a:lnTo>
                    <a:pt x="0" y="190500"/>
                  </a:lnTo>
                  <a:lnTo>
                    <a:pt x="4990" y="215214"/>
                  </a:lnTo>
                  <a:lnTo>
                    <a:pt x="18600" y="235399"/>
                  </a:lnTo>
                  <a:lnTo>
                    <a:pt x="38785" y="249009"/>
                  </a:lnTo>
                  <a:lnTo>
                    <a:pt x="63500" y="254000"/>
                  </a:lnTo>
                  <a:lnTo>
                    <a:pt x="381000" y="254000"/>
                  </a:lnTo>
                  <a:lnTo>
                    <a:pt x="405714" y="249009"/>
                  </a:lnTo>
                  <a:lnTo>
                    <a:pt x="425899" y="235399"/>
                  </a:lnTo>
                  <a:lnTo>
                    <a:pt x="439509" y="215214"/>
                  </a:lnTo>
                  <a:lnTo>
                    <a:pt x="444500" y="190500"/>
                  </a:lnTo>
                  <a:lnTo>
                    <a:pt x="444500" y="63500"/>
                  </a:lnTo>
                  <a:lnTo>
                    <a:pt x="439509" y="38785"/>
                  </a:lnTo>
                  <a:lnTo>
                    <a:pt x="425899" y="18600"/>
                  </a:lnTo>
                  <a:lnTo>
                    <a:pt x="405714" y="499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A99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572569" y="4756466"/>
              <a:ext cx="344170" cy="97790"/>
            </a:xfrm>
            <a:custGeom>
              <a:avLst/>
              <a:gdLst/>
              <a:ahLst/>
              <a:cxnLst/>
              <a:rect l="l" t="t" r="r" b="b"/>
              <a:pathLst>
                <a:path w="344170" h="97789">
                  <a:moveTo>
                    <a:pt x="64148" y="49339"/>
                  </a:moveTo>
                  <a:lnTo>
                    <a:pt x="22174" y="49339"/>
                  </a:lnTo>
                  <a:lnTo>
                    <a:pt x="23533" y="49707"/>
                  </a:lnTo>
                  <a:lnTo>
                    <a:pt x="25985" y="51269"/>
                  </a:lnTo>
                  <a:lnTo>
                    <a:pt x="27508" y="52463"/>
                  </a:lnTo>
                  <a:lnTo>
                    <a:pt x="32715" y="56997"/>
                  </a:lnTo>
                  <a:lnTo>
                    <a:pt x="35610" y="59029"/>
                  </a:lnTo>
                  <a:lnTo>
                    <a:pt x="40779" y="61556"/>
                  </a:lnTo>
                  <a:lnTo>
                    <a:pt x="43573" y="62191"/>
                  </a:lnTo>
                  <a:lnTo>
                    <a:pt x="50253" y="62191"/>
                  </a:lnTo>
                  <a:lnTo>
                    <a:pt x="53543" y="61290"/>
                  </a:lnTo>
                  <a:lnTo>
                    <a:pt x="56464" y="59486"/>
                  </a:lnTo>
                  <a:lnTo>
                    <a:pt x="59372" y="57645"/>
                  </a:lnTo>
                  <a:lnTo>
                    <a:pt x="61645" y="54914"/>
                  </a:lnTo>
                  <a:lnTo>
                    <a:pt x="64148" y="49339"/>
                  </a:lnTo>
                  <a:close/>
                </a:path>
                <a:path w="344170" h="97789">
                  <a:moveTo>
                    <a:pt x="21856" y="35407"/>
                  </a:moveTo>
                  <a:lnTo>
                    <a:pt x="15176" y="35407"/>
                  </a:lnTo>
                  <a:lnTo>
                    <a:pt x="11849" y="36322"/>
                  </a:lnTo>
                  <a:lnTo>
                    <a:pt x="0" y="59982"/>
                  </a:lnTo>
                  <a:lnTo>
                    <a:pt x="13030" y="59982"/>
                  </a:lnTo>
                  <a:lnTo>
                    <a:pt x="12966" y="56159"/>
                  </a:lnTo>
                  <a:lnTo>
                    <a:pt x="13665" y="53441"/>
                  </a:lnTo>
                  <a:lnTo>
                    <a:pt x="16573" y="50165"/>
                  </a:lnTo>
                  <a:lnTo>
                    <a:pt x="18414" y="49339"/>
                  </a:lnTo>
                  <a:lnTo>
                    <a:pt x="64148" y="49339"/>
                  </a:lnTo>
                  <a:lnTo>
                    <a:pt x="64622" y="48298"/>
                  </a:lnTo>
                  <a:lnTo>
                    <a:pt x="43281" y="48298"/>
                  </a:lnTo>
                  <a:lnTo>
                    <a:pt x="41859" y="47891"/>
                  </a:lnTo>
                  <a:lnTo>
                    <a:pt x="39472" y="46316"/>
                  </a:lnTo>
                  <a:lnTo>
                    <a:pt x="37833" y="45046"/>
                  </a:lnTo>
                  <a:lnTo>
                    <a:pt x="35940" y="43434"/>
                  </a:lnTo>
                  <a:lnTo>
                    <a:pt x="32638" y="40513"/>
                  </a:lnTo>
                  <a:lnTo>
                    <a:pt x="29705" y="38455"/>
                  </a:lnTo>
                  <a:lnTo>
                    <a:pt x="24587" y="36017"/>
                  </a:lnTo>
                  <a:lnTo>
                    <a:pt x="21856" y="35407"/>
                  </a:lnTo>
                  <a:close/>
                </a:path>
                <a:path w="344170" h="97789">
                  <a:moveTo>
                    <a:pt x="65531" y="37655"/>
                  </a:moveTo>
                  <a:lnTo>
                    <a:pt x="52450" y="37655"/>
                  </a:lnTo>
                  <a:lnTo>
                    <a:pt x="52539" y="41236"/>
                  </a:lnTo>
                  <a:lnTo>
                    <a:pt x="52177" y="42672"/>
                  </a:lnTo>
                  <a:lnTo>
                    <a:pt x="52068" y="43103"/>
                  </a:lnTo>
                  <a:lnTo>
                    <a:pt x="51985" y="43434"/>
                  </a:lnTo>
                  <a:lnTo>
                    <a:pt x="51866" y="43903"/>
                  </a:lnTo>
                  <a:lnTo>
                    <a:pt x="49009" y="47421"/>
                  </a:lnTo>
                  <a:lnTo>
                    <a:pt x="47155" y="48298"/>
                  </a:lnTo>
                  <a:lnTo>
                    <a:pt x="64622" y="48298"/>
                  </a:lnTo>
                  <a:lnTo>
                    <a:pt x="64806" y="47891"/>
                  </a:lnTo>
                  <a:lnTo>
                    <a:pt x="64922" y="47637"/>
                  </a:lnTo>
                  <a:lnTo>
                    <a:pt x="65539" y="43903"/>
                  </a:lnTo>
                  <a:lnTo>
                    <a:pt x="65531" y="37655"/>
                  </a:lnTo>
                  <a:close/>
                </a:path>
                <a:path w="344170" h="97789">
                  <a:moveTo>
                    <a:pt x="121259" y="18846"/>
                  </a:moveTo>
                  <a:lnTo>
                    <a:pt x="104520" y="18846"/>
                  </a:lnTo>
                  <a:lnTo>
                    <a:pt x="104520" y="94932"/>
                  </a:lnTo>
                  <a:lnTo>
                    <a:pt x="121259" y="94932"/>
                  </a:lnTo>
                  <a:lnTo>
                    <a:pt x="121259" y="18846"/>
                  </a:lnTo>
                  <a:close/>
                </a:path>
                <a:path w="344170" h="97789">
                  <a:moveTo>
                    <a:pt x="121259" y="2565"/>
                  </a:moveTo>
                  <a:lnTo>
                    <a:pt x="105333" y="2565"/>
                  </a:lnTo>
                  <a:lnTo>
                    <a:pt x="82384" y="17310"/>
                  </a:lnTo>
                  <a:lnTo>
                    <a:pt x="82384" y="32651"/>
                  </a:lnTo>
                  <a:lnTo>
                    <a:pt x="103987" y="18846"/>
                  </a:lnTo>
                  <a:lnTo>
                    <a:pt x="121259" y="18846"/>
                  </a:lnTo>
                  <a:lnTo>
                    <a:pt x="121259" y="2565"/>
                  </a:lnTo>
                  <a:close/>
                </a:path>
                <a:path w="344170" h="97789">
                  <a:moveTo>
                    <a:pt x="152514" y="76174"/>
                  </a:moveTo>
                  <a:lnTo>
                    <a:pt x="147129" y="76174"/>
                  </a:lnTo>
                  <a:lnTo>
                    <a:pt x="144779" y="77127"/>
                  </a:lnTo>
                  <a:lnTo>
                    <a:pt x="140868" y="80987"/>
                  </a:lnTo>
                  <a:lnTo>
                    <a:pt x="139915" y="83299"/>
                  </a:lnTo>
                  <a:lnTo>
                    <a:pt x="139915" y="88773"/>
                  </a:lnTo>
                  <a:lnTo>
                    <a:pt x="140868" y="91109"/>
                  </a:lnTo>
                  <a:lnTo>
                    <a:pt x="144779" y="94957"/>
                  </a:lnTo>
                  <a:lnTo>
                    <a:pt x="147129" y="95923"/>
                  </a:lnTo>
                  <a:lnTo>
                    <a:pt x="151637" y="95923"/>
                  </a:lnTo>
                  <a:lnTo>
                    <a:pt x="159753" y="87833"/>
                  </a:lnTo>
                  <a:lnTo>
                    <a:pt x="159753" y="83299"/>
                  </a:lnTo>
                  <a:lnTo>
                    <a:pt x="158749" y="80987"/>
                  </a:lnTo>
                  <a:lnTo>
                    <a:pt x="154812" y="77127"/>
                  </a:lnTo>
                  <a:lnTo>
                    <a:pt x="152514" y="76174"/>
                  </a:lnTo>
                  <a:close/>
                </a:path>
                <a:path w="344170" h="97789">
                  <a:moveTo>
                    <a:pt x="191808" y="69811"/>
                  </a:moveTo>
                  <a:lnTo>
                    <a:pt x="175564" y="69811"/>
                  </a:lnTo>
                  <a:lnTo>
                    <a:pt x="175597" y="70688"/>
                  </a:lnTo>
                  <a:lnTo>
                    <a:pt x="175706" y="73596"/>
                  </a:lnTo>
                  <a:lnTo>
                    <a:pt x="175755" y="74917"/>
                  </a:lnTo>
                  <a:lnTo>
                    <a:pt x="201447" y="96189"/>
                  </a:lnTo>
                  <a:lnTo>
                    <a:pt x="213982" y="96189"/>
                  </a:lnTo>
                  <a:lnTo>
                    <a:pt x="219722" y="94843"/>
                  </a:lnTo>
                  <a:lnTo>
                    <a:pt x="229679" y="89395"/>
                  </a:lnTo>
                  <a:lnTo>
                    <a:pt x="233565" y="85661"/>
                  </a:lnTo>
                  <a:lnTo>
                    <a:pt x="235333" y="82664"/>
                  </a:lnTo>
                  <a:lnTo>
                    <a:pt x="203276" y="82664"/>
                  </a:lnTo>
                  <a:lnTo>
                    <a:pt x="199694" y="81483"/>
                  </a:lnTo>
                  <a:lnTo>
                    <a:pt x="193738" y="76695"/>
                  </a:lnTo>
                  <a:lnTo>
                    <a:pt x="192100" y="73596"/>
                  </a:lnTo>
                  <a:lnTo>
                    <a:pt x="191935" y="71462"/>
                  </a:lnTo>
                  <a:lnTo>
                    <a:pt x="191875" y="70688"/>
                  </a:lnTo>
                  <a:lnTo>
                    <a:pt x="191808" y="69811"/>
                  </a:lnTo>
                  <a:close/>
                </a:path>
                <a:path w="344170" h="97789">
                  <a:moveTo>
                    <a:pt x="235825" y="46990"/>
                  </a:moveTo>
                  <a:lnTo>
                    <a:pt x="210400" y="46990"/>
                  </a:lnTo>
                  <a:lnTo>
                    <a:pt x="213410" y="47777"/>
                  </a:lnTo>
                  <a:lnTo>
                    <a:pt x="217485" y="50190"/>
                  </a:lnTo>
                  <a:lnTo>
                    <a:pt x="218729" y="50965"/>
                  </a:lnTo>
                  <a:lnTo>
                    <a:pt x="220700" y="52984"/>
                  </a:lnTo>
                  <a:lnTo>
                    <a:pt x="223710" y="58407"/>
                  </a:lnTo>
                  <a:lnTo>
                    <a:pt x="224447" y="61493"/>
                  </a:lnTo>
                  <a:lnTo>
                    <a:pt x="224447" y="68414"/>
                  </a:lnTo>
                  <a:lnTo>
                    <a:pt x="223723" y="71462"/>
                  </a:lnTo>
                  <a:lnTo>
                    <a:pt x="220846" y="76695"/>
                  </a:lnTo>
                  <a:lnTo>
                    <a:pt x="218757" y="78905"/>
                  </a:lnTo>
                  <a:lnTo>
                    <a:pt x="213652" y="81915"/>
                  </a:lnTo>
                  <a:lnTo>
                    <a:pt x="210731" y="82664"/>
                  </a:lnTo>
                  <a:lnTo>
                    <a:pt x="235333" y="82664"/>
                  </a:lnTo>
                  <a:lnTo>
                    <a:pt x="239191" y="76123"/>
                  </a:lnTo>
                  <a:lnTo>
                    <a:pt x="240601" y="70688"/>
                  </a:lnTo>
                  <a:lnTo>
                    <a:pt x="240540" y="58407"/>
                  </a:lnTo>
                  <a:lnTo>
                    <a:pt x="239344" y="53390"/>
                  </a:lnTo>
                  <a:lnTo>
                    <a:pt x="235825" y="46990"/>
                  </a:lnTo>
                  <a:close/>
                </a:path>
                <a:path w="344170" h="97789">
                  <a:moveTo>
                    <a:pt x="235775" y="2565"/>
                  </a:moveTo>
                  <a:lnTo>
                    <a:pt x="182194" y="2565"/>
                  </a:lnTo>
                  <a:lnTo>
                    <a:pt x="177429" y="49580"/>
                  </a:lnTo>
                  <a:lnTo>
                    <a:pt x="177368" y="50190"/>
                  </a:lnTo>
                  <a:lnTo>
                    <a:pt x="192481" y="52679"/>
                  </a:lnTo>
                  <a:lnTo>
                    <a:pt x="194043" y="50965"/>
                  </a:lnTo>
                  <a:lnTo>
                    <a:pt x="196164" y="49580"/>
                  </a:lnTo>
                  <a:lnTo>
                    <a:pt x="201510" y="47472"/>
                  </a:lnTo>
                  <a:lnTo>
                    <a:pt x="204104" y="46990"/>
                  </a:lnTo>
                  <a:lnTo>
                    <a:pt x="235825" y="46990"/>
                  </a:lnTo>
                  <a:lnTo>
                    <a:pt x="234289" y="44196"/>
                  </a:lnTo>
                  <a:lnTo>
                    <a:pt x="231260" y="41033"/>
                  </a:lnTo>
                  <a:lnTo>
                    <a:pt x="193382" y="41033"/>
                  </a:lnTo>
                  <a:lnTo>
                    <a:pt x="196049" y="16548"/>
                  </a:lnTo>
                  <a:lnTo>
                    <a:pt x="235775" y="16548"/>
                  </a:lnTo>
                  <a:lnTo>
                    <a:pt x="235775" y="2565"/>
                  </a:lnTo>
                  <a:close/>
                </a:path>
                <a:path w="344170" h="97789">
                  <a:moveTo>
                    <a:pt x="217055" y="33997"/>
                  </a:moveTo>
                  <a:lnTo>
                    <a:pt x="207746" y="33997"/>
                  </a:lnTo>
                  <a:lnTo>
                    <a:pt x="204317" y="34683"/>
                  </a:lnTo>
                  <a:lnTo>
                    <a:pt x="198056" y="37350"/>
                  </a:lnTo>
                  <a:lnTo>
                    <a:pt x="195643" y="39027"/>
                  </a:lnTo>
                  <a:lnTo>
                    <a:pt x="193928" y="41033"/>
                  </a:lnTo>
                  <a:lnTo>
                    <a:pt x="231260" y="41033"/>
                  </a:lnTo>
                  <a:lnTo>
                    <a:pt x="230835" y="40589"/>
                  </a:lnTo>
                  <a:lnTo>
                    <a:pt x="222046" y="35331"/>
                  </a:lnTo>
                  <a:lnTo>
                    <a:pt x="217055" y="33997"/>
                  </a:lnTo>
                  <a:close/>
                </a:path>
                <a:path w="344170" h="97789">
                  <a:moveTo>
                    <a:pt x="328891" y="52857"/>
                  </a:moveTo>
                  <a:lnTo>
                    <a:pt x="320471" y="52857"/>
                  </a:lnTo>
                  <a:lnTo>
                    <a:pt x="316941" y="53771"/>
                  </a:lnTo>
                  <a:lnTo>
                    <a:pt x="311111" y="57442"/>
                  </a:lnTo>
                  <a:lnTo>
                    <a:pt x="308889" y="59855"/>
                  </a:lnTo>
                  <a:lnTo>
                    <a:pt x="305841" y="65874"/>
                  </a:lnTo>
                  <a:lnTo>
                    <a:pt x="305092" y="69164"/>
                  </a:lnTo>
                  <a:lnTo>
                    <a:pt x="305092" y="81191"/>
                  </a:lnTo>
                  <a:lnTo>
                    <a:pt x="320408" y="97497"/>
                  </a:lnTo>
                  <a:lnTo>
                    <a:pt x="328828" y="97497"/>
                  </a:lnTo>
                  <a:lnTo>
                    <a:pt x="332384" y="96583"/>
                  </a:lnTo>
                  <a:lnTo>
                    <a:pt x="338188" y="92913"/>
                  </a:lnTo>
                  <a:lnTo>
                    <a:pt x="340398" y="90500"/>
                  </a:lnTo>
                  <a:lnTo>
                    <a:pt x="342073" y="87134"/>
                  </a:lnTo>
                  <a:lnTo>
                    <a:pt x="321741" y="87134"/>
                  </a:lnTo>
                  <a:lnTo>
                    <a:pt x="319748" y="86156"/>
                  </a:lnTo>
                  <a:lnTo>
                    <a:pt x="317465" y="82219"/>
                  </a:lnTo>
                  <a:lnTo>
                    <a:pt x="316874" y="80022"/>
                  </a:lnTo>
                  <a:lnTo>
                    <a:pt x="316864" y="70332"/>
                  </a:lnTo>
                  <a:lnTo>
                    <a:pt x="317449" y="68148"/>
                  </a:lnTo>
                  <a:lnTo>
                    <a:pt x="319798" y="64147"/>
                  </a:lnTo>
                  <a:lnTo>
                    <a:pt x="321792" y="63131"/>
                  </a:lnTo>
                  <a:lnTo>
                    <a:pt x="342049" y="63131"/>
                  </a:lnTo>
                  <a:lnTo>
                    <a:pt x="340442" y="59855"/>
                  </a:lnTo>
                  <a:lnTo>
                    <a:pt x="338273" y="57442"/>
                  </a:lnTo>
                  <a:lnTo>
                    <a:pt x="332473" y="53771"/>
                  </a:lnTo>
                  <a:lnTo>
                    <a:pt x="328891" y="52857"/>
                  </a:lnTo>
                  <a:close/>
                </a:path>
                <a:path w="344170" h="97789">
                  <a:moveTo>
                    <a:pt x="338061" y="2565"/>
                  </a:moveTo>
                  <a:lnTo>
                    <a:pt x="326783" y="2565"/>
                  </a:lnTo>
                  <a:lnTo>
                    <a:pt x="263283" y="94932"/>
                  </a:lnTo>
                  <a:lnTo>
                    <a:pt x="274561" y="94932"/>
                  </a:lnTo>
                  <a:lnTo>
                    <a:pt x="337939" y="2743"/>
                  </a:lnTo>
                  <a:lnTo>
                    <a:pt x="338061" y="2565"/>
                  </a:lnTo>
                  <a:close/>
                </a:path>
                <a:path w="344170" h="97789">
                  <a:moveTo>
                    <a:pt x="342049" y="63131"/>
                  </a:moveTo>
                  <a:lnTo>
                    <a:pt x="327634" y="63131"/>
                  </a:lnTo>
                  <a:lnTo>
                    <a:pt x="329653" y="64147"/>
                  </a:lnTo>
                  <a:lnTo>
                    <a:pt x="331762" y="68148"/>
                  </a:lnTo>
                  <a:lnTo>
                    <a:pt x="332295" y="70332"/>
                  </a:lnTo>
                  <a:lnTo>
                    <a:pt x="332295" y="80022"/>
                  </a:lnTo>
                  <a:lnTo>
                    <a:pt x="331736" y="82219"/>
                  </a:lnTo>
                  <a:lnTo>
                    <a:pt x="329539" y="86156"/>
                  </a:lnTo>
                  <a:lnTo>
                    <a:pt x="327545" y="87134"/>
                  </a:lnTo>
                  <a:lnTo>
                    <a:pt x="342073" y="87134"/>
                  </a:lnTo>
                  <a:lnTo>
                    <a:pt x="343395" y="84480"/>
                  </a:lnTo>
                  <a:lnTo>
                    <a:pt x="344157" y="81191"/>
                  </a:lnTo>
                  <a:lnTo>
                    <a:pt x="344157" y="69164"/>
                  </a:lnTo>
                  <a:lnTo>
                    <a:pt x="343406" y="65874"/>
                  </a:lnTo>
                  <a:lnTo>
                    <a:pt x="342049" y="63131"/>
                  </a:lnTo>
                  <a:close/>
                </a:path>
                <a:path w="344170" h="97789">
                  <a:moveTo>
                    <a:pt x="281965" y="0"/>
                  </a:moveTo>
                  <a:lnTo>
                    <a:pt x="273570" y="0"/>
                  </a:lnTo>
                  <a:lnTo>
                    <a:pt x="270040" y="914"/>
                  </a:lnTo>
                  <a:lnTo>
                    <a:pt x="264210" y="4559"/>
                  </a:lnTo>
                  <a:lnTo>
                    <a:pt x="261975" y="6959"/>
                  </a:lnTo>
                  <a:lnTo>
                    <a:pt x="258914" y="12966"/>
                  </a:lnTo>
                  <a:lnTo>
                    <a:pt x="258152" y="16281"/>
                  </a:lnTo>
                  <a:lnTo>
                    <a:pt x="258161" y="28371"/>
                  </a:lnTo>
                  <a:lnTo>
                    <a:pt x="273481" y="44551"/>
                  </a:lnTo>
                  <a:lnTo>
                    <a:pt x="281901" y="44551"/>
                  </a:lnTo>
                  <a:lnTo>
                    <a:pt x="285445" y="43649"/>
                  </a:lnTo>
                  <a:lnTo>
                    <a:pt x="291274" y="40043"/>
                  </a:lnTo>
                  <a:lnTo>
                    <a:pt x="293471" y="37655"/>
                  </a:lnTo>
                  <a:lnTo>
                    <a:pt x="295157" y="34277"/>
                  </a:lnTo>
                  <a:lnTo>
                    <a:pt x="274827" y="34277"/>
                  </a:lnTo>
                  <a:lnTo>
                    <a:pt x="272821" y="33299"/>
                  </a:lnTo>
                  <a:lnTo>
                    <a:pt x="271678" y="31343"/>
                  </a:lnTo>
                  <a:lnTo>
                    <a:pt x="270560" y="29362"/>
                  </a:lnTo>
                  <a:lnTo>
                    <a:pt x="270001" y="27165"/>
                  </a:lnTo>
                  <a:lnTo>
                    <a:pt x="270001" y="17513"/>
                  </a:lnTo>
                  <a:lnTo>
                    <a:pt x="270573" y="15316"/>
                  </a:lnTo>
                  <a:lnTo>
                    <a:pt x="272859" y="11290"/>
                  </a:lnTo>
                  <a:lnTo>
                    <a:pt x="274866" y="10287"/>
                  </a:lnTo>
                  <a:lnTo>
                    <a:pt x="295154" y="10287"/>
                  </a:lnTo>
                  <a:lnTo>
                    <a:pt x="293522" y="6959"/>
                  </a:lnTo>
                  <a:lnTo>
                    <a:pt x="291325" y="4559"/>
                  </a:lnTo>
                  <a:lnTo>
                    <a:pt x="288404" y="2743"/>
                  </a:lnTo>
                  <a:lnTo>
                    <a:pt x="285521" y="914"/>
                  </a:lnTo>
                  <a:lnTo>
                    <a:pt x="281965" y="0"/>
                  </a:lnTo>
                  <a:close/>
                </a:path>
                <a:path w="344170" h="97789">
                  <a:moveTo>
                    <a:pt x="295154" y="10287"/>
                  </a:moveTo>
                  <a:lnTo>
                    <a:pt x="280695" y="10287"/>
                  </a:lnTo>
                  <a:lnTo>
                    <a:pt x="282714" y="11290"/>
                  </a:lnTo>
                  <a:lnTo>
                    <a:pt x="284816" y="15316"/>
                  </a:lnTo>
                  <a:lnTo>
                    <a:pt x="285343" y="17513"/>
                  </a:lnTo>
                  <a:lnTo>
                    <a:pt x="285343" y="27165"/>
                  </a:lnTo>
                  <a:lnTo>
                    <a:pt x="284784" y="29362"/>
                  </a:lnTo>
                  <a:lnTo>
                    <a:pt x="282587" y="33299"/>
                  </a:lnTo>
                  <a:lnTo>
                    <a:pt x="280606" y="34277"/>
                  </a:lnTo>
                  <a:lnTo>
                    <a:pt x="295157" y="34277"/>
                  </a:lnTo>
                  <a:lnTo>
                    <a:pt x="296456" y="31673"/>
                  </a:lnTo>
                  <a:lnTo>
                    <a:pt x="297205" y="28371"/>
                  </a:lnTo>
                  <a:lnTo>
                    <a:pt x="297205" y="16281"/>
                  </a:lnTo>
                  <a:lnTo>
                    <a:pt x="296468" y="12966"/>
                  </a:lnTo>
                  <a:lnTo>
                    <a:pt x="295154" y="102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11800" y="4267200"/>
              <a:ext cx="444500" cy="254000"/>
            </a:xfrm>
            <a:custGeom>
              <a:avLst/>
              <a:gdLst/>
              <a:ahLst/>
              <a:cxnLst/>
              <a:rect l="l" t="t" r="r" b="b"/>
              <a:pathLst>
                <a:path w="444500" h="254000">
                  <a:moveTo>
                    <a:pt x="381000" y="0"/>
                  </a:moveTo>
                  <a:lnTo>
                    <a:pt x="63500" y="0"/>
                  </a:lnTo>
                  <a:lnTo>
                    <a:pt x="38785" y="4990"/>
                  </a:lnTo>
                  <a:lnTo>
                    <a:pt x="18600" y="18600"/>
                  </a:lnTo>
                  <a:lnTo>
                    <a:pt x="4990" y="38785"/>
                  </a:lnTo>
                  <a:lnTo>
                    <a:pt x="0" y="63500"/>
                  </a:lnTo>
                  <a:lnTo>
                    <a:pt x="0" y="190500"/>
                  </a:lnTo>
                  <a:lnTo>
                    <a:pt x="4990" y="215214"/>
                  </a:lnTo>
                  <a:lnTo>
                    <a:pt x="18600" y="235399"/>
                  </a:lnTo>
                  <a:lnTo>
                    <a:pt x="38785" y="249009"/>
                  </a:lnTo>
                  <a:lnTo>
                    <a:pt x="63500" y="254000"/>
                  </a:lnTo>
                  <a:lnTo>
                    <a:pt x="381000" y="254000"/>
                  </a:lnTo>
                  <a:lnTo>
                    <a:pt x="405714" y="249009"/>
                  </a:lnTo>
                  <a:lnTo>
                    <a:pt x="425899" y="235399"/>
                  </a:lnTo>
                  <a:lnTo>
                    <a:pt x="439509" y="215214"/>
                  </a:lnTo>
                  <a:lnTo>
                    <a:pt x="444500" y="190500"/>
                  </a:lnTo>
                  <a:lnTo>
                    <a:pt x="444500" y="63500"/>
                  </a:lnTo>
                  <a:lnTo>
                    <a:pt x="439509" y="38785"/>
                  </a:lnTo>
                  <a:lnTo>
                    <a:pt x="425899" y="18600"/>
                  </a:lnTo>
                  <a:lnTo>
                    <a:pt x="405714" y="499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A99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47169" y="4350066"/>
              <a:ext cx="364490" cy="97790"/>
            </a:xfrm>
            <a:custGeom>
              <a:avLst/>
              <a:gdLst/>
              <a:ahLst/>
              <a:cxnLst/>
              <a:rect l="l" t="t" r="r" b="b"/>
              <a:pathLst>
                <a:path w="364489" h="97789">
                  <a:moveTo>
                    <a:pt x="64148" y="49339"/>
                  </a:moveTo>
                  <a:lnTo>
                    <a:pt x="22174" y="49339"/>
                  </a:lnTo>
                  <a:lnTo>
                    <a:pt x="23533" y="49707"/>
                  </a:lnTo>
                  <a:lnTo>
                    <a:pt x="25985" y="51269"/>
                  </a:lnTo>
                  <a:lnTo>
                    <a:pt x="27508" y="52463"/>
                  </a:lnTo>
                  <a:lnTo>
                    <a:pt x="32715" y="56997"/>
                  </a:lnTo>
                  <a:lnTo>
                    <a:pt x="35610" y="59029"/>
                  </a:lnTo>
                  <a:lnTo>
                    <a:pt x="40779" y="61556"/>
                  </a:lnTo>
                  <a:lnTo>
                    <a:pt x="43573" y="62191"/>
                  </a:lnTo>
                  <a:lnTo>
                    <a:pt x="50253" y="62191"/>
                  </a:lnTo>
                  <a:lnTo>
                    <a:pt x="53543" y="61290"/>
                  </a:lnTo>
                  <a:lnTo>
                    <a:pt x="56464" y="59486"/>
                  </a:lnTo>
                  <a:lnTo>
                    <a:pt x="59372" y="57645"/>
                  </a:lnTo>
                  <a:lnTo>
                    <a:pt x="61645" y="54914"/>
                  </a:lnTo>
                  <a:lnTo>
                    <a:pt x="64148" y="49339"/>
                  </a:lnTo>
                  <a:close/>
                </a:path>
                <a:path w="364489" h="97789">
                  <a:moveTo>
                    <a:pt x="21856" y="35407"/>
                  </a:moveTo>
                  <a:lnTo>
                    <a:pt x="15176" y="35407"/>
                  </a:lnTo>
                  <a:lnTo>
                    <a:pt x="11849" y="36322"/>
                  </a:lnTo>
                  <a:lnTo>
                    <a:pt x="0" y="59982"/>
                  </a:lnTo>
                  <a:lnTo>
                    <a:pt x="13030" y="59982"/>
                  </a:lnTo>
                  <a:lnTo>
                    <a:pt x="12966" y="56159"/>
                  </a:lnTo>
                  <a:lnTo>
                    <a:pt x="13665" y="53441"/>
                  </a:lnTo>
                  <a:lnTo>
                    <a:pt x="16573" y="50165"/>
                  </a:lnTo>
                  <a:lnTo>
                    <a:pt x="18414" y="49339"/>
                  </a:lnTo>
                  <a:lnTo>
                    <a:pt x="64148" y="49339"/>
                  </a:lnTo>
                  <a:lnTo>
                    <a:pt x="64622" y="48298"/>
                  </a:lnTo>
                  <a:lnTo>
                    <a:pt x="43281" y="48298"/>
                  </a:lnTo>
                  <a:lnTo>
                    <a:pt x="41859" y="47891"/>
                  </a:lnTo>
                  <a:lnTo>
                    <a:pt x="39472" y="46316"/>
                  </a:lnTo>
                  <a:lnTo>
                    <a:pt x="37833" y="45046"/>
                  </a:lnTo>
                  <a:lnTo>
                    <a:pt x="35940" y="43434"/>
                  </a:lnTo>
                  <a:lnTo>
                    <a:pt x="32638" y="40513"/>
                  </a:lnTo>
                  <a:lnTo>
                    <a:pt x="29705" y="38455"/>
                  </a:lnTo>
                  <a:lnTo>
                    <a:pt x="24587" y="36017"/>
                  </a:lnTo>
                  <a:lnTo>
                    <a:pt x="21856" y="35407"/>
                  </a:lnTo>
                  <a:close/>
                </a:path>
                <a:path w="364489" h="97789">
                  <a:moveTo>
                    <a:pt x="65531" y="37655"/>
                  </a:moveTo>
                  <a:lnTo>
                    <a:pt x="52450" y="37655"/>
                  </a:lnTo>
                  <a:lnTo>
                    <a:pt x="52539" y="41236"/>
                  </a:lnTo>
                  <a:lnTo>
                    <a:pt x="52177" y="42672"/>
                  </a:lnTo>
                  <a:lnTo>
                    <a:pt x="52068" y="43103"/>
                  </a:lnTo>
                  <a:lnTo>
                    <a:pt x="51985" y="43434"/>
                  </a:lnTo>
                  <a:lnTo>
                    <a:pt x="51866" y="43903"/>
                  </a:lnTo>
                  <a:lnTo>
                    <a:pt x="49009" y="47421"/>
                  </a:lnTo>
                  <a:lnTo>
                    <a:pt x="47155" y="48298"/>
                  </a:lnTo>
                  <a:lnTo>
                    <a:pt x="64622" y="48298"/>
                  </a:lnTo>
                  <a:lnTo>
                    <a:pt x="64806" y="47891"/>
                  </a:lnTo>
                  <a:lnTo>
                    <a:pt x="64922" y="47637"/>
                  </a:lnTo>
                  <a:lnTo>
                    <a:pt x="65539" y="43903"/>
                  </a:lnTo>
                  <a:lnTo>
                    <a:pt x="65531" y="37655"/>
                  </a:lnTo>
                  <a:close/>
                </a:path>
                <a:path w="364489" h="97789">
                  <a:moveTo>
                    <a:pt x="138847" y="14884"/>
                  </a:moveTo>
                  <a:lnTo>
                    <a:pt x="113944" y="14884"/>
                  </a:lnTo>
                  <a:lnTo>
                    <a:pt x="116806" y="15506"/>
                  </a:lnTo>
                  <a:lnTo>
                    <a:pt x="116676" y="15506"/>
                  </a:lnTo>
                  <a:lnTo>
                    <a:pt x="121208" y="17741"/>
                  </a:lnTo>
                  <a:lnTo>
                    <a:pt x="123024" y="19354"/>
                  </a:lnTo>
                  <a:lnTo>
                    <a:pt x="125666" y="23545"/>
                  </a:lnTo>
                  <a:lnTo>
                    <a:pt x="126326" y="26035"/>
                  </a:lnTo>
                  <a:lnTo>
                    <a:pt x="126318" y="31546"/>
                  </a:lnTo>
                  <a:lnTo>
                    <a:pt x="80467" y="82842"/>
                  </a:lnTo>
                  <a:lnTo>
                    <a:pt x="80467" y="94932"/>
                  </a:lnTo>
                  <a:lnTo>
                    <a:pt x="143789" y="94932"/>
                  </a:lnTo>
                  <a:lnTo>
                    <a:pt x="143789" y="80949"/>
                  </a:lnTo>
                  <a:lnTo>
                    <a:pt x="103555" y="80949"/>
                  </a:lnTo>
                  <a:lnTo>
                    <a:pt x="103555" y="80314"/>
                  </a:lnTo>
                  <a:lnTo>
                    <a:pt x="119481" y="64135"/>
                  </a:lnTo>
                  <a:lnTo>
                    <a:pt x="125463" y="58356"/>
                  </a:lnTo>
                  <a:lnTo>
                    <a:pt x="130111" y="53441"/>
                  </a:lnTo>
                  <a:lnTo>
                    <a:pt x="133413" y="49377"/>
                  </a:lnTo>
                  <a:lnTo>
                    <a:pt x="136753" y="45326"/>
                  </a:lnTo>
                  <a:lnTo>
                    <a:pt x="139077" y="41630"/>
                  </a:lnTo>
                  <a:lnTo>
                    <a:pt x="141731" y="34950"/>
                  </a:lnTo>
                  <a:lnTo>
                    <a:pt x="142392" y="31546"/>
                  </a:lnTo>
                  <a:lnTo>
                    <a:pt x="142392" y="22923"/>
                  </a:lnTo>
                  <a:lnTo>
                    <a:pt x="141084" y="18326"/>
                  </a:lnTo>
                  <a:lnTo>
                    <a:pt x="138847" y="14884"/>
                  </a:lnTo>
                  <a:close/>
                </a:path>
                <a:path w="364489" h="97789">
                  <a:moveTo>
                    <a:pt x="117411" y="1308"/>
                  </a:moveTo>
                  <a:lnTo>
                    <a:pt x="105117" y="1308"/>
                  </a:lnTo>
                  <a:lnTo>
                    <a:pt x="99707" y="2489"/>
                  </a:lnTo>
                  <a:lnTo>
                    <a:pt x="79921" y="24345"/>
                  </a:lnTo>
                  <a:lnTo>
                    <a:pt x="79921" y="30213"/>
                  </a:lnTo>
                  <a:lnTo>
                    <a:pt x="95846" y="30213"/>
                  </a:lnTo>
                  <a:lnTo>
                    <a:pt x="95846" y="27063"/>
                  </a:lnTo>
                  <a:lnTo>
                    <a:pt x="96453" y="24345"/>
                  </a:lnTo>
                  <a:lnTo>
                    <a:pt x="97688" y="22047"/>
                  </a:lnTo>
                  <a:lnTo>
                    <a:pt x="98958" y="19761"/>
                  </a:lnTo>
                  <a:lnTo>
                    <a:pt x="100736" y="18008"/>
                  </a:lnTo>
                  <a:lnTo>
                    <a:pt x="103009" y="16776"/>
                  </a:lnTo>
                  <a:lnTo>
                    <a:pt x="105295" y="15506"/>
                  </a:lnTo>
                  <a:lnTo>
                    <a:pt x="107962" y="14884"/>
                  </a:lnTo>
                  <a:lnTo>
                    <a:pt x="138847" y="14884"/>
                  </a:lnTo>
                  <a:lnTo>
                    <a:pt x="135877" y="10261"/>
                  </a:lnTo>
                  <a:lnTo>
                    <a:pt x="132245" y="7099"/>
                  </a:lnTo>
                  <a:lnTo>
                    <a:pt x="122911" y="2489"/>
                  </a:lnTo>
                  <a:lnTo>
                    <a:pt x="117411" y="1308"/>
                  </a:lnTo>
                  <a:close/>
                </a:path>
                <a:path w="364489" h="97789">
                  <a:moveTo>
                    <a:pt x="172224" y="76174"/>
                  </a:moveTo>
                  <a:lnTo>
                    <a:pt x="166852" y="76174"/>
                  </a:lnTo>
                  <a:lnTo>
                    <a:pt x="164503" y="77127"/>
                  </a:lnTo>
                  <a:lnTo>
                    <a:pt x="160591" y="80987"/>
                  </a:lnTo>
                  <a:lnTo>
                    <a:pt x="159626" y="83299"/>
                  </a:lnTo>
                  <a:lnTo>
                    <a:pt x="159626" y="88773"/>
                  </a:lnTo>
                  <a:lnTo>
                    <a:pt x="160591" y="91109"/>
                  </a:lnTo>
                  <a:lnTo>
                    <a:pt x="164503" y="94957"/>
                  </a:lnTo>
                  <a:lnTo>
                    <a:pt x="166852" y="95923"/>
                  </a:lnTo>
                  <a:lnTo>
                    <a:pt x="171361" y="95923"/>
                  </a:lnTo>
                  <a:lnTo>
                    <a:pt x="179476" y="87833"/>
                  </a:lnTo>
                  <a:lnTo>
                    <a:pt x="179476" y="83299"/>
                  </a:lnTo>
                  <a:lnTo>
                    <a:pt x="178473" y="80987"/>
                  </a:lnTo>
                  <a:lnTo>
                    <a:pt x="176479" y="79057"/>
                  </a:lnTo>
                  <a:lnTo>
                    <a:pt x="174523" y="77127"/>
                  </a:lnTo>
                  <a:lnTo>
                    <a:pt x="172224" y="76174"/>
                  </a:lnTo>
                  <a:close/>
                </a:path>
                <a:path w="364489" h="97789">
                  <a:moveTo>
                    <a:pt x="211531" y="69811"/>
                  </a:moveTo>
                  <a:lnTo>
                    <a:pt x="195287" y="69811"/>
                  </a:lnTo>
                  <a:lnTo>
                    <a:pt x="195345" y="71462"/>
                  </a:lnTo>
                  <a:lnTo>
                    <a:pt x="221157" y="96189"/>
                  </a:lnTo>
                  <a:lnTo>
                    <a:pt x="233692" y="96189"/>
                  </a:lnTo>
                  <a:lnTo>
                    <a:pt x="239445" y="94843"/>
                  </a:lnTo>
                  <a:lnTo>
                    <a:pt x="249389" y="89395"/>
                  </a:lnTo>
                  <a:lnTo>
                    <a:pt x="253288" y="85661"/>
                  </a:lnTo>
                  <a:lnTo>
                    <a:pt x="255056" y="82664"/>
                  </a:lnTo>
                  <a:lnTo>
                    <a:pt x="222999" y="82664"/>
                  </a:lnTo>
                  <a:lnTo>
                    <a:pt x="219417" y="81483"/>
                  </a:lnTo>
                  <a:lnTo>
                    <a:pt x="213461" y="76695"/>
                  </a:lnTo>
                  <a:lnTo>
                    <a:pt x="211823" y="73596"/>
                  </a:lnTo>
                  <a:lnTo>
                    <a:pt x="211658" y="71462"/>
                  </a:lnTo>
                  <a:lnTo>
                    <a:pt x="211598" y="70688"/>
                  </a:lnTo>
                  <a:lnTo>
                    <a:pt x="211531" y="69811"/>
                  </a:lnTo>
                  <a:close/>
                </a:path>
                <a:path w="364489" h="97789">
                  <a:moveTo>
                    <a:pt x="255544" y="46990"/>
                  </a:moveTo>
                  <a:lnTo>
                    <a:pt x="230123" y="46990"/>
                  </a:lnTo>
                  <a:lnTo>
                    <a:pt x="233133" y="47777"/>
                  </a:lnTo>
                  <a:lnTo>
                    <a:pt x="237186" y="50190"/>
                  </a:lnTo>
                  <a:lnTo>
                    <a:pt x="238440" y="50965"/>
                  </a:lnTo>
                  <a:lnTo>
                    <a:pt x="240423" y="52984"/>
                  </a:lnTo>
                  <a:lnTo>
                    <a:pt x="243420" y="58407"/>
                  </a:lnTo>
                  <a:lnTo>
                    <a:pt x="244157" y="61493"/>
                  </a:lnTo>
                  <a:lnTo>
                    <a:pt x="244157" y="68414"/>
                  </a:lnTo>
                  <a:lnTo>
                    <a:pt x="243446" y="71462"/>
                  </a:lnTo>
                  <a:lnTo>
                    <a:pt x="240569" y="76695"/>
                  </a:lnTo>
                  <a:lnTo>
                    <a:pt x="238480" y="78905"/>
                  </a:lnTo>
                  <a:lnTo>
                    <a:pt x="233362" y="81915"/>
                  </a:lnTo>
                  <a:lnTo>
                    <a:pt x="230454" y="82664"/>
                  </a:lnTo>
                  <a:lnTo>
                    <a:pt x="255056" y="82664"/>
                  </a:lnTo>
                  <a:lnTo>
                    <a:pt x="258914" y="76123"/>
                  </a:lnTo>
                  <a:lnTo>
                    <a:pt x="260324" y="70688"/>
                  </a:lnTo>
                  <a:lnTo>
                    <a:pt x="260263" y="58407"/>
                  </a:lnTo>
                  <a:lnTo>
                    <a:pt x="259054" y="53390"/>
                  </a:lnTo>
                  <a:lnTo>
                    <a:pt x="255544" y="46990"/>
                  </a:lnTo>
                  <a:close/>
                </a:path>
                <a:path w="364489" h="97789">
                  <a:moveTo>
                    <a:pt x="255498" y="2565"/>
                  </a:moveTo>
                  <a:lnTo>
                    <a:pt x="201917" y="2565"/>
                  </a:lnTo>
                  <a:lnTo>
                    <a:pt x="197177" y="49339"/>
                  </a:lnTo>
                  <a:lnTo>
                    <a:pt x="197091" y="50190"/>
                  </a:lnTo>
                  <a:lnTo>
                    <a:pt x="212204" y="52679"/>
                  </a:lnTo>
                  <a:lnTo>
                    <a:pt x="213766" y="50965"/>
                  </a:lnTo>
                  <a:lnTo>
                    <a:pt x="215887" y="49580"/>
                  </a:lnTo>
                  <a:lnTo>
                    <a:pt x="221233" y="47472"/>
                  </a:lnTo>
                  <a:lnTo>
                    <a:pt x="223815" y="46990"/>
                  </a:lnTo>
                  <a:lnTo>
                    <a:pt x="255544" y="46990"/>
                  </a:lnTo>
                  <a:lnTo>
                    <a:pt x="254012" y="44196"/>
                  </a:lnTo>
                  <a:lnTo>
                    <a:pt x="250972" y="41033"/>
                  </a:lnTo>
                  <a:lnTo>
                    <a:pt x="213105" y="41033"/>
                  </a:lnTo>
                  <a:lnTo>
                    <a:pt x="215760" y="16548"/>
                  </a:lnTo>
                  <a:lnTo>
                    <a:pt x="255498" y="16548"/>
                  </a:lnTo>
                  <a:lnTo>
                    <a:pt x="255498" y="2565"/>
                  </a:lnTo>
                  <a:close/>
                </a:path>
                <a:path w="364489" h="97789">
                  <a:moveTo>
                    <a:pt x="236778" y="33997"/>
                  </a:moveTo>
                  <a:lnTo>
                    <a:pt x="227456" y="33997"/>
                  </a:lnTo>
                  <a:lnTo>
                    <a:pt x="224027" y="34683"/>
                  </a:lnTo>
                  <a:lnTo>
                    <a:pt x="217779" y="37350"/>
                  </a:lnTo>
                  <a:lnTo>
                    <a:pt x="215353" y="39027"/>
                  </a:lnTo>
                  <a:lnTo>
                    <a:pt x="213639" y="41033"/>
                  </a:lnTo>
                  <a:lnTo>
                    <a:pt x="250972" y="41033"/>
                  </a:lnTo>
                  <a:lnTo>
                    <a:pt x="250545" y="40589"/>
                  </a:lnTo>
                  <a:lnTo>
                    <a:pt x="241769" y="35331"/>
                  </a:lnTo>
                  <a:lnTo>
                    <a:pt x="236778" y="33997"/>
                  </a:lnTo>
                  <a:close/>
                </a:path>
                <a:path w="364489" h="97789">
                  <a:moveTo>
                    <a:pt x="348614" y="52857"/>
                  </a:moveTo>
                  <a:lnTo>
                    <a:pt x="340194" y="52857"/>
                  </a:lnTo>
                  <a:lnTo>
                    <a:pt x="336664" y="53771"/>
                  </a:lnTo>
                  <a:lnTo>
                    <a:pt x="330822" y="57442"/>
                  </a:lnTo>
                  <a:lnTo>
                    <a:pt x="328599" y="59855"/>
                  </a:lnTo>
                  <a:lnTo>
                    <a:pt x="325564" y="65874"/>
                  </a:lnTo>
                  <a:lnTo>
                    <a:pt x="324815" y="69164"/>
                  </a:lnTo>
                  <a:lnTo>
                    <a:pt x="324815" y="81191"/>
                  </a:lnTo>
                  <a:lnTo>
                    <a:pt x="340131" y="97497"/>
                  </a:lnTo>
                  <a:lnTo>
                    <a:pt x="348551" y="97497"/>
                  </a:lnTo>
                  <a:lnTo>
                    <a:pt x="352094" y="96583"/>
                  </a:lnTo>
                  <a:lnTo>
                    <a:pt x="357898" y="92913"/>
                  </a:lnTo>
                  <a:lnTo>
                    <a:pt x="360108" y="90500"/>
                  </a:lnTo>
                  <a:lnTo>
                    <a:pt x="361791" y="87134"/>
                  </a:lnTo>
                  <a:lnTo>
                    <a:pt x="341452" y="87134"/>
                  </a:lnTo>
                  <a:lnTo>
                    <a:pt x="339471" y="86156"/>
                  </a:lnTo>
                  <a:lnTo>
                    <a:pt x="337188" y="82219"/>
                  </a:lnTo>
                  <a:lnTo>
                    <a:pt x="336598" y="80022"/>
                  </a:lnTo>
                  <a:lnTo>
                    <a:pt x="336588" y="70332"/>
                  </a:lnTo>
                  <a:lnTo>
                    <a:pt x="337172" y="68148"/>
                  </a:lnTo>
                  <a:lnTo>
                    <a:pt x="339521" y="64147"/>
                  </a:lnTo>
                  <a:lnTo>
                    <a:pt x="341515" y="63131"/>
                  </a:lnTo>
                  <a:lnTo>
                    <a:pt x="361772" y="63131"/>
                  </a:lnTo>
                  <a:lnTo>
                    <a:pt x="360165" y="59855"/>
                  </a:lnTo>
                  <a:lnTo>
                    <a:pt x="357996" y="57442"/>
                  </a:lnTo>
                  <a:lnTo>
                    <a:pt x="352196" y="53771"/>
                  </a:lnTo>
                  <a:lnTo>
                    <a:pt x="348614" y="52857"/>
                  </a:lnTo>
                  <a:close/>
                </a:path>
                <a:path w="364489" h="97789">
                  <a:moveTo>
                    <a:pt x="357784" y="2565"/>
                  </a:moveTo>
                  <a:lnTo>
                    <a:pt x="346506" y="2565"/>
                  </a:lnTo>
                  <a:lnTo>
                    <a:pt x="283006" y="94932"/>
                  </a:lnTo>
                  <a:lnTo>
                    <a:pt x="294284" y="94932"/>
                  </a:lnTo>
                  <a:lnTo>
                    <a:pt x="357662" y="2743"/>
                  </a:lnTo>
                  <a:lnTo>
                    <a:pt x="357784" y="2565"/>
                  </a:lnTo>
                  <a:close/>
                </a:path>
                <a:path w="364489" h="97789">
                  <a:moveTo>
                    <a:pt x="361772" y="63131"/>
                  </a:moveTo>
                  <a:lnTo>
                    <a:pt x="347344" y="63131"/>
                  </a:lnTo>
                  <a:lnTo>
                    <a:pt x="349376" y="64147"/>
                  </a:lnTo>
                  <a:lnTo>
                    <a:pt x="351485" y="68148"/>
                  </a:lnTo>
                  <a:lnTo>
                    <a:pt x="352005" y="70332"/>
                  </a:lnTo>
                  <a:lnTo>
                    <a:pt x="352005" y="80022"/>
                  </a:lnTo>
                  <a:lnTo>
                    <a:pt x="351459" y="82219"/>
                  </a:lnTo>
                  <a:lnTo>
                    <a:pt x="349262" y="86156"/>
                  </a:lnTo>
                  <a:lnTo>
                    <a:pt x="347256" y="87134"/>
                  </a:lnTo>
                  <a:lnTo>
                    <a:pt x="361791" y="87134"/>
                  </a:lnTo>
                  <a:lnTo>
                    <a:pt x="363118" y="84480"/>
                  </a:lnTo>
                  <a:lnTo>
                    <a:pt x="363867" y="81191"/>
                  </a:lnTo>
                  <a:lnTo>
                    <a:pt x="363867" y="69164"/>
                  </a:lnTo>
                  <a:lnTo>
                    <a:pt x="363129" y="65874"/>
                  </a:lnTo>
                  <a:lnTo>
                    <a:pt x="361772" y="63131"/>
                  </a:lnTo>
                  <a:close/>
                </a:path>
                <a:path w="364489" h="97789">
                  <a:moveTo>
                    <a:pt x="301675" y="0"/>
                  </a:moveTo>
                  <a:lnTo>
                    <a:pt x="293293" y="0"/>
                  </a:lnTo>
                  <a:lnTo>
                    <a:pt x="289763" y="914"/>
                  </a:lnTo>
                  <a:lnTo>
                    <a:pt x="283921" y="4559"/>
                  </a:lnTo>
                  <a:lnTo>
                    <a:pt x="281698" y="6959"/>
                  </a:lnTo>
                  <a:lnTo>
                    <a:pt x="278637" y="12966"/>
                  </a:lnTo>
                  <a:lnTo>
                    <a:pt x="277863" y="16281"/>
                  </a:lnTo>
                  <a:lnTo>
                    <a:pt x="277871" y="28371"/>
                  </a:lnTo>
                  <a:lnTo>
                    <a:pt x="293204" y="44551"/>
                  </a:lnTo>
                  <a:lnTo>
                    <a:pt x="301624" y="44551"/>
                  </a:lnTo>
                  <a:lnTo>
                    <a:pt x="305168" y="43649"/>
                  </a:lnTo>
                  <a:lnTo>
                    <a:pt x="310997" y="40043"/>
                  </a:lnTo>
                  <a:lnTo>
                    <a:pt x="313194" y="37655"/>
                  </a:lnTo>
                  <a:lnTo>
                    <a:pt x="314873" y="34277"/>
                  </a:lnTo>
                  <a:lnTo>
                    <a:pt x="294551" y="34277"/>
                  </a:lnTo>
                  <a:lnTo>
                    <a:pt x="292544" y="33299"/>
                  </a:lnTo>
                  <a:lnTo>
                    <a:pt x="291401" y="31343"/>
                  </a:lnTo>
                  <a:lnTo>
                    <a:pt x="290283" y="29362"/>
                  </a:lnTo>
                  <a:lnTo>
                    <a:pt x="289725" y="27165"/>
                  </a:lnTo>
                  <a:lnTo>
                    <a:pt x="289725" y="17513"/>
                  </a:lnTo>
                  <a:lnTo>
                    <a:pt x="290296" y="15316"/>
                  </a:lnTo>
                  <a:lnTo>
                    <a:pt x="292582" y="11290"/>
                  </a:lnTo>
                  <a:lnTo>
                    <a:pt x="294589" y="10287"/>
                  </a:lnTo>
                  <a:lnTo>
                    <a:pt x="314877" y="10287"/>
                  </a:lnTo>
                  <a:lnTo>
                    <a:pt x="313245" y="6959"/>
                  </a:lnTo>
                  <a:lnTo>
                    <a:pt x="311048" y="4559"/>
                  </a:lnTo>
                  <a:lnTo>
                    <a:pt x="308127" y="2743"/>
                  </a:lnTo>
                  <a:lnTo>
                    <a:pt x="305244" y="914"/>
                  </a:lnTo>
                  <a:lnTo>
                    <a:pt x="301675" y="0"/>
                  </a:lnTo>
                  <a:close/>
                </a:path>
                <a:path w="364489" h="97789">
                  <a:moveTo>
                    <a:pt x="314877" y="10287"/>
                  </a:moveTo>
                  <a:lnTo>
                    <a:pt x="300418" y="10287"/>
                  </a:lnTo>
                  <a:lnTo>
                    <a:pt x="302425" y="11290"/>
                  </a:lnTo>
                  <a:lnTo>
                    <a:pt x="304539" y="15316"/>
                  </a:lnTo>
                  <a:lnTo>
                    <a:pt x="305066" y="17513"/>
                  </a:lnTo>
                  <a:lnTo>
                    <a:pt x="305066" y="27165"/>
                  </a:lnTo>
                  <a:lnTo>
                    <a:pt x="304507" y="29362"/>
                  </a:lnTo>
                  <a:lnTo>
                    <a:pt x="302310" y="33299"/>
                  </a:lnTo>
                  <a:lnTo>
                    <a:pt x="300329" y="34277"/>
                  </a:lnTo>
                  <a:lnTo>
                    <a:pt x="314873" y="34277"/>
                  </a:lnTo>
                  <a:lnTo>
                    <a:pt x="316166" y="31673"/>
                  </a:lnTo>
                  <a:lnTo>
                    <a:pt x="316928" y="28371"/>
                  </a:lnTo>
                  <a:lnTo>
                    <a:pt x="316928" y="16281"/>
                  </a:lnTo>
                  <a:lnTo>
                    <a:pt x="316191" y="12966"/>
                  </a:lnTo>
                  <a:lnTo>
                    <a:pt x="314877" y="102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11800" y="3949700"/>
              <a:ext cx="444500" cy="254000"/>
            </a:xfrm>
            <a:custGeom>
              <a:avLst/>
              <a:gdLst/>
              <a:ahLst/>
              <a:cxnLst/>
              <a:rect l="l" t="t" r="r" b="b"/>
              <a:pathLst>
                <a:path w="444500" h="254000">
                  <a:moveTo>
                    <a:pt x="381000" y="0"/>
                  </a:moveTo>
                  <a:lnTo>
                    <a:pt x="63500" y="0"/>
                  </a:lnTo>
                  <a:lnTo>
                    <a:pt x="38785" y="4990"/>
                  </a:lnTo>
                  <a:lnTo>
                    <a:pt x="18600" y="18600"/>
                  </a:lnTo>
                  <a:lnTo>
                    <a:pt x="4990" y="38785"/>
                  </a:lnTo>
                  <a:lnTo>
                    <a:pt x="0" y="63500"/>
                  </a:lnTo>
                  <a:lnTo>
                    <a:pt x="0" y="190500"/>
                  </a:lnTo>
                  <a:lnTo>
                    <a:pt x="4990" y="215214"/>
                  </a:lnTo>
                  <a:lnTo>
                    <a:pt x="18600" y="235399"/>
                  </a:lnTo>
                  <a:lnTo>
                    <a:pt x="38785" y="249009"/>
                  </a:lnTo>
                  <a:lnTo>
                    <a:pt x="63500" y="254000"/>
                  </a:lnTo>
                  <a:lnTo>
                    <a:pt x="381000" y="254000"/>
                  </a:lnTo>
                  <a:lnTo>
                    <a:pt x="405714" y="249009"/>
                  </a:lnTo>
                  <a:lnTo>
                    <a:pt x="425899" y="235399"/>
                  </a:lnTo>
                  <a:lnTo>
                    <a:pt x="439509" y="215214"/>
                  </a:lnTo>
                  <a:lnTo>
                    <a:pt x="444500" y="190500"/>
                  </a:lnTo>
                  <a:lnTo>
                    <a:pt x="444500" y="63500"/>
                  </a:lnTo>
                  <a:lnTo>
                    <a:pt x="439509" y="38785"/>
                  </a:lnTo>
                  <a:lnTo>
                    <a:pt x="425899" y="18600"/>
                  </a:lnTo>
                  <a:lnTo>
                    <a:pt x="405714" y="499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A99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547169" y="4032566"/>
              <a:ext cx="345440" cy="97790"/>
            </a:xfrm>
            <a:custGeom>
              <a:avLst/>
              <a:gdLst/>
              <a:ahLst/>
              <a:cxnLst/>
              <a:rect l="l" t="t" r="r" b="b"/>
              <a:pathLst>
                <a:path w="345439" h="97789">
                  <a:moveTo>
                    <a:pt x="64148" y="49339"/>
                  </a:moveTo>
                  <a:lnTo>
                    <a:pt x="22174" y="49339"/>
                  </a:lnTo>
                  <a:lnTo>
                    <a:pt x="23533" y="49707"/>
                  </a:lnTo>
                  <a:lnTo>
                    <a:pt x="25985" y="51269"/>
                  </a:lnTo>
                  <a:lnTo>
                    <a:pt x="27508" y="52463"/>
                  </a:lnTo>
                  <a:lnTo>
                    <a:pt x="32715" y="56997"/>
                  </a:lnTo>
                  <a:lnTo>
                    <a:pt x="35610" y="59029"/>
                  </a:lnTo>
                  <a:lnTo>
                    <a:pt x="40779" y="61556"/>
                  </a:lnTo>
                  <a:lnTo>
                    <a:pt x="43573" y="62191"/>
                  </a:lnTo>
                  <a:lnTo>
                    <a:pt x="50253" y="62191"/>
                  </a:lnTo>
                  <a:lnTo>
                    <a:pt x="53543" y="61290"/>
                  </a:lnTo>
                  <a:lnTo>
                    <a:pt x="56464" y="59486"/>
                  </a:lnTo>
                  <a:lnTo>
                    <a:pt x="59372" y="57645"/>
                  </a:lnTo>
                  <a:lnTo>
                    <a:pt x="61645" y="54914"/>
                  </a:lnTo>
                  <a:lnTo>
                    <a:pt x="64148" y="49339"/>
                  </a:lnTo>
                  <a:close/>
                </a:path>
                <a:path w="345439" h="97789">
                  <a:moveTo>
                    <a:pt x="21856" y="35407"/>
                  </a:moveTo>
                  <a:lnTo>
                    <a:pt x="15176" y="35407"/>
                  </a:lnTo>
                  <a:lnTo>
                    <a:pt x="11849" y="36322"/>
                  </a:lnTo>
                  <a:lnTo>
                    <a:pt x="0" y="59982"/>
                  </a:lnTo>
                  <a:lnTo>
                    <a:pt x="13030" y="59982"/>
                  </a:lnTo>
                  <a:lnTo>
                    <a:pt x="12966" y="56159"/>
                  </a:lnTo>
                  <a:lnTo>
                    <a:pt x="13665" y="53441"/>
                  </a:lnTo>
                  <a:lnTo>
                    <a:pt x="16573" y="50165"/>
                  </a:lnTo>
                  <a:lnTo>
                    <a:pt x="18414" y="49339"/>
                  </a:lnTo>
                  <a:lnTo>
                    <a:pt x="64148" y="49339"/>
                  </a:lnTo>
                  <a:lnTo>
                    <a:pt x="64622" y="48298"/>
                  </a:lnTo>
                  <a:lnTo>
                    <a:pt x="43281" y="48298"/>
                  </a:lnTo>
                  <a:lnTo>
                    <a:pt x="41859" y="47891"/>
                  </a:lnTo>
                  <a:lnTo>
                    <a:pt x="39472" y="46316"/>
                  </a:lnTo>
                  <a:lnTo>
                    <a:pt x="37833" y="45046"/>
                  </a:lnTo>
                  <a:lnTo>
                    <a:pt x="35940" y="43434"/>
                  </a:lnTo>
                  <a:lnTo>
                    <a:pt x="32638" y="40513"/>
                  </a:lnTo>
                  <a:lnTo>
                    <a:pt x="29705" y="38455"/>
                  </a:lnTo>
                  <a:lnTo>
                    <a:pt x="24587" y="36017"/>
                  </a:lnTo>
                  <a:lnTo>
                    <a:pt x="21856" y="35407"/>
                  </a:lnTo>
                  <a:close/>
                </a:path>
                <a:path w="345439" h="97789">
                  <a:moveTo>
                    <a:pt x="65531" y="37655"/>
                  </a:moveTo>
                  <a:lnTo>
                    <a:pt x="52450" y="37655"/>
                  </a:lnTo>
                  <a:lnTo>
                    <a:pt x="52539" y="41236"/>
                  </a:lnTo>
                  <a:lnTo>
                    <a:pt x="52177" y="42672"/>
                  </a:lnTo>
                  <a:lnTo>
                    <a:pt x="52068" y="43103"/>
                  </a:lnTo>
                  <a:lnTo>
                    <a:pt x="51985" y="43434"/>
                  </a:lnTo>
                  <a:lnTo>
                    <a:pt x="51866" y="43903"/>
                  </a:lnTo>
                  <a:lnTo>
                    <a:pt x="49009" y="47421"/>
                  </a:lnTo>
                  <a:lnTo>
                    <a:pt x="47155" y="48298"/>
                  </a:lnTo>
                  <a:lnTo>
                    <a:pt x="64622" y="48298"/>
                  </a:lnTo>
                  <a:lnTo>
                    <a:pt x="64806" y="47891"/>
                  </a:lnTo>
                  <a:lnTo>
                    <a:pt x="64922" y="47637"/>
                  </a:lnTo>
                  <a:lnTo>
                    <a:pt x="65539" y="43903"/>
                  </a:lnTo>
                  <a:lnTo>
                    <a:pt x="65531" y="37655"/>
                  </a:lnTo>
                  <a:close/>
                </a:path>
                <a:path w="345439" h="97789">
                  <a:moveTo>
                    <a:pt x="151764" y="76174"/>
                  </a:moveTo>
                  <a:lnTo>
                    <a:pt x="146380" y="76174"/>
                  </a:lnTo>
                  <a:lnTo>
                    <a:pt x="144043" y="77127"/>
                  </a:lnTo>
                  <a:lnTo>
                    <a:pt x="140131" y="80987"/>
                  </a:lnTo>
                  <a:lnTo>
                    <a:pt x="139166" y="83299"/>
                  </a:lnTo>
                  <a:lnTo>
                    <a:pt x="139166" y="88773"/>
                  </a:lnTo>
                  <a:lnTo>
                    <a:pt x="140131" y="91109"/>
                  </a:lnTo>
                  <a:lnTo>
                    <a:pt x="144043" y="94957"/>
                  </a:lnTo>
                  <a:lnTo>
                    <a:pt x="146380" y="95923"/>
                  </a:lnTo>
                  <a:lnTo>
                    <a:pt x="150888" y="95923"/>
                  </a:lnTo>
                  <a:lnTo>
                    <a:pt x="152514" y="95491"/>
                  </a:lnTo>
                  <a:lnTo>
                    <a:pt x="155498" y="93713"/>
                  </a:lnTo>
                  <a:lnTo>
                    <a:pt x="156692" y="92506"/>
                  </a:lnTo>
                  <a:lnTo>
                    <a:pt x="157533" y="91109"/>
                  </a:lnTo>
                  <a:lnTo>
                    <a:pt x="158534" y="89509"/>
                  </a:lnTo>
                  <a:lnTo>
                    <a:pt x="159016" y="87833"/>
                  </a:lnTo>
                  <a:lnTo>
                    <a:pt x="159016" y="83299"/>
                  </a:lnTo>
                  <a:lnTo>
                    <a:pt x="158000" y="80987"/>
                  </a:lnTo>
                  <a:lnTo>
                    <a:pt x="154063" y="77127"/>
                  </a:lnTo>
                  <a:lnTo>
                    <a:pt x="151764" y="76174"/>
                  </a:lnTo>
                  <a:close/>
                </a:path>
                <a:path w="345439" h="97789">
                  <a:moveTo>
                    <a:pt x="140195" y="2565"/>
                  </a:moveTo>
                  <a:lnTo>
                    <a:pt x="77292" y="2565"/>
                  </a:lnTo>
                  <a:lnTo>
                    <a:pt x="77292" y="16548"/>
                  </a:lnTo>
                  <a:lnTo>
                    <a:pt x="122885" y="16548"/>
                  </a:lnTo>
                  <a:lnTo>
                    <a:pt x="122885" y="17183"/>
                  </a:lnTo>
                  <a:lnTo>
                    <a:pt x="83591" y="94957"/>
                  </a:lnTo>
                  <a:lnTo>
                    <a:pt x="100952" y="94957"/>
                  </a:lnTo>
                  <a:lnTo>
                    <a:pt x="140195" y="16865"/>
                  </a:lnTo>
                  <a:lnTo>
                    <a:pt x="140195" y="2565"/>
                  </a:lnTo>
                  <a:close/>
                </a:path>
                <a:path w="345439" h="97789">
                  <a:moveTo>
                    <a:pt x="213652" y="1308"/>
                  </a:moveTo>
                  <a:lnTo>
                    <a:pt x="198869" y="1308"/>
                  </a:lnTo>
                  <a:lnTo>
                    <a:pt x="192506" y="3175"/>
                  </a:lnTo>
                  <a:lnTo>
                    <a:pt x="171016" y="41086"/>
                  </a:lnTo>
                  <a:lnTo>
                    <a:pt x="170675" y="48844"/>
                  </a:lnTo>
                  <a:lnTo>
                    <a:pt x="170950" y="56210"/>
                  </a:lnTo>
                  <a:lnTo>
                    <a:pt x="187134" y="91059"/>
                  </a:lnTo>
                  <a:lnTo>
                    <a:pt x="198831" y="96685"/>
                  </a:lnTo>
                  <a:lnTo>
                    <a:pt x="213690" y="96685"/>
                  </a:lnTo>
                  <a:lnTo>
                    <a:pt x="220040" y="94818"/>
                  </a:lnTo>
                  <a:lnTo>
                    <a:pt x="230657" y="87299"/>
                  </a:lnTo>
                  <a:lnTo>
                    <a:pt x="234192" y="82575"/>
                  </a:lnTo>
                  <a:lnTo>
                    <a:pt x="202412" y="82575"/>
                  </a:lnTo>
                  <a:lnTo>
                    <a:pt x="199085" y="81318"/>
                  </a:lnTo>
                  <a:lnTo>
                    <a:pt x="187591" y="48844"/>
                  </a:lnTo>
                  <a:lnTo>
                    <a:pt x="187900" y="41586"/>
                  </a:lnTo>
                  <a:lnTo>
                    <a:pt x="187922" y="41086"/>
                  </a:lnTo>
                  <a:lnTo>
                    <a:pt x="188731" y="35344"/>
                  </a:lnTo>
                  <a:lnTo>
                    <a:pt x="188796" y="34882"/>
                  </a:lnTo>
                  <a:lnTo>
                    <a:pt x="188874" y="34328"/>
                  </a:lnTo>
                  <a:lnTo>
                    <a:pt x="190401" y="28732"/>
                  </a:lnTo>
                  <a:lnTo>
                    <a:pt x="190445" y="28570"/>
                  </a:lnTo>
                  <a:lnTo>
                    <a:pt x="192633" y="23812"/>
                  </a:lnTo>
                  <a:lnTo>
                    <a:pt x="195973" y="18097"/>
                  </a:lnTo>
                  <a:lnTo>
                    <a:pt x="200520" y="15240"/>
                  </a:lnTo>
                  <a:lnTo>
                    <a:pt x="234131" y="15240"/>
                  </a:lnTo>
                  <a:lnTo>
                    <a:pt x="230657" y="10629"/>
                  </a:lnTo>
                  <a:lnTo>
                    <a:pt x="220014" y="3175"/>
                  </a:lnTo>
                  <a:lnTo>
                    <a:pt x="213652" y="1308"/>
                  </a:lnTo>
                  <a:close/>
                </a:path>
                <a:path w="345439" h="97789">
                  <a:moveTo>
                    <a:pt x="234131" y="15240"/>
                  </a:moveTo>
                  <a:lnTo>
                    <a:pt x="210083" y="15240"/>
                  </a:lnTo>
                  <a:lnTo>
                    <a:pt x="213385" y="16522"/>
                  </a:lnTo>
                  <a:lnTo>
                    <a:pt x="218973" y="21602"/>
                  </a:lnTo>
                  <a:lnTo>
                    <a:pt x="221145" y="25361"/>
                  </a:lnTo>
                  <a:lnTo>
                    <a:pt x="224205" y="35344"/>
                  </a:lnTo>
                  <a:lnTo>
                    <a:pt x="224927" y="41086"/>
                  </a:lnTo>
                  <a:lnTo>
                    <a:pt x="224980" y="48844"/>
                  </a:lnTo>
                  <a:lnTo>
                    <a:pt x="224682" y="56210"/>
                  </a:lnTo>
                  <a:lnTo>
                    <a:pt x="224663" y="56656"/>
                  </a:lnTo>
                  <a:lnTo>
                    <a:pt x="223864" y="62395"/>
                  </a:lnTo>
                  <a:lnTo>
                    <a:pt x="223795" y="62890"/>
                  </a:lnTo>
                  <a:lnTo>
                    <a:pt x="212026" y="82575"/>
                  </a:lnTo>
                  <a:lnTo>
                    <a:pt x="234192" y="82575"/>
                  </a:lnTo>
                  <a:lnTo>
                    <a:pt x="241846" y="48844"/>
                  </a:lnTo>
                  <a:lnTo>
                    <a:pt x="241577" y="41586"/>
                  </a:lnTo>
                  <a:lnTo>
                    <a:pt x="240826" y="35344"/>
                  </a:lnTo>
                  <a:lnTo>
                    <a:pt x="240771" y="34882"/>
                  </a:lnTo>
                  <a:lnTo>
                    <a:pt x="239429" y="28732"/>
                  </a:lnTo>
                  <a:lnTo>
                    <a:pt x="237553" y="23139"/>
                  </a:lnTo>
                  <a:lnTo>
                    <a:pt x="234734" y="16040"/>
                  </a:lnTo>
                  <a:lnTo>
                    <a:pt x="234131" y="15240"/>
                  </a:lnTo>
                  <a:close/>
                </a:path>
                <a:path w="345439" h="97789">
                  <a:moveTo>
                    <a:pt x="330009" y="52857"/>
                  </a:moveTo>
                  <a:lnTo>
                    <a:pt x="321589" y="52857"/>
                  </a:lnTo>
                  <a:lnTo>
                    <a:pt x="318058" y="53771"/>
                  </a:lnTo>
                  <a:lnTo>
                    <a:pt x="312229" y="57442"/>
                  </a:lnTo>
                  <a:lnTo>
                    <a:pt x="309994" y="59855"/>
                  </a:lnTo>
                  <a:lnTo>
                    <a:pt x="306958" y="65874"/>
                  </a:lnTo>
                  <a:lnTo>
                    <a:pt x="306209" y="69164"/>
                  </a:lnTo>
                  <a:lnTo>
                    <a:pt x="306209" y="81191"/>
                  </a:lnTo>
                  <a:lnTo>
                    <a:pt x="321525" y="97497"/>
                  </a:lnTo>
                  <a:lnTo>
                    <a:pt x="329945" y="97497"/>
                  </a:lnTo>
                  <a:lnTo>
                    <a:pt x="333501" y="96583"/>
                  </a:lnTo>
                  <a:lnTo>
                    <a:pt x="339293" y="92913"/>
                  </a:lnTo>
                  <a:lnTo>
                    <a:pt x="341502" y="90500"/>
                  </a:lnTo>
                  <a:lnTo>
                    <a:pt x="343185" y="87134"/>
                  </a:lnTo>
                  <a:lnTo>
                    <a:pt x="322846" y="87134"/>
                  </a:lnTo>
                  <a:lnTo>
                    <a:pt x="320865" y="86156"/>
                  </a:lnTo>
                  <a:lnTo>
                    <a:pt x="318583" y="82219"/>
                  </a:lnTo>
                  <a:lnTo>
                    <a:pt x="317992" y="80022"/>
                  </a:lnTo>
                  <a:lnTo>
                    <a:pt x="317982" y="70332"/>
                  </a:lnTo>
                  <a:lnTo>
                    <a:pt x="318566" y="68148"/>
                  </a:lnTo>
                  <a:lnTo>
                    <a:pt x="320916" y="64147"/>
                  </a:lnTo>
                  <a:lnTo>
                    <a:pt x="322910" y="63131"/>
                  </a:lnTo>
                  <a:lnTo>
                    <a:pt x="343166" y="63131"/>
                  </a:lnTo>
                  <a:lnTo>
                    <a:pt x="341559" y="59855"/>
                  </a:lnTo>
                  <a:lnTo>
                    <a:pt x="339391" y="57442"/>
                  </a:lnTo>
                  <a:lnTo>
                    <a:pt x="333590" y="53771"/>
                  </a:lnTo>
                  <a:lnTo>
                    <a:pt x="330009" y="52857"/>
                  </a:lnTo>
                  <a:close/>
                </a:path>
                <a:path w="345439" h="97789">
                  <a:moveTo>
                    <a:pt x="339178" y="2565"/>
                  </a:moveTo>
                  <a:lnTo>
                    <a:pt x="327901" y="2565"/>
                  </a:lnTo>
                  <a:lnTo>
                    <a:pt x="264401" y="94932"/>
                  </a:lnTo>
                  <a:lnTo>
                    <a:pt x="275678" y="94932"/>
                  </a:lnTo>
                  <a:lnTo>
                    <a:pt x="339056" y="2743"/>
                  </a:lnTo>
                  <a:lnTo>
                    <a:pt x="339178" y="2565"/>
                  </a:lnTo>
                  <a:close/>
                </a:path>
                <a:path w="345439" h="97789">
                  <a:moveTo>
                    <a:pt x="343166" y="63131"/>
                  </a:moveTo>
                  <a:lnTo>
                    <a:pt x="328752" y="63131"/>
                  </a:lnTo>
                  <a:lnTo>
                    <a:pt x="330771" y="64147"/>
                  </a:lnTo>
                  <a:lnTo>
                    <a:pt x="332879" y="68148"/>
                  </a:lnTo>
                  <a:lnTo>
                    <a:pt x="333400" y="70332"/>
                  </a:lnTo>
                  <a:lnTo>
                    <a:pt x="333400" y="80022"/>
                  </a:lnTo>
                  <a:lnTo>
                    <a:pt x="332854" y="82219"/>
                  </a:lnTo>
                  <a:lnTo>
                    <a:pt x="330657" y="86156"/>
                  </a:lnTo>
                  <a:lnTo>
                    <a:pt x="328650" y="87134"/>
                  </a:lnTo>
                  <a:lnTo>
                    <a:pt x="343185" y="87134"/>
                  </a:lnTo>
                  <a:lnTo>
                    <a:pt x="344512" y="84480"/>
                  </a:lnTo>
                  <a:lnTo>
                    <a:pt x="345262" y="81191"/>
                  </a:lnTo>
                  <a:lnTo>
                    <a:pt x="345262" y="69164"/>
                  </a:lnTo>
                  <a:lnTo>
                    <a:pt x="344524" y="65874"/>
                  </a:lnTo>
                  <a:lnTo>
                    <a:pt x="343166" y="63131"/>
                  </a:lnTo>
                  <a:close/>
                </a:path>
                <a:path w="345439" h="97789">
                  <a:moveTo>
                    <a:pt x="283070" y="0"/>
                  </a:moveTo>
                  <a:lnTo>
                    <a:pt x="274688" y="0"/>
                  </a:lnTo>
                  <a:lnTo>
                    <a:pt x="271157" y="914"/>
                  </a:lnTo>
                  <a:lnTo>
                    <a:pt x="265315" y="4559"/>
                  </a:lnTo>
                  <a:lnTo>
                    <a:pt x="263093" y="6959"/>
                  </a:lnTo>
                  <a:lnTo>
                    <a:pt x="260032" y="12966"/>
                  </a:lnTo>
                  <a:lnTo>
                    <a:pt x="259257" y="16281"/>
                  </a:lnTo>
                  <a:lnTo>
                    <a:pt x="259266" y="28371"/>
                  </a:lnTo>
                  <a:lnTo>
                    <a:pt x="274599" y="44551"/>
                  </a:lnTo>
                  <a:lnTo>
                    <a:pt x="283019" y="44551"/>
                  </a:lnTo>
                  <a:lnTo>
                    <a:pt x="286562" y="43649"/>
                  </a:lnTo>
                  <a:lnTo>
                    <a:pt x="292392" y="40043"/>
                  </a:lnTo>
                  <a:lnTo>
                    <a:pt x="294589" y="37655"/>
                  </a:lnTo>
                  <a:lnTo>
                    <a:pt x="296267" y="34277"/>
                  </a:lnTo>
                  <a:lnTo>
                    <a:pt x="275945" y="34277"/>
                  </a:lnTo>
                  <a:lnTo>
                    <a:pt x="273938" y="33299"/>
                  </a:lnTo>
                  <a:lnTo>
                    <a:pt x="272795" y="31343"/>
                  </a:lnTo>
                  <a:lnTo>
                    <a:pt x="271678" y="29362"/>
                  </a:lnTo>
                  <a:lnTo>
                    <a:pt x="271119" y="27165"/>
                  </a:lnTo>
                  <a:lnTo>
                    <a:pt x="271119" y="17513"/>
                  </a:lnTo>
                  <a:lnTo>
                    <a:pt x="271691" y="15316"/>
                  </a:lnTo>
                  <a:lnTo>
                    <a:pt x="273977" y="11290"/>
                  </a:lnTo>
                  <a:lnTo>
                    <a:pt x="275983" y="10287"/>
                  </a:lnTo>
                  <a:lnTo>
                    <a:pt x="296272" y="10287"/>
                  </a:lnTo>
                  <a:lnTo>
                    <a:pt x="294639" y="6959"/>
                  </a:lnTo>
                  <a:lnTo>
                    <a:pt x="292442" y="4559"/>
                  </a:lnTo>
                  <a:lnTo>
                    <a:pt x="289521" y="2743"/>
                  </a:lnTo>
                  <a:lnTo>
                    <a:pt x="286638" y="914"/>
                  </a:lnTo>
                  <a:lnTo>
                    <a:pt x="283070" y="0"/>
                  </a:lnTo>
                  <a:close/>
                </a:path>
                <a:path w="345439" h="97789">
                  <a:moveTo>
                    <a:pt x="296272" y="10287"/>
                  </a:moveTo>
                  <a:lnTo>
                    <a:pt x="281812" y="10287"/>
                  </a:lnTo>
                  <a:lnTo>
                    <a:pt x="283832" y="11290"/>
                  </a:lnTo>
                  <a:lnTo>
                    <a:pt x="285933" y="15316"/>
                  </a:lnTo>
                  <a:lnTo>
                    <a:pt x="286461" y="17513"/>
                  </a:lnTo>
                  <a:lnTo>
                    <a:pt x="286461" y="27165"/>
                  </a:lnTo>
                  <a:lnTo>
                    <a:pt x="285902" y="29362"/>
                  </a:lnTo>
                  <a:lnTo>
                    <a:pt x="283705" y="33299"/>
                  </a:lnTo>
                  <a:lnTo>
                    <a:pt x="281724" y="34277"/>
                  </a:lnTo>
                  <a:lnTo>
                    <a:pt x="296267" y="34277"/>
                  </a:lnTo>
                  <a:lnTo>
                    <a:pt x="297560" y="31673"/>
                  </a:lnTo>
                  <a:lnTo>
                    <a:pt x="298322" y="28371"/>
                  </a:lnTo>
                  <a:lnTo>
                    <a:pt x="298322" y="16281"/>
                  </a:lnTo>
                  <a:lnTo>
                    <a:pt x="297586" y="12966"/>
                  </a:lnTo>
                  <a:lnTo>
                    <a:pt x="296272" y="102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19583" y="4240072"/>
              <a:ext cx="2835579" cy="32500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33579" y="3999522"/>
              <a:ext cx="3056737" cy="14645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28537" y="4659173"/>
              <a:ext cx="2887649" cy="31687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30010" y="5052872"/>
              <a:ext cx="2825699" cy="32500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59400" y="3429000"/>
              <a:ext cx="723900" cy="5969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410200" y="3429000"/>
              <a:ext cx="622300" cy="495300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0" y="0"/>
            <a:ext cx="14071600" cy="711835"/>
            <a:chOff x="0" y="0"/>
            <a:chExt cx="13716000" cy="711835"/>
          </a:xfrm>
        </p:grpSpPr>
        <p:sp>
          <p:nvSpPr>
            <p:cNvPr id="30" name="object 30"/>
            <p:cNvSpPr/>
            <p:nvPr/>
          </p:nvSpPr>
          <p:spPr>
            <a:xfrm>
              <a:off x="0" y="0"/>
              <a:ext cx="13716000" cy="558800"/>
            </a:xfrm>
            <a:custGeom>
              <a:avLst/>
              <a:gdLst/>
              <a:ahLst/>
              <a:cxnLst/>
              <a:rect l="l" t="t" r="r" b="b"/>
              <a:pathLst>
                <a:path w="13716000" h="558800">
                  <a:moveTo>
                    <a:pt x="13716000" y="558800"/>
                  </a:moveTo>
                  <a:lnTo>
                    <a:pt x="0" y="558800"/>
                  </a:lnTo>
                  <a:lnTo>
                    <a:pt x="0" y="0"/>
                  </a:lnTo>
                  <a:lnTo>
                    <a:pt x="13716000" y="0"/>
                  </a:lnTo>
                  <a:lnTo>
                    <a:pt x="13716000" y="558800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23000" y="6362"/>
              <a:ext cx="1119187" cy="69056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454861" y="91681"/>
              <a:ext cx="615391" cy="38828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5250" y="0"/>
              <a:ext cx="1190625" cy="55868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319000" y="25400"/>
              <a:ext cx="825500" cy="59679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344400" y="25399"/>
              <a:ext cx="723899" cy="49519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876800" y="19062"/>
              <a:ext cx="1433449" cy="69056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006282" y="120498"/>
              <a:ext cx="1139698" cy="33761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169900" y="6362"/>
              <a:ext cx="482599" cy="48259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419646" y="6954"/>
              <a:ext cx="1431628" cy="69473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555505" y="107885"/>
              <a:ext cx="1159459" cy="31225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410575" y="6362"/>
              <a:ext cx="1209675" cy="70485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686077" y="112814"/>
              <a:ext cx="630466" cy="33761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544050" y="6362"/>
              <a:ext cx="1219199" cy="69532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747118" y="99377"/>
              <a:ext cx="779983" cy="31225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696575" y="6362"/>
              <a:ext cx="1219199" cy="695325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0938505" y="216471"/>
              <a:ext cx="703580" cy="152400"/>
            </a:xfrm>
            <a:custGeom>
              <a:avLst/>
              <a:gdLst/>
              <a:ahLst/>
              <a:cxnLst/>
              <a:rect l="l" t="t" r="r" b="b"/>
              <a:pathLst>
                <a:path w="703579" h="152400">
                  <a:moveTo>
                    <a:pt x="70167" y="6489"/>
                  </a:moveTo>
                  <a:lnTo>
                    <a:pt x="39217" y="6489"/>
                  </a:lnTo>
                  <a:lnTo>
                    <a:pt x="0" y="120091"/>
                  </a:lnTo>
                  <a:lnTo>
                    <a:pt x="25730" y="120091"/>
                  </a:lnTo>
                  <a:lnTo>
                    <a:pt x="34158" y="94183"/>
                  </a:lnTo>
                  <a:lnTo>
                    <a:pt x="24129" y="94183"/>
                  </a:lnTo>
                  <a:lnTo>
                    <a:pt x="24129" y="75438"/>
                  </a:lnTo>
                  <a:lnTo>
                    <a:pt x="40256" y="75438"/>
                  </a:lnTo>
                  <a:lnTo>
                    <a:pt x="54241" y="32448"/>
                  </a:lnTo>
                  <a:lnTo>
                    <a:pt x="79117" y="32448"/>
                  </a:lnTo>
                  <a:lnTo>
                    <a:pt x="70167" y="6489"/>
                  </a:lnTo>
                  <a:close/>
                </a:path>
                <a:path w="703579" h="152400">
                  <a:moveTo>
                    <a:pt x="79117" y="32448"/>
                  </a:moveTo>
                  <a:lnTo>
                    <a:pt x="55130" y="32448"/>
                  </a:lnTo>
                  <a:lnTo>
                    <a:pt x="83591" y="120091"/>
                  </a:lnTo>
                  <a:lnTo>
                    <a:pt x="109334" y="120091"/>
                  </a:lnTo>
                  <a:lnTo>
                    <a:pt x="100401" y="94183"/>
                  </a:lnTo>
                  <a:lnTo>
                    <a:pt x="84924" y="94183"/>
                  </a:lnTo>
                  <a:lnTo>
                    <a:pt x="84924" y="75438"/>
                  </a:lnTo>
                  <a:lnTo>
                    <a:pt x="93939" y="75438"/>
                  </a:lnTo>
                  <a:lnTo>
                    <a:pt x="79117" y="32448"/>
                  </a:lnTo>
                  <a:close/>
                </a:path>
                <a:path w="703579" h="152400">
                  <a:moveTo>
                    <a:pt x="40256" y="75438"/>
                  </a:moveTo>
                  <a:lnTo>
                    <a:pt x="24129" y="75438"/>
                  </a:lnTo>
                  <a:lnTo>
                    <a:pt x="24129" y="94183"/>
                  </a:lnTo>
                  <a:lnTo>
                    <a:pt x="34158" y="94183"/>
                  </a:lnTo>
                  <a:lnTo>
                    <a:pt x="40256" y="75438"/>
                  </a:lnTo>
                  <a:close/>
                </a:path>
                <a:path w="703579" h="152400">
                  <a:moveTo>
                    <a:pt x="69090" y="75438"/>
                  </a:moveTo>
                  <a:lnTo>
                    <a:pt x="40256" y="75438"/>
                  </a:lnTo>
                  <a:lnTo>
                    <a:pt x="34158" y="94183"/>
                  </a:lnTo>
                  <a:lnTo>
                    <a:pt x="75178" y="94183"/>
                  </a:lnTo>
                  <a:lnTo>
                    <a:pt x="69090" y="75438"/>
                  </a:lnTo>
                  <a:close/>
                </a:path>
                <a:path w="703579" h="152400">
                  <a:moveTo>
                    <a:pt x="93939" y="75438"/>
                  </a:moveTo>
                  <a:lnTo>
                    <a:pt x="84924" y="75438"/>
                  </a:lnTo>
                  <a:lnTo>
                    <a:pt x="84924" y="94183"/>
                  </a:lnTo>
                  <a:lnTo>
                    <a:pt x="100401" y="94183"/>
                  </a:lnTo>
                  <a:lnTo>
                    <a:pt x="93939" y="75438"/>
                  </a:lnTo>
                  <a:close/>
                </a:path>
                <a:path w="703579" h="152400">
                  <a:moveTo>
                    <a:pt x="142201" y="34886"/>
                  </a:moveTo>
                  <a:lnTo>
                    <a:pt x="118897" y="34886"/>
                  </a:lnTo>
                  <a:lnTo>
                    <a:pt x="118897" y="152044"/>
                  </a:lnTo>
                  <a:lnTo>
                    <a:pt x="142532" y="152044"/>
                  </a:lnTo>
                  <a:lnTo>
                    <a:pt x="142532" y="106438"/>
                  </a:lnTo>
                  <a:lnTo>
                    <a:pt x="195174" y="106438"/>
                  </a:lnTo>
                  <a:lnTo>
                    <a:pt x="196939" y="102666"/>
                  </a:lnTo>
                  <a:lnTo>
                    <a:pt x="156146" y="102666"/>
                  </a:lnTo>
                  <a:lnTo>
                    <a:pt x="152907" y="101638"/>
                  </a:lnTo>
                  <a:lnTo>
                    <a:pt x="142036" y="82550"/>
                  </a:lnTo>
                  <a:lnTo>
                    <a:pt x="142036" y="72428"/>
                  </a:lnTo>
                  <a:lnTo>
                    <a:pt x="142701" y="68237"/>
                  </a:lnTo>
                  <a:lnTo>
                    <a:pt x="142806" y="67830"/>
                  </a:lnTo>
                  <a:lnTo>
                    <a:pt x="145460" y="60769"/>
                  </a:lnTo>
                  <a:lnTo>
                    <a:pt x="145541" y="60553"/>
                  </a:lnTo>
                  <a:lnTo>
                    <a:pt x="156108" y="52578"/>
                  </a:lnTo>
                  <a:lnTo>
                    <a:pt x="196957" y="52578"/>
                  </a:lnTo>
                  <a:lnTo>
                    <a:pt x="195331" y="49199"/>
                  </a:lnTo>
                  <a:lnTo>
                    <a:pt x="142201" y="49199"/>
                  </a:lnTo>
                  <a:lnTo>
                    <a:pt x="142201" y="34886"/>
                  </a:lnTo>
                  <a:close/>
                </a:path>
                <a:path w="703579" h="152400">
                  <a:moveTo>
                    <a:pt x="195174" y="106438"/>
                  </a:moveTo>
                  <a:lnTo>
                    <a:pt x="143255" y="106438"/>
                  </a:lnTo>
                  <a:lnTo>
                    <a:pt x="144322" y="108813"/>
                  </a:lnTo>
                  <a:lnTo>
                    <a:pt x="162852" y="121475"/>
                  </a:lnTo>
                  <a:lnTo>
                    <a:pt x="173913" y="121475"/>
                  </a:lnTo>
                  <a:lnTo>
                    <a:pt x="179755" y="119811"/>
                  </a:lnTo>
                  <a:lnTo>
                    <a:pt x="190220" y="113118"/>
                  </a:lnTo>
                  <a:lnTo>
                    <a:pt x="194360" y="108178"/>
                  </a:lnTo>
                  <a:lnTo>
                    <a:pt x="195174" y="106438"/>
                  </a:lnTo>
                  <a:close/>
                </a:path>
                <a:path w="703579" h="152400">
                  <a:moveTo>
                    <a:pt x="196957" y="52578"/>
                  </a:moveTo>
                  <a:lnTo>
                    <a:pt x="163829" y="52578"/>
                  </a:lnTo>
                  <a:lnTo>
                    <a:pt x="167106" y="53632"/>
                  </a:lnTo>
                  <a:lnTo>
                    <a:pt x="172427" y="57848"/>
                  </a:lnTo>
                  <a:lnTo>
                    <a:pt x="174447" y="60769"/>
                  </a:lnTo>
                  <a:lnTo>
                    <a:pt x="177029" y="67830"/>
                  </a:lnTo>
                  <a:lnTo>
                    <a:pt x="177098" y="68021"/>
                  </a:lnTo>
                  <a:lnTo>
                    <a:pt x="177177" y="68237"/>
                  </a:lnTo>
                  <a:lnTo>
                    <a:pt x="177841" y="72428"/>
                  </a:lnTo>
                  <a:lnTo>
                    <a:pt x="177847" y="82550"/>
                  </a:lnTo>
                  <a:lnTo>
                    <a:pt x="177164" y="86829"/>
                  </a:lnTo>
                  <a:lnTo>
                    <a:pt x="163791" y="102666"/>
                  </a:lnTo>
                  <a:lnTo>
                    <a:pt x="196939" y="102666"/>
                  </a:lnTo>
                  <a:lnTo>
                    <a:pt x="200469" y="95123"/>
                  </a:lnTo>
                  <a:lnTo>
                    <a:pt x="201993" y="87109"/>
                  </a:lnTo>
                  <a:lnTo>
                    <a:pt x="201993" y="67830"/>
                  </a:lnTo>
                  <a:lnTo>
                    <a:pt x="200431" y="59715"/>
                  </a:lnTo>
                  <a:lnTo>
                    <a:pt x="196957" y="52578"/>
                  </a:lnTo>
                  <a:close/>
                </a:path>
                <a:path w="703579" h="152400">
                  <a:moveTo>
                    <a:pt x="173710" y="33782"/>
                  </a:moveTo>
                  <a:lnTo>
                    <a:pt x="162725" y="33782"/>
                  </a:lnTo>
                  <a:lnTo>
                    <a:pt x="158724" y="34594"/>
                  </a:lnTo>
                  <a:lnTo>
                    <a:pt x="143255" y="49199"/>
                  </a:lnTo>
                  <a:lnTo>
                    <a:pt x="195331" y="49199"/>
                  </a:lnTo>
                  <a:lnTo>
                    <a:pt x="173710" y="33782"/>
                  </a:lnTo>
                  <a:close/>
                </a:path>
                <a:path w="703579" h="152400">
                  <a:moveTo>
                    <a:pt x="237388" y="34886"/>
                  </a:moveTo>
                  <a:lnTo>
                    <a:pt x="214096" y="34886"/>
                  </a:lnTo>
                  <a:lnTo>
                    <a:pt x="214096" y="152044"/>
                  </a:lnTo>
                  <a:lnTo>
                    <a:pt x="237718" y="152044"/>
                  </a:lnTo>
                  <a:lnTo>
                    <a:pt x="237718" y="106438"/>
                  </a:lnTo>
                  <a:lnTo>
                    <a:pt x="290361" y="106438"/>
                  </a:lnTo>
                  <a:lnTo>
                    <a:pt x="292126" y="102666"/>
                  </a:lnTo>
                  <a:lnTo>
                    <a:pt x="251332" y="102666"/>
                  </a:lnTo>
                  <a:lnTo>
                    <a:pt x="248094" y="101638"/>
                  </a:lnTo>
                  <a:lnTo>
                    <a:pt x="237223" y="82550"/>
                  </a:lnTo>
                  <a:lnTo>
                    <a:pt x="237223" y="72428"/>
                  </a:lnTo>
                  <a:lnTo>
                    <a:pt x="242624" y="57848"/>
                  </a:lnTo>
                  <a:lnTo>
                    <a:pt x="242747" y="57670"/>
                  </a:lnTo>
                  <a:lnTo>
                    <a:pt x="247994" y="53632"/>
                  </a:lnTo>
                  <a:lnTo>
                    <a:pt x="249140" y="53251"/>
                  </a:lnTo>
                  <a:lnTo>
                    <a:pt x="251294" y="52578"/>
                  </a:lnTo>
                  <a:lnTo>
                    <a:pt x="292144" y="52578"/>
                  </a:lnTo>
                  <a:lnTo>
                    <a:pt x="290517" y="49199"/>
                  </a:lnTo>
                  <a:lnTo>
                    <a:pt x="237388" y="49199"/>
                  </a:lnTo>
                  <a:lnTo>
                    <a:pt x="237388" y="34886"/>
                  </a:lnTo>
                  <a:close/>
                </a:path>
                <a:path w="703579" h="152400">
                  <a:moveTo>
                    <a:pt x="290361" y="106438"/>
                  </a:moveTo>
                  <a:lnTo>
                    <a:pt x="238442" y="106438"/>
                  </a:lnTo>
                  <a:lnTo>
                    <a:pt x="239521" y="108813"/>
                  </a:lnTo>
                  <a:lnTo>
                    <a:pt x="258038" y="121475"/>
                  </a:lnTo>
                  <a:lnTo>
                    <a:pt x="269100" y="121475"/>
                  </a:lnTo>
                  <a:lnTo>
                    <a:pt x="274942" y="119811"/>
                  </a:lnTo>
                  <a:lnTo>
                    <a:pt x="285407" y="113118"/>
                  </a:lnTo>
                  <a:lnTo>
                    <a:pt x="289547" y="108178"/>
                  </a:lnTo>
                  <a:lnTo>
                    <a:pt x="290361" y="106438"/>
                  </a:lnTo>
                  <a:close/>
                </a:path>
                <a:path w="703579" h="152400">
                  <a:moveTo>
                    <a:pt x="292144" y="52578"/>
                  </a:moveTo>
                  <a:lnTo>
                    <a:pt x="259029" y="52578"/>
                  </a:lnTo>
                  <a:lnTo>
                    <a:pt x="262293" y="53632"/>
                  </a:lnTo>
                  <a:lnTo>
                    <a:pt x="267627" y="57848"/>
                  </a:lnTo>
                  <a:lnTo>
                    <a:pt x="269633" y="60769"/>
                  </a:lnTo>
                  <a:lnTo>
                    <a:pt x="272227" y="67830"/>
                  </a:lnTo>
                  <a:lnTo>
                    <a:pt x="272297" y="68021"/>
                  </a:lnTo>
                  <a:lnTo>
                    <a:pt x="272376" y="68237"/>
                  </a:lnTo>
                  <a:lnTo>
                    <a:pt x="273040" y="72428"/>
                  </a:lnTo>
                  <a:lnTo>
                    <a:pt x="273046" y="82550"/>
                  </a:lnTo>
                  <a:lnTo>
                    <a:pt x="272351" y="86829"/>
                  </a:lnTo>
                  <a:lnTo>
                    <a:pt x="258991" y="102666"/>
                  </a:lnTo>
                  <a:lnTo>
                    <a:pt x="292126" y="102666"/>
                  </a:lnTo>
                  <a:lnTo>
                    <a:pt x="295655" y="95123"/>
                  </a:lnTo>
                  <a:lnTo>
                    <a:pt x="297192" y="87109"/>
                  </a:lnTo>
                  <a:lnTo>
                    <a:pt x="297192" y="67830"/>
                  </a:lnTo>
                  <a:lnTo>
                    <a:pt x="295617" y="59715"/>
                  </a:lnTo>
                  <a:lnTo>
                    <a:pt x="292144" y="52578"/>
                  </a:lnTo>
                  <a:close/>
                </a:path>
                <a:path w="703579" h="152400">
                  <a:moveTo>
                    <a:pt x="268897" y="33782"/>
                  </a:moveTo>
                  <a:lnTo>
                    <a:pt x="257911" y="33782"/>
                  </a:lnTo>
                  <a:lnTo>
                    <a:pt x="253923" y="34594"/>
                  </a:lnTo>
                  <a:lnTo>
                    <a:pt x="247522" y="37807"/>
                  </a:lnTo>
                  <a:lnTo>
                    <a:pt x="244932" y="39801"/>
                  </a:lnTo>
                  <a:lnTo>
                    <a:pt x="240982" y="44577"/>
                  </a:lnTo>
                  <a:lnTo>
                    <a:pt x="239590" y="46736"/>
                  </a:lnTo>
                  <a:lnTo>
                    <a:pt x="239483" y="46901"/>
                  </a:lnTo>
                  <a:lnTo>
                    <a:pt x="238442" y="49199"/>
                  </a:lnTo>
                  <a:lnTo>
                    <a:pt x="290517" y="49199"/>
                  </a:lnTo>
                  <a:lnTo>
                    <a:pt x="289410" y="46901"/>
                  </a:lnTo>
                  <a:lnTo>
                    <a:pt x="289331" y="46736"/>
                  </a:lnTo>
                  <a:lnTo>
                    <a:pt x="285127" y="41871"/>
                  </a:lnTo>
                  <a:lnTo>
                    <a:pt x="274624" y="35407"/>
                  </a:lnTo>
                  <a:lnTo>
                    <a:pt x="268897" y="33782"/>
                  </a:lnTo>
                  <a:close/>
                </a:path>
                <a:path w="703579" h="152400">
                  <a:moveTo>
                    <a:pt x="352793" y="33782"/>
                  </a:moveTo>
                  <a:lnTo>
                    <a:pt x="338810" y="33782"/>
                  </a:lnTo>
                  <a:lnTo>
                    <a:pt x="331520" y="35623"/>
                  </a:lnTo>
                  <a:lnTo>
                    <a:pt x="305891" y="68884"/>
                  </a:lnTo>
                  <a:lnTo>
                    <a:pt x="305841" y="86868"/>
                  </a:lnTo>
                  <a:lnTo>
                    <a:pt x="307454" y="94246"/>
                  </a:lnTo>
                  <a:lnTo>
                    <a:pt x="307543" y="94653"/>
                  </a:lnTo>
                  <a:lnTo>
                    <a:pt x="339343" y="121754"/>
                  </a:lnTo>
                  <a:lnTo>
                    <a:pt x="355142" y="121754"/>
                  </a:lnTo>
                  <a:lnTo>
                    <a:pt x="384035" y="104114"/>
                  </a:lnTo>
                  <a:lnTo>
                    <a:pt x="344538" y="104114"/>
                  </a:lnTo>
                  <a:lnTo>
                    <a:pt x="341121" y="103289"/>
                  </a:lnTo>
                  <a:lnTo>
                    <a:pt x="329196" y="87807"/>
                  </a:lnTo>
                  <a:lnTo>
                    <a:pt x="329204" y="83540"/>
                  </a:lnTo>
                  <a:lnTo>
                    <a:pt x="315277" y="83540"/>
                  </a:lnTo>
                  <a:lnTo>
                    <a:pt x="315277" y="68884"/>
                  </a:lnTo>
                  <a:lnTo>
                    <a:pt x="329230" y="68884"/>
                  </a:lnTo>
                  <a:lnTo>
                    <a:pt x="329234" y="66306"/>
                  </a:lnTo>
                  <a:lnTo>
                    <a:pt x="329963" y="63474"/>
                  </a:lnTo>
                  <a:lnTo>
                    <a:pt x="330022" y="63246"/>
                  </a:lnTo>
                  <a:lnTo>
                    <a:pt x="331584" y="60515"/>
                  </a:lnTo>
                  <a:lnTo>
                    <a:pt x="333133" y="57734"/>
                  </a:lnTo>
                  <a:lnTo>
                    <a:pt x="335279" y="55537"/>
                  </a:lnTo>
                  <a:lnTo>
                    <a:pt x="340791" y="52247"/>
                  </a:lnTo>
                  <a:lnTo>
                    <a:pt x="343966" y="51422"/>
                  </a:lnTo>
                  <a:lnTo>
                    <a:pt x="381363" y="51422"/>
                  </a:lnTo>
                  <a:lnTo>
                    <a:pt x="379325" y="48183"/>
                  </a:lnTo>
                  <a:lnTo>
                    <a:pt x="371995" y="40944"/>
                  </a:lnTo>
                  <a:lnTo>
                    <a:pt x="367753" y="38265"/>
                  </a:lnTo>
                  <a:lnTo>
                    <a:pt x="362864" y="36499"/>
                  </a:lnTo>
                  <a:lnTo>
                    <a:pt x="358025" y="34683"/>
                  </a:lnTo>
                  <a:lnTo>
                    <a:pt x="352793" y="33782"/>
                  </a:lnTo>
                  <a:close/>
                </a:path>
                <a:path w="703579" h="152400">
                  <a:moveTo>
                    <a:pt x="364858" y="94246"/>
                  </a:moveTo>
                  <a:lnTo>
                    <a:pt x="351129" y="104114"/>
                  </a:lnTo>
                  <a:lnTo>
                    <a:pt x="384035" y="104114"/>
                  </a:lnTo>
                  <a:lnTo>
                    <a:pt x="385503" y="101155"/>
                  </a:lnTo>
                  <a:lnTo>
                    <a:pt x="385610" y="100939"/>
                  </a:lnTo>
                  <a:lnTo>
                    <a:pt x="386714" y="95681"/>
                  </a:lnTo>
                  <a:lnTo>
                    <a:pt x="364858" y="94246"/>
                  </a:lnTo>
                  <a:close/>
                </a:path>
                <a:path w="703579" h="152400">
                  <a:moveTo>
                    <a:pt x="329230" y="68884"/>
                  </a:moveTo>
                  <a:lnTo>
                    <a:pt x="315277" y="68884"/>
                  </a:lnTo>
                  <a:lnTo>
                    <a:pt x="315277" y="83540"/>
                  </a:lnTo>
                  <a:lnTo>
                    <a:pt x="329204" y="83540"/>
                  </a:lnTo>
                  <a:lnTo>
                    <a:pt x="329230" y="68884"/>
                  </a:lnTo>
                  <a:close/>
                </a:path>
                <a:path w="703579" h="152400">
                  <a:moveTo>
                    <a:pt x="381363" y="51422"/>
                  </a:moveTo>
                  <a:lnTo>
                    <a:pt x="351002" y="51422"/>
                  </a:lnTo>
                  <a:lnTo>
                    <a:pt x="354318" y="52247"/>
                  </a:lnTo>
                  <a:lnTo>
                    <a:pt x="354142" y="52247"/>
                  </a:lnTo>
                  <a:lnTo>
                    <a:pt x="356603" y="53695"/>
                  </a:lnTo>
                  <a:lnTo>
                    <a:pt x="359219" y="55168"/>
                  </a:lnTo>
                  <a:lnTo>
                    <a:pt x="361276" y="57226"/>
                  </a:lnTo>
                  <a:lnTo>
                    <a:pt x="364235" y="62471"/>
                  </a:lnTo>
                  <a:lnTo>
                    <a:pt x="364972" y="65493"/>
                  </a:lnTo>
                  <a:lnTo>
                    <a:pt x="364972" y="68884"/>
                  </a:lnTo>
                  <a:lnTo>
                    <a:pt x="329230" y="68884"/>
                  </a:lnTo>
                  <a:lnTo>
                    <a:pt x="329204" y="83540"/>
                  </a:lnTo>
                  <a:lnTo>
                    <a:pt x="387222" y="83540"/>
                  </a:lnTo>
                  <a:lnTo>
                    <a:pt x="387112" y="69113"/>
                  </a:lnTo>
                  <a:lnTo>
                    <a:pt x="386206" y="63474"/>
                  </a:lnTo>
                  <a:lnTo>
                    <a:pt x="382130" y="52641"/>
                  </a:lnTo>
                  <a:lnTo>
                    <a:pt x="381363" y="51422"/>
                  </a:lnTo>
                  <a:close/>
                </a:path>
                <a:path w="703579" h="152400">
                  <a:moveTo>
                    <a:pt x="421500" y="34886"/>
                  </a:moveTo>
                  <a:lnTo>
                    <a:pt x="398983" y="34886"/>
                  </a:lnTo>
                  <a:lnTo>
                    <a:pt x="398983" y="120091"/>
                  </a:lnTo>
                  <a:lnTo>
                    <a:pt x="422605" y="120091"/>
                  </a:lnTo>
                  <a:lnTo>
                    <a:pt x="422643" y="67170"/>
                  </a:lnTo>
                  <a:lnTo>
                    <a:pt x="423329" y="64046"/>
                  </a:lnTo>
                  <a:lnTo>
                    <a:pt x="426034" y="58826"/>
                  </a:lnTo>
                  <a:lnTo>
                    <a:pt x="427913" y="56832"/>
                  </a:lnTo>
                  <a:lnTo>
                    <a:pt x="432765" y="54102"/>
                  </a:lnTo>
                  <a:lnTo>
                    <a:pt x="435104" y="53530"/>
                  </a:lnTo>
                  <a:lnTo>
                    <a:pt x="476313" y="53530"/>
                  </a:lnTo>
                  <a:lnTo>
                    <a:pt x="474462" y="49923"/>
                  </a:lnTo>
                  <a:lnTo>
                    <a:pt x="421500" y="49923"/>
                  </a:lnTo>
                  <a:lnTo>
                    <a:pt x="421500" y="34886"/>
                  </a:lnTo>
                  <a:close/>
                </a:path>
                <a:path w="703579" h="152400">
                  <a:moveTo>
                    <a:pt x="476313" y="53530"/>
                  </a:moveTo>
                  <a:lnTo>
                    <a:pt x="443772" y="53530"/>
                  </a:lnTo>
                  <a:lnTo>
                    <a:pt x="447205" y="54889"/>
                  </a:lnTo>
                  <a:lnTo>
                    <a:pt x="449897" y="57848"/>
                  </a:lnTo>
                  <a:lnTo>
                    <a:pt x="452602" y="60769"/>
                  </a:lnTo>
                  <a:lnTo>
                    <a:pt x="453936" y="64846"/>
                  </a:lnTo>
                  <a:lnTo>
                    <a:pt x="453897" y="120091"/>
                  </a:lnTo>
                  <a:lnTo>
                    <a:pt x="477532" y="120091"/>
                  </a:lnTo>
                  <a:lnTo>
                    <a:pt x="477448" y="58826"/>
                  </a:lnTo>
                  <a:lnTo>
                    <a:pt x="476435" y="54102"/>
                  </a:lnTo>
                  <a:lnTo>
                    <a:pt x="476313" y="53530"/>
                  </a:lnTo>
                  <a:close/>
                </a:path>
                <a:path w="703579" h="152400">
                  <a:moveTo>
                    <a:pt x="454050" y="33782"/>
                  </a:moveTo>
                  <a:lnTo>
                    <a:pt x="441807" y="33782"/>
                  </a:lnTo>
                  <a:lnTo>
                    <a:pt x="436422" y="35242"/>
                  </a:lnTo>
                  <a:lnTo>
                    <a:pt x="431990" y="38163"/>
                  </a:lnTo>
                  <a:lnTo>
                    <a:pt x="427545" y="41046"/>
                  </a:lnTo>
                  <a:lnTo>
                    <a:pt x="424383" y="44958"/>
                  </a:lnTo>
                  <a:lnTo>
                    <a:pt x="422503" y="49923"/>
                  </a:lnTo>
                  <a:lnTo>
                    <a:pt x="474462" y="49923"/>
                  </a:lnTo>
                  <a:lnTo>
                    <a:pt x="471423" y="43942"/>
                  </a:lnTo>
                  <a:lnTo>
                    <a:pt x="468007" y="40246"/>
                  </a:lnTo>
                  <a:lnTo>
                    <a:pt x="459206" y="35064"/>
                  </a:lnTo>
                  <a:lnTo>
                    <a:pt x="454050" y="33782"/>
                  </a:lnTo>
                  <a:close/>
                </a:path>
                <a:path w="703579" h="152400">
                  <a:moveTo>
                    <a:pt x="528599" y="33782"/>
                  </a:moveTo>
                  <a:lnTo>
                    <a:pt x="517588" y="33782"/>
                  </a:lnTo>
                  <a:lnTo>
                    <a:pt x="511835" y="35407"/>
                  </a:lnTo>
                  <a:lnTo>
                    <a:pt x="501370" y="41871"/>
                  </a:lnTo>
                  <a:lnTo>
                    <a:pt x="497192" y="46736"/>
                  </a:lnTo>
                  <a:lnTo>
                    <a:pt x="490905" y="59715"/>
                  </a:lnTo>
                  <a:lnTo>
                    <a:pt x="489330" y="67830"/>
                  </a:lnTo>
                  <a:lnTo>
                    <a:pt x="489330" y="87109"/>
                  </a:lnTo>
                  <a:lnTo>
                    <a:pt x="490727" y="94513"/>
                  </a:lnTo>
                  <a:lnTo>
                    <a:pt x="490842" y="95123"/>
                  </a:lnTo>
                  <a:lnTo>
                    <a:pt x="517423" y="121475"/>
                  </a:lnTo>
                  <a:lnTo>
                    <a:pt x="528472" y="121475"/>
                  </a:lnTo>
                  <a:lnTo>
                    <a:pt x="532358" y="120726"/>
                  </a:lnTo>
                  <a:lnTo>
                    <a:pt x="535533" y="119202"/>
                  </a:lnTo>
                  <a:lnTo>
                    <a:pt x="538759" y="117690"/>
                  </a:lnTo>
                  <a:lnTo>
                    <a:pt x="541362" y="115785"/>
                  </a:lnTo>
                  <a:lnTo>
                    <a:pt x="545388" y="111163"/>
                  </a:lnTo>
                  <a:lnTo>
                    <a:pt x="546963" y="108813"/>
                  </a:lnTo>
                  <a:lnTo>
                    <a:pt x="548081" y="106438"/>
                  </a:lnTo>
                  <a:lnTo>
                    <a:pt x="572376" y="106438"/>
                  </a:lnTo>
                  <a:lnTo>
                    <a:pt x="572376" y="102666"/>
                  </a:lnTo>
                  <a:lnTo>
                    <a:pt x="527494" y="102666"/>
                  </a:lnTo>
                  <a:lnTo>
                    <a:pt x="524415" y="101676"/>
                  </a:lnTo>
                  <a:lnTo>
                    <a:pt x="513476" y="82550"/>
                  </a:lnTo>
                  <a:lnTo>
                    <a:pt x="513483" y="72428"/>
                  </a:lnTo>
                  <a:lnTo>
                    <a:pt x="527494" y="52578"/>
                  </a:lnTo>
                  <a:lnTo>
                    <a:pt x="572376" y="52578"/>
                  </a:lnTo>
                  <a:lnTo>
                    <a:pt x="572376" y="49199"/>
                  </a:lnTo>
                  <a:lnTo>
                    <a:pt x="548081" y="49199"/>
                  </a:lnTo>
                  <a:lnTo>
                    <a:pt x="547039" y="46901"/>
                  </a:lnTo>
                  <a:lnTo>
                    <a:pt x="545528" y="44577"/>
                  </a:lnTo>
                  <a:lnTo>
                    <a:pt x="543521" y="42202"/>
                  </a:lnTo>
                  <a:lnTo>
                    <a:pt x="541566" y="39801"/>
                  </a:lnTo>
                  <a:lnTo>
                    <a:pt x="538975" y="37807"/>
                  </a:lnTo>
                  <a:lnTo>
                    <a:pt x="535762" y="36220"/>
                  </a:lnTo>
                  <a:lnTo>
                    <a:pt x="532574" y="34594"/>
                  </a:lnTo>
                  <a:lnTo>
                    <a:pt x="528599" y="33782"/>
                  </a:lnTo>
                  <a:close/>
                </a:path>
                <a:path w="703579" h="152400">
                  <a:moveTo>
                    <a:pt x="572376" y="106438"/>
                  </a:moveTo>
                  <a:lnTo>
                    <a:pt x="549071" y="106438"/>
                  </a:lnTo>
                  <a:lnTo>
                    <a:pt x="549071" y="120091"/>
                  </a:lnTo>
                  <a:lnTo>
                    <a:pt x="572376" y="120091"/>
                  </a:lnTo>
                  <a:lnTo>
                    <a:pt x="572376" y="106438"/>
                  </a:lnTo>
                  <a:close/>
                </a:path>
                <a:path w="703579" h="152400">
                  <a:moveTo>
                    <a:pt x="572376" y="52578"/>
                  </a:moveTo>
                  <a:lnTo>
                    <a:pt x="535190" y="52578"/>
                  </a:lnTo>
                  <a:lnTo>
                    <a:pt x="538478" y="53632"/>
                  </a:lnTo>
                  <a:lnTo>
                    <a:pt x="543750" y="57670"/>
                  </a:lnTo>
                  <a:lnTo>
                    <a:pt x="545782" y="60553"/>
                  </a:lnTo>
                  <a:lnTo>
                    <a:pt x="548517" y="67830"/>
                  </a:lnTo>
                  <a:lnTo>
                    <a:pt x="548624" y="68237"/>
                  </a:lnTo>
                  <a:lnTo>
                    <a:pt x="549300" y="72428"/>
                  </a:lnTo>
                  <a:lnTo>
                    <a:pt x="549300" y="82550"/>
                  </a:lnTo>
                  <a:lnTo>
                    <a:pt x="548599" y="86829"/>
                  </a:lnTo>
                  <a:lnTo>
                    <a:pt x="548522" y="87109"/>
                  </a:lnTo>
                  <a:lnTo>
                    <a:pt x="547128" y="90741"/>
                  </a:lnTo>
                  <a:lnTo>
                    <a:pt x="545731" y="94513"/>
                  </a:lnTo>
                  <a:lnTo>
                    <a:pt x="543699" y="97459"/>
                  </a:lnTo>
                  <a:lnTo>
                    <a:pt x="541091" y="99517"/>
                  </a:lnTo>
                  <a:lnTo>
                    <a:pt x="538284" y="101676"/>
                  </a:lnTo>
                  <a:lnTo>
                    <a:pt x="535190" y="102666"/>
                  </a:lnTo>
                  <a:lnTo>
                    <a:pt x="572376" y="102666"/>
                  </a:lnTo>
                  <a:lnTo>
                    <a:pt x="572376" y="52578"/>
                  </a:lnTo>
                  <a:close/>
                </a:path>
                <a:path w="703579" h="152400">
                  <a:moveTo>
                    <a:pt x="572376" y="6489"/>
                  </a:moveTo>
                  <a:lnTo>
                    <a:pt x="548792" y="6489"/>
                  </a:lnTo>
                  <a:lnTo>
                    <a:pt x="548792" y="49199"/>
                  </a:lnTo>
                  <a:lnTo>
                    <a:pt x="572376" y="49199"/>
                  </a:lnTo>
                  <a:lnTo>
                    <a:pt x="572376" y="6489"/>
                  </a:lnTo>
                  <a:close/>
                </a:path>
                <a:path w="703579" h="152400">
                  <a:moveTo>
                    <a:pt x="611771" y="34886"/>
                  </a:moveTo>
                  <a:lnTo>
                    <a:pt x="588136" y="34886"/>
                  </a:lnTo>
                  <a:lnTo>
                    <a:pt x="588136" y="120091"/>
                  </a:lnTo>
                  <a:lnTo>
                    <a:pt x="611771" y="120091"/>
                  </a:lnTo>
                  <a:lnTo>
                    <a:pt x="611771" y="34886"/>
                  </a:lnTo>
                  <a:close/>
                </a:path>
                <a:path w="703579" h="152400">
                  <a:moveTo>
                    <a:pt x="603529" y="0"/>
                  </a:moveTo>
                  <a:lnTo>
                    <a:pt x="596493" y="0"/>
                  </a:lnTo>
                  <a:lnTo>
                    <a:pt x="593483" y="1181"/>
                  </a:lnTo>
                  <a:lnTo>
                    <a:pt x="588492" y="5867"/>
                  </a:lnTo>
                  <a:lnTo>
                    <a:pt x="587247" y="8661"/>
                  </a:lnTo>
                  <a:lnTo>
                    <a:pt x="587247" y="15214"/>
                  </a:lnTo>
                  <a:lnTo>
                    <a:pt x="588492" y="18046"/>
                  </a:lnTo>
                  <a:lnTo>
                    <a:pt x="590969" y="20408"/>
                  </a:lnTo>
                  <a:lnTo>
                    <a:pt x="593483" y="22733"/>
                  </a:lnTo>
                  <a:lnTo>
                    <a:pt x="596493" y="23901"/>
                  </a:lnTo>
                  <a:lnTo>
                    <a:pt x="603529" y="23901"/>
                  </a:lnTo>
                  <a:lnTo>
                    <a:pt x="606526" y="22733"/>
                  </a:lnTo>
                  <a:lnTo>
                    <a:pt x="611517" y="18046"/>
                  </a:lnTo>
                  <a:lnTo>
                    <a:pt x="612774" y="15214"/>
                  </a:lnTo>
                  <a:lnTo>
                    <a:pt x="612774" y="8661"/>
                  </a:lnTo>
                  <a:lnTo>
                    <a:pt x="611517" y="5867"/>
                  </a:lnTo>
                  <a:lnTo>
                    <a:pt x="609003" y="3543"/>
                  </a:lnTo>
                  <a:lnTo>
                    <a:pt x="606526" y="1181"/>
                  </a:lnTo>
                  <a:lnTo>
                    <a:pt x="603529" y="0"/>
                  </a:lnTo>
                  <a:close/>
                </a:path>
                <a:path w="703579" h="152400">
                  <a:moveTo>
                    <a:pt x="646785" y="34886"/>
                  </a:moveTo>
                  <a:lnTo>
                    <a:pt x="622376" y="34886"/>
                  </a:lnTo>
                  <a:lnTo>
                    <a:pt x="646785" y="77482"/>
                  </a:lnTo>
                  <a:lnTo>
                    <a:pt x="621487" y="120091"/>
                  </a:lnTo>
                  <a:lnTo>
                    <a:pt x="645896" y="120091"/>
                  </a:lnTo>
                  <a:lnTo>
                    <a:pt x="662432" y="90639"/>
                  </a:lnTo>
                  <a:lnTo>
                    <a:pt x="685846" y="90639"/>
                  </a:lnTo>
                  <a:lnTo>
                    <a:pt x="678014" y="77482"/>
                  </a:lnTo>
                  <a:lnTo>
                    <a:pt x="685442" y="64668"/>
                  </a:lnTo>
                  <a:lnTo>
                    <a:pt x="662432" y="64668"/>
                  </a:lnTo>
                  <a:lnTo>
                    <a:pt x="646785" y="34886"/>
                  </a:lnTo>
                  <a:close/>
                </a:path>
                <a:path w="703579" h="152400">
                  <a:moveTo>
                    <a:pt x="685846" y="90639"/>
                  </a:moveTo>
                  <a:lnTo>
                    <a:pt x="662432" y="90639"/>
                  </a:lnTo>
                  <a:lnTo>
                    <a:pt x="679234" y="120091"/>
                  </a:lnTo>
                  <a:lnTo>
                    <a:pt x="703376" y="120091"/>
                  </a:lnTo>
                  <a:lnTo>
                    <a:pt x="685846" y="90639"/>
                  </a:lnTo>
                  <a:close/>
                </a:path>
                <a:path w="703579" h="152400">
                  <a:moveTo>
                    <a:pt x="702703" y="34886"/>
                  </a:moveTo>
                  <a:lnTo>
                    <a:pt x="678459" y="34886"/>
                  </a:lnTo>
                  <a:lnTo>
                    <a:pt x="662432" y="64668"/>
                  </a:lnTo>
                  <a:lnTo>
                    <a:pt x="685442" y="64668"/>
                  </a:lnTo>
                  <a:lnTo>
                    <a:pt x="702703" y="348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759200" y="6362"/>
              <a:ext cx="1246628" cy="70123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903257" y="107681"/>
              <a:ext cx="901738" cy="312254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264400" y="7156"/>
              <a:ext cx="1219199" cy="69532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342658" y="125012"/>
              <a:ext cx="1036789" cy="293585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257300" y="0"/>
              <a:ext cx="1193800" cy="6350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458203" y="114998"/>
              <a:ext cx="779983" cy="305765"/>
            </a:xfrm>
            <a:prstGeom prst="rect">
              <a:avLst/>
            </a:prstGeom>
          </p:spPr>
        </p:pic>
      </p:grpSp>
      <p:grpSp>
        <p:nvGrpSpPr>
          <p:cNvPr id="53" name="object 53"/>
          <p:cNvGrpSpPr/>
          <p:nvPr/>
        </p:nvGrpSpPr>
        <p:grpSpPr>
          <a:xfrm>
            <a:off x="9690100" y="3416300"/>
            <a:ext cx="3987800" cy="2070100"/>
            <a:chOff x="9486900" y="3416300"/>
            <a:chExt cx="3987800" cy="2070100"/>
          </a:xfrm>
        </p:grpSpPr>
        <p:pic>
          <p:nvPicPr>
            <p:cNvPr id="54" name="object 5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499600" y="3810000"/>
              <a:ext cx="3975100" cy="167640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9486900" y="3528823"/>
              <a:ext cx="3987800" cy="375285"/>
            </a:xfrm>
            <a:custGeom>
              <a:avLst/>
              <a:gdLst/>
              <a:ahLst/>
              <a:cxnLst/>
              <a:rect l="l" t="t" r="r" b="b"/>
              <a:pathLst>
                <a:path w="3987800" h="375285">
                  <a:moveTo>
                    <a:pt x="0" y="349681"/>
                  </a:moveTo>
                  <a:lnTo>
                    <a:pt x="0" y="25400"/>
                  </a:lnTo>
                  <a:lnTo>
                    <a:pt x="1995" y="15510"/>
                  </a:lnTo>
                  <a:lnTo>
                    <a:pt x="7437" y="7437"/>
                  </a:lnTo>
                  <a:lnTo>
                    <a:pt x="15510" y="1995"/>
                  </a:lnTo>
                  <a:lnTo>
                    <a:pt x="25400" y="0"/>
                  </a:lnTo>
                  <a:lnTo>
                    <a:pt x="3962400" y="0"/>
                  </a:lnTo>
                  <a:lnTo>
                    <a:pt x="3972289" y="1995"/>
                  </a:lnTo>
                  <a:lnTo>
                    <a:pt x="3980362" y="7437"/>
                  </a:lnTo>
                  <a:lnTo>
                    <a:pt x="3985804" y="15510"/>
                  </a:lnTo>
                  <a:lnTo>
                    <a:pt x="3987800" y="25400"/>
                  </a:lnTo>
                  <a:lnTo>
                    <a:pt x="3987800" y="349681"/>
                  </a:lnTo>
                  <a:lnTo>
                    <a:pt x="3985804" y="359565"/>
                  </a:lnTo>
                  <a:lnTo>
                    <a:pt x="3980362" y="367639"/>
                  </a:lnTo>
                  <a:lnTo>
                    <a:pt x="3972289" y="373084"/>
                  </a:lnTo>
                  <a:lnTo>
                    <a:pt x="3962400" y="375081"/>
                  </a:lnTo>
                  <a:lnTo>
                    <a:pt x="25400" y="375081"/>
                  </a:lnTo>
                  <a:lnTo>
                    <a:pt x="15510" y="373084"/>
                  </a:lnTo>
                  <a:lnTo>
                    <a:pt x="7437" y="367639"/>
                  </a:lnTo>
                  <a:lnTo>
                    <a:pt x="1995" y="359565"/>
                  </a:lnTo>
                  <a:lnTo>
                    <a:pt x="0" y="349681"/>
                  </a:lnTo>
                  <a:close/>
                </a:path>
              </a:pathLst>
            </a:custGeom>
            <a:solidFill>
              <a:srgbClr val="E13E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0422103" y="3640433"/>
              <a:ext cx="1113155" cy="171450"/>
            </a:xfrm>
            <a:custGeom>
              <a:avLst/>
              <a:gdLst/>
              <a:ahLst/>
              <a:cxnLst/>
              <a:rect l="l" t="t" r="r" b="b"/>
              <a:pathLst>
                <a:path w="1113154" h="171450">
                  <a:moveTo>
                    <a:pt x="78828" y="0"/>
                  </a:moveTo>
                  <a:lnTo>
                    <a:pt x="38811" y="9905"/>
                  </a:lnTo>
                  <a:lnTo>
                    <a:pt x="10477" y="38887"/>
                  </a:lnTo>
                  <a:lnTo>
                    <a:pt x="0" y="85407"/>
                  </a:lnTo>
                  <a:lnTo>
                    <a:pt x="645" y="98566"/>
                  </a:lnTo>
                  <a:lnTo>
                    <a:pt x="2482" y="110083"/>
                  </a:lnTo>
                  <a:lnTo>
                    <a:pt x="2579" y="110690"/>
                  </a:lnTo>
                  <a:lnTo>
                    <a:pt x="22486" y="148639"/>
                  </a:lnTo>
                  <a:lnTo>
                    <a:pt x="57435" y="168325"/>
                  </a:lnTo>
                  <a:lnTo>
                    <a:pt x="78828" y="170802"/>
                  </a:lnTo>
                  <a:lnTo>
                    <a:pt x="87148" y="170478"/>
                  </a:lnTo>
                  <a:lnTo>
                    <a:pt x="126873" y="155803"/>
                  </a:lnTo>
                  <a:lnTo>
                    <a:pt x="144569" y="135572"/>
                  </a:lnTo>
                  <a:lnTo>
                    <a:pt x="71742" y="135572"/>
                  </a:lnTo>
                  <a:lnTo>
                    <a:pt x="64896" y="133705"/>
                  </a:lnTo>
                  <a:lnTo>
                    <a:pt x="42175" y="100626"/>
                  </a:lnTo>
                  <a:lnTo>
                    <a:pt x="40995" y="85407"/>
                  </a:lnTo>
                  <a:lnTo>
                    <a:pt x="41285" y="77741"/>
                  </a:lnTo>
                  <a:lnTo>
                    <a:pt x="64858" y="37210"/>
                  </a:lnTo>
                  <a:lnTo>
                    <a:pt x="71818" y="35229"/>
                  </a:lnTo>
                  <a:lnTo>
                    <a:pt x="144763" y="35229"/>
                  </a:lnTo>
                  <a:lnTo>
                    <a:pt x="141096" y="28219"/>
                  </a:lnTo>
                  <a:lnTo>
                    <a:pt x="106756" y="4216"/>
                  </a:lnTo>
                  <a:lnTo>
                    <a:pt x="100562" y="2476"/>
                  </a:lnTo>
                  <a:lnTo>
                    <a:pt x="100730" y="2476"/>
                  </a:lnTo>
                  <a:lnTo>
                    <a:pt x="93354" y="1055"/>
                  </a:lnTo>
                  <a:lnTo>
                    <a:pt x="86232" y="264"/>
                  </a:lnTo>
                  <a:lnTo>
                    <a:pt x="78828" y="0"/>
                  </a:lnTo>
                  <a:close/>
                </a:path>
                <a:path w="1113154" h="171450">
                  <a:moveTo>
                    <a:pt x="112115" y="110083"/>
                  </a:moveTo>
                  <a:lnTo>
                    <a:pt x="84073" y="135572"/>
                  </a:lnTo>
                  <a:lnTo>
                    <a:pt x="144569" y="135572"/>
                  </a:lnTo>
                  <a:lnTo>
                    <a:pt x="146291" y="132079"/>
                  </a:lnTo>
                  <a:lnTo>
                    <a:pt x="149859" y="124929"/>
                  </a:lnTo>
                  <a:lnTo>
                    <a:pt x="151993" y="117678"/>
                  </a:lnTo>
                  <a:lnTo>
                    <a:pt x="152669" y="110690"/>
                  </a:lnTo>
                  <a:lnTo>
                    <a:pt x="152704" y="110324"/>
                  </a:lnTo>
                  <a:lnTo>
                    <a:pt x="112115" y="110083"/>
                  </a:lnTo>
                  <a:close/>
                </a:path>
                <a:path w="1113154" h="171450">
                  <a:moveTo>
                    <a:pt x="144763" y="35229"/>
                  </a:moveTo>
                  <a:lnTo>
                    <a:pt x="84429" y="35229"/>
                  </a:lnTo>
                  <a:lnTo>
                    <a:pt x="89138" y="35966"/>
                  </a:lnTo>
                  <a:lnTo>
                    <a:pt x="88823" y="35966"/>
                  </a:lnTo>
                  <a:lnTo>
                    <a:pt x="92380" y="37210"/>
                  </a:lnTo>
                  <a:lnTo>
                    <a:pt x="96088" y="38430"/>
                  </a:lnTo>
                  <a:lnTo>
                    <a:pt x="99364" y="40233"/>
                  </a:lnTo>
                  <a:lnTo>
                    <a:pt x="112115" y="62509"/>
                  </a:lnTo>
                  <a:lnTo>
                    <a:pt x="152704" y="62509"/>
                  </a:lnTo>
                  <a:lnTo>
                    <a:pt x="145148" y="35966"/>
                  </a:lnTo>
                  <a:lnTo>
                    <a:pt x="144763" y="35229"/>
                  </a:lnTo>
                  <a:close/>
                </a:path>
                <a:path w="1113154" h="171450">
                  <a:moveTo>
                    <a:pt x="215391" y="43840"/>
                  </a:moveTo>
                  <a:lnTo>
                    <a:pt x="175691" y="43840"/>
                  </a:lnTo>
                  <a:lnTo>
                    <a:pt x="175795" y="132968"/>
                  </a:lnTo>
                  <a:lnTo>
                    <a:pt x="202590" y="168198"/>
                  </a:lnTo>
                  <a:lnTo>
                    <a:pt x="210057" y="170154"/>
                  </a:lnTo>
                  <a:lnTo>
                    <a:pt x="227914" y="170154"/>
                  </a:lnTo>
                  <a:lnTo>
                    <a:pt x="235902" y="167932"/>
                  </a:lnTo>
                  <a:lnTo>
                    <a:pt x="249161" y="159003"/>
                  </a:lnTo>
                  <a:lnTo>
                    <a:pt x="253872" y="152946"/>
                  </a:lnTo>
                  <a:lnTo>
                    <a:pt x="256628" y="145313"/>
                  </a:lnTo>
                  <a:lnTo>
                    <a:pt x="295757" y="145313"/>
                  </a:lnTo>
                  <a:lnTo>
                    <a:pt x="295757" y="137350"/>
                  </a:lnTo>
                  <a:lnTo>
                    <a:pt x="229057" y="137350"/>
                  </a:lnTo>
                  <a:lnTo>
                    <a:pt x="224269" y="135407"/>
                  </a:lnTo>
                  <a:lnTo>
                    <a:pt x="217233" y="127609"/>
                  </a:lnTo>
                  <a:lnTo>
                    <a:pt x="215442" y="122288"/>
                  </a:lnTo>
                  <a:lnTo>
                    <a:pt x="215391" y="43840"/>
                  </a:lnTo>
                  <a:close/>
                </a:path>
                <a:path w="1113154" h="171450">
                  <a:moveTo>
                    <a:pt x="295757" y="145313"/>
                  </a:moveTo>
                  <a:lnTo>
                    <a:pt x="257924" y="145313"/>
                  </a:lnTo>
                  <a:lnTo>
                    <a:pt x="257924" y="168528"/>
                  </a:lnTo>
                  <a:lnTo>
                    <a:pt x="295757" y="168528"/>
                  </a:lnTo>
                  <a:lnTo>
                    <a:pt x="295757" y="145313"/>
                  </a:lnTo>
                  <a:close/>
                </a:path>
                <a:path w="1113154" h="171450">
                  <a:moveTo>
                    <a:pt x="295757" y="43840"/>
                  </a:moveTo>
                  <a:lnTo>
                    <a:pt x="256146" y="43840"/>
                  </a:lnTo>
                  <a:lnTo>
                    <a:pt x="256146" y="119519"/>
                  </a:lnTo>
                  <a:lnTo>
                    <a:pt x="255193" y="123634"/>
                  </a:lnTo>
                  <a:lnTo>
                    <a:pt x="251459" y="130403"/>
                  </a:lnTo>
                  <a:lnTo>
                    <a:pt x="248945" y="132968"/>
                  </a:lnTo>
                  <a:lnTo>
                    <a:pt x="242608" y="136486"/>
                  </a:lnTo>
                  <a:lnTo>
                    <a:pt x="239064" y="137350"/>
                  </a:lnTo>
                  <a:lnTo>
                    <a:pt x="295757" y="137350"/>
                  </a:lnTo>
                  <a:lnTo>
                    <a:pt x="295757" y="43840"/>
                  </a:lnTo>
                  <a:close/>
                </a:path>
                <a:path w="1113154" h="171450">
                  <a:moveTo>
                    <a:pt x="354710" y="129400"/>
                  </a:moveTo>
                  <a:lnTo>
                    <a:pt x="315506" y="130378"/>
                  </a:lnTo>
                  <a:lnTo>
                    <a:pt x="317307" y="138633"/>
                  </a:lnTo>
                  <a:lnTo>
                    <a:pt x="317423" y="139162"/>
                  </a:lnTo>
                  <a:lnTo>
                    <a:pt x="351283" y="168141"/>
                  </a:lnTo>
                  <a:lnTo>
                    <a:pt x="375170" y="170878"/>
                  </a:lnTo>
                  <a:lnTo>
                    <a:pt x="383300" y="170554"/>
                  </a:lnTo>
                  <a:lnTo>
                    <a:pt x="420357" y="157251"/>
                  </a:lnTo>
                  <a:lnTo>
                    <a:pt x="425335" y="150914"/>
                  </a:lnTo>
                  <a:lnTo>
                    <a:pt x="430377" y="144576"/>
                  </a:lnTo>
                  <a:lnTo>
                    <a:pt x="430793" y="143357"/>
                  </a:lnTo>
                  <a:lnTo>
                    <a:pt x="369709" y="143357"/>
                  </a:lnTo>
                  <a:lnTo>
                    <a:pt x="365074" y="142176"/>
                  </a:lnTo>
                  <a:lnTo>
                    <a:pt x="357822" y="137413"/>
                  </a:lnTo>
                  <a:lnTo>
                    <a:pt x="355574" y="133946"/>
                  </a:lnTo>
                  <a:lnTo>
                    <a:pt x="354710" y="129400"/>
                  </a:lnTo>
                  <a:close/>
                </a:path>
                <a:path w="1113154" h="171450">
                  <a:moveTo>
                    <a:pt x="373786" y="42214"/>
                  </a:moveTo>
                  <a:lnTo>
                    <a:pt x="336207" y="50063"/>
                  </a:lnTo>
                  <a:lnTo>
                    <a:pt x="325323" y="60566"/>
                  </a:lnTo>
                  <a:lnTo>
                    <a:pt x="320840" y="66459"/>
                  </a:lnTo>
                  <a:lnTo>
                    <a:pt x="318617" y="73571"/>
                  </a:lnTo>
                  <a:lnTo>
                    <a:pt x="318617" y="91439"/>
                  </a:lnTo>
                  <a:lnTo>
                    <a:pt x="355688" y="118033"/>
                  </a:lnTo>
                  <a:lnTo>
                    <a:pt x="382638" y="123151"/>
                  </a:lnTo>
                  <a:lnTo>
                    <a:pt x="386448" y="124498"/>
                  </a:lnTo>
                  <a:lnTo>
                    <a:pt x="388886" y="126237"/>
                  </a:lnTo>
                  <a:lnTo>
                    <a:pt x="391325" y="127914"/>
                  </a:lnTo>
                  <a:lnTo>
                    <a:pt x="392569" y="130162"/>
                  </a:lnTo>
                  <a:lnTo>
                    <a:pt x="392569" y="136105"/>
                  </a:lnTo>
                  <a:lnTo>
                    <a:pt x="390944" y="138633"/>
                  </a:lnTo>
                  <a:lnTo>
                    <a:pt x="384555" y="142417"/>
                  </a:lnTo>
                  <a:lnTo>
                    <a:pt x="380415" y="143357"/>
                  </a:lnTo>
                  <a:lnTo>
                    <a:pt x="430793" y="143357"/>
                  </a:lnTo>
                  <a:lnTo>
                    <a:pt x="432822" y="137413"/>
                  </a:lnTo>
                  <a:lnTo>
                    <a:pt x="432917" y="119494"/>
                  </a:lnTo>
                  <a:lnTo>
                    <a:pt x="429831" y="112191"/>
                  </a:lnTo>
                  <a:lnTo>
                    <a:pt x="371919" y="90271"/>
                  </a:lnTo>
                  <a:lnTo>
                    <a:pt x="366674" y="89192"/>
                  </a:lnTo>
                  <a:lnTo>
                    <a:pt x="363016" y="87756"/>
                  </a:lnTo>
                  <a:lnTo>
                    <a:pt x="360959" y="85966"/>
                  </a:lnTo>
                  <a:lnTo>
                    <a:pt x="358965" y="84188"/>
                  </a:lnTo>
                  <a:lnTo>
                    <a:pt x="357987" y="82067"/>
                  </a:lnTo>
                  <a:lnTo>
                    <a:pt x="357987" y="76504"/>
                  </a:lnTo>
                  <a:lnTo>
                    <a:pt x="359562" y="74015"/>
                  </a:lnTo>
                  <a:lnTo>
                    <a:pt x="362750" y="72174"/>
                  </a:lnTo>
                  <a:lnTo>
                    <a:pt x="366001" y="70332"/>
                  </a:lnTo>
                  <a:lnTo>
                    <a:pt x="369925" y="69405"/>
                  </a:lnTo>
                  <a:lnTo>
                    <a:pt x="426738" y="69405"/>
                  </a:lnTo>
                  <a:lnTo>
                    <a:pt x="425072" y="65389"/>
                  </a:lnTo>
                  <a:lnTo>
                    <a:pt x="385783" y="42879"/>
                  </a:lnTo>
                  <a:lnTo>
                    <a:pt x="373786" y="42214"/>
                  </a:lnTo>
                  <a:close/>
                </a:path>
                <a:path w="1113154" h="171450">
                  <a:moveTo>
                    <a:pt x="426738" y="69405"/>
                  </a:moveTo>
                  <a:lnTo>
                    <a:pt x="378040" y="69405"/>
                  </a:lnTo>
                  <a:lnTo>
                    <a:pt x="381126" y="70002"/>
                  </a:lnTo>
                  <a:lnTo>
                    <a:pt x="383781" y="71196"/>
                  </a:lnTo>
                  <a:lnTo>
                    <a:pt x="386486" y="72326"/>
                  </a:lnTo>
                  <a:lnTo>
                    <a:pt x="388185" y="73571"/>
                  </a:lnTo>
                  <a:lnTo>
                    <a:pt x="388743" y="74015"/>
                  </a:lnTo>
                  <a:lnTo>
                    <a:pt x="390347" y="75984"/>
                  </a:lnTo>
                  <a:lnTo>
                    <a:pt x="392023" y="77990"/>
                  </a:lnTo>
                  <a:lnTo>
                    <a:pt x="393052" y="80289"/>
                  </a:lnTo>
                  <a:lnTo>
                    <a:pt x="393291" y="81914"/>
                  </a:lnTo>
                  <a:lnTo>
                    <a:pt x="393313" y="82067"/>
                  </a:lnTo>
                  <a:lnTo>
                    <a:pt x="393433" y="82880"/>
                  </a:lnTo>
                  <a:lnTo>
                    <a:pt x="429882" y="81914"/>
                  </a:lnTo>
                  <a:lnTo>
                    <a:pt x="428450" y="74015"/>
                  </a:lnTo>
                  <a:lnTo>
                    <a:pt x="428369" y="73571"/>
                  </a:lnTo>
                  <a:lnTo>
                    <a:pt x="428294" y="73154"/>
                  </a:lnTo>
                  <a:lnTo>
                    <a:pt x="426738" y="69405"/>
                  </a:lnTo>
                  <a:close/>
                </a:path>
                <a:path w="1113154" h="171450">
                  <a:moveTo>
                    <a:pt x="500405" y="13969"/>
                  </a:moveTo>
                  <a:lnTo>
                    <a:pt x="460717" y="13969"/>
                  </a:lnTo>
                  <a:lnTo>
                    <a:pt x="460603" y="142151"/>
                  </a:lnTo>
                  <a:lnTo>
                    <a:pt x="487578" y="169659"/>
                  </a:lnTo>
                  <a:lnTo>
                    <a:pt x="495566" y="170751"/>
                  </a:lnTo>
                  <a:lnTo>
                    <a:pt x="509638" y="170103"/>
                  </a:lnTo>
                  <a:lnTo>
                    <a:pt x="513129" y="169659"/>
                  </a:lnTo>
                  <a:lnTo>
                    <a:pt x="513405" y="169659"/>
                  </a:lnTo>
                  <a:lnTo>
                    <a:pt x="520598" y="167957"/>
                  </a:lnTo>
                  <a:lnTo>
                    <a:pt x="523278" y="167284"/>
                  </a:lnTo>
                  <a:lnTo>
                    <a:pt x="525170" y="166738"/>
                  </a:lnTo>
                  <a:lnTo>
                    <a:pt x="519418" y="139306"/>
                  </a:lnTo>
                  <a:lnTo>
                    <a:pt x="508368" y="139306"/>
                  </a:lnTo>
                  <a:lnTo>
                    <a:pt x="506552" y="139001"/>
                  </a:lnTo>
                  <a:lnTo>
                    <a:pt x="500405" y="131749"/>
                  </a:lnTo>
                  <a:lnTo>
                    <a:pt x="500405" y="13969"/>
                  </a:lnTo>
                  <a:close/>
                </a:path>
                <a:path w="1113154" h="171450">
                  <a:moveTo>
                    <a:pt x="519163" y="138087"/>
                  </a:moveTo>
                  <a:lnTo>
                    <a:pt x="517718" y="138417"/>
                  </a:lnTo>
                  <a:lnTo>
                    <a:pt x="514625" y="139001"/>
                  </a:lnTo>
                  <a:lnTo>
                    <a:pt x="513587" y="139166"/>
                  </a:lnTo>
                  <a:lnTo>
                    <a:pt x="511987" y="139306"/>
                  </a:lnTo>
                  <a:lnTo>
                    <a:pt x="519418" y="139306"/>
                  </a:lnTo>
                  <a:lnTo>
                    <a:pt x="519355" y="139001"/>
                  </a:lnTo>
                  <a:lnTo>
                    <a:pt x="519232" y="138417"/>
                  </a:lnTo>
                  <a:lnTo>
                    <a:pt x="519163" y="138087"/>
                  </a:lnTo>
                  <a:close/>
                </a:path>
                <a:path w="1113154" h="171450">
                  <a:moveTo>
                    <a:pt x="460691" y="43840"/>
                  </a:moveTo>
                  <a:lnTo>
                    <a:pt x="444233" y="43840"/>
                  </a:lnTo>
                  <a:lnTo>
                    <a:pt x="444233" y="73063"/>
                  </a:lnTo>
                  <a:lnTo>
                    <a:pt x="460665" y="73063"/>
                  </a:lnTo>
                  <a:lnTo>
                    <a:pt x="460691" y="43840"/>
                  </a:lnTo>
                  <a:close/>
                </a:path>
                <a:path w="1113154" h="171450">
                  <a:moveTo>
                    <a:pt x="522897" y="43840"/>
                  </a:moveTo>
                  <a:lnTo>
                    <a:pt x="500405" y="43840"/>
                  </a:lnTo>
                  <a:lnTo>
                    <a:pt x="500405" y="73063"/>
                  </a:lnTo>
                  <a:lnTo>
                    <a:pt x="522897" y="73063"/>
                  </a:lnTo>
                  <a:lnTo>
                    <a:pt x="522897" y="43840"/>
                  </a:lnTo>
                  <a:close/>
                </a:path>
                <a:path w="1113154" h="171450">
                  <a:moveTo>
                    <a:pt x="600011" y="42214"/>
                  </a:moveTo>
                  <a:lnTo>
                    <a:pt x="559622" y="54754"/>
                  </a:lnTo>
                  <a:lnTo>
                    <a:pt x="539019" y="88163"/>
                  </a:lnTo>
                  <a:lnTo>
                    <a:pt x="538907" y="88549"/>
                  </a:lnTo>
                  <a:lnTo>
                    <a:pt x="537491" y="97270"/>
                  </a:lnTo>
                  <a:lnTo>
                    <a:pt x="537019" y="106591"/>
                  </a:lnTo>
                  <a:lnTo>
                    <a:pt x="537491" y="115882"/>
                  </a:lnTo>
                  <a:lnTo>
                    <a:pt x="538870" y="124371"/>
                  </a:lnTo>
                  <a:lnTo>
                    <a:pt x="538907" y="124594"/>
                  </a:lnTo>
                  <a:lnTo>
                    <a:pt x="559622" y="158391"/>
                  </a:lnTo>
                  <a:lnTo>
                    <a:pt x="600011" y="170878"/>
                  </a:lnTo>
                  <a:lnTo>
                    <a:pt x="609489" y="170376"/>
                  </a:lnTo>
                  <a:lnTo>
                    <a:pt x="646187" y="153144"/>
                  </a:lnTo>
                  <a:lnTo>
                    <a:pt x="654985" y="140931"/>
                  </a:lnTo>
                  <a:lnTo>
                    <a:pt x="595337" y="140931"/>
                  </a:lnTo>
                  <a:lnTo>
                    <a:pt x="591172" y="139471"/>
                  </a:lnTo>
                  <a:lnTo>
                    <a:pt x="577443" y="113169"/>
                  </a:lnTo>
                  <a:lnTo>
                    <a:pt x="577443" y="99415"/>
                  </a:lnTo>
                  <a:lnTo>
                    <a:pt x="595337" y="71602"/>
                  </a:lnTo>
                  <a:lnTo>
                    <a:pt x="654592" y="71602"/>
                  </a:lnTo>
                  <a:lnTo>
                    <a:pt x="651194" y="66037"/>
                  </a:lnTo>
                  <a:lnTo>
                    <a:pt x="618262" y="44243"/>
                  </a:lnTo>
                  <a:lnTo>
                    <a:pt x="609489" y="42722"/>
                  </a:lnTo>
                  <a:lnTo>
                    <a:pt x="600011" y="42214"/>
                  </a:lnTo>
                  <a:close/>
                </a:path>
                <a:path w="1113154" h="171450">
                  <a:moveTo>
                    <a:pt x="654592" y="71602"/>
                  </a:moveTo>
                  <a:lnTo>
                    <a:pt x="605027" y="71602"/>
                  </a:lnTo>
                  <a:lnTo>
                    <a:pt x="609053" y="73063"/>
                  </a:lnTo>
                  <a:lnTo>
                    <a:pt x="615657" y="78905"/>
                  </a:lnTo>
                  <a:lnTo>
                    <a:pt x="618172" y="82969"/>
                  </a:lnTo>
                  <a:lnTo>
                    <a:pt x="619899" y="88163"/>
                  </a:lnTo>
                  <a:lnTo>
                    <a:pt x="621690" y="93357"/>
                  </a:lnTo>
                  <a:lnTo>
                    <a:pt x="622579" y="99415"/>
                  </a:lnTo>
                  <a:lnTo>
                    <a:pt x="622579" y="113169"/>
                  </a:lnTo>
                  <a:lnTo>
                    <a:pt x="621690" y="119176"/>
                  </a:lnTo>
                  <a:lnTo>
                    <a:pt x="619899" y="124371"/>
                  </a:lnTo>
                  <a:lnTo>
                    <a:pt x="618172" y="129565"/>
                  </a:lnTo>
                  <a:lnTo>
                    <a:pt x="615657" y="133616"/>
                  </a:lnTo>
                  <a:lnTo>
                    <a:pt x="609053" y="139471"/>
                  </a:lnTo>
                  <a:lnTo>
                    <a:pt x="605027" y="140931"/>
                  </a:lnTo>
                  <a:lnTo>
                    <a:pt x="654985" y="140931"/>
                  </a:lnTo>
                  <a:lnTo>
                    <a:pt x="663016" y="106591"/>
                  </a:lnTo>
                  <a:lnTo>
                    <a:pt x="662648" y="99415"/>
                  </a:lnTo>
                  <a:lnTo>
                    <a:pt x="655383" y="72897"/>
                  </a:lnTo>
                  <a:lnTo>
                    <a:pt x="654592" y="71602"/>
                  </a:lnTo>
                  <a:close/>
                </a:path>
                <a:path w="1113154" h="171450">
                  <a:moveTo>
                    <a:pt x="721093" y="43840"/>
                  </a:moveTo>
                  <a:lnTo>
                    <a:pt x="683348" y="43840"/>
                  </a:lnTo>
                  <a:lnTo>
                    <a:pt x="683348" y="168528"/>
                  </a:lnTo>
                  <a:lnTo>
                    <a:pt x="723036" y="168528"/>
                  </a:lnTo>
                  <a:lnTo>
                    <a:pt x="723036" y="90627"/>
                  </a:lnTo>
                  <a:lnTo>
                    <a:pt x="723683" y="87490"/>
                  </a:lnTo>
                  <a:lnTo>
                    <a:pt x="731481" y="77038"/>
                  </a:lnTo>
                  <a:lnTo>
                    <a:pt x="734136" y="75361"/>
                  </a:lnTo>
                  <a:lnTo>
                    <a:pt x="737196" y="74523"/>
                  </a:lnTo>
                  <a:lnTo>
                    <a:pt x="869508" y="74523"/>
                  </a:lnTo>
                  <a:lnTo>
                    <a:pt x="867621" y="66973"/>
                  </a:lnTo>
                  <a:lnTo>
                    <a:pt x="867502" y="66725"/>
                  </a:lnTo>
                  <a:lnTo>
                    <a:pt x="721093" y="66725"/>
                  </a:lnTo>
                  <a:lnTo>
                    <a:pt x="721093" y="43840"/>
                  </a:lnTo>
                  <a:close/>
                </a:path>
                <a:path w="1113154" h="171450">
                  <a:moveTo>
                    <a:pt x="808012" y="74523"/>
                  </a:moveTo>
                  <a:lnTo>
                    <a:pt x="745794" y="74523"/>
                  </a:lnTo>
                  <a:lnTo>
                    <a:pt x="750217" y="76314"/>
                  </a:lnTo>
                  <a:lnTo>
                    <a:pt x="750041" y="76314"/>
                  </a:lnTo>
                  <a:lnTo>
                    <a:pt x="756221" y="82918"/>
                  </a:lnTo>
                  <a:lnTo>
                    <a:pt x="757783" y="87490"/>
                  </a:lnTo>
                  <a:lnTo>
                    <a:pt x="757783" y="168528"/>
                  </a:lnTo>
                  <a:lnTo>
                    <a:pt x="795947" y="168528"/>
                  </a:lnTo>
                  <a:lnTo>
                    <a:pt x="795947" y="88137"/>
                  </a:lnTo>
                  <a:lnTo>
                    <a:pt x="797483" y="83400"/>
                  </a:lnTo>
                  <a:lnTo>
                    <a:pt x="803706" y="76314"/>
                  </a:lnTo>
                  <a:lnTo>
                    <a:pt x="808012" y="74523"/>
                  </a:lnTo>
                  <a:close/>
                </a:path>
                <a:path w="1113154" h="171450">
                  <a:moveTo>
                    <a:pt x="869508" y="74523"/>
                  </a:moveTo>
                  <a:lnTo>
                    <a:pt x="818565" y="74523"/>
                  </a:lnTo>
                  <a:lnTo>
                    <a:pt x="823056" y="76314"/>
                  </a:lnTo>
                  <a:lnTo>
                    <a:pt x="822840" y="76314"/>
                  </a:lnTo>
                  <a:lnTo>
                    <a:pt x="825893" y="79476"/>
                  </a:lnTo>
                  <a:lnTo>
                    <a:pt x="829094" y="82727"/>
                  </a:lnTo>
                  <a:lnTo>
                    <a:pt x="830681" y="87490"/>
                  </a:lnTo>
                  <a:lnTo>
                    <a:pt x="830681" y="168528"/>
                  </a:lnTo>
                  <a:lnTo>
                    <a:pt x="870381" y="168528"/>
                  </a:lnTo>
                  <a:lnTo>
                    <a:pt x="870257" y="82918"/>
                  </a:lnTo>
                  <a:lnTo>
                    <a:pt x="870115" y="80987"/>
                  </a:lnTo>
                  <a:lnTo>
                    <a:pt x="870003" y="79476"/>
                  </a:lnTo>
                  <a:lnTo>
                    <a:pt x="869943" y="78663"/>
                  </a:lnTo>
                  <a:lnTo>
                    <a:pt x="869823" y="77038"/>
                  </a:lnTo>
                  <a:lnTo>
                    <a:pt x="869699" y="75361"/>
                  </a:lnTo>
                  <a:lnTo>
                    <a:pt x="869508" y="74523"/>
                  </a:lnTo>
                  <a:close/>
                </a:path>
                <a:path w="1113154" h="171450">
                  <a:moveTo>
                    <a:pt x="766368" y="42214"/>
                  </a:moveTo>
                  <a:lnTo>
                    <a:pt x="749160" y="42214"/>
                  </a:lnTo>
                  <a:lnTo>
                    <a:pt x="743710" y="43840"/>
                  </a:lnTo>
                  <a:lnTo>
                    <a:pt x="741722" y="44462"/>
                  </a:lnTo>
                  <a:lnTo>
                    <a:pt x="729449" y="53174"/>
                  </a:lnTo>
                  <a:lnTo>
                    <a:pt x="725011" y="59321"/>
                  </a:lnTo>
                  <a:lnTo>
                    <a:pt x="722477" y="66725"/>
                  </a:lnTo>
                  <a:lnTo>
                    <a:pt x="791717" y="66725"/>
                  </a:lnTo>
                  <a:lnTo>
                    <a:pt x="790151" y="59748"/>
                  </a:lnTo>
                  <a:lnTo>
                    <a:pt x="790055" y="59321"/>
                  </a:lnTo>
                  <a:lnTo>
                    <a:pt x="786293" y="53581"/>
                  </a:lnTo>
                  <a:lnTo>
                    <a:pt x="786167" y="53390"/>
                  </a:lnTo>
                  <a:lnTo>
                    <a:pt x="785923" y="53174"/>
                  </a:lnTo>
                  <a:lnTo>
                    <a:pt x="773820" y="44462"/>
                  </a:lnTo>
                  <a:lnTo>
                    <a:pt x="766368" y="42214"/>
                  </a:lnTo>
                  <a:close/>
                </a:path>
                <a:path w="1113154" h="171450">
                  <a:moveTo>
                    <a:pt x="830605" y="42214"/>
                  </a:moveTo>
                  <a:lnTo>
                    <a:pt x="821410" y="42214"/>
                  </a:lnTo>
                  <a:lnTo>
                    <a:pt x="813422" y="44462"/>
                  </a:lnTo>
                  <a:lnTo>
                    <a:pt x="799896" y="53390"/>
                  </a:lnTo>
                  <a:lnTo>
                    <a:pt x="795350" y="59321"/>
                  </a:lnTo>
                  <a:lnTo>
                    <a:pt x="793013" y="66725"/>
                  </a:lnTo>
                  <a:lnTo>
                    <a:pt x="867502" y="66725"/>
                  </a:lnTo>
                  <a:lnTo>
                    <a:pt x="830605" y="42214"/>
                  </a:lnTo>
                  <a:close/>
                </a:path>
                <a:path w="1113154" h="171450">
                  <a:moveTo>
                    <a:pt x="960920" y="42214"/>
                  </a:moveTo>
                  <a:lnTo>
                    <a:pt x="952042" y="42214"/>
                  </a:lnTo>
                  <a:lnTo>
                    <a:pt x="942939" y="42722"/>
                  </a:lnTo>
                  <a:lnTo>
                    <a:pt x="907014" y="59990"/>
                  </a:lnTo>
                  <a:lnTo>
                    <a:pt x="890670" y="97313"/>
                  </a:lnTo>
                  <a:lnTo>
                    <a:pt x="890235" y="105854"/>
                  </a:lnTo>
                  <a:lnTo>
                    <a:pt x="890193" y="106667"/>
                  </a:lnTo>
                  <a:lnTo>
                    <a:pt x="890640" y="115760"/>
                  </a:lnTo>
                  <a:lnTo>
                    <a:pt x="890665" y="116272"/>
                  </a:lnTo>
                  <a:lnTo>
                    <a:pt x="892079" y="125199"/>
                  </a:lnTo>
                  <a:lnTo>
                    <a:pt x="912839" y="158862"/>
                  </a:lnTo>
                  <a:lnTo>
                    <a:pt x="953261" y="170878"/>
                  </a:lnTo>
                  <a:lnTo>
                    <a:pt x="961179" y="170568"/>
                  </a:lnTo>
                  <a:lnTo>
                    <a:pt x="1007198" y="145821"/>
                  </a:lnTo>
                  <a:lnTo>
                    <a:pt x="1008880" y="142227"/>
                  </a:lnTo>
                  <a:lnTo>
                    <a:pt x="948905" y="142227"/>
                  </a:lnTo>
                  <a:lnTo>
                    <a:pt x="944524" y="141173"/>
                  </a:lnTo>
                  <a:lnTo>
                    <a:pt x="929322" y="121907"/>
                  </a:lnTo>
                  <a:lnTo>
                    <a:pt x="929341" y="115760"/>
                  </a:lnTo>
                  <a:lnTo>
                    <a:pt x="904074" y="115760"/>
                  </a:lnTo>
                  <a:lnTo>
                    <a:pt x="904074" y="92709"/>
                  </a:lnTo>
                  <a:lnTo>
                    <a:pt x="929412" y="92709"/>
                  </a:lnTo>
                  <a:lnTo>
                    <a:pt x="929424" y="89077"/>
                  </a:lnTo>
                  <a:lnTo>
                    <a:pt x="930503" y="85267"/>
                  </a:lnTo>
                  <a:lnTo>
                    <a:pt x="932560" y="81914"/>
                  </a:lnTo>
                  <a:lnTo>
                    <a:pt x="934518" y="78663"/>
                  </a:lnTo>
                  <a:lnTo>
                    <a:pt x="934618" y="78498"/>
                  </a:lnTo>
                  <a:lnTo>
                    <a:pt x="937412" y="75818"/>
                  </a:lnTo>
                  <a:lnTo>
                    <a:pt x="940930" y="73875"/>
                  </a:lnTo>
                  <a:lnTo>
                    <a:pt x="944448" y="71869"/>
                  </a:lnTo>
                  <a:lnTo>
                    <a:pt x="948423" y="70865"/>
                  </a:lnTo>
                  <a:lnTo>
                    <a:pt x="1005059" y="70865"/>
                  </a:lnTo>
                  <a:lnTo>
                    <a:pt x="1005001" y="70713"/>
                  </a:lnTo>
                  <a:lnTo>
                    <a:pt x="1000836" y="64020"/>
                  </a:lnTo>
                  <a:lnTo>
                    <a:pt x="990117" y="53200"/>
                  </a:lnTo>
                  <a:lnTo>
                    <a:pt x="983767" y="49110"/>
                  </a:lnTo>
                  <a:lnTo>
                    <a:pt x="969048" y="43599"/>
                  </a:lnTo>
                  <a:lnTo>
                    <a:pt x="960920" y="42214"/>
                  </a:lnTo>
                  <a:close/>
                </a:path>
                <a:path w="1113154" h="171450">
                  <a:moveTo>
                    <a:pt x="975588" y="129476"/>
                  </a:moveTo>
                  <a:lnTo>
                    <a:pt x="957516" y="142227"/>
                  </a:lnTo>
                  <a:lnTo>
                    <a:pt x="1008880" y="142227"/>
                  </a:lnTo>
                  <a:lnTo>
                    <a:pt x="1010526" y="138709"/>
                  </a:lnTo>
                  <a:lnTo>
                    <a:pt x="1012037" y="130543"/>
                  </a:lnTo>
                  <a:lnTo>
                    <a:pt x="975588" y="129476"/>
                  </a:lnTo>
                  <a:close/>
                </a:path>
                <a:path w="1113154" h="171450">
                  <a:moveTo>
                    <a:pt x="929412" y="92709"/>
                  </a:moveTo>
                  <a:lnTo>
                    <a:pt x="904074" y="92709"/>
                  </a:lnTo>
                  <a:lnTo>
                    <a:pt x="904074" y="115760"/>
                  </a:lnTo>
                  <a:lnTo>
                    <a:pt x="929341" y="115760"/>
                  </a:lnTo>
                  <a:lnTo>
                    <a:pt x="929412" y="92709"/>
                  </a:lnTo>
                  <a:close/>
                </a:path>
                <a:path w="1113154" h="171450">
                  <a:moveTo>
                    <a:pt x="1005059" y="70865"/>
                  </a:moveTo>
                  <a:lnTo>
                    <a:pt x="957249" y="70865"/>
                  </a:lnTo>
                  <a:lnTo>
                    <a:pt x="961200" y="71869"/>
                  </a:lnTo>
                  <a:lnTo>
                    <a:pt x="964463" y="73710"/>
                  </a:lnTo>
                  <a:lnTo>
                    <a:pt x="975512" y="92709"/>
                  </a:lnTo>
                  <a:lnTo>
                    <a:pt x="929412" y="92709"/>
                  </a:lnTo>
                  <a:lnTo>
                    <a:pt x="929341" y="115760"/>
                  </a:lnTo>
                  <a:lnTo>
                    <a:pt x="1012443" y="115760"/>
                  </a:lnTo>
                  <a:lnTo>
                    <a:pt x="1012443" y="105854"/>
                  </a:lnTo>
                  <a:lnTo>
                    <a:pt x="1012165" y="98403"/>
                  </a:lnTo>
                  <a:lnTo>
                    <a:pt x="1011329" y="91387"/>
                  </a:lnTo>
                  <a:lnTo>
                    <a:pt x="1010034" y="85267"/>
                  </a:lnTo>
                  <a:lnTo>
                    <a:pt x="1009936" y="84807"/>
                  </a:lnTo>
                  <a:lnTo>
                    <a:pt x="1007986" y="78663"/>
                  </a:lnTo>
                  <a:lnTo>
                    <a:pt x="1005059" y="70865"/>
                  </a:lnTo>
                  <a:close/>
                </a:path>
                <a:path w="1113154" h="171450">
                  <a:moveTo>
                    <a:pt x="1071283" y="43840"/>
                  </a:moveTo>
                  <a:lnTo>
                    <a:pt x="1032725" y="43840"/>
                  </a:lnTo>
                  <a:lnTo>
                    <a:pt x="1032725" y="168528"/>
                  </a:lnTo>
                  <a:lnTo>
                    <a:pt x="1072413" y="168528"/>
                  </a:lnTo>
                  <a:lnTo>
                    <a:pt x="1072413" y="95846"/>
                  </a:lnTo>
                  <a:lnTo>
                    <a:pt x="1073467" y="91516"/>
                  </a:lnTo>
                  <a:lnTo>
                    <a:pt x="1077747" y="84099"/>
                  </a:lnTo>
                  <a:lnTo>
                    <a:pt x="1080693" y="81203"/>
                  </a:lnTo>
                  <a:lnTo>
                    <a:pt x="1088224" y="77038"/>
                  </a:lnTo>
                  <a:lnTo>
                    <a:pt x="1092466" y="75984"/>
                  </a:lnTo>
                  <a:lnTo>
                    <a:pt x="1112761" y="75984"/>
                  </a:lnTo>
                  <a:lnTo>
                    <a:pt x="1112761" y="66573"/>
                  </a:lnTo>
                  <a:lnTo>
                    <a:pt x="1071283" y="66573"/>
                  </a:lnTo>
                  <a:lnTo>
                    <a:pt x="1071283" y="43840"/>
                  </a:lnTo>
                  <a:close/>
                </a:path>
                <a:path w="1113154" h="171450">
                  <a:moveTo>
                    <a:pt x="1112761" y="75984"/>
                  </a:moveTo>
                  <a:lnTo>
                    <a:pt x="1099553" y="75984"/>
                  </a:lnTo>
                  <a:lnTo>
                    <a:pt x="1102258" y="76174"/>
                  </a:lnTo>
                  <a:lnTo>
                    <a:pt x="1109195" y="77038"/>
                  </a:lnTo>
                  <a:lnTo>
                    <a:pt x="1108877" y="77038"/>
                  </a:lnTo>
                  <a:lnTo>
                    <a:pt x="1110868" y="77444"/>
                  </a:lnTo>
                  <a:lnTo>
                    <a:pt x="1112761" y="78092"/>
                  </a:lnTo>
                  <a:lnTo>
                    <a:pt x="1112761" y="75984"/>
                  </a:lnTo>
                  <a:close/>
                </a:path>
                <a:path w="1113154" h="171450">
                  <a:moveTo>
                    <a:pt x="1105369" y="42265"/>
                  </a:moveTo>
                  <a:lnTo>
                    <a:pt x="1094440" y="42265"/>
                  </a:lnTo>
                  <a:lnTo>
                    <a:pt x="1088847" y="44157"/>
                  </a:lnTo>
                  <a:lnTo>
                    <a:pt x="1083703" y="48221"/>
                  </a:lnTo>
                  <a:lnTo>
                    <a:pt x="1078560" y="52222"/>
                  </a:lnTo>
                  <a:lnTo>
                    <a:pt x="1074851" y="58343"/>
                  </a:lnTo>
                  <a:lnTo>
                    <a:pt x="1072578" y="66573"/>
                  </a:lnTo>
                  <a:lnTo>
                    <a:pt x="1112761" y="66573"/>
                  </a:lnTo>
                  <a:lnTo>
                    <a:pt x="1112761" y="43599"/>
                  </a:lnTo>
                  <a:lnTo>
                    <a:pt x="1111084" y="43103"/>
                  </a:lnTo>
                  <a:lnTo>
                    <a:pt x="1109268" y="42760"/>
                  </a:lnTo>
                  <a:lnTo>
                    <a:pt x="1107325" y="42544"/>
                  </a:lnTo>
                  <a:lnTo>
                    <a:pt x="1105369" y="422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337279" y="3977386"/>
              <a:ext cx="2588082" cy="148932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0324579" y="4659922"/>
              <a:ext cx="1999310" cy="146456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0323284" y="4227043"/>
              <a:ext cx="3048761" cy="325005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9728200" y="5194300"/>
              <a:ext cx="444500" cy="250190"/>
            </a:xfrm>
            <a:custGeom>
              <a:avLst/>
              <a:gdLst/>
              <a:ahLst/>
              <a:cxnLst/>
              <a:rect l="l" t="t" r="r" b="b"/>
              <a:pathLst>
                <a:path w="444500" h="250189">
                  <a:moveTo>
                    <a:pt x="381000" y="0"/>
                  </a:moveTo>
                  <a:lnTo>
                    <a:pt x="63500" y="0"/>
                  </a:lnTo>
                  <a:lnTo>
                    <a:pt x="38785" y="4990"/>
                  </a:lnTo>
                  <a:lnTo>
                    <a:pt x="18600" y="18600"/>
                  </a:lnTo>
                  <a:lnTo>
                    <a:pt x="4990" y="38785"/>
                  </a:lnTo>
                  <a:lnTo>
                    <a:pt x="0" y="63500"/>
                  </a:lnTo>
                  <a:lnTo>
                    <a:pt x="0" y="186550"/>
                  </a:lnTo>
                  <a:lnTo>
                    <a:pt x="4990" y="211270"/>
                  </a:lnTo>
                  <a:lnTo>
                    <a:pt x="18600" y="231454"/>
                  </a:lnTo>
                  <a:lnTo>
                    <a:pt x="38785" y="245061"/>
                  </a:lnTo>
                  <a:lnTo>
                    <a:pt x="63500" y="250050"/>
                  </a:lnTo>
                  <a:lnTo>
                    <a:pt x="381000" y="250050"/>
                  </a:lnTo>
                  <a:lnTo>
                    <a:pt x="405714" y="245061"/>
                  </a:lnTo>
                  <a:lnTo>
                    <a:pt x="425899" y="231454"/>
                  </a:lnTo>
                  <a:lnTo>
                    <a:pt x="439509" y="211270"/>
                  </a:lnTo>
                  <a:lnTo>
                    <a:pt x="444500" y="186550"/>
                  </a:lnTo>
                  <a:lnTo>
                    <a:pt x="444500" y="63500"/>
                  </a:lnTo>
                  <a:lnTo>
                    <a:pt x="439509" y="38785"/>
                  </a:lnTo>
                  <a:lnTo>
                    <a:pt x="425899" y="18600"/>
                  </a:lnTo>
                  <a:lnTo>
                    <a:pt x="405714" y="499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13E4E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9763569" y="5276969"/>
              <a:ext cx="369570" cy="97790"/>
            </a:xfrm>
            <a:custGeom>
              <a:avLst/>
              <a:gdLst/>
              <a:ahLst/>
              <a:cxnLst/>
              <a:rect l="l" t="t" r="r" b="b"/>
              <a:pathLst>
                <a:path w="369570" h="97789">
                  <a:moveTo>
                    <a:pt x="64148" y="49339"/>
                  </a:moveTo>
                  <a:lnTo>
                    <a:pt x="22174" y="49339"/>
                  </a:lnTo>
                  <a:lnTo>
                    <a:pt x="23533" y="49707"/>
                  </a:lnTo>
                  <a:lnTo>
                    <a:pt x="25985" y="51269"/>
                  </a:lnTo>
                  <a:lnTo>
                    <a:pt x="27508" y="52463"/>
                  </a:lnTo>
                  <a:lnTo>
                    <a:pt x="32715" y="56997"/>
                  </a:lnTo>
                  <a:lnTo>
                    <a:pt x="35610" y="59029"/>
                  </a:lnTo>
                  <a:lnTo>
                    <a:pt x="40779" y="61556"/>
                  </a:lnTo>
                  <a:lnTo>
                    <a:pt x="43573" y="62191"/>
                  </a:lnTo>
                  <a:lnTo>
                    <a:pt x="50253" y="62191"/>
                  </a:lnTo>
                  <a:lnTo>
                    <a:pt x="53543" y="61290"/>
                  </a:lnTo>
                  <a:lnTo>
                    <a:pt x="56464" y="59486"/>
                  </a:lnTo>
                  <a:lnTo>
                    <a:pt x="59372" y="57645"/>
                  </a:lnTo>
                  <a:lnTo>
                    <a:pt x="61645" y="54914"/>
                  </a:lnTo>
                  <a:lnTo>
                    <a:pt x="64148" y="49339"/>
                  </a:lnTo>
                  <a:close/>
                </a:path>
                <a:path w="369570" h="97789">
                  <a:moveTo>
                    <a:pt x="21856" y="35407"/>
                  </a:moveTo>
                  <a:lnTo>
                    <a:pt x="15176" y="35407"/>
                  </a:lnTo>
                  <a:lnTo>
                    <a:pt x="11849" y="36321"/>
                  </a:lnTo>
                  <a:lnTo>
                    <a:pt x="0" y="59982"/>
                  </a:lnTo>
                  <a:lnTo>
                    <a:pt x="13030" y="59982"/>
                  </a:lnTo>
                  <a:lnTo>
                    <a:pt x="12966" y="56159"/>
                  </a:lnTo>
                  <a:lnTo>
                    <a:pt x="13665" y="53441"/>
                  </a:lnTo>
                  <a:lnTo>
                    <a:pt x="16573" y="50164"/>
                  </a:lnTo>
                  <a:lnTo>
                    <a:pt x="18415" y="49339"/>
                  </a:lnTo>
                  <a:lnTo>
                    <a:pt x="64148" y="49339"/>
                  </a:lnTo>
                  <a:lnTo>
                    <a:pt x="64622" y="48298"/>
                  </a:lnTo>
                  <a:lnTo>
                    <a:pt x="43281" y="48298"/>
                  </a:lnTo>
                  <a:lnTo>
                    <a:pt x="41859" y="47891"/>
                  </a:lnTo>
                  <a:lnTo>
                    <a:pt x="39472" y="46316"/>
                  </a:lnTo>
                  <a:lnTo>
                    <a:pt x="37833" y="45046"/>
                  </a:lnTo>
                  <a:lnTo>
                    <a:pt x="35941" y="43433"/>
                  </a:lnTo>
                  <a:lnTo>
                    <a:pt x="32639" y="40512"/>
                  </a:lnTo>
                  <a:lnTo>
                    <a:pt x="29705" y="38455"/>
                  </a:lnTo>
                  <a:lnTo>
                    <a:pt x="24587" y="36017"/>
                  </a:lnTo>
                  <a:lnTo>
                    <a:pt x="21856" y="35407"/>
                  </a:lnTo>
                  <a:close/>
                </a:path>
                <a:path w="369570" h="97789">
                  <a:moveTo>
                    <a:pt x="65532" y="37655"/>
                  </a:moveTo>
                  <a:lnTo>
                    <a:pt x="52451" y="37655"/>
                  </a:lnTo>
                  <a:lnTo>
                    <a:pt x="52539" y="41236"/>
                  </a:lnTo>
                  <a:lnTo>
                    <a:pt x="52177" y="42671"/>
                  </a:lnTo>
                  <a:lnTo>
                    <a:pt x="52068" y="43103"/>
                  </a:lnTo>
                  <a:lnTo>
                    <a:pt x="51985" y="43433"/>
                  </a:lnTo>
                  <a:lnTo>
                    <a:pt x="51866" y="43903"/>
                  </a:lnTo>
                  <a:lnTo>
                    <a:pt x="49009" y="47421"/>
                  </a:lnTo>
                  <a:lnTo>
                    <a:pt x="47155" y="48298"/>
                  </a:lnTo>
                  <a:lnTo>
                    <a:pt x="64622" y="48298"/>
                  </a:lnTo>
                  <a:lnTo>
                    <a:pt x="64806" y="47891"/>
                  </a:lnTo>
                  <a:lnTo>
                    <a:pt x="64922" y="47637"/>
                  </a:lnTo>
                  <a:lnTo>
                    <a:pt x="65539" y="43903"/>
                  </a:lnTo>
                  <a:lnTo>
                    <a:pt x="65532" y="37655"/>
                  </a:lnTo>
                  <a:close/>
                </a:path>
                <a:path w="369570" h="97789">
                  <a:moveTo>
                    <a:pt x="122440" y="1308"/>
                  </a:moveTo>
                  <a:lnTo>
                    <a:pt x="110540" y="1308"/>
                  </a:lnTo>
                  <a:lnTo>
                    <a:pt x="105219" y="2387"/>
                  </a:lnTo>
                  <a:lnTo>
                    <a:pt x="85559" y="21310"/>
                  </a:lnTo>
                  <a:lnTo>
                    <a:pt x="85559" y="31051"/>
                  </a:lnTo>
                  <a:lnTo>
                    <a:pt x="101460" y="46545"/>
                  </a:lnTo>
                  <a:lnTo>
                    <a:pt x="101460" y="47167"/>
                  </a:lnTo>
                  <a:lnTo>
                    <a:pt x="82130" y="75158"/>
                  </a:lnTo>
                  <a:lnTo>
                    <a:pt x="83566" y="79628"/>
                  </a:lnTo>
                  <a:lnTo>
                    <a:pt x="109816" y="96189"/>
                  </a:lnTo>
                  <a:lnTo>
                    <a:pt x="123202" y="96189"/>
                  </a:lnTo>
                  <a:lnTo>
                    <a:pt x="129108" y="95072"/>
                  </a:lnTo>
                  <a:lnTo>
                    <a:pt x="139420" y="90563"/>
                  </a:lnTo>
                  <a:lnTo>
                    <a:pt x="143471" y="87477"/>
                  </a:lnTo>
                  <a:lnTo>
                    <a:pt x="146609" y="83299"/>
                  </a:lnTo>
                  <a:lnTo>
                    <a:pt x="113030" y="83299"/>
                  </a:lnTo>
                  <a:lnTo>
                    <a:pt x="110121" y="82715"/>
                  </a:lnTo>
                  <a:lnTo>
                    <a:pt x="99352" y="71831"/>
                  </a:lnTo>
                  <a:lnTo>
                    <a:pt x="99352" y="66052"/>
                  </a:lnTo>
                  <a:lnTo>
                    <a:pt x="113220" y="53886"/>
                  </a:lnTo>
                  <a:lnTo>
                    <a:pt x="144501" y="53886"/>
                  </a:lnTo>
                  <a:lnTo>
                    <a:pt x="144195" y="53530"/>
                  </a:lnTo>
                  <a:lnTo>
                    <a:pt x="141287" y="51371"/>
                  </a:lnTo>
                  <a:lnTo>
                    <a:pt x="138391" y="49174"/>
                  </a:lnTo>
                  <a:lnTo>
                    <a:pt x="135153" y="47777"/>
                  </a:lnTo>
                  <a:lnTo>
                    <a:pt x="131546" y="47167"/>
                  </a:lnTo>
                  <a:lnTo>
                    <a:pt x="131546" y="46545"/>
                  </a:lnTo>
                  <a:lnTo>
                    <a:pt x="136207" y="45491"/>
                  </a:lnTo>
                  <a:lnTo>
                    <a:pt x="140004" y="43065"/>
                  </a:lnTo>
                  <a:lnTo>
                    <a:pt x="141437" y="41224"/>
                  </a:lnTo>
                  <a:lnTo>
                    <a:pt x="113665" y="41224"/>
                  </a:lnTo>
                  <a:lnTo>
                    <a:pt x="111125" y="40652"/>
                  </a:lnTo>
                  <a:lnTo>
                    <a:pt x="101879" y="30314"/>
                  </a:lnTo>
                  <a:lnTo>
                    <a:pt x="101879" y="24993"/>
                  </a:lnTo>
                  <a:lnTo>
                    <a:pt x="113601" y="14389"/>
                  </a:lnTo>
                  <a:lnTo>
                    <a:pt x="144121" y="14389"/>
                  </a:lnTo>
                  <a:lnTo>
                    <a:pt x="140677" y="9613"/>
                  </a:lnTo>
                  <a:lnTo>
                    <a:pt x="137007" y="6692"/>
                  </a:lnTo>
                  <a:lnTo>
                    <a:pt x="132346" y="4559"/>
                  </a:lnTo>
                  <a:lnTo>
                    <a:pt x="127723" y="2387"/>
                  </a:lnTo>
                  <a:lnTo>
                    <a:pt x="122440" y="1308"/>
                  </a:lnTo>
                  <a:close/>
                </a:path>
                <a:path w="369570" h="97789">
                  <a:moveTo>
                    <a:pt x="144501" y="53886"/>
                  </a:moveTo>
                  <a:lnTo>
                    <a:pt x="119799" y="53886"/>
                  </a:lnTo>
                  <a:lnTo>
                    <a:pt x="122720" y="54533"/>
                  </a:lnTo>
                  <a:lnTo>
                    <a:pt x="127863" y="57124"/>
                  </a:lnTo>
                  <a:lnTo>
                    <a:pt x="129882" y="58915"/>
                  </a:lnTo>
                  <a:lnTo>
                    <a:pt x="131356" y="61201"/>
                  </a:lnTo>
                  <a:lnTo>
                    <a:pt x="132867" y="63449"/>
                  </a:lnTo>
                  <a:lnTo>
                    <a:pt x="133629" y="66052"/>
                  </a:lnTo>
                  <a:lnTo>
                    <a:pt x="133629" y="71831"/>
                  </a:lnTo>
                  <a:lnTo>
                    <a:pt x="119976" y="83299"/>
                  </a:lnTo>
                  <a:lnTo>
                    <a:pt x="146609" y="83299"/>
                  </a:lnTo>
                  <a:lnTo>
                    <a:pt x="149364" y="79628"/>
                  </a:lnTo>
                  <a:lnTo>
                    <a:pt x="150837" y="75158"/>
                  </a:lnTo>
                  <a:lnTo>
                    <a:pt x="150779" y="66052"/>
                  </a:lnTo>
                  <a:lnTo>
                    <a:pt x="149974" y="62725"/>
                  </a:lnTo>
                  <a:lnTo>
                    <a:pt x="148221" y="59486"/>
                  </a:lnTo>
                  <a:lnTo>
                    <a:pt x="146519" y="56235"/>
                  </a:lnTo>
                  <a:lnTo>
                    <a:pt x="144501" y="53886"/>
                  </a:lnTo>
                  <a:close/>
                </a:path>
                <a:path w="369570" h="97789">
                  <a:moveTo>
                    <a:pt x="144121" y="14389"/>
                  </a:moveTo>
                  <a:lnTo>
                    <a:pt x="119380" y="14389"/>
                  </a:lnTo>
                  <a:lnTo>
                    <a:pt x="121907" y="14935"/>
                  </a:lnTo>
                  <a:lnTo>
                    <a:pt x="124104" y="16052"/>
                  </a:lnTo>
                  <a:lnTo>
                    <a:pt x="126288" y="17132"/>
                  </a:lnTo>
                  <a:lnTo>
                    <a:pt x="128003" y="18681"/>
                  </a:lnTo>
                  <a:lnTo>
                    <a:pt x="129235" y="20700"/>
                  </a:lnTo>
                  <a:lnTo>
                    <a:pt x="130479" y="22682"/>
                  </a:lnTo>
                  <a:lnTo>
                    <a:pt x="131102" y="24993"/>
                  </a:lnTo>
                  <a:lnTo>
                    <a:pt x="131102" y="30314"/>
                  </a:lnTo>
                  <a:lnTo>
                    <a:pt x="119354" y="41224"/>
                  </a:lnTo>
                  <a:lnTo>
                    <a:pt x="141437" y="41224"/>
                  </a:lnTo>
                  <a:lnTo>
                    <a:pt x="145923" y="35458"/>
                  </a:lnTo>
                  <a:lnTo>
                    <a:pt x="147421" y="31051"/>
                  </a:lnTo>
                  <a:lnTo>
                    <a:pt x="147421" y="21310"/>
                  </a:lnTo>
                  <a:lnTo>
                    <a:pt x="146079" y="17132"/>
                  </a:lnTo>
                  <a:lnTo>
                    <a:pt x="144121" y="14389"/>
                  </a:lnTo>
                  <a:close/>
                </a:path>
                <a:path w="369570" h="97789">
                  <a:moveTo>
                    <a:pt x="175818" y="76174"/>
                  </a:moveTo>
                  <a:lnTo>
                    <a:pt x="170446" y="76174"/>
                  </a:lnTo>
                  <a:lnTo>
                    <a:pt x="168097" y="77127"/>
                  </a:lnTo>
                  <a:lnTo>
                    <a:pt x="164185" y="80987"/>
                  </a:lnTo>
                  <a:lnTo>
                    <a:pt x="163233" y="83299"/>
                  </a:lnTo>
                  <a:lnTo>
                    <a:pt x="163233" y="88772"/>
                  </a:lnTo>
                  <a:lnTo>
                    <a:pt x="164185" y="91109"/>
                  </a:lnTo>
                  <a:lnTo>
                    <a:pt x="168097" y="94957"/>
                  </a:lnTo>
                  <a:lnTo>
                    <a:pt x="170446" y="95923"/>
                  </a:lnTo>
                  <a:lnTo>
                    <a:pt x="174955" y="95923"/>
                  </a:lnTo>
                  <a:lnTo>
                    <a:pt x="183070" y="87833"/>
                  </a:lnTo>
                  <a:lnTo>
                    <a:pt x="183070" y="83299"/>
                  </a:lnTo>
                  <a:lnTo>
                    <a:pt x="182067" y="80987"/>
                  </a:lnTo>
                  <a:lnTo>
                    <a:pt x="180073" y="79057"/>
                  </a:lnTo>
                  <a:lnTo>
                    <a:pt x="178130" y="77127"/>
                  </a:lnTo>
                  <a:lnTo>
                    <a:pt x="175818" y="76174"/>
                  </a:lnTo>
                  <a:close/>
                </a:path>
                <a:path w="369570" h="97789">
                  <a:moveTo>
                    <a:pt x="237718" y="1308"/>
                  </a:moveTo>
                  <a:lnTo>
                    <a:pt x="222923" y="1308"/>
                  </a:lnTo>
                  <a:lnTo>
                    <a:pt x="216560" y="3174"/>
                  </a:lnTo>
                  <a:lnTo>
                    <a:pt x="195081" y="41086"/>
                  </a:lnTo>
                  <a:lnTo>
                    <a:pt x="194741" y="48844"/>
                  </a:lnTo>
                  <a:lnTo>
                    <a:pt x="195016" y="56210"/>
                  </a:lnTo>
                  <a:lnTo>
                    <a:pt x="211201" y="91058"/>
                  </a:lnTo>
                  <a:lnTo>
                    <a:pt x="222897" y="96685"/>
                  </a:lnTo>
                  <a:lnTo>
                    <a:pt x="237744" y="96685"/>
                  </a:lnTo>
                  <a:lnTo>
                    <a:pt x="244106" y="94818"/>
                  </a:lnTo>
                  <a:lnTo>
                    <a:pt x="254723" y="87299"/>
                  </a:lnTo>
                  <a:lnTo>
                    <a:pt x="258247" y="82575"/>
                  </a:lnTo>
                  <a:lnTo>
                    <a:pt x="226466" y="82575"/>
                  </a:lnTo>
                  <a:lnTo>
                    <a:pt x="223151" y="81318"/>
                  </a:lnTo>
                  <a:lnTo>
                    <a:pt x="211645" y="48844"/>
                  </a:lnTo>
                  <a:lnTo>
                    <a:pt x="211959" y="41586"/>
                  </a:lnTo>
                  <a:lnTo>
                    <a:pt x="211981" y="41086"/>
                  </a:lnTo>
                  <a:lnTo>
                    <a:pt x="212791" y="35344"/>
                  </a:lnTo>
                  <a:lnTo>
                    <a:pt x="212856" y="34882"/>
                  </a:lnTo>
                  <a:lnTo>
                    <a:pt x="212934" y="34328"/>
                  </a:lnTo>
                  <a:lnTo>
                    <a:pt x="214462" y="28732"/>
                  </a:lnTo>
                  <a:lnTo>
                    <a:pt x="214506" y="28570"/>
                  </a:lnTo>
                  <a:lnTo>
                    <a:pt x="216700" y="23812"/>
                  </a:lnTo>
                  <a:lnTo>
                    <a:pt x="220040" y="18097"/>
                  </a:lnTo>
                  <a:lnTo>
                    <a:pt x="224574" y="15239"/>
                  </a:lnTo>
                  <a:lnTo>
                    <a:pt x="258186" y="15239"/>
                  </a:lnTo>
                  <a:lnTo>
                    <a:pt x="254723" y="10629"/>
                  </a:lnTo>
                  <a:lnTo>
                    <a:pt x="244081" y="3174"/>
                  </a:lnTo>
                  <a:lnTo>
                    <a:pt x="237718" y="1308"/>
                  </a:lnTo>
                  <a:close/>
                </a:path>
                <a:path w="369570" h="97789">
                  <a:moveTo>
                    <a:pt x="258186" y="15239"/>
                  </a:moveTo>
                  <a:lnTo>
                    <a:pt x="234137" y="15239"/>
                  </a:lnTo>
                  <a:lnTo>
                    <a:pt x="237451" y="16522"/>
                  </a:lnTo>
                  <a:lnTo>
                    <a:pt x="243039" y="21602"/>
                  </a:lnTo>
                  <a:lnTo>
                    <a:pt x="245198" y="25361"/>
                  </a:lnTo>
                  <a:lnTo>
                    <a:pt x="248272" y="35344"/>
                  </a:lnTo>
                  <a:lnTo>
                    <a:pt x="248982" y="41086"/>
                  </a:lnTo>
                  <a:lnTo>
                    <a:pt x="249034" y="48844"/>
                  </a:lnTo>
                  <a:lnTo>
                    <a:pt x="248737" y="56210"/>
                  </a:lnTo>
                  <a:lnTo>
                    <a:pt x="248719" y="56656"/>
                  </a:lnTo>
                  <a:lnTo>
                    <a:pt x="247922" y="62395"/>
                  </a:lnTo>
                  <a:lnTo>
                    <a:pt x="247853" y="62890"/>
                  </a:lnTo>
                  <a:lnTo>
                    <a:pt x="247773" y="63463"/>
                  </a:lnTo>
                  <a:lnTo>
                    <a:pt x="246242" y="69086"/>
                  </a:lnTo>
                  <a:lnTo>
                    <a:pt x="246194" y="69262"/>
                  </a:lnTo>
                  <a:lnTo>
                    <a:pt x="243979" y="74053"/>
                  </a:lnTo>
                  <a:lnTo>
                    <a:pt x="240652" y="79730"/>
                  </a:lnTo>
                  <a:lnTo>
                    <a:pt x="236093" y="82575"/>
                  </a:lnTo>
                  <a:lnTo>
                    <a:pt x="258247" y="82575"/>
                  </a:lnTo>
                  <a:lnTo>
                    <a:pt x="265571" y="56656"/>
                  </a:lnTo>
                  <a:lnTo>
                    <a:pt x="265624" y="56210"/>
                  </a:lnTo>
                  <a:lnTo>
                    <a:pt x="265899" y="48844"/>
                  </a:lnTo>
                  <a:lnTo>
                    <a:pt x="265633" y="41586"/>
                  </a:lnTo>
                  <a:lnTo>
                    <a:pt x="264886" y="35344"/>
                  </a:lnTo>
                  <a:lnTo>
                    <a:pt x="264831" y="34882"/>
                  </a:lnTo>
                  <a:lnTo>
                    <a:pt x="263494" y="28732"/>
                  </a:lnTo>
                  <a:lnTo>
                    <a:pt x="261620" y="23139"/>
                  </a:lnTo>
                  <a:lnTo>
                    <a:pt x="258787" y="16040"/>
                  </a:lnTo>
                  <a:lnTo>
                    <a:pt x="258186" y="15239"/>
                  </a:lnTo>
                  <a:close/>
                </a:path>
                <a:path w="369570" h="97789">
                  <a:moveTo>
                    <a:pt x="354063" y="52857"/>
                  </a:moveTo>
                  <a:lnTo>
                    <a:pt x="345655" y="52857"/>
                  </a:lnTo>
                  <a:lnTo>
                    <a:pt x="342112" y="53771"/>
                  </a:lnTo>
                  <a:lnTo>
                    <a:pt x="330276" y="69164"/>
                  </a:lnTo>
                  <a:lnTo>
                    <a:pt x="330276" y="81191"/>
                  </a:lnTo>
                  <a:lnTo>
                    <a:pt x="345592" y="97497"/>
                  </a:lnTo>
                  <a:lnTo>
                    <a:pt x="354012" y="97497"/>
                  </a:lnTo>
                  <a:lnTo>
                    <a:pt x="357555" y="96583"/>
                  </a:lnTo>
                  <a:lnTo>
                    <a:pt x="363359" y="92913"/>
                  </a:lnTo>
                  <a:lnTo>
                    <a:pt x="365569" y="90500"/>
                  </a:lnTo>
                  <a:lnTo>
                    <a:pt x="367252" y="87134"/>
                  </a:lnTo>
                  <a:lnTo>
                    <a:pt x="346913" y="87134"/>
                  </a:lnTo>
                  <a:lnTo>
                    <a:pt x="344919" y="86156"/>
                  </a:lnTo>
                  <a:lnTo>
                    <a:pt x="342637" y="82219"/>
                  </a:lnTo>
                  <a:lnTo>
                    <a:pt x="342058" y="80022"/>
                  </a:lnTo>
                  <a:lnTo>
                    <a:pt x="342049" y="70332"/>
                  </a:lnTo>
                  <a:lnTo>
                    <a:pt x="342633" y="68148"/>
                  </a:lnTo>
                  <a:lnTo>
                    <a:pt x="344970" y="64147"/>
                  </a:lnTo>
                  <a:lnTo>
                    <a:pt x="346976" y="63131"/>
                  </a:lnTo>
                  <a:lnTo>
                    <a:pt x="367221" y="63131"/>
                  </a:lnTo>
                  <a:lnTo>
                    <a:pt x="365613" y="59855"/>
                  </a:lnTo>
                  <a:lnTo>
                    <a:pt x="363457" y="57442"/>
                  </a:lnTo>
                  <a:lnTo>
                    <a:pt x="357644" y="53771"/>
                  </a:lnTo>
                  <a:lnTo>
                    <a:pt x="354063" y="52857"/>
                  </a:lnTo>
                  <a:close/>
                </a:path>
                <a:path w="369570" h="97789">
                  <a:moveTo>
                    <a:pt x="363245" y="2565"/>
                  </a:moveTo>
                  <a:lnTo>
                    <a:pt x="351967" y="2565"/>
                  </a:lnTo>
                  <a:lnTo>
                    <a:pt x="288467" y="94932"/>
                  </a:lnTo>
                  <a:lnTo>
                    <a:pt x="299745" y="94932"/>
                  </a:lnTo>
                  <a:lnTo>
                    <a:pt x="363245" y="2565"/>
                  </a:lnTo>
                  <a:close/>
                </a:path>
                <a:path w="369570" h="97789">
                  <a:moveTo>
                    <a:pt x="367221" y="63131"/>
                  </a:moveTo>
                  <a:lnTo>
                    <a:pt x="352806" y="63131"/>
                  </a:lnTo>
                  <a:lnTo>
                    <a:pt x="354838" y="64147"/>
                  </a:lnTo>
                  <a:lnTo>
                    <a:pt x="356946" y="68148"/>
                  </a:lnTo>
                  <a:lnTo>
                    <a:pt x="357466" y="70332"/>
                  </a:lnTo>
                  <a:lnTo>
                    <a:pt x="357466" y="80022"/>
                  </a:lnTo>
                  <a:lnTo>
                    <a:pt x="356908" y="82219"/>
                  </a:lnTo>
                  <a:lnTo>
                    <a:pt x="354711" y="86156"/>
                  </a:lnTo>
                  <a:lnTo>
                    <a:pt x="352717" y="87134"/>
                  </a:lnTo>
                  <a:lnTo>
                    <a:pt x="367252" y="87134"/>
                  </a:lnTo>
                  <a:lnTo>
                    <a:pt x="368579" y="84480"/>
                  </a:lnTo>
                  <a:lnTo>
                    <a:pt x="369328" y="81191"/>
                  </a:lnTo>
                  <a:lnTo>
                    <a:pt x="369328" y="69164"/>
                  </a:lnTo>
                  <a:lnTo>
                    <a:pt x="368590" y="65874"/>
                  </a:lnTo>
                  <a:lnTo>
                    <a:pt x="367221" y="63131"/>
                  </a:lnTo>
                  <a:close/>
                </a:path>
                <a:path w="369570" h="97789">
                  <a:moveTo>
                    <a:pt x="307136" y="0"/>
                  </a:moveTo>
                  <a:lnTo>
                    <a:pt x="298742" y="0"/>
                  </a:lnTo>
                  <a:lnTo>
                    <a:pt x="295211" y="914"/>
                  </a:lnTo>
                  <a:lnTo>
                    <a:pt x="289382" y="4559"/>
                  </a:lnTo>
                  <a:lnTo>
                    <a:pt x="287159" y="6959"/>
                  </a:lnTo>
                  <a:lnTo>
                    <a:pt x="284086" y="12966"/>
                  </a:lnTo>
                  <a:lnTo>
                    <a:pt x="283324" y="16281"/>
                  </a:lnTo>
                  <a:lnTo>
                    <a:pt x="283332" y="28371"/>
                  </a:lnTo>
                  <a:lnTo>
                    <a:pt x="298653" y="44551"/>
                  </a:lnTo>
                  <a:lnTo>
                    <a:pt x="307073" y="44551"/>
                  </a:lnTo>
                  <a:lnTo>
                    <a:pt x="310629" y="43649"/>
                  </a:lnTo>
                  <a:lnTo>
                    <a:pt x="316458" y="40043"/>
                  </a:lnTo>
                  <a:lnTo>
                    <a:pt x="318655" y="37655"/>
                  </a:lnTo>
                  <a:lnTo>
                    <a:pt x="320334" y="34277"/>
                  </a:lnTo>
                  <a:lnTo>
                    <a:pt x="300012" y="34277"/>
                  </a:lnTo>
                  <a:lnTo>
                    <a:pt x="297992" y="33299"/>
                  </a:lnTo>
                  <a:lnTo>
                    <a:pt x="296849" y="31343"/>
                  </a:lnTo>
                  <a:lnTo>
                    <a:pt x="295744" y="29362"/>
                  </a:lnTo>
                  <a:lnTo>
                    <a:pt x="295186" y="27165"/>
                  </a:lnTo>
                  <a:lnTo>
                    <a:pt x="295186" y="17513"/>
                  </a:lnTo>
                  <a:lnTo>
                    <a:pt x="295757" y="15316"/>
                  </a:lnTo>
                  <a:lnTo>
                    <a:pt x="298043" y="11290"/>
                  </a:lnTo>
                  <a:lnTo>
                    <a:pt x="300037" y="10286"/>
                  </a:lnTo>
                  <a:lnTo>
                    <a:pt x="320325" y="10286"/>
                  </a:lnTo>
                  <a:lnTo>
                    <a:pt x="318693" y="6959"/>
                  </a:lnTo>
                  <a:lnTo>
                    <a:pt x="316496" y="4559"/>
                  </a:lnTo>
                  <a:lnTo>
                    <a:pt x="310692" y="914"/>
                  </a:lnTo>
                  <a:lnTo>
                    <a:pt x="307136" y="0"/>
                  </a:lnTo>
                  <a:close/>
                </a:path>
                <a:path w="369570" h="97789">
                  <a:moveTo>
                    <a:pt x="320325" y="10286"/>
                  </a:moveTo>
                  <a:lnTo>
                    <a:pt x="305866" y="10286"/>
                  </a:lnTo>
                  <a:lnTo>
                    <a:pt x="307886" y="11290"/>
                  </a:lnTo>
                  <a:lnTo>
                    <a:pt x="310000" y="15316"/>
                  </a:lnTo>
                  <a:lnTo>
                    <a:pt x="310515" y="17513"/>
                  </a:lnTo>
                  <a:lnTo>
                    <a:pt x="310515" y="27165"/>
                  </a:lnTo>
                  <a:lnTo>
                    <a:pt x="309956" y="29362"/>
                  </a:lnTo>
                  <a:lnTo>
                    <a:pt x="307771" y="33299"/>
                  </a:lnTo>
                  <a:lnTo>
                    <a:pt x="305777" y="34277"/>
                  </a:lnTo>
                  <a:lnTo>
                    <a:pt x="320334" y="34277"/>
                  </a:lnTo>
                  <a:lnTo>
                    <a:pt x="321627" y="31673"/>
                  </a:lnTo>
                  <a:lnTo>
                    <a:pt x="322376" y="28371"/>
                  </a:lnTo>
                  <a:lnTo>
                    <a:pt x="322376" y="16281"/>
                  </a:lnTo>
                  <a:lnTo>
                    <a:pt x="321640" y="12966"/>
                  </a:lnTo>
                  <a:lnTo>
                    <a:pt x="320325" y="102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9715500" y="3953912"/>
              <a:ext cx="444500" cy="250190"/>
            </a:xfrm>
            <a:custGeom>
              <a:avLst/>
              <a:gdLst/>
              <a:ahLst/>
              <a:cxnLst/>
              <a:rect l="l" t="t" r="r" b="b"/>
              <a:pathLst>
                <a:path w="444500" h="250189">
                  <a:moveTo>
                    <a:pt x="381000" y="0"/>
                  </a:moveTo>
                  <a:lnTo>
                    <a:pt x="63500" y="0"/>
                  </a:lnTo>
                  <a:lnTo>
                    <a:pt x="38785" y="4990"/>
                  </a:lnTo>
                  <a:lnTo>
                    <a:pt x="18600" y="18600"/>
                  </a:lnTo>
                  <a:lnTo>
                    <a:pt x="4990" y="38785"/>
                  </a:lnTo>
                  <a:lnTo>
                    <a:pt x="0" y="63500"/>
                  </a:lnTo>
                  <a:lnTo>
                    <a:pt x="0" y="186550"/>
                  </a:lnTo>
                  <a:lnTo>
                    <a:pt x="4990" y="211270"/>
                  </a:lnTo>
                  <a:lnTo>
                    <a:pt x="18600" y="231454"/>
                  </a:lnTo>
                  <a:lnTo>
                    <a:pt x="38785" y="245061"/>
                  </a:lnTo>
                  <a:lnTo>
                    <a:pt x="63500" y="250050"/>
                  </a:lnTo>
                  <a:lnTo>
                    <a:pt x="381000" y="250050"/>
                  </a:lnTo>
                  <a:lnTo>
                    <a:pt x="405714" y="245061"/>
                  </a:lnTo>
                  <a:lnTo>
                    <a:pt x="425899" y="231454"/>
                  </a:lnTo>
                  <a:lnTo>
                    <a:pt x="439509" y="211270"/>
                  </a:lnTo>
                  <a:lnTo>
                    <a:pt x="444500" y="186550"/>
                  </a:lnTo>
                  <a:lnTo>
                    <a:pt x="444500" y="63500"/>
                  </a:lnTo>
                  <a:lnTo>
                    <a:pt x="439509" y="38785"/>
                  </a:lnTo>
                  <a:lnTo>
                    <a:pt x="425899" y="18600"/>
                  </a:lnTo>
                  <a:lnTo>
                    <a:pt x="405714" y="499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13E4E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9750869" y="4036580"/>
              <a:ext cx="330835" cy="97790"/>
            </a:xfrm>
            <a:custGeom>
              <a:avLst/>
              <a:gdLst/>
              <a:ahLst/>
              <a:cxnLst/>
              <a:rect l="l" t="t" r="r" b="b"/>
              <a:pathLst>
                <a:path w="330834" h="97789">
                  <a:moveTo>
                    <a:pt x="64148" y="49339"/>
                  </a:moveTo>
                  <a:lnTo>
                    <a:pt x="22174" y="49339"/>
                  </a:lnTo>
                  <a:lnTo>
                    <a:pt x="23533" y="49707"/>
                  </a:lnTo>
                  <a:lnTo>
                    <a:pt x="25985" y="51269"/>
                  </a:lnTo>
                  <a:lnTo>
                    <a:pt x="27508" y="52463"/>
                  </a:lnTo>
                  <a:lnTo>
                    <a:pt x="32715" y="56997"/>
                  </a:lnTo>
                  <a:lnTo>
                    <a:pt x="35610" y="59029"/>
                  </a:lnTo>
                  <a:lnTo>
                    <a:pt x="40779" y="61556"/>
                  </a:lnTo>
                  <a:lnTo>
                    <a:pt x="43573" y="62191"/>
                  </a:lnTo>
                  <a:lnTo>
                    <a:pt x="50253" y="62191"/>
                  </a:lnTo>
                  <a:lnTo>
                    <a:pt x="53543" y="61290"/>
                  </a:lnTo>
                  <a:lnTo>
                    <a:pt x="56464" y="59486"/>
                  </a:lnTo>
                  <a:lnTo>
                    <a:pt x="59372" y="57645"/>
                  </a:lnTo>
                  <a:lnTo>
                    <a:pt x="61645" y="54914"/>
                  </a:lnTo>
                  <a:lnTo>
                    <a:pt x="64148" y="49339"/>
                  </a:lnTo>
                  <a:close/>
                </a:path>
                <a:path w="330834" h="97789">
                  <a:moveTo>
                    <a:pt x="21856" y="35407"/>
                  </a:moveTo>
                  <a:lnTo>
                    <a:pt x="15176" y="35407"/>
                  </a:lnTo>
                  <a:lnTo>
                    <a:pt x="11849" y="36322"/>
                  </a:lnTo>
                  <a:lnTo>
                    <a:pt x="0" y="59982"/>
                  </a:lnTo>
                  <a:lnTo>
                    <a:pt x="13030" y="59982"/>
                  </a:lnTo>
                  <a:lnTo>
                    <a:pt x="12966" y="56159"/>
                  </a:lnTo>
                  <a:lnTo>
                    <a:pt x="13665" y="53441"/>
                  </a:lnTo>
                  <a:lnTo>
                    <a:pt x="16573" y="50165"/>
                  </a:lnTo>
                  <a:lnTo>
                    <a:pt x="18415" y="49339"/>
                  </a:lnTo>
                  <a:lnTo>
                    <a:pt x="64148" y="49339"/>
                  </a:lnTo>
                  <a:lnTo>
                    <a:pt x="64622" y="48298"/>
                  </a:lnTo>
                  <a:lnTo>
                    <a:pt x="43281" y="48298"/>
                  </a:lnTo>
                  <a:lnTo>
                    <a:pt x="41859" y="47891"/>
                  </a:lnTo>
                  <a:lnTo>
                    <a:pt x="39472" y="46316"/>
                  </a:lnTo>
                  <a:lnTo>
                    <a:pt x="37833" y="45046"/>
                  </a:lnTo>
                  <a:lnTo>
                    <a:pt x="35941" y="43434"/>
                  </a:lnTo>
                  <a:lnTo>
                    <a:pt x="32639" y="40513"/>
                  </a:lnTo>
                  <a:lnTo>
                    <a:pt x="29705" y="38455"/>
                  </a:lnTo>
                  <a:lnTo>
                    <a:pt x="24587" y="36017"/>
                  </a:lnTo>
                  <a:lnTo>
                    <a:pt x="21856" y="35407"/>
                  </a:lnTo>
                  <a:close/>
                </a:path>
                <a:path w="330834" h="97789">
                  <a:moveTo>
                    <a:pt x="65532" y="37655"/>
                  </a:moveTo>
                  <a:lnTo>
                    <a:pt x="52451" y="37655"/>
                  </a:lnTo>
                  <a:lnTo>
                    <a:pt x="52539" y="41236"/>
                  </a:lnTo>
                  <a:lnTo>
                    <a:pt x="52177" y="42672"/>
                  </a:lnTo>
                  <a:lnTo>
                    <a:pt x="52068" y="43103"/>
                  </a:lnTo>
                  <a:lnTo>
                    <a:pt x="51985" y="43434"/>
                  </a:lnTo>
                  <a:lnTo>
                    <a:pt x="51866" y="43903"/>
                  </a:lnTo>
                  <a:lnTo>
                    <a:pt x="49009" y="47421"/>
                  </a:lnTo>
                  <a:lnTo>
                    <a:pt x="47155" y="48298"/>
                  </a:lnTo>
                  <a:lnTo>
                    <a:pt x="64622" y="48298"/>
                  </a:lnTo>
                  <a:lnTo>
                    <a:pt x="64806" y="47891"/>
                  </a:lnTo>
                  <a:lnTo>
                    <a:pt x="64922" y="47637"/>
                  </a:lnTo>
                  <a:lnTo>
                    <a:pt x="65539" y="43903"/>
                  </a:lnTo>
                  <a:lnTo>
                    <a:pt x="65532" y="37655"/>
                  </a:lnTo>
                  <a:close/>
                </a:path>
                <a:path w="330834" h="97789">
                  <a:moveTo>
                    <a:pt x="138847" y="14884"/>
                  </a:moveTo>
                  <a:lnTo>
                    <a:pt x="113944" y="14884"/>
                  </a:lnTo>
                  <a:lnTo>
                    <a:pt x="116806" y="15506"/>
                  </a:lnTo>
                  <a:lnTo>
                    <a:pt x="116676" y="15506"/>
                  </a:lnTo>
                  <a:lnTo>
                    <a:pt x="121208" y="17741"/>
                  </a:lnTo>
                  <a:lnTo>
                    <a:pt x="123024" y="19354"/>
                  </a:lnTo>
                  <a:lnTo>
                    <a:pt x="125666" y="23545"/>
                  </a:lnTo>
                  <a:lnTo>
                    <a:pt x="126326" y="26035"/>
                  </a:lnTo>
                  <a:lnTo>
                    <a:pt x="126318" y="31546"/>
                  </a:lnTo>
                  <a:lnTo>
                    <a:pt x="80467" y="82842"/>
                  </a:lnTo>
                  <a:lnTo>
                    <a:pt x="80467" y="94932"/>
                  </a:lnTo>
                  <a:lnTo>
                    <a:pt x="143789" y="94932"/>
                  </a:lnTo>
                  <a:lnTo>
                    <a:pt x="143789" y="80949"/>
                  </a:lnTo>
                  <a:lnTo>
                    <a:pt x="103555" y="80949"/>
                  </a:lnTo>
                  <a:lnTo>
                    <a:pt x="103555" y="80314"/>
                  </a:lnTo>
                  <a:lnTo>
                    <a:pt x="119481" y="64135"/>
                  </a:lnTo>
                  <a:lnTo>
                    <a:pt x="125463" y="58356"/>
                  </a:lnTo>
                  <a:lnTo>
                    <a:pt x="130111" y="53441"/>
                  </a:lnTo>
                  <a:lnTo>
                    <a:pt x="133413" y="49377"/>
                  </a:lnTo>
                  <a:lnTo>
                    <a:pt x="136753" y="45326"/>
                  </a:lnTo>
                  <a:lnTo>
                    <a:pt x="139077" y="41630"/>
                  </a:lnTo>
                  <a:lnTo>
                    <a:pt x="141732" y="34950"/>
                  </a:lnTo>
                  <a:lnTo>
                    <a:pt x="142392" y="31546"/>
                  </a:lnTo>
                  <a:lnTo>
                    <a:pt x="142392" y="22923"/>
                  </a:lnTo>
                  <a:lnTo>
                    <a:pt x="141084" y="18326"/>
                  </a:lnTo>
                  <a:lnTo>
                    <a:pt x="138847" y="14884"/>
                  </a:lnTo>
                  <a:close/>
                </a:path>
                <a:path w="330834" h="97789">
                  <a:moveTo>
                    <a:pt x="117411" y="1308"/>
                  </a:moveTo>
                  <a:lnTo>
                    <a:pt x="105117" y="1308"/>
                  </a:lnTo>
                  <a:lnTo>
                    <a:pt x="99707" y="2489"/>
                  </a:lnTo>
                  <a:lnTo>
                    <a:pt x="79921" y="24345"/>
                  </a:lnTo>
                  <a:lnTo>
                    <a:pt x="79921" y="30213"/>
                  </a:lnTo>
                  <a:lnTo>
                    <a:pt x="95846" y="30213"/>
                  </a:lnTo>
                  <a:lnTo>
                    <a:pt x="95846" y="27063"/>
                  </a:lnTo>
                  <a:lnTo>
                    <a:pt x="96453" y="24345"/>
                  </a:lnTo>
                  <a:lnTo>
                    <a:pt x="97688" y="22047"/>
                  </a:lnTo>
                  <a:lnTo>
                    <a:pt x="98958" y="19761"/>
                  </a:lnTo>
                  <a:lnTo>
                    <a:pt x="100736" y="18008"/>
                  </a:lnTo>
                  <a:lnTo>
                    <a:pt x="103009" y="16776"/>
                  </a:lnTo>
                  <a:lnTo>
                    <a:pt x="105295" y="15506"/>
                  </a:lnTo>
                  <a:lnTo>
                    <a:pt x="107962" y="14884"/>
                  </a:lnTo>
                  <a:lnTo>
                    <a:pt x="138847" y="14884"/>
                  </a:lnTo>
                  <a:lnTo>
                    <a:pt x="135877" y="10261"/>
                  </a:lnTo>
                  <a:lnTo>
                    <a:pt x="132245" y="7099"/>
                  </a:lnTo>
                  <a:lnTo>
                    <a:pt x="122911" y="2489"/>
                  </a:lnTo>
                  <a:lnTo>
                    <a:pt x="117411" y="1308"/>
                  </a:lnTo>
                  <a:close/>
                </a:path>
                <a:path w="330834" h="97789">
                  <a:moveTo>
                    <a:pt x="175577" y="69811"/>
                  </a:moveTo>
                  <a:lnTo>
                    <a:pt x="158623" y="69811"/>
                  </a:lnTo>
                  <a:lnTo>
                    <a:pt x="158708" y="72313"/>
                  </a:lnTo>
                  <a:lnTo>
                    <a:pt x="186004" y="96189"/>
                  </a:lnTo>
                  <a:lnTo>
                    <a:pt x="199110" y="96189"/>
                  </a:lnTo>
                  <a:lnTo>
                    <a:pt x="204707" y="95084"/>
                  </a:lnTo>
                  <a:lnTo>
                    <a:pt x="204852" y="95084"/>
                  </a:lnTo>
                  <a:lnTo>
                    <a:pt x="215226" y="90411"/>
                  </a:lnTo>
                  <a:lnTo>
                    <a:pt x="219252" y="87223"/>
                  </a:lnTo>
                  <a:lnTo>
                    <a:pt x="222890" y="82169"/>
                  </a:lnTo>
                  <a:lnTo>
                    <a:pt x="189357" y="82169"/>
                  </a:lnTo>
                  <a:lnTo>
                    <a:pt x="186550" y="81661"/>
                  </a:lnTo>
                  <a:lnTo>
                    <a:pt x="175657" y="71120"/>
                  </a:lnTo>
                  <a:lnTo>
                    <a:pt x="175577" y="69811"/>
                  </a:lnTo>
                  <a:close/>
                </a:path>
                <a:path w="330834" h="97789">
                  <a:moveTo>
                    <a:pt x="219962" y="14884"/>
                  </a:moveTo>
                  <a:lnTo>
                    <a:pt x="195554" y="14884"/>
                  </a:lnTo>
                  <a:lnTo>
                    <a:pt x="198069" y="15417"/>
                  </a:lnTo>
                  <a:lnTo>
                    <a:pt x="200202" y="16510"/>
                  </a:lnTo>
                  <a:lnTo>
                    <a:pt x="202374" y="17589"/>
                  </a:lnTo>
                  <a:lnTo>
                    <a:pt x="204038" y="19100"/>
                  </a:lnTo>
                  <a:lnTo>
                    <a:pt x="205206" y="21056"/>
                  </a:lnTo>
                  <a:lnTo>
                    <a:pt x="206413" y="22987"/>
                  </a:lnTo>
                  <a:lnTo>
                    <a:pt x="206902" y="24879"/>
                  </a:lnTo>
                  <a:lnTo>
                    <a:pt x="206997" y="30543"/>
                  </a:lnTo>
                  <a:lnTo>
                    <a:pt x="206324" y="32905"/>
                  </a:lnTo>
                  <a:lnTo>
                    <a:pt x="203555" y="36969"/>
                  </a:lnTo>
                  <a:lnTo>
                    <a:pt x="201650" y="38531"/>
                  </a:lnTo>
                  <a:lnTo>
                    <a:pt x="199212" y="39636"/>
                  </a:lnTo>
                  <a:lnTo>
                    <a:pt x="196811" y="40754"/>
                  </a:lnTo>
                  <a:lnTo>
                    <a:pt x="193992" y="41313"/>
                  </a:lnTo>
                  <a:lnTo>
                    <a:pt x="182613" y="41313"/>
                  </a:lnTo>
                  <a:lnTo>
                    <a:pt x="182613" y="54203"/>
                  </a:lnTo>
                  <a:lnTo>
                    <a:pt x="194691" y="54203"/>
                  </a:lnTo>
                  <a:lnTo>
                    <a:pt x="198031" y="54813"/>
                  </a:lnTo>
                  <a:lnTo>
                    <a:pt x="203593" y="57213"/>
                  </a:lnTo>
                  <a:lnTo>
                    <a:pt x="205727" y="58877"/>
                  </a:lnTo>
                  <a:lnTo>
                    <a:pt x="208673" y="63157"/>
                  </a:lnTo>
                  <a:lnTo>
                    <a:pt x="209384" y="65620"/>
                  </a:lnTo>
                  <a:lnTo>
                    <a:pt x="209384" y="71120"/>
                  </a:lnTo>
                  <a:lnTo>
                    <a:pt x="208686" y="73507"/>
                  </a:lnTo>
                  <a:lnTo>
                    <a:pt x="205803" y="77660"/>
                  </a:lnTo>
                  <a:lnTo>
                    <a:pt x="203796" y="79286"/>
                  </a:lnTo>
                  <a:lnTo>
                    <a:pt x="198551" y="81661"/>
                  </a:lnTo>
                  <a:lnTo>
                    <a:pt x="198365" y="81661"/>
                  </a:lnTo>
                  <a:lnTo>
                    <a:pt x="195757" y="82169"/>
                  </a:lnTo>
                  <a:lnTo>
                    <a:pt x="222890" y="82169"/>
                  </a:lnTo>
                  <a:lnTo>
                    <a:pt x="225120" y="79070"/>
                  </a:lnTo>
                  <a:lnTo>
                    <a:pt x="226581" y="74485"/>
                  </a:lnTo>
                  <a:lnTo>
                    <a:pt x="226496" y="63157"/>
                  </a:lnTo>
                  <a:lnTo>
                    <a:pt x="224964" y="58877"/>
                  </a:lnTo>
                  <a:lnTo>
                    <a:pt x="224891" y="58674"/>
                  </a:lnTo>
                  <a:lnTo>
                    <a:pt x="221421" y="54813"/>
                  </a:lnTo>
                  <a:lnTo>
                    <a:pt x="217944" y="50888"/>
                  </a:lnTo>
                  <a:lnTo>
                    <a:pt x="212966" y="48475"/>
                  </a:lnTo>
                  <a:lnTo>
                    <a:pt x="206476" y="47574"/>
                  </a:lnTo>
                  <a:lnTo>
                    <a:pt x="206476" y="46850"/>
                  </a:lnTo>
                  <a:lnTo>
                    <a:pt x="211467" y="45770"/>
                  </a:lnTo>
                  <a:lnTo>
                    <a:pt x="215493" y="43472"/>
                  </a:lnTo>
                  <a:lnTo>
                    <a:pt x="218554" y="39954"/>
                  </a:lnTo>
                  <a:lnTo>
                    <a:pt x="221653" y="36436"/>
                  </a:lnTo>
                  <a:lnTo>
                    <a:pt x="223189" y="32080"/>
                  </a:lnTo>
                  <a:lnTo>
                    <a:pt x="223164" y="22288"/>
                  </a:lnTo>
                  <a:lnTo>
                    <a:pt x="222832" y="21056"/>
                  </a:lnTo>
                  <a:lnTo>
                    <a:pt x="221907" y="17907"/>
                  </a:lnTo>
                  <a:lnTo>
                    <a:pt x="219962" y="14884"/>
                  </a:lnTo>
                  <a:close/>
                </a:path>
                <a:path w="330834" h="97789">
                  <a:moveTo>
                    <a:pt x="198932" y="1308"/>
                  </a:moveTo>
                  <a:lnTo>
                    <a:pt x="186778" y="1308"/>
                  </a:lnTo>
                  <a:lnTo>
                    <a:pt x="181133" y="2463"/>
                  </a:lnTo>
                  <a:lnTo>
                    <a:pt x="181272" y="2463"/>
                  </a:lnTo>
                  <a:lnTo>
                    <a:pt x="171767" y="6832"/>
                  </a:lnTo>
                  <a:lnTo>
                    <a:pt x="167919" y="9906"/>
                  </a:lnTo>
                  <a:lnTo>
                    <a:pt x="162399" y="17437"/>
                  </a:lnTo>
                  <a:lnTo>
                    <a:pt x="162287" y="17589"/>
                  </a:lnTo>
                  <a:lnTo>
                    <a:pt x="162166" y="17754"/>
                  </a:lnTo>
                  <a:lnTo>
                    <a:pt x="160680" y="22288"/>
                  </a:lnTo>
                  <a:lnTo>
                    <a:pt x="160566" y="27470"/>
                  </a:lnTo>
                  <a:lnTo>
                    <a:pt x="176657" y="27470"/>
                  </a:lnTo>
                  <a:lnTo>
                    <a:pt x="176758" y="24879"/>
                  </a:lnTo>
                  <a:lnTo>
                    <a:pt x="177418" y="22987"/>
                  </a:lnTo>
                  <a:lnTo>
                    <a:pt x="189852" y="14884"/>
                  </a:lnTo>
                  <a:lnTo>
                    <a:pt x="219962" y="14884"/>
                  </a:lnTo>
                  <a:lnTo>
                    <a:pt x="216916" y="10147"/>
                  </a:lnTo>
                  <a:lnTo>
                    <a:pt x="213385" y="7061"/>
                  </a:lnTo>
                  <a:lnTo>
                    <a:pt x="204279" y="2463"/>
                  </a:lnTo>
                  <a:lnTo>
                    <a:pt x="198932" y="1308"/>
                  </a:lnTo>
                  <a:close/>
                </a:path>
                <a:path w="330834" h="97789">
                  <a:moveTo>
                    <a:pt x="315252" y="52857"/>
                  </a:moveTo>
                  <a:lnTo>
                    <a:pt x="306832" y="52857"/>
                  </a:lnTo>
                  <a:lnTo>
                    <a:pt x="303301" y="53771"/>
                  </a:lnTo>
                  <a:lnTo>
                    <a:pt x="297472" y="57442"/>
                  </a:lnTo>
                  <a:lnTo>
                    <a:pt x="295236" y="59855"/>
                  </a:lnTo>
                  <a:lnTo>
                    <a:pt x="292201" y="65874"/>
                  </a:lnTo>
                  <a:lnTo>
                    <a:pt x="291452" y="69164"/>
                  </a:lnTo>
                  <a:lnTo>
                    <a:pt x="291452" y="81191"/>
                  </a:lnTo>
                  <a:lnTo>
                    <a:pt x="306768" y="97497"/>
                  </a:lnTo>
                  <a:lnTo>
                    <a:pt x="315188" y="97497"/>
                  </a:lnTo>
                  <a:lnTo>
                    <a:pt x="318731" y="96583"/>
                  </a:lnTo>
                  <a:lnTo>
                    <a:pt x="324535" y="92913"/>
                  </a:lnTo>
                  <a:lnTo>
                    <a:pt x="326745" y="90500"/>
                  </a:lnTo>
                  <a:lnTo>
                    <a:pt x="328428" y="87134"/>
                  </a:lnTo>
                  <a:lnTo>
                    <a:pt x="308089" y="87134"/>
                  </a:lnTo>
                  <a:lnTo>
                    <a:pt x="306108" y="86156"/>
                  </a:lnTo>
                  <a:lnTo>
                    <a:pt x="303825" y="82219"/>
                  </a:lnTo>
                  <a:lnTo>
                    <a:pt x="303235" y="80022"/>
                  </a:lnTo>
                  <a:lnTo>
                    <a:pt x="303225" y="70332"/>
                  </a:lnTo>
                  <a:lnTo>
                    <a:pt x="303809" y="68148"/>
                  </a:lnTo>
                  <a:lnTo>
                    <a:pt x="306158" y="64147"/>
                  </a:lnTo>
                  <a:lnTo>
                    <a:pt x="308152" y="63131"/>
                  </a:lnTo>
                  <a:lnTo>
                    <a:pt x="328409" y="63131"/>
                  </a:lnTo>
                  <a:lnTo>
                    <a:pt x="326802" y="59855"/>
                  </a:lnTo>
                  <a:lnTo>
                    <a:pt x="324633" y="57442"/>
                  </a:lnTo>
                  <a:lnTo>
                    <a:pt x="318833" y="53771"/>
                  </a:lnTo>
                  <a:lnTo>
                    <a:pt x="315252" y="52857"/>
                  </a:lnTo>
                  <a:close/>
                </a:path>
                <a:path w="330834" h="97789">
                  <a:moveTo>
                    <a:pt x="324421" y="2565"/>
                  </a:moveTo>
                  <a:lnTo>
                    <a:pt x="313143" y="2565"/>
                  </a:lnTo>
                  <a:lnTo>
                    <a:pt x="249643" y="94932"/>
                  </a:lnTo>
                  <a:lnTo>
                    <a:pt x="260921" y="94932"/>
                  </a:lnTo>
                  <a:lnTo>
                    <a:pt x="324299" y="2743"/>
                  </a:lnTo>
                  <a:lnTo>
                    <a:pt x="324421" y="2565"/>
                  </a:lnTo>
                  <a:close/>
                </a:path>
                <a:path w="330834" h="97789">
                  <a:moveTo>
                    <a:pt x="328409" y="63131"/>
                  </a:moveTo>
                  <a:lnTo>
                    <a:pt x="313982" y="63131"/>
                  </a:lnTo>
                  <a:lnTo>
                    <a:pt x="316014" y="64147"/>
                  </a:lnTo>
                  <a:lnTo>
                    <a:pt x="318122" y="68148"/>
                  </a:lnTo>
                  <a:lnTo>
                    <a:pt x="318643" y="70332"/>
                  </a:lnTo>
                  <a:lnTo>
                    <a:pt x="318643" y="80022"/>
                  </a:lnTo>
                  <a:lnTo>
                    <a:pt x="318096" y="82219"/>
                  </a:lnTo>
                  <a:lnTo>
                    <a:pt x="315899" y="86156"/>
                  </a:lnTo>
                  <a:lnTo>
                    <a:pt x="313893" y="87134"/>
                  </a:lnTo>
                  <a:lnTo>
                    <a:pt x="328428" y="87134"/>
                  </a:lnTo>
                  <a:lnTo>
                    <a:pt x="329755" y="84480"/>
                  </a:lnTo>
                  <a:lnTo>
                    <a:pt x="330504" y="81191"/>
                  </a:lnTo>
                  <a:lnTo>
                    <a:pt x="330504" y="69164"/>
                  </a:lnTo>
                  <a:lnTo>
                    <a:pt x="329766" y="65874"/>
                  </a:lnTo>
                  <a:lnTo>
                    <a:pt x="328409" y="63131"/>
                  </a:lnTo>
                  <a:close/>
                </a:path>
                <a:path w="330834" h="97789">
                  <a:moveTo>
                    <a:pt x="268312" y="0"/>
                  </a:moveTo>
                  <a:lnTo>
                    <a:pt x="259930" y="0"/>
                  </a:lnTo>
                  <a:lnTo>
                    <a:pt x="256400" y="914"/>
                  </a:lnTo>
                  <a:lnTo>
                    <a:pt x="250558" y="4559"/>
                  </a:lnTo>
                  <a:lnTo>
                    <a:pt x="248335" y="6959"/>
                  </a:lnTo>
                  <a:lnTo>
                    <a:pt x="245275" y="12966"/>
                  </a:lnTo>
                  <a:lnTo>
                    <a:pt x="244500" y="16281"/>
                  </a:lnTo>
                  <a:lnTo>
                    <a:pt x="244509" y="28371"/>
                  </a:lnTo>
                  <a:lnTo>
                    <a:pt x="259842" y="44551"/>
                  </a:lnTo>
                  <a:lnTo>
                    <a:pt x="268262" y="44551"/>
                  </a:lnTo>
                  <a:lnTo>
                    <a:pt x="271805" y="43649"/>
                  </a:lnTo>
                  <a:lnTo>
                    <a:pt x="277634" y="40043"/>
                  </a:lnTo>
                  <a:lnTo>
                    <a:pt x="279831" y="37655"/>
                  </a:lnTo>
                  <a:lnTo>
                    <a:pt x="281510" y="34277"/>
                  </a:lnTo>
                  <a:lnTo>
                    <a:pt x="261188" y="34277"/>
                  </a:lnTo>
                  <a:lnTo>
                    <a:pt x="259181" y="33299"/>
                  </a:lnTo>
                  <a:lnTo>
                    <a:pt x="258038" y="31343"/>
                  </a:lnTo>
                  <a:lnTo>
                    <a:pt x="256921" y="29362"/>
                  </a:lnTo>
                  <a:lnTo>
                    <a:pt x="256362" y="27165"/>
                  </a:lnTo>
                  <a:lnTo>
                    <a:pt x="256362" y="17513"/>
                  </a:lnTo>
                  <a:lnTo>
                    <a:pt x="256933" y="15316"/>
                  </a:lnTo>
                  <a:lnTo>
                    <a:pt x="259219" y="11290"/>
                  </a:lnTo>
                  <a:lnTo>
                    <a:pt x="261226" y="10287"/>
                  </a:lnTo>
                  <a:lnTo>
                    <a:pt x="281514" y="10287"/>
                  </a:lnTo>
                  <a:lnTo>
                    <a:pt x="279882" y="6959"/>
                  </a:lnTo>
                  <a:lnTo>
                    <a:pt x="277685" y="4559"/>
                  </a:lnTo>
                  <a:lnTo>
                    <a:pt x="274764" y="2743"/>
                  </a:lnTo>
                  <a:lnTo>
                    <a:pt x="271881" y="914"/>
                  </a:lnTo>
                  <a:lnTo>
                    <a:pt x="268312" y="0"/>
                  </a:lnTo>
                  <a:close/>
                </a:path>
                <a:path w="330834" h="97789">
                  <a:moveTo>
                    <a:pt x="281514" y="10287"/>
                  </a:moveTo>
                  <a:lnTo>
                    <a:pt x="267055" y="10287"/>
                  </a:lnTo>
                  <a:lnTo>
                    <a:pt x="269062" y="11290"/>
                  </a:lnTo>
                  <a:lnTo>
                    <a:pt x="271176" y="15316"/>
                  </a:lnTo>
                  <a:lnTo>
                    <a:pt x="271703" y="17513"/>
                  </a:lnTo>
                  <a:lnTo>
                    <a:pt x="271703" y="27165"/>
                  </a:lnTo>
                  <a:lnTo>
                    <a:pt x="271145" y="29362"/>
                  </a:lnTo>
                  <a:lnTo>
                    <a:pt x="268947" y="33299"/>
                  </a:lnTo>
                  <a:lnTo>
                    <a:pt x="266966" y="34277"/>
                  </a:lnTo>
                  <a:lnTo>
                    <a:pt x="281510" y="34277"/>
                  </a:lnTo>
                  <a:lnTo>
                    <a:pt x="282803" y="31673"/>
                  </a:lnTo>
                  <a:lnTo>
                    <a:pt x="283565" y="28371"/>
                  </a:lnTo>
                  <a:lnTo>
                    <a:pt x="283565" y="16281"/>
                  </a:lnTo>
                  <a:lnTo>
                    <a:pt x="282829" y="12966"/>
                  </a:lnTo>
                  <a:lnTo>
                    <a:pt x="281514" y="102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9728200" y="4253382"/>
              <a:ext cx="444500" cy="250190"/>
            </a:xfrm>
            <a:custGeom>
              <a:avLst/>
              <a:gdLst/>
              <a:ahLst/>
              <a:cxnLst/>
              <a:rect l="l" t="t" r="r" b="b"/>
              <a:pathLst>
                <a:path w="444500" h="250189">
                  <a:moveTo>
                    <a:pt x="381000" y="0"/>
                  </a:moveTo>
                  <a:lnTo>
                    <a:pt x="63500" y="0"/>
                  </a:lnTo>
                  <a:lnTo>
                    <a:pt x="38785" y="4990"/>
                  </a:lnTo>
                  <a:lnTo>
                    <a:pt x="18600" y="18600"/>
                  </a:lnTo>
                  <a:lnTo>
                    <a:pt x="4990" y="38785"/>
                  </a:lnTo>
                  <a:lnTo>
                    <a:pt x="0" y="63500"/>
                  </a:lnTo>
                  <a:lnTo>
                    <a:pt x="0" y="186550"/>
                  </a:lnTo>
                  <a:lnTo>
                    <a:pt x="4990" y="211270"/>
                  </a:lnTo>
                  <a:lnTo>
                    <a:pt x="18600" y="231454"/>
                  </a:lnTo>
                  <a:lnTo>
                    <a:pt x="38785" y="245061"/>
                  </a:lnTo>
                  <a:lnTo>
                    <a:pt x="63500" y="250050"/>
                  </a:lnTo>
                  <a:lnTo>
                    <a:pt x="381000" y="250050"/>
                  </a:lnTo>
                  <a:lnTo>
                    <a:pt x="405714" y="245061"/>
                  </a:lnTo>
                  <a:lnTo>
                    <a:pt x="425899" y="231454"/>
                  </a:lnTo>
                  <a:lnTo>
                    <a:pt x="439509" y="211270"/>
                  </a:lnTo>
                  <a:lnTo>
                    <a:pt x="444500" y="186550"/>
                  </a:lnTo>
                  <a:lnTo>
                    <a:pt x="444500" y="63500"/>
                  </a:lnTo>
                  <a:lnTo>
                    <a:pt x="439509" y="38785"/>
                  </a:lnTo>
                  <a:lnTo>
                    <a:pt x="425899" y="18600"/>
                  </a:lnTo>
                  <a:lnTo>
                    <a:pt x="405714" y="499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13E4E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9763569" y="4336050"/>
              <a:ext cx="318135" cy="97790"/>
            </a:xfrm>
            <a:custGeom>
              <a:avLst/>
              <a:gdLst/>
              <a:ahLst/>
              <a:cxnLst/>
              <a:rect l="l" t="t" r="r" b="b"/>
              <a:pathLst>
                <a:path w="318134" h="97789">
                  <a:moveTo>
                    <a:pt x="64148" y="49339"/>
                  </a:moveTo>
                  <a:lnTo>
                    <a:pt x="22174" y="49339"/>
                  </a:lnTo>
                  <a:lnTo>
                    <a:pt x="23533" y="49707"/>
                  </a:lnTo>
                  <a:lnTo>
                    <a:pt x="25985" y="51269"/>
                  </a:lnTo>
                  <a:lnTo>
                    <a:pt x="27508" y="52463"/>
                  </a:lnTo>
                  <a:lnTo>
                    <a:pt x="32715" y="56997"/>
                  </a:lnTo>
                  <a:lnTo>
                    <a:pt x="35610" y="59029"/>
                  </a:lnTo>
                  <a:lnTo>
                    <a:pt x="40779" y="61556"/>
                  </a:lnTo>
                  <a:lnTo>
                    <a:pt x="43573" y="62191"/>
                  </a:lnTo>
                  <a:lnTo>
                    <a:pt x="50253" y="62191"/>
                  </a:lnTo>
                  <a:lnTo>
                    <a:pt x="53543" y="61290"/>
                  </a:lnTo>
                  <a:lnTo>
                    <a:pt x="56464" y="59486"/>
                  </a:lnTo>
                  <a:lnTo>
                    <a:pt x="59372" y="57645"/>
                  </a:lnTo>
                  <a:lnTo>
                    <a:pt x="61645" y="54914"/>
                  </a:lnTo>
                  <a:lnTo>
                    <a:pt x="64148" y="49339"/>
                  </a:lnTo>
                  <a:close/>
                </a:path>
                <a:path w="318134" h="97789">
                  <a:moveTo>
                    <a:pt x="21856" y="35407"/>
                  </a:moveTo>
                  <a:lnTo>
                    <a:pt x="15176" y="35407"/>
                  </a:lnTo>
                  <a:lnTo>
                    <a:pt x="11849" y="36322"/>
                  </a:lnTo>
                  <a:lnTo>
                    <a:pt x="0" y="59982"/>
                  </a:lnTo>
                  <a:lnTo>
                    <a:pt x="13030" y="59982"/>
                  </a:lnTo>
                  <a:lnTo>
                    <a:pt x="12966" y="56159"/>
                  </a:lnTo>
                  <a:lnTo>
                    <a:pt x="13665" y="53441"/>
                  </a:lnTo>
                  <a:lnTo>
                    <a:pt x="16573" y="50165"/>
                  </a:lnTo>
                  <a:lnTo>
                    <a:pt x="18415" y="49339"/>
                  </a:lnTo>
                  <a:lnTo>
                    <a:pt x="64148" y="49339"/>
                  </a:lnTo>
                  <a:lnTo>
                    <a:pt x="64622" y="48298"/>
                  </a:lnTo>
                  <a:lnTo>
                    <a:pt x="43281" y="48298"/>
                  </a:lnTo>
                  <a:lnTo>
                    <a:pt x="41859" y="47891"/>
                  </a:lnTo>
                  <a:lnTo>
                    <a:pt x="39472" y="46316"/>
                  </a:lnTo>
                  <a:lnTo>
                    <a:pt x="37833" y="45046"/>
                  </a:lnTo>
                  <a:lnTo>
                    <a:pt x="35941" y="43434"/>
                  </a:lnTo>
                  <a:lnTo>
                    <a:pt x="32639" y="40513"/>
                  </a:lnTo>
                  <a:lnTo>
                    <a:pt x="29705" y="38455"/>
                  </a:lnTo>
                  <a:lnTo>
                    <a:pt x="24587" y="36017"/>
                  </a:lnTo>
                  <a:lnTo>
                    <a:pt x="21856" y="35407"/>
                  </a:lnTo>
                  <a:close/>
                </a:path>
                <a:path w="318134" h="97789">
                  <a:moveTo>
                    <a:pt x="65532" y="37655"/>
                  </a:moveTo>
                  <a:lnTo>
                    <a:pt x="52451" y="37655"/>
                  </a:lnTo>
                  <a:lnTo>
                    <a:pt x="52539" y="41236"/>
                  </a:lnTo>
                  <a:lnTo>
                    <a:pt x="52177" y="42672"/>
                  </a:lnTo>
                  <a:lnTo>
                    <a:pt x="52068" y="43103"/>
                  </a:lnTo>
                  <a:lnTo>
                    <a:pt x="51985" y="43434"/>
                  </a:lnTo>
                  <a:lnTo>
                    <a:pt x="51866" y="43903"/>
                  </a:lnTo>
                  <a:lnTo>
                    <a:pt x="49009" y="47421"/>
                  </a:lnTo>
                  <a:lnTo>
                    <a:pt x="47155" y="48298"/>
                  </a:lnTo>
                  <a:lnTo>
                    <a:pt x="64622" y="48298"/>
                  </a:lnTo>
                  <a:lnTo>
                    <a:pt x="64806" y="47891"/>
                  </a:lnTo>
                  <a:lnTo>
                    <a:pt x="64922" y="47637"/>
                  </a:lnTo>
                  <a:lnTo>
                    <a:pt x="65539" y="43903"/>
                  </a:lnTo>
                  <a:lnTo>
                    <a:pt x="65532" y="37655"/>
                  </a:lnTo>
                  <a:close/>
                </a:path>
                <a:path w="318134" h="97789">
                  <a:moveTo>
                    <a:pt x="121259" y="18846"/>
                  </a:moveTo>
                  <a:lnTo>
                    <a:pt x="104521" y="18846"/>
                  </a:lnTo>
                  <a:lnTo>
                    <a:pt x="104521" y="94932"/>
                  </a:lnTo>
                  <a:lnTo>
                    <a:pt x="121259" y="94932"/>
                  </a:lnTo>
                  <a:lnTo>
                    <a:pt x="121259" y="18846"/>
                  </a:lnTo>
                  <a:close/>
                </a:path>
                <a:path w="318134" h="97789">
                  <a:moveTo>
                    <a:pt x="121259" y="2565"/>
                  </a:moveTo>
                  <a:lnTo>
                    <a:pt x="105333" y="2565"/>
                  </a:lnTo>
                  <a:lnTo>
                    <a:pt x="82384" y="17310"/>
                  </a:lnTo>
                  <a:lnTo>
                    <a:pt x="82384" y="32651"/>
                  </a:lnTo>
                  <a:lnTo>
                    <a:pt x="103987" y="18846"/>
                  </a:lnTo>
                  <a:lnTo>
                    <a:pt x="121259" y="18846"/>
                  </a:lnTo>
                  <a:lnTo>
                    <a:pt x="121259" y="2565"/>
                  </a:lnTo>
                  <a:close/>
                </a:path>
                <a:path w="318134" h="97789">
                  <a:moveTo>
                    <a:pt x="193332" y="2565"/>
                  </a:moveTo>
                  <a:lnTo>
                    <a:pt x="187286" y="2565"/>
                  </a:lnTo>
                  <a:lnTo>
                    <a:pt x="187286" y="67779"/>
                  </a:lnTo>
                  <a:lnTo>
                    <a:pt x="187109" y="73736"/>
                  </a:lnTo>
                  <a:lnTo>
                    <a:pt x="187109" y="94932"/>
                  </a:lnTo>
                  <a:lnTo>
                    <a:pt x="203073" y="94932"/>
                  </a:lnTo>
                  <a:lnTo>
                    <a:pt x="203073" y="21513"/>
                  </a:lnTo>
                  <a:lnTo>
                    <a:pt x="193332" y="21513"/>
                  </a:lnTo>
                  <a:lnTo>
                    <a:pt x="193332" y="2565"/>
                  </a:lnTo>
                  <a:close/>
                </a:path>
                <a:path w="318134" h="97789">
                  <a:moveTo>
                    <a:pt x="187286" y="2565"/>
                  </a:moveTo>
                  <a:lnTo>
                    <a:pt x="182232" y="2565"/>
                  </a:lnTo>
                  <a:lnTo>
                    <a:pt x="143040" y="64490"/>
                  </a:lnTo>
                  <a:lnTo>
                    <a:pt x="143040" y="77800"/>
                  </a:lnTo>
                  <a:lnTo>
                    <a:pt x="187109" y="77800"/>
                  </a:lnTo>
                  <a:lnTo>
                    <a:pt x="187109" y="73736"/>
                  </a:lnTo>
                  <a:lnTo>
                    <a:pt x="187286" y="67779"/>
                  </a:lnTo>
                  <a:lnTo>
                    <a:pt x="187286" y="64033"/>
                  </a:lnTo>
                  <a:lnTo>
                    <a:pt x="160185" y="64033"/>
                  </a:lnTo>
                  <a:lnTo>
                    <a:pt x="160185" y="63322"/>
                  </a:lnTo>
                  <a:lnTo>
                    <a:pt x="186563" y="21513"/>
                  </a:lnTo>
                  <a:lnTo>
                    <a:pt x="187286" y="21513"/>
                  </a:lnTo>
                  <a:lnTo>
                    <a:pt x="187286" y="2565"/>
                  </a:lnTo>
                  <a:close/>
                </a:path>
                <a:path w="318134" h="97789">
                  <a:moveTo>
                    <a:pt x="214884" y="64033"/>
                  </a:moveTo>
                  <a:lnTo>
                    <a:pt x="203073" y="64033"/>
                  </a:lnTo>
                  <a:lnTo>
                    <a:pt x="203073" y="77800"/>
                  </a:lnTo>
                  <a:lnTo>
                    <a:pt x="214884" y="77800"/>
                  </a:lnTo>
                  <a:lnTo>
                    <a:pt x="214884" y="64033"/>
                  </a:lnTo>
                  <a:close/>
                </a:path>
                <a:path w="318134" h="97789">
                  <a:moveTo>
                    <a:pt x="203073" y="2565"/>
                  </a:moveTo>
                  <a:lnTo>
                    <a:pt x="193332" y="2565"/>
                  </a:lnTo>
                  <a:lnTo>
                    <a:pt x="193332" y="21513"/>
                  </a:lnTo>
                  <a:lnTo>
                    <a:pt x="203073" y="21513"/>
                  </a:lnTo>
                  <a:lnTo>
                    <a:pt x="203073" y="2565"/>
                  </a:lnTo>
                  <a:close/>
                </a:path>
                <a:path w="318134" h="97789">
                  <a:moveTo>
                    <a:pt x="302475" y="52857"/>
                  </a:moveTo>
                  <a:lnTo>
                    <a:pt x="294055" y="52857"/>
                  </a:lnTo>
                  <a:lnTo>
                    <a:pt x="290525" y="53771"/>
                  </a:lnTo>
                  <a:lnTo>
                    <a:pt x="284695" y="57442"/>
                  </a:lnTo>
                  <a:lnTo>
                    <a:pt x="282460" y="59855"/>
                  </a:lnTo>
                  <a:lnTo>
                    <a:pt x="279425" y="65874"/>
                  </a:lnTo>
                  <a:lnTo>
                    <a:pt x="278676" y="69164"/>
                  </a:lnTo>
                  <a:lnTo>
                    <a:pt x="278676" y="81191"/>
                  </a:lnTo>
                  <a:lnTo>
                    <a:pt x="293992" y="97497"/>
                  </a:lnTo>
                  <a:lnTo>
                    <a:pt x="302412" y="97497"/>
                  </a:lnTo>
                  <a:lnTo>
                    <a:pt x="305968" y="96583"/>
                  </a:lnTo>
                  <a:lnTo>
                    <a:pt x="311772" y="92913"/>
                  </a:lnTo>
                  <a:lnTo>
                    <a:pt x="313982" y="90500"/>
                  </a:lnTo>
                  <a:lnTo>
                    <a:pt x="315657" y="87134"/>
                  </a:lnTo>
                  <a:lnTo>
                    <a:pt x="295325" y="87134"/>
                  </a:lnTo>
                  <a:lnTo>
                    <a:pt x="293332" y="86156"/>
                  </a:lnTo>
                  <a:lnTo>
                    <a:pt x="291049" y="82219"/>
                  </a:lnTo>
                  <a:lnTo>
                    <a:pt x="290458" y="80022"/>
                  </a:lnTo>
                  <a:lnTo>
                    <a:pt x="290449" y="70332"/>
                  </a:lnTo>
                  <a:lnTo>
                    <a:pt x="291033" y="68148"/>
                  </a:lnTo>
                  <a:lnTo>
                    <a:pt x="293382" y="64147"/>
                  </a:lnTo>
                  <a:lnTo>
                    <a:pt x="295376" y="63131"/>
                  </a:lnTo>
                  <a:lnTo>
                    <a:pt x="315633" y="63131"/>
                  </a:lnTo>
                  <a:lnTo>
                    <a:pt x="314026" y="59855"/>
                  </a:lnTo>
                  <a:lnTo>
                    <a:pt x="311857" y="57442"/>
                  </a:lnTo>
                  <a:lnTo>
                    <a:pt x="306057" y="53771"/>
                  </a:lnTo>
                  <a:lnTo>
                    <a:pt x="302475" y="52857"/>
                  </a:lnTo>
                  <a:close/>
                </a:path>
                <a:path w="318134" h="97789">
                  <a:moveTo>
                    <a:pt x="311645" y="2565"/>
                  </a:moveTo>
                  <a:lnTo>
                    <a:pt x="300367" y="2565"/>
                  </a:lnTo>
                  <a:lnTo>
                    <a:pt x="236867" y="94932"/>
                  </a:lnTo>
                  <a:lnTo>
                    <a:pt x="248145" y="94932"/>
                  </a:lnTo>
                  <a:lnTo>
                    <a:pt x="311523" y="2743"/>
                  </a:lnTo>
                  <a:lnTo>
                    <a:pt x="311645" y="2565"/>
                  </a:lnTo>
                  <a:close/>
                </a:path>
                <a:path w="318134" h="97789">
                  <a:moveTo>
                    <a:pt x="315633" y="63131"/>
                  </a:moveTo>
                  <a:lnTo>
                    <a:pt x="301218" y="63131"/>
                  </a:lnTo>
                  <a:lnTo>
                    <a:pt x="303237" y="64147"/>
                  </a:lnTo>
                  <a:lnTo>
                    <a:pt x="305346" y="68148"/>
                  </a:lnTo>
                  <a:lnTo>
                    <a:pt x="305866" y="70332"/>
                  </a:lnTo>
                  <a:lnTo>
                    <a:pt x="305866" y="80022"/>
                  </a:lnTo>
                  <a:lnTo>
                    <a:pt x="305320" y="82219"/>
                  </a:lnTo>
                  <a:lnTo>
                    <a:pt x="303123" y="86156"/>
                  </a:lnTo>
                  <a:lnTo>
                    <a:pt x="301117" y="87134"/>
                  </a:lnTo>
                  <a:lnTo>
                    <a:pt x="315657" y="87134"/>
                  </a:lnTo>
                  <a:lnTo>
                    <a:pt x="316979" y="84480"/>
                  </a:lnTo>
                  <a:lnTo>
                    <a:pt x="317728" y="81191"/>
                  </a:lnTo>
                  <a:lnTo>
                    <a:pt x="317728" y="69164"/>
                  </a:lnTo>
                  <a:lnTo>
                    <a:pt x="316990" y="65874"/>
                  </a:lnTo>
                  <a:lnTo>
                    <a:pt x="315633" y="63131"/>
                  </a:lnTo>
                  <a:close/>
                </a:path>
                <a:path w="318134" h="97789">
                  <a:moveTo>
                    <a:pt x="255536" y="0"/>
                  </a:moveTo>
                  <a:lnTo>
                    <a:pt x="247154" y="0"/>
                  </a:lnTo>
                  <a:lnTo>
                    <a:pt x="243624" y="914"/>
                  </a:lnTo>
                  <a:lnTo>
                    <a:pt x="237782" y="4559"/>
                  </a:lnTo>
                  <a:lnTo>
                    <a:pt x="235559" y="6959"/>
                  </a:lnTo>
                  <a:lnTo>
                    <a:pt x="232498" y="12966"/>
                  </a:lnTo>
                  <a:lnTo>
                    <a:pt x="231724" y="16281"/>
                  </a:lnTo>
                  <a:lnTo>
                    <a:pt x="231733" y="28371"/>
                  </a:lnTo>
                  <a:lnTo>
                    <a:pt x="247065" y="44551"/>
                  </a:lnTo>
                  <a:lnTo>
                    <a:pt x="255485" y="44551"/>
                  </a:lnTo>
                  <a:lnTo>
                    <a:pt x="259029" y="43649"/>
                  </a:lnTo>
                  <a:lnTo>
                    <a:pt x="264858" y="40043"/>
                  </a:lnTo>
                  <a:lnTo>
                    <a:pt x="267055" y="37655"/>
                  </a:lnTo>
                  <a:lnTo>
                    <a:pt x="268741" y="34277"/>
                  </a:lnTo>
                  <a:lnTo>
                    <a:pt x="248412" y="34277"/>
                  </a:lnTo>
                  <a:lnTo>
                    <a:pt x="246405" y="33299"/>
                  </a:lnTo>
                  <a:lnTo>
                    <a:pt x="245262" y="31343"/>
                  </a:lnTo>
                  <a:lnTo>
                    <a:pt x="244144" y="29362"/>
                  </a:lnTo>
                  <a:lnTo>
                    <a:pt x="243586" y="27165"/>
                  </a:lnTo>
                  <a:lnTo>
                    <a:pt x="243586" y="17513"/>
                  </a:lnTo>
                  <a:lnTo>
                    <a:pt x="244157" y="15316"/>
                  </a:lnTo>
                  <a:lnTo>
                    <a:pt x="246443" y="11290"/>
                  </a:lnTo>
                  <a:lnTo>
                    <a:pt x="248450" y="10287"/>
                  </a:lnTo>
                  <a:lnTo>
                    <a:pt x="268738" y="10287"/>
                  </a:lnTo>
                  <a:lnTo>
                    <a:pt x="267106" y="6959"/>
                  </a:lnTo>
                  <a:lnTo>
                    <a:pt x="264909" y="4559"/>
                  </a:lnTo>
                  <a:lnTo>
                    <a:pt x="261988" y="2743"/>
                  </a:lnTo>
                  <a:lnTo>
                    <a:pt x="259105" y="914"/>
                  </a:lnTo>
                  <a:lnTo>
                    <a:pt x="255536" y="0"/>
                  </a:lnTo>
                  <a:close/>
                </a:path>
                <a:path w="318134" h="97789">
                  <a:moveTo>
                    <a:pt x="268738" y="10287"/>
                  </a:moveTo>
                  <a:lnTo>
                    <a:pt x="254279" y="10287"/>
                  </a:lnTo>
                  <a:lnTo>
                    <a:pt x="256298" y="11290"/>
                  </a:lnTo>
                  <a:lnTo>
                    <a:pt x="258400" y="15316"/>
                  </a:lnTo>
                  <a:lnTo>
                    <a:pt x="258927" y="17513"/>
                  </a:lnTo>
                  <a:lnTo>
                    <a:pt x="258927" y="27165"/>
                  </a:lnTo>
                  <a:lnTo>
                    <a:pt x="258368" y="29362"/>
                  </a:lnTo>
                  <a:lnTo>
                    <a:pt x="256171" y="33299"/>
                  </a:lnTo>
                  <a:lnTo>
                    <a:pt x="254190" y="34277"/>
                  </a:lnTo>
                  <a:lnTo>
                    <a:pt x="268741" y="34277"/>
                  </a:lnTo>
                  <a:lnTo>
                    <a:pt x="270040" y="31673"/>
                  </a:lnTo>
                  <a:lnTo>
                    <a:pt x="270789" y="28371"/>
                  </a:lnTo>
                  <a:lnTo>
                    <a:pt x="270789" y="16281"/>
                  </a:lnTo>
                  <a:lnTo>
                    <a:pt x="270052" y="12966"/>
                  </a:lnTo>
                  <a:lnTo>
                    <a:pt x="268738" y="102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715500" y="4602466"/>
              <a:ext cx="444500" cy="250190"/>
            </a:xfrm>
            <a:custGeom>
              <a:avLst/>
              <a:gdLst/>
              <a:ahLst/>
              <a:cxnLst/>
              <a:rect l="l" t="t" r="r" b="b"/>
              <a:pathLst>
                <a:path w="444500" h="250189">
                  <a:moveTo>
                    <a:pt x="381000" y="0"/>
                  </a:moveTo>
                  <a:lnTo>
                    <a:pt x="63500" y="0"/>
                  </a:lnTo>
                  <a:lnTo>
                    <a:pt x="38785" y="4990"/>
                  </a:lnTo>
                  <a:lnTo>
                    <a:pt x="18600" y="18600"/>
                  </a:lnTo>
                  <a:lnTo>
                    <a:pt x="4990" y="38785"/>
                  </a:lnTo>
                  <a:lnTo>
                    <a:pt x="0" y="63500"/>
                  </a:lnTo>
                  <a:lnTo>
                    <a:pt x="0" y="186550"/>
                  </a:lnTo>
                  <a:lnTo>
                    <a:pt x="4990" y="211270"/>
                  </a:lnTo>
                  <a:lnTo>
                    <a:pt x="18600" y="231454"/>
                  </a:lnTo>
                  <a:lnTo>
                    <a:pt x="38785" y="245061"/>
                  </a:lnTo>
                  <a:lnTo>
                    <a:pt x="63500" y="250050"/>
                  </a:lnTo>
                  <a:lnTo>
                    <a:pt x="381000" y="250050"/>
                  </a:lnTo>
                  <a:lnTo>
                    <a:pt x="405714" y="245061"/>
                  </a:lnTo>
                  <a:lnTo>
                    <a:pt x="425899" y="231454"/>
                  </a:lnTo>
                  <a:lnTo>
                    <a:pt x="439509" y="211270"/>
                  </a:lnTo>
                  <a:lnTo>
                    <a:pt x="444500" y="186550"/>
                  </a:lnTo>
                  <a:lnTo>
                    <a:pt x="444500" y="63500"/>
                  </a:lnTo>
                  <a:lnTo>
                    <a:pt x="439509" y="38785"/>
                  </a:lnTo>
                  <a:lnTo>
                    <a:pt x="425899" y="18600"/>
                  </a:lnTo>
                  <a:lnTo>
                    <a:pt x="405714" y="499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13E4E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9776269" y="4685137"/>
              <a:ext cx="294640" cy="97790"/>
            </a:xfrm>
            <a:custGeom>
              <a:avLst/>
              <a:gdLst/>
              <a:ahLst/>
              <a:cxnLst/>
              <a:rect l="l" t="t" r="r" b="b"/>
              <a:pathLst>
                <a:path w="294640" h="97789">
                  <a:moveTo>
                    <a:pt x="64148" y="49339"/>
                  </a:moveTo>
                  <a:lnTo>
                    <a:pt x="22174" y="49339"/>
                  </a:lnTo>
                  <a:lnTo>
                    <a:pt x="23533" y="49707"/>
                  </a:lnTo>
                  <a:lnTo>
                    <a:pt x="25985" y="51269"/>
                  </a:lnTo>
                  <a:lnTo>
                    <a:pt x="27508" y="52463"/>
                  </a:lnTo>
                  <a:lnTo>
                    <a:pt x="32715" y="56997"/>
                  </a:lnTo>
                  <a:lnTo>
                    <a:pt x="35610" y="59029"/>
                  </a:lnTo>
                  <a:lnTo>
                    <a:pt x="40779" y="61556"/>
                  </a:lnTo>
                  <a:lnTo>
                    <a:pt x="43573" y="62191"/>
                  </a:lnTo>
                  <a:lnTo>
                    <a:pt x="50253" y="62191"/>
                  </a:lnTo>
                  <a:lnTo>
                    <a:pt x="53543" y="61290"/>
                  </a:lnTo>
                  <a:lnTo>
                    <a:pt x="56464" y="59486"/>
                  </a:lnTo>
                  <a:lnTo>
                    <a:pt x="59372" y="57645"/>
                  </a:lnTo>
                  <a:lnTo>
                    <a:pt x="61645" y="54914"/>
                  </a:lnTo>
                  <a:lnTo>
                    <a:pt x="64148" y="49339"/>
                  </a:lnTo>
                  <a:close/>
                </a:path>
                <a:path w="294640" h="97789">
                  <a:moveTo>
                    <a:pt x="21856" y="35407"/>
                  </a:moveTo>
                  <a:lnTo>
                    <a:pt x="15176" y="35407"/>
                  </a:lnTo>
                  <a:lnTo>
                    <a:pt x="11849" y="36321"/>
                  </a:lnTo>
                  <a:lnTo>
                    <a:pt x="0" y="59982"/>
                  </a:lnTo>
                  <a:lnTo>
                    <a:pt x="13030" y="59982"/>
                  </a:lnTo>
                  <a:lnTo>
                    <a:pt x="12966" y="56159"/>
                  </a:lnTo>
                  <a:lnTo>
                    <a:pt x="13665" y="53441"/>
                  </a:lnTo>
                  <a:lnTo>
                    <a:pt x="16573" y="50164"/>
                  </a:lnTo>
                  <a:lnTo>
                    <a:pt x="18415" y="49339"/>
                  </a:lnTo>
                  <a:lnTo>
                    <a:pt x="64148" y="49339"/>
                  </a:lnTo>
                  <a:lnTo>
                    <a:pt x="64622" y="48298"/>
                  </a:lnTo>
                  <a:lnTo>
                    <a:pt x="43281" y="48298"/>
                  </a:lnTo>
                  <a:lnTo>
                    <a:pt x="41859" y="47891"/>
                  </a:lnTo>
                  <a:lnTo>
                    <a:pt x="39472" y="46316"/>
                  </a:lnTo>
                  <a:lnTo>
                    <a:pt x="37833" y="45046"/>
                  </a:lnTo>
                  <a:lnTo>
                    <a:pt x="35941" y="43433"/>
                  </a:lnTo>
                  <a:lnTo>
                    <a:pt x="32639" y="40512"/>
                  </a:lnTo>
                  <a:lnTo>
                    <a:pt x="29705" y="38455"/>
                  </a:lnTo>
                  <a:lnTo>
                    <a:pt x="24587" y="36017"/>
                  </a:lnTo>
                  <a:lnTo>
                    <a:pt x="21856" y="35407"/>
                  </a:lnTo>
                  <a:close/>
                </a:path>
                <a:path w="294640" h="97789">
                  <a:moveTo>
                    <a:pt x="65532" y="37655"/>
                  </a:moveTo>
                  <a:lnTo>
                    <a:pt x="52451" y="37655"/>
                  </a:lnTo>
                  <a:lnTo>
                    <a:pt x="52539" y="41236"/>
                  </a:lnTo>
                  <a:lnTo>
                    <a:pt x="52177" y="42671"/>
                  </a:lnTo>
                  <a:lnTo>
                    <a:pt x="52068" y="43103"/>
                  </a:lnTo>
                  <a:lnTo>
                    <a:pt x="51985" y="43433"/>
                  </a:lnTo>
                  <a:lnTo>
                    <a:pt x="51866" y="43903"/>
                  </a:lnTo>
                  <a:lnTo>
                    <a:pt x="49009" y="47421"/>
                  </a:lnTo>
                  <a:lnTo>
                    <a:pt x="47155" y="48298"/>
                  </a:lnTo>
                  <a:lnTo>
                    <a:pt x="64622" y="48298"/>
                  </a:lnTo>
                  <a:lnTo>
                    <a:pt x="64806" y="47891"/>
                  </a:lnTo>
                  <a:lnTo>
                    <a:pt x="64922" y="47637"/>
                  </a:lnTo>
                  <a:lnTo>
                    <a:pt x="65539" y="43903"/>
                  </a:lnTo>
                  <a:lnTo>
                    <a:pt x="65532" y="37655"/>
                  </a:lnTo>
                  <a:close/>
                </a:path>
                <a:path w="294640" h="97789">
                  <a:moveTo>
                    <a:pt x="121259" y="18846"/>
                  </a:moveTo>
                  <a:lnTo>
                    <a:pt x="104521" y="18846"/>
                  </a:lnTo>
                  <a:lnTo>
                    <a:pt x="104521" y="94932"/>
                  </a:lnTo>
                  <a:lnTo>
                    <a:pt x="121259" y="94932"/>
                  </a:lnTo>
                  <a:lnTo>
                    <a:pt x="121259" y="18846"/>
                  </a:lnTo>
                  <a:close/>
                </a:path>
                <a:path w="294640" h="97789">
                  <a:moveTo>
                    <a:pt x="121259" y="2565"/>
                  </a:moveTo>
                  <a:lnTo>
                    <a:pt x="105333" y="2565"/>
                  </a:lnTo>
                  <a:lnTo>
                    <a:pt x="82384" y="17310"/>
                  </a:lnTo>
                  <a:lnTo>
                    <a:pt x="82384" y="32651"/>
                  </a:lnTo>
                  <a:lnTo>
                    <a:pt x="103987" y="18846"/>
                  </a:lnTo>
                  <a:lnTo>
                    <a:pt x="121259" y="18846"/>
                  </a:lnTo>
                  <a:lnTo>
                    <a:pt x="121259" y="2565"/>
                  </a:lnTo>
                  <a:close/>
                </a:path>
                <a:path w="294640" h="97789">
                  <a:moveTo>
                    <a:pt x="182283" y="18846"/>
                  </a:moveTo>
                  <a:lnTo>
                    <a:pt x="165544" y="18846"/>
                  </a:lnTo>
                  <a:lnTo>
                    <a:pt x="165544" y="94932"/>
                  </a:lnTo>
                  <a:lnTo>
                    <a:pt x="182283" y="94932"/>
                  </a:lnTo>
                  <a:lnTo>
                    <a:pt x="182283" y="18846"/>
                  </a:lnTo>
                  <a:close/>
                </a:path>
                <a:path w="294640" h="97789">
                  <a:moveTo>
                    <a:pt x="182283" y="2565"/>
                  </a:moveTo>
                  <a:lnTo>
                    <a:pt x="166357" y="2565"/>
                  </a:lnTo>
                  <a:lnTo>
                    <a:pt x="143408" y="17310"/>
                  </a:lnTo>
                  <a:lnTo>
                    <a:pt x="143408" y="32651"/>
                  </a:lnTo>
                  <a:lnTo>
                    <a:pt x="165011" y="18846"/>
                  </a:lnTo>
                  <a:lnTo>
                    <a:pt x="182283" y="18846"/>
                  </a:lnTo>
                  <a:lnTo>
                    <a:pt x="182283" y="2565"/>
                  </a:lnTo>
                  <a:close/>
                </a:path>
                <a:path w="294640" h="97789">
                  <a:moveTo>
                    <a:pt x="278917" y="52857"/>
                  </a:moveTo>
                  <a:lnTo>
                    <a:pt x="270497" y="52857"/>
                  </a:lnTo>
                  <a:lnTo>
                    <a:pt x="266954" y="53771"/>
                  </a:lnTo>
                  <a:lnTo>
                    <a:pt x="255117" y="69164"/>
                  </a:lnTo>
                  <a:lnTo>
                    <a:pt x="255117" y="81191"/>
                  </a:lnTo>
                  <a:lnTo>
                    <a:pt x="270433" y="97497"/>
                  </a:lnTo>
                  <a:lnTo>
                    <a:pt x="278853" y="97497"/>
                  </a:lnTo>
                  <a:lnTo>
                    <a:pt x="282397" y="96583"/>
                  </a:lnTo>
                  <a:lnTo>
                    <a:pt x="288201" y="92913"/>
                  </a:lnTo>
                  <a:lnTo>
                    <a:pt x="290410" y="90500"/>
                  </a:lnTo>
                  <a:lnTo>
                    <a:pt x="292093" y="87134"/>
                  </a:lnTo>
                  <a:lnTo>
                    <a:pt x="271754" y="87134"/>
                  </a:lnTo>
                  <a:lnTo>
                    <a:pt x="269761" y="86156"/>
                  </a:lnTo>
                  <a:lnTo>
                    <a:pt x="267491" y="82219"/>
                  </a:lnTo>
                  <a:lnTo>
                    <a:pt x="266900" y="80022"/>
                  </a:lnTo>
                  <a:lnTo>
                    <a:pt x="266890" y="70332"/>
                  </a:lnTo>
                  <a:lnTo>
                    <a:pt x="267474" y="68148"/>
                  </a:lnTo>
                  <a:lnTo>
                    <a:pt x="269811" y="64147"/>
                  </a:lnTo>
                  <a:lnTo>
                    <a:pt x="271818" y="63131"/>
                  </a:lnTo>
                  <a:lnTo>
                    <a:pt x="292063" y="63131"/>
                  </a:lnTo>
                  <a:lnTo>
                    <a:pt x="290454" y="59855"/>
                  </a:lnTo>
                  <a:lnTo>
                    <a:pt x="288298" y="57442"/>
                  </a:lnTo>
                  <a:lnTo>
                    <a:pt x="282486" y="53771"/>
                  </a:lnTo>
                  <a:lnTo>
                    <a:pt x="278917" y="52857"/>
                  </a:lnTo>
                  <a:close/>
                </a:path>
                <a:path w="294640" h="97789">
                  <a:moveTo>
                    <a:pt x="288086" y="2565"/>
                  </a:moveTo>
                  <a:lnTo>
                    <a:pt x="276809" y="2565"/>
                  </a:lnTo>
                  <a:lnTo>
                    <a:pt x="213309" y="94932"/>
                  </a:lnTo>
                  <a:lnTo>
                    <a:pt x="224586" y="94932"/>
                  </a:lnTo>
                  <a:lnTo>
                    <a:pt x="288086" y="2565"/>
                  </a:lnTo>
                  <a:close/>
                </a:path>
                <a:path w="294640" h="97789">
                  <a:moveTo>
                    <a:pt x="292063" y="63131"/>
                  </a:moveTo>
                  <a:lnTo>
                    <a:pt x="277647" y="63131"/>
                  </a:lnTo>
                  <a:lnTo>
                    <a:pt x="279679" y="64147"/>
                  </a:lnTo>
                  <a:lnTo>
                    <a:pt x="281787" y="68148"/>
                  </a:lnTo>
                  <a:lnTo>
                    <a:pt x="282308" y="70332"/>
                  </a:lnTo>
                  <a:lnTo>
                    <a:pt x="282308" y="80022"/>
                  </a:lnTo>
                  <a:lnTo>
                    <a:pt x="281749" y="82219"/>
                  </a:lnTo>
                  <a:lnTo>
                    <a:pt x="279552" y="86156"/>
                  </a:lnTo>
                  <a:lnTo>
                    <a:pt x="277558" y="87134"/>
                  </a:lnTo>
                  <a:lnTo>
                    <a:pt x="292093" y="87134"/>
                  </a:lnTo>
                  <a:lnTo>
                    <a:pt x="293420" y="84480"/>
                  </a:lnTo>
                  <a:lnTo>
                    <a:pt x="294170" y="81191"/>
                  </a:lnTo>
                  <a:lnTo>
                    <a:pt x="294170" y="69164"/>
                  </a:lnTo>
                  <a:lnTo>
                    <a:pt x="293432" y="65874"/>
                  </a:lnTo>
                  <a:lnTo>
                    <a:pt x="292063" y="63131"/>
                  </a:lnTo>
                  <a:close/>
                </a:path>
                <a:path w="294640" h="97789">
                  <a:moveTo>
                    <a:pt x="231978" y="0"/>
                  </a:moveTo>
                  <a:lnTo>
                    <a:pt x="223583" y="0"/>
                  </a:lnTo>
                  <a:lnTo>
                    <a:pt x="220052" y="914"/>
                  </a:lnTo>
                  <a:lnTo>
                    <a:pt x="214223" y="4559"/>
                  </a:lnTo>
                  <a:lnTo>
                    <a:pt x="212001" y="6959"/>
                  </a:lnTo>
                  <a:lnTo>
                    <a:pt x="208927" y="12966"/>
                  </a:lnTo>
                  <a:lnTo>
                    <a:pt x="208165" y="16281"/>
                  </a:lnTo>
                  <a:lnTo>
                    <a:pt x="208174" y="28371"/>
                  </a:lnTo>
                  <a:lnTo>
                    <a:pt x="223494" y="44551"/>
                  </a:lnTo>
                  <a:lnTo>
                    <a:pt x="231914" y="44551"/>
                  </a:lnTo>
                  <a:lnTo>
                    <a:pt x="235470" y="43649"/>
                  </a:lnTo>
                  <a:lnTo>
                    <a:pt x="241300" y="40043"/>
                  </a:lnTo>
                  <a:lnTo>
                    <a:pt x="243497" y="37655"/>
                  </a:lnTo>
                  <a:lnTo>
                    <a:pt x="245175" y="34277"/>
                  </a:lnTo>
                  <a:lnTo>
                    <a:pt x="224853" y="34277"/>
                  </a:lnTo>
                  <a:lnTo>
                    <a:pt x="222834" y="33299"/>
                  </a:lnTo>
                  <a:lnTo>
                    <a:pt x="221691" y="31343"/>
                  </a:lnTo>
                  <a:lnTo>
                    <a:pt x="220586" y="29362"/>
                  </a:lnTo>
                  <a:lnTo>
                    <a:pt x="220027" y="27165"/>
                  </a:lnTo>
                  <a:lnTo>
                    <a:pt x="220027" y="17513"/>
                  </a:lnTo>
                  <a:lnTo>
                    <a:pt x="220599" y="15316"/>
                  </a:lnTo>
                  <a:lnTo>
                    <a:pt x="222885" y="11290"/>
                  </a:lnTo>
                  <a:lnTo>
                    <a:pt x="224878" y="10286"/>
                  </a:lnTo>
                  <a:lnTo>
                    <a:pt x="245167" y="10286"/>
                  </a:lnTo>
                  <a:lnTo>
                    <a:pt x="243535" y="6959"/>
                  </a:lnTo>
                  <a:lnTo>
                    <a:pt x="241338" y="4559"/>
                  </a:lnTo>
                  <a:lnTo>
                    <a:pt x="235534" y="914"/>
                  </a:lnTo>
                  <a:lnTo>
                    <a:pt x="231978" y="0"/>
                  </a:lnTo>
                  <a:close/>
                </a:path>
                <a:path w="294640" h="97789">
                  <a:moveTo>
                    <a:pt x="245167" y="10286"/>
                  </a:moveTo>
                  <a:lnTo>
                    <a:pt x="230720" y="10286"/>
                  </a:lnTo>
                  <a:lnTo>
                    <a:pt x="232727" y="11290"/>
                  </a:lnTo>
                  <a:lnTo>
                    <a:pt x="234841" y="15316"/>
                  </a:lnTo>
                  <a:lnTo>
                    <a:pt x="235356" y="17513"/>
                  </a:lnTo>
                  <a:lnTo>
                    <a:pt x="235356" y="27165"/>
                  </a:lnTo>
                  <a:lnTo>
                    <a:pt x="234797" y="29362"/>
                  </a:lnTo>
                  <a:lnTo>
                    <a:pt x="232613" y="33299"/>
                  </a:lnTo>
                  <a:lnTo>
                    <a:pt x="230619" y="34277"/>
                  </a:lnTo>
                  <a:lnTo>
                    <a:pt x="245175" y="34277"/>
                  </a:lnTo>
                  <a:lnTo>
                    <a:pt x="246468" y="31673"/>
                  </a:lnTo>
                  <a:lnTo>
                    <a:pt x="247218" y="28371"/>
                  </a:lnTo>
                  <a:lnTo>
                    <a:pt x="247218" y="16281"/>
                  </a:lnTo>
                  <a:lnTo>
                    <a:pt x="246481" y="12966"/>
                  </a:lnTo>
                  <a:lnTo>
                    <a:pt x="245167" y="102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9728200" y="4914046"/>
              <a:ext cx="444500" cy="250190"/>
            </a:xfrm>
            <a:custGeom>
              <a:avLst/>
              <a:gdLst/>
              <a:ahLst/>
              <a:cxnLst/>
              <a:rect l="l" t="t" r="r" b="b"/>
              <a:pathLst>
                <a:path w="444500" h="250189">
                  <a:moveTo>
                    <a:pt x="381000" y="0"/>
                  </a:moveTo>
                  <a:lnTo>
                    <a:pt x="63500" y="0"/>
                  </a:lnTo>
                  <a:lnTo>
                    <a:pt x="38785" y="4990"/>
                  </a:lnTo>
                  <a:lnTo>
                    <a:pt x="18600" y="18600"/>
                  </a:lnTo>
                  <a:lnTo>
                    <a:pt x="4990" y="38785"/>
                  </a:lnTo>
                  <a:lnTo>
                    <a:pt x="0" y="63500"/>
                  </a:lnTo>
                  <a:lnTo>
                    <a:pt x="0" y="186550"/>
                  </a:lnTo>
                  <a:lnTo>
                    <a:pt x="4990" y="211270"/>
                  </a:lnTo>
                  <a:lnTo>
                    <a:pt x="18600" y="231454"/>
                  </a:lnTo>
                  <a:lnTo>
                    <a:pt x="38785" y="245061"/>
                  </a:lnTo>
                  <a:lnTo>
                    <a:pt x="63500" y="250050"/>
                  </a:lnTo>
                  <a:lnTo>
                    <a:pt x="381000" y="250050"/>
                  </a:lnTo>
                  <a:lnTo>
                    <a:pt x="405714" y="245061"/>
                  </a:lnTo>
                  <a:lnTo>
                    <a:pt x="425899" y="231454"/>
                  </a:lnTo>
                  <a:lnTo>
                    <a:pt x="439509" y="211270"/>
                  </a:lnTo>
                  <a:lnTo>
                    <a:pt x="444500" y="186550"/>
                  </a:lnTo>
                  <a:lnTo>
                    <a:pt x="444500" y="63500"/>
                  </a:lnTo>
                  <a:lnTo>
                    <a:pt x="439509" y="38785"/>
                  </a:lnTo>
                  <a:lnTo>
                    <a:pt x="425899" y="18600"/>
                  </a:lnTo>
                  <a:lnTo>
                    <a:pt x="405714" y="499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13E4E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9763569" y="4996714"/>
              <a:ext cx="294640" cy="97790"/>
            </a:xfrm>
            <a:custGeom>
              <a:avLst/>
              <a:gdLst/>
              <a:ahLst/>
              <a:cxnLst/>
              <a:rect l="l" t="t" r="r" b="b"/>
              <a:pathLst>
                <a:path w="294640" h="97789">
                  <a:moveTo>
                    <a:pt x="64148" y="49339"/>
                  </a:moveTo>
                  <a:lnTo>
                    <a:pt x="22174" y="49339"/>
                  </a:lnTo>
                  <a:lnTo>
                    <a:pt x="23533" y="49707"/>
                  </a:lnTo>
                  <a:lnTo>
                    <a:pt x="25985" y="51269"/>
                  </a:lnTo>
                  <a:lnTo>
                    <a:pt x="27508" y="52463"/>
                  </a:lnTo>
                  <a:lnTo>
                    <a:pt x="32715" y="56997"/>
                  </a:lnTo>
                  <a:lnTo>
                    <a:pt x="35610" y="59029"/>
                  </a:lnTo>
                  <a:lnTo>
                    <a:pt x="40779" y="61556"/>
                  </a:lnTo>
                  <a:lnTo>
                    <a:pt x="43573" y="62191"/>
                  </a:lnTo>
                  <a:lnTo>
                    <a:pt x="50253" y="62191"/>
                  </a:lnTo>
                  <a:lnTo>
                    <a:pt x="53543" y="61290"/>
                  </a:lnTo>
                  <a:lnTo>
                    <a:pt x="56464" y="59486"/>
                  </a:lnTo>
                  <a:lnTo>
                    <a:pt x="59372" y="57645"/>
                  </a:lnTo>
                  <a:lnTo>
                    <a:pt x="61645" y="54914"/>
                  </a:lnTo>
                  <a:lnTo>
                    <a:pt x="64148" y="49339"/>
                  </a:lnTo>
                  <a:close/>
                </a:path>
                <a:path w="294640" h="97789">
                  <a:moveTo>
                    <a:pt x="21856" y="35407"/>
                  </a:moveTo>
                  <a:lnTo>
                    <a:pt x="15176" y="35407"/>
                  </a:lnTo>
                  <a:lnTo>
                    <a:pt x="11849" y="36321"/>
                  </a:lnTo>
                  <a:lnTo>
                    <a:pt x="0" y="59982"/>
                  </a:lnTo>
                  <a:lnTo>
                    <a:pt x="13030" y="59982"/>
                  </a:lnTo>
                  <a:lnTo>
                    <a:pt x="12966" y="56159"/>
                  </a:lnTo>
                  <a:lnTo>
                    <a:pt x="13665" y="53441"/>
                  </a:lnTo>
                  <a:lnTo>
                    <a:pt x="16573" y="50164"/>
                  </a:lnTo>
                  <a:lnTo>
                    <a:pt x="18415" y="49339"/>
                  </a:lnTo>
                  <a:lnTo>
                    <a:pt x="64148" y="49339"/>
                  </a:lnTo>
                  <a:lnTo>
                    <a:pt x="64622" y="48298"/>
                  </a:lnTo>
                  <a:lnTo>
                    <a:pt x="43281" y="48298"/>
                  </a:lnTo>
                  <a:lnTo>
                    <a:pt x="41859" y="47891"/>
                  </a:lnTo>
                  <a:lnTo>
                    <a:pt x="39472" y="46316"/>
                  </a:lnTo>
                  <a:lnTo>
                    <a:pt x="37833" y="45046"/>
                  </a:lnTo>
                  <a:lnTo>
                    <a:pt x="35941" y="43433"/>
                  </a:lnTo>
                  <a:lnTo>
                    <a:pt x="32639" y="40512"/>
                  </a:lnTo>
                  <a:lnTo>
                    <a:pt x="29705" y="38455"/>
                  </a:lnTo>
                  <a:lnTo>
                    <a:pt x="24587" y="36017"/>
                  </a:lnTo>
                  <a:lnTo>
                    <a:pt x="21856" y="35407"/>
                  </a:lnTo>
                  <a:close/>
                </a:path>
                <a:path w="294640" h="97789">
                  <a:moveTo>
                    <a:pt x="65532" y="37655"/>
                  </a:moveTo>
                  <a:lnTo>
                    <a:pt x="52451" y="37655"/>
                  </a:lnTo>
                  <a:lnTo>
                    <a:pt x="52539" y="41236"/>
                  </a:lnTo>
                  <a:lnTo>
                    <a:pt x="52177" y="42671"/>
                  </a:lnTo>
                  <a:lnTo>
                    <a:pt x="52068" y="43103"/>
                  </a:lnTo>
                  <a:lnTo>
                    <a:pt x="51985" y="43433"/>
                  </a:lnTo>
                  <a:lnTo>
                    <a:pt x="51866" y="43903"/>
                  </a:lnTo>
                  <a:lnTo>
                    <a:pt x="49009" y="47421"/>
                  </a:lnTo>
                  <a:lnTo>
                    <a:pt x="47155" y="48298"/>
                  </a:lnTo>
                  <a:lnTo>
                    <a:pt x="64622" y="48298"/>
                  </a:lnTo>
                  <a:lnTo>
                    <a:pt x="64806" y="47891"/>
                  </a:lnTo>
                  <a:lnTo>
                    <a:pt x="64922" y="47637"/>
                  </a:lnTo>
                  <a:lnTo>
                    <a:pt x="65539" y="43903"/>
                  </a:lnTo>
                  <a:lnTo>
                    <a:pt x="65532" y="37655"/>
                  </a:lnTo>
                  <a:close/>
                </a:path>
                <a:path w="294640" h="97789">
                  <a:moveTo>
                    <a:pt x="121259" y="18846"/>
                  </a:moveTo>
                  <a:lnTo>
                    <a:pt x="104521" y="18846"/>
                  </a:lnTo>
                  <a:lnTo>
                    <a:pt x="104521" y="94932"/>
                  </a:lnTo>
                  <a:lnTo>
                    <a:pt x="121259" y="94932"/>
                  </a:lnTo>
                  <a:lnTo>
                    <a:pt x="121259" y="18846"/>
                  </a:lnTo>
                  <a:close/>
                </a:path>
                <a:path w="294640" h="97789">
                  <a:moveTo>
                    <a:pt x="121259" y="2565"/>
                  </a:moveTo>
                  <a:lnTo>
                    <a:pt x="105333" y="2565"/>
                  </a:lnTo>
                  <a:lnTo>
                    <a:pt x="82384" y="17310"/>
                  </a:lnTo>
                  <a:lnTo>
                    <a:pt x="82384" y="32651"/>
                  </a:lnTo>
                  <a:lnTo>
                    <a:pt x="103987" y="18846"/>
                  </a:lnTo>
                  <a:lnTo>
                    <a:pt x="121259" y="18846"/>
                  </a:lnTo>
                  <a:lnTo>
                    <a:pt x="121259" y="2565"/>
                  </a:lnTo>
                  <a:close/>
                </a:path>
                <a:path w="294640" h="97789">
                  <a:moveTo>
                    <a:pt x="182283" y="18846"/>
                  </a:moveTo>
                  <a:lnTo>
                    <a:pt x="165544" y="18846"/>
                  </a:lnTo>
                  <a:lnTo>
                    <a:pt x="165544" y="94932"/>
                  </a:lnTo>
                  <a:lnTo>
                    <a:pt x="182283" y="94932"/>
                  </a:lnTo>
                  <a:lnTo>
                    <a:pt x="182283" y="18846"/>
                  </a:lnTo>
                  <a:close/>
                </a:path>
                <a:path w="294640" h="97789">
                  <a:moveTo>
                    <a:pt x="182283" y="2565"/>
                  </a:moveTo>
                  <a:lnTo>
                    <a:pt x="166357" y="2565"/>
                  </a:lnTo>
                  <a:lnTo>
                    <a:pt x="143408" y="17310"/>
                  </a:lnTo>
                  <a:lnTo>
                    <a:pt x="143408" y="32651"/>
                  </a:lnTo>
                  <a:lnTo>
                    <a:pt x="165011" y="18846"/>
                  </a:lnTo>
                  <a:lnTo>
                    <a:pt x="182283" y="18846"/>
                  </a:lnTo>
                  <a:lnTo>
                    <a:pt x="182283" y="2565"/>
                  </a:lnTo>
                  <a:close/>
                </a:path>
                <a:path w="294640" h="97789">
                  <a:moveTo>
                    <a:pt x="278917" y="52857"/>
                  </a:moveTo>
                  <a:lnTo>
                    <a:pt x="270497" y="52857"/>
                  </a:lnTo>
                  <a:lnTo>
                    <a:pt x="266954" y="53771"/>
                  </a:lnTo>
                  <a:lnTo>
                    <a:pt x="255117" y="69164"/>
                  </a:lnTo>
                  <a:lnTo>
                    <a:pt x="255117" y="81191"/>
                  </a:lnTo>
                  <a:lnTo>
                    <a:pt x="270433" y="97497"/>
                  </a:lnTo>
                  <a:lnTo>
                    <a:pt x="278853" y="97497"/>
                  </a:lnTo>
                  <a:lnTo>
                    <a:pt x="282397" y="96583"/>
                  </a:lnTo>
                  <a:lnTo>
                    <a:pt x="288201" y="92913"/>
                  </a:lnTo>
                  <a:lnTo>
                    <a:pt x="290410" y="90500"/>
                  </a:lnTo>
                  <a:lnTo>
                    <a:pt x="292093" y="87134"/>
                  </a:lnTo>
                  <a:lnTo>
                    <a:pt x="271754" y="87134"/>
                  </a:lnTo>
                  <a:lnTo>
                    <a:pt x="269761" y="86156"/>
                  </a:lnTo>
                  <a:lnTo>
                    <a:pt x="267491" y="82219"/>
                  </a:lnTo>
                  <a:lnTo>
                    <a:pt x="266900" y="80022"/>
                  </a:lnTo>
                  <a:lnTo>
                    <a:pt x="266890" y="70332"/>
                  </a:lnTo>
                  <a:lnTo>
                    <a:pt x="267474" y="68148"/>
                  </a:lnTo>
                  <a:lnTo>
                    <a:pt x="269811" y="64147"/>
                  </a:lnTo>
                  <a:lnTo>
                    <a:pt x="271818" y="63131"/>
                  </a:lnTo>
                  <a:lnTo>
                    <a:pt x="292063" y="63131"/>
                  </a:lnTo>
                  <a:lnTo>
                    <a:pt x="290454" y="59855"/>
                  </a:lnTo>
                  <a:lnTo>
                    <a:pt x="288298" y="57442"/>
                  </a:lnTo>
                  <a:lnTo>
                    <a:pt x="282486" y="53771"/>
                  </a:lnTo>
                  <a:lnTo>
                    <a:pt x="278917" y="52857"/>
                  </a:lnTo>
                  <a:close/>
                </a:path>
                <a:path w="294640" h="97789">
                  <a:moveTo>
                    <a:pt x="288086" y="2565"/>
                  </a:moveTo>
                  <a:lnTo>
                    <a:pt x="276809" y="2565"/>
                  </a:lnTo>
                  <a:lnTo>
                    <a:pt x="213309" y="94932"/>
                  </a:lnTo>
                  <a:lnTo>
                    <a:pt x="224586" y="94932"/>
                  </a:lnTo>
                  <a:lnTo>
                    <a:pt x="288086" y="2565"/>
                  </a:lnTo>
                  <a:close/>
                </a:path>
                <a:path w="294640" h="97789">
                  <a:moveTo>
                    <a:pt x="292063" y="63131"/>
                  </a:moveTo>
                  <a:lnTo>
                    <a:pt x="277647" y="63131"/>
                  </a:lnTo>
                  <a:lnTo>
                    <a:pt x="279679" y="64147"/>
                  </a:lnTo>
                  <a:lnTo>
                    <a:pt x="281787" y="68148"/>
                  </a:lnTo>
                  <a:lnTo>
                    <a:pt x="282308" y="70332"/>
                  </a:lnTo>
                  <a:lnTo>
                    <a:pt x="282308" y="80022"/>
                  </a:lnTo>
                  <a:lnTo>
                    <a:pt x="281749" y="82219"/>
                  </a:lnTo>
                  <a:lnTo>
                    <a:pt x="279552" y="86156"/>
                  </a:lnTo>
                  <a:lnTo>
                    <a:pt x="277558" y="87134"/>
                  </a:lnTo>
                  <a:lnTo>
                    <a:pt x="292093" y="87134"/>
                  </a:lnTo>
                  <a:lnTo>
                    <a:pt x="293420" y="84480"/>
                  </a:lnTo>
                  <a:lnTo>
                    <a:pt x="294170" y="81191"/>
                  </a:lnTo>
                  <a:lnTo>
                    <a:pt x="294170" y="69164"/>
                  </a:lnTo>
                  <a:lnTo>
                    <a:pt x="293432" y="65874"/>
                  </a:lnTo>
                  <a:lnTo>
                    <a:pt x="292063" y="63131"/>
                  </a:lnTo>
                  <a:close/>
                </a:path>
                <a:path w="294640" h="97789">
                  <a:moveTo>
                    <a:pt x="231978" y="0"/>
                  </a:moveTo>
                  <a:lnTo>
                    <a:pt x="223583" y="0"/>
                  </a:lnTo>
                  <a:lnTo>
                    <a:pt x="220052" y="914"/>
                  </a:lnTo>
                  <a:lnTo>
                    <a:pt x="214223" y="4559"/>
                  </a:lnTo>
                  <a:lnTo>
                    <a:pt x="212001" y="6959"/>
                  </a:lnTo>
                  <a:lnTo>
                    <a:pt x="208927" y="12966"/>
                  </a:lnTo>
                  <a:lnTo>
                    <a:pt x="208165" y="16281"/>
                  </a:lnTo>
                  <a:lnTo>
                    <a:pt x="208174" y="28371"/>
                  </a:lnTo>
                  <a:lnTo>
                    <a:pt x="223494" y="44551"/>
                  </a:lnTo>
                  <a:lnTo>
                    <a:pt x="231914" y="44551"/>
                  </a:lnTo>
                  <a:lnTo>
                    <a:pt x="235470" y="43649"/>
                  </a:lnTo>
                  <a:lnTo>
                    <a:pt x="241300" y="40043"/>
                  </a:lnTo>
                  <a:lnTo>
                    <a:pt x="243497" y="37655"/>
                  </a:lnTo>
                  <a:lnTo>
                    <a:pt x="245175" y="34277"/>
                  </a:lnTo>
                  <a:lnTo>
                    <a:pt x="224853" y="34277"/>
                  </a:lnTo>
                  <a:lnTo>
                    <a:pt x="222834" y="33299"/>
                  </a:lnTo>
                  <a:lnTo>
                    <a:pt x="221691" y="31343"/>
                  </a:lnTo>
                  <a:lnTo>
                    <a:pt x="220586" y="29362"/>
                  </a:lnTo>
                  <a:lnTo>
                    <a:pt x="220027" y="27165"/>
                  </a:lnTo>
                  <a:lnTo>
                    <a:pt x="220027" y="17513"/>
                  </a:lnTo>
                  <a:lnTo>
                    <a:pt x="220599" y="15316"/>
                  </a:lnTo>
                  <a:lnTo>
                    <a:pt x="222885" y="11290"/>
                  </a:lnTo>
                  <a:lnTo>
                    <a:pt x="224878" y="10286"/>
                  </a:lnTo>
                  <a:lnTo>
                    <a:pt x="245167" y="10286"/>
                  </a:lnTo>
                  <a:lnTo>
                    <a:pt x="243535" y="6959"/>
                  </a:lnTo>
                  <a:lnTo>
                    <a:pt x="241338" y="4559"/>
                  </a:lnTo>
                  <a:lnTo>
                    <a:pt x="235534" y="914"/>
                  </a:lnTo>
                  <a:lnTo>
                    <a:pt x="231978" y="0"/>
                  </a:lnTo>
                  <a:close/>
                </a:path>
                <a:path w="294640" h="97789">
                  <a:moveTo>
                    <a:pt x="245167" y="10286"/>
                  </a:moveTo>
                  <a:lnTo>
                    <a:pt x="230720" y="10286"/>
                  </a:lnTo>
                  <a:lnTo>
                    <a:pt x="232727" y="11290"/>
                  </a:lnTo>
                  <a:lnTo>
                    <a:pt x="234841" y="15316"/>
                  </a:lnTo>
                  <a:lnTo>
                    <a:pt x="235356" y="17513"/>
                  </a:lnTo>
                  <a:lnTo>
                    <a:pt x="235356" y="27165"/>
                  </a:lnTo>
                  <a:lnTo>
                    <a:pt x="234797" y="29362"/>
                  </a:lnTo>
                  <a:lnTo>
                    <a:pt x="232613" y="33299"/>
                  </a:lnTo>
                  <a:lnTo>
                    <a:pt x="230619" y="34277"/>
                  </a:lnTo>
                  <a:lnTo>
                    <a:pt x="245175" y="34277"/>
                  </a:lnTo>
                  <a:lnTo>
                    <a:pt x="246468" y="31673"/>
                  </a:lnTo>
                  <a:lnTo>
                    <a:pt x="247218" y="28371"/>
                  </a:lnTo>
                  <a:lnTo>
                    <a:pt x="247218" y="16281"/>
                  </a:lnTo>
                  <a:lnTo>
                    <a:pt x="246481" y="12966"/>
                  </a:lnTo>
                  <a:lnTo>
                    <a:pt x="245167" y="102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641588" y="3416300"/>
              <a:ext cx="684045" cy="578143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692388" y="3416301"/>
              <a:ext cx="582447" cy="476542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0319105" y="5256822"/>
              <a:ext cx="2622384" cy="148183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0319601" y="4888521"/>
              <a:ext cx="2748013" cy="316128"/>
            </a:xfrm>
            <a:prstGeom prst="rect">
              <a:avLst/>
            </a:prstGeom>
          </p:spPr>
        </p:pic>
      </p:grpSp>
      <p:grpSp>
        <p:nvGrpSpPr>
          <p:cNvPr id="74" name="object 74"/>
          <p:cNvGrpSpPr/>
          <p:nvPr/>
        </p:nvGrpSpPr>
        <p:grpSpPr>
          <a:xfrm>
            <a:off x="317498" y="558800"/>
            <a:ext cx="13487400" cy="749300"/>
            <a:chOff x="114298" y="558800"/>
            <a:chExt cx="13487400" cy="749300"/>
          </a:xfrm>
        </p:grpSpPr>
        <p:sp>
          <p:nvSpPr>
            <p:cNvPr id="75" name="object 75"/>
            <p:cNvSpPr/>
            <p:nvPr/>
          </p:nvSpPr>
          <p:spPr>
            <a:xfrm>
              <a:off x="114300" y="558805"/>
              <a:ext cx="13487400" cy="749300"/>
            </a:xfrm>
            <a:custGeom>
              <a:avLst/>
              <a:gdLst/>
              <a:ahLst/>
              <a:cxnLst/>
              <a:rect l="l" t="t" r="r" b="b"/>
              <a:pathLst>
                <a:path w="13487400" h="749300">
                  <a:moveTo>
                    <a:pt x="13248792" y="749300"/>
                  </a:moveTo>
                  <a:lnTo>
                    <a:pt x="238290" y="749300"/>
                  </a:lnTo>
                  <a:lnTo>
                    <a:pt x="174945" y="744834"/>
                  </a:lnTo>
                  <a:lnTo>
                    <a:pt x="118023" y="732235"/>
                  </a:lnTo>
                  <a:lnTo>
                    <a:pt x="69796" y="712697"/>
                  </a:lnTo>
                  <a:lnTo>
                    <a:pt x="32535" y="687412"/>
                  </a:lnTo>
                  <a:lnTo>
                    <a:pt x="8512" y="657576"/>
                  </a:lnTo>
                  <a:lnTo>
                    <a:pt x="0" y="624382"/>
                  </a:lnTo>
                  <a:lnTo>
                    <a:pt x="0" y="124739"/>
                  </a:lnTo>
                  <a:lnTo>
                    <a:pt x="32535" y="61755"/>
                  </a:lnTo>
                  <a:lnTo>
                    <a:pt x="69796" y="36514"/>
                  </a:lnTo>
                  <a:lnTo>
                    <a:pt x="118023" y="17018"/>
                  </a:lnTo>
                  <a:lnTo>
                    <a:pt x="174945" y="4451"/>
                  </a:lnTo>
                  <a:lnTo>
                    <a:pt x="238290" y="0"/>
                  </a:lnTo>
                  <a:lnTo>
                    <a:pt x="13248792" y="0"/>
                  </a:lnTo>
                  <a:lnTo>
                    <a:pt x="13312248" y="4451"/>
                  </a:lnTo>
                  <a:lnTo>
                    <a:pt x="13369254" y="17018"/>
                  </a:lnTo>
                  <a:lnTo>
                    <a:pt x="13417540" y="36514"/>
                  </a:lnTo>
                  <a:lnTo>
                    <a:pt x="13454839" y="61755"/>
                  </a:lnTo>
                  <a:lnTo>
                    <a:pt x="13478881" y="91559"/>
                  </a:lnTo>
                  <a:lnTo>
                    <a:pt x="13487400" y="124739"/>
                  </a:lnTo>
                  <a:lnTo>
                    <a:pt x="13487400" y="624382"/>
                  </a:lnTo>
                  <a:lnTo>
                    <a:pt x="13454839" y="687412"/>
                  </a:lnTo>
                  <a:lnTo>
                    <a:pt x="13417540" y="712697"/>
                  </a:lnTo>
                  <a:lnTo>
                    <a:pt x="13369254" y="732235"/>
                  </a:lnTo>
                  <a:lnTo>
                    <a:pt x="13312248" y="744834"/>
                  </a:lnTo>
                  <a:lnTo>
                    <a:pt x="13248792" y="749300"/>
                  </a:lnTo>
                  <a:close/>
                </a:path>
              </a:pathLst>
            </a:custGeom>
            <a:solidFill>
              <a:srgbClr val="FBE3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14298" y="558800"/>
              <a:ext cx="13487400" cy="749300"/>
            </a:xfrm>
            <a:custGeom>
              <a:avLst/>
              <a:gdLst/>
              <a:ahLst/>
              <a:cxnLst/>
              <a:rect l="l" t="t" r="r" b="b"/>
              <a:pathLst>
                <a:path w="13487400" h="749300">
                  <a:moveTo>
                    <a:pt x="6351" y="137241"/>
                  </a:moveTo>
                  <a:lnTo>
                    <a:pt x="0" y="137241"/>
                  </a:lnTo>
                  <a:lnTo>
                    <a:pt x="1" y="124744"/>
                  </a:lnTo>
                  <a:lnTo>
                    <a:pt x="3017" y="112980"/>
                  </a:lnTo>
                  <a:lnTo>
                    <a:pt x="7321" y="113778"/>
                  </a:lnTo>
                  <a:lnTo>
                    <a:pt x="7145" y="114927"/>
                  </a:lnTo>
                  <a:lnTo>
                    <a:pt x="6694" y="117391"/>
                  </a:lnTo>
                  <a:lnTo>
                    <a:pt x="6351" y="121048"/>
                  </a:lnTo>
                  <a:lnTo>
                    <a:pt x="6351" y="137241"/>
                  </a:lnTo>
                  <a:close/>
                </a:path>
                <a:path w="13487400" h="749300">
                  <a:moveTo>
                    <a:pt x="12701" y="137241"/>
                  </a:moveTo>
                  <a:lnTo>
                    <a:pt x="6351" y="137241"/>
                  </a:lnTo>
                  <a:lnTo>
                    <a:pt x="6351" y="121048"/>
                  </a:lnTo>
                  <a:lnTo>
                    <a:pt x="6621" y="118165"/>
                  </a:lnTo>
                  <a:lnTo>
                    <a:pt x="6694" y="117391"/>
                  </a:lnTo>
                  <a:lnTo>
                    <a:pt x="7355" y="113778"/>
                  </a:lnTo>
                  <a:lnTo>
                    <a:pt x="13602" y="114927"/>
                  </a:lnTo>
                  <a:lnTo>
                    <a:pt x="13005" y="118165"/>
                  </a:lnTo>
                  <a:lnTo>
                    <a:pt x="12737" y="121048"/>
                  </a:lnTo>
                  <a:lnTo>
                    <a:pt x="12701" y="137241"/>
                  </a:lnTo>
                  <a:close/>
                </a:path>
                <a:path w="13487400" h="749300">
                  <a:moveTo>
                    <a:pt x="6351" y="187203"/>
                  </a:moveTo>
                  <a:lnTo>
                    <a:pt x="1" y="187203"/>
                  </a:lnTo>
                  <a:lnTo>
                    <a:pt x="1" y="162222"/>
                  </a:lnTo>
                  <a:lnTo>
                    <a:pt x="6351" y="162222"/>
                  </a:lnTo>
                  <a:lnTo>
                    <a:pt x="6351" y="187203"/>
                  </a:lnTo>
                  <a:close/>
                </a:path>
                <a:path w="13487400" h="749300">
                  <a:moveTo>
                    <a:pt x="12701" y="187203"/>
                  </a:moveTo>
                  <a:lnTo>
                    <a:pt x="6351" y="187203"/>
                  </a:lnTo>
                  <a:lnTo>
                    <a:pt x="6351" y="162222"/>
                  </a:lnTo>
                  <a:lnTo>
                    <a:pt x="12701" y="162222"/>
                  </a:lnTo>
                  <a:lnTo>
                    <a:pt x="12701" y="187203"/>
                  </a:lnTo>
                  <a:close/>
                </a:path>
                <a:path w="13487400" h="749300">
                  <a:moveTo>
                    <a:pt x="6351" y="237164"/>
                  </a:moveTo>
                  <a:lnTo>
                    <a:pt x="1" y="237164"/>
                  </a:lnTo>
                  <a:lnTo>
                    <a:pt x="1" y="212183"/>
                  </a:lnTo>
                  <a:lnTo>
                    <a:pt x="6351" y="212183"/>
                  </a:lnTo>
                  <a:lnTo>
                    <a:pt x="6351" y="237164"/>
                  </a:lnTo>
                  <a:close/>
                </a:path>
                <a:path w="13487400" h="749300">
                  <a:moveTo>
                    <a:pt x="12701" y="237164"/>
                  </a:moveTo>
                  <a:lnTo>
                    <a:pt x="6351" y="237164"/>
                  </a:lnTo>
                  <a:lnTo>
                    <a:pt x="6351" y="212183"/>
                  </a:lnTo>
                  <a:lnTo>
                    <a:pt x="12701" y="212183"/>
                  </a:lnTo>
                  <a:lnTo>
                    <a:pt x="12701" y="237164"/>
                  </a:lnTo>
                  <a:close/>
                </a:path>
                <a:path w="13487400" h="749300">
                  <a:moveTo>
                    <a:pt x="6351" y="287126"/>
                  </a:moveTo>
                  <a:lnTo>
                    <a:pt x="1" y="287126"/>
                  </a:lnTo>
                  <a:lnTo>
                    <a:pt x="1" y="262145"/>
                  </a:lnTo>
                  <a:lnTo>
                    <a:pt x="6351" y="262145"/>
                  </a:lnTo>
                  <a:lnTo>
                    <a:pt x="6351" y="287126"/>
                  </a:lnTo>
                  <a:close/>
                </a:path>
                <a:path w="13487400" h="749300">
                  <a:moveTo>
                    <a:pt x="12701" y="287126"/>
                  </a:moveTo>
                  <a:lnTo>
                    <a:pt x="6351" y="287126"/>
                  </a:lnTo>
                  <a:lnTo>
                    <a:pt x="6351" y="262145"/>
                  </a:lnTo>
                  <a:lnTo>
                    <a:pt x="12701" y="262145"/>
                  </a:lnTo>
                  <a:lnTo>
                    <a:pt x="12701" y="287126"/>
                  </a:lnTo>
                  <a:close/>
                </a:path>
                <a:path w="13487400" h="749300">
                  <a:moveTo>
                    <a:pt x="6351" y="337088"/>
                  </a:moveTo>
                  <a:lnTo>
                    <a:pt x="1" y="337088"/>
                  </a:lnTo>
                  <a:lnTo>
                    <a:pt x="1" y="312107"/>
                  </a:lnTo>
                  <a:lnTo>
                    <a:pt x="6351" y="312107"/>
                  </a:lnTo>
                  <a:lnTo>
                    <a:pt x="6351" y="337088"/>
                  </a:lnTo>
                  <a:close/>
                </a:path>
                <a:path w="13487400" h="749300">
                  <a:moveTo>
                    <a:pt x="12701" y="337088"/>
                  </a:moveTo>
                  <a:lnTo>
                    <a:pt x="6351" y="337088"/>
                  </a:lnTo>
                  <a:lnTo>
                    <a:pt x="6351" y="312107"/>
                  </a:lnTo>
                  <a:lnTo>
                    <a:pt x="12701" y="312107"/>
                  </a:lnTo>
                  <a:lnTo>
                    <a:pt x="12701" y="337088"/>
                  </a:lnTo>
                  <a:close/>
                </a:path>
                <a:path w="13487400" h="749300">
                  <a:moveTo>
                    <a:pt x="6351" y="387062"/>
                  </a:moveTo>
                  <a:lnTo>
                    <a:pt x="1" y="387062"/>
                  </a:lnTo>
                  <a:lnTo>
                    <a:pt x="1" y="362069"/>
                  </a:lnTo>
                  <a:lnTo>
                    <a:pt x="6351" y="362069"/>
                  </a:lnTo>
                  <a:lnTo>
                    <a:pt x="6351" y="387062"/>
                  </a:lnTo>
                  <a:close/>
                </a:path>
                <a:path w="13487400" h="749300">
                  <a:moveTo>
                    <a:pt x="12701" y="387062"/>
                  </a:moveTo>
                  <a:lnTo>
                    <a:pt x="6351" y="387062"/>
                  </a:lnTo>
                  <a:lnTo>
                    <a:pt x="6351" y="362069"/>
                  </a:lnTo>
                  <a:lnTo>
                    <a:pt x="12701" y="362069"/>
                  </a:lnTo>
                  <a:lnTo>
                    <a:pt x="12701" y="387062"/>
                  </a:lnTo>
                  <a:close/>
                </a:path>
                <a:path w="13487400" h="749300">
                  <a:moveTo>
                    <a:pt x="6351" y="437024"/>
                  </a:moveTo>
                  <a:lnTo>
                    <a:pt x="1" y="437024"/>
                  </a:lnTo>
                  <a:lnTo>
                    <a:pt x="1" y="412043"/>
                  </a:lnTo>
                  <a:lnTo>
                    <a:pt x="6351" y="412043"/>
                  </a:lnTo>
                  <a:lnTo>
                    <a:pt x="6351" y="437024"/>
                  </a:lnTo>
                  <a:close/>
                </a:path>
                <a:path w="13487400" h="749300">
                  <a:moveTo>
                    <a:pt x="12701" y="437024"/>
                  </a:moveTo>
                  <a:lnTo>
                    <a:pt x="6351" y="437024"/>
                  </a:lnTo>
                  <a:lnTo>
                    <a:pt x="6351" y="412043"/>
                  </a:lnTo>
                  <a:lnTo>
                    <a:pt x="12701" y="412043"/>
                  </a:lnTo>
                  <a:lnTo>
                    <a:pt x="12701" y="437024"/>
                  </a:lnTo>
                  <a:close/>
                </a:path>
                <a:path w="13487400" h="749300">
                  <a:moveTo>
                    <a:pt x="6351" y="486986"/>
                  </a:moveTo>
                  <a:lnTo>
                    <a:pt x="1" y="486986"/>
                  </a:lnTo>
                  <a:lnTo>
                    <a:pt x="1" y="462005"/>
                  </a:lnTo>
                  <a:lnTo>
                    <a:pt x="6351" y="462005"/>
                  </a:lnTo>
                  <a:lnTo>
                    <a:pt x="6351" y="486986"/>
                  </a:lnTo>
                  <a:close/>
                </a:path>
                <a:path w="13487400" h="749300">
                  <a:moveTo>
                    <a:pt x="12701" y="486986"/>
                  </a:moveTo>
                  <a:lnTo>
                    <a:pt x="6351" y="486986"/>
                  </a:lnTo>
                  <a:lnTo>
                    <a:pt x="6351" y="462005"/>
                  </a:lnTo>
                  <a:lnTo>
                    <a:pt x="12701" y="462005"/>
                  </a:lnTo>
                  <a:lnTo>
                    <a:pt x="12701" y="486986"/>
                  </a:lnTo>
                  <a:close/>
                </a:path>
                <a:path w="13487400" h="749300">
                  <a:moveTo>
                    <a:pt x="6351" y="536948"/>
                  </a:moveTo>
                  <a:lnTo>
                    <a:pt x="1" y="536948"/>
                  </a:lnTo>
                  <a:lnTo>
                    <a:pt x="1" y="511967"/>
                  </a:lnTo>
                  <a:lnTo>
                    <a:pt x="6351" y="511967"/>
                  </a:lnTo>
                  <a:lnTo>
                    <a:pt x="6351" y="536948"/>
                  </a:lnTo>
                  <a:close/>
                </a:path>
                <a:path w="13487400" h="749300">
                  <a:moveTo>
                    <a:pt x="12701" y="536948"/>
                  </a:moveTo>
                  <a:lnTo>
                    <a:pt x="6351" y="536948"/>
                  </a:lnTo>
                  <a:lnTo>
                    <a:pt x="6351" y="511967"/>
                  </a:lnTo>
                  <a:lnTo>
                    <a:pt x="12701" y="511967"/>
                  </a:lnTo>
                  <a:lnTo>
                    <a:pt x="12701" y="536948"/>
                  </a:lnTo>
                  <a:close/>
                </a:path>
                <a:path w="13487400" h="749300">
                  <a:moveTo>
                    <a:pt x="6351" y="586910"/>
                  </a:moveTo>
                  <a:lnTo>
                    <a:pt x="1" y="586910"/>
                  </a:lnTo>
                  <a:lnTo>
                    <a:pt x="1" y="561929"/>
                  </a:lnTo>
                  <a:lnTo>
                    <a:pt x="6351" y="561929"/>
                  </a:lnTo>
                  <a:lnTo>
                    <a:pt x="6351" y="586910"/>
                  </a:lnTo>
                  <a:close/>
                </a:path>
                <a:path w="13487400" h="749300">
                  <a:moveTo>
                    <a:pt x="12701" y="586910"/>
                  </a:moveTo>
                  <a:lnTo>
                    <a:pt x="6351" y="586910"/>
                  </a:lnTo>
                  <a:lnTo>
                    <a:pt x="6351" y="561929"/>
                  </a:lnTo>
                  <a:lnTo>
                    <a:pt x="12701" y="561929"/>
                  </a:lnTo>
                  <a:lnTo>
                    <a:pt x="12701" y="586910"/>
                  </a:lnTo>
                  <a:close/>
                </a:path>
                <a:path w="13487400" h="749300">
                  <a:moveTo>
                    <a:pt x="3018" y="636151"/>
                  </a:moveTo>
                  <a:lnTo>
                    <a:pt x="2" y="624387"/>
                  </a:lnTo>
                  <a:lnTo>
                    <a:pt x="1" y="611903"/>
                  </a:lnTo>
                  <a:lnTo>
                    <a:pt x="6351" y="611903"/>
                  </a:lnTo>
                  <a:lnTo>
                    <a:pt x="6351" y="628083"/>
                  </a:lnTo>
                  <a:lnTo>
                    <a:pt x="6621" y="630966"/>
                  </a:lnTo>
                  <a:lnTo>
                    <a:pt x="6694" y="631741"/>
                  </a:lnTo>
                  <a:lnTo>
                    <a:pt x="7353" y="635354"/>
                  </a:lnTo>
                  <a:lnTo>
                    <a:pt x="3018" y="636151"/>
                  </a:lnTo>
                  <a:close/>
                </a:path>
                <a:path w="13487400" h="749300">
                  <a:moveTo>
                    <a:pt x="7353" y="635354"/>
                  </a:moveTo>
                  <a:lnTo>
                    <a:pt x="6694" y="631741"/>
                  </a:lnTo>
                  <a:lnTo>
                    <a:pt x="6351" y="628083"/>
                  </a:lnTo>
                  <a:lnTo>
                    <a:pt x="6351" y="611903"/>
                  </a:lnTo>
                  <a:lnTo>
                    <a:pt x="12701" y="611903"/>
                  </a:lnTo>
                  <a:lnTo>
                    <a:pt x="12737" y="628083"/>
                  </a:lnTo>
                  <a:lnTo>
                    <a:pt x="13005" y="630966"/>
                  </a:lnTo>
                  <a:lnTo>
                    <a:pt x="13602" y="634204"/>
                  </a:lnTo>
                  <a:lnTo>
                    <a:pt x="7353" y="635354"/>
                  </a:lnTo>
                  <a:close/>
                </a:path>
                <a:path w="13487400" h="749300">
                  <a:moveTo>
                    <a:pt x="28471" y="674549"/>
                  </a:moveTo>
                  <a:lnTo>
                    <a:pt x="22975" y="668621"/>
                  </a:lnTo>
                  <a:lnTo>
                    <a:pt x="18466" y="662475"/>
                  </a:lnTo>
                  <a:lnTo>
                    <a:pt x="14992" y="656188"/>
                  </a:lnTo>
                  <a:lnTo>
                    <a:pt x="20537" y="653115"/>
                  </a:lnTo>
                  <a:lnTo>
                    <a:pt x="23737" y="658906"/>
                  </a:lnTo>
                  <a:lnTo>
                    <a:pt x="27941" y="664634"/>
                  </a:lnTo>
                  <a:lnTo>
                    <a:pt x="33122" y="670234"/>
                  </a:lnTo>
                  <a:lnTo>
                    <a:pt x="28471" y="674549"/>
                  </a:lnTo>
                  <a:close/>
                </a:path>
                <a:path w="13487400" h="749300">
                  <a:moveTo>
                    <a:pt x="24867" y="677893"/>
                  </a:moveTo>
                  <a:lnTo>
                    <a:pt x="9738" y="659100"/>
                  </a:lnTo>
                  <a:lnTo>
                    <a:pt x="14992" y="656188"/>
                  </a:lnTo>
                  <a:lnTo>
                    <a:pt x="18466" y="662475"/>
                  </a:lnTo>
                  <a:lnTo>
                    <a:pt x="22975" y="668621"/>
                  </a:lnTo>
                  <a:lnTo>
                    <a:pt x="28471" y="674549"/>
                  </a:lnTo>
                  <a:lnTo>
                    <a:pt x="24867" y="677893"/>
                  </a:lnTo>
                  <a:close/>
                </a:path>
                <a:path w="13487400" h="749300">
                  <a:moveTo>
                    <a:pt x="65378" y="703037"/>
                  </a:moveTo>
                  <a:lnTo>
                    <a:pt x="58256" y="698936"/>
                  </a:lnTo>
                  <a:lnTo>
                    <a:pt x="51690" y="694606"/>
                  </a:lnTo>
                  <a:lnTo>
                    <a:pt x="45733" y="690072"/>
                  </a:lnTo>
                  <a:lnTo>
                    <a:pt x="49581" y="685017"/>
                  </a:lnTo>
                  <a:lnTo>
                    <a:pt x="55296" y="689373"/>
                  </a:lnTo>
                  <a:lnTo>
                    <a:pt x="61634" y="693564"/>
                  </a:lnTo>
                  <a:lnTo>
                    <a:pt x="68543" y="697527"/>
                  </a:lnTo>
                  <a:lnTo>
                    <a:pt x="65378" y="703037"/>
                  </a:lnTo>
                  <a:close/>
                </a:path>
                <a:path w="13487400" h="749300">
                  <a:moveTo>
                    <a:pt x="62623" y="707833"/>
                  </a:moveTo>
                  <a:lnTo>
                    <a:pt x="42570" y="694227"/>
                  </a:lnTo>
                  <a:lnTo>
                    <a:pt x="45733" y="690072"/>
                  </a:lnTo>
                  <a:lnTo>
                    <a:pt x="51690" y="694606"/>
                  </a:lnTo>
                  <a:lnTo>
                    <a:pt x="58256" y="698936"/>
                  </a:lnTo>
                  <a:lnTo>
                    <a:pt x="65378" y="703037"/>
                  </a:lnTo>
                  <a:lnTo>
                    <a:pt x="62623" y="707833"/>
                  </a:lnTo>
                  <a:close/>
                </a:path>
                <a:path w="13487400" h="749300">
                  <a:moveTo>
                    <a:pt x="108654" y="722492"/>
                  </a:moveTo>
                  <a:lnTo>
                    <a:pt x="100928" y="719790"/>
                  </a:lnTo>
                  <a:lnTo>
                    <a:pt x="93523" y="716869"/>
                  </a:lnTo>
                  <a:lnTo>
                    <a:pt x="86503" y="713732"/>
                  </a:lnTo>
                  <a:lnTo>
                    <a:pt x="89091" y="707941"/>
                  </a:lnTo>
                  <a:lnTo>
                    <a:pt x="95936" y="710989"/>
                  </a:lnTo>
                  <a:lnTo>
                    <a:pt x="102855" y="713732"/>
                  </a:lnTo>
                  <a:lnTo>
                    <a:pt x="110745" y="716488"/>
                  </a:lnTo>
                  <a:lnTo>
                    <a:pt x="108654" y="722492"/>
                  </a:lnTo>
                  <a:close/>
                </a:path>
                <a:path w="13487400" h="749300">
                  <a:moveTo>
                    <a:pt x="106839" y="727707"/>
                  </a:moveTo>
                  <a:lnTo>
                    <a:pt x="84332" y="718590"/>
                  </a:lnTo>
                  <a:lnTo>
                    <a:pt x="86503" y="713732"/>
                  </a:lnTo>
                  <a:lnTo>
                    <a:pt x="93523" y="716869"/>
                  </a:lnTo>
                  <a:lnTo>
                    <a:pt x="100928" y="719790"/>
                  </a:lnTo>
                  <a:lnTo>
                    <a:pt x="108654" y="722492"/>
                  </a:lnTo>
                  <a:lnTo>
                    <a:pt x="106839" y="727707"/>
                  </a:lnTo>
                  <a:close/>
                </a:path>
                <a:path w="13487400" h="749300">
                  <a:moveTo>
                    <a:pt x="154810" y="734896"/>
                  </a:moveTo>
                  <a:lnTo>
                    <a:pt x="154575" y="734896"/>
                  </a:lnTo>
                  <a:lnTo>
                    <a:pt x="146800" y="733341"/>
                  </a:lnTo>
                  <a:lnTo>
                    <a:pt x="139015" y="731525"/>
                  </a:lnTo>
                  <a:lnTo>
                    <a:pt x="131478" y="729504"/>
                  </a:lnTo>
                  <a:lnTo>
                    <a:pt x="133122" y="723371"/>
                  </a:lnTo>
                  <a:lnTo>
                    <a:pt x="140526" y="725352"/>
                  </a:lnTo>
                  <a:lnTo>
                    <a:pt x="148172" y="727143"/>
                  </a:lnTo>
                  <a:lnTo>
                    <a:pt x="156046" y="728718"/>
                  </a:lnTo>
                  <a:lnTo>
                    <a:pt x="154810" y="734896"/>
                  </a:lnTo>
                  <a:close/>
                </a:path>
                <a:path w="13487400" h="749300">
                  <a:moveTo>
                    <a:pt x="153760" y="740147"/>
                  </a:moveTo>
                  <a:lnTo>
                    <a:pt x="130033" y="734896"/>
                  </a:lnTo>
                  <a:lnTo>
                    <a:pt x="131484" y="729504"/>
                  </a:lnTo>
                  <a:lnTo>
                    <a:pt x="139015" y="731525"/>
                  </a:lnTo>
                  <a:lnTo>
                    <a:pt x="146800" y="733341"/>
                  </a:lnTo>
                  <a:lnTo>
                    <a:pt x="154575" y="734896"/>
                  </a:lnTo>
                  <a:lnTo>
                    <a:pt x="154810" y="734896"/>
                  </a:lnTo>
                  <a:lnTo>
                    <a:pt x="153760" y="740147"/>
                  </a:lnTo>
                  <a:close/>
                </a:path>
                <a:path w="13487400" h="749300">
                  <a:moveTo>
                    <a:pt x="202305" y="741519"/>
                  </a:moveTo>
                  <a:lnTo>
                    <a:pt x="194209" y="740859"/>
                  </a:lnTo>
                  <a:lnTo>
                    <a:pt x="186246" y="739995"/>
                  </a:lnTo>
                  <a:lnTo>
                    <a:pt x="178448" y="738916"/>
                  </a:lnTo>
                  <a:lnTo>
                    <a:pt x="179312" y="732629"/>
                  </a:lnTo>
                  <a:lnTo>
                    <a:pt x="186995" y="733684"/>
                  </a:lnTo>
                  <a:lnTo>
                    <a:pt x="194831" y="734534"/>
                  </a:lnTo>
                  <a:lnTo>
                    <a:pt x="202820" y="735182"/>
                  </a:lnTo>
                  <a:lnTo>
                    <a:pt x="202516" y="738916"/>
                  </a:lnTo>
                  <a:lnTo>
                    <a:pt x="202429" y="739995"/>
                  </a:lnTo>
                  <a:lnTo>
                    <a:pt x="202305" y="741519"/>
                  </a:lnTo>
                  <a:close/>
                </a:path>
                <a:path w="13487400" h="749300">
                  <a:moveTo>
                    <a:pt x="201881" y="746734"/>
                  </a:moveTo>
                  <a:lnTo>
                    <a:pt x="177609" y="745023"/>
                  </a:lnTo>
                  <a:lnTo>
                    <a:pt x="178448" y="738916"/>
                  </a:lnTo>
                  <a:lnTo>
                    <a:pt x="186246" y="739995"/>
                  </a:lnTo>
                  <a:lnTo>
                    <a:pt x="194209" y="740859"/>
                  </a:lnTo>
                  <a:lnTo>
                    <a:pt x="202305" y="741519"/>
                  </a:lnTo>
                  <a:lnTo>
                    <a:pt x="201881" y="746734"/>
                  </a:lnTo>
                  <a:close/>
                </a:path>
                <a:path w="13487400" h="749300">
                  <a:moveTo>
                    <a:pt x="238291" y="749300"/>
                  </a:moveTo>
                  <a:lnTo>
                    <a:pt x="226130" y="748442"/>
                  </a:lnTo>
                  <a:lnTo>
                    <a:pt x="226454" y="736439"/>
                  </a:lnTo>
                  <a:lnTo>
                    <a:pt x="238291" y="736439"/>
                  </a:lnTo>
                  <a:lnTo>
                    <a:pt x="238291" y="749300"/>
                  </a:lnTo>
                  <a:close/>
                </a:path>
                <a:path w="13487400" h="749300">
                  <a:moveTo>
                    <a:pt x="250991" y="749300"/>
                  </a:moveTo>
                  <a:lnTo>
                    <a:pt x="238291" y="749300"/>
                  </a:lnTo>
                  <a:lnTo>
                    <a:pt x="238291" y="736439"/>
                  </a:lnTo>
                  <a:lnTo>
                    <a:pt x="250991" y="736439"/>
                  </a:lnTo>
                  <a:lnTo>
                    <a:pt x="250991" y="749300"/>
                  </a:lnTo>
                  <a:close/>
                </a:path>
                <a:path w="13487400" h="749300">
                  <a:moveTo>
                    <a:pt x="301816" y="749300"/>
                  </a:moveTo>
                  <a:lnTo>
                    <a:pt x="276403" y="749300"/>
                  </a:lnTo>
                  <a:lnTo>
                    <a:pt x="276403" y="736605"/>
                  </a:lnTo>
                  <a:lnTo>
                    <a:pt x="301816" y="736605"/>
                  </a:lnTo>
                  <a:lnTo>
                    <a:pt x="301816" y="749300"/>
                  </a:lnTo>
                  <a:close/>
                </a:path>
                <a:path w="13487400" h="749300">
                  <a:moveTo>
                    <a:pt x="352642" y="749300"/>
                  </a:moveTo>
                  <a:lnTo>
                    <a:pt x="327229" y="749300"/>
                  </a:lnTo>
                  <a:lnTo>
                    <a:pt x="327229" y="736605"/>
                  </a:lnTo>
                  <a:lnTo>
                    <a:pt x="352642" y="736605"/>
                  </a:lnTo>
                  <a:lnTo>
                    <a:pt x="352642" y="749300"/>
                  </a:lnTo>
                  <a:close/>
                </a:path>
                <a:path w="13487400" h="749300">
                  <a:moveTo>
                    <a:pt x="403467" y="749300"/>
                  </a:moveTo>
                  <a:lnTo>
                    <a:pt x="378054" y="749300"/>
                  </a:lnTo>
                  <a:lnTo>
                    <a:pt x="378054" y="736605"/>
                  </a:lnTo>
                  <a:lnTo>
                    <a:pt x="403467" y="736605"/>
                  </a:lnTo>
                  <a:lnTo>
                    <a:pt x="403467" y="749300"/>
                  </a:lnTo>
                  <a:close/>
                </a:path>
                <a:path w="13487400" h="749300">
                  <a:moveTo>
                    <a:pt x="454280" y="749300"/>
                  </a:moveTo>
                  <a:lnTo>
                    <a:pt x="428880" y="749300"/>
                  </a:lnTo>
                  <a:lnTo>
                    <a:pt x="428880" y="736605"/>
                  </a:lnTo>
                  <a:lnTo>
                    <a:pt x="454280" y="736605"/>
                  </a:lnTo>
                  <a:lnTo>
                    <a:pt x="454280" y="749300"/>
                  </a:lnTo>
                  <a:close/>
                </a:path>
                <a:path w="13487400" h="749300">
                  <a:moveTo>
                    <a:pt x="505105" y="749300"/>
                  </a:moveTo>
                  <a:lnTo>
                    <a:pt x="479692" y="749300"/>
                  </a:lnTo>
                  <a:lnTo>
                    <a:pt x="479692" y="736605"/>
                  </a:lnTo>
                  <a:lnTo>
                    <a:pt x="505105" y="736605"/>
                  </a:lnTo>
                  <a:lnTo>
                    <a:pt x="505105" y="749300"/>
                  </a:lnTo>
                  <a:close/>
                </a:path>
                <a:path w="13487400" h="749300">
                  <a:moveTo>
                    <a:pt x="555930" y="749300"/>
                  </a:moveTo>
                  <a:lnTo>
                    <a:pt x="530518" y="749300"/>
                  </a:lnTo>
                  <a:lnTo>
                    <a:pt x="530518" y="736605"/>
                  </a:lnTo>
                  <a:lnTo>
                    <a:pt x="555930" y="736605"/>
                  </a:lnTo>
                  <a:lnTo>
                    <a:pt x="555930" y="749300"/>
                  </a:lnTo>
                  <a:close/>
                </a:path>
                <a:path w="13487400" h="749300">
                  <a:moveTo>
                    <a:pt x="606756" y="749300"/>
                  </a:moveTo>
                  <a:lnTo>
                    <a:pt x="581343" y="749300"/>
                  </a:lnTo>
                  <a:lnTo>
                    <a:pt x="581343" y="736605"/>
                  </a:lnTo>
                  <a:lnTo>
                    <a:pt x="606756" y="736605"/>
                  </a:lnTo>
                  <a:lnTo>
                    <a:pt x="606756" y="749300"/>
                  </a:lnTo>
                  <a:close/>
                </a:path>
                <a:path w="13487400" h="749300">
                  <a:moveTo>
                    <a:pt x="657581" y="749300"/>
                  </a:moveTo>
                  <a:lnTo>
                    <a:pt x="632169" y="749300"/>
                  </a:lnTo>
                  <a:lnTo>
                    <a:pt x="632169" y="736605"/>
                  </a:lnTo>
                  <a:lnTo>
                    <a:pt x="657581" y="736605"/>
                  </a:lnTo>
                  <a:lnTo>
                    <a:pt x="657581" y="749300"/>
                  </a:lnTo>
                  <a:close/>
                </a:path>
                <a:path w="13487400" h="749300">
                  <a:moveTo>
                    <a:pt x="708394" y="749300"/>
                  </a:moveTo>
                  <a:lnTo>
                    <a:pt x="682981" y="749300"/>
                  </a:lnTo>
                  <a:lnTo>
                    <a:pt x="682981" y="736605"/>
                  </a:lnTo>
                  <a:lnTo>
                    <a:pt x="708394" y="736605"/>
                  </a:lnTo>
                  <a:lnTo>
                    <a:pt x="708394" y="749300"/>
                  </a:lnTo>
                  <a:close/>
                </a:path>
                <a:path w="13487400" h="749300">
                  <a:moveTo>
                    <a:pt x="759219" y="749300"/>
                  </a:moveTo>
                  <a:lnTo>
                    <a:pt x="733807" y="749300"/>
                  </a:lnTo>
                  <a:lnTo>
                    <a:pt x="733807" y="736605"/>
                  </a:lnTo>
                  <a:lnTo>
                    <a:pt x="759219" y="736605"/>
                  </a:lnTo>
                  <a:lnTo>
                    <a:pt x="759219" y="749300"/>
                  </a:lnTo>
                  <a:close/>
                </a:path>
                <a:path w="13487400" h="749300">
                  <a:moveTo>
                    <a:pt x="810045" y="749300"/>
                  </a:moveTo>
                  <a:lnTo>
                    <a:pt x="784632" y="749300"/>
                  </a:lnTo>
                  <a:lnTo>
                    <a:pt x="784632" y="736605"/>
                  </a:lnTo>
                  <a:lnTo>
                    <a:pt x="810045" y="736605"/>
                  </a:lnTo>
                  <a:lnTo>
                    <a:pt x="810045" y="749300"/>
                  </a:lnTo>
                  <a:close/>
                </a:path>
                <a:path w="13487400" h="749300">
                  <a:moveTo>
                    <a:pt x="860870" y="749300"/>
                  </a:moveTo>
                  <a:lnTo>
                    <a:pt x="835457" y="749300"/>
                  </a:lnTo>
                  <a:lnTo>
                    <a:pt x="835457" y="736605"/>
                  </a:lnTo>
                  <a:lnTo>
                    <a:pt x="860870" y="736605"/>
                  </a:lnTo>
                  <a:lnTo>
                    <a:pt x="860870" y="749300"/>
                  </a:lnTo>
                  <a:close/>
                </a:path>
                <a:path w="13487400" h="749300">
                  <a:moveTo>
                    <a:pt x="911683" y="749300"/>
                  </a:moveTo>
                  <a:lnTo>
                    <a:pt x="886270" y="749300"/>
                  </a:lnTo>
                  <a:lnTo>
                    <a:pt x="886270" y="736605"/>
                  </a:lnTo>
                  <a:lnTo>
                    <a:pt x="911683" y="736605"/>
                  </a:lnTo>
                  <a:lnTo>
                    <a:pt x="911683" y="749300"/>
                  </a:lnTo>
                  <a:close/>
                </a:path>
                <a:path w="13487400" h="749300">
                  <a:moveTo>
                    <a:pt x="962508" y="749300"/>
                  </a:moveTo>
                  <a:lnTo>
                    <a:pt x="937096" y="749300"/>
                  </a:lnTo>
                  <a:lnTo>
                    <a:pt x="937096" y="736605"/>
                  </a:lnTo>
                  <a:lnTo>
                    <a:pt x="962508" y="736605"/>
                  </a:lnTo>
                  <a:lnTo>
                    <a:pt x="962508" y="749300"/>
                  </a:lnTo>
                  <a:close/>
                </a:path>
                <a:path w="13487400" h="749300">
                  <a:moveTo>
                    <a:pt x="1013334" y="749300"/>
                  </a:moveTo>
                  <a:lnTo>
                    <a:pt x="987921" y="749300"/>
                  </a:lnTo>
                  <a:lnTo>
                    <a:pt x="987921" y="736605"/>
                  </a:lnTo>
                  <a:lnTo>
                    <a:pt x="1013334" y="736605"/>
                  </a:lnTo>
                  <a:lnTo>
                    <a:pt x="1013334" y="749300"/>
                  </a:lnTo>
                  <a:close/>
                </a:path>
                <a:path w="13487400" h="749300">
                  <a:moveTo>
                    <a:pt x="1064159" y="749300"/>
                  </a:moveTo>
                  <a:lnTo>
                    <a:pt x="1038746" y="749300"/>
                  </a:lnTo>
                  <a:lnTo>
                    <a:pt x="1038746" y="736605"/>
                  </a:lnTo>
                  <a:lnTo>
                    <a:pt x="1064159" y="736605"/>
                  </a:lnTo>
                  <a:lnTo>
                    <a:pt x="1064159" y="749300"/>
                  </a:lnTo>
                  <a:close/>
                </a:path>
                <a:path w="13487400" h="749300">
                  <a:moveTo>
                    <a:pt x="1114972" y="749300"/>
                  </a:moveTo>
                  <a:lnTo>
                    <a:pt x="1089559" y="749300"/>
                  </a:lnTo>
                  <a:lnTo>
                    <a:pt x="1089559" y="736605"/>
                  </a:lnTo>
                  <a:lnTo>
                    <a:pt x="1114972" y="736605"/>
                  </a:lnTo>
                  <a:lnTo>
                    <a:pt x="1114972" y="749300"/>
                  </a:lnTo>
                  <a:close/>
                </a:path>
                <a:path w="13487400" h="749300">
                  <a:moveTo>
                    <a:pt x="1165797" y="749300"/>
                  </a:moveTo>
                  <a:lnTo>
                    <a:pt x="1140384" y="749300"/>
                  </a:lnTo>
                  <a:lnTo>
                    <a:pt x="1140384" y="736605"/>
                  </a:lnTo>
                  <a:lnTo>
                    <a:pt x="1165797" y="736605"/>
                  </a:lnTo>
                  <a:lnTo>
                    <a:pt x="1165797" y="749300"/>
                  </a:lnTo>
                  <a:close/>
                </a:path>
                <a:path w="13487400" h="749300">
                  <a:moveTo>
                    <a:pt x="1216623" y="749300"/>
                  </a:moveTo>
                  <a:lnTo>
                    <a:pt x="1191210" y="749300"/>
                  </a:lnTo>
                  <a:lnTo>
                    <a:pt x="1191210" y="736605"/>
                  </a:lnTo>
                  <a:lnTo>
                    <a:pt x="1216623" y="736605"/>
                  </a:lnTo>
                  <a:lnTo>
                    <a:pt x="1216623" y="749300"/>
                  </a:lnTo>
                  <a:close/>
                </a:path>
                <a:path w="13487400" h="749300">
                  <a:moveTo>
                    <a:pt x="1267448" y="749300"/>
                  </a:moveTo>
                  <a:lnTo>
                    <a:pt x="1242035" y="749300"/>
                  </a:lnTo>
                  <a:lnTo>
                    <a:pt x="1242035" y="736605"/>
                  </a:lnTo>
                  <a:lnTo>
                    <a:pt x="1267448" y="736605"/>
                  </a:lnTo>
                  <a:lnTo>
                    <a:pt x="1267448" y="749300"/>
                  </a:lnTo>
                  <a:close/>
                </a:path>
                <a:path w="13487400" h="749300">
                  <a:moveTo>
                    <a:pt x="1318261" y="749300"/>
                  </a:moveTo>
                  <a:lnTo>
                    <a:pt x="1292848" y="749300"/>
                  </a:lnTo>
                  <a:lnTo>
                    <a:pt x="1292848" y="736605"/>
                  </a:lnTo>
                  <a:lnTo>
                    <a:pt x="1318261" y="736605"/>
                  </a:lnTo>
                  <a:lnTo>
                    <a:pt x="1318261" y="749300"/>
                  </a:lnTo>
                  <a:close/>
                </a:path>
                <a:path w="13487400" h="749300">
                  <a:moveTo>
                    <a:pt x="1369086" y="749300"/>
                  </a:moveTo>
                  <a:lnTo>
                    <a:pt x="1343673" y="749300"/>
                  </a:lnTo>
                  <a:lnTo>
                    <a:pt x="1343673" y="736605"/>
                  </a:lnTo>
                  <a:lnTo>
                    <a:pt x="1369086" y="736605"/>
                  </a:lnTo>
                  <a:lnTo>
                    <a:pt x="1369086" y="749300"/>
                  </a:lnTo>
                  <a:close/>
                </a:path>
                <a:path w="13487400" h="749300">
                  <a:moveTo>
                    <a:pt x="1419911" y="749300"/>
                  </a:moveTo>
                  <a:lnTo>
                    <a:pt x="1394499" y="749300"/>
                  </a:lnTo>
                  <a:lnTo>
                    <a:pt x="1394499" y="736605"/>
                  </a:lnTo>
                  <a:lnTo>
                    <a:pt x="1419911" y="736605"/>
                  </a:lnTo>
                  <a:lnTo>
                    <a:pt x="1419911" y="749300"/>
                  </a:lnTo>
                  <a:close/>
                </a:path>
                <a:path w="13487400" h="749300">
                  <a:moveTo>
                    <a:pt x="1470737" y="749300"/>
                  </a:moveTo>
                  <a:lnTo>
                    <a:pt x="1445324" y="749300"/>
                  </a:lnTo>
                  <a:lnTo>
                    <a:pt x="1445324" y="736605"/>
                  </a:lnTo>
                  <a:lnTo>
                    <a:pt x="1470737" y="736605"/>
                  </a:lnTo>
                  <a:lnTo>
                    <a:pt x="1470737" y="749300"/>
                  </a:lnTo>
                  <a:close/>
                </a:path>
                <a:path w="13487400" h="749300">
                  <a:moveTo>
                    <a:pt x="1521550" y="749300"/>
                  </a:moveTo>
                  <a:lnTo>
                    <a:pt x="1496137" y="749300"/>
                  </a:lnTo>
                  <a:lnTo>
                    <a:pt x="1496137" y="736605"/>
                  </a:lnTo>
                  <a:lnTo>
                    <a:pt x="1521550" y="736605"/>
                  </a:lnTo>
                  <a:lnTo>
                    <a:pt x="1521550" y="749300"/>
                  </a:lnTo>
                  <a:close/>
                </a:path>
                <a:path w="13487400" h="749300">
                  <a:moveTo>
                    <a:pt x="1572375" y="749300"/>
                  </a:moveTo>
                  <a:lnTo>
                    <a:pt x="1546962" y="749300"/>
                  </a:lnTo>
                  <a:lnTo>
                    <a:pt x="1546962" y="736605"/>
                  </a:lnTo>
                  <a:lnTo>
                    <a:pt x="1572375" y="736605"/>
                  </a:lnTo>
                  <a:lnTo>
                    <a:pt x="1572375" y="749300"/>
                  </a:lnTo>
                  <a:close/>
                </a:path>
                <a:path w="13487400" h="749300">
                  <a:moveTo>
                    <a:pt x="1623200" y="749300"/>
                  </a:moveTo>
                  <a:lnTo>
                    <a:pt x="1597788" y="749300"/>
                  </a:lnTo>
                  <a:lnTo>
                    <a:pt x="1597788" y="736605"/>
                  </a:lnTo>
                  <a:lnTo>
                    <a:pt x="1623200" y="736605"/>
                  </a:lnTo>
                  <a:lnTo>
                    <a:pt x="1623200" y="749300"/>
                  </a:lnTo>
                  <a:close/>
                </a:path>
                <a:path w="13487400" h="749300">
                  <a:moveTo>
                    <a:pt x="1674026" y="749300"/>
                  </a:moveTo>
                  <a:lnTo>
                    <a:pt x="1648613" y="749300"/>
                  </a:lnTo>
                  <a:lnTo>
                    <a:pt x="1648613" y="736605"/>
                  </a:lnTo>
                  <a:lnTo>
                    <a:pt x="1674026" y="736605"/>
                  </a:lnTo>
                  <a:lnTo>
                    <a:pt x="1674026" y="749300"/>
                  </a:lnTo>
                  <a:close/>
                </a:path>
                <a:path w="13487400" h="749300">
                  <a:moveTo>
                    <a:pt x="1724838" y="749300"/>
                  </a:moveTo>
                  <a:lnTo>
                    <a:pt x="1699426" y="749300"/>
                  </a:lnTo>
                  <a:lnTo>
                    <a:pt x="1699426" y="736605"/>
                  </a:lnTo>
                  <a:lnTo>
                    <a:pt x="1724838" y="736605"/>
                  </a:lnTo>
                  <a:lnTo>
                    <a:pt x="1724838" y="749300"/>
                  </a:lnTo>
                  <a:close/>
                </a:path>
                <a:path w="13487400" h="749300">
                  <a:moveTo>
                    <a:pt x="1775664" y="749300"/>
                  </a:moveTo>
                  <a:lnTo>
                    <a:pt x="1750251" y="749300"/>
                  </a:lnTo>
                  <a:lnTo>
                    <a:pt x="1750251" y="736605"/>
                  </a:lnTo>
                  <a:lnTo>
                    <a:pt x="1775664" y="736605"/>
                  </a:lnTo>
                  <a:lnTo>
                    <a:pt x="1775664" y="749300"/>
                  </a:lnTo>
                  <a:close/>
                </a:path>
                <a:path w="13487400" h="749300">
                  <a:moveTo>
                    <a:pt x="1826489" y="749300"/>
                  </a:moveTo>
                  <a:lnTo>
                    <a:pt x="1801077" y="749300"/>
                  </a:lnTo>
                  <a:lnTo>
                    <a:pt x="1801077" y="736605"/>
                  </a:lnTo>
                  <a:lnTo>
                    <a:pt x="1826489" y="736605"/>
                  </a:lnTo>
                  <a:lnTo>
                    <a:pt x="1826489" y="749300"/>
                  </a:lnTo>
                  <a:close/>
                </a:path>
                <a:path w="13487400" h="749300">
                  <a:moveTo>
                    <a:pt x="1877315" y="749300"/>
                  </a:moveTo>
                  <a:lnTo>
                    <a:pt x="1851902" y="749300"/>
                  </a:lnTo>
                  <a:lnTo>
                    <a:pt x="1851902" y="736605"/>
                  </a:lnTo>
                  <a:lnTo>
                    <a:pt x="1877315" y="736605"/>
                  </a:lnTo>
                  <a:lnTo>
                    <a:pt x="1877315" y="749300"/>
                  </a:lnTo>
                  <a:close/>
                </a:path>
                <a:path w="13487400" h="749300">
                  <a:moveTo>
                    <a:pt x="1928127" y="749300"/>
                  </a:moveTo>
                  <a:lnTo>
                    <a:pt x="1902715" y="749300"/>
                  </a:lnTo>
                  <a:lnTo>
                    <a:pt x="1902715" y="736605"/>
                  </a:lnTo>
                  <a:lnTo>
                    <a:pt x="1928127" y="736605"/>
                  </a:lnTo>
                  <a:lnTo>
                    <a:pt x="1928127" y="749300"/>
                  </a:lnTo>
                  <a:close/>
                </a:path>
                <a:path w="13487400" h="749300">
                  <a:moveTo>
                    <a:pt x="1978953" y="749300"/>
                  </a:moveTo>
                  <a:lnTo>
                    <a:pt x="1953540" y="749300"/>
                  </a:lnTo>
                  <a:lnTo>
                    <a:pt x="1953540" y="736605"/>
                  </a:lnTo>
                  <a:lnTo>
                    <a:pt x="1978953" y="736605"/>
                  </a:lnTo>
                  <a:lnTo>
                    <a:pt x="1978953" y="749300"/>
                  </a:lnTo>
                  <a:close/>
                </a:path>
                <a:path w="13487400" h="749300">
                  <a:moveTo>
                    <a:pt x="2029778" y="749300"/>
                  </a:moveTo>
                  <a:lnTo>
                    <a:pt x="2004365" y="749300"/>
                  </a:lnTo>
                  <a:lnTo>
                    <a:pt x="2004365" y="736605"/>
                  </a:lnTo>
                  <a:lnTo>
                    <a:pt x="2029778" y="736605"/>
                  </a:lnTo>
                  <a:lnTo>
                    <a:pt x="2029778" y="749300"/>
                  </a:lnTo>
                  <a:close/>
                </a:path>
                <a:path w="13487400" h="749300">
                  <a:moveTo>
                    <a:pt x="2080604" y="749300"/>
                  </a:moveTo>
                  <a:lnTo>
                    <a:pt x="2055191" y="749300"/>
                  </a:lnTo>
                  <a:lnTo>
                    <a:pt x="2055191" y="736605"/>
                  </a:lnTo>
                  <a:lnTo>
                    <a:pt x="2080604" y="736605"/>
                  </a:lnTo>
                  <a:lnTo>
                    <a:pt x="2080604" y="749300"/>
                  </a:lnTo>
                  <a:close/>
                </a:path>
                <a:path w="13487400" h="749300">
                  <a:moveTo>
                    <a:pt x="2131416" y="749300"/>
                  </a:moveTo>
                  <a:lnTo>
                    <a:pt x="2106004" y="749300"/>
                  </a:lnTo>
                  <a:lnTo>
                    <a:pt x="2106004" y="736605"/>
                  </a:lnTo>
                  <a:lnTo>
                    <a:pt x="2131416" y="736605"/>
                  </a:lnTo>
                  <a:lnTo>
                    <a:pt x="2131416" y="749300"/>
                  </a:lnTo>
                  <a:close/>
                </a:path>
                <a:path w="13487400" h="749300">
                  <a:moveTo>
                    <a:pt x="2182242" y="749300"/>
                  </a:moveTo>
                  <a:lnTo>
                    <a:pt x="2156829" y="749300"/>
                  </a:lnTo>
                  <a:lnTo>
                    <a:pt x="2156829" y="736605"/>
                  </a:lnTo>
                  <a:lnTo>
                    <a:pt x="2182242" y="736605"/>
                  </a:lnTo>
                  <a:lnTo>
                    <a:pt x="2182242" y="749300"/>
                  </a:lnTo>
                  <a:close/>
                </a:path>
                <a:path w="13487400" h="749300">
                  <a:moveTo>
                    <a:pt x="2233067" y="749300"/>
                  </a:moveTo>
                  <a:lnTo>
                    <a:pt x="2207654" y="749300"/>
                  </a:lnTo>
                  <a:lnTo>
                    <a:pt x="2207654" y="736605"/>
                  </a:lnTo>
                  <a:lnTo>
                    <a:pt x="2233067" y="736605"/>
                  </a:lnTo>
                  <a:lnTo>
                    <a:pt x="2233067" y="749300"/>
                  </a:lnTo>
                  <a:close/>
                </a:path>
                <a:path w="13487400" h="749300">
                  <a:moveTo>
                    <a:pt x="2283892" y="749300"/>
                  </a:moveTo>
                  <a:lnTo>
                    <a:pt x="2258480" y="749300"/>
                  </a:lnTo>
                  <a:lnTo>
                    <a:pt x="2258480" y="736605"/>
                  </a:lnTo>
                  <a:lnTo>
                    <a:pt x="2283892" y="736605"/>
                  </a:lnTo>
                  <a:lnTo>
                    <a:pt x="2283892" y="749300"/>
                  </a:lnTo>
                  <a:close/>
                </a:path>
                <a:path w="13487400" h="749300">
                  <a:moveTo>
                    <a:pt x="2334705" y="749300"/>
                  </a:moveTo>
                  <a:lnTo>
                    <a:pt x="2309292" y="749300"/>
                  </a:lnTo>
                  <a:lnTo>
                    <a:pt x="2309292" y="736605"/>
                  </a:lnTo>
                  <a:lnTo>
                    <a:pt x="2334705" y="736605"/>
                  </a:lnTo>
                  <a:lnTo>
                    <a:pt x="2334705" y="749300"/>
                  </a:lnTo>
                  <a:close/>
                </a:path>
                <a:path w="13487400" h="749300">
                  <a:moveTo>
                    <a:pt x="2385531" y="749300"/>
                  </a:moveTo>
                  <a:lnTo>
                    <a:pt x="2360118" y="749300"/>
                  </a:lnTo>
                  <a:lnTo>
                    <a:pt x="2360118" y="736605"/>
                  </a:lnTo>
                  <a:lnTo>
                    <a:pt x="2385531" y="736605"/>
                  </a:lnTo>
                  <a:lnTo>
                    <a:pt x="2385531" y="749300"/>
                  </a:lnTo>
                  <a:close/>
                </a:path>
                <a:path w="13487400" h="749300">
                  <a:moveTo>
                    <a:pt x="2436356" y="749300"/>
                  </a:moveTo>
                  <a:lnTo>
                    <a:pt x="2410943" y="749300"/>
                  </a:lnTo>
                  <a:lnTo>
                    <a:pt x="2410943" y="736605"/>
                  </a:lnTo>
                  <a:lnTo>
                    <a:pt x="2436356" y="736605"/>
                  </a:lnTo>
                  <a:lnTo>
                    <a:pt x="2436356" y="749300"/>
                  </a:lnTo>
                  <a:close/>
                </a:path>
                <a:path w="13487400" h="749300">
                  <a:moveTo>
                    <a:pt x="2487169" y="749300"/>
                  </a:moveTo>
                  <a:lnTo>
                    <a:pt x="2461769" y="749300"/>
                  </a:lnTo>
                  <a:lnTo>
                    <a:pt x="2461769" y="736605"/>
                  </a:lnTo>
                  <a:lnTo>
                    <a:pt x="2487169" y="736605"/>
                  </a:lnTo>
                  <a:lnTo>
                    <a:pt x="2487169" y="749300"/>
                  </a:lnTo>
                  <a:close/>
                </a:path>
                <a:path w="13487400" h="749300">
                  <a:moveTo>
                    <a:pt x="2537994" y="749300"/>
                  </a:moveTo>
                  <a:lnTo>
                    <a:pt x="2512581" y="749300"/>
                  </a:lnTo>
                  <a:lnTo>
                    <a:pt x="2512581" y="736605"/>
                  </a:lnTo>
                  <a:lnTo>
                    <a:pt x="2537994" y="736605"/>
                  </a:lnTo>
                  <a:lnTo>
                    <a:pt x="2537994" y="749300"/>
                  </a:lnTo>
                  <a:close/>
                </a:path>
                <a:path w="13487400" h="749300">
                  <a:moveTo>
                    <a:pt x="2588819" y="749300"/>
                  </a:moveTo>
                  <a:lnTo>
                    <a:pt x="2563407" y="749300"/>
                  </a:lnTo>
                  <a:lnTo>
                    <a:pt x="2563407" y="736605"/>
                  </a:lnTo>
                  <a:lnTo>
                    <a:pt x="2588819" y="736605"/>
                  </a:lnTo>
                  <a:lnTo>
                    <a:pt x="2588819" y="749300"/>
                  </a:lnTo>
                  <a:close/>
                </a:path>
                <a:path w="13487400" h="749300">
                  <a:moveTo>
                    <a:pt x="2639645" y="749300"/>
                  </a:moveTo>
                  <a:lnTo>
                    <a:pt x="2614232" y="749300"/>
                  </a:lnTo>
                  <a:lnTo>
                    <a:pt x="2614232" y="736605"/>
                  </a:lnTo>
                  <a:lnTo>
                    <a:pt x="2639645" y="736605"/>
                  </a:lnTo>
                  <a:lnTo>
                    <a:pt x="2639645" y="749300"/>
                  </a:lnTo>
                  <a:close/>
                </a:path>
                <a:path w="13487400" h="749300">
                  <a:moveTo>
                    <a:pt x="2690458" y="749300"/>
                  </a:moveTo>
                  <a:lnTo>
                    <a:pt x="2665058" y="749300"/>
                  </a:lnTo>
                  <a:lnTo>
                    <a:pt x="2665058" y="736605"/>
                  </a:lnTo>
                  <a:lnTo>
                    <a:pt x="2690458" y="736605"/>
                  </a:lnTo>
                  <a:lnTo>
                    <a:pt x="2690458" y="749300"/>
                  </a:lnTo>
                  <a:close/>
                </a:path>
                <a:path w="13487400" h="749300">
                  <a:moveTo>
                    <a:pt x="2741283" y="749300"/>
                  </a:moveTo>
                  <a:lnTo>
                    <a:pt x="2715870" y="749300"/>
                  </a:lnTo>
                  <a:lnTo>
                    <a:pt x="2715870" y="736605"/>
                  </a:lnTo>
                  <a:lnTo>
                    <a:pt x="2741283" y="736605"/>
                  </a:lnTo>
                  <a:lnTo>
                    <a:pt x="2741283" y="749300"/>
                  </a:lnTo>
                  <a:close/>
                </a:path>
                <a:path w="13487400" h="749300">
                  <a:moveTo>
                    <a:pt x="2792108" y="749300"/>
                  </a:moveTo>
                  <a:lnTo>
                    <a:pt x="2766696" y="749300"/>
                  </a:lnTo>
                  <a:lnTo>
                    <a:pt x="2766696" y="736605"/>
                  </a:lnTo>
                  <a:lnTo>
                    <a:pt x="2792108" y="736605"/>
                  </a:lnTo>
                  <a:lnTo>
                    <a:pt x="2792108" y="749300"/>
                  </a:lnTo>
                  <a:close/>
                </a:path>
                <a:path w="13487400" h="749300">
                  <a:moveTo>
                    <a:pt x="2842934" y="749300"/>
                  </a:moveTo>
                  <a:lnTo>
                    <a:pt x="2817521" y="749300"/>
                  </a:lnTo>
                  <a:lnTo>
                    <a:pt x="2817521" y="736605"/>
                  </a:lnTo>
                  <a:lnTo>
                    <a:pt x="2842934" y="736605"/>
                  </a:lnTo>
                  <a:lnTo>
                    <a:pt x="2842934" y="749300"/>
                  </a:lnTo>
                  <a:close/>
                </a:path>
                <a:path w="13487400" h="749300">
                  <a:moveTo>
                    <a:pt x="2893746" y="749300"/>
                  </a:moveTo>
                  <a:lnTo>
                    <a:pt x="2868346" y="749300"/>
                  </a:lnTo>
                  <a:lnTo>
                    <a:pt x="2868346" y="736605"/>
                  </a:lnTo>
                  <a:lnTo>
                    <a:pt x="2893746" y="736605"/>
                  </a:lnTo>
                  <a:lnTo>
                    <a:pt x="2893746" y="749300"/>
                  </a:lnTo>
                  <a:close/>
                </a:path>
                <a:path w="13487400" h="749300">
                  <a:moveTo>
                    <a:pt x="2944572" y="749300"/>
                  </a:moveTo>
                  <a:lnTo>
                    <a:pt x="2919159" y="749300"/>
                  </a:lnTo>
                  <a:lnTo>
                    <a:pt x="2919159" y="736605"/>
                  </a:lnTo>
                  <a:lnTo>
                    <a:pt x="2944572" y="736605"/>
                  </a:lnTo>
                  <a:lnTo>
                    <a:pt x="2944572" y="749300"/>
                  </a:lnTo>
                  <a:close/>
                </a:path>
                <a:path w="13487400" h="749300">
                  <a:moveTo>
                    <a:pt x="2995397" y="749300"/>
                  </a:moveTo>
                  <a:lnTo>
                    <a:pt x="2969985" y="749300"/>
                  </a:lnTo>
                  <a:lnTo>
                    <a:pt x="2969985" y="736605"/>
                  </a:lnTo>
                  <a:lnTo>
                    <a:pt x="2995397" y="736605"/>
                  </a:lnTo>
                  <a:lnTo>
                    <a:pt x="2995397" y="749300"/>
                  </a:lnTo>
                  <a:close/>
                </a:path>
                <a:path w="13487400" h="749300">
                  <a:moveTo>
                    <a:pt x="3046223" y="749300"/>
                  </a:moveTo>
                  <a:lnTo>
                    <a:pt x="3020810" y="749300"/>
                  </a:lnTo>
                  <a:lnTo>
                    <a:pt x="3020810" y="736605"/>
                  </a:lnTo>
                  <a:lnTo>
                    <a:pt x="3046223" y="736605"/>
                  </a:lnTo>
                  <a:lnTo>
                    <a:pt x="3046223" y="749300"/>
                  </a:lnTo>
                  <a:close/>
                </a:path>
                <a:path w="13487400" h="749300">
                  <a:moveTo>
                    <a:pt x="3097035" y="749300"/>
                  </a:moveTo>
                  <a:lnTo>
                    <a:pt x="3071623" y="749300"/>
                  </a:lnTo>
                  <a:lnTo>
                    <a:pt x="3071623" y="736605"/>
                  </a:lnTo>
                  <a:lnTo>
                    <a:pt x="3097035" y="736605"/>
                  </a:lnTo>
                  <a:lnTo>
                    <a:pt x="3097035" y="749300"/>
                  </a:lnTo>
                  <a:close/>
                </a:path>
                <a:path w="13487400" h="749300">
                  <a:moveTo>
                    <a:pt x="3147861" y="749300"/>
                  </a:moveTo>
                  <a:lnTo>
                    <a:pt x="3122448" y="749300"/>
                  </a:lnTo>
                  <a:lnTo>
                    <a:pt x="3122448" y="736605"/>
                  </a:lnTo>
                  <a:lnTo>
                    <a:pt x="3147861" y="736605"/>
                  </a:lnTo>
                  <a:lnTo>
                    <a:pt x="3147861" y="749300"/>
                  </a:lnTo>
                  <a:close/>
                </a:path>
                <a:path w="13487400" h="749300">
                  <a:moveTo>
                    <a:pt x="3198686" y="749300"/>
                  </a:moveTo>
                  <a:lnTo>
                    <a:pt x="3173273" y="749300"/>
                  </a:lnTo>
                  <a:lnTo>
                    <a:pt x="3173273" y="736605"/>
                  </a:lnTo>
                  <a:lnTo>
                    <a:pt x="3198686" y="736605"/>
                  </a:lnTo>
                  <a:lnTo>
                    <a:pt x="3198686" y="749300"/>
                  </a:lnTo>
                  <a:close/>
                </a:path>
                <a:path w="13487400" h="749300">
                  <a:moveTo>
                    <a:pt x="3249512" y="749300"/>
                  </a:moveTo>
                  <a:lnTo>
                    <a:pt x="3224099" y="749300"/>
                  </a:lnTo>
                  <a:lnTo>
                    <a:pt x="3224099" y="736605"/>
                  </a:lnTo>
                  <a:lnTo>
                    <a:pt x="3249512" y="736605"/>
                  </a:lnTo>
                  <a:lnTo>
                    <a:pt x="3249512" y="749300"/>
                  </a:lnTo>
                  <a:close/>
                </a:path>
                <a:path w="13487400" h="749300">
                  <a:moveTo>
                    <a:pt x="3300324" y="749300"/>
                  </a:moveTo>
                  <a:lnTo>
                    <a:pt x="3274912" y="749300"/>
                  </a:lnTo>
                  <a:lnTo>
                    <a:pt x="3274912" y="736605"/>
                  </a:lnTo>
                  <a:lnTo>
                    <a:pt x="3300324" y="736605"/>
                  </a:lnTo>
                  <a:lnTo>
                    <a:pt x="3300324" y="749300"/>
                  </a:lnTo>
                  <a:close/>
                </a:path>
                <a:path w="13487400" h="749300">
                  <a:moveTo>
                    <a:pt x="3351150" y="749300"/>
                  </a:moveTo>
                  <a:lnTo>
                    <a:pt x="3325737" y="749300"/>
                  </a:lnTo>
                  <a:lnTo>
                    <a:pt x="3325737" y="736605"/>
                  </a:lnTo>
                  <a:lnTo>
                    <a:pt x="3351150" y="736605"/>
                  </a:lnTo>
                  <a:lnTo>
                    <a:pt x="3351150" y="749300"/>
                  </a:lnTo>
                  <a:close/>
                </a:path>
                <a:path w="13487400" h="749300">
                  <a:moveTo>
                    <a:pt x="3401975" y="749300"/>
                  </a:moveTo>
                  <a:lnTo>
                    <a:pt x="3376562" y="749300"/>
                  </a:lnTo>
                  <a:lnTo>
                    <a:pt x="3376562" y="736605"/>
                  </a:lnTo>
                  <a:lnTo>
                    <a:pt x="3401975" y="736605"/>
                  </a:lnTo>
                  <a:lnTo>
                    <a:pt x="3401975" y="749300"/>
                  </a:lnTo>
                  <a:close/>
                </a:path>
                <a:path w="13487400" h="749300">
                  <a:moveTo>
                    <a:pt x="3452800" y="749300"/>
                  </a:moveTo>
                  <a:lnTo>
                    <a:pt x="3427388" y="749300"/>
                  </a:lnTo>
                  <a:lnTo>
                    <a:pt x="3427388" y="736605"/>
                  </a:lnTo>
                  <a:lnTo>
                    <a:pt x="3452800" y="736605"/>
                  </a:lnTo>
                  <a:lnTo>
                    <a:pt x="3452800" y="749300"/>
                  </a:lnTo>
                  <a:close/>
                </a:path>
                <a:path w="13487400" h="749300">
                  <a:moveTo>
                    <a:pt x="3503613" y="749300"/>
                  </a:moveTo>
                  <a:lnTo>
                    <a:pt x="3478200" y="749300"/>
                  </a:lnTo>
                  <a:lnTo>
                    <a:pt x="3478200" y="736605"/>
                  </a:lnTo>
                  <a:lnTo>
                    <a:pt x="3503613" y="736605"/>
                  </a:lnTo>
                  <a:lnTo>
                    <a:pt x="3503613" y="749300"/>
                  </a:lnTo>
                  <a:close/>
                </a:path>
                <a:path w="13487400" h="749300">
                  <a:moveTo>
                    <a:pt x="3554439" y="749300"/>
                  </a:moveTo>
                  <a:lnTo>
                    <a:pt x="3529026" y="749300"/>
                  </a:lnTo>
                  <a:lnTo>
                    <a:pt x="3529026" y="736605"/>
                  </a:lnTo>
                  <a:lnTo>
                    <a:pt x="3554439" y="736605"/>
                  </a:lnTo>
                  <a:lnTo>
                    <a:pt x="3554439" y="749300"/>
                  </a:lnTo>
                  <a:close/>
                </a:path>
                <a:path w="13487400" h="749300">
                  <a:moveTo>
                    <a:pt x="3605264" y="749300"/>
                  </a:moveTo>
                  <a:lnTo>
                    <a:pt x="3579851" y="749300"/>
                  </a:lnTo>
                  <a:lnTo>
                    <a:pt x="3579851" y="736605"/>
                  </a:lnTo>
                  <a:lnTo>
                    <a:pt x="3605264" y="736605"/>
                  </a:lnTo>
                  <a:lnTo>
                    <a:pt x="3605264" y="749300"/>
                  </a:lnTo>
                  <a:close/>
                </a:path>
                <a:path w="13487400" h="749300">
                  <a:moveTo>
                    <a:pt x="3656089" y="749300"/>
                  </a:moveTo>
                  <a:lnTo>
                    <a:pt x="3630677" y="749300"/>
                  </a:lnTo>
                  <a:lnTo>
                    <a:pt x="3630677" y="736605"/>
                  </a:lnTo>
                  <a:lnTo>
                    <a:pt x="3656089" y="736605"/>
                  </a:lnTo>
                  <a:lnTo>
                    <a:pt x="3656089" y="749300"/>
                  </a:lnTo>
                  <a:close/>
                </a:path>
                <a:path w="13487400" h="749300">
                  <a:moveTo>
                    <a:pt x="3706902" y="749300"/>
                  </a:moveTo>
                  <a:lnTo>
                    <a:pt x="3681489" y="749300"/>
                  </a:lnTo>
                  <a:lnTo>
                    <a:pt x="3681489" y="736605"/>
                  </a:lnTo>
                  <a:lnTo>
                    <a:pt x="3706902" y="736605"/>
                  </a:lnTo>
                  <a:lnTo>
                    <a:pt x="3706902" y="749300"/>
                  </a:lnTo>
                  <a:close/>
                </a:path>
                <a:path w="13487400" h="749300">
                  <a:moveTo>
                    <a:pt x="3757727" y="749300"/>
                  </a:moveTo>
                  <a:lnTo>
                    <a:pt x="3732315" y="749300"/>
                  </a:lnTo>
                  <a:lnTo>
                    <a:pt x="3732315" y="736605"/>
                  </a:lnTo>
                  <a:lnTo>
                    <a:pt x="3757727" y="736605"/>
                  </a:lnTo>
                  <a:lnTo>
                    <a:pt x="3757727" y="749300"/>
                  </a:lnTo>
                  <a:close/>
                </a:path>
                <a:path w="13487400" h="749300">
                  <a:moveTo>
                    <a:pt x="3808553" y="749300"/>
                  </a:moveTo>
                  <a:lnTo>
                    <a:pt x="3783140" y="749300"/>
                  </a:lnTo>
                  <a:lnTo>
                    <a:pt x="3783140" y="736605"/>
                  </a:lnTo>
                  <a:lnTo>
                    <a:pt x="3808553" y="736605"/>
                  </a:lnTo>
                  <a:lnTo>
                    <a:pt x="3808553" y="749300"/>
                  </a:lnTo>
                  <a:close/>
                </a:path>
                <a:path w="13487400" h="749300">
                  <a:moveTo>
                    <a:pt x="3859378" y="749300"/>
                  </a:moveTo>
                  <a:lnTo>
                    <a:pt x="3833966" y="749300"/>
                  </a:lnTo>
                  <a:lnTo>
                    <a:pt x="3833966" y="736605"/>
                  </a:lnTo>
                  <a:lnTo>
                    <a:pt x="3859378" y="736605"/>
                  </a:lnTo>
                  <a:lnTo>
                    <a:pt x="3859378" y="749300"/>
                  </a:lnTo>
                  <a:close/>
                </a:path>
                <a:path w="13487400" h="749300">
                  <a:moveTo>
                    <a:pt x="3910191" y="749300"/>
                  </a:moveTo>
                  <a:lnTo>
                    <a:pt x="3884791" y="749300"/>
                  </a:lnTo>
                  <a:lnTo>
                    <a:pt x="3884791" y="736605"/>
                  </a:lnTo>
                  <a:lnTo>
                    <a:pt x="3910191" y="736605"/>
                  </a:lnTo>
                  <a:lnTo>
                    <a:pt x="3910191" y="749300"/>
                  </a:lnTo>
                  <a:close/>
                </a:path>
                <a:path w="13487400" h="749300">
                  <a:moveTo>
                    <a:pt x="3961016" y="749300"/>
                  </a:moveTo>
                  <a:lnTo>
                    <a:pt x="3935604" y="749300"/>
                  </a:lnTo>
                  <a:lnTo>
                    <a:pt x="3935604" y="736605"/>
                  </a:lnTo>
                  <a:lnTo>
                    <a:pt x="3961016" y="736605"/>
                  </a:lnTo>
                  <a:lnTo>
                    <a:pt x="3961016" y="749300"/>
                  </a:lnTo>
                  <a:close/>
                </a:path>
                <a:path w="13487400" h="749300">
                  <a:moveTo>
                    <a:pt x="4011842" y="749300"/>
                  </a:moveTo>
                  <a:lnTo>
                    <a:pt x="3986429" y="749300"/>
                  </a:lnTo>
                  <a:lnTo>
                    <a:pt x="3986429" y="736605"/>
                  </a:lnTo>
                  <a:lnTo>
                    <a:pt x="4011842" y="736605"/>
                  </a:lnTo>
                  <a:lnTo>
                    <a:pt x="4011842" y="749300"/>
                  </a:lnTo>
                  <a:close/>
                </a:path>
                <a:path w="13487400" h="749300">
                  <a:moveTo>
                    <a:pt x="4062667" y="749300"/>
                  </a:moveTo>
                  <a:lnTo>
                    <a:pt x="4037254" y="749300"/>
                  </a:lnTo>
                  <a:lnTo>
                    <a:pt x="4037254" y="736605"/>
                  </a:lnTo>
                  <a:lnTo>
                    <a:pt x="4062667" y="736605"/>
                  </a:lnTo>
                  <a:lnTo>
                    <a:pt x="4062667" y="749300"/>
                  </a:lnTo>
                  <a:close/>
                </a:path>
                <a:path w="13487400" h="749300">
                  <a:moveTo>
                    <a:pt x="4113480" y="749300"/>
                  </a:moveTo>
                  <a:lnTo>
                    <a:pt x="4088080" y="749300"/>
                  </a:lnTo>
                  <a:lnTo>
                    <a:pt x="4088080" y="736605"/>
                  </a:lnTo>
                  <a:lnTo>
                    <a:pt x="4113480" y="736605"/>
                  </a:lnTo>
                  <a:lnTo>
                    <a:pt x="4113480" y="749300"/>
                  </a:lnTo>
                  <a:close/>
                </a:path>
                <a:path w="13487400" h="749300">
                  <a:moveTo>
                    <a:pt x="4164305" y="749300"/>
                  </a:moveTo>
                  <a:lnTo>
                    <a:pt x="4138893" y="749300"/>
                  </a:lnTo>
                  <a:lnTo>
                    <a:pt x="4138893" y="736605"/>
                  </a:lnTo>
                  <a:lnTo>
                    <a:pt x="4164305" y="736605"/>
                  </a:lnTo>
                  <a:lnTo>
                    <a:pt x="4164305" y="749300"/>
                  </a:lnTo>
                  <a:close/>
                </a:path>
                <a:path w="13487400" h="749300">
                  <a:moveTo>
                    <a:pt x="4215131" y="749300"/>
                  </a:moveTo>
                  <a:lnTo>
                    <a:pt x="4189718" y="749300"/>
                  </a:lnTo>
                  <a:lnTo>
                    <a:pt x="4189718" y="736605"/>
                  </a:lnTo>
                  <a:lnTo>
                    <a:pt x="4215131" y="736605"/>
                  </a:lnTo>
                  <a:lnTo>
                    <a:pt x="4215131" y="749300"/>
                  </a:lnTo>
                  <a:close/>
                </a:path>
                <a:path w="13487400" h="749300">
                  <a:moveTo>
                    <a:pt x="4265956" y="749300"/>
                  </a:moveTo>
                  <a:lnTo>
                    <a:pt x="4240543" y="749300"/>
                  </a:lnTo>
                  <a:lnTo>
                    <a:pt x="4240543" y="736605"/>
                  </a:lnTo>
                  <a:lnTo>
                    <a:pt x="4265956" y="736605"/>
                  </a:lnTo>
                  <a:lnTo>
                    <a:pt x="4265956" y="749300"/>
                  </a:lnTo>
                  <a:close/>
                </a:path>
                <a:path w="13487400" h="749300">
                  <a:moveTo>
                    <a:pt x="4316781" y="749300"/>
                  </a:moveTo>
                  <a:lnTo>
                    <a:pt x="4291369" y="749300"/>
                  </a:lnTo>
                  <a:lnTo>
                    <a:pt x="4291369" y="736605"/>
                  </a:lnTo>
                  <a:lnTo>
                    <a:pt x="4316781" y="736605"/>
                  </a:lnTo>
                  <a:lnTo>
                    <a:pt x="4316781" y="749300"/>
                  </a:lnTo>
                  <a:close/>
                </a:path>
                <a:path w="13487400" h="749300">
                  <a:moveTo>
                    <a:pt x="4367594" y="749300"/>
                  </a:moveTo>
                  <a:lnTo>
                    <a:pt x="4342181" y="749300"/>
                  </a:lnTo>
                  <a:lnTo>
                    <a:pt x="4342181" y="736605"/>
                  </a:lnTo>
                  <a:lnTo>
                    <a:pt x="4367594" y="736605"/>
                  </a:lnTo>
                  <a:lnTo>
                    <a:pt x="4367594" y="749300"/>
                  </a:lnTo>
                  <a:close/>
                </a:path>
                <a:path w="13487400" h="749300">
                  <a:moveTo>
                    <a:pt x="4418420" y="749300"/>
                  </a:moveTo>
                  <a:lnTo>
                    <a:pt x="4393007" y="749300"/>
                  </a:lnTo>
                  <a:lnTo>
                    <a:pt x="4393007" y="736605"/>
                  </a:lnTo>
                  <a:lnTo>
                    <a:pt x="4418420" y="736605"/>
                  </a:lnTo>
                  <a:lnTo>
                    <a:pt x="4418420" y="749300"/>
                  </a:lnTo>
                  <a:close/>
                </a:path>
                <a:path w="13487400" h="749300">
                  <a:moveTo>
                    <a:pt x="4469245" y="749300"/>
                  </a:moveTo>
                  <a:lnTo>
                    <a:pt x="4443832" y="749300"/>
                  </a:lnTo>
                  <a:lnTo>
                    <a:pt x="4443832" y="736605"/>
                  </a:lnTo>
                  <a:lnTo>
                    <a:pt x="4469245" y="736605"/>
                  </a:lnTo>
                  <a:lnTo>
                    <a:pt x="4469245" y="749300"/>
                  </a:lnTo>
                  <a:close/>
                </a:path>
                <a:path w="13487400" h="749300">
                  <a:moveTo>
                    <a:pt x="4520070" y="749300"/>
                  </a:moveTo>
                  <a:lnTo>
                    <a:pt x="4494658" y="749300"/>
                  </a:lnTo>
                  <a:lnTo>
                    <a:pt x="4494658" y="736605"/>
                  </a:lnTo>
                  <a:lnTo>
                    <a:pt x="4520070" y="736605"/>
                  </a:lnTo>
                  <a:lnTo>
                    <a:pt x="4520070" y="749300"/>
                  </a:lnTo>
                  <a:close/>
                </a:path>
                <a:path w="13487400" h="749300">
                  <a:moveTo>
                    <a:pt x="4570883" y="749300"/>
                  </a:moveTo>
                  <a:lnTo>
                    <a:pt x="4545483" y="749300"/>
                  </a:lnTo>
                  <a:lnTo>
                    <a:pt x="4545483" y="736605"/>
                  </a:lnTo>
                  <a:lnTo>
                    <a:pt x="4570883" y="736605"/>
                  </a:lnTo>
                  <a:lnTo>
                    <a:pt x="4570883" y="749300"/>
                  </a:lnTo>
                  <a:close/>
                </a:path>
                <a:path w="13487400" h="749300">
                  <a:moveTo>
                    <a:pt x="4621708" y="749300"/>
                  </a:moveTo>
                  <a:lnTo>
                    <a:pt x="4596296" y="749300"/>
                  </a:lnTo>
                  <a:lnTo>
                    <a:pt x="4596296" y="736605"/>
                  </a:lnTo>
                  <a:lnTo>
                    <a:pt x="4621708" y="736605"/>
                  </a:lnTo>
                  <a:lnTo>
                    <a:pt x="4621708" y="749300"/>
                  </a:lnTo>
                  <a:close/>
                </a:path>
                <a:path w="13487400" h="749300">
                  <a:moveTo>
                    <a:pt x="4672534" y="749300"/>
                  </a:moveTo>
                  <a:lnTo>
                    <a:pt x="4647121" y="749300"/>
                  </a:lnTo>
                  <a:lnTo>
                    <a:pt x="4647121" y="736605"/>
                  </a:lnTo>
                  <a:lnTo>
                    <a:pt x="4672534" y="736605"/>
                  </a:lnTo>
                  <a:lnTo>
                    <a:pt x="4672534" y="749300"/>
                  </a:lnTo>
                  <a:close/>
                </a:path>
                <a:path w="13487400" h="749300">
                  <a:moveTo>
                    <a:pt x="4723359" y="749300"/>
                  </a:moveTo>
                  <a:lnTo>
                    <a:pt x="4697947" y="749300"/>
                  </a:lnTo>
                  <a:lnTo>
                    <a:pt x="4697947" y="736605"/>
                  </a:lnTo>
                  <a:lnTo>
                    <a:pt x="4723359" y="736605"/>
                  </a:lnTo>
                  <a:lnTo>
                    <a:pt x="4723359" y="749300"/>
                  </a:lnTo>
                  <a:close/>
                </a:path>
                <a:path w="13487400" h="749300">
                  <a:moveTo>
                    <a:pt x="4774185" y="749300"/>
                  </a:moveTo>
                  <a:lnTo>
                    <a:pt x="4748772" y="749300"/>
                  </a:lnTo>
                  <a:lnTo>
                    <a:pt x="4748772" y="736605"/>
                  </a:lnTo>
                  <a:lnTo>
                    <a:pt x="4774185" y="736605"/>
                  </a:lnTo>
                  <a:lnTo>
                    <a:pt x="4774185" y="749300"/>
                  </a:lnTo>
                  <a:close/>
                </a:path>
                <a:path w="13487400" h="749300">
                  <a:moveTo>
                    <a:pt x="4824997" y="749300"/>
                  </a:moveTo>
                  <a:lnTo>
                    <a:pt x="4799585" y="749300"/>
                  </a:lnTo>
                  <a:lnTo>
                    <a:pt x="4799585" y="736605"/>
                  </a:lnTo>
                  <a:lnTo>
                    <a:pt x="4824997" y="736605"/>
                  </a:lnTo>
                  <a:lnTo>
                    <a:pt x="4824997" y="749300"/>
                  </a:lnTo>
                  <a:close/>
                </a:path>
                <a:path w="13487400" h="749300">
                  <a:moveTo>
                    <a:pt x="4875823" y="749300"/>
                  </a:moveTo>
                  <a:lnTo>
                    <a:pt x="4850410" y="749300"/>
                  </a:lnTo>
                  <a:lnTo>
                    <a:pt x="4850410" y="736605"/>
                  </a:lnTo>
                  <a:lnTo>
                    <a:pt x="4875823" y="736605"/>
                  </a:lnTo>
                  <a:lnTo>
                    <a:pt x="4875823" y="749300"/>
                  </a:lnTo>
                  <a:close/>
                </a:path>
                <a:path w="13487400" h="749300">
                  <a:moveTo>
                    <a:pt x="4926648" y="749300"/>
                  </a:moveTo>
                  <a:lnTo>
                    <a:pt x="4901235" y="749300"/>
                  </a:lnTo>
                  <a:lnTo>
                    <a:pt x="4901235" y="736605"/>
                  </a:lnTo>
                  <a:lnTo>
                    <a:pt x="4926648" y="736605"/>
                  </a:lnTo>
                  <a:lnTo>
                    <a:pt x="4926648" y="749300"/>
                  </a:lnTo>
                  <a:close/>
                </a:path>
                <a:path w="13487400" h="749300">
                  <a:moveTo>
                    <a:pt x="4977474" y="749300"/>
                  </a:moveTo>
                  <a:lnTo>
                    <a:pt x="4952061" y="749300"/>
                  </a:lnTo>
                  <a:lnTo>
                    <a:pt x="4952061" y="736605"/>
                  </a:lnTo>
                  <a:lnTo>
                    <a:pt x="4977474" y="736605"/>
                  </a:lnTo>
                  <a:lnTo>
                    <a:pt x="4977474" y="749300"/>
                  </a:lnTo>
                  <a:close/>
                </a:path>
                <a:path w="13487400" h="749300">
                  <a:moveTo>
                    <a:pt x="5028286" y="749300"/>
                  </a:moveTo>
                  <a:lnTo>
                    <a:pt x="5002874" y="749300"/>
                  </a:lnTo>
                  <a:lnTo>
                    <a:pt x="5002874" y="736605"/>
                  </a:lnTo>
                  <a:lnTo>
                    <a:pt x="5028286" y="736605"/>
                  </a:lnTo>
                  <a:lnTo>
                    <a:pt x="5028286" y="749300"/>
                  </a:lnTo>
                  <a:close/>
                </a:path>
                <a:path w="13487400" h="749300">
                  <a:moveTo>
                    <a:pt x="5079112" y="749300"/>
                  </a:moveTo>
                  <a:lnTo>
                    <a:pt x="5053699" y="749300"/>
                  </a:lnTo>
                  <a:lnTo>
                    <a:pt x="5053699" y="736605"/>
                  </a:lnTo>
                  <a:lnTo>
                    <a:pt x="5079112" y="736605"/>
                  </a:lnTo>
                  <a:lnTo>
                    <a:pt x="5079112" y="749300"/>
                  </a:lnTo>
                  <a:close/>
                </a:path>
                <a:path w="13487400" h="749300">
                  <a:moveTo>
                    <a:pt x="5129937" y="749300"/>
                  </a:moveTo>
                  <a:lnTo>
                    <a:pt x="5104524" y="749300"/>
                  </a:lnTo>
                  <a:lnTo>
                    <a:pt x="5104524" y="736605"/>
                  </a:lnTo>
                  <a:lnTo>
                    <a:pt x="5129937" y="736605"/>
                  </a:lnTo>
                  <a:lnTo>
                    <a:pt x="5129937" y="749300"/>
                  </a:lnTo>
                  <a:close/>
                </a:path>
                <a:path w="13487400" h="749300">
                  <a:moveTo>
                    <a:pt x="5180762" y="749300"/>
                  </a:moveTo>
                  <a:lnTo>
                    <a:pt x="5155350" y="749300"/>
                  </a:lnTo>
                  <a:lnTo>
                    <a:pt x="5155350" y="736605"/>
                  </a:lnTo>
                  <a:lnTo>
                    <a:pt x="5180762" y="736605"/>
                  </a:lnTo>
                  <a:lnTo>
                    <a:pt x="5180762" y="749300"/>
                  </a:lnTo>
                  <a:close/>
                </a:path>
                <a:path w="13487400" h="749300">
                  <a:moveTo>
                    <a:pt x="5231575" y="749300"/>
                  </a:moveTo>
                  <a:lnTo>
                    <a:pt x="5206175" y="749300"/>
                  </a:lnTo>
                  <a:lnTo>
                    <a:pt x="5206175" y="736605"/>
                  </a:lnTo>
                  <a:lnTo>
                    <a:pt x="5231575" y="736605"/>
                  </a:lnTo>
                  <a:lnTo>
                    <a:pt x="5231575" y="749300"/>
                  </a:lnTo>
                  <a:close/>
                </a:path>
                <a:path w="13487400" h="749300">
                  <a:moveTo>
                    <a:pt x="5282401" y="749300"/>
                  </a:moveTo>
                  <a:lnTo>
                    <a:pt x="5256988" y="749300"/>
                  </a:lnTo>
                  <a:lnTo>
                    <a:pt x="5256988" y="736605"/>
                  </a:lnTo>
                  <a:lnTo>
                    <a:pt x="5282401" y="736605"/>
                  </a:lnTo>
                  <a:lnTo>
                    <a:pt x="5282401" y="749300"/>
                  </a:lnTo>
                  <a:close/>
                </a:path>
                <a:path w="13487400" h="749300">
                  <a:moveTo>
                    <a:pt x="5333226" y="749300"/>
                  </a:moveTo>
                  <a:lnTo>
                    <a:pt x="5307813" y="749300"/>
                  </a:lnTo>
                  <a:lnTo>
                    <a:pt x="5307813" y="736605"/>
                  </a:lnTo>
                  <a:lnTo>
                    <a:pt x="5333226" y="736605"/>
                  </a:lnTo>
                  <a:lnTo>
                    <a:pt x="5333226" y="749300"/>
                  </a:lnTo>
                  <a:close/>
                </a:path>
                <a:path w="13487400" h="749300">
                  <a:moveTo>
                    <a:pt x="5384051" y="749300"/>
                  </a:moveTo>
                  <a:lnTo>
                    <a:pt x="5358639" y="749300"/>
                  </a:lnTo>
                  <a:lnTo>
                    <a:pt x="5358639" y="736605"/>
                  </a:lnTo>
                  <a:lnTo>
                    <a:pt x="5384051" y="736605"/>
                  </a:lnTo>
                  <a:lnTo>
                    <a:pt x="5384051" y="749300"/>
                  </a:lnTo>
                  <a:close/>
                </a:path>
                <a:path w="13487400" h="749300">
                  <a:moveTo>
                    <a:pt x="5434877" y="749300"/>
                  </a:moveTo>
                  <a:lnTo>
                    <a:pt x="5409464" y="749300"/>
                  </a:lnTo>
                  <a:lnTo>
                    <a:pt x="5409464" y="736605"/>
                  </a:lnTo>
                  <a:lnTo>
                    <a:pt x="5434877" y="736605"/>
                  </a:lnTo>
                  <a:lnTo>
                    <a:pt x="5434877" y="749300"/>
                  </a:lnTo>
                  <a:close/>
                </a:path>
                <a:path w="13487400" h="749300">
                  <a:moveTo>
                    <a:pt x="5485689" y="749300"/>
                  </a:moveTo>
                  <a:lnTo>
                    <a:pt x="5460277" y="749300"/>
                  </a:lnTo>
                  <a:lnTo>
                    <a:pt x="5460277" y="736605"/>
                  </a:lnTo>
                  <a:lnTo>
                    <a:pt x="5485689" y="736605"/>
                  </a:lnTo>
                  <a:lnTo>
                    <a:pt x="5485689" y="749300"/>
                  </a:lnTo>
                  <a:close/>
                </a:path>
                <a:path w="13487400" h="749300">
                  <a:moveTo>
                    <a:pt x="5536515" y="749300"/>
                  </a:moveTo>
                  <a:lnTo>
                    <a:pt x="5511102" y="749300"/>
                  </a:lnTo>
                  <a:lnTo>
                    <a:pt x="5511102" y="736605"/>
                  </a:lnTo>
                  <a:lnTo>
                    <a:pt x="5536515" y="736605"/>
                  </a:lnTo>
                  <a:lnTo>
                    <a:pt x="5536515" y="749300"/>
                  </a:lnTo>
                  <a:close/>
                </a:path>
                <a:path w="13487400" h="749300">
                  <a:moveTo>
                    <a:pt x="5587340" y="749300"/>
                  </a:moveTo>
                  <a:lnTo>
                    <a:pt x="5561928" y="749300"/>
                  </a:lnTo>
                  <a:lnTo>
                    <a:pt x="5561928" y="736605"/>
                  </a:lnTo>
                  <a:lnTo>
                    <a:pt x="5587340" y="736605"/>
                  </a:lnTo>
                  <a:lnTo>
                    <a:pt x="5587340" y="749300"/>
                  </a:lnTo>
                  <a:close/>
                </a:path>
                <a:path w="13487400" h="749300">
                  <a:moveTo>
                    <a:pt x="5638166" y="749300"/>
                  </a:moveTo>
                  <a:lnTo>
                    <a:pt x="5612753" y="749300"/>
                  </a:lnTo>
                  <a:lnTo>
                    <a:pt x="5612753" y="736605"/>
                  </a:lnTo>
                  <a:lnTo>
                    <a:pt x="5638166" y="736605"/>
                  </a:lnTo>
                  <a:lnTo>
                    <a:pt x="5638166" y="749300"/>
                  </a:lnTo>
                  <a:close/>
                </a:path>
                <a:path w="13487400" h="749300">
                  <a:moveTo>
                    <a:pt x="5688978" y="749300"/>
                  </a:moveTo>
                  <a:lnTo>
                    <a:pt x="5663566" y="749300"/>
                  </a:lnTo>
                  <a:lnTo>
                    <a:pt x="5663566" y="736605"/>
                  </a:lnTo>
                  <a:lnTo>
                    <a:pt x="5688978" y="736605"/>
                  </a:lnTo>
                  <a:lnTo>
                    <a:pt x="5688978" y="749300"/>
                  </a:lnTo>
                  <a:close/>
                </a:path>
                <a:path w="13487400" h="749300">
                  <a:moveTo>
                    <a:pt x="5739804" y="749300"/>
                  </a:moveTo>
                  <a:lnTo>
                    <a:pt x="5714391" y="749300"/>
                  </a:lnTo>
                  <a:lnTo>
                    <a:pt x="5714391" y="736605"/>
                  </a:lnTo>
                  <a:lnTo>
                    <a:pt x="5739804" y="736605"/>
                  </a:lnTo>
                  <a:lnTo>
                    <a:pt x="5739804" y="749300"/>
                  </a:lnTo>
                  <a:close/>
                </a:path>
                <a:path w="13487400" h="749300">
                  <a:moveTo>
                    <a:pt x="5790629" y="749300"/>
                  </a:moveTo>
                  <a:lnTo>
                    <a:pt x="5765216" y="749300"/>
                  </a:lnTo>
                  <a:lnTo>
                    <a:pt x="5765216" y="736605"/>
                  </a:lnTo>
                  <a:lnTo>
                    <a:pt x="5790629" y="736605"/>
                  </a:lnTo>
                  <a:lnTo>
                    <a:pt x="5790629" y="749300"/>
                  </a:lnTo>
                  <a:close/>
                </a:path>
                <a:path w="13487400" h="749300">
                  <a:moveTo>
                    <a:pt x="5841455" y="749300"/>
                  </a:moveTo>
                  <a:lnTo>
                    <a:pt x="5816042" y="749300"/>
                  </a:lnTo>
                  <a:lnTo>
                    <a:pt x="5816042" y="736605"/>
                  </a:lnTo>
                  <a:lnTo>
                    <a:pt x="5841455" y="736605"/>
                  </a:lnTo>
                  <a:lnTo>
                    <a:pt x="5841455" y="749300"/>
                  </a:lnTo>
                  <a:close/>
                </a:path>
                <a:path w="13487400" h="749300">
                  <a:moveTo>
                    <a:pt x="5892267" y="749300"/>
                  </a:moveTo>
                  <a:lnTo>
                    <a:pt x="5866867" y="749300"/>
                  </a:lnTo>
                  <a:lnTo>
                    <a:pt x="5866867" y="736605"/>
                  </a:lnTo>
                  <a:lnTo>
                    <a:pt x="5892267" y="736605"/>
                  </a:lnTo>
                  <a:lnTo>
                    <a:pt x="5892267" y="749300"/>
                  </a:lnTo>
                  <a:close/>
                </a:path>
                <a:path w="13487400" h="749300">
                  <a:moveTo>
                    <a:pt x="5943093" y="749300"/>
                  </a:moveTo>
                  <a:lnTo>
                    <a:pt x="5917680" y="749300"/>
                  </a:lnTo>
                  <a:lnTo>
                    <a:pt x="5917680" y="736605"/>
                  </a:lnTo>
                  <a:lnTo>
                    <a:pt x="5943093" y="736605"/>
                  </a:lnTo>
                  <a:lnTo>
                    <a:pt x="5943093" y="749300"/>
                  </a:lnTo>
                  <a:close/>
                </a:path>
                <a:path w="13487400" h="749300">
                  <a:moveTo>
                    <a:pt x="5993918" y="749300"/>
                  </a:moveTo>
                  <a:lnTo>
                    <a:pt x="5968505" y="749300"/>
                  </a:lnTo>
                  <a:lnTo>
                    <a:pt x="5968505" y="736605"/>
                  </a:lnTo>
                  <a:lnTo>
                    <a:pt x="5993918" y="736605"/>
                  </a:lnTo>
                  <a:lnTo>
                    <a:pt x="5993918" y="749300"/>
                  </a:lnTo>
                  <a:close/>
                </a:path>
                <a:path w="13487400" h="749300">
                  <a:moveTo>
                    <a:pt x="6044743" y="749300"/>
                  </a:moveTo>
                  <a:lnTo>
                    <a:pt x="6019331" y="749300"/>
                  </a:lnTo>
                  <a:lnTo>
                    <a:pt x="6019331" y="736605"/>
                  </a:lnTo>
                  <a:lnTo>
                    <a:pt x="6044743" y="736605"/>
                  </a:lnTo>
                  <a:lnTo>
                    <a:pt x="6044743" y="749300"/>
                  </a:lnTo>
                  <a:close/>
                </a:path>
                <a:path w="13487400" h="749300">
                  <a:moveTo>
                    <a:pt x="6095569" y="749300"/>
                  </a:moveTo>
                  <a:lnTo>
                    <a:pt x="6070156" y="749300"/>
                  </a:lnTo>
                  <a:lnTo>
                    <a:pt x="6070156" y="736605"/>
                  </a:lnTo>
                  <a:lnTo>
                    <a:pt x="6095569" y="736605"/>
                  </a:lnTo>
                  <a:lnTo>
                    <a:pt x="6095569" y="749300"/>
                  </a:lnTo>
                  <a:close/>
                </a:path>
                <a:path w="13487400" h="749300">
                  <a:moveTo>
                    <a:pt x="6146382" y="749300"/>
                  </a:moveTo>
                  <a:lnTo>
                    <a:pt x="6120969" y="749300"/>
                  </a:lnTo>
                  <a:lnTo>
                    <a:pt x="6120969" y="736605"/>
                  </a:lnTo>
                  <a:lnTo>
                    <a:pt x="6146382" y="736605"/>
                  </a:lnTo>
                  <a:lnTo>
                    <a:pt x="6146382" y="749300"/>
                  </a:lnTo>
                  <a:close/>
                </a:path>
                <a:path w="13487400" h="749300">
                  <a:moveTo>
                    <a:pt x="6197207" y="749300"/>
                  </a:moveTo>
                  <a:lnTo>
                    <a:pt x="6171794" y="749300"/>
                  </a:lnTo>
                  <a:lnTo>
                    <a:pt x="6171794" y="736605"/>
                  </a:lnTo>
                  <a:lnTo>
                    <a:pt x="6197207" y="736605"/>
                  </a:lnTo>
                  <a:lnTo>
                    <a:pt x="6197207" y="749300"/>
                  </a:lnTo>
                  <a:close/>
                </a:path>
                <a:path w="13487400" h="749300">
                  <a:moveTo>
                    <a:pt x="6248032" y="749300"/>
                  </a:moveTo>
                  <a:lnTo>
                    <a:pt x="6222620" y="749300"/>
                  </a:lnTo>
                  <a:lnTo>
                    <a:pt x="6222620" y="736605"/>
                  </a:lnTo>
                  <a:lnTo>
                    <a:pt x="6248032" y="736605"/>
                  </a:lnTo>
                  <a:lnTo>
                    <a:pt x="6248032" y="749300"/>
                  </a:lnTo>
                  <a:close/>
                </a:path>
                <a:path w="13487400" h="749300">
                  <a:moveTo>
                    <a:pt x="6298858" y="749300"/>
                  </a:moveTo>
                  <a:lnTo>
                    <a:pt x="6273445" y="749300"/>
                  </a:lnTo>
                  <a:lnTo>
                    <a:pt x="6273445" y="736605"/>
                  </a:lnTo>
                  <a:lnTo>
                    <a:pt x="6298858" y="736605"/>
                  </a:lnTo>
                  <a:lnTo>
                    <a:pt x="6298858" y="749300"/>
                  </a:lnTo>
                  <a:close/>
                </a:path>
                <a:path w="13487400" h="749300">
                  <a:moveTo>
                    <a:pt x="6349670" y="749300"/>
                  </a:moveTo>
                  <a:lnTo>
                    <a:pt x="6324258" y="749300"/>
                  </a:lnTo>
                  <a:lnTo>
                    <a:pt x="6324258" y="736605"/>
                  </a:lnTo>
                  <a:lnTo>
                    <a:pt x="6349670" y="736605"/>
                  </a:lnTo>
                  <a:lnTo>
                    <a:pt x="6349670" y="749300"/>
                  </a:lnTo>
                  <a:close/>
                </a:path>
                <a:path w="13487400" h="749300">
                  <a:moveTo>
                    <a:pt x="6400496" y="749300"/>
                  </a:moveTo>
                  <a:lnTo>
                    <a:pt x="6375083" y="749300"/>
                  </a:lnTo>
                  <a:lnTo>
                    <a:pt x="6375083" y="736605"/>
                  </a:lnTo>
                  <a:lnTo>
                    <a:pt x="6400496" y="736605"/>
                  </a:lnTo>
                  <a:lnTo>
                    <a:pt x="6400496" y="749300"/>
                  </a:lnTo>
                  <a:close/>
                </a:path>
                <a:path w="13487400" h="749300">
                  <a:moveTo>
                    <a:pt x="6451321" y="749300"/>
                  </a:moveTo>
                  <a:lnTo>
                    <a:pt x="6425909" y="749300"/>
                  </a:lnTo>
                  <a:lnTo>
                    <a:pt x="6425909" y="736605"/>
                  </a:lnTo>
                  <a:lnTo>
                    <a:pt x="6451321" y="736605"/>
                  </a:lnTo>
                  <a:lnTo>
                    <a:pt x="6451321" y="749300"/>
                  </a:lnTo>
                  <a:close/>
                </a:path>
                <a:path w="13487400" h="749300">
                  <a:moveTo>
                    <a:pt x="6502147" y="749300"/>
                  </a:moveTo>
                  <a:lnTo>
                    <a:pt x="6476734" y="749300"/>
                  </a:lnTo>
                  <a:lnTo>
                    <a:pt x="6476734" y="736605"/>
                  </a:lnTo>
                  <a:lnTo>
                    <a:pt x="6502147" y="736605"/>
                  </a:lnTo>
                  <a:lnTo>
                    <a:pt x="6502147" y="749300"/>
                  </a:lnTo>
                  <a:close/>
                </a:path>
                <a:path w="13487400" h="749300">
                  <a:moveTo>
                    <a:pt x="6552959" y="749300"/>
                  </a:moveTo>
                  <a:lnTo>
                    <a:pt x="6527559" y="749300"/>
                  </a:lnTo>
                  <a:lnTo>
                    <a:pt x="6527559" y="736605"/>
                  </a:lnTo>
                  <a:lnTo>
                    <a:pt x="6552959" y="736605"/>
                  </a:lnTo>
                  <a:lnTo>
                    <a:pt x="6552959" y="749300"/>
                  </a:lnTo>
                  <a:close/>
                </a:path>
                <a:path w="13487400" h="749300">
                  <a:moveTo>
                    <a:pt x="6603785" y="749300"/>
                  </a:moveTo>
                  <a:lnTo>
                    <a:pt x="6578372" y="749300"/>
                  </a:lnTo>
                  <a:lnTo>
                    <a:pt x="6578372" y="736605"/>
                  </a:lnTo>
                  <a:lnTo>
                    <a:pt x="6603785" y="736605"/>
                  </a:lnTo>
                  <a:lnTo>
                    <a:pt x="6603785" y="749300"/>
                  </a:lnTo>
                  <a:close/>
                </a:path>
                <a:path w="13487400" h="749300">
                  <a:moveTo>
                    <a:pt x="6654610" y="749300"/>
                  </a:moveTo>
                  <a:lnTo>
                    <a:pt x="6629197" y="749300"/>
                  </a:lnTo>
                  <a:lnTo>
                    <a:pt x="6629197" y="736605"/>
                  </a:lnTo>
                  <a:lnTo>
                    <a:pt x="6654610" y="736605"/>
                  </a:lnTo>
                  <a:lnTo>
                    <a:pt x="6654610" y="749300"/>
                  </a:lnTo>
                  <a:close/>
                </a:path>
                <a:path w="13487400" h="749300">
                  <a:moveTo>
                    <a:pt x="6705436" y="749300"/>
                  </a:moveTo>
                  <a:lnTo>
                    <a:pt x="6680023" y="749300"/>
                  </a:lnTo>
                  <a:lnTo>
                    <a:pt x="6680023" y="736605"/>
                  </a:lnTo>
                  <a:lnTo>
                    <a:pt x="6705436" y="736605"/>
                  </a:lnTo>
                  <a:lnTo>
                    <a:pt x="6705436" y="749300"/>
                  </a:lnTo>
                  <a:close/>
                </a:path>
                <a:path w="13487400" h="749300">
                  <a:moveTo>
                    <a:pt x="6756261" y="749300"/>
                  </a:moveTo>
                  <a:lnTo>
                    <a:pt x="6730848" y="749300"/>
                  </a:lnTo>
                  <a:lnTo>
                    <a:pt x="6730848" y="736605"/>
                  </a:lnTo>
                  <a:lnTo>
                    <a:pt x="6756261" y="736605"/>
                  </a:lnTo>
                  <a:lnTo>
                    <a:pt x="6756261" y="749300"/>
                  </a:lnTo>
                  <a:close/>
                </a:path>
                <a:path w="13487400" h="749300">
                  <a:moveTo>
                    <a:pt x="6807074" y="749300"/>
                  </a:moveTo>
                  <a:lnTo>
                    <a:pt x="6781661" y="749300"/>
                  </a:lnTo>
                  <a:lnTo>
                    <a:pt x="6781661" y="736605"/>
                  </a:lnTo>
                  <a:lnTo>
                    <a:pt x="6807074" y="736605"/>
                  </a:lnTo>
                  <a:lnTo>
                    <a:pt x="6807074" y="749300"/>
                  </a:lnTo>
                  <a:close/>
                </a:path>
                <a:path w="13487400" h="749300">
                  <a:moveTo>
                    <a:pt x="6857899" y="749300"/>
                  </a:moveTo>
                  <a:lnTo>
                    <a:pt x="6832486" y="749300"/>
                  </a:lnTo>
                  <a:lnTo>
                    <a:pt x="6832486" y="736605"/>
                  </a:lnTo>
                  <a:lnTo>
                    <a:pt x="6857899" y="736605"/>
                  </a:lnTo>
                  <a:lnTo>
                    <a:pt x="6857899" y="749300"/>
                  </a:lnTo>
                  <a:close/>
                </a:path>
                <a:path w="13487400" h="749300">
                  <a:moveTo>
                    <a:pt x="6908724" y="749300"/>
                  </a:moveTo>
                  <a:lnTo>
                    <a:pt x="6883312" y="749300"/>
                  </a:lnTo>
                  <a:lnTo>
                    <a:pt x="6883312" y="736605"/>
                  </a:lnTo>
                  <a:lnTo>
                    <a:pt x="6908724" y="736605"/>
                  </a:lnTo>
                  <a:lnTo>
                    <a:pt x="6908724" y="749300"/>
                  </a:lnTo>
                  <a:close/>
                </a:path>
                <a:path w="13487400" h="749300">
                  <a:moveTo>
                    <a:pt x="6959537" y="749300"/>
                  </a:moveTo>
                  <a:lnTo>
                    <a:pt x="6934137" y="749300"/>
                  </a:lnTo>
                  <a:lnTo>
                    <a:pt x="6934137" y="736605"/>
                  </a:lnTo>
                  <a:lnTo>
                    <a:pt x="6959537" y="736605"/>
                  </a:lnTo>
                  <a:lnTo>
                    <a:pt x="6959537" y="749300"/>
                  </a:lnTo>
                  <a:close/>
                </a:path>
                <a:path w="13487400" h="749300">
                  <a:moveTo>
                    <a:pt x="7010363" y="749300"/>
                  </a:moveTo>
                  <a:lnTo>
                    <a:pt x="6984950" y="749300"/>
                  </a:lnTo>
                  <a:lnTo>
                    <a:pt x="6984950" y="736605"/>
                  </a:lnTo>
                  <a:lnTo>
                    <a:pt x="7010363" y="736605"/>
                  </a:lnTo>
                  <a:lnTo>
                    <a:pt x="7010363" y="749300"/>
                  </a:lnTo>
                  <a:close/>
                </a:path>
                <a:path w="13487400" h="749300">
                  <a:moveTo>
                    <a:pt x="7061188" y="749300"/>
                  </a:moveTo>
                  <a:lnTo>
                    <a:pt x="7035775" y="749300"/>
                  </a:lnTo>
                  <a:lnTo>
                    <a:pt x="7035775" y="736605"/>
                  </a:lnTo>
                  <a:lnTo>
                    <a:pt x="7061188" y="736605"/>
                  </a:lnTo>
                  <a:lnTo>
                    <a:pt x="7061188" y="749300"/>
                  </a:lnTo>
                  <a:close/>
                </a:path>
                <a:path w="13487400" h="749300">
                  <a:moveTo>
                    <a:pt x="7112001" y="749300"/>
                  </a:moveTo>
                  <a:lnTo>
                    <a:pt x="7086601" y="749300"/>
                  </a:lnTo>
                  <a:lnTo>
                    <a:pt x="7086601" y="736605"/>
                  </a:lnTo>
                  <a:lnTo>
                    <a:pt x="7112001" y="736605"/>
                  </a:lnTo>
                  <a:lnTo>
                    <a:pt x="7112001" y="749300"/>
                  </a:lnTo>
                  <a:close/>
                </a:path>
                <a:path w="13487400" h="749300">
                  <a:moveTo>
                    <a:pt x="7162826" y="749300"/>
                  </a:moveTo>
                  <a:lnTo>
                    <a:pt x="7137413" y="749300"/>
                  </a:lnTo>
                  <a:lnTo>
                    <a:pt x="7137413" y="736605"/>
                  </a:lnTo>
                  <a:lnTo>
                    <a:pt x="7162826" y="736605"/>
                  </a:lnTo>
                  <a:lnTo>
                    <a:pt x="7162826" y="749300"/>
                  </a:lnTo>
                  <a:close/>
                </a:path>
                <a:path w="13487400" h="749300">
                  <a:moveTo>
                    <a:pt x="7213651" y="749300"/>
                  </a:moveTo>
                  <a:lnTo>
                    <a:pt x="7188239" y="749300"/>
                  </a:lnTo>
                  <a:lnTo>
                    <a:pt x="7188239" y="736605"/>
                  </a:lnTo>
                  <a:lnTo>
                    <a:pt x="7213651" y="736605"/>
                  </a:lnTo>
                  <a:lnTo>
                    <a:pt x="7213651" y="749300"/>
                  </a:lnTo>
                  <a:close/>
                </a:path>
                <a:path w="13487400" h="749300">
                  <a:moveTo>
                    <a:pt x="7264477" y="749300"/>
                  </a:moveTo>
                  <a:lnTo>
                    <a:pt x="7239064" y="749300"/>
                  </a:lnTo>
                  <a:lnTo>
                    <a:pt x="7239064" y="736605"/>
                  </a:lnTo>
                  <a:lnTo>
                    <a:pt x="7264477" y="736605"/>
                  </a:lnTo>
                  <a:lnTo>
                    <a:pt x="7264477" y="749300"/>
                  </a:lnTo>
                  <a:close/>
                </a:path>
                <a:path w="13487400" h="749300">
                  <a:moveTo>
                    <a:pt x="7315290" y="749300"/>
                  </a:moveTo>
                  <a:lnTo>
                    <a:pt x="7289877" y="749300"/>
                  </a:lnTo>
                  <a:lnTo>
                    <a:pt x="7289877" y="736605"/>
                  </a:lnTo>
                  <a:lnTo>
                    <a:pt x="7315290" y="736605"/>
                  </a:lnTo>
                  <a:lnTo>
                    <a:pt x="7315290" y="749300"/>
                  </a:lnTo>
                  <a:close/>
                </a:path>
                <a:path w="13487400" h="749300">
                  <a:moveTo>
                    <a:pt x="7366115" y="749300"/>
                  </a:moveTo>
                  <a:lnTo>
                    <a:pt x="7340702" y="749300"/>
                  </a:lnTo>
                  <a:lnTo>
                    <a:pt x="7340702" y="736605"/>
                  </a:lnTo>
                  <a:lnTo>
                    <a:pt x="7366115" y="736605"/>
                  </a:lnTo>
                  <a:lnTo>
                    <a:pt x="7366115" y="749300"/>
                  </a:lnTo>
                  <a:close/>
                </a:path>
                <a:path w="13487400" h="749300">
                  <a:moveTo>
                    <a:pt x="7416940" y="749300"/>
                  </a:moveTo>
                  <a:lnTo>
                    <a:pt x="7391528" y="749300"/>
                  </a:lnTo>
                  <a:lnTo>
                    <a:pt x="7391528" y="736605"/>
                  </a:lnTo>
                  <a:lnTo>
                    <a:pt x="7416940" y="736605"/>
                  </a:lnTo>
                  <a:lnTo>
                    <a:pt x="7416940" y="749300"/>
                  </a:lnTo>
                  <a:close/>
                </a:path>
                <a:path w="13487400" h="749300">
                  <a:moveTo>
                    <a:pt x="7467766" y="749300"/>
                  </a:moveTo>
                  <a:lnTo>
                    <a:pt x="7442353" y="749300"/>
                  </a:lnTo>
                  <a:lnTo>
                    <a:pt x="7442353" y="736605"/>
                  </a:lnTo>
                  <a:lnTo>
                    <a:pt x="7467766" y="736605"/>
                  </a:lnTo>
                  <a:lnTo>
                    <a:pt x="7467766" y="749300"/>
                  </a:lnTo>
                  <a:close/>
                </a:path>
                <a:path w="13487400" h="749300">
                  <a:moveTo>
                    <a:pt x="7518578" y="749300"/>
                  </a:moveTo>
                  <a:lnTo>
                    <a:pt x="7493166" y="749300"/>
                  </a:lnTo>
                  <a:lnTo>
                    <a:pt x="7493166" y="736605"/>
                  </a:lnTo>
                  <a:lnTo>
                    <a:pt x="7518578" y="736605"/>
                  </a:lnTo>
                  <a:lnTo>
                    <a:pt x="7518578" y="749300"/>
                  </a:lnTo>
                  <a:close/>
                </a:path>
                <a:path w="13487400" h="749300">
                  <a:moveTo>
                    <a:pt x="7569404" y="749300"/>
                  </a:moveTo>
                  <a:lnTo>
                    <a:pt x="7543991" y="749300"/>
                  </a:lnTo>
                  <a:lnTo>
                    <a:pt x="7543991" y="736605"/>
                  </a:lnTo>
                  <a:lnTo>
                    <a:pt x="7569404" y="736605"/>
                  </a:lnTo>
                  <a:lnTo>
                    <a:pt x="7569404" y="749300"/>
                  </a:lnTo>
                  <a:close/>
                </a:path>
                <a:path w="13487400" h="749300">
                  <a:moveTo>
                    <a:pt x="7620229" y="749300"/>
                  </a:moveTo>
                  <a:lnTo>
                    <a:pt x="7594817" y="749300"/>
                  </a:lnTo>
                  <a:lnTo>
                    <a:pt x="7594817" y="736605"/>
                  </a:lnTo>
                  <a:lnTo>
                    <a:pt x="7620229" y="736605"/>
                  </a:lnTo>
                  <a:lnTo>
                    <a:pt x="7620229" y="749300"/>
                  </a:lnTo>
                  <a:close/>
                </a:path>
                <a:path w="13487400" h="749300">
                  <a:moveTo>
                    <a:pt x="7671042" y="749300"/>
                  </a:moveTo>
                  <a:lnTo>
                    <a:pt x="7645629" y="749300"/>
                  </a:lnTo>
                  <a:lnTo>
                    <a:pt x="7645629" y="736605"/>
                  </a:lnTo>
                  <a:lnTo>
                    <a:pt x="7671042" y="736605"/>
                  </a:lnTo>
                  <a:lnTo>
                    <a:pt x="7671042" y="749300"/>
                  </a:lnTo>
                  <a:close/>
                </a:path>
                <a:path w="13487400" h="749300">
                  <a:moveTo>
                    <a:pt x="7721867" y="749300"/>
                  </a:moveTo>
                  <a:lnTo>
                    <a:pt x="7696455" y="749300"/>
                  </a:lnTo>
                  <a:lnTo>
                    <a:pt x="7696455" y="736605"/>
                  </a:lnTo>
                  <a:lnTo>
                    <a:pt x="7721867" y="736605"/>
                  </a:lnTo>
                  <a:lnTo>
                    <a:pt x="7721867" y="749300"/>
                  </a:lnTo>
                  <a:close/>
                </a:path>
                <a:path w="13487400" h="749300">
                  <a:moveTo>
                    <a:pt x="7772693" y="749300"/>
                  </a:moveTo>
                  <a:lnTo>
                    <a:pt x="7747280" y="749300"/>
                  </a:lnTo>
                  <a:lnTo>
                    <a:pt x="7747280" y="736605"/>
                  </a:lnTo>
                  <a:lnTo>
                    <a:pt x="7772693" y="736605"/>
                  </a:lnTo>
                  <a:lnTo>
                    <a:pt x="7772693" y="749300"/>
                  </a:lnTo>
                  <a:close/>
                </a:path>
                <a:path w="13487400" h="749300">
                  <a:moveTo>
                    <a:pt x="7823505" y="749300"/>
                  </a:moveTo>
                  <a:lnTo>
                    <a:pt x="7798105" y="749300"/>
                  </a:lnTo>
                  <a:lnTo>
                    <a:pt x="7798105" y="736605"/>
                  </a:lnTo>
                  <a:lnTo>
                    <a:pt x="7823505" y="736605"/>
                  </a:lnTo>
                  <a:lnTo>
                    <a:pt x="7823505" y="749300"/>
                  </a:lnTo>
                  <a:close/>
                </a:path>
                <a:path w="13487400" h="749300">
                  <a:moveTo>
                    <a:pt x="7874331" y="749300"/>
                  </a:moveTo>
                  <a:lnTo>
                    <a:pt x="7848918" y="749300"/>
                  </a:lnTo>
                  <a:lnTo>
                    <a:pt x="7848918" y="736605"/>
                  </a:lnTo>
                  <a:lnTo>
                    <a:pt x="7874331" y="736605"/>
                  </a:lnTo>
                  <a:lnTo>
                    <a:pt x="7874331" y="749300"/>
                  </a:lnTo>
                  <a:close/>
                </a:path>
                <a:path w="13487400" h="749300">
                  <a:moveTo>
                    <a:pt x="7925156" y="749300"/>
                  </a:moveTo>
                  <a:lnTo>
                    <a:pt x="7899744" y="749300"/>
                  </a:lnTo>
                  <a:lnTo>
                    <a:pt x="7899744" y="736605"/>
                  </a:lnTo>
                  <a:lnTo>
                    <a:pt x="7925156" y="736605"/>
                  </a:lnTo>
                  <a:lnTo>
                    <a:pt x="7925156" y="749300"/>
                  </a:lnTo>
                  <a:close/>
                </a:path>
                <a:path w="13487400" h="749300">
                  <a:moveTo>
                    <a:pt x="7975982" y="749300"/>
                  </a:moveTo>
                  <a:lnTo>
                    <a:pt x="7950569" y="749300"/>
                  </a:lnTo>
                  <a:lnTo>
                    <a:pt x="7950569" y="736605"/>
                  </a:lnTo>
                  <a:lnTo>
                    <a:pt x="7975982" y="736605"/>
                  </a:lnTo>
                  <a:lnTo>
                    <a:pt x="7975982" y="749300"/>
                  </a:lnTo>
                  <a:close/>
                </a:path>
                <a:path w="13487400" h="749300">
                  <a:moveTo>
                    <a:pt x="8026794" y="749300"/>
                  </a:moveTo>
                  <a:lnTo>
                    <a:pt x="8001382" y="749300"/>
                  </a:lnTo>
                  <a:lnTo>
                    <a:pt x="8001382" y="736605"/>
                  </a:lnTo>
                  <a:lnTo>
                    <a:pt x="8026794" y="736605"/>
                  </a:lnTo>
                  <a:lnTo>
                    <a:pt x="8026794" y="749300"/>
                  </a:lnTo>
                  <a:close/>
                </a:path>
                <a:path w="13487400" h="749300">
                  <a:moveTo>
                    <a:pt x="8077620" y="749300"/>
                  </a:moveTo>
                  <a:lnTo>
                    <a:pt x="8052207" y="749300"/>
                  </a:lnTo>
                  <a:lnTo>
                    <a:pt x="8052207" y="736605"/>
                  </a:lnTo>
                  <a:lnTo>
                    <a:pt x="8077620" y="736605"/>
                  </a:lnTo>
                  <a:lnTo>
                    <a:pt x="8077620" y="749300"/>
                  </a:lnTo>
                  <a:close/>
                </a:path>
                <a:path w="13487400" h="749300">
                  <a:moveTo>
                    <a:pt x="8128445" y="749300"/>
                  </a:moveTo>
                  <a:lnTo>
                    <a:pt x="8103032" y="749300"/>
                  </a:lnTo>
                  <a:lnTo>
                    <a:pt x="8103032" y="736605"/>
                  </a:lnTo>
                  <a:lnTo>
                    <a:pt x="8128445" y="736605"/>
                  </a:lnTo>
                  <a:lnTo>
                    <a:pt x="8128445" y="749300"/>
                  </a:lnTo>
                  <a:close/>
                </a:path>
                <a:path w="13487400" h="749300">
                  <a:moveTo>
                    <a:pt x="8179258" y="749300"/>
                  </a:moveTo>
                  <a:lnTo>
                    <a:pt x="8153858" y="749300"/>
                  </a:lnTo>
                  <a:lnTo>
                    <a:pt x="8153858" y="736605"/>
                  </a:lnTo>
                  <a:lnTo>
                    <a:pt x="8179258" y="736605"/>
                  </a:lnTo>
                  <a:lnTo>
                    <a:pt x="8179258" y="749300"/>
                  </a:lnTo>
                  <a:close/>
                </a:path>
                <a:path w="13487400" h="749300">
                  <a:moveTo>
                    <a:pt x="8230083" y="749300"/>
                  </a:moveTo>
                  <a:lnTo>
                    <a:pt x="8204671" y="749300"/>
                  </a:lnTo>
                  <a:lnTo>
                    <a:pt x="8204671" y="736605"/>
                  </a:lnTo>
                  <a:lnTo>
                    <a:pt x="8230083" y="736605"/>
                  </a:lnTo>
                  <a:lnTo>
                    <a:pt x="8230083" y="749300"/>
                  </a:lnTo>
                  <a:close/>
                </a:path>
                <a:path w="13487400" h="749300">
                  <a:moveTo>
                    <a:pt x="8280909" y="749300"/>
                  </a:moveTo>
                  <a:lnTo>
                    <a:pt x="8255496" y="749300"/>
                  </a:lnTo>
                  <a:lnTo>
                    <a:pt x="8255496" y="736605"/>
                  </a:lnTo>
                  <a:lnTo>
                    <a:pt x="8280909" y="736605"/>
                  </a:lnTo>
                  <a:lnTo>
                    <a:pt x="8280909" y="749300"/>
                  </a:lnTo>
                  <a:close/>
                </a:path>
                <a:path w="13487400" h="749300">
                  <a:moveTo>
                    <a:pt x="8331734" y="749300"/>
                  </a:moveTo>
                  <a:lnTo>
                    <a:pt x="8306321" y="749300"/>
                  </a:lnTo>
                  <a:lnTo>
                    <a:pt x="8306321" y="736605"/>
                  </a:lnTo>
                  <a:lnTo>
                    <a:pt x="8331734" y="736605"/>
                  </a:lnTo>
                  <a:lnTo>
                    <a:pt x="8331734" y="749300"/>
                  </a:lnTo>
                  <a:close/>
                </a:path>
                <a:path w="13487400" h="749300">
                  <a:moveTo>
                    <a:pt x="8382547" y="749300"/>
                  </a:moveTo>
                  <a:lnTo>
                    <a:pt x="8357134" y="749300"/>
                  </a:lnTo>
                  <a:lnTo>
                    <a:pt x="8357134" y="736605"/>
                  </a:lnTo>
                  <a:lnTo>
                    <a:pt x="8382547" y="736605"/>
                  </a:lnTo>
                  <a:lnTo>
                    <a:pt x="8382547" y="749300"/>
                  </a:lnTo>
                  <a:close/>
                </a:path>
                <a:path w="13487400" h="749300">
                  <a:moveTo>
                    <a:pt x="8433372" y="749300"/>
                  </a:moveTo>
                  <a:lnTo>
                    <a:pt x="8407959" y="749300"/>
                  </a:lnTo>
                  <a:lnTo>
                    <a:pt x="8407959" y="736605"/>
                  </a:lnTo>
                  <a:lnTo>
                    <a:pt x="8433372" y="736605"/>
                  </a:lnTo>
                  <a:lnTo>
                    <a:pt x="8433372" y="749300"/>
                  </a:lnTo>
                  <a:close/>
                </a:path>
                <a:path w="13487400" h="749300">
                  <a:moveTo>
                    <a:pt x="8484198" y="749300"/>
                  </a:moveTo>
                  <a:lnTo>
                    <a:pt x="8458785" y="749300"/>
                  </a:lnTo>
                  <a:lnTo>
                    <a:pt x="8458785" y="736605"/>
                  </a:lnTo>
                  <a:lnTo>
                    <a:pt x="8484198" y="736605"/>
                  </a:lnTo>
                  <a:lnTo>
                    <a:pt x="8484198" y="749300"/>
                  </a:lnTo>
                  <a:close/>
                </a:path>
                <a:path w="13487400" h="749300">
                  <a:moveTo>
                    <a:pt x="8535010" y="749300"/>
                  </a:moveTo>
                  <a:lnTo>
                    <a:pt x="8509598" y="749300"/>
                  </a:lnTo>
                  <a:lnTo>
                    <a:pt x="8509598" y="736605"/>
                  </a:lnTo>
                  <a:lnTo>
                    <a:pt x="8535010" y="736605"/>
                  </a:lnTo>
                  <a:lnTo>
                    <a:pt x="8535010" y="749300"/>
                  </a:lnTo>
                  <a:close/>
                </a:path>
                <a:path w="13487400" h="749300">
                  <a:moveTo>
                    <a:pt x="8585836" y="749300"/>
                  </a:moveTo>
                  <a:lnTo>
                    <a:pt x="8560423" y="749300"/>
                  </a:lnTo>
                  <a:lnTo>
                    <a:pt x="8560423" y="736605"/>
                  </a:lnTo>
                  <a:lnTo>
                    <a:pt x="8585836" y="736605"/>
                  </a:lnTo>
                  <a:lnTo>
                    <a:pt x="8585836" y="749300"/>
                  </a:lnTo>
                  <a:close/>
                </a:path>
                <a:path w="13487400" h="749300">
                  <a:moveTo>
                    <a:pt x="8636661" y="749300"/>
                  </a:moveTo>
                  <a:lnTo>
                    <a:pt x="8611248" y="749300"/>
                  </a:lnTo>
                  <a:lnTo>
                    <a:pt x="8611248" y="736605"/>
                  </a:lnTo>
                  <a:lnTo>
                    <a:pt x="8636661" y="736605"/>
                  </a:lnTo>
                  <a:lnTo>
                    <a:pt x="8636661" y="749300"/>
                  </a:lnTo>
                  <a:close/>
                </a:path>
                <a:path w="13487400" h="749300">
                  <a:moveTo>
                    <a:pt x="8687474" y="749300"/>
                  </a:moveTo>
                  <a:lnTo>
                    <a:pt x="8662074" y="749300"/>
                  </a:lnTo>
                  <a:lnTo>
                    <a:pt x="8662074" y="736605"/>
                  </a:lnTo>
                  <a:lnTo>
                    <a:pt x="8687474" y="736605"/>
                  </a:lnTo>
                  <a:lnTo>
                    <a:pt x="8687474" y="749300"/>
                  </a:lnTo>
                  <a:close/>
                </a:path>
                <a:path w="13487400" h="749300">
                  <a:moveTo>
                    <a:pt x="8738299" y="749300"/>
                  </a:moveTo>
                  <a:lnTo>
                    <a:pt x="8712886" y="749300"/>
                  </a:lnTo>
                  <a:lnTo>
                    <a:pt x="8712886" y="736605"/>
                  </a:lnTo>
                  <a:lnTo>
                    <a:pt x="8738299" y="736605"/>
                  </a:lnTo>
                  <a:lnTo>
                    <a:pt x="8738299" y="749300"/>
                  </a:lnTo>
                  <a:close/>
                </a:path>
                <a:path w="13487400" h="749300">
                  <a:moveTo>
                    <a:pt x="8789125" y="749300"/>
                  </a:moveTo>
                  <a:lnTo>
                    <a:pt x="8763712" y="749300"/>
                  </a:lnTo>
                  <a:lnTo>
                    <a:pt x="8763712" y="736605"/>
                  </a:lnTo>
                  <a:lnTo>
                    <a:pt x="8789125" y="736605"/>
                  </a:lnTo>
                  <a:lnTo>
                    <a:pt x="8789125" y="749300"/>
                  </a:lnTo>
                  <a:close/>
                </a:path>
                <a:path w="13487400" h="749300">
                  <a:moveTo>
                    <a:pt x="8839950" y="749300"/>
                  </a:moveTo>
                  <a:lnTo>
                    <a:pt x="8814537" y="749300"/>
                  </a:lnTo>
                  <a:lnTo>
                    <a:pt x="8814537" y="736605"/>
                  </a:lnTo>
                  <a:lnTo>
                    <a:pt x="8839950" y="736605"/>
                  </a:lnTo>
                  <a:lnTo>
                    <a:pt x="8839950" y="749300"/>
                  </a:lnTo>
                  <a:close/>
                </a:path>
                <a:path w="13487400" h="749300">
                  <a:moveTo>
                    <a:pt x="8890763" y="749300"/>
                  </a:moveTo>
                  <a:lnTo>
                    <a:pt x="8865350" y="749300"/>
                  </a:lnTo>
                  <a:lnTo>
                    <a:pt x="8865350" y="736605"/>
                  </a:lnTo>
                  <a:lnTo>
                    <a:pt x="8890763" y="736605"/>
                  </a:lnTo>
                  <a:lnTo>
                    <a:pt x="8890763" y="749300"/>
                  </a:lnTo>
                  <a:close/>
                </a:path>
                <a:path w="13487400" h="749300">
                  <a:moveTo>
                    <a:pt x="8941588" y="749300"/>
                  </a:moveTo>
                  <a:lnTo>
                    <a:pt x="8916175" y="749300"/>
                  </a:lnTo>
                  <a:lnTo>
                    <a:pt x="8916175" y="736605"/>
                  </a:lnTo>
                  <a:lnTo>
                    <a:pt x="8941588" y="736605"/>
                  </a:lnTo>
                  <a:lnTo>
                    <a:pt x="8941588" y="749300"/>
                  </a:lnTo>
                  <a:close/>
                </a:path>
                <a:path w="13487400" h="749300">
                  <a:moveTo>
                    <a:pt x="8992413" y="749300"/>
                  </a:moveTo>
                  <a:lnTo>
                    <a:pt x="8967001" y="749300"/>
                  </a:lnTo>
                  <a:lnTo>
                    <a:pt x="8967001" y="736605"/>
                  </a:lnTo>
                  <a:lnTo>
                    <a:pt x="8992413" y="736605"/>
                  </a:lnTo>
                  <a:lnTo>
                    <a:pt x="8992413" y="749300"/>
                  </a:lnTo>
                  <a:close/>
                </a:path>
                <a:path w="13487400" h="749300">
                  <a:moveTo>
                    <a:pt x="9043226" y="749300"/>
                  </a:moveTo>
                  <a:lnTo>
                    <a:pt x="9017826" y="749300"/>
                  </a:lnTo>
                  <a:lnTo>
                    <a:pt x="9017826" y="736605"/>
                  </a:lnTo>
                  <a:lnTo>
                    <a:pt x="9043226" y="736605"/>
                  </a:lnTo>
                  <a:lnTo>
                    <a:pt x="9043226" y="749300"/>
                  </a:lnTo>
                  <a:close/>
                </a:path>
                <a:path w="13487400" h="749300">
                  <a:moveTo>
                    <a:pt x="9094052" y="749300"/>
                  </a:moveTo>
                  <a:lnTo>
                    <a:pt x="9068639" y="749300"/>
                  </a:lnTo>
                  <a:lnTo>
                    <a:pt x="9068639" y="736605"/>
                  </a:lnTo>
                  <a:lnTo>
                    <a:pt x="9094052" y="736605"/>
                  </a:lnTo>
                  <a:lnTo>
                    <a:pt x="9094052" y="749300"/>
                  </a:lnTo>
                  <a:close/>
                </a:path>
                <a:path w="13487400" h="749300">
                  <a:moveTo>
                    <a:pt x="9144877" y="749300"/>
                  </a:moveTo>
                  <a:lnTo>
                    <a:pt x="9119464" y="749300"/>
                  </a:lnTo>
                  <a:lnTo>
                    <a:pt x="9119464" y="736605"/>
                  </a:lnTo>
                  <a:lnTo>
                    <a:pt x="9144877" y="736605"/>
                  </a:lnTo>
                  <a:lnTo>
                    <a:pt x="9144877" y="749300"/>
                  </a:lnTo>
                  <a:close/>
                </a:path>
                <a:path w="13487400" h="749300">
                  <a:moveTo>
                    <a:pt x="9195702" y="749300"/>
                  </a:moveTo>
                  <a:lnTo>
                    <a:pt x="9170290" y="749300"/>
                  </a:lnTo>
                  <a:lnTo>
                    <a:pt x="9170290" y="736605"/>
                  </a:lnTo>
                  <a:lnTo>
                    <a:pt x="9195702" y="736605"/>
                  </a:lnTo>
                  <a:lnTo>
                    <a:pt x="9195702" y="749300"/>
                  </a:lnTo>
                  <a:close/>
                </a:path>
                <a:path w="13487400" h="749300">
                  <a:moveTo>
                    <a:pt x="9246515" y="749300"/>
                  </a:moveTo>
                  <a:lnTo>
                    <a:pt x="9221102" y="749300"/>
                  </a:lnTo>
                  <a:lnTo>
                    <a:pt x="9221102" y="736605"/>
                  </a:lnTo>
                  <a:lnTo>
                    <a:pt x="9246515" y="736605"/>
                  </a:lnTo>
                  <a:lnTo>
                    <a:pt x="9246515" y="749300"/>
                  </a:lnTo>
                  <a:close/>
                </a:path>
                <a:path w="13487400" h="749300">
                  <a:moveTo>
                    <a:pt x="9297340" y="749300"/>
                  </a:moveTo>
                  <a:lnTo>
                    <a:pt x="9271928" y="749300"/>
                  </a:lnTo>
                  <a:lnTo>
                    <a:pt x="9271928" y="736605"/>
                  </a:lnTo>
                  <a:lnTo>
                    <a:pt x="9297340" y="736605"/>
                  </a:lnTo>
                  <a:lnTo>
                    <a:pt x="9297340" y="749300"/>
                  </a:lnTo>
                  <a:close/>
                </a:path>
                <a:path w="13487400" h="749300">
                  <a:moveTo>
                    <a:pt x="9348166" y="749300"/>
                  </a:moveTo>
                  <a:lnTo>
                    <a:pt x="9322753" y="749300"/>
                  </a:lnTo>
                  <a:lnTo>
                    <a:pt x="9322753" y="736605"/>
                  </a:lnTo>
                  <a:lnTo>
                    <a:pt x="9348166" y="736605"/>
                  </a:lnTo>
                  <a:lnTo>
                    <a:pt x="9348166" y="749300"/>
                  </a:lnTo>
                  <a:close/>
                </a:path>
                <a:path w="13487400" h="749300">
                  <a:moveTo>
                    <a:pt x="9398979" y="749300"/>
                  </a:moveTo>
                  <a:lnTo>
                    <a:pt x="9373579" y="749300"/>
                  </a:lnTo>
                  <a:lnTo>
                    <a:pt x="9373579" y="736605"/>
                  </a:lnTo>
                  <a:lnTo>
                    <a:pt x="9398979" y="736605"/>
                  </a:lnTo>
                  <a:lnTo>
                    <a:pt x="9398979" y="749300"/>
                  </a:lnTo>
                  <a:close/>
                </a:path>
                <a:path w="13487400" h="749300">
                  <a:moveTo>
                    <a:pt x="9449804" y="749300"/>
                  </a:moveTo>
                  <a:lnTo>
                    <a:pt x="9424391" y="749300"/>
                  </a:lnTo>
                  <a:lnTo>
                    <a:pt x="9424391" y="736605"/>
                  </a:lnTo>
                  <a:lnTo>
                    <a:pt x="9449804" y="736605"/>
                  </a:lnTo>
                  <a:lnTo>
                    <a:pt x="9449804" y="749300"/>
                  </a:lnTo>
                  <a:close/>
                </a:path>
                <a:path w="13487400" h="749300">
                  <a:moveTo>
                    <a:pt x="9500629" y="749300"/>
                  </a:moveTo>
                  <a:lnTo>
                    <a:pt x="9475217" y="749300"/>
                  </a:lnTo>
                  <a:lnTo>
                    <a:pt x="9475217" y="736605"/>
                  </a:lnTo>
                  <a:lnTo>
                    <a:pt x="9500629" y="736605"/>
                  </a:lnTo>
                  <a:lnTo>
                    <a:pt x="9500629" y="749300"/>
                  </a:lnTo>
                  <a:close/>
                </a:path>
                <a:path w="13487400" h="749300">
                  <a:moveTo>
                    <a:pt x="9551442" y="749300"/>
                  </a:moveTo>
                  <a:lnTo>
                    <a:pt x="9526042" y="749300"/>
                  </a:lnTo>
                  <a:lnTo>
                    <a:pt x="9526042" y="736605"/>
                  </a:lnTo>
                  <a:lnTo>
                    <a:pt x="9551442" y="736605"/>
                  </a:lnTo>
                  <a:lnTo>
                    <a:pt x="9551442" y="749300"/>
                  </a:lnTo>
                  <a:close/>
                </a:path>
                <a:path w="13487400" h="749300">
                  <a:moveTo>
                    <a:pt x="9602267" y="749300"/>
                  </a:moveTo>
                  <a:lnTo>
                    <a:pt x="9576855" y="749300"/>
                  </a:lnTo>
                  <a:lnTo>
                    <a:pt x="9576855" y="736605"/>
                  </a:lnTo>
                  <a:lnTo>
                    <a:pt x="9602267" y="736605"/>
                  </a:lnTo>
                  <a:lnTo>
                    <a:pt x="9602267" y="749300"/>
                  </a:lnTo>
                  <a:close/>
                </a:path>
                <a:path w="13487400" h="749300">
                  <a:moveTo>
                    <a:pt x="9653093" y="749300"/>
                  </a:moveTo>
                  <a:lnTo>
                    <a:pt x="9627680" y="749300"/>
                  </a:lnTo>
                  <a:lnTo>
                    <a:pt x="9627680" y="736605"/>
                  </a:lnTo>
                  <a:lnTo>
                    <a:pt x="9653093" y="736605"/>
                  </a:lnTo>
                  <a:lnTo>
                    <a:pt x="9653093" y="749300"/>
                  </a:lnTo>
                  <a:close/>
                </a:path>
                <a:path w="13487400" h="749300">
                  <a:moveTo>
                    <a:pt x="9703918" y="749300"/>
                  </a:moveTo>
                  <a:lnTo>
                    <a:pt x="9678506" y="749300"/>
                  </a:lnTo>
                  <a:lnTo>
                    <a:pt x="9678506" y="736605"/>
                  </a:lnTo>
                  <a:lnTo>
                    <a:pt x="9703918" y="736605"/>
                  </a:lnTo>
                  <a:lnTo>
                    <a:pt x="9703918" y="749300"/>
                  </a:lnTo>
                  <a:close/>
                </a:path>
                <a:path w="13487400" h="749300">
                  <a:moveTo>
                    <a:pt x="9754731" y="749300"/>
                  </a:moveTo>
                  <a:lnTo>
                    <a:pt x="9729331" y="749300"/>
                  </a:lnTo>
                  <a:lnTo>
                    <a:pt x="9729331" y="736605"/>
                  </a:lnTo>
                  <a:lnTo>
                    <a:pt x="9754731" y="736605"/>
                  </a:lnTo>
                  <a:lnTo>
                    <a:pt x="9754731" y="749300"/>
                  </a:lnTo>
                  <a:close/>
                </a:path>
                <a:path w="13487400" h="749300">
                  <a:moveTo>
                    <a:pt x="9805556" y="749300"/>
                  </a:moveTo>
                  <a:lnTo>
                    <a:pt x="9780144" y="749300"/>
                  </a:lnTo>
                  <a:lnTo>
                    <a:pt x="9780144" y="736605"/>
                  </a:lnTo>
                  <a:lnTo>
                    <a:pt x="9805556" y="736605"/>
                  </a:lnTo>
                  <a:lnTo>
                    <a:pt x="9805556" y="749300"/>
                  </a:lnTo>
                  <a:close/>
                </a:path>
                <a:path w="13487400" h="749300">
                  <a:moveTo>
                    <a:pt x="9856382" y="749300"/>
                  </a:moveTo>
                  <a:lnTo>
                    <a:pt x="9830969" y="749300"/>
                  </a:lnTo>
                  <a:lnTo>
                    <a:pt x="9830969" y="736605"/>
                  </a:lnTo>
                  <a:lnTo>
                    <a:pt x="9856382" y="736605"/>
                  </a:lnTo>
                  <a:lnTo>
                    <a:pt x="9856382" y="749300"/>
                  </a:lnTo>
                  <a:close/>
                </a:path>
                <a:path w="13487400" h="749300">
                  <a:moveTo>
                    <a:pt x="9907194" y="749300"/>
                  </a:moveTo>
                  <a:lnTo>
                    <a:pt x="9881794" y="749300"/>
                  </a:lnTo>
                  <a:lnTo>
                    <a:pt x="9881794" y="736605"/>
                  </a:lnTo>
                  <a:lnTo>
                    <a:pt x="9907194" y="736605"/>
                  </a:lnTo>
                  <a:lnTo>
                    <a:pt x="9907194" y="749300"/>
                  </a:lnTo>
                  <a:close/>
                </a:path>
                <a:path w="13487400" h="749300">
                  <a:moveTo>
                    <a:pt x="9958020" y="749300"/>
                  </a:moveTo>
                  <a:lnTo>
                    <a:pt x="9932607" y="749300"/>
                  </a:lnTo>
                  <a:lnTo>
                    <a:pt x="9932607" y="736605"/>
                  </a:lnTo>
                  <a:lnTo>
                    <a:pt x="9958020" y="736605"/>
                  </a:lnTo>
                  <a:lnTo>
                    <a:pt x="9958020" y="749300"/>
                  </a:lnTo>
                  <a:close/>
                </a:path>
                <a:path w="13487400" h="749300">
                  <a:moveTo>
                    <a:pt x="10008845" y="749300"/>
                  </a:moveTo>
                  <a:lnTo>
                    <a:pt x="9983433" y="749300"/>
                  </a:lnTo>
                  <a:lnTo>
                    <a:pt x="9983433" y="736605"/>
                  </a:lnTo>
                  <a:lnTo>
                    <a:pt x="10008845" y="736605"/>
                  </a:lnTo>
                  <a:lnTo>
                    <a:pt x="10008845" y="749300"/>
                  </a:lnTo>
                  <a:close/>
                </a:path>
                <a:path w="13487400" h="749300">
                  <a:moveTo>
                    <a:pt x="10059671" y="749300"/>
                  </a:moveTo>
                  <a:lnTo>
                    <a:pt x="10034258" y="749300"/>
                  </a:lnTo>
                  <a:lnTo>
                    <a:pt x="10034258" y="736605"/>
                  </a:lnTo>
                  <a:lnTo>
                    <a:pt x="10059671" y="736605"/>
                  </a:lnTo>
                  <a:lnTo>
                    <a:pt x="10059671" y="749300"/>
                  </a:lnTo>
                  <a:close/>
                </a:path>
                <a:path w="13487400" h="749300">
                  <a:moveTo>
                    <a:pt x="10110483" y="749300"/>
                  </a:moveTo>
                  <a:lnTo>
                    <a:pt x="10085071" y="749300"/>
                  </a:lnTo>
                  <a:lnTo>
                    <a:pt x="10085071" y="736605"/>
                  </a:lnTo>
                  <a:lnTo>
                    <a:pt x="10110483" y="736605"/>
                  </a:lnTo>
                  <a:lnTo>
                    <a:pt x="10110483" y="749300"/>
                  </a:lnTo>
                  <a:close/>
                </a:path>
                <a:path w="13487400" h="749300">
                  <a:moveTo>
                    <a:pt x="10161309" y="749300"/>
                  </a:moveTo>
                  <a:lnTo>
                    <a:pt x="10135896" y="749300"/>
                  </a:lnTo>
                  <a:lnTo>
                    <a:pt x="10135896" y="736605"/>
                  </a:lnTo>
                  <a:lnTo>
                    <a:pt x="10161309" y="736605"/>
                  </a:lnTo>
                  <a:lnTo>
                    <a:pt x="10161309" y="749300"/>
                  </a:lnTo>
                  <a:close/>
                </a:path>
                <a:path w="13487400" h="749300">
                  <a:moveTo>
                    <a:pt x="10212134" y="749300"/>
                  </a:moveTo>
                  <a:lnTo>
                    <a:pt x="10186721" y="749300"/>
                  </a:lnTo>
                  <a:lnTo>
                    <a:pt x="10186721" y="736605"/>
                  </a:lnTo>
                  <a:lnTo>
                    <a:pt x="10212134" y="736605"/>
                  </a:lnTo>
                  <a:lnTo>
                    <a:pt x="10212134" y="749300"/>
                  </a:lnTo>
                  <a:close/>
                </a:path>
                <a:path w="13487400" h="749300">
                  <a:moveTo>
                    <a:pt x="10262947" y="749300"/>
                  </a:moveTo>
                  <a:lnTo>
                    <a:pt x="10237547" y="749300"/>
                  </a:lnTo>
                  <a:lnTo>
                    <a:pt x="10237547" y="736605"/>
                  </a:lnTo>
                  <a:lnTo>
                    <a:pt x="10262947" y="736605"/>
                  </a:lnTo>
                  <a:lnTo>
                    <a:pt x="10262947" y="749300"/>
                  </a:lnTo>
                  <a:close/>
                </a:path>
                <a:path w="13487400" h="749300">
                  <a:moveTo>
                    <a:pt x="10313772" y="749300"/>
                  </a:moveTo>
                  <a:lnTo>
                    <a:pt x="10288360" y="749300"/>
                  </a:lnTo>
                  <a:lnTo>
                    <a:pt x="10288360" y="736605"/>
                  </a:lnTo>
                  <a:lnTo>
                    <a:pt x="10313772" y="736605"/>
                  </a:lnTo>
                  <a:lnTo>
                    <a:pt x="10313772" y="749300"/>
                  </a:lnTo>
                  <a:close/>
                </a:path>
                <a:path w="13487400" h="749300">
                  <a:moveTo>
                    <a:pt x="10364598" y="749300"/>
                  </a:moveTo>
                  <a:lnTo>
                    <a:pt x="10339185" y="749300"/>
                  </a:lnTo>
                  <a:lnTo>
                    <a:pt x="10339185" y="736605"/>
                  </a:lnTo>
                  <a:lnTo>
                    <a:pt x="10364598" y="736605"/>
                  </a:lnTo>
                  <a:lnTo>
                    <a:pt x="10364598" y="749300"/>
                  </a:lnTo>
                  <a:close/>
                </a:path>
                <a:path w="13487400" h="749300">
                  <a:moveTo>
                    <a:pt x="10415423" y="749300"/>
                  </a:moveTo>
                  <a:lnTo>
                    <a:pt x="10390010" y="749300"/>
                  </a:lnTo>
                  <a:lnTo>
                    <a:pt x="10390010" y="736605"/>
                  </a:lnTo>
                  <a:lnTo>
                    <a:pt x="10415423" y="736605"/>
                  </a:lnTo>
                  <a:lnTo>
                    <a:pt x="10415423" y="749300"/>
                  </a:lnTo>
                  <a:close/>
                </a:path>
                <a:path w="13487400" h="749300">
                  <a:moveTo>
                    <a:pt x="10466236" y="749300"/>
                  </a:moveTo>
                  <a:lnTo>
                    <a:pt x="10440823" y="749300"/>
                  </a:lnTo>
                  <a:lnTo>
                    <a:pt x="10440823" y="736605"/>
                  </a:lnTo>
                  <a:lnTo>
                    <a:pt x="10466236" y="736605"/>
                  </a:lnTo>
                  <a:lnTo>
                    <a:pt x="10466236" y="749300"/>
                  </a:lnTo>
                  <a:close/>
                </a:path>
                <a:path w="13487400" h="749300">
                  <a:moveTo>
                    <a:pt x="10517061" y="749300"/>
                  </a:moveTo>
                  <a:lnTo>
                    <a:pt x="10491648" y="749300"/>
                  </a:lnTo>
                  <a:lnTo>
                    <a:pt x="10491648" y="736605"/>
                  </a:lnTo>
                  <a:lnTo>
                    <a:pt x="10517061" y="736605"/>
                  </a:lnTo>
                  <a:lnTo>
                    <a:pt x="10517061" y="749300"/>
                  </a:lnTo>
                  <a:close/>
                </a:path>
                <a:path w="13487400" h="749300">
                  <a:moveTo>
                    <a:pt x="10567887" y="749300"/>
                  </a:moveTo>
                  <a:lnTo>
                    <a:pt x="10542474" y="749300"/>
                  </a:lnTo>
                  <a:lnTo>
                    <a:pt x="10542474" y="736605"/>
                  </a:lnTo>
                  <a:lnTo>
                    <a:pt x="10567887" y="736605"/>
                  </a:lnTo>
                  <a:lnTo>
                    <a:pt x="10567887" y="749300"/>
                  </a:lnTo>
                  <a:close/>
                </a:path>
                <a:path w="13487400" h="749300">
                  <a:moveTo>
                    <a:pt x="10618699" y="749300"/>
                  </a:moveTo>
                  <a:lnTo>
                    <a:pt x="10593287" y="749300"/>
                  </a:lnTo>
                  <a:lnTo>
                    <a:pt x="10593287" y="736605"/>
                  </a:lnTo>
                  <a:lnTo>
                    <a:pt x="10618699" y="736605"/>
                  </a:lnTo>
                  <a:lnTo>
                    <a:pt x="10618699" y="749300"/>
                  </a:lnTo>
                  <a:close/>
                </a:path>
                <a:path w="13487400" h="749300">
                  <a:moveTo>
                    <a:pt x="10669525" y="749300"/>
                  </a:moveTo>
                  <a:lnTo>
                    <a:pt x="10644112" y="749300"/>
                  </a:lnTo>
                  <a:lnTo>
                    <a:pt x="10644112" y="736605"/>
                  </a:lnTo>
                  <a:lnTo>
                    <a:pt x="10669525" y="736605"/>
                  </a:lnTo>
                  <a:lnTo>
                    <a:pt x="10669525" y="749300"/>
                  </a:lnTo>
                  <a:close/>
                </a:path>
                <a:path w="13487400" h="749300">
                  <a:moveTo>
                    <a:pt x="10720350" y="749300"/>
                  </a:moveTo>
                  <a:lnTo>
                    <a:pt x="10694937" y="749300"/>
                  </a:lnTo>
                  <a:lnTo>
                    <a:pt x="10694937" y="736605"/>
                  </a:lnTo>
                  <a:lnTo>
                    <a:pt x="10720350" y="736605"/>
                  </a:lnTo>
                  <a:lnTo>
                    <a:pt x="10720350" y="749300"/>
                  </a:lnTo>
                  <a:close/>
                </a:path>
                <a:path w="13487400" h="749300">
                  <a:moveTo>
                    <a:pt x="10771175" y="749300"/>
                  </a:moveTo>
                  <a:lnTo>
                    <a:pt x="10745763" y="749300"/>
                  </a:lnTo>
                  <a:lnTo>
                    <a:pt x="10745763" y="736605"/>
                  </a:lnTo>
                  <a:lnTo>
                    <a:pt x="10771175" y="736605"/>
                  </a:lnTo>
                  <a:lnTo>
                    <a:pt x="10771175" y="749300"/>
                  </a:lnTo>
                  <a:close/>
                </a:path>
                <a:path w="13487400" h="749300">
                  <a:moveTo>
                    <a:pt x="10821988" y="749300"/>
                  </a:moveTo>
                  <a:lnTo>
                    <a:pt x="10796575" y="749300"/>
                  </a:lnTo>
                  <a:lnTo>
                    <a:pt x="10796575" y="736605"/>
                  </a:lnTo>
                  <a:lnTo>
                    <a:pt x="10821988" y="736605"/>
                  </a:lnTo>
                  <a:lnTo>
                    <a:pt x="10821988" y="749300"/>
                  </a:lnTo>
                  <a:close/>
                </a:path>
                <a:path w="13487400" h="749300">
                  <a:moveTo>
                    <a:pt x="10872814" y="749300"/>
                  </a:moveTo>
                  <a:lnTo>
                    <a:pt x="10847401" y="749300"/>
                  </a:lnTo>
                  <a:lnTo>
                    <a:pt x="10847401" y="736605"/>
                  </a:lnTo>
                  <a:lnTo>
                    <a:pt x="10872814" y="736605"/>
                  </a:lnTo>
                  <a:lnTo>
                    <a:pt x="10872814" y="749300"/>
                  </a:lnTo>
                  <a:close/>
                </a:path>
                <a:path w="13487400" h="749300">
                  <a:moveTo>
                    <a:pt x="10923639" y="749300"/>
                  </a:moveTo>
                  <a:lnTo>
                    <a:pt x="10898226" y="749300"/>
                  </a:lnTo>
                  <a:lnTo>
                    <a:pt x="10898226" y="736605"/>
                  </a:lnTo>
                  <a:lnTo>
                    <a:pt x="10923639" y="736605"/>
                  </a:lnTo>
                  <a:lnTo>
                    <a:pt x="10923639" y="749300"/>
                  </a:lnTo>
                  <a:close/>
                </a:path>
                <a:path w="13487400" h="749300">
                  <a:moveTo>
                    <a:pt x="10974452" y="749300"/>
                  </a:moveTo>
                  <a:lnTo>
                    <a:pt x="10949052" y="749300"/>
                  </a:lnTo>
                  <a:lnTo>
                    <a:pt x="10949052" y="736605"/>
                  </a:lnTo>
                  <a:lnTo>
                    <a:pt x="10974452" y="736605"/>
                  </a:lnTo>
                  <a:lnTo>
                    <a:pt x="10974452" y="749300"/>
                  </a:lnTo>
                  <a:close/>
                </a:path>
                <a:path w="13487400" h="749300">
                  <a:moveTo>
                    <a:pt x="11025277" y="749300"/>
                  </a:moveTo>
                  <a:lnTo>
                    <a:pt x="10999864" y="749300"/>
                  </a:lnTo>
                  <a:lnTo>
                    <a:pt x="10999864" y="736605"/>
                  </a:lnTo>
                  <a:lnTo>
                    <a:pt x="11025277" y="736605"/>
                  </a:lnTo>
                  <a:lnTo>
                    <a:pt x="11025277" y="749300"/>
                  </a:lnTo>
                  <a:close/>
                </a:path>
                <a:path w="13487400" h="749300">
                  <a:moveTo>
                    <a:pt x="11076102" y="749300"/>
                  </a:moveTo>
                  <a:lnTo>
                    <a:pt x="11050690" y="749300"/>
                  </a:lnTo>
                  <a:lnTo>
                    <a:pt x="11050690" y="736605"/>
                  </a:lnTo>
                  <a:lnTo>
                    <a:pt x="11076102" y="736605"/>
                  </a:lnTo>
                  <a:lnTo>
                    <a:pt x="11076102" y="749300"/>
                  </a:lnTo>
                  <a:close/>
                </a:path>
                <a:path w="13487400" h="749300">
                  <a:moveTo>
                    <a:pt x="11126915" y="749300"/>
                  </a:moveTo>
                  <a:lnTo>
                    <a:pt x="11101515" y="749300"/>
                  </a:lnTo>
                  <a:lnTo>
                    <a:pt x="11101515" y="736605"/>
                  </a:lnTo>
                  <a:lnTo>
                    <a:pt x="11126915" y="736605"/>
                  </a:lnTo>
                  <a:lnTo>
                    <a:pt x="11126915" y="749300"/>
                  </a:lnTo>
                  <a:close/>
                </a:path>
                <a:path w="13487400" h="749300">
                  <a:moveTo>
                    <a:pt x="11177741" y="749300"/>
                  </a:moveTo>
                  <a:lnTo>
                    <a:pt x="11152328" y="749300"/>
                  </a:lnTo>
                  <a:lnTo>
                    <a:pt x="11152328" y="736605"/>
                  </a:lnTo>
                  <a:lnTo>
                    <a:pt x="11177741" y="736605"/>
                  </a:lnTo>
                  <a:lnTo>
                    <a:pt x="11177741" y="749300"/>
                  </a:lnTo>
                  <a:close/>
                </a:path>
                <a:path w="13487400" h="749300">
                  <a:moveTo>
                    <a:pt x="11228566" y="749300"/>
                  </a:moveTo>
                  <a:lnTo>
                    <a:pt x="11203153" y="749300"/>
                  </a:lnTo>
                  <a:lnTo>
                    <a:pt x="11203153" y="736605"/>
                  </a:lnTo>
                  <a:lnTo>
                    <a:pt x="11228566" y="736605"/>
                  </a:lnTo>
                  <a:lnTo>
                    <a:pt x="11228566" y="749300"/>
                  </a:lnTo>
                  <a:close/>
                </a:path>
                <a:path w="13487400" h="749300">
                  <a:moveTo>
                    <a:pt x="11279391" y="749300"/>
                  </a:moveTo>
                  <a:lnTo>
                    <a:pt x="11253979" y="749300"/>
                  </a:lnTo>
                  <a:lnTo>
                    <a:pt x="11253979" y="736605"/>
                  </a:lnTo>
                  <a:lnTo>
                    <a:pt x="11279391" y="736605"/>
                  </a:lnTo>
                  <a:lnTo>
                    <a:pt x="11279391" y="749300"/>
                  </a:lnTo>
                  <a:close/>
                </a:path>
                <a:path w="13487400" h="749300">
                  <a:moveTo>
                    <a:pt x="11330204" y="749300"/>
                  </a:moveTo>
                  <a:lnTo>
                    <a:pt x="11304791" y="749300"/>
                  </a:lnTo>
                  <a:lnTo>
                    <a:pt x="11304791" y="736605"/>
                  </a:lnTo>
                  <a:lnTo>
                    <a:pt x="11330204" y="736605"/>
                  </a:lnTo>
                  <a:lnTo>
                    <a:pt x="11330204" y="749300"/>
                  </a:lnTo>
                  <a:close/>
                </a:path>
                <a:path w="13487400" h="749300">
                  <a:moveTo>
                    <a:pt x="11381029" y="749300"/>
                  </a:moveTo>
                  <a:lnTo>
                    <a:pt x="11355617" y="749300"/>
                  </a:lnTo>
                  <a:lnTo>
                    <a:pt x="11355617" y="736605"/>
                  </a:lnTo>
                  <a:lnTo>
                    <a:pt x="11381029" y="736605"/>
                  </a:lnTo>
                  <a:lnTo>
                    <a:pt x="11381029" y="749300"/>
                  </a:lnTo>
                  <a:close/>
                </a:path>
                <a:path w="13487400" h="749300">
                  <a:moveTo>
                    <a:pt x="11431855" y="749300"/>
                  </a:moveTo>
                  <a:lnTo>
                    <a:pt x="11406442" y="749300"/>
                  </a:lnTo>
                  <a:lnTo>
                    <a:pt x="11406442" y="736605"/>
                  </a:lnTo>
                  <a:lnTo>
                    <a:pt x="11431855" y="736605"/>
                  </a:lnTo>
                  <a:lnTo>
                    <a:pt x="11431855" y="749300"/>
                  </a:lnTo>
                  <a:close/>
                </a:path>
                <a:path w="13487400" h="749300">
                  <a:moveTo>
                    <a:pt x="11482668" y="749300"/>
                  </a:moveTo>
                  <a:lnTo>
                    <a:pt x="11457268" y="749300"/>
                  </a:lnTo>
                  <a:lnTo>
                    <a:pt x="11457268" y="736605"/>
                  </a:lnTo>
                  <a:lnTo>
                    <a:pt x="11482668" y="736605"/>
                  </a:lnTo>
                  <a:lnTo>
                    <a:pt x="11482668" y="749300"/>
                  </a:lnTo>
                  <a:close/>
                </a:path>
                <a:path w="13487400" h="749300">
                  <a:moveTo>
                    <a:pt x="11533493" y="749300"/>
                  </a:moveTo>
                  <a:lnTo>
                    <a:pt x="11508080" y="749300"/>
                  </a:lnTo>
                  <a:lnTo>
                    <a:pt x="11508080" y="736605"/>
                  </a:lnTo>
                  <a:lnTo>
                    <a:pt x="11533493" y="736605"/>
                  </a:lnTo>
                  <a:lnTo>
                    <a:pt x="11533493" y="749300"/>
                  </a:lnTo>
                  <a:close/>
                </a:path>
                <a:path w="13487400" h="749300">
                  <a:moveTo>
                    <a:pt x="11584318" y="749300"/>
                  </a:moveTo>
                  <a:lnTo>
                    <a:pt x="11558906" y="749300"/>
                  </a:lnTo>
                  <a:lnTo>
                    <a:pt x="11558906" y="736605"/>
                  </a:lnTo>
                  <a:lnTo>
                    <a:pt x="11584318" y="736605"/>
                  </a:lnTo>
                  <a:lnTo>
                    <a:pt x="11584318" y="749300"/>
                  </a:lnTo>
                  <a:close/>
                </a:path>
                <a:path w="13487400" h="749300">
                  <a:moveTo>
                    <a:pt x="11635144" y="749300"/>
                  </a:moveTo>
                  <a:lnTo>
                    <a:pt x="11609731" y="749300"/>
                  </a:lnTo>
                  <a:lnTo>
                    <a:pt x="11609731" y="736605"/>
                  </a:lnTo>
                  <a:lnTo>
                    <a:pt x="11635144" y="736605"/>
                  </a:lnTo>
                  <a:lnTo>
                    <a:pt x="11635144" y="749300"/>
                  </a:lnTo>
                  <a:close/>
                </a:path>
                <a:path w="13487400" h="749300">
                  <a:moveTo>
                    <a:pt x="11685956" y="749300"/>
                  </a:moveTo>
                  <a:lnTo>
                    <a:pt x="11660544" y="749300"/>
                  </a:lnTo>
                  <a:lnTo>
                    <a:pt x="11660544" y="736605"/>
                  </a:lnTo>
                  <a:lnTo>
                    <a:pt x="11685956" y="736605"/>
                  </a:lnTo>
                  <a:lnTo>
                    <a:pt x="11685956" y="749300"/>
                  </a:lnTo>
                  <a:close/>
                </a:path>
                <a:path w="13487400" h="749300">
                  <a:moveTo>
                    <a:pt x="11736782" y="749300"/>
                  </a:moveTo>
                  <a:lnTo>
                    <a:pt x="11711369" y="749300"/>
                  </a:lnTo>
                  <a:lnTo>
                    <a:pt x="11711369" y="736605"/>
                  </a:lnTo>
                  <a:lnTo>
                    <a:pt x="11736782" y="736605"/>
                  </a:lnTo>
                  <a:lnTo>
                    <a:pt x="11736782" y="749300"/>
                  </a:lnTo>
                  <a:close/>
                </a:path>
                <a:path w="13487400" h="749300">
                  <a:moveTo>
                    <a:pt x="11787607" y="749300"/>
                  </a:moveTo>
                  <a:lnTo>
                    <a:pt x="11762195" y="749300"/>
                  </a:lnTo>
                  <a:lnTo>
                    <a:pt x="11762195" y="736605"/>
                  </a:lnTo>
                  <a:lnTo>
                    <a:pt x="11787607" y="736605"/>
                  </a:lnTo>
                  <a:lnTo>
                    <a:pt x="11787607" y="749300"/>
                  </a:lnTo>
                  <a:close/>
                </a:path>
                <a:path w="13487400" h="749300">
                  <a:moveTo>
                    <a:pt x="11838420" y="749300"/>
                  </a:moveTo>
                  <a:lnTo>
                    <a:pt x="11813020" y="749300"/>
                  </a:lnTo>
                  <a:lnTo>
                    <a:pt x="11813020" y="736605"/>
                  </a:lnTo>
                  <a:lnTo>
                    <a:pt x="11838420" y="736605"/>
                  </a:lnTo>
                  <a:lnTo>
                    <a:pt x="11838420" y="749300"/>
                  </a:lnTo>
                  <a:close/>
                </a:path>
                <a:path w="13487400" h="749300">
                  <a:moveTo>
                    <a:pt x="11889245" y="749300"/>
                  </a:moveTo>
                  <a:lnTo>
                    <a:pt x="11863833" y="749300"/>
                  </a:lnTo>
                  <a:lnTo>
                    <a:pt x="11863833" y="736605"/>
                  </a:lnTo>
                  <a:lnTo>
                    <a:pt x="11889245" y="736605"/>
                  </a:lnTo>
                  <a:lnTo>
                    <a:pt x="11889245" y="749300"/>
                  </a:lnTo>
                  <a:close/>
                </a:path>
                <a:path w="13487400" h="749300">
                  <a:moveTo>
                    <a:pt x="11940071" y="749300"/>
                  </a:moveTo>
                  <a:lnTo>
                    <a:pt x="11914658" y="749300"/>
                  </a:lnTo>
                  <a:lnTo>
                    <a:pt x="11914658" y="736605"/>
                  </a:lnTo>
                  <a:lnTo>
                    <a:pt x="11940071" y="736605"/>
                  </a:lnTo>
                  <a:lnTo>
                    <a:pt x="11940071" y="749300"/>
                  </a:lnTo>
                  <a:close/>
                </a:path>
                <a:path w="13487400" h="749300">
                  <a:moveTo>
                    <a:pt x="11990896" y="749300"/>
                  </a:moveTo>
                  <a:lnTo>
                    <a:pt x="11965483" y="749300"/>
                  </a:lnTo>
                  <a:lnTo>
                    <a:pt x="11965483" y="736605"/>
                  </a:lnTo>
                  <a:lnTo>
                    <a:pt x="11990896" y="736605"/>
                  </a:lnTo>
                  <a:lnTo>
                    <a:pt x="11990896" y="749300"/>
                  </a:lnTo>
                  <a:close/>
                </a:path>
                <a:path w="13487400" h="749300">
                  <a:moveTo>
                    <a:pt x="12041709" y="749300"/>
                  </a:moveTo>
                  <a:lnTo>
                    <a:pt x="12016296" y="749300"/>
                  </a:lnTo>
                  <a:lnTo>
                    <a:pt x="12016296" y="736605"/>
                  </a:lnTo>
                  <a:lnTo>
                    <a:pt x="12041709" y="736605"/>
                  </a:lnTo>
                  <a:lnTo>
                    <a:pt x="12041709" y="749300"/>
                  </a:lnTo>
                  <a:close/>
                </a:path>
                <a:path w="13487400" h="749300">
                  <a:moveTo>
                    <a:pt x="12092534" y="749300"/>
                  </a:moveTo>
                  <a:lnTo>
                    <a:pt x="12067122" y="749300"/>
                  </a:lnTo>
                  <a:lnTo>
                    <a:pt x="12067122" y="736605"/>
                  </a:lnTo>
                  <a:lnTo>
                    <a:pt x="12092534" y="736605"/>
                  </a:lnTo>
                  <a:lnTo>
                    <a:pt x="12092534" y="749300"/>
                  </a:lnTo>
                  <a:close/>
                </a:path>
                <a:path w="13487400" h="749300">
                  <a:moveTo>
                    <a:pt x="12143360" y="749300"/>
                  </a:moveTo>
                  <a:lnTo>
                    <a:pt x="12117947" y="749300"/>
                  </a:lnTo>
                  <a:lnTo>
                    <a:pt x="12117947" y="736605"/>
                  </a:lnTo>
                  <a:lnTo>
                    <a:pt x="12143360" y="736605"/>
                  </a:lnTo>
                  <a:lnTo>
                    <a:pt x="12143360" y="749300"/>
                  </a:lnTo>
                  <a:close/>
                </a:path>
                <a:path w="13487400" h="749300">
                  <a:moveTo>
                    <a:pt x="12194172" y="749300"/>
                  </a:moveTo>
                  <a:lnTo>
                    <a:pt x="12168772" y="749300"/>
                  </a:lnTo>
                  <a:lnTo>
                    <a:pt x="12168772" y="736605"/>
                  </a:lnTo>
                  <a:lnTo>
                    <a:pt x="12194172" y="736605"/>
                  </a:lnTo>
                  <a:lnTo>
                    <a:pt x="12194172" y="749300"/>
                  </a:lnTo>
                  <a:close/>
                </a:path>
                <a:path w="13487400" h="749300">
                  <a:moveTo>
                    <a:pt x="12244998" y="749300"/>
                  </a:moveTo>
                  <a:lnTo>
                    <a:pt x="12219585" y="749300"/>
                  </a:lnTo>
                  <a:lnTo>
                    <a:pt x="12219585" y="736605"/>
                  </a:lnTo>
                  <a:lnTo>
                    <a:pt x="12244998" y="736605"/>
                  </a:lnTo>
                  <a:lnTo>
                    <a:pt x="12244998" y="749300"/>
                  </a:lnTo>
                  <a:close/>
                </a:path>
                <a:path w="13487400" h="749300">
                  <a:moveTo>
                    <a:pt x="12295823" y="749300"/>
                  </a:moveTo>
                  <a:lnTo>
                    <a:pt x="12270410" y="749300"/>
                  </a:lnTo>
                  <a:lnTo>
                    <a:pt x="12270410" y="736605"/>
                  </a:lnTo>
                  <a:lnTo>
                    <a:pt x="12295823" y="736605"/>
                  </a:lnTo>
                  <a:lnTo>
                    <a:pt x="12295823" y="749300"/>
                  </a:lnTo>
                  <a:close/>
                </a:path>
                <a:path w="13487400" h="749300">
                  <a:moveTo>
                    <a:pt x="12346649" y="749300"/>
                  </a:moveTo>
                  <a:lnTo>
                    <a:pt x="12321236" y="749300"/>
                  </a:lnTo>
                  <a:lnTo>
                    <a:pt x="12321236" y="736605"/>
                  </a:lnTo>
                  <a:lnTo>
                    <a:pt x="12346649" y="736605"/>
                  </a:lnTo>
                  <a:lnTo>
                    <a:pt x="12346649" y="749300"/>
                  </a:lnTo>
                  <a:close/>
                </a:path>
                <a:path w="13487400" h="749300">
                  <a:moveTo>
                    <a:pt x="12397461" y="749300"/>
                  </a:moveTo>
                  <a:lnTo>
                    <a:pt x="12372049" y="749300"/>
                  </a:lnTo>
                  <a:lnTo>
                    <a:pt x="12372049" y="736605"/>
                  </a:lnTo>
                  <a:lnTo>
                    <a:pt x="12397461" y="736605"/>
                  </a:lnTo>
                  <a:lnTo>
                    <a:pt x="12397461" y="749300"/>
                  </a:lnTo>
                  <a:close/>
                </a:path>
                <a:path w="13487400" h="749300">
                  <a:moveTo>
                    <a:pt x="12448287" y="749300"/>
                  </a:moveTo>
                  <a:lnTo>
                    <a:pt x="12422874" y="749300"/>
                  </a:lnTo>
                  <a:lnTo>
                    <a:pt x="12422874" y="736605"/>
                  </a:lnTo>
                  <a:lnTo>
                    <a:pt x="12448287" y="736605"/>
                  </a:lnTo>
                  <a:lnTo>
                    <a:pt x="12448287" y="749300"/>
                  </a:lnTo>
                  <a:close/>
                </a:path>
                <a:path w="13487400" h="749300">
                  <a:moveTo>
                    <a:pt x="12499112" y="749300"/>
                  </a:moveTo>
                  <a:lnTo>
                    <a:pt x="12473699" y="749300"/>
                  </a:lnTo>
                  <a:lnTo>
                    <a:pt x="12473699" y="736605"/>
                  </a:lnTo>
                  <a:lnTo>
                    <a:pt x="12499112" y="736605"/>
                  </a:lnTo>
                  <a:lnTo>
                    <a:pt x="12499112" y="749300"/>
                  </a:lnTo>
                  <a:close/>
                </a:path>
                <a:path w="13487400" h="749300">
                  <a:moveTo>
                    <a:pt x="12549925" y="749300"/>
                  </a:moveTo>
                  <a:lnTo>
                    <a:pt x="12524512" y="749300"/>
                  </a:lnTo>
                  <a:lnTo>
                    <a:pt x="12524512" y="736605"/>
                  </a:lnTo>
                  <a:lnTo>
                    <a:pt x="12549925" y="736605"/>
                  </a:lnTo>
                  <a:lnTo>
                    <a:pt x="12549925" y="749300"/>
                  </a:lnTo>
                  <a:close/>
                </a:path>
                <a:path w="13487400" h="749300">
                  <a:moveTo>
                    <a:pt x="12600750" y="749300"/>
                  </a:moveTo>
                  <a:lnTo>
                    <a:pt x="12575337" y="749300"/>
                  </a:lnTo>
                  <a:lnTo>
                    <a:pt x="12575337" y="736605"/>
                  </a:lnTo>
                  <a:lnTo>
                    <a:pt x="12600750" y="736605"/>
                  </a:lnTo>
                  <a:lnTo>
                    <a:pt x="12600750" y="749300"/>
                  </a:lnTo>
                  <a:close/>
                </a:path>
                <a:path w="13487400" h="749300">
                  <a:moveTo>
                    <a:pt x="12651576" y="749300"/>
                  </a:moveTo>
                  <a:lnTo>
                    <a:pt x="12626163" y="749300"/>
                  </a:lnTo>
                  <a:lnTo>
                    <a:pt x="12626163" y="736605"/>
                  </a:lnTo>
                  <a:lnTo>
                    <a:pt x="12651576" y="736605"/>
                  </a:lnTo>
                  <a:lnTo>
                    <a:pt x="12651576" y="749300"/>
                  </a:lnTo>
                  <a:close/>
                </a:path>
                <a:path w="13487400" h="749300">
                  <a:moveTo>
                    <a:pt x="12702388" y="749300"/>
                  </a:moveTo>
                  <a:lnTo>
                    <a:pt x="12676988" y="749300"/>
                  </a:lnTo>
                  <a:lnTo>
                    <a:pt x="12676988" y="736605"/>
                  </a:lnTo>
                  <a:lnTo>
                    <a:pt x="12702388" y="736605"/>
                  </a:lnTo>
                  <a:lnTo>
                    <a:pt x="12702388" y="749300"/>
                  </a:lnTo>
                  <a:close/>
                </a:path>
                <a:path w="13487400" h="749300">
                  <a:moveTo>
                    <a:pt x="12753214" y="749300"/>
                  </a:moveTo>
                  <a:lnTo>
                    <a:pt x="12727801" y="749300"/>
                  </a:lnTo>
                  <a:lnTo>
                    <a:pt x="12727801" y="736605"/>
                  </a:lnTo>
                  <a:lnTo>
                    <a:pt x="12753214" y="736605"/>
                  </a:lnTo>
                  <a:lnTo>
                    <a:pt x="12753214" y="749300"/>
                  </a:lnTo>
                  <a:close/>
                </a:path>
                <a:path w="13487400" h="749300">
                  <a:moveTo>
                    <a:pt x="12804039" y="749300"/>
                  </a:moveTo>
                  <a:lnTo>
                    <a:pt x="12778626" y="749300"/>
                  </a:lnTo>
                  <a:lnTo>
                    <a:pt x="12778626" y="736605"/>
                  </a:lnTo>
                  <a:lnTo>
                    <a:pt x="12804039" y="736605"/>
                  </a:lnTo>
                  <a:lnTo>
                    <a:pt x="12804039" y="749300"/>
                  </a:lnTo>
                  <a:close/>
                </a:path>
                <a:path w="13487400" h="749300">
                  <a:moveTo>
                    <a:pt x="12854864" y="749300"/>
                  </a:moveTo>
                  <a:lnTo>
                    <a:pt x="12829452" y="749300"/>
                  </a:lnTo>
                  <a:lnTo>
                    <a:pt x="12829452" y="736605"/>
                  </a:lnTo>
                  <a:lnTo>
                    <a:pt x="12854864" y="736605"/>
                  </a:lnTo>
                  <a:lnTo>
                    <a:pt x="12854864" y="749300"/>
                  </a:lnTo>
                  <a:close/>
                </a:path>
                <a:path w="13487400" h="749300">
                  <a:moveTo>
                    <a:pt x="12905677" y="749300"/>
                  </a:moveTo>
                  <a:lnTo>
                    <a:pt x="12880264" y="749300"/>
                  </a:lnTo>
                  <a:lnTo>
                    <a:pt x="12880264" y="736605"/>
                  </a:lnTo>
                  <a:lnTo>
                    <a:pt x="12905677" y="736605"/>
                  </a:lnTo>
                  <a:lnTo>
                    <a:pt x="12905677" y="749300"/>
                  </a:lnTo>
                  <a:close/>
                </a:path>
                <a:path w="13487400" h="749300">
                  <a:moveTo>
                    <a:pt x="12956503" y="749300"/>
                  </a:moveTo>
                  <a:lnTo>
                    <a:pt x="12931090" y="749300"/>
                  </a:lnTo>
                  <a:lnTo>
                    <a:pt x="12931090" y="736605"/>
                  </a:lnTo>
                  <a:lnTo>
                    <a:pt x="12956503" y="736605"/>
                  </a:lnTo>
                  <a:lnTo>
                    <a:pt x="12956503" y="749300"/>
                  </a:lnTo>
                  <a:close/>
                </a:path>
                <a:path w="13487400" h="749300">
                  <a:moveTo>
                    <a:pt x="13007328" y="749300"/>
                  </a:moveTo>
                  <a:lnTo>
                    <a:pt x="12981915" y="749300"/>
                  </a:lnTo>
                  <a:lnTo>
                    <a:pt x="12981915" y="736605"/>
                  </a:lnTo>
                  <a:lnTo>
                    <a:pt x="13007328" y="736605"/>
                  </a:lnTo>
                  <a:lnTo>
                    <a:pt x="13007328" y="749300"/>
                  </a:lnTo>
                  <a:close/>
                </a:path>
                <a:path w="13487400" h="749300">
                  <a:moveTo>
                    <a:pt x="13058141" y="749300"/>
                  </a:moveTo>
                  <a:lnTo>
                    <a:pt x="13032741" y="749300"/>
                  </a:lnTo>
                  <a:lnTo>
                    <a:pt x="13032741" y="736605"/>
                  </a:lnTo>
                  <a:lnTo>
                    <a:pt x="13058141" y="736605"/>
                  </a:lnTo>
                  <a:lnTo>
                    <a:pt x="13058141" y="749300"/>
                  </a:lnTo>
                  <a:close/>
                </a:path>
                <a:path w="13487400" h="749300">
                  <a:moveTo>
                    <a:pt x="13108966" y="749300"/>
                  </a:moveTo>
                  <a:lnTo>
                    <a:pt x="13083553" y="749300"/>
                  </a:lnTo>
                  <a:lnTo>
                    <a:pt x="13083553" y="736605"/>
                  </a:lnTo>
                  <a:lnTo>
                    <a:pt x="13108966" y="736605"/>
                  </a:lnTo>
                  <a:lnTo>
                    <a:pt x="13108966" y="749300"/>
                  </a:lnTo>
                  <a:close/>
                </a:path>
                <a:path w="13487400" h="749300">
                  <a:moveTo>
                    <a:pt x="13159791" y="749300"/>
                  </a:moveTo>
                  <a:lnTo>
                    <a:pt x="13134379" y="749300"/>
                  </a:lnTo>
                  <a:lnTo>
                    <a:pt x="13134379" y="736605"/>
                  </a:lnTo>
                  <a:lnTo>
                    <a:pt x="13159791" y="736605"/>
                  </a:lnTo>
                  <a:lnTo>
                    <a:pt x="13159791" y="749300"/>
                  </a:lnTo>
                  <a:close/>
                </a:path>
                <a:path w="13487400" h="749300">
                  <a:moveTo>
                    <a:pt x="13210617" y="749300"/>
                  </a:moveTo>
                  <a:lnTo>
                    <a:pt x="13185204" y="749300"/>
                  </a:lnTo>
                  <a:lnTo>
                    <a:pt x="13185204" y="736605"/>
                  </a:lnTo>
                  <a:lnTo>
                    <a:pt x="13210617" y="736605"/>
                  </a:lnTo>
                  <a:lnTo>
                    <a:pt x="13210617" y="749300"/>
                  </a:lnTo>
                  <a:close/>
                </a:path>
                <a:path w="13487400" h="749300">
                  <a:moveTo>
                    <a:pt x="13248793" y="749300"/>
                  </a:moveTo>
                  <a:lnTo>
                    <a:pt x="13236017" y="749300"/>
                  </a:lnTo>
                  <a:lnTo>
                    <a:pt x="13236017" y="736439"/>
                  </a:lnTo>
                  <a:lnTo>
                    <a:pt x="13248793" y="736439"/>
                  </a:lnTo>
                  <a:lnTo>
                    <a:pt x="13248793" y="749300"/>
                  </a:lnTo>
                  <a:close/>
                </a:path>
                <a:path w="13487400" h="749300">
                  <a:moveTo>
                    <a:pt x="13248793" y="749300"/>
                  </a:moveTo>
                  <a:lnTo>
                    <a:pt x="13248793" y="736439"/>
                  </a:lnTo>
                  <a:lnTo>
                    <a:pt x="13260642" y="736439"/>
                  </a:lnTo>
                  <a:lnTo>
                    <a:pt x="13260966" y="748443"/>
                  </a:lnTo>
                  <a:lnTo>
                    <a:pt x="13248793" y="749300"/>
                  </a:lnTo>
                  <a:close/>
                </a:path>
                <a:path w="13487400" h="749300">
                  <a:moveTo>
                    <a:pt x="13284817" y="741519"/>
                  </a:moveTo>
                  <a:lnTo>
                    <a:pt x="13284302" y="735182"/>
                  </a:lnTo>
                  <a:lnTo>
                    <a:pt x="13292303" y="734547"/>
                  </a:lnTo>
                  <a:lnTo>
                    <a:pt x="13300152" y="733684"/>
                  </a:lnTo>
                  <a:lnTo>
                    <a:pt x="13307835" y="732629"/>
                  </a:lnTo>
                  <a:lnTo>
                    <a:pt x="13308698" y="738916"/>
                  </a:lnTo>
                  <a:lnTo>
                    <a:pt x="13300888" y="739995"/>
                  </a:lnTo>
                  <a:lnTo>
                    <a:pt x="13292926" y="740859"/>
                  </a:lnTo>
                  <a:lnTo>
                    <a:pt x="13284817" y="741519"/>
                  </a:lnTo>
                  <a:close/>
                </a:path>
                <a:path w="13487400" h="749300">
                  <a:moveTo>
                    <a:pt x="13285241" y="746735"/>
                  </a:moveTo>
                  <a:lnTo>
                    <a:pt x="13284817" y="741519"/>
                  </a:lnTo>
                  <a:lnTo>
                    <a:pt x="13292926" y="740859"/>
                  </a:lnTo>
                  <a:lnTo>
                    <a:pt x="13300888" y="739995"/>
                  </a:lnTo>
                  <a:lnTo>
                    <a:pt x="13308699" y="738916"/>
                  </a:lnTo>
                  <a:lnTo>
                    <a:pt x="13309537" y="745026"/>
                  </a:lnTo>
                  <a:lnTo>
                    <a:pt x="13285241" y="746735"/>
                  </a:lnTo>
                  <a:close/>
                </a:path>
                <a:path w="13487400" h="749300">
                  <a:moveTo>
                    <a:pt x="13333414" y="740158"/>
                  </a:moveTo>
                  <a:lnTo>
                    <a:pt x="13331140" y="728718"/>
                  </a:lnTo>
                  <a:lnTo>
                    <a:pt x="13339014" y="727156"/>
                  </a:lnTo>
                  <a:lnTo>
                    <a:pt x="13346672" y="725365"/>
                  </a:lnTo>
                  <a:lnTo>
                    <a:pt x="13354076" y="723384"/>
                  </a:lnTo>
                  <a:lnTo>
                    <a:pt x="13355720" y="729516"/>
                  </a:lnTo>
                  <a:lnTo>
                    <a:pt x="13348171" y="731537"/>
                  </a:lnTo>
                  <a:lnTo>
                    <a:pt x="13340385" y="733353"/>
                  </a:lnTo>
                  <a:lnTo>
                    <a:pt x="13332592" y="734910"/>
                  </a:lnTo>
                  <a:lnTo>
                    <a:pt x="13357166" y="734910"/>
                  </a:lnTo>
                  <a:lnTo>
                    <a:pt x="13333414" y="740158"/>
                  </a:lnTo>
                  <a:close/>
                </a:path>
                <a:path w="13487400" h="749300">
                  <a:moveTo>
                    <a:pt x="13357166" y="734910"/>
                  </a:moveTo>
                  <a:lnTo>
                    <a:pt x="13332592" y="734910"/>
                  </a:lnTo>
                  <a:lnTo>
                    <a:pt x="13340385" y="733353"/>
                  </a:lnTo>
                  <a:lnTo>
                    <a:pt x="13348171" y="731537"/>
                  </a:lnTo>
                  <a:lnTo>
                    <a:pt x="13355720" y="729516"/>
                  </a:lnTo>
                  <a:lnTo>
                    <a:pt x="13357166" y="734910"/>
                  </a:lnTo>
                  <a:close/>
                </a:path>
                <a:path w="13487400" h="749300">
                  <a:moveTo>
                    <a:pt x="13378574" y="722508"/>
                  </a:moveTo>
                  <a:lnTo>
                    <a:pt x="13376492" y="716513"/>
                  </a:lnTo>
                  <a:lnTo>
                    <a:pt x="13384363" y="713757"/>
                  </a:lnTo>
                  <a:lnTo>
                    <a:pt x="13391312" y="711014"/>
                  </a:lnTo>
                  <a:lnTo>
                    <a:pt x="13398170" y="707966"/>
                  </a:lnTo>
                  <a:lnTo>
                    <a:pt x="13400752" y="713757"/>
                  </a:lnTo>
                  <a:lnTo>
                    <a:pt x="13393725" y="716894"/>
                  </a:lnTo>
                  <a:lnTo>
                    <a:pt x="13386321" y="719815"/>
                  </a:lnTo>
                  <a:lnTo>
                    <a:pt x="13378574" y="722508"/>
                  </a:lnTo>
                  <a:close/>
                </a:path>
                <a:path w="13487400" h="749300">
                  <a:moveTo>
                    <a:pt x="13380387" y="727734"/>
                  </a:moveTo>
                  <a:lnTo>
                    <a:pt x="13378574" y="722508"/>
                  </a:lnTo>
                  <a:lnTo>
                    <a:pt x="13386321" y="719815"/>
                  </a:lnTo>
                  <a:lnTo>
                    <a:pt x="13393725" y="716894"/>
                  </a:lnTo>
                  <a:lnTo>
                    <a:pt x="13400761" y="713757"/>
                  </a:lnTo>
                  <a:lnTo>
                    <a:pt x="13402919" y="718617"/>
                  </a:lnTo>
                  <a:lnTo>
                    <a:pt x="13380387" y="727734"/>
                  </a:lnTo>
                  <a:close/>
                </a:path>
                <a:path w="13487400" h="749300">
                  <a:moveTo>
                    <a:pt x="13421907" y="703064"/>
                  </a:moveTo>
                  <a:lnTo>
                    <a:pt x="13418744" y="697565"/>
                  </a:lnTo>
                  <a:lnTo>
                    <a:pt x="13425666" y="693590"/>
                  </a:lnTo>
                  <a:lnTo>
                    <a:pt x="13432016" y="689411"/>
                  </a:lnTo>
                  <a:lnTo>
                    <a:pt x="13437744" y="685055"/>
                  </a:lnTo>
                  <a:lnTo>
                    <a:pt x="13441583" y="690107"/>
                  </a:lnTo>
                  <a:lnTo>
                    <a:pt x="13435623" y="694644"/>
                  </a:lnTo>
                  <a:lnTo>
                    <a:pt x="13429044" y="698974"/>
                  </a:lnTo>
                  <a:lnTo>
                    <a:pt x="13421907" y="703064"/>
                  </a:lnTo>
                  <a:close/>
                </a:path>
                <a:path w="13487400" h="749300">
                  <a:moveTo>
                    <a:pt x="13424665" y="707872"/>
                  </a:moveTo>
                  <a:lnTo>
                    <a:pt x="13421907" y="703064"/>
                  </a:lnTo>
                  <a:lnTo>
                    <a:pt x="13429044" y="698974"/>
                  </a:lnTo>
                  <a:lnTo>
                    <a:pt x="13435623" y="694644"/>
                  </a:lnTo>
                  <a:lnTo>
                    <a:pt x="13441583" y="690107"/>
                  </a:lnTo>
                  <a:lnTo>
                    <a:pt x="13444741" y="694263"/>
                  </a:lnTo>
                  <a:lnTo>
                    <a:pt x="13424665" y="707872"/>
                  </a:lnTo>
                  <a:close/>
                </a:path>
                <a:path w="13487400" h="749300">
                  <a:moveTo>
                    <a:pt x="13458889" y="674578"/>
                  </a:moveTo>
                  <a:lnTo>
                    <a:pt x="13454228" y="670260"/>
                  </a:lnTo>
                  <a:lnTo>
                    <a:pt x="13459423" y="664659"/>
                  </a:lnTo>
                  <a:lnTo>
                    <a:pt x="13463639" y="658931"/>
                  </a:lnTo>
                  <a:lnTo>
                    <a:pt x="13466852" y="653140"/>
                  </a:lnTo>
                  <a:lnTo>
                    <a:pt x="13472391" y="656214"/>
                  </a:lnTo>
                  <a:lnTo>
                    <a:pt x="13468909" y="662513"/>
                  </a:lnTo>
                  <a:lnTo>
                    <a:pt x="13464388" y="668647"/>
                  </a:lnTo>
                  <a:lnTo>
                    <a:pt x="13458889" y="674578"/>
                  </a:lnTo>
                  <a:close/>
                </a:path>
                <a:path w="13487400" h="749300">
                  <a:moveTo>
                    <a:pt x="13462486" y="677929"/>
                  </a:moveTo>
                  <a:lnTo>
                    <a:pt x="13458889" y="674578"/>
                  </a:lnTo>
                  <a:lnTo>
                    <a:pt x="13464388" y="668647"/>
                  </a:lnTo>
                  <a:lnTo>
                    <a:pt x="13468909" y="662513"/>
                  </a:lnTo>
                  <a:lnTo>
                    <a:pt x="13472402" y="656214"/>
                  </a:lnTo>
                  <a:lnTo>
                    <a:pt x="13477637" y="659125"/>
                  </a:lnTo>
                  <a:lnTo>
                    <a:pt x="13462486" y="677929"/>
                  </a:lnTo>
                  <a:close/>
                </a:path>
                <a:path w="13487400" h="749300">
                  <a:moveTo>
                    <a:pt x="13480047" y="635360"/>
                  </a:moveTo>
                  <a:lnTo>
                    <a:pt x="13473799" y="634217"/>
                  </a:lnTo>
                  <a:lnTo>
                    <a:pt x="13474396" y="630979"/>
                  </a:lnTo>
                  <a:lnTo>
                    <a:pt x="13474665" y="628083"/>
                  </a:lnTo>
                  <a:lnTo>
                    <a:pt x="13474701" y="611903"/>
                  </a:lnTo>
                  <a:lnTo>
                    <a:pt x="13481051" y="611903"/>
                  </a:lnTo>
                  <a:lnTo>
                    <a:pt x="13481051" y="628083"/>
                  </a:lnTo>
                  <a:lnTo>
                    <a:pt x="13480780" y="630979"/>
                  </a:lnTo>
                  <a:lnTo>
                    <a:pt x="13480708" y="631753"/>
                  </a:lnTo>
                  <a:lnTo>
                    <a:pt x="13480047" y="635360"/>
                  </a:lnTo>
                  <a:close/>
                </a:path>
                <a:path w="13487400" h="749300">
                  <a:moveTo>
                    <a:pt x="13484378" y="636161"/>
                  </a:moveTo>
                  <a:lnTo>
                    <a:pt x="13480047" y="635360"/>
                  </a:lnTo>
                  <a:lnTo>
                    <a:pt x="13480708" y="631753"/>
                  </a:lnTo>
                  <a:lnTo>
                    <a:pt x="13481051" y="628083"/>
                  </a:lnTo>
                  <a:lnTo>
                    <a:pt x="13481051" y="611903"/>
                  </a:lnTo>
                  <a:lnTo>
                    <a:pt x="13487401" y="611903"/>
                  </a:lnTo>
                  <a:lnTo>
                    <a:pt x="13487401" y="624387"/>
                  </a:lnTo>
                  <a:lnTo>
                    <a:pt x="13484378" y="636161"/>
                  </a:lnTo>
                  <a:close/>
                </a:path>
                <a:path w="13487400" h="749300">
                  <a:moveTo>
                    <a:pt x="13481051" y="586910"/>
                  </a:moveTo>
                  <a:lnTo>
                    <a:pt x="13474701" y="586910"/>
                  </a:lnTo>
                  <a:lnTo>
                    <a:pt x="13474701" y="561929"/>
                  </a:lnTo>
                  <a:lnTo>
                    <a:pt x="13481051" y="561929"/>
                  </a:lnTo>
                  <a:lnTo>
                    <a:pt x="13481051" y="586910"/>
                  </a:lnTo>
                  <a:close/>
                </a:path>
                <a:path w="13487400" h="749300">
                  <a:moveTo>
                    <a:pt x="13487401" y="586910"/>
                  </a:moveTo>
                  <a:lnTo>
                    <a:pt x="13481051" y="586910"/>
                  </a:lnTo>
                  <a:lnTo>
                    <a:pt x="13481051" y="561929"/>
                  </a:lnTo>
                  <a:lnTo>
                    <a:pt x="13487401" y="561929"/>
                  </a:lnTo>
                  <a:lnTo>
                    <a:pt x="13487401" y="586910"/>
                  </a:lnTo>
                  <a:close/>
                </a:path>
                <a:path w="13487400" h="749300">
                  <a:moveTo>
                    <a:pt x="13481051" y="536948"/>
                  </a:moveTo>
                  <a:lnTo>
                    <a:pt x="13474701" y="536948"/>
                  </a:lnTo>
                  <a:lnTo>
                    <a:pt x="13474701" y="511967"/>
                  </a:lnTo>
                  <a:lnTo>
                    <a:pt x="13481051" y="511967"/>
                  </a:lnTo>
                  <a:lnTo>
                    <a:pt x="13481051" y="536948"/>
                  </a:lnTo>
                  <a:close/>
                </a:path>
                <a:path w="13487400" h="749300">
                  <a:moveTo>
                    <a:pt x="13487401" y="536948"/>
                  </a:moveTo>
                  <a:lnTo>
                    <a:pt x="13481051" y="536948"/>
                  </a:lnTo>
                  <a:lnTo>
                    <a:pt x="13481051" y="511967"/>
                  </a:lnTo>
                  <a:lnTo>
                    <a:pt x="13487401" y="511967"/>
                  </a:lnTo>
                  <a:lnTo>
                    <a:pt x="13487401" y="536948"/>
                  </a:lnTo>
                  <a:close/>
                </a:path>
                <a:path w="13487400" h="749300">
                  <a:moveTo>
                    <a:pt x="13481051" y="486986"/>
                  </a:moveTo>
                  <a:lnTo>
                    <a:pt x="13474701" y="486986"/>
                  </a:lnTo>
                  <a:lnTo>
                    <a:pt x="13474701" y="462005"/>
                  </a:lnTo>
                  <a:lnTo>
                    <a:pt x="13481051" y="462005"/>
                  </a:lnTo>
                  <a:lnTo>
                    <a:pt x="13481051" y="486986"/>
                  </a:lnTo>
                  <a:close/>
                </a:path>
                <a:path w="13487400" h="749300">
                  <a:moveTo>
                    <a:pt x="13487401" y="486986"/>
                  </a:moveTo>
                  <a:lnTo>
                    <a:pt x="13481051" y="486986"/>
                  </a:lnTo>
                  <a:lnTo>
                    <a:pt x="13481051" y="462005"/>
                  </a:lnTo>
                  <a:lnTo>
                    <a:pt x="13487401" y="462005"/>
                  </a:lnTo>
                  <a:lnTo>
                    <a:pt x="13487401" y="486986"/>
                  </a:lnTo>
                  <a:close/>
                </a:path>
                <a:path w="13487400" h="749300">
                  <a:moveTo>
                    <a:pt x="13481051" y="437024"/>
                  </a:moveTo>
                  <a:lnTo>
                    <a:pt x="13474701" y="437024"/>
                  </a:lnTo>
                  <a:lnTo>
                    <a:pt x="13474701" y="412043"/>
                  </a:lnTo>
                  <a:lnTo>
                    <a:pt x="13481051" y="412043"/>
                  </a:lnTo>
                  <a:lnTo>
                    <a:pt x="13481051" y="437024"/>
                  </a:lnTo>
                  <a:close/>
                </a:path>
                <a:path w="13487400" h="749300">
                  <a:moveTo>
                    <a:pt x="13487401" y="437024"/>
                  </a:moveTo>
                  <a:lnTo>
                    <a:pt x="13481051" y="437024"/>
                  </a:lnTo>
                  <a:lnTo>
                    <a:pt x="13481051" y="412043"/>
                  </a:lnTo>
                  <a:lnTo>
                    <a:pt x="13487401" y="412043"/>
                  </a:lnTo>
                  <a:lnTo>
                    <a:pt x="13487401" y="437024"/>
                  </a:lnTo>
                  <a:close/>
                </a:path>
                <a:path w="13487400" h="749300">
                  <a:moveTo>
                    <a:pt x="13481051" y="387062"/>
                  </a:moveTo>
                  <a:lnTo>
                    <a:pt x="13474701" y="387062"/>
                  </a:lnTo>
                  <a:lnTo>
                    <a:pt x="13474701" y="362069"/>
                  </a:lnTo>
                  <a:lnTo>
                    <a:pt x="13481051" y="362069"/>
                  </a:lnTo>
                  <a:lnTo>
                    <a:pt x="13481051" y="387062"/>
                  </a:lnTo>
                  <a:close/>
                </a:path>
                <a:path w="13487400" h="749300">
                  <a:moveTo>
                    <a:pt x="13487401" y="387062"/>
                  </a:moveTo>
                  <a:lnTo>
                    <a:pt x="13481051" y="387062"/>
                  </a:lnTo>
                  <a:lnTo>
                    <a:pt x="13481051" y="362069"/>
                  </a:lnTo>
                  <a:lnTo>
                    <a:pt x="13487401" y="362069"/>
                  </a:lnTo>
                  <a:lnTo>
                    <a:pt x="13487401" y="387062"/>
                  </a:lnTo>
                  <a:close/>
                </a:path>
                <a:path w="13487400" h="749300">
                  <a:moveTo>
                    <a:pt x="13481051" y="337088"/>
                  </a:moveTo>
                  <a:lnTo>
                    <a:pt x="13474701" y="337088"/>
                  </a:lnTo>
                  <a:lnTo>
                    <a:pt x="13474701" y="312107"/>
                  </a:lnTo>
                  <a:lnTo>
                    <a:pt x="13481051" y="312107"/>
                  </a:lnTo>
                  <a:lnTo>
                    <a:pt x="13481051" y="337088"/>
                  </a:lnTo>
                  <a:close/>
                </a:path>
                <a:path w="13487400" h="749300">
                  <a:moveTo>
                    <a:pt x="13487401" y="337088"/>
                  </a:moveTo>
                  <a:lnTo>
                    <a:pt x="13481051" y="337088"/>
                  </a:lnTo>
                  <a:lnTo>
                    <a:pt x="13481051" y="312107"/>
                  </a:lnTo>
                  <a:lnTo>
                    <a:pt x="13487401" y="312107"/>
                  </a:lnTo>
                  <a:lnTo>
                    <a:pt x="13487401" y="337088"/>
                  </a:lnTo>
                  <a:close/>
                </a:path>
                <a:path w="13487400" h="749300">
                  <a:moveTo>
                    <a:pt x="13481051" y="287126"/>
                  </a:moveTo>
                  <a:lnTo>
                    <a:pt x="13474701" y="287126"/>
                  </a:lnTo>
                  <a:lnTo>
                    <a:pt x="13474701" y="262145"/>
                  </a:lnTo>
                  <a:lnTo>
                    <a:pt x="13481051" y="262145"/>
                  </a:lnTo>
                  <a:lnTo>
                    <a:pt x="13481051" y="287126"/>
                  </a:lnTo>
                  <a:close/>
                </a:path>
                <a:path w="13487400" h="749300">
                  <a:moveTo>
                    <a:pt x="13487401" y="287126"/>
                  </a:moveTo>
                  <a:lnTo>
                    <a:pt x="13481051" y="287126"/>
                  </a:lnTo>
                  <a:lnTo>
                    <a:pt x="13481051" y="262145"/>
                  </a:lnTo>
                  <a:lnTo>
                    <a:pt x="13487401" y="262145"/>
                  </a:lnTo>
                  <a:lnTo>
                    <a:pt x="13487401" y="287126"/>
                  </a:lnTo>
                  <a:close/>
                </a:path>
                <a:path w="13487400" h="749300">
                  <a:moveTo>
                    <a:pt x="13481051" y="237164"/>
                  </a:moveTo>
                  <a:lnTo>
                    <a:pt x="13474701" y="237164"/>
                  </a:lnTo>
                  <a:lnTo>
                    <a:pt x="13474701" y="212183"/>
                  </a:lnTo>
                  <a:lnTo>
                    <a:pt x="13481051" y="212183"/>
                  </a:lnTo>
                  <a:lnTo>
                    <a:pt x="13481051" y="237164"/>
                  </a:lnTo>
                  <a:close/>
                </a:path>
                <a:path w="13487400" h="749300">
                  <a:moveTo>
                    <a:pt x="13487401" y="237164"/>
                  </a:moveTo>
                  <a:lnTo>
                    <a:pt x="13481051" y="237164"/>
                  </a:lnTo>
                  <a:lnTo>
                    <a:pt x="13481051" y="212183"/>
                  </a:lnTo>
                  <a:lnTo>
                    <a:pt x="13487401" y="212183"/>
                  </a:lnTo>
                  <a:lnTo>
                    <a:pt x="13487401" y="237164"/>
                  </a:lnTo>
                  <a:close/>
                </a:path>
                <a:path w="13487400" h="749300">
                  <a:moveTo>
                    <a:pt x="13481051" y="187203"/>
                  </a:moveTo>
                  <a:lnTo>
                    <a:pt x="13474701" y="187203"/>
                  </a:lnTo>
                  <a:lnTo>
                    <a:pt x="13474701" y="162222"/>
                  </a:lnTo>
                  <a:lnTo>
                    <a:pt x="13481051" y="162222"/>
                  </a:lnTo>
                  <a:lnTo>
                    <a:pt x="13481051" y="187203"/>
                  </a:lnTo>
                  <a:close/>
                </a:path>
                <a:path w="13487400" h="749300">
                  <a:moveTo>
                    <a:pt x="13487401" y="187203"/>
                  </a:moveTo>
                  <a:lnTo>
                    <a:pt x="13481051" y="187203"/>
                  </a:lnTo>
                  <a:lnTo>
                    <a:pt x="13481051" y="162222"/>
                  </a:lnTo>
                  <a:lnTo>
                    <a:pt x="13487401" y="162222"/>
                  </a:lnTo>
                  <a:lnTo>
                    <a:pt x="13487401" y="187203"/>
                  </a:lnTo>
                  <a:close/>
                </a:path>
                <a:path w="13487400" h="749300">
                  <a:moveTo>
                    <a:pt x="13487401" y="137241"/>
                  </a:moveTo>
                  <a:lnTo>
                    <a:pt x="13481051" y="137241"/>
                  </a:lnTo>
                  <a:lnTo>
                    <a:pt x="13481051" y="121048"/>
                  </a:lnTo>
                  <a:lnTo>
                    <a:pt x="13480780" y="118165"/>
                  </a:lnTo>
                  <a:lnTo>
                    <a:pt x="13480708" y="117391"/>
                  </a:lnTo>
                  <a:lnTo>
                    <a:pt x="13480256" y="114914"/>
                  </a:lnTo>
                  <a:lnTo>
                    <a:pt x="13480081" y="113765"/>
                  </a:lnTo>
                  <a:lnTo>
                    <a:pt x="13484389" y="112968"/>
                  </a:lnTo>
                  <a:lnTo>
                    <a:pt x="13487402" y="124744"/>
                  </a:lnTo>
                  <a:lnTo>
                    <a:pt x="13487401" y="137241"/>
                  </a:lnTo>
                  <a:close/>
                </a:path>
                <a:path w="13487400" h="749300">
                  <a:moveTo>
                    <a:pt x="13481051" y="137241"/>
                  </a:moveTo>
                  <a:lnTo>
                    <a:pt x="13474701" y="137241"/>
                  </a:lnTo>
                  <a:lnTo>
                    <a:pt x="13474665" y="121048"/>
                  </a:lnTo>
                  <a:lnTo>
                    <a:pt x="13474396" y="118165"/>
                  </a:lnTo>
                  <a:lnTo>
                    <a:pt x="13473799" y="114914"/>
                  </a:lnTo>
                  <a:lnTo>
                    <a:pt x="13480046" y="113765"/>
                  </a:lnTo>
                  <a:lnTo>
                    <a:pt x="13480708" y="117391"/>
                  </a:lnTo>
                  <a:lnTo>
                    <a:pt x="13481051" y="121048"/>
                  </a:lnTo>
                  <a:lnTo>
                    <a:pt x="13481051" y="137241"/>
                  </a:lnTo>
                  <a:close/>
                </a:path>
                <a:path w="13487400" h="749300">
                  <a:moveTo>
                    <a:pt x="13472402" y="92930"/>
                  </a:moveTo>
                  <a:lnTo>
                    <a:pt x="13468909" y="86644"/>
                  </a:lnTo>
                  <a:lnTo>
                    <a:pt x="13464388" y="80497"/>
                  </a:lnTo>
                  <a:lnTo>
                    <a:pt x="13458880" y="74576"/>
                  </a:lnTo>
                  <a:lnTo>
                    <a:pt x="13462479" y="71223"/>
                  </a:lnTo>
                  <a:lnTo>
                    <a:pt x="13477640" y="90018"/>
                  </a:lnTo>
                  <a:lnTo>
                    <a:pt x="13472402" y="92930"/>
                  </a:lnTo>
                  <a:close/>
                </a:path>
                <a:path w="13487400" h="749300">
                  <a:moveTo>
                    <a:pt x="13466852" y="96017"/>
                  </a:moveTo>
                  <a:lnTo>
                    <a:pt x="13463639" y="90225"/>
                  </a:lnTo>
                  <a:lnTo>
                    <a:pt x="13459423" y="84498"/>
                  </a:lnTo>
                  <a:lnTo>
                    <a:pt x="13454228" y="78897"/>
                  </a:lnTo>
                  <a:lnTo>
                    <a:pt x="13458873" y="74576"/>
                  </a:lnTo>
                  <a:lnTo>
                    <a:pt x="13464388" y="80497"/>
                  </a:lnTo>
                  <a:lnTo>
                    <a:pt x="13468909" y="86644"/>
                  </a:lnTo>
                  <a:lnTo>
                    <a:pt x="13472402" y="92930"/>
                  </a:lnTo>
                  <a:lnTo>
                    <a:pt x="13466852" y="96017"/>
                  </a:lnTo>
                  <a:close/>
                </a:path>
                <a:path w="13487400" h="749300">
                  <a:moveTo>
                    <a:pt x="13441572" y="59067"/>
                  </a:moveTo>
                  <a:lnTo>
                    <a:pt x="13435610" y="54538"/>
                  </a:lnTo>
                  <a:lnTo>
                    <a:pt x="13429031" y="50220"/>
                  </a:lnTo>
                  <a:lnTo>
                    <a:pt x="13421894" y="46131"/>
                  </a:lnTo>
                  <a:lnTo>
                    <a:pt x="13424643" y="41320"/>
                  </a:lnTo>
                  <a:lnTo>
                    <a:pt x="13444727" y="54911"/>
                  </a:lnTo>
                  <a:lnTo>
                    <a:pt x="13441572" y="59067"/>
                  </a:lnTo>
                  <a:close/>
                </a:path>
                <a:path w="13487400" h="749300">
                  <a:moveTo>
                    <a:pt x="13437731" y="64127"/>
                  </a:moveTo>
                  <a:lnTo>
                    <a:pt x="13432003" y="59783"/>
                  </a:lnTo>
                  <a:lnTo>
                    <a:pt x="13425666" y="55605"/>
                  </a:lnTo>
                  <a:lnTo>
                    <a:pt x="13418744" y="51643"/>
                  </a:lnTo>
                  <a:lnTo>
                    <a:pt x="13421894" y="46131"/>
                  </a:lnTo>
                  <a:lnTo>
                    <a:pt x="13429031" y="50220"/>
                  </a:lnTo>
                  <a:lnTo>
                    <a:pt x="13435610" y="54538"/>
                  </a:lnTo>
                  <a:lnTo>
                    <a:pt x="13441572" y="59067"/>
                  </a:lnTo>
                  <a:lnTo>
                    <a:pt x="13437731" y="64127"/>
                  </a:lnTo>
                  <a:close/>
                </a:path>
                <a:path w="13487400" h="749300">
                  <a:moveTo>
                    <a:pt x="13400781" y="35361"/>
                  </a:moveTo>
                  <a:lnTo>
                    <a:pt x="13400508" y="35361"/>
                  </a:lnTo>
                  <a:lnTo>
                    <a:pt x="13393700" y="32326"/>
                  </a:lnTo>
                  <a:lnTo>
                    <a:pt x="13386296" y="29418"/>
                  </a:lnTo>
                  <a:lnTo>
                    <a:pt x="13378551" y="26725"/>
                  </a:lnTo>
                  <a:lnTo>
                    <a:pt x="13380364" y="21503"/>
                  </a:lnTo>
                  <a:lnTo>
                    <a:pt x="13402896" y="30600"/>
                  </a:lnTo>
                  <a:lnTo>
                    <a:pt x="13400781" y="35361"/>
                  </a:lnTo>
                  <a:close/>
                </a:path>
                <a:path w="13487400" h="749300">
                  <a:moveTo>
                    <a:pt x="13398158" y="41267"/>
                  </a:moveTo>
                  <a:lnTo>
                    <a:pt x="13391300" y="38206"/>
                  </a:lnTo>
                  <a:lnTo>
                    <a:pt x="13384061" y="35361"/>
                  </a:lnTo>
                  <a:lnTo>
                    <a:pt x="13376466" y="32732"/>
                  </a:lnTo>
                  <a:lnTo>
                    <a:pt x="13378551" y="26725"/>
                  </a:lnTo>
                  <a:lnTo>
                    <a:pt x="13386296" y="29418"/>
                  </a:lnTo>
                  <a:lnTo>
                    <a:pt x="13393700" y="32326"/>
                  </a:lnTo>
                  <a:lnTo>
                    <a:pt x="13400508" y="35361"/>
                  </a:lnTo>
                  <a:lnTo>
                    <a:pt x="13400781" y="35361"/>
                  </a:lnTo>
                  <a:lnTo>
                    <a:pt x="13398158" y="41267"/>
                  </a:lnTo>
                  <a:close/>
                </a:path>
                <a:path w="13487400" h="749300">
                  <a:moveTo>
                    <a:pt x="13355702" y="19740"/>
                  </a:moveTo>
                  <a:lnTo>
                    <a:pt x="13348158" y="17721"/>
                  </a:lnTo>
                  <a:lnTo>
                    <a:pt x="13340360" y="15918"/>
                  </a:lnTo>
                  <a:lnTo>
                    <a:pt x="13332360" y="14317"/>
                  </a:lnTo>
                  <a:lnTo>
                    <a:pt x="13333390" y="9111"/>
                  </a:lnTo>
                  <a:lnTo>
                    <a:pt x="13357006" y="14317"/>
                  </a:lnTo>
                  <a:lnTo>
                    <a:pt x="13357150" y="14317"/>
                  </a:lnTo>
                  <a:lnTo>
                    <a:pt x="13355702" y="19740"/>
                  </a:lnTo>
                  <a:close/>
                </a:path>
                <a:path w="13487400" h="749300">
                  <a:moveTo>
                    <a:pt x="13354063" y="25874"/>
                  </a:moveTo>
                  <a:lnTo>
                    <a:pt x="13346647" y="23893"/>
                  </a:lnTo>
                  <a:lnTo>
                    <a:pt x="13339001" y="22115"/>
                  </a:lnTo>
                  <a:lnTo>
                    <a:pt x="13331127" y="20553"/>
                  </a:lnTo>
                  <a:lnTo>
                    <a:pt x="13332360" y="14317"/>
                  </a:lnTo>
                  <a:lnTo>
                    <a:pt x="13340360" y="15918"/>
                  </a:lnTo>
                  <a:lnTo>
                    <a:pt x="13348158" y="17721"/>
                  </a:lnTo>
                  <a:lnTo>
                    <a:pt x="13355702" y="19740"/>
                  </a:lnTo>
                  <a:lnTo>
                    <a:pt x="13354063" y="25874"/>
                  </a:lnTo>
                  <a:close/>
                </a:path>
                <a:path w="13487400" h="749300">
                  <a:moveTo>
                    <a:pt x="13308685" y="10368"/>
                  </a:moveTo>
                  <a:lnTo>
                    <a:pt x="13300876" y="9288"/>
                  </a:lnTo>
                  <a:lnTo>
                    <a:pt x="13292913" y="8425"/>
                  </a:lnTo>
                  <a:lnTo>
                    <a:pt x="13284811" y="7777"/>
                  </a:lnTo>
                  <a:lnTo>
                    <a:pt x="13285230" y="2556"/>
                  </a:lnTo>
                  <a:lnTo>
                    <a:pt x="13309524" y="4260"/>
                  </a:lnTo>
                  <a:lnTo>
                    <a:pt x="13308685" y="10368"/>
                  </a:lnTo>
                  <a:close/>
                </a:path>
                <a:path w="13487400" h="749300">
                  <a:moveTo>
                    <a:pt x="13307823" y="16654"/>
                  </a:moveTo>
                  <a:lnTo>
                    <a:pt x="13300139" y="15600"/>
                  </a:lnTo>
                  <a:lnTo>
                    <a:pt x="13292291" y="14749"/>
                  </a:lnTo>
                  <a:lnTo>
                    <a:pt x="13284302" y="14114"/>
                  </a:lnTo>
                  <a:lnTo>
                    <a:pt x="13284603" y="10368"/>
                  </a:lnTo>
                  <a:lnTo>
                    <a:pt x="13284690" y="9288"/>
                  </a:lnTo>
                  <a:lnTo>
                    <a:pt x="13284811" y="7777"/>
                  </a:lnTo>
                  <a:lnTo>
                    <a:pt x="13292913" y="8425"/>
                  </a:lnTo>
                  <a:lnTo>
                    <a:pt x="13300876" y="9288"/>
                  </a:lnTo>
                  <a:lnTo>
                    <a:pt x="13308685" y="10368"/>
                  </a:lnTo>
                  <a:lnTo>
                    <a:pt x="13307823" y="16654"/>
                  </a:lnTo>
                  <a:close/>
                </a:path>
                <a:path w="13487400" h="749300">
                  <a:moveTo>
                    <a:pt x="13248793" y="12705"/>
                  </a:moveTo>
                  <a:lnTo>
                    <a:pt x="13236093" y="12705"/>
                  </a:lnTo>
                  <a:lnTo>
                    <a:pt x="13236093" y="0"/>
                  </a:lnTo>
                  <a:lnTo>
                    <a:pt x="13248793" y="0"/>
                  </a:lnTo>
                  <a:lnTo>
                    <a:pt x="13248793" y="12705"/>
                  </a:lnTo>
                  <a:close/>
                </a:path>
                <a:path w="13487400" h="749300">
                  <a:moveTo>
                    <a:pt x="13260646" y="12705"/>
                  </a:moveTo>
                  <a:lnTo>
                    <a:pt x="13248793" y="12705"/>
                  </a:lnTo>
                  <a:lnTo>
                    <a:pt x="13248793" y="0"/>
                  </a:lnTo>
                  <a:lnTo>
                    <a:pt x="13260966" y="853"/>
                  </a:lnTo>
                  <a:lnTo>
                    <a:pt x="13260646" y="12705"/>
                  </a:lnTo>
                  <a:close/>
                </a:path>
                <a:path w="13487400" h="749300">
                  <a:moveTo>
                    <a:pt x="13210680" y="12705"/>
                  </a:moveTo>
                  <a:lnTo>
                    <a:pt x="13185268" y="12705"/>
                  </a:lnTo>
                  <a:lnTo>
                    <a:pt x="13185268" y="0"/>
                  </a:lnTo>
                  <a:lnTo>
                    <a:pt x="13210680" y="0"/>
                  </a:lnTo>
                  <a:lnTo>
                    <a:pt x="13210680" y="12705"/>
                  </a:lnTo>
                  <a:close/>
                </a:path>
                <a:path w="13487400" h="749300">
                  <a:moveTo>
                    <a:pt x="13159855" y="12705"/>
                  </a:moveTo>
                  <a:lnTo>
                    <a:pt x="13134442" y="12705"/>
                  </a:lnTo>
                  <a:lnTo>
                    <a:pt x="13134442" y="0"/>
                  </a:lnTo>
                  <a:lnTo>
                    <a:pt x="13159855" y="0"/>
                  </a:lnTo>
                  <a:lnTo>
                    <a:pt x="13159855" y="12705"/>
                  </a:lnTo>
                  <a:close/>
                </a:path>
                <a:path w="13487400" h="749300">
                  <a:moveTo>
                    <a:pt x="13109030" y="12705"/>
                  </a:moveTo>
                  <a:lnTo>
                    <a:pt x="13083617" y="12705"/>
                  </a:lnTo>
                  <a:lnTo>
                    <a:pt x="13083617" y="0"/>
                  </a:lnTo>
                  <a:lnTo>
                    <a:pt x="13109030" y="0"/>
                  </a:lnTo>
                  <a:lnTo>
                    <a:pt x="13109030" y="12705"/>
                  </a:lnTo>
                  <a:close/>
                </a:path>
                <a:path w="13487400" h="749300">
                  <a:moveTo>
                    <a:pt x="13058204" y="12705"/>
                  </a:moveTo>
                  <a:lnTo>
                    <a:pt x="13032791" y="12705"/>
                  </a:lnTo>
                  <a:lnTo>
                    <a:pt x="13032791" y="0"/>
                  </a:lnTo>
                  <a:lnTo>
                    <a:pt x="13058204" y="0"/>
                  </a:lnTo>
                  <a:lnTo>
                    <a:pt x="13058204" y="12705"/>
                  </a:lnTo>
                  <a:close/>
                </a:path>
                <a:path w="13487400" h="749300">
                  <a:moveTo>
                    <a:pt x="13007391" y="12705"/>
                  </a:moveTo>
                  <a:lnTo>
                    <a:pt x="12981979" y="12705"/>
                  </a:lnTo>
                  <a:lnTo>
                    <a:pt x="12981979" y="0"/>
                  </a:lnTo>
                  <a:lnTo>
                    <a:pt x="13007391" y="0"/>
                  </a:lnTo>
                  <a:lnTo>
                    <a:pt x="13007391" y="12705"/>
                  </a:lnTo>
                  <a:close/>
                </a:path>
                <a:path w="13487400" h="749300">
                  <a:moveTo>
                    <a:pt x="12956566" y="12705"/>
                  </a:moveTo>
                  <a:lnTo>
                    <a:pt x="12931153" y="12705"/>
                  </a:lnTo>
                  <a:lnTo>
                    <a:pt x="12931153" y="0"/>
                  </a:lnTo>
                  <a:lnTo>
                    <a:pt x="12956566" y="0"/>
                  </a:lnTo>
                  <a:lnTo>
                    <a:pt x="12956566" y="12705"/>
                  </a:lnTo>
                  <a:close/>
                </a:path>
                <a:path w="13487400" h="749300">
                  <a:moveTo>
                    <a:pt x="12905741" y="12705"/>
                  </a:moveTo>
                  <a:lnTo>
                    <a:pt x="12880328" y="12705"/>
                  </a:lnTo>
                  <a:lnTo>
                    <a:pt x="12880328" y="0"/>
                  </a:lnTo>
                  <a:lnTo>
                    <a:pt x="12905741" y="0"/>
                  </a:lnTo>
                  <a:lnTo>
                    <a:pt x="12905741" y="12705"/>
                  </a:lnTo>
                  <a:close/>
                </a:path>
                <a:path w="13487400" h="749300">
                  <a:moveTo>
                    <a:pt x="12854915" y="12705"/>
                  </a:moveTo>
                  <a:lnTo>
                    <a:pt x="12829515" y="12705"/>
                  </a:lnTo>
                  <a:lnTo>
                    <a:pt x="12829515" y="0"/>
                  </a:lnTo>
                  <a:lnTo>
                    <a:pt x="12854915" y="0"/>
                  </a:lnTo>
                  <a:lnTo>
                    <a:pt x="12854915" y="12705"/>
                  </a:lnTo>
                  <a:close/>
                </a:path>
                <a:path w="13487400" h="749300">
                  <a:moveTo>
                    <a:pt x="12804103" y="12705"/>
                  </a:moveTo>
                  <a:lnTo>
                    <a:pt x="12778690" y="12705"/>
                  </a:lnTo>
                  <a:lnTo>
                    <a:pt x="12778690" y="0"/>
                  </a:lnTo>
                  <a:lnTo>
                    <a:pt x="12804103" y="0"/>
                  </a:lnTo>
                  <a:lnTo>
                    <a:pt x="12804103" y="12705"/>
                  </a:lnTo>
                  <a:close/>
                </a:path>
                <a:path w="13487400" h="749300">
                  <a:moveTo>
                    <a:pt x="12753277" y="12705"/>
                  </a:moveTo>
                  <a:lnTo>
                    <a:pt x="12727864" y="12705"/>
                  </a:lnTo>
                  <a:lnTo>
                    <a:pt x="12727864" y="0"/>
                  </a:lnTo>
                  <a:lnTo>
                    <a:pt x="12753277" y="0"/>
                  </a:lnTo>
                  <a:lnTo>
                    <a:pt x="12753277" y="12705"/>
                  </a:lnTo>
                  <a:close/>
                </a:path>
                <a:path w="13487400" h="749300">
                  <a:moveTo>
                    <a:pt x="12702452" y="12705"/>
                  </a:moveTo>
                  <a:lnTo>
                    <a:pt x="12677039" y="12705"/>
                  </a:lnTo>
                  <a:lnTo>
                    <a:pt x="12677039" y="0"/>
                  </a:lnTo>
                  <a:lnTo>
                    <a:pt x="12702452" y="0"/>
                  </a:lnTo>
                  <a:lnTo>
                    <a:pt x="12702452" y="12705"/>
                  </a:lnTo>
                  <a:close/>
                </a:path>
                <a:path w="13487400" h="749300">
                  <a:moveTo>
                    <a:pt x="12651626" y="12705"/>
                  </a:moveTo>
                  <a:lnTo>
                    <a:pt x="12626214" y="12705"/>
                  </a:lnTo>
                  <a:lnTo>
                    <a:pt x="12626214" y="0"/>
                  </a:lnTo>
                  <a:lnTo>
                    <a:pt x="12651626" y="0"/>
                  </a:lnTo>
                  <a:lnTo>
                    <a:pt x="12651626" y="12705"/>
                  </a:lnTo>
                  <a:close/>
                </a:path>
                <a:path w="13487400" h="749300">
                  <a:moveTo>
                    <a:pt x="12600814" y="12705"/>
                  </a:moveTo>
                  <a:lnTo>
                    <a:pt x="12575401" y="12705"/>
                  </a:lnTo>
                  <a:lnTo>
                    <a:pt x="12575401" y="0"/>
                  </a:lnTo>
                  <a:lnTo>
                    <a:pt x="12600814" y="0"/>
                  </a:lnTo>
                  <a:lnTo>
                    <a:pt x="12600814" y="12705"/>
                  </a:lnTo>
                  <a:close/>
                </a:path>
                <a:path w="13487400" h="749300">
                  <a:moveTo>
                    <a:pt x="12549988" y="12705"/>
                  </a:moveTo>
                  <a:lnTo>
                    <a:pt x="12524576" y="12705"/>
                  </a:lnTo>
                  <a:lnTo>
                    <a:pt x="12524576" y="0"/>
                  </a:lnTo>
                  <a:lnTo>
                    <a:pt x="12549988" y="0"/>
                  </a:lnTo>
                  <a:lnTo>
                    <a:pt x="12549988" y="12705"/>
                  </a:lnTo>
                  <a:close/>
                </a:path>
                <a:path w="13487400" h="749300">
                  <a:moveTo>
                    <a:pt x="12499163" y="12705"/>
                  </a:moveTo>
                  <a:lnTo>
                    <a:pt x="12473750" y="12705"/>
                  </a:lnTo>
                  <a:lnTo>
                    <a:pt x="12473750" y="0"/>
                  </a:lnTo>
                  <a:lnTo>
                    <a:pt x="12499163" y="0"/>
                  </a:lnTo>
                  <a:lnTo>
                    <a:pt x="12499163" y="12705"/>
                  </a:lnTo>
                  <a:close/>
                </a:path>
                <a:path w="13487400" h="749300">
                  <a:moveTo>
                    <a:pt x="12448337" y="12705"/>
                  </a:moveTo>
                  <a:lnTo>
                    <a:pt x="12422925" y="12705"/>
                  </a:lnTo>
                  <a:lnTo>
                    <a:pt x="12422925" y="0"/>
                  </a:lnTo>
                  <a:lnTo>
                    <a:pt x="12448337" y="0"/>
                  </a:lnTo>
                  <a:lnTo>
                    <a:pt x="12448337" y="12705"/>
                  </a:lnTo>
                  <a:close/>
                </a:path>
                <a:path w="13487400" h="749300">
                  <a:moveTo>
                    <a:pt x="12397525" y="12705"/>
                  </a:moveTo>
                  <a:lnTo>
                    <a:pt x="12372112" y="12705"/>
                  </a:lnTo>
                  <a:lnTo>
                    <a:pt x="12372112" y="0"/>
                  </a:lnTo>
                  <a:lnTo>
                    <a:pt x="12397525" y="0"/>
                  </a:lnTo>
                  <a:lnTo>
                    <a:pt x="12397525" y="12705"/>
                  </a:lnTo>
                  <a:close/>
                </a:path>
                <a:path w="13487400" h="749300">
                  <a:moveTo>
                    <a:pt x="12346699" y="12705"/>
                  </a:moveTo>
                  <a:lnTo>
                    <a:pt x="12321287" y="12705"/>
                  </a:lnTo>
                  <a:lnTo>
                    <a:pt x="12321287" y="0"/>
                  </a:lnTo>
                  <a:lnTo>
                    <a:pt x="12346699" y="0"/>
                  </a:lnTo>
                  <a:lnTo>
                    <a:pt x="12346699" y="12705"/>
                  </a:lnTo>
                  <a:close/>
                </a:path>
                <a:path w="13487400" h="749300">
                  <a:moveTo>
                    <a:pt x="12295874" y="12705"/>
                  </a:moveTo>
                  <a:lnTo>
                    <a:pt x="12270461" y="12705"/>
                  </a:lnTo>
                  <a:lnTo>
                    <a:pt x="12270461" y="0"/>
                  </a:lnTo>
                  <a:lnTo>
                    <a:pt x="12295874" y="0"/>
                  </a:lnTo>
                  <a:lnTo>
                    <a:pt x="12295874" y="12705"/>
                  </a:lnTo>
                  <a:close/>
                </a:path>
                <a:path w="13487400" h="749300">
                  <a:moveTo>
                    <a:pt x="12245049" y="12705"/>
                  </a:moveTo>
                  <a:lnTo>
                    <a:pt x="12219636" y="12705"/>
                  </a:lnTo>
                  <a:lnTo>
                    <a:pt x="12219636" y="0"/>
                  </a:lnTo>
                  <a:lnTo>
                    <a:pt x="12245049" y="0"/>
                  </a:lnTo>
                  <a:lnTo>
                    <a:pt x="12245049" y="12705"/>
                  </a:lnTo>
                  <a:close/>
                </a:path>
                <a:path w="13487400" h="749300">
                  <a:moveTo>
                    <a:pt x="12194236" y="12705"/>
                  </a:moveTo>
                  <a:lnTo>
                    <a:pt x="12168823" y="12705"/>
                  </a:lnTo>
                  <a:lnTo>
                    <a:pt x="12168823" y="0"/>
                  </a:lnTo>
                  <a:lnTo>
                    <a:pt x="12194236" y="0"/>
                  </a:lnTo>
                  <a:lnTo>
                    <a:pt x="12194236" y="12705"/>
                  </a:lnTo>
                  <a:close/>
                </a:path>
                <a:path w="13487400" h="749300">
                  <a:moveTo>
                    <a:pt x="12143410" y="12705"/>
                  </a:moveTo>
                  <a:lnTo>
                    <a:pt x="12117998" y="12705"/>
                  </a:lnTo>
                  <a:lnTo>
                    <a:pt x="12117998" y="0"/>
                  </a:lnTo>
                  <a:lnTo>
                    <a:pt x="12143410" y="0"/>
                  </a:lnTo>
                  <a:lnTo>
                    <a:pt x="12143410" y="12705"/>
                  </a:lnTo>
                  <a:close/>
                </a:path>
                <a:path w="13487400" h="749300">
                  <a:moveTo>
                    <a:pt x="12092585" y="12705"/>
                  </a:moveTo>
                  <a:lnTo>
                    <a:pt x="12067172" y="12705"/>
                  </a:lnTo>
                  <a:lnTo>
                    <a:pt x="12067172" y="0"/>
                  </a:lnTo>
                  <a:lnTo>
                    <a:pt x="12092585" y="0"/>
                  </a:lnTo>
                  <a:lnTo>
                    <a:pt x="12092585" y="12705"/>
                  </a:lnTo>
                  <a:close/>
                </a:path>
                <a:path w="13487400" h="749300">
                  <a:moveTo>
                    <a:pt x="12041760" y="12705"/>
                  </a:moveTo>
                  <a:lnTo>
                    <a:pt x="12016347" y="12705"/>
                  </a:lnTo>
                  <a:lnTo>
                    <a:pt x="12016347" y="0"/>
                  </a:lnTo>
                  <a:lnTo>
                    <a:pt x="12041760" y="0"/>
                  </a:lnTo>
                  <a:lnTo>
                    <a:pt x="12041760" y="12705"/>
                  </a:lnTo>
                  <a:close/>
                </a:path>
                <a:path w="13487400" h="749300">
                  <a:moveTo>
                    <a:pt x="11990947" y="12705"/>
                  </a:moveTo>
                  <a:lnTo>
                    <a:pt x="11965534" y="12705"/>
                  </a:lnTo>
                  <a:lnTo>
                    <a:pt x="11965534" y="0"/>
                  </a:lnTo>
                  <a:lnTo>
                    <a:pt x="11990947" y="0"/>
                  </a:lnTo>
                  <a:lnTo>
                    <a:pt x="11990947" y="12705"/>
                  </a:lnTo>
                  <a:close/>
                </a:path>
                <a:path w="13487400" h="749300">
                  <a:moveTo>
                    <a:pt x="11940122" y="12705"/>
                  </a:moveTo>
                  <a:lnTo>
                    <a:pt x="11914709" y="12705"/>
                  </a:lnTo>
                  <a:lnTo>
                    <a:pt x="11914709" y="0"/>
                  </a:lnTo>
                  <a:lnTo>
                    <a:pt x="11940122" y="0"/>
                  </a:lnTo>
                  <a:lnTo>
                    <a:pt x="11940122" y="12705"/>
                  </a:lnTo>
                  <a:close/>
                </a:path>
                <a:path w="13487400" h="749300">
                  <a:moveTo>
                    <a:pt x="11889296" y="12705"/>
                  </a:moveTo>
                  <a:lnTo>
                    <a:pt x="11863883" y="12705"/>
                  </a:lnTo>
                  <a:lnTo>
                    <a:pt x="11863883" y="0"/>
                  </a:lnTo>
                  <a:lnTo>
                    <a:pt x="11889296" y="0"/>
                  </a:lnTo>
                  <a:lnTo>
                    <a:pt x="11889296" y="12705"/>
                  </a:lnTo>
                  <a:close/>
                </a:path>
                <a:path w="13487400" h="749300">
                  <a:moveTo>
                    <a:pt x="11838471" y="12705"/>
                  </a:moveTo>
                  <a:lnTo>
                    <a:pt x="11813058" y="12705"/>
                  </a:lnTo>
                  <a:lnTo>
                    <a:pt x="11813058" y="0"/>
                  </a:lnTo>
                  <a:lnTo>
                    <a:pt x="11838471" y="0"/>
                  </a:lnTo>
                  <a:lnTo>
                    <a:pt x="11838471" y="12705"/>
                  </a:lnTo>
                  <a:close/>
                </a:path>
                <a:path w="13487400" h="749300">
                  <a:moveTo>
                    <a:pt x="11787645" y="12705"/>
                  </a:moveTo>
                  <a:lnTo>
                    <a:pt x="11762245" y="12705"/>
                  </a:lnTo>
                  <a:lnTo>
                    <a:pt x="11762245" y="0"/>
                  </a:lnTo>
                  <a:lnTo>
                    <a:pt x="11787645" y="0"/>
                  </a:lnTo>
                  <a:lnTo>
                    <a:pt x="11787645" y="12705"/>
                  </a:lnTo>
                  <a:close/>
                </a:path>
                <a:path w="13487400" h="749300">
                  <a:moveTo>
                    <a:pt x="11736833" y="12705"/>
                  </a:moveTo>
                  <a:lnTo>
                    <a:pt x="11711420" y="12705"/>
                  </a:lnTo>
                  <a:lnTo>
                    <a:pt x="11711420" y="0"/>
                  </a:lnTo>
                  <a:lnTo>
                    <a:pt x="11736833" y="0"/>
                  </a:lnTo>
                  <a:lnTo>
                    <a:pt x="11736833" y="12705"/>
                  </a:lnTo>
                  <a:close/>
                </a:path>
                <a:path w="13487400" h="749300">
                  <a:moveTo>
                    <a:pt x="11686007" y="12705"/>
                  </a:moveTo>
                  <a:lnTo>
                    <a:pt x="11660595" y="12705"/>
                  </a:lnTo>
                  <a:lnTo>
                    <a:pt x="11660595" y="0"/>
                  </a:lnTo>
                  <a:lnTo>
                    <a:pt x="11686007" y="0"/>
                  </a:lnTo>
                  <a:lnTo>
                    <a:pt x="11686007" y="12705"/>
                  </a:lnTo>
                  <a:close/>
                </a:path>
                <a:path w="13487400" h="749300">
                  <a:moveTo>
                    <a:pt x="11635182" y="12705"/>
                  </a:moveTo>
                  <a:lnTo>
                    <a:pt x="11609769" y="12705"/>
                  </a:lnTo>
                  <a:lnTo>
                    <a:pt x="11609769" y="0"/>
                  </a:lnTo>
                  <a:lnTo>
                    <a:pt x="11635182" y="0"/>
                  </a:lnTo>
                  <a:lnTo>
                    <a:pt x="11635182" y="12705"/>
                  </a:lnTo>
                  <a:close/>
                </a:path>
                <a:path w="13487400" h="749300">
                  <a:moveTo>
                    <a:pt x="11584356" y="12705"/>
                  </a:moveTo>
                  <a:lnTo>
                    <a:pt x="11558956" y="12705"/>
                  </a:lnTo>
                  <a:lnTo>
                    <a:pt x="11558956" y="0"/>
                  </a:lnTo>
                  <a:lnTo>
                    <a:pt x="11584356" y="0"/>
                  </a:lnTo>
                  <a:lnTo>
                    <a:pt x="11584356" y="12705"/>
                  </a:lnTo>
                  <a:close/>
                </a:path>
                <a:path w="13487400" h="749300">
                  <a:moveTo>
                    <a:pt x="11533544" y="12705"/>
                  </a:moveTo>
                  <a:lnTo>
                    <a:pt x="11508131" y="12705"/>
                  </a:lnTo>
                  <a:lnTo>
                    <a:pt x="11508131" y="0"/>
                  </a:lnTo>
                  <a:lnTo>
                    <a:pt x="11533544" y="0"/>
                  </a:lnTo>
                  <a:lnTo>
                    <a:pt x="11533544" y="12705"/>
                  </a:lnTo>
                  <a:close/>
                </a:path>
                <a:path w="13487400" h="749300">
                  <a:moveTo>
                    <a:pt x="11482718" y="12705"/>
                  </a:moveTo>
                  <a:lnTo>
                    <a:pt x="11457306" y="12705"/>
                  </a:lnTo>
                  <a:lnTo>
                    <a:pt x="11457306" y="0"/>
                  </a:lnTo>
                  <a:lnTo>
                    <a:pt x="11482718" y="0"/>
                  </a:lnTo>
                  <a:lnTo>
                    <a:pt x="11482718" y="12705"/>
                  </a:lnTo>
                  <a:close/>
                </a:path>
                <a:path w="13487400" h="749300">
                  <a:moveTo>
                    <a:pt x="11431893" y="12705"/>
                  </a:moveTo>
                  <a:lnTo>
                    <a:pt x="11406480" y="12705"/>
                  </a:lnTo>
                  <a:lnTo>
                    <a:pt x="11406480" y="0"/>
                  </a:lnTo>
                  <a:lnTo>
                    <a:pt x="11431893" y="0"/>
                  </a:lnTo>
                  <a:lnTo>
                    <a:pt x="11431893" y="12705"/>
                  </a:lnTo>
                  <a:close/>
                </a:path>
                <a:path w="13487400" h="749300">
                  <a:moveTo>
                    <a:pt x="11381080" y="12705"/>
                  </a:moveTo>
                  <a:lnTo>
                    <a:pt x="11355668" y="12705"/>
                  </a:lnTo>
                  <a:lnTo>
                    <a:pt x="11355668" y="0"/>
                  </a:lnTo>
                  <a:lnTo>
                    <a:pt x="11381080" y="0"/>
                  </a:lnTo>
                  <a:lnTo>
                    <a:pt x="11381080" y="12705"/>
                  </a:lnTo>
                  <a:close/>
                </a:path>
                <a:path w="13487400" h="749300">
                  <a:moveTo>
                    <a:pt x="11330255" y="12705"/>
                  </a:moveTo>
                  <a:lnTo>
                    <a:pt x="11304842" y="12705"/>
                  </a:lnTo>
                  <a:lnTo>
                    <a:pt x="11304842" y="0"/>
                  </a:lnTo>
                  <a:lnTo>
                    <a:pt x="11330255" y="0"/>
                  </a:lnTo>
                  <a:lnTo>
                    <a:pt x="11330255" y="12705"/>
                  </a:lnTo>
                  <a:close/>
                </a:path>
                <a:path w="13487400" h="749300">
                  <a:moveTo>
                    <a:pt x="11279429" y="12705"/>
                  </a:moveTo>
                  <a:lnTo>
                    <a:pt x="11254017" y="12705"/>
                  </a:lnTo>
                  <a:lnTo>
                    <a:pt x="11254017" y="0"/>
                  </a:lnTo>
                  <a:lnTo>
                    <a:pt x="11279429" y="0"/>
                  </a:lnTo>
                  <a:lnTo>
                    <a:pt x="11279429" y="12705"/>
                  </a:lnTo>
                  <a:close/>
                </a:path>
                <a:path w="13487400" h="749300">
                  <a:moveTo>
                    <a:pt x="11228604" y="12705"/>
                  </a:moveTo>
                  <a:lnTo>
                    <a:pt x="11203191" y="12705"/>
                  </a:lnTo>
                  <a:lnTo>
                    <a:pt x="11203191" y="0"/>
                  </a:lnTo>
                  <a:lnTo>
                    <a:pt x="11228604" y="0"/>
                  </a:lnTo>
                  <a:lnTo>
                    <a:pt x="11228604" y="12705"/>
                  </a:lnTo>
                  <a:close/>
                </a:path>
                <a:path w="13487400" h="749300">
                  <a:moveTo>
                    <a:pt x="11177791" y="12705"/>
                  </a:moveTo>
                  <a:lnTo>
                    <a:pt x="11152379" y="12705"/>
                  </a:lnTo>
                  <a:lnTo>
                    <a:pt x="11152379" y="0"/>
                  </a:lnTo>
                  <a:lnTo>
                    <a:pt x="11177791" y="0"/>
                  </a:lnTo>
                  <a:lnTo>
                    <a:pt x="11177791" y="12705"/>
                  </a:lnTo>
                  <a:close/>
                </a:path>
                <a:path w="13487400" h="749300">
                  <a:moveTo>
                    <a:pt x="11126966" y="12705"/>
                  </a:moveTo>
                  <a:lnTo>
                    <a:pt x="11101553" y="12705"/>
                  </a:lnTo>
                  <a:lnTo>
                    <a:pt x="11101553" y="0"/>
                  </a:lnTo>
                  <a:lnTo>
                    <a:pt x="11126966" y="0"/>
                  </a:lnTo>
                  <a:lnTo>
                    <a:pt x="11126966" y="12705"/>
                  </a:lnTo>
                  <a:close/>
                </a:path>
                <a:path w="13487400" h="749300">
                  <a:moveTo>
                    <a:pt x="11076141" y="12705"/>
                  </a:moveTo>
                  <a:lnTo>
                    <a:pt x="11050728" y="12705"/>
                  </a:lnTo>
                  <a:lnTo>
                    <a:pt x="11050728" y="0"/>
                  </a:lnTo>
                  <a:lnTo>
                    <a:pt x="11076141" y="0"/>
                  </a:lnTo>
                  <a:lnTo>
                    <a:pt x="11076141" y="12705"/>
                  </a:lnTo>
                  <a:close/>
                </a:path>
                <a:path w="13487400" h="749300">
                  <a:moveTo>
                    <a:pt x="11025315" y="12705"/>
                  </a:moveTo>
                  <a:lnTo>
                    <a:pt x="10999915" y="12705"/>
                  </a:lnTo>
                  <a:lnTo>
                    <a:pt x="10999915" y="0"/>
                  </a:lnTo>
                  <a:lnTo>
                    <a:pt x="11025315" y="0"/>
                  </a:lnTo>
                  <a:lnTo>
                    <a:pt x="11025315" y="12705"/>
                  </a:lnTo>
                  <a:close/>
                </a:path>
                <a:path w="13487400" h="749300">
                  <a:moveTo>
                    <a:pt x="10974502" y="12705"/>
                  </a:moveTo>
                  <a:lnTo>
                    <a:pt x="10949090" y="12705"/>
                  </a:lnTo>
                  <a:lnTo>
                    <a:pt x="10949090" y="0"/>
                  </a:lnTo>
                  <a:lnTo>
                    <a:pt x="10974502" y="0"/>
                  </a:lnTo>
                  <a:lnTo>
                    <a:pt x="10974502" y="12705"/>
                  </a:lnTo>
                  <a:close/>
                </a:path>
                <a:path w="13487400" h="749300">
                  <a:moveTo>
                    <a:pt x="10923677" y="12705"/>
                  </a:moveTo>
                  <a:lnTo>
                    <a:pt x="10898264" y="12705"/>
                  </a:lnTo>
                  <a:lnTo>
                    <a:pt x="10898264" y="0"/>
                  </a:lnTo>
                  <a:lnTo>
                    <a:pt x="10923677" y="0"/>
                  </a:lnTo>
                  <a:lnTo>
                    <a:pt x="10923677" y="12705"/>
                  </a:lnTo>
                  <a:close/>
                </a:path>
                <a:path w="13487400" h="749300">
                  <a:moveTo>
                    <a:pt x="10872852" y="12705"/>
                  </a:moveTo>
                  <a:lnTo>
                    <a:pt x="10847439" y="12705"/>
                  </a:lnTo>
                  <a:lnTo>
                    <a:pt x="10847439" y="0"/>
                  </a:lnTo>
                  <a:lnTo>
                    <a:pt x="10872852" y="0"/>
                  </a:lnTo>
                  <a:lnTo>
                    <a:pt x="10872852" y="12705"/>
                  </a:lnTo>
                  <a:close/>
                </a:path>
                <a:path w="13487400" h="749300">
                  <a:moveTo>
                    <a:pt x="10822026" y="12705"/>
                  </a:moveTo>
                  <a:lnTo>
                    <a:pt x="10796626" y="12705"/>
                  </a:lnTo>
                  <a:lnTo>
                    <a:pt x="10796626" y="0"/>
                  </a:lnTo>
                  <a:lnTo>
                    <a:pt x="10822026" y="0"/>
                  </a:lnTo>
                  <a:lnTo>
                    <a:pt x="10822026" y="12705"/>
                  </a:lnTo>
                  <a:close/>
                </a:path>
                <a:path w="13487400" h="749300">
                  <a:moveTo>
                    <a:pt x="10771214" y="12705"/>
                  </a:moveTo>
                  <a:lnTo>
                    <a:pt x="10745801" y="12705"/>
                  </a:lnTo>
                  <a:lnTo>
                    <a:pt x="10745801" y="0"/>
                  </a:lnTo>
                  <a:lnTo>
                    <a:pt x="10771214" y="0"/>
                  </a:lnTo>
                  <a:lnTo>
                    <a:pt x="10771214" y="12705"/>
                  </a:lnTo>
                  <a:close/>
                </a:path>
                <a:path w="13487400" h="749300">
                  <a:moveTo>
                    <a:pt x="10720388" y="12705"/>
                  </a:moveTo>
                  <a:lnTo>
                    <a:pt x="10694975" y="12705"/>
                  </a:lnTo>
                  <a:lnTo>
                    <a:pt x="10694975" y="0"/>
                  </a:lnTo>
                  <a:lnTo>
                    <a:pt x="10720388" y="0"/>
                  </a:lnTo>
                  <a:lnTo>
                    <a:pt x="10720388" y="12705"/>
                  </a:lnTo>
                  <a:close/>
                </a:path>
                <a:path w="13487400" h="749300">
                  <a:moveTo>
                    <a:pt x="10669563" y="12705"/>
                  </a:moveTo>
                  <a:lnTo>
                    <a:pt x="10644150" y="12705"/>
                  </a:lnTo>
                  <a:lnTo>
                    <a:pt x="10644150" y="0"/>
                  </a:lnTo>
                  <a:lnTo>
                    <a:pt x="10669563" y="0"/>
                  </a:lnTo>
                  <a:lnTo>
                    <a:pt x="10669563" y="12705"/>
                  </a:lnTo>
                  <a:close/>
                </a:path>
                <a:path w="13487400" h="749300">
                  <a:moveTo>
                    <a:pt x="10618737" y="12705"/>
                  </a:moveTo>
                  <a:lnTo>
                    <a:pt x="10593337" y="12705"/>
                  </a:lnTo>
                  <a:lnTo>
                    <a:pt x="10593337" y="0"/>
                  </a:lnTo>
                  <a:lnTo>
                    <a:pt x="10618737" y="0"/>
                  </a:lnTo>
                  <a:lnTo>
                    <a:pt x="10618737" y="12705"/>
                  </a:lnTo>
                  <a:close/>
                </a:path>
                <a:path w="13487400" h="749300">
                  <a:moveTo>
                    <a:pt x="10567925" y="12705"/>
                  </a:moveTo>
                  <a:lnTo>
                    <a:pt x="10542512" y="12705"/>
                  </a:lnTo>
                  <a:lnTo>
                    <a:pt x="10542512" y="0"/>
                  </a:lnTo>
                  <a:lnTo>
                    <a:pt x="10567925" y="0"/>
                  </a:lnTo>
                  <a:lnTo>
                    <a:pt x="10567925" y="12705"/>
                  </a:lnTo>
                  <a:close/>
                </a:path>
                <a:path w="13487400" h="749300">
                  <a:moveTo>
                    <a:pt x="10517099" y="12705"/>
                  </a:moveTo>
                  <a:lnTo>
                    <a:pt x="10491687" y="12705"/>
                  </a:lnTo>
                  <a:lnTo>
                    <a:pt x="10491687" y="0"/>
                  </a:lnTo>
                  <a:lnTo>
                    <a:pt x="10517099" y="0"/>
                  </a:lnTo>
                  <a:lnTo>
                    <a:pt x="10517099" y="12705"/>
                  </a:lnTo>
                  <a:close/>
                </a:path>
                <a:path w="13487400" h="749300">
                  <a:moveTo>
                    <a:pt x="10466274" y="12705"/>
                  </a:moveTo>
                  <a:lnTo>
                    <a:pt x="10440861" y="12705"/>
                  </a:lnTo>
                  <a:lnTo>
                    <a:pt x="10440861" y="0"/>
                  </a:lnTo>
                  <a:lnTo>
                    <a:pt x="10466274" y="0"/>
                  </a:lnTo>
                  <a:lnTo>
                    <a:pt x="10466274" y="12705"/>
                  </a:lnTo>
                  <a:close/>
                </a:path>
                <a:path w="13487400" h="749300">
                  <a:moveTo>
                    <a:pt x="10415461" y="12705"/>
                  </a:moveTo>
                  <a:lnTo>
                    <a:pt x="10390048" y="12705"/>
                  </a:lnTo>
                  <a:lnTo>
                    <a:pt x="10390048" y="0"/>
                  </a:lnTo>
                  <a:lnTo>
                    <a:pt x="10415461" y="0"/>
                  </a:lnTo>
                  <a:lnTo>
                    <a:pt x="10415461" y="12705"/>
                  </a:lnTo>
                  <a:close/>
                </a:path>
                <a:path w="13487400" h="749300">
                  <a:moveTo>
                    <a:pt x="10364636" y="12705"/>
                  </a:moveTo>
                  <a:lnTo>
                    <a:pt x="10339223" y="12705"/>
                  </a:lnTo>
                  <a:lnTo>
                    <a:pt x="10339223" y="0"/>
                  </a:lnTo>
                  <a:lnTo>
                    <a:pt x="10364636" y="0"/>
                  </a:lnTo>
                  <a:lnTo>
                    <a:pt x="10364636" y="12705"/>
                  </a:lnTo>
                  <a:close/>
                </a:path>
                <a:path w="13487400" h="749300">
                  <a:moveTo>
                    <a:pt x="10313810" y="12705"/>
                  </a:moveTo>
                  <a:lnTo>
                    <a:pt x="10288398" y="12705"/>
                  </a:lnTo>
                  <a:lnTo>
                    <a:pt x="10288398" y="0"/>
                  </a:lnTo>
                  <a:lnTo>
                    <a:pt x="10313810" y="0"/>
                  </a:lnTo>
                  <a:lnTo>
                    <a:pt x="10313810" y="12705"/>
                  </a:lnTo>
                  <a:close/>
                </a:path>
                <a:path w="13487400" h="749300">
                  <a:moveTo>
                    <a:pt x="10262985" y="12705"/>
                  </a:moveTo>
                  <a:lnTo>
                    <a:pt x="10237572" y="12705"/>
                  </a:lnTo>
                  <a:lnTo>
                    <a:pt x="10237572" y="0"/>
                  </a:lnTo>
                  <a:lnTo>
                    <a:pt x="10262985" y="0"/>
                  </a:lnTo>
                  <a:lnTo>
                    <a:pt x="10262985" y="12705"/>
                  </a:lnTo>
                  <a:close/>
                </a:path>
                <a:path w="13487400" h="749300">
                  <a:moveTo>
                    <a:pt x="10212172" y="12705"/>
                  </a:moveTo>
                  <a:lnTo>
                    <a:pt x="10186760" y="12705"/>
                  </a:lnTo>
                  <a:lnTo>
                    <a:pt x="10186760" y="0"/>
                  </a:lnTo>
                  <a:lnTo>
                    <a:pt x="10212172" y="0"/>
                  </a:lnTo>
                  <a:lnTo>
                    <a:pt x="10212172" y="12705"/>
                  </a:lnTo>
                  <a:close/>
                </a:path>
                <a:path w="13487400" h="749300">
                  <a:moveTo>
                    <a:pt x="10161347" y="12705"/>
                  </a:moveTo>
                  <a:lnTo>
                    <a:pt x="10135934" y="12705"/>
                  </a:lnTo>
                  <a:lnTo>
                    <a:pt x="10135934" y="0"/>
                  </a:lnTo>
                  <a:lnTo>
                    <a:pt x="10161347" y="0"/>
                  </a:lnTo>
                  <a:lnTo>
                    <a:pt x="10161347" y="12705"/>
                  </a:lnTo>
                  <a:close/>
                </a:path>
                <a:path w="13487400" h="749300">
                  <a:moveTo>
                    <a:pt x="10110521" y="12705"/>
                  </a:moveTo>
                  <a:lnTo>
                    <a:pt x="10085109" y="12705"/>
                  </a:lnTo>
                  <a:lnTo>
                    <a:pt x="10085109" y="0"/>
                  </a:lnTo>
                  <a:lnTo>
                    <a:pt x="10110521" y="0"/>
                  </a:lnTo>
                  <a:lnTo>
                    <a:pt x="10110521" y="12705"/>
                  </a:lnTo>
                  <a:close/>
                </a:path>
                <a:path w="13487400" h="749300">
                  <a:moveTo>
                    <a:pt x="10059696" y="12705"/>
                  </a:moveTo>
                  <a:lnTo>
                    <a:pt x="10034283" y="12705"/>
                  </a:lnTo>
                  <a:lnTo>
                    <a:pt x="10034283" y="0"/>
                  </a:lnTo>
                  <a:lnTo>
                    <a:pt x="10059696" y="0"/>
                  </a:lnTo>
                  <a:lnTo>
                    <a:pt x="10059696" y="12705"/>
                  </a:lnTo>
                  <a:close/>
                </a:path>
                <a:path w="13487400" h="749300">
                  <a:moveTo>
                    <a:pt x="10008883" y="12705"/>
                  </a:moveTo>
                  <a:lnTo>
                    <a:pt x="9983471" y="12705"/>
                  </a:lnTo>
                  <a:lnTo>
                    <a:pt x="9983471" y="0"/>
                  </a:lnTo>
                  <a:lnTo>
                    <a:pt x="10008883" y="0"/>
                  </a:lnTo>
                  <a:lnTo>
                    <a:pt x="10008883" y="12705"/>
                  </a:lnTo>
                  <a:close/>
                </a:path>
                <a:path w="13487400" h="749300">
                  <a:moveTo>
                    <a:pt x="9958058" y="12705"/>
                  </a:moveTo>
                  <a:lnTo>
                    <a:pt x="9932645" y="12705"/>
                  </a:lnTo>
                  <a:lnTo>
                    <a:pt x="9932645" y="0"/>
                  </a:lnTo>
                  <a:lnTo>
                    <a:pt x="9958058" y="0"/>
                  </a:lnTo>
                  <a:lnTo>
                    <a:pt x="9958058" y="12705"/>
                  </a:lnTo>
                  <a:close/>
                </a:path>
                <a:path w="13487400" h="749300">
                  <a:moveTo>
                    <a:pt x="9907233" y="12705"/>
                  </a:moveTo>
                  <a:lnTo>
                    <a:pt x="9881820" y="12705"/>
                  </a:lnTo>
                  <a:lnTo>
                    <a:pt x="9881820" y="0"/>
                  </a:lnTo>
                  <a:lnTo>
                    <a:pt x="9907233" y="0"/>
                  </a:lnTo>
                  <a:lnTo>
                    <a:pt x="9907233" y="12705"/>
                  </a:lnTo>
                  <a:close/>
                </a:path>
                <a:path w="13487400" h="749300">
                  <a:moveTo>
                    <a:pt x="9856407" y="12705"/>
                  </a:moveTo>
                  <a:lnTo>
                    <a:pt x="9830994" y="12705"/>
                  </a:lnTo>
                  <a:lnTo>
                    <a:pt x="9830994" y="0"/>
                  </a:lnTo>
                  <a:lnTo>
                    <a:pt x="9856407" y="0"/>
                  </a:lnTo>
                  <a:lnTo>
                    <a:pt x="9856407" y="12705"/>
                  </a:lnTo>
                  <a:close/>
                </a:path>
                <a:path w="13487400" h="749300">
                  <a:moveTo>
                    <a:pt x="9805594" y="12705"/>
                  </a:moveTo>
                  <a:lnTo>
                    <a:pt x="9780182" y="12705"/>
                  </a:lnTo>
                  <a:lnTo>
                    <a:pt x="9780182" y="0"/>
                  </a:lnTo>
                  <a:lnTo>
                    <a:pt x="9805594" y="0"/>
                  </a:lnTo>
                  <a:lnTo>
                    <a:pt x="9805594" y="12705"/>
                  </a:lnTo>
                  <a:close/>
                </a:path>
                <a:path w="13487400" h="749300">
                  <a:moveTo>
                    <a:pt x="9754769" y="12705"/>
                  </a:moveTo>
                  <a:lnTo>
                    <a:pt x="9729356" y="12705"/>
                  </a:lnTo>
                  <a:lnTo>
                    <a:pt x="9729356" y="0"/>
                  </a:lnTo>
                  <a:lnTo>
                    <a:pt x="9754769" y="0"/>
                  </a:lnTo>
                  <a:lnTo>
                    <a:pt x="9754769" y="12705"/>
                  </a:lnTo>
                  <a:close/>
                </a:path>
                <a:path w="13487400" h="749300">
                  <a:moveTo>
                    <a:pt x="9703944" y="12705"/>
                  </a:moveTo>
                  <a:lnTo>
                    <a:pt x="9678531" y="12705"/>
                  </a:lnTo>
                  <a:lnTo>
                    <a:pt x="9678531" y="0"/>
                  </a:lnTo>
                  <a:lnTo>
                    <a:pt x="9703944" y="0"/>
                  </a:lnTo>
                  <a:lnTo>
                    <a:pt x="9703944" y="12705"/>
                  </a:lnTo>
                  <a:close/>
                </a:path>
                <a:path w="13487400" h="749300">
                  <a:moveTo>
                    <a:pt x="9653118" y="12705"/>
                  </a:moveTo>
                  <a:lnTo>
                    <a:pt x="9627706" y="12705"/>
                  </a:lnTo>
                  <a:lnTo>
                    <a:pt x="9627706" y="0"/>
                  </a:lnTo>
                  <a:lnTo>
                    <a:pt x="9653118" y="0"/>
                  </a:lnTo>
                  <a:lnTo>
                    <a:pt x="9653118" y="12705"/>
                  </a:lnTo>
                  <a:close/>
                </a:path>
                <a:path w="13487400" h="749300">
                  <a:moveTo>
                    <a:pt x="9602293" y="12705"/>
                  </a:moveTo>
                  <a:lnTo>
                    <a:pt x="9576893" y="12705"/>
                  </a:lnTo>
                  <a:lnTo>
                    <a:pt x="9576893" y="0"/>
                  </a:lnTo>
                  <a:lnTo>
                    <a:pt x="9602293" y="0"/>
                  </a:lnTo>
                  <a:lnTo>
                    <a:pt x="9602293" y="12705"/>
                  </a:lnTo>
                  <a:close/>
                </a:path>
                <a:path w="13487400" h="749300">
                  <a:moveTo>
                    <a:pt x="9551480" y="12705"/>
                  </a:moveTo>
                  <a:lnTo>
                    <a:pt x="9526067" y="12705"/>
                  </a:lnTo>
                  <a:lnTo>
                    <a:pt x="9526067" y="0"/>
                  </a:lnTo>
                  <a:lnTo>
                    <a:pt x="9551480" y="0"/>
                  </a:lnTo>
                  <a:lnTo>
                    <a:pt x="9551480" y="12705"/>
                  </a:lnTo>
                  <a:close/>
                </a:path>
                <a:path w="13487400" h="749300">
                  <a:moveTo>
                    <a:pt x="9500655" y="12705"/>
                  </a:moveTo>
                  <a:lnTo>
                    <a:pt x="9475242" y="12705"/>
                  </a:lnTo>
                  <a:lnTo>
                    <a:pt x="9475242" y="0"/>
                  </a:lnTo>
                  <a:lnTo>
                    <a:pt x="9500655" y="0"/>
                  </a:lnTo>
                  <a:lnTo>
                    <a:pt x="9500655" y="12705"/>
                  </a:lnTo>
                  <a:close/>
                </a:path>
                <a:path w="13487400" h="749300">
                  <a:moveTo>
                    <a:pt x="9449829" y="12705"/>
                  </a:moveTo>
                  <a:lnTo>
                    <a:pt x="9424417" y="12705"/>
                  </a:lnTo>
                  <a:lnTo>
                    <a:pt x="9424417" y="0"/>
                  </a:lnTo>
                  <a:lnTo>
                    <a:pt x="9449829" y="0"/>
                  </a:lnTo>
                  <a:lnTo>
                    <a:pt x="9449829" y="12705"/>
                  </a:lnTo>
                  <a:close/>
                </a:path>
                <a:path w="13487400" h="749300">
                  <a:moveTo>
                    <a:pt x="9399004" y="12705"/>
                  </a:moveTo>
                  <a:lnTo>
                    <a:pt x="9373591" y="12705"/>
                  </a:lnTo>
                  <a:lnTo>
                    <a:pt x="9373591" y="0"/>
                  </a:lnTo>
                  <a:lnTo>
                    <a:pt x="9399004" y="0"/>
                  </a:lnTo>
                  <a:lnTo>
                    <a:pt x="9399004" y="12705"/>
                  </a:lnTo>
                  <a:close/>
                </a:path>
                <a:path w="13487400" h="749300">
                  <a:moveTo>
                    <a:pt x="9348191" y="12705"/>
                  </a:moveTo>
                  <a:lnTo>
                    <a:pt x="9322779" y="12705"/>
                  </a:lnTo>
                  <a:lnTo>
                    <a:pt x="9322779" y="0"/>
                  </a:lnTo>
                  <a:lnTo>
                    <a:pt x="9348191" y="0"/>
                  </a:lnTo>
                  <a:lnTo>
                    <a:pt x="9348191" y="12705"/>
                  </a:lnTo>
                  <a:close/>
                </a:path>
                <a:path w="13487400" h="749300">
                  <a:moveTo>
                    <a:pt x="9297366" y="12705"/>
                  </a:moveTo>
                  <a:lnTo>
                    <a:pt x="9271953" y="12705"/>
                  </a:lnTo>
                  <a:lnTo>
                    <a:pt x="9271953" y="0"/>
                  </a:lnTo>
                  <a:lnTo>
                    <a:pt x="9297366" y="0"/>
                  </a:lnTo>
                  <a:lnTo>
                    <a:pt x="9297366" y="12705"/>
                  </a:lnTo>
                  <a:close/>
                </a:path>
                <a:path w="13487400" h="749300">
                  <a:moveTo>
                    <a:pt x="9246540" y="12705"/>
                  </a:moveTo>
                  <a:lnTo>
                    <a:pt x="9221128" y="12705"/>
                  </a:lnTo>
                  <a:lnTo>
                    <a:pt x="9221128" y="0"/>
                  </a:lnTo>
                  <a:lnTo>
                    <a:pt x="9246540" y="0"/>
                  </a:lnTo>
                  <a:lnTo>
                    <a:pt x="9246540" y="12705"/>
                  </a:lnTo>
                  <a:close/>
                </a:path>
                <a:path w="13487400" h="749300">
                  <a:moveTo>
                    <a:pt x="9195715" y="12705"/>
                  </a:moveTo>
                  <a:lnTo>
                    <a:pt x="9170302" y="12705"/>
                  </a:lnTo>
                  <a:lnTo>
                    <a:pt x="9170302" y="0"/>
                  </a:lnTo>
                  <a:lnTo>
                    <a:pt x="9195715" y="0"/>
                  </a:lnTo>
                  <a:lnTo>
                    <a:pt x="9195715" y="12705"/>
                  </a:lnTo>
                  <a:close/>
                </a:path>
                <a:path w="13487400" h="749300">
                  <a:moveTo>
                    <a:pt x="9144902" y="12705"/>
                  </a:moveTo>
                  <a:lnTo>
                    <a:pt x="9119490" y="12705"/>
                  </a:lnTo>
                  <a:lnTo>
                    <a:pt x="9119490" y="0"/>
                  </a:lnTo>
                  <a:lnTo>
                    <a:pt x="9144902" y="0"/>
                  </a:lnTo>
                  <a:lnTo>
                    <a:pt x="9144902" y="12705"/>
                  </a:lnTo>
                  <a:close/>
                </a:path>
                <a:path w="13487400" h="749300">
                  <a:moveTo>
                    <a:pt x="9094077" y="12705"/>
                  </a:moveTo>
                  <a:lnTo>
                    <a:pt x="9068664" y="12705"/>
                  </a:lnTo>
                  <a:lnTo>
                    <a:pt x="9068664" y="0"/>
                  </a:lnTo>
                  <a:lnTo>
                    <a:pt x="9094077" y="0"/>
                  </a:lnTo>
                  <a:lnTo>
                    <a:pt x="9094077" y="12705"/>
                  </a:lnTo>
                  <a:close/>
                </a:path>
                <a:path w="13487400" h="749300">
                  <a:moveTo>
                    <a:pt x="9043252" y="12705"/>
                  </a:moveTo>
                  <a:lnTo>
                    <a:pt x="9017839" y="12705"/>
                  </a:lnTo>
                  <a:lnTo>
                    <a:pt x="9017839" y="0"/>
                  </a:lnTo>
                  <a:lnTo>
                    <a:pt x="9043252" y="0"/>
                  </a:lnTo>
                  <a:lnTo>
                    <a:pt x="9043252" y="12705"/>
                  </a:lnTo>
                  <a:close/>
                </a:path>
                <a:path w="13487400" h="749300">
                  <a:moveTo>
                    <a:pt x="8992426" y="12705"/>
                  </a:moveTo>
                  <a:lnTo>
                    <a:pt x="8967013" y="12705"/>
                  </a:lnTo>
                  <a:lnTo>
                    <a:pt x="8967013" y="0"/>
                  </a:lnTo>
                  <a:lnTo>
                    <a:pt x="8992426" y="0"/>
                  </a:lnTo>
                  <a:lnTo>
                    <a:pt x="8992426" y="12705"/>
                  </a:lnTo>
                  <a:close/>
                </a:path>
                <a:path w="13487400" h="749300">
                  <a:moveTo>
                    <a:pt x="8941601" y="12705"/>
                  </a:moveTo>
                  <a:lnTo>
                    <a:pt x="8916201" y="12705"/>
                  </a:lnTo>
                  <a:lnTo>
                    <a:pt x="8916201" y="0"/>
                  </a:lnTo>
                  <a:lnTo>
                    <a:pt x="8941601" y="0"/>
                  </a:lnTo>
                  <a:lnTo>
                    <a:pt x="8941601" y="12705"/>
                  </a:lnTo>
                  <a:close/>
                </a:path>
                <a:path w="13487400" h="749300">
                  <a:moveTo>
                    <a:pt x="8890788" y="12705"/>
                  </a:moveTo>
                  <a:lnTo>
                    <a:pt x="8865375" y="12705"/>
                  </a:lnTo>
                  <a:lnTo>
                    <a:pt x="8865375" y="0"/>
                  </a:lnTo>
                  <a:lnTo>
                    <a:pt x="8890788" y="0"/>
                  </a:lnTo>
                  <a:lnTo>
                    <a:pt x="8890788" y="12705"/>
                  </a:lnTo>
                  <a:close/>
                </a:path>
                <a:path w="13487400" h="749300">
                  <a:moveTo>
                    <a:pt x="8839963" y="12705"/>
                  </a:moveTo>
                  <a:lnTo>
                    <a:pt x="8814550" y="12705"/>
                  </a:lnTo>
                  <a:lnTo>
                    <a:pt x="8814550" y="0"/>
                  </a:lnTo>
                  <a:lnTo>
                    <a:pt x="8839963" y="0"/>
                  </a:lnTo>
                  <a:lnTo>
                    <a:pt x="8839963" y="12705"/>
                  </a:lnTo>
                  <a:close/>
                </a:path>
                <a:path w="13487400" h="749300">
                  <a:moveTo>
                    <a:pt x="8789137" y="12705"/>
                  </a:moveTo>
                  <a:lnTo>
                    <a:pt x="8763725" y="12705"/>
                  </a:lnTo>
                  <a:lnTo>
                    <a:pt x="8763725" y="0"/>
                  </a:lnTo>
                  <a:lnTo>
                    <a:pt x="8789137" y="0"/>
                  </a:lnTo>
                  <a:lnTo>
                    <a:pt x="8789137" y="12705"/>
                  </a:lnTo>
                  <a:close/>
                </a:path>
                <a:path w="13487400" h="749300">
                  <a:moveTo>
                    <a:pt x="8738312" y="12705"/>
                  </a:moveTo>
                  <a:lnTo>
                    <a:pt x="8712899" y="12705"/>
                  </a:lnTo>
                  <a:lnTo>
                    <a:pt x="8712899" y="0"/>
                  </a:lnTo>
                  <a:lnTo>
                    <a:pt x="8738312" y="0"/>
                  </a:lnTo>
                  <a:lnTo>
                    <a:pt x="8738312" y="12705"/>
                  </a:lnTo>
                  <a:close/>
                </a:path>
                <a:path w="13487400" h="749300">
                  <a:moveTo>
                    <a:pt x="8687499" y="12705"/>
                  </a:moveTo>
                  <a:lnTo>
                    <a:pt x="8662086" y="12705"/>
                  </a:lnTo>
                  <a:lnTo>
                    <a:pt x="8662086" y="0"/>
                  </a:lnTo>
                  <a:lnTo>
                    <a:pt x="8687499" y="0"/>
                  </a:lnTo>
                  <a:lnTo>
                    <a:pt x="8687499" y="12705"/>
                  </a:lnTo>
                  <a:close/>
                </a:path>
                <a:path w="13487400" h="749300">
                  <a:moveTo>
                    <a:pt x="8636674" y="12705"/>
                  </a:moveTo>
                  <a:lnTo>
                    <a:pt x="8611261" y="12705"/>
                  </a:lnTo>
                  <a:lnTo>
                    <a:pt x="8611261" y="0"/>
                  </a:lnTo>
                  <a:lnTo>
                    <a:pt x="8636674" y="0"/>
                  </a:lnTo>
                  <a:lnTo>
                    <a:pt x="8636674" y="12705"/>
                  </a:lnTo>
                  <a:close/>
                </a:path>
                <a:path w="13487400" h="749300">
                  <a:moveTo>
                    <a:pt x="8585848" y="12705"/>
                  </a:moveTo>
                  <a:lnTo>
                    <a:pt x="8560436" y="12705"/>
                  </a:lnTo>
                  <a:lnTo>
                    <a:pt x="8560436" y="0"/>
                  </a:lnTo>
                  <a:lnTo>
                    <a:pt x="8585848" y="0"/>
                  </a:lnTo>
                  <a:lnTo>
                    <a:pt x="8585848" y="12705"/>
                  </a:lnTo>
                  <a:close/>
                </a:path>
                <a:path w="13487400" h="749300">
                  <a:moveTo>
                    <a:pt x="8535023" y="12705"/>
                  </a:moveTo>
                  <a:lnTo>
                    <a:pt x="8509610" y="12705"/>
                  </a:lnTo>
                  <a:lnTo>
                    <a:pt x="8509610" y="0"/>
                  </a:lnTo>
                  <a:lnTo>
                    <a:pt x="8535023" y="0"/>
                  </a:lnTo>
                  <a:lnTo>
                    <a:pt x="8535023" y="12705"/>
                  </a:lnTo>
                  <a:close/>
                </a:path>
                <a:path w="13487400" h="749300">
                  <a:moveTo>
                    <a:pt x="8484210" y="12705"/>
                  </a:moveTo>
                  <a:lnTo>
                    <a:pt x="8458798" y="12705"/>
                  </a:lnTo>
                  <a:lnTo>
                    <a:pt x="8458798" y="0"/>
                  </a:lnTo>
                  <a:lnTo>
                    <a:pt x="8484210" y="0"/>
                  </a:lnTo>
                  <a:lnTo>
                    <a:pt x="8484210" y="12705"/>
                  </a:lnTo>
                  <a:close/>
                </a:path>
                <a:path w="13487400" h="749300">
                  <a:moveTo>
                    <a:pt x="8433385" y="12705"/>
                  </a:moveTo>
                  <a:lnTo>
                    <a:pt x="8407972" y="12705"/>
                  </a:lnTo>
                  <a:lnTo>
                    <a:pt x="8407972" y="0"/>
                  </a:lnTo>
                  <a:lnTo>
                    <a:pt x="8433385" y="0"/>
                  </a:lnTo>
                  <a:lnTo>
                    <a:pt x="8433385" y="12705"/>
                  </a:lnTo>
                  <a:close/>
                </a:path>
                <a:path w="13487400" h="749300">
                  <a:moveTo>
                    <a:pt x="8382559" y="12705"/>
                  </a:moveTo>
                  <a:lnTo>
                    <a:pt x="8357147" y="12705"/>
                  </a:lnTo>
                  <a:lnTo>
                    <a:pt x="8357147" y="0"/>
                  </a:lnTo>
                  <a:lnTo>
                    <a:pt x="8382559" y="0"/>
                  </a:lnTo>
                  <a:lnTo>
                    <a:pt x="8382559" y="12705"/>
                  </a:lnTo>
                  <a:close/>
                </a:path>
                <a:path w="13487400" h="749300">
                  <a:moveTo>
                    <a:pt x="8331734" y="12705"/>
                  </a:moveTo>
                  <a:lnTo>
                    <a:pt x="8306321" y="12705"/>
                  </a:lnTo>
                  <a:lnTo>
                    <a:pt x="8306321" y="0"/>
                  </a:lnTo>
                  <a:lnTo>
                    <a:pt x="8331734" y="0"/>
                  </a:lnTo>
                  <a:lnTo>
                    <a:pt x="8331734" y="12705"/>
                  </a:lnTo>
                  <a:close/>
                </a:path>
                <a:path w="13487400" h="749300">
                  <a:moveTo>
                    <a:pt x="8280909" y="12705"/>
                  </a:moveTo>
                  <a:lnTo>
                    <a:pt x="8255509" y="12705"/>
                  </a:lnTo>
                  <a:lnTo>
                    <a:pt x="8255509" y="0"/>
                  </a:lnTo>
                  <a:lnTo>
                    <a:pt x="8280909" y="0"/>
                  </a:lnTo>
                  <a:lnTo>
                    <a:pt x="8280909" y="12705"/>
                  </a:lnTo>
                  <a:close/>
                </a:path>
                <a:path w="13487400" h="749300">
                  <a:moveTo>
                    <a:pt x="8230096" y="12705"/>
                  </a:moveTo>
                  <a:lnTo>
                    <a:pt x="8204683" y="12705"/>
                  </a:lnTo>
                  <a:lnTo>
                    <a:pt x="8204683" y="0"/>
                  </a:lnTo>
                  <a:lnTo>
                    <a:pt x="8230096" y="0"/>
                  </a:lnTo>
                  <a:lnTo>
                    <a:pt x="8230096" y="12705"/>
                  </a:lnTo>
                  <a:close/>
                </a:path>
                <a:path w="13487400" h="749300">
                  <a:moveTo>
                    <a:pt x="8179271" y="12705"/>
                  </a:moveTo>
                  <a:lnTo>
                    <a:pt x="8153858" y="12705"/>
                  </a:lnTo>
                  <a:lnTo>
                    <a:pt x="8153858" y="0"/>
                  </a:lnTo>
                  <a:lnTo>
                    <a:pt x="8179271" y="0"/>
                  </a:lnTo>
                  <a:lnTo>
                    <a:pt x="8179271" y="12705"/>
                  </a:lnTo>
                  <a:close/>
                </a:path>
                <a:path w="13487400" h="749300">
                  <a:moveTo>
                    <a:pt x="8128445" y="12705"/>
                  </a:moveTo>
                  <a:lnTo>
                    <a:pt x="8103032" y="12705"/>
                  </a:lnTo>
                  <a:lnTo>
                    <a:pt x="8103032" y="0"/>
                  </a:lnTo>
                  <a:lnTo>
                    <a:pt x="8128445" y="0"/>
                  </a:lnTo>
                  <a:lnTo>
                    <a:pt x="8128445" y="12705"/>
                  </a:lnTo>
                  <a:close/>
                </a:path>
                <a:path w="13487400" h="749300">
                  <a:moveTo>
                    <a:pt x="8077620" y="12705"/>
                  </a:moveTo>
                  <a:lnTo>
                    <a:pt x="8052207" y="12705"/>
                  </a:lnTo>
                  <a:lnTo>
                    <a:pt x="8052207" y="0"/>
                  </a:lnTo>
                  <a:lnTo>
                    <a:pt x="8077620" y="0"/>
                  </a:lnTo>
                  <a:lnTo>
                    <a:pt x="8077620" y="12705"/>
                  </a:lnTo>
                  <a:close/>
                </a:path>
                <a:path w="13487400" h="749300">
                  <a:moveTo>
                    <a:pt x="8026807" y="12705"/>
                  </a:moveTo>
                  <a:lnTo>
                    <a:pt x="8001394" y="12705"/>
                  </a:lnTo>
                  <a:lnTo>
                    <a:pt x="8001394" y="0"/>
                  </a:lnTo>
                  <a:lnTo>
                    <a:pt x="8026807" y="0"/>
                  </a:lnTo>
                  <a:lnTo>
                    <a:pt x="8026807" y="12705"/>
                  </a:lnTo>
                  <a:close/>
                </a:path>
                <a:path w="13487400" h="749300">
                  <a:moveTo>
                    <a:pt x="7975982" y="12705"/>
                  </a:moveTo>
                  <a:lnTo>
                    <a:pt x="7950569" y="12705"/>
                  </a:lnTo>
                  <a:lnTo>
                    <a:pt x="7950569" y="0"/>
                  </a:lnTo>
                  <a:lnTo>
                    <a:pt x="7975982" y="0"/>
                  </a:lnTo>
                  <a:lnTo>
                    <a:pt x="7975982" y="12705"/>
                  </a:lnTo>
                  <a:close/>
                </a:path>
                <a:path w="13487400" h="749300">
                  <a:moveTo>
                    <a:pt x="7925156" y="12705"/>
                  </a:moveTo>
                  <a:lnTo>
                    <a:pt x="7899744" y="12705"/>
                  </a:lnTo>
                  <a:lnTo>
                    <a:pt x="7899744" y="0"/>
                  </a:lnTo>
                  <a:lnTo>
                    <a:pt x="7925156" y="0"/>
                  </a:lnTo>
                  <a:lnTo>
                    <a:pt x="7925156" y="12705"/>
                  </a:lnTo>
                  <a:close/>
                </a:path>
                <a:path w="13487400" h="749300">
                  <a:moveTo>
                    <a:pt x="7874331" y="12705"/>
                  </a:moveTo>
                  <a:lnTo>
                    <a:pt x="7848918" y="12705"/>
                  </a:lnTo>
                  <a:lnTo>
                    <a:pt x="7848918" y="0"/>
                  </a:lnTo>
                  <a:lnTo>
                    <a:pt x="7874331" y="0"/>
                  </a:lnTo>
                  <a:lnTo>
                    <a:pt x="7874331" y="12705"/>
                  </a:lnTo>
                  <a:close/>
                </a:path>
                <a:path w="13487400" h="749300">
                  <a:moveTo>
                    <a:pt x="7823518" y="12705"/>
                  </a:moveTo>
                  <a:lnTo>
                    <a:pt x="7798105" y="12705"/>
                  </a:lnTo>
                  <a:lnTo>
                    <a:pt x="7798105" y="0"/>
                  </a:lnTo>
                  <a:lnTo>
                    <a:pt x="7823518" y="0"/>
                  </a:lnTo>
                  <a:lnTo>
                    <a:pt x="7823518" y="12705"/>
                  </a:lnTo>
                  <a:close/>
                </a:path>
                <a:path w="13487400" h="749300">
                  <a:moveTo>
                    <a:pt x="7772693" y="12705"/>
                  </a:moveTo>
                  <a:lnTo>
                    <a:pt x="7747280" y="12705"/>
                  </a:lnTo>
                  <a:lnTo>
                    <a:pt x="7747280" y="0"/>
                  </a:lnTo>
                  <a:lnTo>
                    <a:pt x="7772693" y="0"/>
                  </a:lnTo>
                  <a:lnTo>
                    <a:pt x="7772693" y="12705"/>
                  </a:lnTo>
                  <a:close/>
                </a:path>
                <a:path w="13487400" h="749300">
                  <a:moveTo>
                    <a:pt x="7721867" y="12705"/>
                  </a:moveTo>
                  <a:lnTo>
                    <a:pt x="7696455" y="12705"/>
                  </a:lnTo>
                  <a:lnTo>
                    <a:pt x="7696455" y="0"/>
                  </a:lnTo>
                  <a:lnTo>
                    <a:pt x="7721867" y="0"/>
                  </a:lnTo>
                  <a:lnTo>
                    <a:pt x="7721867" y="12705"/>
                  </a:lnTo>
                  <a:close/>
                </a:path>
                <a:path w="13487400" h="749300">
                  <a:moveTo>
                    <a:pt x="7671042" y="12705"/>
                  </a:moveTo>
                  <a:lnTo>
                    <a:pt x="7645629" y="12705"/>
                  </a:lnTo>
                  <a:lnTo>
                    <a:pt x="7645629" y="0"/>
                  </a:lnTo>
                  <a:lnTo>
                    <a:pt x="7671042" y="0"/>
                  </a:lnTo>
                  <a:lnTo>
                    <a:pt x="7671042" y="12705"/>
                  </a:lnTo>
                  <a:close/>
                </a:path>
                <a:path w="13487400" h="749300">
                  <a:moveTo>
                    <a:pt x="7620217" y="12705"/>
                  </a:moveTo>
                  <a:lnTo>
                    <a:pt x="7594817" y="12705"/>
                  </a:lnTo>
                  <a:lnTo>
                    <a:pt x="7594817" y="0"/>
                  </a:lnTo>
                  <a:lnTo>
                    <a:pt x="7620217" y="0"/>
                  </a:lnTo>
                  <a:lnTo>
                    <a:pt x="7620217" y="12705"/>
                  </a:lnTo>
                  <a:close/>
                </a:path>
                <a:path w="13487400" h="749300">
                  <a:moveTo>
                    <a:pt x="7569404" y="12705"/>
                  </a:moveTo>
                  <a:lnTo>
                    <a:pt x="7543991" y="12705"/>
                  </a:lnTo>
                  <a:lnTo>
                    <a:pt x="7543991" y="0"/>
                  </a:lnTo>
                  <a:lnTo>
                    <a:pt x="7569404" y="0"/>
                  </a:lnTo>
                  <a:lnTo>
                    <a:pt x="7569404" y="12705"/>
                  </a:lnTo>
                  <a:close/>
                </a:path>
                <a:path w="13487400" h="749300">
                  <a:moveTo>
                    <a:pt x="7518578" y="12705"/>
                  </a:moveTo>
                  <a:lnTo>
                    <a:pt x="7493166" y="12705"/>
                  </a:lnTo>
                  <a:lnTo>
                    <a:pt x="7493166" y="0"/>
                  </a:lnTo>
                  <a:lnTo>
                    <a:pt x="7518578" y="0"/>
                  </a:lnTo>
                  <a:lnTo>
                    <a:pt x="7518578" y="12705"/>
                  </a:lnTo>
                  <a:close/>
                </a:path>
                <a:path w="13487400" h="749300">
                  <a:moveTo>
                    <a:pt x="7467753" y="12705"/>
                  </a:moveTo>
                  <a:lnTo>
                    <a:pt x="7442340" y="12705"/>
                  </a:lnTo>
                  <a:lnTo>
                    <a:pt x="7442340" y="0"/>
                  </a:lnTo>
                  <a:lnTo>
                    <a:pt x="7467753" y="0"/>
                  </a:lnTo>
                  <a:lnTo>
                    <a:pt x="7467753" y="12705"/>
                  </a:lnTo>
                  <a:close/>
                </a:path>
                <a:path w="13487400" h="749300">
                  <a:moveTo>
                    <a:pt x="7416928" y="12705"/>
                  </a:moveTo>
                  <a:lnTo>
                    <a:pt x="7391515" y="12705"/>
                  </a:lnTo>
                  <a:lnTo>
                    <a:pt x="7391515" y="0"/>
                  </a:lnTo>
                  <a:lnTo>
                    <a:pt x="7416928" y="0"/>
                  </a:lnTo>
                  <a:lnTo>
                    <a:pt x="7416928" y="12705"/>
                  </a:lnTo>
                  <a:close/>
                </a:path>
                <a:path w="13487400" h="749300">
                  <a:moveTo>
                    <a:pt x="7366115" y="12705"/>
                  </a:moveTo>
                  <a:lnTo>
                    <a:pt x="7340702" y="12705"/>
                  </a:lnTo>
                  <a:lnTo>
                    <a:pt x="7340702" y="0"/>
                  </a:lnTo>
                  <a:lnTo>
                    <a:pt x="7366115" y="0"/>
                  </a:lnTo>
                  <a:lnTo>
                    <a:pt x="7366115" y="12705"/>
                  </a:lnTo>
                  <a:close/>
                </a:path>
                <a:path w="13487400" h="749300">
                  <a:moveTo>
                    <a:pt x="7315290" y="12705"/>
                  </a:moveTo>
                  <a:lnTo>
                    <a:pt x="7289877" y="12705"/>
                  </a:lnTo>
                  <a:lnTo>
                    <a:pt x="7289877" y="0"/>
                  </a:lnTo>
                  <a:lnTo>
                    <a:pt x="7315290" y="0"/>
                  </a:lnTo>
                  <a:lnTo>
                    <a:pt x="7315290" y="12705"/>
                  </a:lnTo>
                  <a:close/>
                </a:path>
                <a:path w="13487400" h="749300">
                  <a:moveTo>
                    <a:pt x="7264464" y="12705"/>
                  </a:moveTo>
                  <a:lnTo>
                    <a:pt x="7239051" y="12705"/>
                  </a:lnTo>
                  <a:lnTo>
                    <a:pt x="7239051" y="0"/>
                  </a:lnTo>
                  <a:lnTo>
                    <a:pt x="7264464" y="0"/>
                  </a:lnTo>
                  <a:lnTo>
                    <a:pt x="7264464" y="12705"/>
                  </a:lnTo>
                  <a:close/>
                </a:path>
                <a:path w="13487400" h="749300">
                  <a:moveTo>
                    <a:pt x="7213639" y="12705"/>
                  </a:moveTo>
                  <a:lnTo>
                    <a:pt x="7188226" y="12705"/>
                  </a:lnTo>
                  <a:lnTo>
                    <a:pt x="7188226" y="0"/>
                  </a:lnTo>
                  <a:lnTo>
                    <a:pt x="7213639" y="0"/>
                  </a:lnTo>
                  <a:lnTo>
                    <a:pt x="7213639" y="12705"/>
                  </a:lnTo>
                  <a:close/>
                </a:path>
                <a:path w="13487400" h="749300">
                  <a:moveTo>
                    <a:pt x="7162826" y="12705"/>
                  </a:moveTo>
                  <a:lnTo>
                    <a:pt x="7137413" y="12705"/>
                  </a:lnTo>
                  <a:lnTo>
                    <a:pt x="7137413" y="0"/>
                  </a:lnTo>
                  <a:lnTo>
                    <a:pt x="7162826" y="0"/>
                  </a:lnTo>
                  <a:lnTo>
                    <a:pt x="7162826" y="12705"/>
                  </a:lnTo>
                  <a:close/>
                </a:path>
                <a:path w="13487400" h="749300">
                  <a:moveTo>
                    <a:pt x="7112001" y="12705"/>
                  </a:moveTo>
                  <a:lnTo>
                    <a:pt x="7086588" y="12705"/>
                  </a:lnTo>
                  <a:lnTo>
                    <a:pt x="7086588" y="0"/>
                  </a:lnTo>
                  <a:lnTo>
                    <a:pt x="7112001" y="0"/>
                  </a:lnTo>
                  <a:lnTo>
                    <a:pt x="7112001" y="12705"/>
                  </a:lnTo>
                  <a:close/>
                </a:path>
                <a:path w="13487400" h="749300">
                  <a:moveTo>
                    <a:pt x="7061175" y="12705"/>
                  </a:moveTo>
                  <a:lnTo>
                    <a:pt x="7035763" y="12705"/>
                  </a:lnTo>
                  <a:lnTo>
                    <a:pt x="7035763" y="0"/>
                  </a:lnTo>
                  <a:lnTo>
                    <a:pt x="7061175" y="0"/>
                  </a:lnTo>
                  <a:lnTo>
                    <a:pt x="7061175" y="12705"/>
                  </a:lnTo>
                  <a:close/>
                </a:path>
                <a:path w="13487400" h="749300">
                  <a:moveTo>
                    <a:pt x="7010350" y="12705"/>
                  </a:moveTo>
                  <a:lnTo>
                    <a:pt x="6984937" y="12705"/>
                  </a:lnTo>
                  <a:lnTo>
                    <a:pt x="6984937" y="0"/>
                  </a:lnTo>
                  <a:lnTo>
                    <a:pt x="7010350" y="0"/>
                  </a:lnTo>
                  <a:lnTo>
                    <a:pt x="7010350" y="12705"/>
                  </a:lnTo>
                  <a:close/>
                </a:path>
                <a:path w="13487400" h="749300">
                  <a:moveTo>
                    <a:pt x="6959524" y="12705"/>
                  </a:moveTo>
                  <a:lnTo>
                    <a:pt x="6934124" y="12705"/>
                  </a:lnTo>
                  <a:lnTo>
                    <a:pt x="6934124" y="0"/>
                  </a:lnTo>
                  <a:lnTo>
                    <a:pt x="6959524" y="0"/>
                  </a:lnTo>
                  <a:lnTo>
                    <a:pt x="6959524" y="12705"/>
                  </a:lnTo>
                  <a:close/>
                </a:path>
                <a:path w="13487400" h="749300">
                  <a:moveTo>
                    <a:pt x="6908712" y="12705"/>
                  </a:moveTo>
                  <a:lnTo>
                    <a:pt x="6883299" y="12705"/>
                  </a:lnTo>
                  <a:lnTo>
                    <a:pt x="6883299" y="0"/>
                  </a:lnTo>
                  <a:lnTo>
                    <a:pt x="6908712" y="0"/>
                  </a:lnTo>
                  <a:lnTo>
                    <a:pt x="6908712" y="12705"/>
                  </a:lnTo>
                  <a:close/>
                </a:path>
                <a:path w="13487400" h="749300">
                  <a:moveTo>
                    <a:pt x="6857886" y="12705"/>
                  </a:moveTo>
                  <a:lnTo>
                    <a:pt x="6832474" y="12705"/>
                  </a:lnTo>
                  <a:lnTo>
                    <a:pt x="6832474" y="0"/>
                  </a:lnTo>
                  <a:lnTo>
                    <a:pt x="6857886" y="0"/>
                  </a:lnTo>
                  <a:lnTo>
                    <a:pt x="6857886" y="12705"/>
                  </a:lnTo>
                  <a:close/>
                </a:path>
                <a:path w="13487400" h="749300">
                  <a:moveTo>
                    <a:pt x="6807061" y="12705"/>
                  </a:moveTo>
                  <a:lnTo>
                    <a:pt x="6781648" y="12705"/>
                  </a:lnTo>
                  <a:lnTo>
                    <a:pt x="6781648" y="0"/>
                  </a:lnTo>
                  <a:lnTo>
                    <a:pt x="6807061" y="0"/>
                  </a:lnTo>
                  <a:lnTo>
                    <a:pt x="6807061" y="12705"/>
                  </a:lnTo>
                  <a:close/>
                </a:path>
                <a:path w="13487400" h="749300">
                  <a:moveTo>
                    <a:pt x="6756236" y="12705"/>
                  </a:moveTo>
                  <a:lnTo>
                    <a:pt x="6730823" y="12705"/>
                  </a:lnTo>
                  <a:lnTo>
                    <a:pt x="6730823" y="0"/>
                  </a:lnTo>
                  <a:lnTo>
                    <a:pt x="6756236" y="0"/>
                  </a:lnTo>
                  <a:lnTo>
                    <a:pt x="6756236" y="12705"/>
                  </a:lnTo>
                  <a:close/>
                </a:path>
                <a:path w="13487400" h="749300">
                  <a:moveTo>
                    <a:pt x="6705423" y="12705"/>
                  </a:moveTo>
                  <a:lnTo>
                    <a:pt x="6680010" y="12705"/>
                  </a:lnTo>
                  <a:lnTo>
                    <a:pt x="6680010" y="0"/>
                  </a:lnTo>
                  <a:lnTo>
                    <a:pt x="6705423" y="0"/>
                  </a:lnTo>
                  <a:lnTo>
                    <a:pt x="6705423" y="12705"/>
                  </a:lnTo>
                  <a:close/>
                </a:path>
                <a:path w="13487400" h="749300">
                  <a:moveTo>
                    <a:pt x="6654597" y="12705"/>
                  </a:moveTo>
                  <a:lnTo>
                    <a:pt x="6629185" y="12705"/>
                  </a:lnTo>
                  <a:lnTo>
                    <a:pt x="6629185" y="0"/>
                  </a:lnTo>
                  <a:lnTo>
                    <a:pt x="6654597" y="0"/>
                  </a:lnTo>
                  <a:lnTo>
                    <a:pt x="6654597" y="12705"/>
                  </a:lnTo>
                  <a:close/>
                </a:path>
                <a:path w="13487400" h="749300">
                  <a:moveTo>
                    <a:pt x="6603772" y="12705"/>
                  </a:moveTo>
                  <a:lnTo>
                    <a:pt x="6578359" y="12705"/>
                  </a:lnTo>
                  <a:lnTo>
                    <a:pt x="6578359" y="0"/>
                  </a:lnTo>
                  <a:lnTo>
                    <a:pt x="6603772" y="0"/>
                  </a:lnTo>
                  <a:lnTo>
                    <a:pt x="6603772" y="12705"/>
                  </a:lnTo>
                  <a:close/>
                </a:path>
                <a:path w="13487400" h="749300">
                  <a:moveTo>
                    <a:pt x="6552947" y="12705"/>
                  </a:moveTo>
                  <a:lnTo>
                    <a:pt x="6527547" y="12705"/>
                  </a:lnTo>
                  <a:lnTo>
                    <a:pt x="6527547" y="0"/>
                  </a:lnTo>
                  <a:lnTo>
                    <a:pt x="6552947" y="0"/>
                  </a:lnTo>
                  <a:lnTo>
                    <a:pt x="6552947" y="12705"/>
                  </a:lnTo>
                  <a:close/>
                </a:path>
                <a:path w="13487400" h="749300">
                  <a:moveTo>
                    <a:pt x="6502134" y="12705"/>
                  </a:moveTo>
                  <a:lnTo>
                    <a:pt x="6476721" y="12705"/>
                  </a:lnTo>
                  <a:lnTo>
                    <a:pt x="6476721" y="0"/>
                  </a:lnTo>
                  <a:lnTo>
                    <a:pt x="6502134" y="0"/>
                  </a:lnTo>
                  <a:lnTo>
                    <a:pt x="6502134" y="12705"/>
                  </a:lnTo>
                  <a:close/>
                </a:path>
                <a:path w="13487400" h="749300">
                  <a:moveTo>
                    <a:pt x="6451309" y="12705"/>
                  </a:moveTo>
                  <a:lnTo>
                    <a:pt x="6425896" y="12705"/>
                  </a:lnTo>
                  <a:lnTo>
                    <a:pt x="6425896" y="0"/>
                  </a:lnTo>
                  <a:lnTo>
                    <a:pt x="6451309" y="0"/>
                  </a:lnTo>
                  <a:lnTo>
                    <a:pt x="6451309" y="12705"/>
                  </a:lnTo>
                  <a:close/>
                </a:path>
                <a:path w="13487400" h="749300">
                  <a:moveTo>
                    <a:pt x="6400483" y="12705"/>
                  </a:moveTo>
                  <a:lnTo>
                    <a:pt x="6375070" y="12705"/>
                  </a:lnTo>
                  <a:lnTo>
                    <a:pt x="6375070" y="0"/>
                  </a:lnTo>
                  <a:lnTo>
                    <a:pt x="6400483" y="0"/>
                  </a:lnTo>
                  <a:lnTo>
                    <a:pt x="6400483" y="12705"/>
                  </a:lnTo>
                  <a:close/>
                </a:path>
                <a:path w="13487400" h="749300">
                  <a:moveTo>
                    <a:pt x="6349670" y="12705"/>
                  </a:moveTo>
                  <a:lnTo>
                    <a:pt x="6324258" y="12705"/>
                  </a:lnTo>
                  <a:lnTo>
                    <a:pt x="6324258" y="0"/>
                  </a:lnTo>
                  <a:lnTo>
                    <a:pt x="6349670" y="0"/>
                  </a:lnTo>
                  <a:lnTo>
                    <a:pt x="6349670" y="12705"/>
                  </a:lnTo>
                  <a:close/>
                </a:path>
                <a:path w="13487400" h="749300">
                  <a:moveTo>
                    <a:pt x="6298845" y="12705"/>
                  </a:moveTo>
                  <a:lnTo>
                    <a:pt x="6273432" y="12705"/>
                  </a:lnTo>
                  <a:lnTo>
                    <a:pt x="6273432" y="0"/>
                  </a:lnTo>
                  <a:lnTo>
                    <a:pt x="6298845" y="0"/>
                  </a:lnTo>
                  <a:lnTo>
                    <a:pt x="6298845" y="12705"/>
                  </a:lnTo>
                  <a:close/>
                </a:path>
                <a:path w="13487400" h="749300">
                  <a:moveTo>
                    <a:pt x="6248020" y="12705"/>
                  </a:moveTo>
                  <a:lnTo>
                    <a:pt x="6222607" y="12705"/>
                  </a:lnTo>
                  <a:lnTo>
                    <a:pt x="6222607" y="0"/>
                  </a:lnTo>
                  <a:lnTo>
                    <a:pt x="6248020" y="0"/>
                  </a:lnTo>
                  <a:lnTo>
                    <a:pt x="6248020" y="12705"/>
                  </a:lnTo>
                  <a:close/>
                </a:path>
                <a:path w="13487400" h="749300">
                  <a:moveTo>
                    <a:pt x="6197207" y="12705"/>
                  </a:moveTo>
                  <a:lnTo>
                    <a:pt x="6171794" y="12705"/>
                  </a:lnTo>
                  <a:lnTo>
                    <a:pt x="6171794" y="0"/>
                  </a:lnTo>
                  <a:lnTo>
                    <a:pt x="6197207" y="0"/>
                  </a:lnTo>
                  <a:lnTo>
                    <a:pt x="6197207" y="12705"/>
                  </a:lnTo>
                  <a:close/>
                </a:path>
                <a:path w="13487400" h="749300">
                  <a:moveTo>
                    <a:pt x="6146382" y="12705"/>
                  </a:moveTo>
                  <a:lnTo>
                    <a:pt x="6120969" y="12705"/>
                  </a:lnTo>
                  <a:lnTo>
                    <a:pt x="6120969" y="0"/>
                  </a:lnTo>
                  <a:lnTo>
                    <a:pt x="6146382" y="0"/>
                  </a:lnTo>
                  <a:lnTo>
                    <a:pt x="6146382" y="12705"/>
                  </a:lnTo>
                  <a:close/>
                </a:path>
                <a:path w="13487400" h="749300">
                  <a:moveTo>
                    <a:pt x="6095556" y="12705"/>
                  </a:moveTo>
                  <a:lnTo>
                    <a:pt x="6070143" y="12705"/>
                  </a:lnTo>
                  <a:lnTo>
                    <a:pt x="6070143" y="0"/>
                  </a:lnTo>
                  <a:lnTo>
                    <a:pt x="6095556" y="0"/>
                  </a:lnTo>
                  <a:lnTo>
                    <a:pt x="6095556" y="12705"/>
                  </a:lnTo>
                  <a:close/>
                </a:path>
                <a:path w="13487400" h="749300">
                  <a:moveTo>
                    <a:pt x="6044731" y="12705"/>
                  </a:moveTo>
                  <a:lnTo>
                    <a:pt x="6019318" y="12705"/>
                  </a:lnTo>
                  <a:lnTo>
                    <a:pt x="6019318" y="0"/>
                  </a:lnTo>
                  <a:lnTo>
                    <a:pt x="6044731" y="0"/>
                  </a:lnTo>
                  <a:lnTo>
                    <a:pt x="6044731" y="12705"/>
                  </a:lnTo>
                  <a:close/>
                </a:path>
                <a:path w="13487400" h="749300">
                  <a:moveTo>
                    <a:pt x="5993918" y="12705"/>
                  </a:moveTo>
                  <a:lnTo>
                    <a:pt x="5968505" y="12705"/>
                  </a:lnTo>
                  <a:lnTo>
                    <a:pt x="5968505" y="0"/>
                  </a:lnTo>
                  <a:lnTo>
                    <a:pt x="5993918" y="0"/>
                  </a:lnTo>
                  <a:lnTo>
                    <a:pt x="5993918" y="12705"/>
                  </a:lnTo>
                  <a:close/>
                </a:path>
                <a:path w="13487400" h="749300">
                  <a:moveTo>
                    <a:pt x="5943093" y="12705"/>
                  </a:moveTo>
                  <a:lnTo>
                    <a:pt x="5917680" y="12705"/>
                  </a:lnTo>
                  <a:lnTo>
                    <a:pt x="5917680" y="0"/>
                  </a:lnTo>
                  <a:lnTo>
                    <a:pt x="5943093" y="0"/>
                  </a:lnTo>
                  <a:lnTo>
                    <a:pt x="5943093" y="12705"/>
                  </a:lnTo>
                  <a:close/>
                </a:path>
                <a:path w="13487400" h="749300">
                  <a:moveTo>
                    <a:pt x="5892267" y="12705"/>
                  </a:moveTo>
                  <a:lnTo>
                    <a:pt x="5866855" y="12705"/>
                  </a:lnTo>
                  <a:lnTo>
                    <a:pt x="5866855" y="0"/>
                  </a:lnTo>
                  <a:lnTo>
                    <a:pt x="5892267" y="0"/>
                  </a:lnTo>
                  <a:lnTo>
                    <a:pt x="5892267" y="12705"/>
                  </a:lnTo>
                  <a:close/>
                </a:path>
                <a:path w="13487400" h="749300">
                  <a:moveTo>
                    <a:pt x="5841455" y="12705"/>
                  </a:moveTo>
                  <a:lnTo>
                    <a:pt x="5816042" y="12705"/>
                  </a:lnTo>
                  <a:lnTo>
                    <a:pt x="5816042" y="0"/>
                  </a:lnTo>
                  <a:lnTo>
                    <a:pt x="5841455" y="0"/>
                  </a:lnTo>
                  <a:lnTo>
                    <a:pt x="5841455" y="12705"/>
                  </a:lnTo>
                  <a:close/>
                </a:path>
                <a:path w="13487400" h="749300">
                  <a:moveTo>
                    <a:pt x="5790629" y="12705"/>
                  </a:moveTo>
                  <a:lnTo>
                    <a:pt x="5765216" y="12705"/>
                  </a:lnTo>
                  <a:lnTo>
                    <a:pt x="5765216" y="0"/>
                  </a:lnTo>
                  <a:lnTo>
                    <a:pt x="5790629" y="0"/>
                  </a:lnTo>
                  <a:lnTo>
                    <a:pt x="5790629" y="12705"/>
                  </a:lnTo>
                  <a:close/>
                </a:path>
                <a:path w="13487400" h="749300">
                  <a:moveTo>
                    <a:pt x="5739804" y="12705"/>
                  </a:moveTo>
                  <a:lnTo>
                    <a:pt x="5714391" y="12705"/>
                  </a:lnTo>
                  <a:lnTo>
                    <a:pt x="5714391" y="0"/>
                  </a:lnTo>
                  <a:lnTo>
                    <a:pt x="5739804" y="0"/>
                  </a:lnTo>
                  <a:lnTo>
                    <a:pt x="5739804" y="12705"/>
                  </a:lnTo>
                  <a:close/>
                </a:path>
                <a:path w="13487400" h="749300">
                  <a:moveTo>
                    <a:pt x="5688978" y="12705"/>
                  </a:moveTo>
                  <a:lnTo>
                    <a:pt x="5663578" y="12705"/>
                  </a:lnTo>
                  <a:lnTo>
                    <a:pt x="5663578" y="0"/>
                  </a:lnTo>
                  <a:lnTo>
                    <a:pt x="5688978" y="0"/>
                  </a:lnTo>
                  <a:lnTo>
                    <a:pt x="5688978" y="12705"/>
                  </a:lnTo>
                  <a:close/>
                </a:path>
                <a:path w="13487400" h="749300">
                  <a:moveTo>
                    <a:pt x="5638166" y="12705"/>
                  </a:moveTo>
                  <a:lnTo>
                    <a:pt x="5612753" y="12705"/>
                  </a:lnTo>
                  <a:lnTo>
                    <a:pt x="5612753" y="0"/>
                  </a:lnTo>
                  <a:lnTo>
                    <a:pt x="5638166" y="0"/>
                  </a:lnTo>
                  <a:lnTo>
                    <a:pt x="5638166" y="12705"/>
                  </a:lnTo>
                  <a:close/>
                </a:path>
                <a:path w="13487400" h="749300">
                  <a:moveTo>
                    <a:pt x="5587340" y="12705"/>
                  </a:moveTo>
                  <a:lnTo>
                    <a:pt x="5561928" y="12705"/>
                  </a:lnTo>
                  <a:lnTo>
                    <a:pt x="5561928" y="0"/>
                  </a:lnTo>
                  <a:lnTo>
                    <a:pt x="5587340" y="0"/>
                  </a:lnTo>
                  <a:lnTo>
                    <a:pt x="5587340" y="12705"/>
                  </a:lnTo>
                  <a:close/>
                </a:path>
                <a:path w="13487400" h="749300">
                  <a:moveTo>
                    <a:pt x="5536515" y="12705"/>
                  </a:moveTo>
                  <a:lnTo>
                    <a:pt x="5511102" y="12705"/>
                  </a:lnTo>
                  <a:lnTo>
                    <a:pt x="5511102" y="0"/>
                  </a:lnTo>
                  <a:lnTo>
                    <a:pt x="5536515" y="0"/>
                  </a:lnTo>
                  <a:lnTo>
                    <a:pt x="5536515" y="12705"/>
                  </a:lnTo>
                  <a:close/>
                </a:path>
                <a:path w="13487400" h="749300">
                  <a:moveTo>
                    <a:pt x="5485702" y="12705"/>
                  </a:moveTo>
                  <a:lnTo>
                    <a:pt x="5460289" y="12705"/>
                  </a:lnTo>
                  <a:lnTo>
                    <a:pt x="5460289" y="0"/>
                  </a:lnTo>
                  <a:lnTo>
                    <a:pt x="5485702" y="0"/>
                  </a:lnTo>
                  <a:lnTo>
                    <a:pt x="5485702" y="12705"/>
                  </a:lnTo>
                  <a:close/>
                </a:path>
                <a:path w="13487400" h="749300">
                  <a:moveTo>
                    <a:pt x="5434877" y="12705"/>
                  </a:moveTo>
                  <a:lnTo>
                    <a:pt x="5409464" y="12705"/>
                  </a:lnTo>
                  <a:lnTo>
                    <a:pt x="5409464" y="0"/>
                  </a:lnTo>
                  <a:lnTo>
                    <a:pt x="5434877" y="0"/>
                  </a:lnTo>
                  <a:lnTo>
                    <a:pt x="5434877" y="12705"/>
                  </a:lnTo>
                  <a:close/>
                </a:path>
                <a:path w="13487400" h="749300">
                  <a:moveTo>
                    <a:pt x="5384051" y="12705"/>
                  </a:moveTo>
                  <a:lnTo>
                    <a:pt x="5358639" y="12705"/>
                  </a:lnTo>
                  <a:lnTo>
                    <a:pt x="5358639" y="0"/>
                  </a:lnTo>
                  <a:lnTo>
                    <a:pt x="5384051" y="0"/>
                  </a:lnTo>
                  <a:lnTo>
                    <a:pt x="5384051" y="12705"/>
                  </a:lnTo>
                  <a:close/>
                </a:path>
                <a:path w="13487400" h="749300">
                  <a:moveTo>
                    <a:pt x="5333226" y="12705"/>
                  </a:moveTo>
                  <a:lnTo>
                    <a:pt x="5307826" y="12705"/>
                  </a:lnTo>
                  <a:lnTo>
                    <a:pt x="5307826" y="0"/>
                  </a:lnTo>
                  <a:lnTo>
                    <a:pt x="5333226" y="0"/>
                  </a:lnTo>
                  <a:lnTo>
                    <a:pt x="5333226" y="12705"/>
                  </a:lnTo>
                  <a:close/>
                </a:path>
                <a:path w="13487400" h="749300">
                  <a:moveTo>
                    <a:pt x="5282413" y="12705"/>
                  </a:moveTo>
                  <a:lnTo>
                    <a:pt x="5257001" y="12705"/>
                  </a:lnTo>
                  <a:lnTo>
                    <a:pt x="5257001" y="0"/>
                  </a:lnTo>
                  <a:lnTo>
                    <a:pt x="5282413" y="0"/>
                  </a:lnTo>
                  <a:lnTo>
                    <a:pt x="5282413" y="12705"/>
                  </a:lnTo>
                  <a:close/>
                </a:path>
                <a:path w="13487400" h="749300">
                  <a:moveTo>
                    <a:pt x="5231588" y="12705"/>
                  </a:moveTo>
                  <a:lnTo>
                    <a:pt x="5206175" y="12705"/>
                  </a:lnTo>
                  <a:lnTo>
                    <a:pt x="5206175" y="0"/>
                  </a:lnTo>
                  <a:lnTo>
                    <a:pt x="5231588" y="0"/>
                  </a:lnTo>
                  <a:lnTo>
                    <a:pt x="5231588" y="12705"/>
                  </a:lnTo>
                  <a:close/>
                </a:path>
                <a:path w="13487400" h="749300">
                  <a:moveTo>
                    <a:pt x="5180762" y="12705"/>
                  </a:moveTo>
                  <a:lnTo>
                    <a:pt x="5155350" y="12705"/>
                  </a:lnTo>
                  <a:lnTo>
                    <a:pt x="5155350" y="0"/>
                  </a:lnTo>
                  <a:lnTo>
                    <a:pt x="5180762" y="0"/>
                  </a:lnTo>
                  <a:lnTo>
                    <a:pt x="5180762" y="12705"/>
                  </a:lnTo>
                  <a:close/>
                </a:path>
                <a:path w="13487400" h="749300">
                  <a:moveTo>
                    <a:pt x="5129950" y="12705"/>
                  </a:moveTo>
                  <a:lnTo>
                    <a:pt x="5104537" y="12705"/>
                  </a:lnTo>
                  <a:lnTo>
                    <a:pt x="5104537" y="0"/>
                  </a:lnTo>
                  <a:lnTo>
                    <a:pt x="5129950" y="0"/>
                  </a:lnTo>
                  <a:lnTo>
                    <a:pt x="5129950" y="12705"/>
                  </a:lnTo>
                  <a:close/>
                </a:path>
                <a:path w="13487400" h="749300">
                  <a:moveTo>
                    <a:pt x="5079124" y="12705"/>
                  </a:moveTo>
                  <a:lnTo>
                    <a:pt x="5053712" y="12705"/>
                  </a:lnTo>
                  <a:lnTo>
                    <a:pt x="5053712" y="0"/>
                  </a:lnTo>
                  <a:lnTo>
                    <a:pt x="5079124" y="0"/>
                  </a:lnTo>
                  <a:lnTo>
                    <a:pt x="5079124" y="12705"/>
                  </a:lnTo>
                  <a:close/>
                </a:path>
                <a:path w="13487400" h="749300">
                  <a:moveTo>
                    <a:pt x="5028299" y="12705"/>
                  </a:moveTo>
                  <a:lnTo>
                    <a:pt x="5002886" y="12705"/>
                  </a:lnTo>
                  <a:lnTo>
                    <a:pt x="5002886" y="0"/>
                  </a:lnTo>
                  <a:lnTo>
                    <a:pt x="5028299" y="0"/>
                  </a:lnTo>
                  <a:lnTo>
                    <a:pt x="5028299" y="12705"/>
                  </a:lnTo>
                  <a:close/>
                </a:path>
                <a:path w="13487400" h="749300">
                  <a:moveTo>
                    <a:pt x="4977486" y="12705"/>
                  </a:moveTo>
                  <a:lnTo>
                    <a:pt x="4952074" y="12705"/>
                  </a:lnTo>
                  <a:lnTo>
                    <a:pt x="4952074" y="0"/>
                  </a:lnTo>
                  <a:lnTo>
                    <a:pt x="4977486" y="0"/>
                  </a:lnTo>
                  <a:lnTo>
                    <a:pt x="4977486" y="12705"/>
                  </a:lnTo>
                  <a:close/>
                </a:path>
                <a:path w="13487400" h="749300">
                  <a:moveTo>
                    <a:pt x="4926661" y="12705"/>
                  </a:moveTo>
                  <a:lnTo>
                    <a:pt x="4901248" y="12705"/>
                  </a:lnTo>
                  <a:lnTo>
                    <a:pt x="4901248" y="0"/>
                  </a:lnTo>
                  <a:lnTo>
                    <a:pt x="4926661" y="0"/>
                  </a:lnTo>
                  <a:lnTo>
                    <a:pt x="4926661" y="12705"/>
                  </a:lnTo>
                  <a:close/>
                </a:path>
                <a:path w="13487400" h="749300">
                  <a:moveTo>
                    <a:pt x="4875835" y="12705"/>
                  </a:moveTo>
                  <a:lnTo>
                    <a:pt x="4850423" y="12705"/>
                  </a:lnTo>
                  <a:lnTo>
                    <a:pt x="4850423" y="0"/>
                  </a:lnTo>
                  <a:lnTo>
                    <a:pt x="4875835" y="0"/>
                  </a:lnTo>
                  <a:lnTo>
                    <a:pt x="4875835" y="12705"/>
                  </a:lnTo>
                  <a:close/>
                </a:path>
                <a:path w="13487400" h="749300">
                  <a:moveTo>
                    <a:pt x="4825010" y="12705"/>
                  </a:moveTo>
                  <a:lnTo>
                    <a:pt x="4799610" y="12705"/>
                  </a:lnTo>
                  <a:lnTo>
                    <a:pt x="4799610" y="0"/>
                  </a:lnTo>
                  <a:lnTo>
                    <a:pt x="4825010" y="0"/>
                  </a:lnTo>
                  <a:lnTo>
                    <a:pt x="4825010" y="12705"/>
                  </a:lnTo>
                  <a:close/>
                </a:path>
                <a:path w="13487400" h="749300">
                  <a:moveTo>
                    <a:pt x="4774197" y="12705"/>
                  </a:moveTo>
                  <a:lnTo>
                    <a:pt x="4748785" y="12705"/>
                  </a:lnTo>
                  <a:lnTo>
                    <a:pt x="4748785" y="0"/>
                  </a:lnTo>
                  <a:lnTo>
                    <a:pt x="4774197" y="0"/>
                  </a:lnTo>
                  <a:lnTo>
                    <a:pt x="4774197" y="12705"/>
                  </a:lnTo>
                  <a:close/>
                </a:path>
                <a:path w="13487400" h="749300">
                  <a:moveTo>
                    <a:pt x="4723372" y="12705"/>
                  </a:moveTo>
                  <a:lnTo>
                    <a:pt x="4697959" y="12705"/>
                  </a:lnTo>
                  <a:lnTo>
                    <a:pt x="4697959" y="0"/>
                  </a:lnTo>
                  <a:lnTo>
                    <a:pt x="4723372" y="0"/>
                  </a:lnTo>
                  <a:lnTo>
                    <a:pt x="4723372" y="12705"/>
                  </a:lnTo>
                  <a:close/>
                </a:path>
                <a:path w="13487400" h="749300">
                  <a:moveTo>
                    <a:pt x="4672547" y="12705"/>
                  </a:moveTo>
                  <a:lnTo>
                    <a:pt x="4647134" y="12705"/>
                  </a:lnTo>
                  <a:lnTo>
                    <a:pt x="4647134" y="0"/>
                  </a:lnTo>
                  <a:lnTo>
                    <a:pt x="4672547" y="0"/>
                  </a:lnTo>
                  <a:lnTo>
                    <a:pt x="4672547" y="12705"/>
                  </a:lnTo>
                  <a:close/>
                </a:path>
                <a:path w="13487400" h="749300">
                  <a:moveTo>
                    <a:pt x="4621734" y="12705"/>
                  </a:moveTo>
                  <a:lnTo>
                    <a:pt x="4596321" y="12705"/>
                  </a:lnTo>
                  <a:lnTo>
                    <a:pt x="4596321" y="0"/>
                  </a:lnTo>
                  <a:lnTo>
                    <a:pt x="4621734" y="0"/>
                  </a:lnTo>
                  <a:lnTo>
                    <a:pt x="4621734" y="12705"/>
                  </a:lnTo>
                  <a:close/>
                </a:path>
                <a:path w="13487400" h="749300">
                  <a:moveTo>
                    <a:pt x="4570908" y="12705"/>
                  </a:moveTo>
                  <a:lnTo>
                    <a:pt x="4545496" y="12705"/>
                  </a:lnTo>
                  <a:lnTo>
                    <a:pt x="4545496" y="0"/>
                  </a:lnTo>
                  <a:lnTo>
                    <a:pt x="4570908" y="0"/>
                  </a:lnTo>
                  <a:lnTo>
                    <a:pt x="4570908" y="12705"/>
                  </a:lnTo>
                  <a:close/>
                </a:path>
                <a:path w="13487400" h="749300">
                  <a:moveTo>
                    <a:pt x="4520083" y="12705"/>
                  </a:moveTo>
                  <a:lnTo>
                    <a:pt x="4494670" y="12705"/>
                  </a:lnTo>
                  <a:lnTo>
                    <a:pt x="4494670" y="0"/>
                  </a:lnTo>
                  <a:lnTo>
                    <a:pt x="4520083" y="0"/>
                  </a:lnTo>
                  <a:lnTo>
                    <a:pt x="4520083" y="12705"/>
                  </a:lnTo>
                  <a:close/>
                </a:path>
                <a:path w="13487400" h="749300">
                  <a:moveTo>
                    <a:pt x="4469258" y="12705"/>
                  </a:moveTo>
                  <a:lnTo>
                    <a:pt x="4443858" y="12705"/>
                  </a:lnTo>
                  <a:lnTo>
                    <a:pt x="4443858" y="0"/>
                  </a:lnTo>
                  <a:lnTo>
                    <a:pt x="4469258" y="0"/>
                  </a:lnTo>
                  <a:lnTo>
                    <a:pt x="4469258" y="12705"/>
                  </a:lnTo>
                  <a:close/>
                </a:path>
                <a:path w="13487400" h="749300">
                  <a:moveTo>
                    <a:pt x="4418445" y="12705"/>
                  </a:moveTo>
                  <a:lnTo>
                    <a:pt x="4393032" y="12705"/>
                  </a:lnTo>
                  <a:lnTo>
                    <a:pt x="4393032" y="0"/>
                  </a:lnTo>
                  <a:lnTo>
                    <a:pt x="4418445" y="0"/>
                  </a:lnTo>
                  <a:lnTo>
                    <a:pt x="4418445" y="12705"/>
                  </a:lnTo>
                  <a:close/>
                </a:path>
                <a:path w="13487400" h="749300">
                  <a:moveTo>
                    <a:pt x="4367620" y="12705"/>
                  </a:moveTo>
                  <a:lnTo>
                    <a:pt x="4342207" y="12705"/>
                  </a:lnTo>
                  <a:lnTo>
                    <a:pt x="4342207" y="0"/>
                  </a:lnTo>
                  <a:lnTo>
                    <a:pt x="4367620" y="0"/>
                  </a:lnTo>
                  <a:lnTo>
                    <a:pt x="4367620" y="12705"/>
                  </a:lnTo>
                  <a:close/>
                </a:path>
                <a:path w="13487400" h="749300">
                  <a:moveTo>
                    <a:pt x="4316794" y="12705"/>
                  </a:moveTo>
                  <a:lnTo>
                    <a:pt x="4291381" y="12705"/>
                  </a:lnTo>
                  <a:lnTo>
                    <a:pt x="4291381" y="0"/>
                  </a:lnTo>
                  <a:lnTo>
                    <a:pt x="4316794" y="0"/>
                  </a:lnTo>
                  <a:lnTo>
                    <a:pt x="4316794" y="12705"/>
                  </a:lnTo>
                  <a:close/>
                </a:path>
                <a:path w="13487400" h="749300">
                  <a:moveTo>
                    <a:pt x="4265981" y="12705"/>
                  </a:moveTo>
                  <a:lnTo>
                    <a:pt x="4240569" y="12705"/>
                  </a:lnTo>
                  <a:lnTo>
                    <a:pt x="4240569" y="0"/>
                  </a:lnTo>
                  <a:lnTo>
                    <a:pt x="4265981" y="0"/>
                  </a:lnTo>
                  <a:lnTo>
                    <a:pt x="4265981" y="12705"/>
                  </a:lnTo>
                  <a:close/>
                </a:path>
                <a:path w="13487400" h="749300">
                  <a:moveTo>
                    <a:pt x="4215156" y="12705"/>
                  </a:moveTo>
                  <a:lnTo>
                    <a:pt x="4189743" y="12705"/>
                  </a:lnTo>
                  <a:lnTo>
                    <a:pt x="4189743" y="0"/>
                  </a:lnTo>
                  <a:lnTo>
                    <a:pt x="4215156" y="0"/>
                  </a:lnTo>
                  <a:lnTo>
                    <a:pt x="4215156" y="12705"/>
                  </a:lnTo>
                  <a:close/>
                </a:path>
                <a:path w="13487400" h="749300">
                  <a:moveTo>
                    <a:pt x="4164331" y="12705"/>
                  </a:moveTo>
                  <a:lnTo>
                    <a:pt x="4138918" y="12705"/>
                  </a:lnTo>
                  <a:lnTo>
                    <a:pt x="4138918" y="0"/>
                  </a:lnTo>
                  <a:lnTo>
                    <a:pt x="4164331" y="0"/>
                  </a:lnTo>
                  <a:lnTo>
                    <a:pt x="4164331" y="12705"/>
                  </a:lnTo>
                  <a:close/>
                </a:path>
                <a:path w="13487400" h="749300">
                  <a:moveTo>
                    <a:pt x="4113505" y="12705"/>
                  </a:moveTo>
                  <a:lnTo>
                    <a:pt x="4088105" y="12705"/>
                  </a:lnTo>
                  <a:lnTo>
                    <a:pt x="4088105" y="0"/>
                  </a:lnTo>
                  <a:lnTo>
                    <a:pt x="4113505" y="0"/>
                  </a:lnTo>
                  <a:lnTo>
                    <a:pt x="4113505" y="12705"/>
                  </a:lnTo>
                  <a:close/>
                </a:path>
                <a:path w="13487400" h="749300">
                  <a:moveTo>
                    <a:pt x="4062693" y="12705"/>
                  </a:moveTo>
                  <a:lnTo>
                    <a:pt x="4037280" y="12705"/>
                  </a:lnTo>
                  <a:lnTo>
                    <a:pt x="4037280" y="0"/>
                  </a:lnTo>
                  <a:lnTo>
                    <a:pt x="4062693" y="0"/>
                  </a:lnTo>
                  <a:lnTo>
                    <a:pt x="4062693" y="12705"/>
                  </a:lnTo>
                  <a:close/>
                </a:path>
                <a:path w="13487400" h="749300">
                  <a:moveTo>
                    <a:pt x="4011867" y="12705"/>
                  </a:moveTo>
                  <a:lnTo>
                    <a:pt x="3986454" y="12705"/>
                  </a:lnTo>
                  <a:lnTo>
                    <a:pt x="3986454" y="0"/>
                  </a:lnTo>
                  <a:lnTo>
                    <a:pt x="4011867" y="0"/>
                  </a:lnTo>
                  <a:lnTo>
                    <a:pt x="4011867" y="12705"/>
                  </a:lnTo>
                  <a:close/>
                </a:path>
                <a:path w="13487400" h="749300">
                  <a:moveTo>
                    <a:pt x="3961042" y="12705"/>
                  </a:moveTo>
                  <a:lnTo>
                    <a:pt x="3935629" y="12705"/>
                  </a:lnTo>
                  <a:lnTo>
                    <a:pt x="3935629" y="0"/>
                  </a:lnTo>
                  <a:lnTo>
                    <a:pt x="3961042" y="0"/>
                  </a:lnTo>
                  <a:lnTo>
                    <a:pt x="3961042" y="12705"/>
                  </a:lnTo>
                  <a:close/>
                </a:path>
                <a:path w="13487400" h="749300">
                  <a:moveTo>
                    <a:pt x="3910229" y="12705"/>
                  </a:moveTo>
                  <a:lnTo>
                    <a:pt x="3884816" y="12705"/>
                  </a:lnTo>
                  <a:lnTo>
                    <a:pt x="3884816" y="0"/>
                  </a:lnTo>
                  <a:lnTo>
                    <a:pt x="3910229" y="0"/>
                  </a:lnTo>
                  <a:lnTo>
                    <a:pt x="3910229" y="12705"/>
                  </a:lnTo>
                  <a:close/>
                </a:path>
                <a:path w="13487400" h="749300">
                  <a:moveTo>
                    <a:pt x="3859404" y="12705"/>
                  </a:moveTo>
                  <a:lnTo>
                    <a:pt x="3833991" y="12705"/>
                  </a:lnTo>
                  <a:lnTo>
                    <a:pt x="3833991" y="0"/>
                  </a:lnTo>
                  <a:lnTo>
                    <a:pt x="3859404" y="0"/>
                  </a:lnTo>
                  <a:lnTo>
                    <a:pt x="3859404" y="12705"/>
                  </a:lnTo>
                  <a:close/>
                </a:path>
                <a:path w="13487400" h="749300">
                  <a:moveTo>
                    <a:pt x="3808578" y="12705"/>
                  </a:moveTo>
                  <a:lnTo>
                    <a:pt x="3783166" y="12705"/>
                  </a:lnTo>
                  <a:lnTo>
                    <a:pt x="3783166" y="0"/>
                  </a:lnTo>
                  <a:lnTo>
                    <a:pt x="3808578" y="0"/>
                  </a:lnTo>
                  <a:lnTo>
                    <a:pt x="3808578" y="12705"/>
                  </a:lnTo>
                  <a:close/>
                </a:path>
                <a:path w="13487400" h="749300">
                  <a:moveTo>
                    <a:pt x="3757753" y="12705"/>
                  </a:moveTo>
                  <a:lnTo>
                    <a:pt x="3732353" y="12705"/>
                  </a:lnTo>
                  <a:lnTo>
                    <a:pt x="3732353" y="0"/>
                  </a:lnTo>
                  <a:lnTo>
                    <a:pt x="3757753" y="0"/>
                  </a:lnTo>
                  <a:lnTo>
                    <a:pt x="3757753" y="12705"/>
                  </a:lnTo>
                  <a:close/>
                </a:path>
                <a:path w="13487400" h="749300">
                  <a:moveTo>
                    <a:pt x="3706940" y="12705"/>
                  </a:moveTo>
                  <a:lnTo>
                    <a:pt x="3681527" y="12705"/>
                  </a:lnTo>
                  <a:lnTo>
                    <a:pt x="3681527" y="0"/>
                  </a:lnTo>
                  <a:lnTo>
                    <a:pt x="3706940" y="0"/>
                  </a:lnTo>
                  <a:lnTo>
                    <a:pt x="3706940" y="12705"/>
                  </a:lnTo>
                  <a:close/>
                </a:path>
                <a:path w="13487400" h="749300">
                  <a:moveTo>
                    <a:pt x="3656115" y="12705"/>
                  </a:moveTo>
                  <a:lnTo>
                    <a:pt x="3630702" y="12705"/>
                  </a:lnTo>
                  <a:lnTo>
                    <a:pt x="3630702" y="0"/>
                  </a:lnTo>
                  <a:lnTo>
                    <a:pt x="3656115" y="0"/>
                  </a:lnTo>
                  <a:lnTo>
                    <a:pt x="3656115" y="12705"/>
                  </a:lnTo>
                  <a:close/>
                </a:path>
                <a:path w="13487400" h="749300">
                  <a:moveTo>
                    <a:pt x="3605289" y="12705"/>
                  </a:moveTo>
                  <a:lnTo>
                    <a:pt x="3579889" y="12705"/>
                  </a:lnTo>
                  <a:lnTo>
                    <a:pt x="3579889" y="0"/>
                  </a:lnTo>
                  <a:lnTo>
                    <a:pt x="3605289" y="0"/>
                  </a:lnTo>
                  <a:lnTo>
                    <a:pt x="3605289" y="12705"/>
                  </a:lnTo>
                  <a:close/>
                </a:path>
                <a:path w="13487400" h="749300">
                  <a:moveTo>
                    <a:pt x="3554477" y="12705"/>
                  </a:moveTo>
                  <a:lnTo>
                    <a:pt x="3529064" y="12705"/>
                  </a:lnTo>
                  <a:lnTo>
                    <a:pt x="3529064" y="0"/>
                  </a:lnTo>
                  <a:lnTo>
                    <a:pt x="3554477" y="0"/>
                  </a:lnTo>
                  <a:lnTo>
                    <a:pt x="3554477" y="12705"/>
                  </a:lnTo>
                  <a:close/>
                </a:path>
                <a:path w="13487400" h="749300">
                  <a:moveTo>
                    <a:pt x="3503651" y="12705"/>
                  </a:moveTo>
                  <a:lnTo>
                    <a:pt x="3478239" y="12705"/>
                  </a:lnTo>
                  <a:lnTo>
                    <a:pt x="3478239" y="0"/>
                  </a:lnTo>
                  <a:lnTo>
                    <a:pt x="3503651" y="0"/>
                  </a:lnTo>
                  <a:lnTo>
                    <a:pt x="3503651" y="12705"/>
                  </a:lnTo>
                  <a:close/>
                </a:path>
                <a:path w="13487400" h="749300">
                  <a:moveTo>
                    <a:pt x="3452826" y="12705"/>
                  </a:moveTo>
                  <a:lnTo>
                    <a:pt x="3427413" y="12705"/>
                  </a:lnTo>
                  <a:lnTo>
                    <a:pt x="3427413" y="0"/>
                  </a:lnTo>
                  <a:lnTo>
                    <a:pt x="3452826" y="0"/>
                  </a:lnTo>
                  <a:lnTo>
                    <a:pt x="3452826" y="12705"/>
                  </a:lnTo>
                  <a:close/>
                </a:path>
                <a:path w="13487400" h="749300">
                  <a:moveTo>
                    <a:pt x="3402013" y="12705"/>
                  </a:moveTo>
                  <a:lnTo>
                    <a:pt x="3376600" y="12705"/>
                  </a:lnTo>
                  <a:lnTo>
                    <a:pt x="3376600" y="0"/>
                  </a:lnTo>
                  <a:lnTo>
                    <a:pt x="3402013" y="0"/>
                  </a:lnTo>
                  <a:lnTo>
                    <a:pt x="3402013" y="12705"/>
                  </a:lnTo>
                  <a:close/>
                </a:path>
                <a:path w="13487400" h="749300">
                  <a:moveTo>
                    <a:pt x="3351188" y="12705"/>
                  </a:moveTo>
                  <a:lnTo>
                    <a:pt x="3325775" y="12705"/>
                  </a:lnTo>
                  <a:lnTo>
                    <a:pt x="3325775" y="0"/>
                  </a:lnTo>
                  <a:lnTo>
                    <a:pt x="3351188" y="0"/>
                  </a:lnTo>
                  <a:lnTo>
                    <a:pt x="3351188" y="12705"/>
                  </a:lnTo>
                  <a:close/>
                </a:path>
                <a:path w="13487400" h="749300">
                  <a:moveTo>
                    <a:pt x="3300362" y="12705"/>
                  </a:moveTo>
                  <a:lnTo>
                    <a:pt x="3274950" y="12705"/>
                  </a:lnTo>
                  <a:lnTo>
                    <a:pt x="3274950" y="0"/>
                  </a:lnTo>
                  <a:lnTo>
                    <a:pt x="3300362" y="0"/>
                  </a:lnTo>
                  <a:lnTo>
                    <a:pt x="3300362" y="12705"/>
                  </a:lnTo>
                  <a:close/>
                </a:path>
                <a:path w="13487400" h="749300">
                  <a:moveTo>
                    <a:pt x="3249537" y="12705"/>
                  </a:moveTo>
                  <a:lnTo>
                    <a:pt x="3224137" y="12705"/>
                  </a:lnTo>
                  <a:lnTo>
                    <a:pt x="3224137" y="0"/>
                  </a:lnTo>
                  <a:lnTo>
                    <a:pt x="3249537" y="0"/>
                  </a:lnTo>
                  <a:lnTo>
                    <a:pt x="3249537" y="12705"/>
                  </a:lnTo>
                  <a:close/>
                </a:path>
                <a:path w="13487400" h="749300">
                  <a:moveTo>
                    <a:pt x="3198724" y="12705"/>
                  </a:moveTo>
                  <a:lnTo>
                    <a:pt x="3173312" y="12705"/>
                  </a:lnTo>
                  <a:lnTo>
                    <a:pt x="3173312" y="0"/>
                  </a:lnTo>
                  <a:lnTo>
                    <a:pt x="3198724" y="0"/>
                  </a:lnTo>
                  <a:lnTo>
                    <a:pt x="3198724" y="12705"/>
                  </a:lnTo>
                  <a:close/>
                </a:path>
                <a:path w="13487400" h="749300">
                  <a:moveTo>
                    <a:pt x="3147899" y="12705"/>
                  </a:moveTo>
                  <a:lnTo>
                    <a:pt x="3122486" y="12705"/>
                  </a:lnTo>
                  <a:lnTo>
                    <a:pt x="3122486" y="0"/>
                  </a:lnTo>
                  <a:lnTo>
                    <a:pt x="3147899" y="0"/>
                  </a:lnTo>
                  <a:lnTo>
                    <a:pt x="3147899" y="12705"/>
                  </a:lnTo>
                  <a:close/>
                </a:path>
                <a:path w="13487400" h="749300">
                  <a:moveTo>
                    <a:pt x="3097073" y="12705"/>
                  </a:moveTo>
                  <a:lnTo>
                    <a:pt x="3071661" y="12705"/>
                  </a:lnTo>
                  <a:lnTo>
                    <a:pt x="3071661" y="0"/>
                  </a:lnTo>
                  <a:lnTo>
                    <a:pt x="3097073" y="0"/>
                  </a:lnTo>
                  <a:lnTo>
                    <a:pt x="3097073" y="12705"/>
                  </a:lnTo>
                  <a:close/>
                </a:path>
                <a:path w="13487400" h="749300">
                  <a:moveTo>
                    <a:pt x="3046261" y="12705"/>
                  </a:moveTo>
                  <a:lnTo>
                    <a:pt x="3020848" y="12705"/>
                  </a:lnTo>
                  <a:lnTo>
                    <a:pt x="3020848" y="0"/>
                  </a:lnTo>
                  <a:lnTo>
                    <a:pt x="3046261" y="0"/>
                  </a:lnTo>
                  <a:lnTo>
                    <a:pt x="3046261" y="12705"/>
                  </a:lnTo>
                  <a:close/>
                </a:path>
                <a:path w="13487400" h="749300">
                  <a:moveTo>
                    <a:pt x="2995435" y="12705"/>
                  </a:moveTo>
                  <a:lnTo>
                    <a:pt x="2970023" y="12705"/>
                  </a:lnTo>
                  <a:lnTo>
                    <a:pt x="2970023" y="0"/>
                  </a:lnTo>
                  <a:lnTo>
                    <a:pt x="2995435" y="0"/>
                  </a:lnTo>
                  <a:lnTo>
                    <a:pt x="2995435" y="12705"/>
                  </a:lnTo>
                  <a:close/>
                </a:path>
                <a:path w="13487400" h="749300">
                  <a:moveTo>
                    <a:pt x="2944610" y="12705"/>
                  </a:moveTo>
                  <a:lnTo>
                    <a:pt x="2919197" y="12705"/>
                  </a:lnTo>
                  <a:lnTo>
                    <a:pt x="2919197" y="0"/>
                  </a:lnTo>
                  <a:lnTo>
                    <a:pt x="2944610" y="0"/>
                  </a:lnTo>
                  <a:lnTo>
                    <a:pt x="2944610" y="12705"/>
                  </a:lnTo>
                  <a:close/>
                </a:path>
                <a:path w="13487400" h="749300">
                  <a:moveTo>
                    <a:pt x="2893785" y="12705"/>
                  </a:moveTo>
                  <a:lnTo>
                    <a:pt x="2868385" y="12705"/>
                  </a:lnTo>
                  <a:lnTo>
                    <a:pt x="2868385" y="0"/>
                  </a:lnTo>
                  <a:lnTo>
                    <a:pt x="2893785" y="0"/>
                  </a:lnTo>
                  <a:lnTo>
                    <a:pt x="2893785" y="12705"/>
                  </a:lnTo>
                  <a:close/>
                </a:path>
                <a:path w="13487400" h="749300">
                  <a:moveTo>
                    <a:pt x="2842972" y="12705"/>
                  </a:moveTo>
                  <a:lnTo>
                    <a:pt x="2817559" y="12705"/>
                  </a:lnTo>
                  <a:lnTo>
                    <a:pt x="2817559" y="0"/>
                  </a:lnTo>
                  <a:lnTo>
                    <a:pt x="2842972" y="0"/>
                  </a:lnTo>
                  <a:lnTo>
                    <a:pt x="2842972" y="12705"/>
                  </a:lnTo>
                  <a:close/>
                </a:path>
                <a:path w="13487400" h="749300">
                  <a:moveTo>
                    <a:pt x="2792146" y="12705"/>
                  </a:moveTo>
                  <a:lnTo>
                    <a:pt x="2766734" y="12705"/>
                  </a:lnTo>
                  <a:lnTo>
                    <a:pt x="2766734" y="0"/>
                  </a:lnTo>
                  <a:lnTo>
                    <a:pt x="2792146" y="0"/>
                  </a:lnTo>
                  <a:lnTo>
                    <a:pt x="2792146" y="12705"/>
                  </a:lnTo>
                  <a:close/>
                </a:path>
                <a:path w="13487400" h="749300">
                  <a:moveTo>
                    <a:pt x="2741321" y="12705"/>
                  </a:moveTo>
                  <a:lnTo>
                    <a:pt x="2715908" y="12705"/>
                  </a:lnTo>
                  <a:lnTo>
                    <a:pt x="2715908" y="0"/>
                  </a:lnTo>
                  <a:lnTo>
                    <a:pt x="2741321" y="0"/>
                  </a:lnTo>
                  <a:lnTo>
                    <a:pt x="2741321" y="12705"/>
                  </a:lnTo>
                  <a:close/>
                </a:path>
                <a:path w="13487400" h="749300">
                  <a:moveTo>
                    <a:pt x="2690508" y="12705"/>
                  </a:moveTo>
                  <a:lnTo>
                    <a:pt x="2665096" y="12705"/>
                  </a:lnTo>
                  <a:lnTo>
                    <a:pt x="2665096" y="0"/>
                  </a:lnTo>
                  <a:lnTo>
                    <a:pt x="2690508" y="0"/>
                  </a:lnTo>
                  <a:lnTo>
                    <a:pt x="2690508" y="12705"/>
                  </a:lnTo>
                  <a:close/>
                </a:path>
                <a:path w="13487400" h="749300">
                  <a:moveTo>
                    <a:pt x="2639683" y="12705"/>
                  </a:moveTo>
                  <a:lnTo>
                    <a:pt x="2614270" y="12705"/>
                  </a:lnTo>
                  <a:lnTo>
                    <a:pt x="2614270" y="0"/>
                  </a:lnTo>
                  <a:lnTo>
                    <a:pt x="2639683" y="0"/>
                  </a:lnTo>
                  <a:lnTo>
                    <a:pt x="2639683" y="12705"/>
                  </a:lnTo>
                  <a:close/>
                </a:path>
                <a:path w="13487400" h="749300">
                  <a:moveTo>
                    <a:pt x="2588858" y="12705"/>
                  </a:moveTo>
                  <a:lnTo>
                    <a:pt x="2563445" y="12705"/>
                  </a:lnTo>
                  <a:lnTo>
                    <a:pt x="2563445" y="0"/>
                  </a:lnTo>
                  <a:lnTo>
                    <a:pt x="2588858" y="0"/>
                  </a:lnTo>
                  <a:lnTo>
                    <a:pt x="2588858" y="12705"/>
                  </a:lnTo>
                  <a:close/>
                </a:path>
                <a:path w="13487400" h="749300">
                  <a:moveTo>
                    <a:pt x="2538032" y="12705"/>
                  </a:moveTo>
                  <a:lnTo>
                    <a:pt x="2512632" y="12705"/>
                  </a:lnTo>
                  <a:lnTo>
                    <a:pt x="2512632" y="0"/>
                  </a:lnTo>
                  <a:lnTo>
                    <a:pt x="2538032" y="0"/>
                  </a:lnTo>
                  <a:lnTo>
                    <a:pt x="2538032" y="12705"/>
                  </a:lnTo>
                  <a:close/>
                </a:path>
                <a:path w="13487400" h="749300">
                  <a:moveTo>
                    <a:pt x="2487219" y="12705"/>
                  </a:moveTo>
                  <a:lnTo>
                    <a:pt x="2461807" y="12705"/>
                  </a:lnTo>
                  <a:lnTo>
                    <a:pt x="2461807" y="0"/>
                  </a:lnTo>
                  <a:lnTo>
                    <a:pt x="2487219" y="0"/>
                  </a:lnTo>
                  <a:lnTo>
                    <a:pt x="2487219" y="12705"/>
                  </a:lnTo>
                  <a:close/>
                </a:path>
                <a:path w="13487400" h="749300">
                  <a:moveTo>
                    <a:pt x="2436394" y="12705"/>
                  </a:moveTo>
                  <a:lnTo>
                    <a:pt x="2410981" y="12705"/>
                  </a:lnTo>
                  <a:lnTo>
                    <a:pt x="2410981" y="0"/>
                  </a:lnTo>
                  <a:lnTo>
                    <a:pt x="2436394" y="0"/>
                  </a:lnTo>
                  <a:lnTo>
                    <a:pt x="2436394" y="12705"/>
                  </a:lnTo>
                  <a:close/>
                </a:path>
                <a:path w="13487400" h="749300">
                  <a:moveTo>
                    <a:pt x="2385569" y="12705"/>
                  </a:moveTo>
                  <a:lnTo>
                    <a:pt x="2360156" y="12705"/>
                  </a:lnTo>
                  <a:lnTo>
                    <a:pt x="2360156" y="0"/>
                  </a:lnTo>
                  <a:lnTo>
                    <a:pt x="2385569" y="0"/>
                  </a:lnTo>
                  <a:lnTo>
                    <a:pt x="2385569" y="12705"/>
                  </a:lnTo>
                  <a:close/>
                </a:path>
                <a:path w="13487400" h="749300">
                  <a:moveTo>
                    <a:pt x="2334756" y="12705"/>
                  </a:moveTo>
                  <a:lnTo>
                    <a:pt x="2309343" y="12705"/>
                  </a:lnTo>
                  <a:lnTo>
                    <a:pt x="2309343" y="0"/>
                  </a:lnTo>
                  <a:lnTo>
                    <a:pt x="2334756" y="0"/>
                  </a:lnTo>
                  <a:lnTo>
                    <a:pt x="2334756" y="12705"/>
                  </a:lnTo>
                  <a:close/>
                </a:path>
                <a:path w="13487400" h="749300">
                  <a:moveTo>
                    <a:pt x="2283931" y="12705"/>
                  </a:moveTo>
                  <a:lnTo>
                    <a:pt x="2258518" y="12705"/>
                  </a:lnTo>
                  <a:lnTo>
                    <a:pt x="2258518" y="0"/>
                  </a:lnTo>
                  <a:lnTo>
                    <a:pt x="2283931" y="0"/>
                  </a:lnTo>
                  <a:lnTo>
                    <a:pt x="2283931" y="12705"/>
                  </a:lnTo>
                  <a:close/>
                </a:path>
                <a:path w="13487400" h="749300">
                  <a:moveTo>
                    <a:pt x="2233105" y="12705"/>
                  </a:moveTo>
                  <a:lnTo>
                    <a:pt x="2207692" y="12705"/>
                  </a:lnTo>
                  <a:lnTo>
                    <a:pt x="2207692" y="0"/>
                  </a:lnTo>
                  <a:lnTo>
                    <a:pt x="2233105" y="0"/>
                  </a:lnTo>
                  <a:lnTo>
                    <a:pt x="2233105" y="12705"/>
                  </a:lnTo>
                  <a:close/>
                </a:path>
                <a:path w="13487400" h="749300">
                  <a:moveTo>
                    <a:pt x="2182292" y="12705"/>
                  </a:moveTo>
                  <a:lnTo>
                    <a:pt x="2156880" y="12705"/>
                  </a:lnTo>
                  <a:lnTo>
                    <a:pt x="2156880" y="0"/>
                  </a:lnTo>
                  <a:lnTo>
                    <a:pt x="2182292" y="0"/>
                  </a:lnTo>
                  <a:lnTo>
                    <a:pt x="2182292" y="12705"/>
                  </a:lnTo>
                  <a:close/>
                </a:path>
                <a:path w="13487400" h="749300">
                  <a:moveTo>
                    <a:pt x="2131467" y="12705"/>
                  </a:moveTo>
                  <a:lnTo>
                    <a:pt x="2106054" y="12705"/>
                  </a:lnTo>
                  <a:lnTo>
                    <a:pt x="2106054" y="0"/>
                  </a:lnTo>
                  <a:lnTo>
                    <a:pt x="2131467" y="0"/>
                  </a:lnTo>
                  <a:lnTo>
                    <a:pt x="2131467" y="12705"/>
                  </a:lnTo>
                  <a:close/>
                </a:path>
                <a:path w="13487400" h="749300">
                  <a:moveTo>
                    <a:pt x="2080642" y="12705"/>
                  </a:moveTo>
                  <a:lnTo>
                    <a:pt x="2055229" y="12705"/>
                  </a:lnTo>
                  <a:lnTo>
                    <a:pt x="2055229" y="0"/>
                  </a:lnTo>
                  <a:lnTo>
                    <a:pt x="2080642" y="0"/>
                  </a:lnTo>
                  <a:lnTo>
                    <a:pt x="2080642" y="12705"/>
                  </a:lnTo>
                  <a:close/>
                </a:path>
                <a:path w="13487400" h="749300">
                  <a:moveTo>
                    <a:pt x="2029816" y="12705"/>
                  </a:moveTo>
                  <a:lnTo>
                    <a:pt x="2004416" y="12705"/>
                  </a:lnTo>
                  <a:lnTo>
                    <a:pt x="2004416" y="0"/>
                  </a:lnTo>
                  <a:lnTo>
                    <a:pt x="2029816" y="0"/>
                  </a:lnTo>
                  <a:lnTo>
                    <a:pt x="2029816" y="12705"/>
                  </a:lnTo>
                  <a:close/>
                </a:path>
                <a:path w="13487400" h="749300">
                  <a:moveTo>
                    <a:pt x="1979004" y="12705"/>
                  </a:moveTo>
                  <a:lnTo>
                    <a:pt x="1953591" y="12705"/>
                  </a:lnTo>
                  <a:lnTo>
                    <a:pt x="1953591" y="0"/>
                  </a:lnTo>
                  <a:lnTo>
                    <a:pt x="1979004" y="0"/>
                  </a:lnTo>
                  <a:lnTo>
                    <a:pt x="1979004" y="12705"/>
                  </a:lnTo>
                  <a:close/>
                </a:path>
                <a:path w="13487400" h="749300">
                  <a:moveTo>
                    <a:pt x="1928178" y="12705"/>
                  </a:moveTo>
                  <a:lnTo>
                    <a:pt x="1902765" y="12705"/>
                  </a:lnTo>
                  <a:lnTo>
                    <a:pt x="1902765" y="0"/>
                  </a:lnTo>
                  <a:lnTo>
                    <a:pt x="1928178" y="0"/>
                  </a:lnTo>
                  <a:lnTo>
                    <a:pt x="1928178" y="12705"/>
                  </a:lnTo>
                  <a:close/>
                </a:path>
                <a:path w="13487400" h="749300">
                  <a:moveTo>
                    <a:pt x="1877353" y="12705"/>
                  </a:moveTo>
                  <a:lnTo>
                    <a:pt x="1851940" y="12705"/>
                  </a:lnTo>
                  <a:lnTo>
                    <a:pt x="1851940" y="0"/>
                  </a:lnTo>
                  <a:lnTo>
                    <a:pt x="1877353" y="0"/>
                  </a:lnTo>
                  <a:lnTo>
                    <a:pt x="1877353" y="12705"/>
                  </a:lnTo>
                  <a:close/>
                </a:path>
                <a:path w="13487400" h="749300">
                  <a:moveTo>
                    <a:pt x="1826540" y="12705"/>
                  </a:moveTo>
                  <a:lnTo>
                    <a:pt x="1801127" y="12705"/>
                  </a:lnTo>
                  <a:lnTo>
                    <a:pt x="1801127" y="0"/>
                  </a:lnTo>
                  <a:lnTo>
                    <a:pt x="1826540" y="0"/>
                  </a:lnTo>
                  <a:lnTo>
                    <a:pt x="1826540" y="12705"/>
                  </a:lnTo>
                  <a:close/>
                </a:path>
                <a:path w="13487400" h="749300">
                  <a:moveTo>
                    <a:pt x="1775715" y="12705"/>
                  </a:moveTo>
                  <a:lnTo>
                    <a:pt x="1750302" y="12705"/>
                  </a:lnTo>
                  <a:lnTo>
                    <a:pt x="1750302" y="0"/>
                  </a:lnTo>
                  <a:lnTo>
                    <a:pt x="1775715" y="0"/>
                  </a:lnTo>
                  <a:lnTo>
                    <a:pt x="1775715" y="12705"/>
                  </a:lnTo>
                  <a:close/>
                </a:path>
                <a:path w="13487400" h="749300">
                  <a:moveTo>
                    <a:pt x="1724889" y="12705"/>
                  </a:moveTo>
                  <a:lnTo>
                    <a:pt x="1699477" y="12705"/>
                  </a:lnTo>
                  <a:lnTo>
                    <a:pt x="1699477" y="0"/>
                  </a:lnTo>
                  <a:lnTo>
                    <a:pt x="1724889" y="0"/>
                  </a:lnTo>
                  <a:lnTo>
                    <a:pt x="1724889" y="12705"/>
                  </a:lnTo>
                  <a:close/>
                </a:path>
                <a:path w="13487400" h="749300">
                  <a:moveTo>
                    <a:pt x="1674064" y="12705"/>
                  </a:moveTo>
                  <a:lnTo>
                    <a:pt x="1648664" y="12705"/>
                  </a:lnTo>
                  <a:lnTo>
                    <a:pt x="1648664" y="0"/>
                  </a:lnTo>
                  <a:lnTo>
                    <a:pt x="1674064" y="0"/>
                  </a:lnTo>
                  <a:lnTo>
                    <a:pt x="1674064" y="12705"/>
                  </a:lnTo>
                  <a:close/>
                </a:path>
                <a:path w="13487400" h="749300">
                  <a:moveTo>
                    <a:pt x="1623251" y="12705"/>
                  </a:moveTo>
                  <a:lnTo>
                    <a:pt x="1597838" y="12705"/>
                  </a:lnTo>
                  <a:lnTo>
                    <a:pt x="1597838" y="0"/>
                  </a:lnTo>
                  <a:lnTo>
                    <a:pt x="1623251" y="0"/>
                  </a:lnTo>
                  <a:lnTo>
                    <a:pt x="1623251" y="12705"/>
                  </a:lnTo>
                  <a:close/>
                </a:path>
                <a:path w="13487400" h="749300">
                  <a:moveTo>
                    <a:pt x="1572426" y="12705"/>
                  </a:moveTo>
                  <a:lnTo>
                    <a:pt x="1547013" y="12705"/>
                  </a:lnTo>
                  <a:lnTo>
                    <a:pt x="1547013" y="0"/>
                  </a:lnTo>
                  <a:lnTo>
                    <a:pt x="1572426" y="0"/>
                  </a:lnTo>
                  <a:lnTo>
                    <a:pt x="1572426" y="12705"/>
                  </a:lnTo>
                  <a:close/>
                </a:path>
                <a:path w="13487400" h="749300">
                  <a:moveTo>
                    <a:pt x="1521600" y="12705"/>
                  </a:moveTo>
                  <a:lnTo>
                    <a:pt x="1496188" y="12705"/>
                  </a:lnTo>
                  <a:lnTo>
                    <a:pt x="1496188" y="0"/>
                  </a:lnTo>
                  <a:lnTo>
                    <a:pt x="1521600" y="0"/>
                  </a:lnTo>
                  <a:lnTo>
                    <a:pt x="1521600" y="12705"/>
                  </a:lnTo>
                  <a:close/>
                </a:path>
                <a:path w="13487400" h="749300">
                  <a:moveTo>
                    <a:pt x="1470788" y="12705"/>
                  </a:moveTo>
                  <a:lnTo>
                    <a:pt x="1445375" y="12705"/>
                  </a:lnTo>
                  <a:lnTo>
                    <a:pt x="1445375" y="0"/>
                  </a:lnTo>
                  <a:lnTo>
                    <a:pt x="1470788" y="0"/>
                  </a:lnTo>
                  <a:lnTo>
                    <a:pt x="1470788" y="12705"/>
                  </a:lnTo>
                  <a:close/>
                </a:path>
                <a:path w="13487400" h="749300">
                  <a:moveTo>
                    <a:pt x="1419962" y="12705"/>
                  </a:moveTo>
                  <a:lnTo>
                    <a:pt x="1394550" y="12705"/>
                  </a:lnTo>
                  <a:lnTo>
                    <a:pt x="1394550" y="0"/>
                  </a:lnTo>
                  <a:lnTo>
                    <a:pt x="1419962" y="0"/>
                  </a:lnTo>
                  <a:lnTo>
                    <a:pt x="1419962" y="12705"/>
                  </a:lnTo>
                  <a:close/>
                </a:path>
                <a:path w="13487400" h="749300">
                  <a:moveTo>
                    <a:pt x="1369137" y="12705"/>
                  </a:moveTo>
                  <a:lnTo>
                    <a:pt x="1343724" y="12705"/>
                  </a:lnTo>
                  <a:lnTo>
                    <a:pt x="1343724" y="0"/>
                  </a:lnTo>
                  <a:lnTo>
                    <a:pt x="1369137" y="0"/>
                  </a:lnTo>
                  <a:lnTo>
                    <a:pt x="1369137" y="12705"/>
                  </a:lnTo>
                  <a:close/>
                </a:path>
                <a:path w="13487400" h="749300">
                  <a:moveTo>
                    <a:pt x="1318311" y="12705"/>
                  </a:moveTo>
                  <a:lnTo>
                    <a:pt x="1292911" y="12705"/>
                  </a:lnTo>
                  <a:lnTo>
                    <a:pt x="1292911" y="0"/>
                  </a:lnTo>
                  <a:lnTo>
                    <a:pt x="1318311" y="0"/>
                  </a:lnTo>
                  <a:lnTo>
                    <a:pt x="1318311" y="12705"/>
                  </a:lnTo>
                  <a:close/>
                </a:path>
                <a:path w="13487400" h="749300">
                  <a:moveTo>
                    <a:pt x="1267499" y="12705"/>
                  </a:moveTo>
                  <a:lnTo>
                    <a:pt x="1242086" y="12705"/>
                  </a:lnTo>
                  <a:lnTo>
                    <a:pt x="1242086" y="0"/>
                  </a:lnTo>
                  <a:lnTo>
                    <a:pt x="1267499" y="0"/>
                  </a:lnTo>
                  <a:lnTo>
                    <a:pt x="1267499" y="12705"/>
                  </a:lnTo>
                  <a:close/>
                </a:path>
                <a:path w="13487400" h="749300">
                  <a:moveTo>
                    <a:pt x="1216673" y="12705"/>
                  </a:moveTo>
                  <a:lnTo>
                    <a:pt x="1191261" y="12705"/>
                  </a:lnTo>
                  <a:lnTo>
                    <a:pt x="1191261" y="0"/>
                  </a:lnTo>
                  <a:lnTo>
                    <a:pt x="1216673" y="0"/>
                  </a:lnTo>
                  <a:lnTo>
                    <a:pt x="1216673" y="12705"/>
                  </a:lnTo>
                  <a:close/>
                </a:path>
                <a:path w="13487400" h="749300">
                  <a:moveTo>
                    <a:pt x="1165848" y="12705"/>
                  </a:moveTo>
                  <a:lnTo>
                    <a:pt x="1140435" y="12705"/>
                  </a:lnTo>
                  <a:lnTo>
                    <a:pt x="1140435" y="0"/>
                  </a:lnTo>
                  <a:lnTo>
                    <a:pt x="1165848" y="0"/>
                  </a:lnTo>
                  <a:lnTo>
                    <a:pt x="1165848" y="12705"/>
                  </a:lnTo>
                  <a:close/>
                </a:path>
                <a:path w="13487400" h="749300">
                  <a:moveTo>
                    <a:pt x="1115035" y="12705"/>
                  </a:moveTo>
                  <a:lnTo>
                    <a:pt x="1089623" y="12705"/>
                  </a:lnTo>
                  <a:lnTo>
                    <a:pt x="1089623" y="0"/>
                  </a:lnTo>
                  <a:lnTo>
                    <a:pt x="1115035" y="0"/>
                  </a:lnTo>
                  <a:lnTo>
                    <a:pt x="1115035" y="12705"/>
                  </a:lnTo>
                  <a:close/>
                </a:path>
                <a:path w="13487400" h="749300">
                  <a:moveTo>
                    <a:pt x="1064210" y="12705"/>
                  </a:moveTo>
                  <a:lnTo>
                    <a:pt x="1038797" y="12705"/>
                  </a:lnTo>
                  <a:lnTo>
                    <a:pt x="1038797" y="0"/>
                  </a:lnTo>
                  <a:lnTo>
                    <a:pt x="1064210" y="0"/>
                  </a:lnTo>
                  <a:lnTo>
                    <a:pt x="1064210" y="12705"/>
                  </a:lnTo>
                  <a:close/>
                </a:path>
                <a:path w="13487400" h="749300">
                  <a:moveTo>
                    <a:pt x="1013384" y="12705"/>
                  </a:moveTo>
                  <a:lnTo>
                    <a:pt x="987972" y="12705"/>
                  </a:lnTo>
                  <a:lnTo>
                    <a:pt x="987972" y="0"/>
                  </a:lnTo>
                  <a:lnTo>
                    <a:pt x="1013384" y="0"/>
                  </a:lnTo>
                  <a:lnTo>
                    <a:pt x="1013384" y="12705"/>
                  </a:lnTo>
                  <a:close/>
                </a:path>
                <a:path w="13487400" h="749300">
                  <a:moveTo>
                    <a:pt x="962572" y="12705"/>
                  </a:moveTo>
                  <a:lnTo>
                    <a:pt x="937159" y="12705"/>
                  </a:lnTo>
                  <a:lnTo>
                    <a:pt x="937159" y="0"/>
                  </a:lnTo>
                  <a:lnTo>
                    <a:pt x="962572" y="0"/>
                  </a:lnTo>
                  <a:lnTo>
                    <a:pt x="962572" y="12705"/>
                  </a:lnTo>
                  <a:close/>
                </a:path>
                <a:path w="13487400" h="749300">
                  <a:moveTo>
                    <a:pt x="911746" y="12705"/>
                  </a:moveTo>
                  <a:lnTo>
                    <a:pt x="886334" y="12705"/>
                  </a:lnTo>
                  <a:lnTo>
                    <a:pt x="886334" y="0"/>
                  </a:lnTo>
                  <a:lnTo>
                    <a:pt x="911746" y="0"/>
                  </a:lnTo>
                  <a:lnTo>
                    <a:pt x="911746" y="12705"/>
                  </a:lnTo>
                  <a:close/>
                </a:path>
                <a:path w="13487400" h="749300">
                  <a:moveTo>
                    <a:pt x="860921" y="12705"/>
                  </a:moveTo>
                  <a:lnTo>
                    <a:pt x="835508" y="12705"/>
                  </a:lnTo>
                  <a:lnTo>
                    <a:pt x="835508" y="0"/>
                  </a:lnTo>
                  <a:lnTo>
                    <a:pt x="860921" y="0"/>
                  </a:lnTo>
                  <a:lnTo>
                    <a:pt x="860921" y="12705"/>
                  </a:lnTo>
                  <a:close/>
                </a:path>
                <a:path w="13487400" h="749300">
                  <a:moveTo>
                    <a:pt x="810096" y="12705"/>
                  </a:moveTo>
                  <a:lnTo>
                    <a:pt x="784696" y="12705"/>
                  </a:lnTo>
                  <a:lnTo>
                    <a:pt x="784696" y="0"/>
                  </a:lnTo>
                  <a:lnTo>
                    <a:pt x="810096" y="0"/>
                  </a:lnTo>
                  <a:lnTo>
                    <a:pt x="810096" y="12705"/>
                  </a:lnTo>
                  <a:close/>
                </a:path>
                <a:path w="13487400" h="749300">
                  <a:moveTo>
                    <a:pt x="759283" y="12705"/>
                  </a:moveTo>
                  <a:lnTo>
                    <a:pt x="733870" y="12705"/>
                  </a:lnTo>
                  <a:lnTo>
                    <a:pt x="733870" y="0"/>
                  </a:lnTo>
                  <a:lnTo>
                    <a:pt x="759283" y="0"/>
                  </a:lnTo>
                  <a:lnTo>
                    <a:pt x="759283" y="12705"/>
                  </a:lnTo>
                  <a:close/>
                </a:path>
                <a:path w="13487400" h="749300">
                  <a:moveTo>
                    <a:pt x="708457" y="12705"/>
                  </a:moveTo>
                  <a:lnTo>
                    <a:pt x="683045" y="12705"/>
                  </a:lnTo>
                  <a:lnTo>
                    <a:pt x="683045" y="0"/>
                  </a:lnTo>
                  <a:lnTo>
                    <a:pt x="708457" y="0"/>
                  </a:lnTo>
                  <a:lnTo>
                    <a:pt x="708457" y="12705"/>
                  </a:lnTo>
                  <a:close/>
                </a:path>
                <a:path w="13487400" h="749300">
                  <a:moveTo>
                    <a:pt x="657632" y="12705"/>
                  </a:moveTo>
                  <a:lnTo>
                    <a:pt x="632219" y="12705"/>
                  </a:lnTo>
                  <a:lnTo>
                    <a:pt x="632219" y="0"/>
                  </a:lnTo>
                  <a:lnTo>
                    <a:pt x="657632" y="0"/>
                  </a:lnTo>
                  <a:lnTo>
                    <a:pt x="657632" y="12705"/>
                  </a:lnTo>
                  <a:close/>
                </a:path>
                <a:path w="13487400" h="749300">
                  <a:moveTo>
                    <a:pt x="606819" y="12705"/>
                  </a:moveTo>
                  <a:lnTo>
                    <a:pt x="581407" y="12705"/>
                  </a:lnTo>
                  <a:lnTo>
                    <a:pt x="581407" y="0"/>
                  </a:lnTo>
                  <a:lnTo>
                    <a:pt x="606819" y="0"/>
                  </a:lnTo>
                  <a:lnTo>
                    <a:pt x="606819" y="12705"/>
                  </a:lnTo>
                  <a:close/>
                </a:path>
                <a:path w="13487400" h="749300">
                  <a:moveTo>
                    <a:pt x="555994" y="12705"/>
                  </a:moveTo>
                  <a:lnTo>
                    <a:pt x="530581" y="12705"/>
                  </a:lnTo>
                  <a:lnTo>
                    <a:pt x="530581" y="0"/>
                  </a:lnTo>
                  <a:lnTo>
                    <a:pt x="555994" y="0"/>
                  </a:lnTo>
                  <a:lnTo>
                    <a:pt x="555994" y="12705"/>
                  </a:lnTo>
                  <a:close/>
                </a:path>
                <a:path w="13487400" h="749300">
                  <a:moveTo>
                    <a:pt x="505169" y="12705"/>
                  </a:moveTo>
                  <a:lnTo>
                    <a:pt x="479756" y="12705"/>
                  </a:lnTo>
                  <a:lnTo>
                    <a:pt x="479756" y="0"/>
                  </a:lnTo>
                  <a:lnTo>
                    <a:pt x="505169" y="0"/>
                  </a:lnTo>
                  <a:lnTo>
                    <a:pt x="505169" y="12705"/>
                  </a:lnTo>
                  <a:close/>
                </a:path>
                <a:path w="13487400" h="749300">
                  <a:moveTo>
                    <a:pt x="454343" y="12705"/>
                  </a:moveTo>
                  <a:lnTo>
                    <a:pt x="428943" y="12705"/>
                  </a:lnTo>
                  <a:lnTo>
                    <a:pt x="428943" y="0"/>
                  </a:lnTo>
                  <a:lnTo>
                    <a:pt x="454343" y="0"/>
                  </a:lnTo>
                  <a:lnTo>
                    <a:pt x="454343" y="12705"/>
                  </a:lnTo>
                  <a:close/>
                </a:path>
                <a:path w="13487400" h="749300">
                  <a:moveTo>
                    <a:pt x="403530" y="12705"/>
                  </a:moveTo>
                  <a:lnTo>
                    <a:pt x="378118" y="12705"/>
                  </a:lnTo>
                  <a:lnTo>
                    <a:pt x="378118" y="0"/>
                  </a:lnTo>
                  <a:lnTo>
                    <a:pt x="403530" y="0"/>
                  </a:lnTo>
                  <a:lnTo>
                    <a:pt x="403530" y="12705"/>
                  </a:lnTo>
                  <a:close/>
                </a:path>
                <a:path w="13487400" h="749300">
                  <a:moveTo>
                    <a:pt x="352705" y="12705"/>
                  </a:moveTo>
                  <a:lnTo>
                    <a:pt x="327292" y="12705"/>
                  </a:lnTo>
                  <a:lnTo>
                    <a:pt x="327292" y="0"/>
                  </a:lnTo>
                  <a:lnTo>
                    <a:pt x="352705" y="0"/>
                  </a:lnTo>
                  <a:lnTo>
                    <a:pt x="352705" y="12705"/>
                  </a:lnTo>
                  <a:close/>
                </a:path>
                <a:path w="13487400" h="749300">
                  <a:moveTo>
                    <a:pt x="301880" y="12705"/>
                  </a:moveTo>
                  <a:lnTo>
                    <a:pt x="276467" y="12705"/>
                  </a:lnTo>
                  <a:lnTo>
                    <a:pt x="276467" y="0"/>
                  </a:lnTo>
                  <a:lnTo>
                    <a:pt x="301880" y="0"/>
                  </a:lnTo>
                  <a:lnTo>
                    <a:pt x="301880" y="12705"/>
                  </a:lnTo>
                  <a:close/>
                </a:path>
                <a:path w="13487400" h="749300">
                  <a:moveTo>
                    <a:pt x="238291" y="12705"/>
                  </a:moveTo>
                  <a:lnTo>
                    <a:pt x="226450" y="12705"/>
                  </a:lnTo>
                  <a:lnTo>
                    <a:pt x="226142" y="853"/>
                  </a:lnTo>
                  <a:lnTo>
                    <a:pt x="238291" y="0"/>
                  </a:lnTo>
                  <a:lnTo>
                    <a:pt x="238291" y="12705"/>
                  </a:lnTo>
                  <a:close/>
                </a:path>
                <a:path w="13487400" h="749300">
                  <a:moveTo>
                    <a:pt x="251067" y="12705"/>
                  </a:moveTo>
                  <a:lnTo>
                    <a:pt x="238291" y="12705"/>
                  </a:lnTo>
                  <a:lnTo>
                    <a:pt x="238290" y="0"/>
                  </a:lnTo>
                  <a:lnTo>
                    <a:pt x="251067" y="0"/>
                  </a:lnTo>
                  <a:lnTo>
                    <a:pt x="251067" y="12705"/>
                  </a:lnTo>
                  <a:close/>
                </a:path>
                <a:path w="13487400" h="749300">
                  <a:moveTo>
                    <a:pt x="178461" y="10368"/>
                  </a:moveTo>
                  <a:lnTo>
                    <a:pt x="177622" y="4263"/>
                  </a:lnTo>
                  <a:lnTo>
                    <a:pt x="201892" y="2558"/>
                  </a:lnTo>
                  <a:lnTo>
                    <a:pt x="202311" y="7777"/>
                  </a:lnTo>
                  <a:lnTo>
                    <a:pt x="194222" y="8437"/>
                  </a:lnTo>
                  <a:lnTo>
                    <a:pt x="186259" y="9301"/>
                  </a:lnTo>
                  <a:lnTo>
                    <a:pt x="178461" y="10368"/>
                  </a:lnTo>
                  <a:close/>
                </a:path>
                <a:path w="13487400" h="749300">
                  <a:moveTo>
                    <a:pt x="179325" y="16667"/>
                  </a:moveTo>
                  <a:lnTo>
                    <a:pt x="178461" y="10368"/>
                  </a:lnTo>
                  <a:lnTo>
                    <a:pt x="186259" y="9301"/>
                  </a:lnTo>
                  <a:lnTo>
                    <a:pt x="194222" y="8437"/>
                  </a:lnTo>
                  <a:lnTo>
                    <a:pt x="202312" y="7777"/>
                  </a:lnTo>
                  <a:lnTo>
                    <a:pt x="202820" y="14114"/>
                  </a:lnTo>
                  <a:lnTo>
                    <a:pt x="194844" y="14749"/>
                  </a:lnTo>
                  <a:lnTo>
                    <a:pt x="187008" y="15600"/>
                  </a:lnTo>
                  <a:lnTo>
                    <a:pt x="179325" y="16667"/>
                  </a:lnTo>
                  <a:close/>
                </a:path>
                <a:path w="13487400" h="749300">
                  <a:moveTo>
                    <a:pt x="131502" y="19751"/>
                  </a:moveTo>
                  <a:lnTo>
                    <a:pt x="130049" y="14329"/>
                  </a:lnTo>
                  <a:lnTo>
                    <a:pt x="130202" y="14329"/>
                  </a:lnTo>
                  <a:lnTo>
                    <a:pt x="153784" y="9123"/>
                  </a:lnTo>
                  <a:lnTo>
                    <a:pt x="154813" y="14329"/>
                  </a:lnTo>
                  <a:lnTo>
                    <a:pt x="146813" y="15930"/>
                  </a:lnTo>
                  <a:lnTo>
                    <a:pt x="139040" y="17734"/>
                  </a:lnTo>
                  <a:lnTo>
                    <a:pt x="131502" y="19751"/>
                  </a:lnTo>
                  <a:close/>
                </a:path>
                <a:path w="13487400" h="749300">
                  <a:moveTo>
                    <a:pt x="133147" y="25887"/>
                  </a:moveTo>
                  <a:lnTo>
                    <a:pt x="131502" y="19751"/>
                  </a:lnTo>
                  <a:lnTo>
                    <a:pt x="139040" y="17734"/>
                  </a:lnTo>
                  <a:lnTo>
                    <a:pt x="146813" y="15930"/>
                  </a:lnTo>
                  <a:lnTo>
                    <a:pt x="154819" y="14329"/>
                  </a:lnTo>
                  <a:lnTo>
                    <a:pt x="156058" y="20566"/>
                  </a:lnTo>
                  <a:lnTo>
                    <a:pt x="148184" y="22128"/>
                  </a:lnTo>
                  <a:lnTo>
                    <a:pt x="140539" y="23906"/>
                  </a:lnTo>
                  <a:lnTo>
                    <a:pt x="133147" y="25887"/>
                  </a:lnTo>
                  <a:close/>
                </a:path>
                <a:path w="13487400" h="749300">
                  <a:moveTo>
                    <a:pt x="89104" y="41292"/>
                  </a:moveTo>
                  <a:lnTo>
                    <a:pt x="84356" y="30628"/>
                  </a:lnTo>
                  <a:lnTo>
                    <a:pt x="106861" y="21530"/>
                  </a:lnTo>
                  <a:lnTo>
                    <a:pt x="108675" y="26751"/>
                  </a:lnTo>
                  <a:lnTo>
                    <a:pt x="100940" y="29443"/>
                  </a:lnTo>
                  <a:lnTo>
                    <a:pt x="93549" y="32364"/>
                  </a:lnTo>
                  <a:lnTo>
                    <a:pt x="86754" y="35387"/>
                  </a:lnTo>
                  <a:lnTo>
                    <a:pt x="103188" y="35387"/>
                  </a:lnTo>
                  <a:lnTo>
                    <a:pt x="95962" y="38232"/>
                  </a:lnTo>
                  <a:lnTo>
                    <a:pt x="89104" y="41292"/>
                  </a:lnTo>
                  <a:close/>
                </a:path>
                <a:path w="13487400" h="749300">
                  <a:moveTo>
                    <a:pt x="103188" y="35387"/>
                  </a:moveTo>
                  <a:lnTo>
                    <a:pt x="86754" y="35387"/>
                  </a:lnTo>
                  <a:lnTo>
                    <a:pt x="93549" y="32364"/>
                  </a:lnTo>
                  <a:lnTo>
                    <a:pt x="100940" y="29443"/>
                  </a:lnTo>
                  <a:lnTo>
                    <a:pt x="108675" y="26751"/>
                  </a:lnTo>
                  <a:lnTo>
                    <a:pt x="110757" y="32745"/>
                  </a:lnTo>
                  <a:lnTo>
                    <a:pt x="103188" y="35387"/>
                  </a:lnTo>
                  <a:close/>
                </a:path>
                <a:path w="13487400" h="749300">
                  <a:moveTo>
                    <a:pt x="45746" y="59098"/>
                  </a:moveTo>
                  <a:lnTo>
                    <a:pt x="42586" y="54947"/>
                  </a:lnTo>
                  <a:lnTo>
                    <a:pt x="62637" y="41364"/>
                  </a:lnTo>
                  <a:lnTo>
                    <a:pt x="65392" y="46168"/>
                  </a:lnTo>
                  <a:lnTo>
                    <a:pt x="58268" y="50246"/>
                  </a:lnTo>
                  <a:lnTo>
                    <a:pt x="51702" y="54576"/>
                  </a:lnTo>
                  <a:lnTo>
                    <a:pt x="45746" y="59098"/>
                  </a:lnTo>
                  <a:close/>
                </a:path>
                <a:path w="13487400" h="749300">
                  <a:moveTo>
                    <a:pt x="49594" y="64165"/>
                  </a:moveTo>
                  <a:lnTo>
                    <a:pt x="45746" y="59098"/>
                  </a:lnTo>
                  <a:lnTo>
                    <a:pt x="51702" y="54576"/>
                  </a:lnTo>
                  <a:lnTo>
                    <a:pt x="58268" y="50246"/>
                  </a:lnTo>
                  <a:lnTo>
                    <a:pt x="65396" y="46168"/>
                  </a:lnTo>
                  <a:lnTo>
                    <a:pt x="68555" y="51668"/>
                  </a:lnTo>
                  <a:lnTo>
                    <a:pt x="61646" y="55631"/>
                  </a:lnTo>
                  <a:lnTo>
                    <a:pt x="55309" y="59809"/>
                  </a:lnTo>
                  <a:lnTo>
                    <a:pt x="49594" y="64165"/>
                  </a:lnTo>
                  <a:close/>
                </a:path>
                <a:path w="13487400" h="749300">
                  <a:moveTo>
                    <a:pt x="14978" y="92948"/>
                  </a:moveTo>
                  <a:lnTo>
                    <a:pt x="9735" y="90042"/>
                  </a:lnTo>
                  <a:lnTo>
                    <a:pt x="24870" y="71266"/>
                  </a:lnTo>
                  <a:lnTo>
                    <a:pt x="28474" y="74604"/>
                  </a:lnTo>
                  <a:lnTo>
                    <a:pt x="22975" y="80535"/>
                  </a:lnTo>
                  <a:lnTo>
                    <a:pt x="18466" y="86669"/>
                  </a:lnTo>
                  <a:lnTo>
                    <a:pt x="14978" y="92948"/>
                  </a:lnTo>
                  <a:close/>
                </a:path>
                <a:path w="13487400" h="749300">
                  <a:moveTo>
                    <a:pt x="20537" y="96029"/>
                  </a:moveTo>
                  <a:lnTo>
                    <a:pt x="14978" y="92948"/>
                  </a:lnTo>
                  <a:lnTo>
                    <a:pt x="18466" y="86669"/>
                  </a:lnTo>
                  <a:lnTo>
                    <a:pt x="22975" y="80535"/>
                  </a:lnTo>
                  <a:lnTo>
                    <a:pt x="28474" y="74604"/>
                  </a:lnTo>
                  <a:lnTo>
                    <a:pt x="33135" y="78922"/>
                  </a:lnTo>
                  <a:lnTo>
                    <a:pt x="27941" y="84523"/>
                  </a:lnTo>
                  <a:lnTo>
                    <a:pt x="23737" y="90251"/>
                  </a:lnTo>
                  <a:lnTo>
                    <a:pt x="20537" y="96029"/>
                  </a:lnTo>
                  <a:close/>
                </a:path>
              </a:pathLst>
            </a:custGeom>
            <a:solidFill>
              <a:srgbClr val="E13E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30339" y="745476"/>
              <a:ext cx="5733656" cy="200101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28739" y="1019009"/>
              <a:ext cx="10435831" cy="175082"/>
            </a:xfrm>
            <a:prstGeom prst="rect">
              <a:avLst/>
            </a:prstGeom>
          </p:spPr>
        </p:pic>
      </p:grpSp>
      <p:grpSp>
        <p:nvGrpSpPr>
          <p:cNvPr id="79" name="object 79"/>
          <p:cNvGrpSpPr/>
          <p:nvPr/>
        </p:nvGrpSpPr>
        <p:grpSpPr>
          <a:xfrm>
            <a:off x="5257800" y="1092200"/>
            <a:ext cx="4279900" cy="2222500"/>
            <a:chOff x="5054600" y="1092200"/>
            <a:chExt cx="4279900" cy="2222500"/>
          </a:xfrm>
        </p:grpSpPr>
        <p:pic>
          <p:nvPicPr>
            <p:cNvPr id="80" name="object 80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397500" y="1663700"/>
              <a:ext cx="3937000" cy="165100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5384800" y="1384300"/>
              <a:ext cx="3937000" cy="381000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5575300" y="1841500"/>
              <a:ext cx="444500" cy="254000"/>
            </a:xfrm>
            <a:custGeom>
              <a:avLst/>
              <a:gdLst/>
              <a:ahLst/>
              <a:cxnLst/>
              <a:rect l="l" t="t" r="r" b="b"/>
              <a:pathLst>
                <a:path w="444500" h="254000">
                  <a:moveTo>
                    <a:pt x="381000" y="0"/>
                  </a:moveTo>
                  <a:lnTo>
                    <a:pt x="63500" y="0"/>
                  </a:lnTo>
                  <a:lnTo>
                    <a:pt x="38785" y="4990"/>
                  </a:lnTo>
                  <a:lnTo>
                    <a:pt x="18600" y="18600"/>
                  </a:lnTo>
                  <a:lnTo>
                    <a:pt x="4990" y="38785"/>
                  </a:lnTo>
                  <a:lnTo>
                    <a:pt x="0" y="63500"/>
                  </a:lnTo>
                  <a:lnTo>
                    <a:pt x="0" y="190500"/>
                  </a:lnTo>
                  <a:lnTo>
                    <a:pt x="4990" y="215214"/>
                  </a:lnTo>
                  <a:lnTo>
                    <a:pt x="18600" y="235399"/>
                  </a:lnTo>
                  <a:lnTo>
                    <a:pt x="38785" y="249009"/>
                  </a:lnTo>
                  <a:lnTo>
                    <a:pt x="63500" y="254000"/>
                  </a:lnTo>
                  <a:lnTo>
                    <a:pt x="381000" y="254000"/>
                  </a:lnTo>
                  <a:lnTo>
                    <a:pt x="405714" y="249009"/>
                  </a:lnTo>
                  <a:lnTo>
                    <a:pt x="425899" y="235399"/>
                  </a:lnTo>
                  <a:lnTo>
                    <a:pt x="439509" y="215214"/>
                  </a:lnTo>
                  <a:lnTo>
                    <a:pt x="444500" y="190500"/>
                  </a:lnTo>
                  <a:lnTo>
                    <a:pt x="444500" y="63500"/>
                  </a:lnTo>
                  <a:lnTo>
                    <a:pt x="439509" y="38785"/>
                  </a:lnTo>
                  <a:lnTo>
                    <a:pt x="425899" y="18600"/>
                  </a:lnTo>
                  <a:lnTo>
                    <a:pt x="405714" y="499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13E4E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610669" y="1924366"/>
              <a:ext cx="364490" cy="97790"/>
            </a:xfrm>
            <a:custGeom>
              <a:avLst/>
              <a:gdLst/>
              <a:ahLst/>
              <a:cxnLst/>
              <a:rect l="l" t="t" r="r" b="b"/>
              <a:pathLst>
                <a:path w="364489" h="97789">
                  <a:moveTo>
                    <a:pt x="64148" y="49339"/>
                  </a:moveTo>
                  <a:lnTo>
                    <a:pt x="22174" y="49339"/>
                  </a:lnTo>
                  <a:lnTo>
                    <a:pt x="23533" y="49707"/>
                  </a:lnTo>
                  <a:lnTo>
                    <a:pt x="25985" y="51269"/>
                  </a:lnTo>
                  <a:lnTo>
                    <a:pt x="27508" y="52463"/>
                  </a:lnTo>
                  <a:lnTo>
                    <a:pt x="32715" y="56997"/>
                  </a:lnTo>
                  <a:lnTo>
                    <a:pt x="35610" y="59029"/>
                  </a:lnTo>
                  <a:lnTo>
                    <a:pt x="40779" y="61556"/>
                  </a:lnTo>
                  <a:lnTo>
                    <a:pt x="43573" y="62191"/>
                  </a:lnTo>
                  <a:lnTo>
                    <a:pt x="50253" y="62191"/>
                  </a:lnTo>
                  <a:lnTo>
                    <a:pt x="53543" y="61290"/>
                  </a:lnTo>
                  <a:lnTo>
                    <a:pt x="56464" y="59486"/>
                  </a:lnTo>
                  <a:lnTo>
                    <a:pt x="59372" y="57645"/>
                  </a:lnTo>
                  <a:lnTo>
                    <a:pt x="61645" y="54914"/>
                  </a:lnTo>
                  <a:lnTo>
                    <a:pt x="64148" y="49339"/>
                  </a:lnTo>
                  <a:close/>
                </a:path>
                <a:path w="364489" h="97789">
                  <a:moveTo>
                    <a:pt x="21856" y="35407"/>
                  </a:moveTo>
                  <a:lnTo>
                    <a:pt x="15176" y="35407"/>
                  </a:lnTo>
                  <a:lnTo>
                    <a:pt x="11849" y="36322"/>
                  </a:lnTo>
                  <a:lnTo>
                    <a:pt x="0" y="59982"/>
                  </a:lnTo>
                  <a:lnTo>
                    <a:pt x="13030" y="59982"/>
                  </a:lnTo>
                  <a:lnTo>
                    <a:pt x="12966" y="56159"/>
                  </a:lnTo>
                  <a:lnTo>
                    <a:pt x="13665" y="53441"/>
                  </a:lnTo>
                  <a:lnTo>
                    <a:pt x="16573" y="50165"/>
                  </a:lnTo>
                  <a:lnTo>
                    <a:pt x="18414" y="49339"/>
                  </a:lnTo>
                  <a:lnTo>
                    <a:pt x="64148" y="49339"/>
                  </a:lnTo>
                  <a:lnTo>
                    <a:pt x="64622" y="48298"/>
                  </a:lnTo>
                  <a:lnTo>
                    <a:pt x="43281" y="48298"/>
                  </a:lnTo>
                  <a:lnTo>
                    <a:pt x="41859" y="47891"/>
                  </a:lnTo>
                  <a:lnTo>
                    <a:pt x="39472" y="46316"/>
                  </a:lnTo>
                  <a:lnTo>
                    <a:pt x="37833" y="45046"/>
                  </a:lnTo>
                  <a:lnTo>
                    <a:pt x="35940" y="43434"/>
                  </a:lnTo>
                  <a:lnTo>
                    <a:pt x="32638" y="40513"/>
                  </a:lnTo>
                  <a:lnTo>
                    <a:pt x="29705" y="38455"/>
                  </a:lnTo>
                  <a:lnTo>
                    <a:pt x="24587" y="36017"/>
                  </a:lnTo>
                  <a:lnTo>
                    <a:pt x="21856" y="35407"/>
                  </a:lnTo>
                  <a:close/>
                </a:path>
                <a:path w="364489" h="97789">
                  <a:moveTo>
                    <a:pt x="65531" y="37655"/>
                  </a:moveTo>
                  <a:lnTo>
                    <a:pt x="52450" y="37655"/>
                  </a:lnTo>
                  <a:lnTo>
                    <a:pt x="52539" y="41236"/>
                  </a:lnTo>
                  <a:lnTo>
                    <a:pt x="52177" y="42672"/>
                  </a:lnTo>
                  <a:lnTo>
                    <a:pt x="52068" y="43103"/>
                  </a:lnTo>
                  <a:lnTo>
                    <a:pt x="51985" y="43434"/>
                  </a:lnTo>
                  <a:lnTo>
                    <a:pt x="51866" y="43903"/>
                  </a:lnTo>
                  <a:lnTo>
                    <a:pt x="49009" y="47421"/>
                  </a:lnTo>
                  <a:lnTo>
                    <a:pt x="47155" y="48298"/>
                  </a:lnTo>
                  <a:lnTo>
                    <a:pt x="64622" y="48298"/>
                  </a:lnTo>
                  <a:lnTo>
                    <a:pt x="64806" y="47891"/>
                  </a:lnTo>
                  <a:lnTo>
                    <a:pt x="64922" y="47637"/>
                  </a:lnTo>
                  <a:lnTo>
                    <a:pt x="65539" y="43903"/>
                  </a:lnTo>
                  <a:lnTo>
                    <a:pt x="65531" y="37655"/>
                  </a:lnTo>
                  <a:close/>
                </a:path>
                <a:path w="364489" h="97789">
                  <a:moveTo>
                    <a:pt x="138847" y="14884"/>
                  </a:moveTo>
                  <a:lnTo>
                    <a:pt x="113944" y="14884"/>
                  </a:lnTo>
                  <a:lnTo>
                    <a:pt x="116806" y="15506"/>
                  </a:lnTo>
                  <a:lnTo>
                    <a:pt x="116676" y="15506"/>
                  </a:lnTo>
                  <a:lnTo>
                    <a:pt x="121208" y="17741"/>
                  </a:lnTo>
                  <a:lnTo>
                    <a:pt x="123024" y="19354"/>
                  </a:lnTo>
                  <a:lnTo>
                    <a:pt x="125666" y="23545"/>
                  </a:lnTo>
                  <a:lnTo>
                    <a:pt x="126326" y="26035"/>
                  </a:lnTo>
                  <a:lnTo>
                    <a:pt x="126318" y="31546"/>
                  </a:lnTo>
                  <a:lnTo>
                    <a:pt x="80467" y="82842"/>
                  </a:lnTo>
                  <a:lnTo>
                    <a:pt x="80467" y="94932"/>
                  </a:lnTo>
                  <a:lnTo>
                    <a:pt x="143789" y="94932"/>
                  </a:lnTo>
                  <a:lnTo>
                    <a:pt x="143789" y="80949"/>
                  </a:lnTo>
                  <a:lnTo>
                    <a:pt x="103555" y="80949"/>
                  </a:lnTo>
                  <a:lnTo>
                    <a:pt x="103555" y="80314"/>
                  </a:lnTo>
                  <a:lnTo>
                    <a:pt x="119481" y="64135"/>
                  </a:lnTo>
                  <a:lnTo>
                    <a:pt x="125463" y="58356"/>
                  </a:lnTo>
                  <a:lnTo>
                    <a:pt x="130111" y="53441"/>
                  </a:lnTo>
                  <a:lnTo>
                    <a:pt x="133413" y="49377"/>
                  </a:lnTo>
                  <a:lnTo>
                    <a:pt x="136753" y="45326"/>
                  </a:lnTo>
                  <a:lnTo>
                    <a:pt x="139077" y="41630"/>
                  </a:lnTo>
                  <a:lnTo>
                    <a:pt x="141731" y="34950"/>
                  </a:lnTo>
                  <a:lnTo>
                    <a:pt x="142392" y="31546"/>
                  </a:lnTo>
                  <a:lnTo>
                    <a:pt x="142392" y="22923"/>
                  </a:lnTo>
                  <a:lnTo>
                    <a:pt x="141084" y="18326"/>
                  </a:lnTo>
                  <a:lnTo>
                    <a:pt x="138847" y="14884"/>
                  </a:lnTo>
                  <a:close/>
                </a:path>
                <a:path w="364489" h="97789">
                  <a:moveTo>
                    <a:pt x="117411" y="1308"/>
                  </a:moveTo>
                  <a:lnTo>
                    <a:pt x="105117" y="1308"/>
                  </a:lnTo>
                  <a:lnTo>
                    <a:pt x="99707" y="2489"/>
                  </a:lnTo>
                  <a:lnTo>
                    <a:pt x="79921" y="24345"/>
                  </a:lnTo>
                  <a:lnTo>
                    <a:pt x="79921" y="30213"/>
                  </a:lnTo>
                  <a:lnTo>
                    <a:pt x="95846" y="30213"/>
                  </a:lnTo>
                  <a:lnTo>
                    <a:pt x="95846" y="27063"/>
                  </a:lnTo>
                  <a:lnTo>
                    <a:pt x="96453" y="24345"/>
                  </a:lnTo>
                  <a:lnTo>
                    <a:pt x="97688" y="22047"/>
                  </a:lnTo>
                  <a:lnTo>
                    <a:pt x="98958" y="19761"/>
                  </a:lnTo>
                  <a:lnTo>
                    <a:pt x="100736" y="18008"/>
                  </a:lnTo>
                  <a:lnTo>
                    <a:pt x="103009" y="16776"/>
                  </a:lnTo>
                  <a:lnTo>
                    <a:pt x="105295" y="15506"/>
                  </a:lnTo>
                  <a:lnTo>
                    <a:pt x="107962" y="14884"/>
                  </a:lnTo>
                  <a:lnTo>
                    <a:pt x="138847" y="14884"/>
                  </a:lnTo>
                  <a:lnTo>
                    <a:pt x="135877" y="10261"/>
                  </a:lnTo>
                  <a:lnTo>
                    <a:pt x="132245" y="7099"/>
                  </a:lnTo>
                  <a:lnTo>
                    <a:pt x="122911" y="2489"/>
                  </a:lnTo>
                  <a:lnTo>
                    <a:pt x="117411" y="1308"/>
                  </a:lnTo>
                  <a:close/>
                </a:path>
                <a:path w="364489" h="97789">
                  <a:moveTo>
                    <a:pt x="172224" y="76174"/>
                  </a:moveTo>
                  <a:lnTo>
                    <a:pt x="166852" y="76174"/>
                  </a:lnTo>
                  <a:lnTo>
                    <a:pt x="164503" y="77127"/>
                  </a:lnTo>
                  <a:lnTo>
                    <a:pt x="160591" y="80987"/>
                  </a:lnTo>
                  <a:lnTo>
                    <a:pt x="159626" y="83299"/>
                  </a:lnTo>
                  <a:lnTo>
                    <a:pt x="159626" y="88773"/>
                  </a:lnTo>
                  <a:lnTo>
                    <a:pt x="160591" y="91109"/>
                  </a:lnTo>
                  <a:lnTo>
                    <a:pt x="164503" y="94957"/>
                  </a:lnTo>
                  <a:lnTo>
                    <a:pt x="166852" y="95923"/>
                  </a:lnTo>
                  <a:lnTo>
                    <a:pt x="171361" y="95923"/>
                  </a:lnTo>
                  <a:lnTo>
                    <a:pt x="179476" y="87833"/>
                  </a:lnTo>
                  <a:lnTo>
                    <a:pt x="179476" y="83299"/>
                  </a:lnTo>
                  <a:lnTo>
                    <a:pt x="178473" y="80987"/>
                  </a:lnTo>
                  <a:lnTo>
                    <a:pt x="176479" y="79057"/>
                  </a:lnTo>
                  <a:lnTo>
                    <a:pt x="174523" y="77127"/>
                  </a:lnTo>
                  <a:lnTo>
                    <a:pt x="172224" y="76174"/>
                  </a:lnTo>
                  <a:close/>
                </a:path>
                <a:path w="364489" h="97789">
                  <a:moveTo>
                    <a:pt x="211531" y="69811"/>
                  </a:moveTo>
                  <a:lnTo>
                    <a:pt x="195287" y="69811"/>
                  </a:lnTo>
                  <a:lnTo>
                    <a:pt x="195345" y="71462"/>
                  </a:lnTo>
                  <a:lnTo>
                    <a:pt x="221157" y="96189"/>
                  </a:lnTo>
                  <a:lnTo>
                    <a:pt x="233692" y="96189"/>
                  </a:lnTo>
                  <a:lnTo>
                    <a:pt x="239445" y="94843"/>
                  </a:lnTo>
                  <a:lnTo>
                    <a:pt x="249389" y="89395"/>
                  </a:lnTo>
                  <a:lnTo>
                    <a:pt x="253288" y="85661"/>
                  </a:lnTo>
                  <a:lnTo>
                    <a:pt x="255056" y="82664"/>
                  </a:lnTo>
                  <a:lnTo>
                    <a:pt x="222999" y="82664"/>
                  </a:lnTo>
                  <a:lnTo>
                    <a:pt x="219417" y="81483"/>
                  </a:lnTo>
                  <a:lnTo>
                    <a:pt x="213461" y="76695"/>
                  </a:lnTo>
                  <a:lnTo>
                    <a:pt x="211823" y="73596"/>
                  </a:lnTo>
                  <a:lnTo>
                    <a:pt x="211658" y="71462"/>
                  </a:lnTo>
                  <a:lnTo>
                    <a:pt x="211598" y="70688"/>
                  </a:lnTo>
                  <a:lnTo>
                    <a:pt x="211531" y="69811"/>
                  </a:lnTo>
                  <a:close/>
                </a:path>
                <a:path w="364489" h="97789">
                  <a:moveTo>
                    <a:pt x="255544" y="46990"/>
                  </a:moveTo>
                  <a:lnTo>
                    <a:pt x="230123" y="46990"/>
                  </a:lnTo>
                  <a:lnTo>
                    <a:pt x="233133" y="47777"/>
                  </a:lnTo>
                  <a:lnTo>
                    <a:pt x="237186" y="50190"/>
                  </a:lnTo>
                  <a:lnTo>
                    <a:pt x="238440" y="50965"/>
                  </a:lnTo>
                  <a:lnTo>
                    <a:pt x="240423" y="52984"/>
                  </a:lnTo>
                  <a:lnTo>
                    <a:pt x="243420" y="58407"/>
                  </a:lnTo>
                  <a:lnTo>
                    <a:pt x="244157" y="61493"/>
                  </a:lnTo>
                  <a:lnTo>
                    <a:pt x="244157" y="68414"/>
                  </a:lnTo>
                  <a:lnTo>
                    <a:pt x="243446" y="71462"/>
                  </a:lnTo>
                  <a:lnTo>
                    <a:pt x="240569" y="76695"/>
                  </a:lnTo>
                  <a:lnTo>
                    <a:pt x="238480" y="78905"/>
                  </a:lnTo>
                  <a:lnTo>
                    <a:pt x="233362" y="81915"/>
                  </a:lnTo>
                  <a:lnTo>
                    <a:pt x="230454" y="82664"/>
                  </a:lnTo>
                  <a:lnTo>
                    <a:pt x="255056" y="82664"/>
                  </a:lnTo>
                  <a:lnTo>
                    <a:pt x="258914" y="76123"/>
                  </a:lnTo>
                  <a:lnTo>
                    <a:pt x="260324" y="70688"/>
                  </a:lnTo>
                  <a:lnTo>
                    <a:pt x="260263" y="58407"/>
                  </a:lnTo>
                  <a:lnTo>
                    <a:pt x="259054" y="53390"/>
                  </a:lnTo>
                  <a:lnTo>
                    <a:pt x="255544" y="46990"/>
                  </a:lnTo>
                  <a:close/>
                </a:path>
                <a:path w="364489" h="97789">
                  <a:moveTo>
                    <a:pt x="255498" y="2565"/>
                  </a:moveTo>
                  <a:lnTo>
                    <a:pt x="201917" y="2565"/>
                  </a:lnTo>
                  <a:lnTo>
                    <a:pt x="197177" y="49339"/>
                  </a:lnTo>
                  <a:lnTo>
                    <a:pt x="197091" y="50190"/>
                  </a:lnTo>
                  <a:lnTo>
                    <a:pt x="212204" y="52679"/>
                  </a:lnTo>
                  <a:lnTo>
                    <a:pt x="213766" y="50965"/>
                  </a:lnTo>
                  <a:lnTo>
                    <a:pt x="215887" y="49580"/>
                  </a:lnTo>
                  <a:lnTo>
                    <a:pt x="221233" y="47472"/>
                  </a:lnTo>
                  <a:lnTo>
                    <a:pt x="223815" y="46990"/>
                  </a:lnTo>
                  <a:lnTo>
                    <a:pt x="255544" y="46990"/>
                  </a:lnTo>
                  <a:lnTo>
                    <a:pt x="254012" y="44196"/>
                  </a:lnTo>
                  <a:lnTo>
                    <a:pt x="250972" y="41033"/>
                  </a:lnTo>
                  <a:lnTo>
                    <a:pt x="213105" y="41033"/>
                  </a:lnTo>
                  <a:lnTo>
                    <a:pt x="215760" y="16548"/>
                  </a:lnTo>
                  <a:lnTo>
                    <a:pt x="255498" y="16548"/>
                  </a:lnTo>
                  <a:lnTo>
                    <a:pt x="255498" y="2565"/>
                  </a:lnTo>
                  <a:close/>
                </a:path>
                <a:path w="364489" h="97789">
                  <a:moveTo>
                    <a:pt x="236778" y="33997"/>
                  </a:moveTo>
                  <a:lnTo>
                    <a:pt x="227456" y="33997"/>
                  </a:lnTo>
                  <a:lnTo>
                    <a:pt x="224027" y="34683"/>
                  </a:lnTo>
                  <a:lnTo>
                    <a:pt x="217779" y="37350"/>
                  </a:lnTo>
                  <a:lnTo>
                    <a:pt x="215353" y="39027"/>
                  </a:lnTo>
                  <a:lnTo>
                    <a:pt x="213639" y="41033"/>
                  </a:lnTo>
                  <a:lnTo>
                    <a:pt x="250972" y="41033"/>
                  </a:lnTo>
                  <a:lnTo>
                    <a:pt x="250545" y="40589"/>
                  </a:lnTo>
                  <a:lnTo>
                    <a:pt x="241769" y="35331"/>
                  </a:lnTo>
                  <a:lnTo>
                    <a:pt x="236778" y="33997"/>
                  </a:lnTo>
                  <a:close/>
                </a:path>
                <a:path w="364489" h="97789">
                  <a:moveTo>
                    <a:pt x="348614" y="52857"/>
                  </a:moveTo>
                  <a:lnTo>
                    <a:pt x="340194" y="52857"/>
                  </a:lnTo>
                  <a:lnTo>
                    <a:pt x="336664" y="53771"/>
                  </a:lnTo>
                  <a:lnTo>
                    <a:pt x="330822" y="57442"/>
                  </a:lnTo>
                  <a:lnTo>
                    <a:pt x="328599" y="59855"/>
                  </a:lnTo>
                  <a:lnTo>
                    <a:pt x="325564" y="65874"/>
                  </a:lnTo>
                  <a:lnTo>
                    <a:pt x="324815" y="69164"/>
                  </a:lnTo>
                  <a:lnTo>
                    <a:pt x="324815" y="81191"/>
                  </a:lnTo>
                  <a:lnTo>
                    <a:pt x="340131" y="97497"/>
                  </a:lnTo>
                  <a:lnTo>
                    <a:pt x="348551" y="97497"/>
                  </a:lnTo>
                  <a:lnTo>
                    <a:pt x="352094" y="96583"/>
                  </a:lnTo>
                  <a:lnTo>
                    <a:pt x="357898" y="92913"/>
                  </a:lnTo>
                  <a:lnTo>
                    <a:pt x="360108" y="90500"/>
                  </a:lnTo>
                  <a:lnTo>
                    <a:pt x="361791" y="87134"/>
                  </a:lnTo>
                  <a:lnTo>
                    <a:pt x="341452" y="87134"/>
                  </a:lnTo>
                  <a:lnTo>
                    <a:pt x="339471" y="86156"/>
                  </a:lnTo>
                  <a:lnTo>
                    <a:pt x="337188" y="82219"/>
                  </a:lnTo>
                  <a:lnTo>
                    <a:pt x="336598" y="80022"/>
                  </a:lnTo>
                  <a:lnTo>
                    <a:pt x="336588" y="70332"/>
                  </a:lnTo>
                  <a:lnTo>
                    <a:pt x="337172" y="68148"/>
                  </a:lnTo>
                  <a:lnTo>
                    <a:pt x="339521" y="64147"/>
                  </a:lnTo>
                  <a:lnTo>
                    <a:pt x="341515" y="63131"/>
                  </a:lnTo>
                  <a:lnTo>
                    <a:pt x="361772" y="63131"/>
                  </a:lnTo>
                  <a:lnTo>
                    <a:pt x="360165" y="59855"/>
                  </a:lnTo>
                  <a:lnTo>
                    <a:pt x="357996" y="57442"/>
                  </a:lnTo>
                  <a:lnTo>
                    <a:pt x="352196" y="53771"/>
                  </a:lnTo>
                  <a:lnTo>
                    <a:pt x="348614" y="52857"/>
                  </a:lnTo>
                  <a:close/>
                </a:path>
                <a:path w="364489" h="97789">
                  <a:moveTo>
                    <a:pt x="357784" y="2565"/>
                  </a:moveTo>
                  <a:lnTo>
                    <a:pt x="346506" y="2565"/>
                  </a:lnTo>
                  <a:lnTo>
                    <a:pt x="283006" y="94932"/>
                  </a:lnTo>
                  <a:lnTo>
                    <a:pt x="294284" y="94932"/>
                  </a:lnTo>
                  <a:lnTo>
                    <a:pt x="357662" y="2743"/>
                  </a:lnTo>
                  <a:lnTo>
                    <a:pt x="357784" y="2565"/>
                  </a:lnTo>
                  <a:close/>
                </a:path>
                <a:path w="364489" h="97789">
                  <a:moveTo>
                    <a:pt x="361772" y="63131"/>
                  </a:moveTo>
                  <a:lnTo>
                    <a:pt x="347344" y="63131"/>
                  </a:lnTo>
                  <a:lnTo>
                    <a:pt x="349376" y="64147"/>
                  </a:lnTo>
                  <a:lnTo>
                    <a:pt x="351485" y="68148"/>
                  </a:lnTo>
                  <a:lnTo>
                    <a:pt x="352005" y="70332"/>
                  </a:lnTo>
                  <a:lnTo>
                    <a:pt x="352005" y="80022"/>
                  </a:lnTo>
                  <a:lnTo>
                    <a:pt x="351459" y="82219"/>
                  </a:lnTo>
                  <a:lnTo>
                    <a:pt x="349262" y="86156"/>
                  </a:lnTo>
                  <a:lnTo>
                    <a:pt x="347256" y="87134"/>
                  </a:lnTo>
                  <a:lnTo>
                    <a:pt x="361791" y="87134"/>
                  </a:lnTo>
                  <a:lnTo>
                    <a:pt x="363118" y="84480"/>
                  </a:lnTo>
                  <a:lnTo>
                    <a:pt x="363867" y="81191"/>
                  </a:lnTo>
                  <a:lnTo>
                    <a:pt x="363867" y="69164"/>
                  </a:lnTo>
                  <a:lnTo>
                    <a:pt x="363129" y="65874"/>
                  </a:lnTo>
                  <a:lnTo>
                    <a:pt x="361772" y="63131"/>
                  </a:lnTo>
                  <a:close/>
                </a:path>
                <a:path w="364489" h="97789">
                  <a:moveTo>
                    <a:pt x="301675" y="0"/>
                  </a:moveTo>
                  <a:lnTo>
                    <a:pt x="293293" y="0"/>
                  </a:lnTo>
                  <a:lnTo>
                    <a:pt x="289763" y="914"/>
                  </a:lnTo>
                  <a:lnTo>
                    <a:pt x="283921" y="4559"/>
                  </a:lnTo>
                  <a:lnTo>
                    <a:pt x="281698" y="6959"/>
                  </a:lnTo>
                  <a:lnTo>
                    <a:pt x="278637" y="12966"/>
                  </a:lnTo>
                  <a:lnTo>
                    <a:pt x="277863" y="16281"/>
                  </a:lnTo>
                  <a:lnTo>
                    <a:pt x="277871" y="28371"/>
                  </a:lnTo>
                  <a:lnTo>
                    <a:pt x="293204" y="44551"/>
                  </a:lnTo>
                  <a:lnTo>
                    <a:pt x="301624" y="44551"/>
                  </a:lnTo>
                  <a:lnTo>
                    <a:pt x="305168" y="43649"/>
                  </a:lnTo>
                  <a:lnTo>
                    <a:pt x="310997" y="40043"/>
                  </a:lnTo>
                  <a:lnTo>
                    <a:pt x="313194" y="37655"/>
                  </a:lnTo>
                  <a:lnTo>
                    <a:pt x="314873" y="34277"/>
                  </a:lnTo>
                  <a:lnTo>
                    <a:pt x="294551" y="34277"/>
                  </a:lnTo>
                  <a:lnTo>
                    <a:pt x="292544" y="33299"/>
                  </a:lnTo>
                  <a:lnTo>
                    <a:pt x="291401" y="31343"/>
                  </a:lnTo>
                  <a:lnTo>
                    <a:pt x="290283" y="29362"/>
                  </a:lnTo>
                  <a:lnTo>
                    <a:pt x="289725" y="27165"/>
                  </a:lnTo>
                  <a:lnTo>
                    <a:pt x="289725" y="17513"/>
                  </a:lnTo>
                  <a:lnTo>
                    <a:pt x="290296" y="15316"/>
                  </a:lnTo>
                  <a:lnTo>
                    <a:pt x="292582" y="11290"/>
                  </a:lnTo>
                  <a:lnTo>
                    <a:pt x="294589" y="10287"/>
                  </a:lnTo>
                  <a:lnTo>
                    <a:pt x="314877" y="10287"/>
                  </a:lnTo>
                  <a:lnTo>
                    <a:pt x="313245" y="6959"/>
                  </a:lnTo>
                  <a:lnTo>
                    <a:pt x="311048" y="4559"/>
                  </a:lnTo>
                  <a:lnTo>
                    <a:pt x="308127" y="2743"/>
                  </a:lnTo>
                  <a:lnTo>
                    <a:pt x="305244" y="914"/>
                  </a:lnTo>
                  <a:lnTo>
                    <a:pt x="301675" y="0"/>
                  </a:lnTo>
                  <a:close/>
                </a:path>
                <a:path w="364489" h="97789">
                  <a:moveTo>
                    <a:pt x="314877" y="10287"/>
                  </a:moveTo>
                  <a:lnTo>
                    <a:pt x="300418" y="10287"/>
                  </a:lnTo>
                  <a:lnTo>
                    <a:pt x="302425" y="11290"/>
                  </a:lnTo>
                  <a:lnTo>
                    <a:pt x="304539" y="15316"/>
                  </a:lnTo>
                  <a:lnTo>
                    <a:pt x="305066" y="17513"/>
                  </a:lnTo>
                  <a:lnTo>
                    <a:pt x="305066" y="27165"/>
                  </a:lnTo>
                  <a:lnTo>
                    <a:pt x="304507" y="29362"/>
                  </a:lnTo>
                  <a:lnTo>
                    <a:pt x="302310" y="33299"/>
                  </a:lnTo>
                  <a:lnTo>
                    <a:pt x="300329" y="34277"/>
                  </a:lnTo>
                  <a:lnTo>
                    <a:pt x="314873" y="34277"/>
                  </a:lnTo>
                  <a:lnTo>
                    <a:pt x="316166" y="31673"/>
                  </a:lnTo>
                  <a:lnTo>
                    <a:pt x="316928" y="28371"/>
                  </a:lnTo>
                  <a:lnTo>
                    <a:pt x="316928" y="16281"/>
                  </a:lnTo>
                  <a:lnTo>
                    <a:pt x="316191" y="12966"/>
                  </a:lnTo>
                  <a:lnTo>
                    <a:pt x="314877" y="102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8291481" y="1496868"/>
              <a:ext cx="988243" cy="247685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8343014" y="1497624"/>
              <a:ext cx="885400" cy="145326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5588000" y="2260599"/>
              <a:ext cx="401955" cy="234950"/>
            </a:xfrm>
            <a:custGeom>
              <a:avLst/>
              <a:gdLst/>
              <a:ahLst/>
              <a:cxnLst/>
              <a:rect l="l" t="t" r="r" b="b"/>
              <a:pathLst>
                <a:path w="401954" h="234950">
                  <a:moveTo>
                    <a:pt x="337934" y="0"/>
                  </a:moveTo>
                  <a:lnTo>
                    <a:pt x="63500" y="0"/>
                  </a:lnTo>
                  <a:lnTo>
                    <a:pt x="38785" y="4990"/>
                  </a:lnTo>
                  <a:lnTo>
                    <a:pt x="18600" y="18600"/>
                  </a:lnTo>
                  <a:lnTo>
                    <a:pt x="4990" y="38785"/>
                  </a:lnTo>
                  <a:lnTo>
                    <a:pt x="0" y="63500"/>
                  </a:lnTo>
                  <a:lnTo>
                    <a:pt x="0" y="171361"/>
                  </a:lnTo>
                  <a:lnTo>
                    <a:pt x="4990" y="196081"/>
                  </a:lnTo>
                  <a:lnTo>
                    <a:pt x="18600" y="216265"/>
                  </a:lnTo>
                  <a:lnTo>
                    <a:pt x="38785" y="229871"/>
                  </a:lnTo>
                  <a:lnTo>
                    <a:pt x="63500" y="234861"/>
                  </a:lnTo>
                  <a:lnTo>
                    <a:pt x="337934" y="234861"/>
                  </a:lnTo>
                  <a:lnTo>
                    <a:pt x="362654" y="229871"/>
                  </a:lnTo>
                  <a:lnTo>
                    <a:pt x="382838" y="216265"/>
                  </a:lnTo>
                  <a:lnTo>
                    <a:pt x="396445" y="196081"/>
                  </a:lnTo>
                  <a:lnTo>
                    <a:pt x="401434" y="171361"/>
                  </a:lnTo>
                  <a:lnTo>
                    <a:pt x="401434" y="63500"/>
                  </a:lnTo>
                  <a:lnTo>
                    <a:pt x="396445" y="38785"/>
                  </a:lnTo>
                  <a:lnTo>
                    <a:pt x="382838" y="18600"/>
                  </a:lnTo>
                  <a:lnTo>
                    <a:pt x="362654" y="4990"/>
                  </a:lnTo>
                  <a:lnTo>
                    <a:pt x="337934" y="0"/>
                  </a:lnTo>
                  <a:close/>
                </a:path>
              </a:pathLst>
            </a:custGeom>
            <a:solidFill>
              <a:srgbClr val="E13E4E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5620907" y="2342509"/>
              <a:ext cx="365760" cy="97790"/>
            </a:xfrm>
            <a:custGeom>
              <a:avLst/>
              <a:gdLst/>
              <a:ahLst/>
              <a:cxnLst/>
              <a:rect l="l" t="t" r="r" b="b"/>
              <a:pathLst>
                <a:path w="365760" h="97789">
                  <a:moveTo>
                    <a:pt x="64148" y="49339"/>
                  </a:moveTo>
                  <a:lnTo>
                    <a:pt x="22174" y="49339"/>
                  </a:lnTo>
                  <a:lnTo>
                    <a:pt x="23533" y="49707"/>
                  </a:lnTo>
                  <a:lnTo>
                    <a:pt x="25985" y="51269"/>
                  </a:lnTo>
                  <a:lnTo>
                    <a:pt x="27508" y="52463"/>
                  </a:lnTo>
                  <a:lnTo>
                    <a:pt x="32715" y="56997"/>
                  </a:lnTo>
                  <a:lnTo>
                    <a:pt x="35610" y="59029"/>
                  </a:lnTo>
                  <a:lnTo>
                    <a:pt x="40779" y="61556"/>
                  </a:lnTo>
                  <a:lnTo>
                    <a:pt x="43573" y="62191"/>
                  </a:lnTo>
                  <a:lnTo>
                    <a:pt x="50253" y="62191"/>
                  </a:lnTo>
                  <a:lnTo>
                    <a:pt x="53543" y="61290"/>
                  </a:lnTo>
                  <a:lnTo>
                    <a:pt x="56464" y="59486"/>
                  </a:lnTo>
                  <a:lnTo>
                    <a:pt x="59372" y="57645"/>
                  </a:lnTo>
                  <a:lnTo>
                    <a:pt x="61645" y="54914"/>
                  </a:lnTo>
                  <a:lnTo>
                    <a:pt x="64148" y="49339"/>
                  </a:lnTo>
                  <a:close/>
                </a:path>
                <a:path w="365760" h="97789">
                  <a:moveTo>
                    <a:pt x="21856" y="35407"/>
                  </a:moveTo>
                  <a:lnTo>
                    <a:pt x="15176" y="35407"/>
                  </a:lnTo>
                  <a:lnTo>
                    <a:pt x="11849" y="36322"/>
                  </a:lnTo>
                  <a:lnTo>
                    <a:pt x="0" y="59982"/>
                  </a:lnTo>
                  <a:lnTo>
                    <a:pt x="13030" y="59982"/>
                  </a:lnTo>
                  <a:lnTo>
                    <a:pt x="12966" y="56159"/>
                  </a:lnTo>
                  <a:lnTo>
                    <a:pt x="13665" y="53441"/>
                  </a:lnTo>
                  <a:lnTo>
                    <a:pt x="16573" y="50165"/>
                  </a:lnTo>
                  <a:lnTo>
                    <a:pt x="18414" y="49339"/>
                  </a:lnTo>
                  <a:lnTo>
                    <a:pt x="64148" y="49339"/>
                  </a:lnTo>
                  <a:lnTo>
                    <a:pt x="64622" y="48298"/>
                  </a:lnTo>
                  <a:lnTo>
                    <a:pt x="43281" y="48298"/>
                  </a:lnTo>
                  <a:lnTo>
                    <a:pt x="41859" y="47891"/>
                  </a:lnTo>
                  <a:lnTo>
                    <a:pt x="39472" y="46316"/>
                  </a:lnTo>
                  <a:lnTo>
                    <a:pt x="37833" y="45046"/>
                  </a:lnTo>
                  <a:lnTo>
                    <a:pt x="35940" y="43434"/>
                  </a:lnTo>
                  <a:lnTo>
                    <a:pt x="32638" y="40513"/>
                  </a:lnTo>
                  <a:lnTo>
                    <a:pt x="29705" y="38455"/>
                  </a:lnTo>
                  <a:lnTo>
                    <a:pt x="24587" y="36017"/>
                  </a:lnTo>
                  <a:lnTo>
                    <a:pt x="21856" y="35407"/>
                  </a:lnTo>
                  <a:close/>
                </a:path>
                <a:path w="365760" h="97789">
                  <a:moveTo>
                    <a:pt x="65531" y="37655"/>
                  </a:moveTo>
                  <a:lnTo>
                    <a:pt x="52450" y="37655"/>
                  </a:lnTo>
                  <a:lnTo>
                    <a:pt x="52539" y="41236"/>
                  </a:lnTo>
                  <a:lnTo>
                    <a:pt x="52177" y="42672"/>
                  </a:lnTo>
                  <a:lnTo>
                    <a:pt x="52068" y="43103"/>
                  </a:lnTo>
                  <a:lnTo>
                    <a:pt x="51985" y="43434"/>
                  </a:lnTo>
                  <a:lnTo>
                    <a:pt x="51866" y="43903"/>
                  </a:lnTo>
                  <a:lnTo>
                    <a:pt x="49009" y="47421"/>
                  </a:lnTo>
                  <a:lnTo>
                    <a:pt x="47155" y="48298"/>
                  </a:lnTo>
                  <a:lnTo>
                    <a:pt x="64622" y="48298"/>
                  </a:lnTo>
                  <a:lnTo>
                    <a:pt x="64806" y="47891"/>
                  </a:lnTo>
                  <a:lnTo>
                    <a:pt x="64922" y="47637"/>
                  </a:lnTo>
                  <a:lnTo>
                    <a:pt x="65539" y="43903"/>
                  </a:lnTo>
                  <a:lnTo>
                    <a:pt x="65531" y="37655"/>
                  </a:lnTo>
                  <a:close/>
                </a:path>
                <a:path w="365760" h="97789">
                  <a:moveTo>
                    <a:pt x="138847" y="14884"/>
                  </a:moveTo>
                  <a:lnTo>
                    <a:pt x="113944" y="14884"/>
                  </a:lnTo>
                  <a:lnTo>
                    <a:pt x="116806" y="15506"/>
                  </a:lnTo>
                  <a:lnTo>
                    <a:pt x="116676" y="15506"/>
                  </a:lnTo>
                  <a:lnTo>
                    <a:pt x="121208" y="17741"/>
                  </a:lnTo>
                  <a:lnTo>
                    <a:pt x="123024" y="19354"/>
                  </a:lnTo>
                  <a:lnTo>
                    <a:pt x="125666" y="23545"/>
                  </a:lnTo>
                  <a:lnTo>
                    <a:pt x="126326" y="26035"/>
                  </a:lnTo>
                  <a:lnTo>
                    <a:pt x="126318" y="31546"/>
                  </a:lnTo>
                  <a:lnTo>
                    <a:pt x="80467" y="82842"/>
                  </a:lnTo>
                  <a:lnTo>
                    <a:pt x="80467" y="94932"/>
                  </a:lnTo>
                  <a:lnTo>
                    <a:pt x="143789" y="94932"/>
                  </a:lnTo>
                  <a:lnTo>
                    <a:pt x="143789" y="80949"/>
                  </a:lnTo>
                  <a:lnTo>
                    <a:pt x="103555" y="80949"/>
                  </a:lnTo>
                  <a:lnTo>
                    <a:pt x="103555" y="80314"/>
                  </a:lnTo>
                  <a:lnTo>
                    <a:pt x="119481" y="64135"/>
                  </a:lnTo>
                  <a:lnTo>
                    <a:pt x="125463" y="58356"/>
                  </a:lnTo>
                  <a:lnTo>
                    <a:pt x="130111" y="53441"/>
                  </a:lnTo>
                  <a:lnTo>
                    <a:pt x="133413" y="49377"/>
                  </a:lnTo>
                  <a:lnTo>
                    <a:pt x="136753" y="45326"/>
                  </a:lnTo>
                  <a:lnTo>
                    <a:pt x="139077" y="41630"/>
                  </a:lnTo>
                  <a:lnTo>
                    <a:pt x="141731" y="34950"/>
                  </a:lnTo>
                  <a:lnTo>
                    <a:pt x="142392" y="31546"/>
                  </a:lnTo>
                  <a:lnTo>
                    <a:pt x="142392" y="22923"/>
                  </a:lnTo>
                  <a:lnTo>
                    <a:pt x="141084" y="18326"/>
                  </a:lnTo>
                  <a:lnTo>
                    <a:pt x="138847" y="14884"/>
                  </a:lnTo>
                  <a:close/>
                </a:path>
                <a:path w="365760" h="97789">
                  <a:moveTo>
                    <a:pt x="117411" y="1308"/>
                  </a:moveTo>
                  <a:lnTo>
                    <a:pt x="105117" y="1308"/>
                  </a:lnTo>
                  <a:lnTo>
                    <a:pt x="99707" y="2489"/>
                  </a:lnTo>
                  <a:lnTo>
                    <a:pt x="79921" y="24345"/>
                  </a:lnTo>
                  <a:lnTo>
                    <a:pt x="79921" y="30213"/>
                  </a:lnTo>
                  <a:lnTo>
                    <a:pt x="95846" y="30213"/>
                  </a:lnTo>
                  <a:lnTo>
                    <a:pt x="95846" y="27063"/>
                  </a:lnTo>
                  <a:lnTo>
                    <a:pt x="96453" y="24345"/>
                  </a:lnTo>
                  <a:lnTo>
                    <a:pt x="97688" y="22047"/>
                  </a:lnTo>
                  <a:lnTo>
                    <a:pt x="98958" y="19761"/>
                  </a:lnTo>
                  <a:lnTo>
                    <a:pt x="100736" y="18008"/>
                  </a:lnTo>
                  <a:lnTo>
                    <a:pt x="103009" y="16776"/>
                  </a:lnTo>
                  <a:lnTo>
                    <a:pt x="105295" y="15506"/>
                  </a:lnTo>
                  <a:lnTo>
                    <a:pt x="107962" y="14884"/>
                  </a:lnTo>
                  <a:lnTo>
                    <a:pt x="138847" y="14884"/>
                  </a:lnTo>
                  <a:lnTo>
                    <a:pt x="135877" y="10261"/>
                  </a:lnTo>
                  <a:lnTo>
                    <a:pt x="132245" y="7099"/>
                  </a:lnTo>
                  <a:lnTo>
                    <a:pt x="122911" y="2489"/>
                  </a:lnTo>
                  <a:lnTo>
                    <a:pt x="117411" y="1308"/>
                  </a:lnTo>
                  <a:close/>
                </a:path>
                <a:path w="365760" h="97789">
                  <a:moveTo>
                    <a:pt x="172224" y="76174"/>
                  </a:moveTo>
                  <a:lnTo>
                    <a:pt x="166852" y="76174"/>
                  </a:lnTo>
                  <a:lnTo>
                    <a:pt x="164503" y="77127"/>
                  </a:lnTo>
                  <a:lnTo>
                    <a:pt x="160591" y="80987"/>
                  </a:lnTo>
                  <a:lnTo>
                    <a:pt x="159626" y="83299"/>
                  </a:lnTo>
                  <a:lnTo>
                    <a:pt x="159626" y="88773"/>
                  </a:lnTo>
                  <a:lnTo>
                    <a:pt x="160591" y="91109"/>
                  </a:lnTo>
                  <a:lnTo>
                    <a:pt x="164503" y="94957"/>
                  </a:lnTo>
                  <a:lnTo>
                    <a:pt x="166852" y="95923"/>
                  </a:lnTo>
                  <a:lnTo>
                    <a:pt x="171361" y="95923"/>
                  </a:lnTo>
                  <a:lnTo>
                    <a:pt x="179476" y="87833"/>
                  </a:lnTo>
                  <a:lnTo>
                    <a:pt x="179476" y="83299"/>
                  </a:lnTo>
                  <a:lnTo>
                    <a:pt x="178473" y="80987"/>
                  </a:lnTo>
                  <a:lnTo>
                    <a:pt x="176479" y="79057"/>
                  </a:lnTo>
                  <a:lnTo>
                    <a:pt x="174523" y="77127"/>
                  </a:lnTo>
                  <a:lnTo>
                    <a:pt x="172224" y="76174"/>
                  </a:lnTo>
                  <a:close/>
                </a:path>
                <a:path w="365760" h="97789">
                  <a:moveTo>
                    <a:pt x="234124" y="1308"/>
                  </a:moveTo>
                  <a:lnTo>
                    <a:pt x="219328" y="1308"/>
                  </a:lnTo>
                  <a:lnTo>
                    <a:pt x="212966" y="3175"/>
                  </a:lnTo>
                  <a:lnTo>
                    <a:pt x="191482" y="41086"/>
                  </a:lnTo>
                  <a:lnTo>
                    <a:pt x="191134" y="48844"/>
                  </a:lnTo>
                  <a:lnTo>
                    <a:pt x="191411" y="56210"/>
                  </a:lnTo>
                  <a:lnTo>
                    <a:pt x="207606" y="91059"/>
                  </a:lnTo>
                  <a:lnTo>
                    <a:pt x="219290" y="96685"/>
                  </a:lnTo>
                  <a:lnTo>
                    <a:pt x="234149" y="96685"/>
                  </a:lnTo>
                  <a:lnTo>
                    <a:pt x="240512" y="94818"/>
                  </a:lnTo>
                  <a:lnTo>
                    <a:pt x="251117" y="87299"/>
                  </a:lnTo>
                  <a:lnTo>
                    <a:pt x="254652" y="82575"/>
                  </a:lnTo>
                  <a:lnTo>
                    <a:pt x="222872" y="82575"/>
                  </a:lnTo>
                  <a:lnTo>
                    <a:pt x="219557" y="81318"/>
                  </a:lnTo>
                  <a:lnTo>
                    <a:pt x="208051" y="48844"/>
                  </a:lnTo>
                  <a:lnTo>
                    <a:pt x="208360" y="41586"/>
                  </a:lnTo>
                  <a:lnTo>
                    <a:pt x="208382" y="41086"/>
                  </a:lnTo>
                  <a:lnTo>
                    <a:pt x="209192" y="35344"/>
                  </a:lnTo>
                  <a:lnTo>
                    <a:pt x="209257" y="34882"/>
                  </a:lnTo>
                  <a:lnTo>
                    <a:pt x="209335" y="34328"/>
                  </a:lnTo>
                  <a:lnTo>
                    <a:pt x="220979" y="15240"/>
                  </a:lnTo>
                  <a:lnTo>
                    <a:pt x="254590" y="15240"/>
                  </a:lnTo>
                  <a:lnTo>
                    <a:pt x="251117" y="10629"/>
                  </a:lnTo>
                  <a:lnTo>
                    <a:pt x="240474" y="3175"/>
                  </a:lnTo>
                  <a:lnTo>
                    <a:pt x="234124" y="1308"/>
                  </a:lnTo>
                  <a:close/>
                </a:path>
                <a:path w="365760" h="97789">
                  <a:moveTo>
                    <a:pt x="254590" y="15240"/>
                  </a:moveTo>
                  <a:lnTo>
                    <a:pt x="230543" y="15240"/>
                  </a:lnTo>
                  <a:lnTo>
                    <a:pt x="233845" y="16522"/>
                  </a:lnTo>
                  <a:lnTo>
                    <a:pt x="239445" y="21602"/>
                  </a:lnTo>
                  <a:lnTo>
                    <a:pt x="241604" y="25361"/>
                  </a:lnTo>
                  <a:lnTo>
                    <a:pt x="244678" y="35344"/>
                  </a:lnTo>
                  <a:lnTo>
                    <a:pt x="245388" y="41086"/>
                  </a:lnTo>
                  <a:lnTo>
                    <a:pt x="245440" y="48844"/>
                  </a:lnTo>
                  <a:lnTo>
                    <a:pt x="245141" y="56210"/>
                  </a:lnTo>
                  <a:lnTo>
                    <a:pt x="245123" y="56656"/>
                  </a:lnTo>
                  <a:lnTo>
                    <a:pt x="244323" y="62395"/>
                  </a:lnTo>
                  <a:lnTo>
                    <a:pt x="244254" y="62890"/>
                  </a:lnTo>
                  <a:lnTo>
                    <a:pt x="232498" y="82575"/>
                  </a:lnTo>
                  <a:lnTo>
                    <a:pt x="254652" y="82575"/>
                  </a:lnTo>
                  <a:lnTo>
                    <a:pt x="261977" y="56656"/>
                  </a:lnTo>
                  <a:lnTo>
                    <a:pt x="262030" y="56210"/>
                  </a:lnTo>
                  <a:lnTo>
                    <a:pt x="262305" y="48844"/>
                  </a:lnTo>
                  <a:lnTo>
                    <a:pt x="262038" y="41586"/>
                  </a:lnTo>
                  <a:lnTo>
                    <a:pt x="261292" y="35344"/>
                  </a:lnTo>
                  <a:lnTo>
                    <a:pt x="261237" y="34882"/>
                  </a:lnTo>
                  <a:lnTo>
                    <a:pt x="259900" y="28732"/>
                  </a:lnTo>
                  <a:lnTo>
                    <a:pt x="258025" y="23139"/>
                  </a:lnTo>
                  <a:lnTo>
                    <a:pt x="255193" y="16040"/>
                  </a:lnTo>
                  <a:lnTo>
                    <a:pt x="254590" y="15240"/>
                  </a:lnTo>
                  <a:close/>
                </a:path>
                <a:path w="365760" h="97789">
                  <a:moveTo>
                    <a:pt x="350469" y="52857"/>
                  </a:moveTo>
                  <a:lnTo>
                    <a:pt x="342049" y="52857"/>
                  </a:lnTo>
                  <a:lnTo>
                    <a:pt x="338518" y="53771"/>
                  </a:lnTo>
                  <a:lnTo>
                    <a:pt x="326669" y="69164"/>
                  </a:lnTo>
                  <a:lnTo>
                    <a:pt x="326669" y="81191"/>
                  </a:lnTo>
                  <a:lnTo>
                    <a:pt x="341998" y="97497"/>
                  </a:lnTo>
                  <a:lnTo>
                    <a:pt x="350418" y="97497"/>
                  </a:lnTo>
                  <a:lnTo>
                    <a:pt x="353961" y="96583"/>
                  </a:lnTo>
                  <a:lnTo>
                    <a:pt x="359765" y="92913"/>
                  </a:lnTo>
                  <a:lnTo>
                    <a:pt x="361975" y="90500"/>
                  </a:lnTo>
                  <a:lnTo>
                    <a:pt x="363658" y="87134"/>
                  </a:lnTo>
                  <a:lnTo>
                    <a:pt x="343319" y="87134"/>
                  </a:lnTo>
                  <a:lnTo>
                    <a:pt x="341325" y="86156"/>
                  </a:lnTo>
                  <a:lnTo>
                    <a:pt x="339043" y="82219"/>
                  </a:lnTo>
                  <a:lnTo>
                    <a:pt x="338452" y="80022"/>
                  </a:lnTo>
                  <a:lnTo>
                    <a:pt x="338442" y="70332"/>
                  </a:lnTo>
                  <a:lnTo>
                    <a:pt x="339026" y="68148"/>
                  </a:lnTo>
                  <a:lnTo>
                    <a:pt x="341375" y="64147"/>
                  </a:lnTo>
                  <a:lnTo>
                    <a:pt x="343382" y="63131"/>
                  </a:lnTo>
                  <a:lnTo>
                    <a:pt x="363627" y="63131"/>
                  </a:lnTo>
                  <a:lnTo>
                    <a:pt x="362019" y="59855"/>
                  </a:lnTo>
                  <a:lnTo>
                    <a:pt x="359863" y="57442"/>
                  </a:lnTo>
                  <a:lnTo>
                    <a:pt x="354050" y="53771"/>
                  </a:lnTo>
                  <a:lnTo>
                    <a:pt x="350469" y="52857"/>
                  </a:lnTo>
                  <a:close/>
                </a:path>
                <a:path w="365760" h="97789">
                  <a:moveTo>
                    <a:pt x="359638" y="2565"/>
                  </a:moveTo>
                  <a:lnTo>
                    <a:pt x="348373" y="2565"/>
                  </a:lnTo>
                  <a:lnTo>
                    <a:pt x="284873" y="94932"/>
                  </a:lnTo>
                  <a:lnTo>
                    <a:pt x="296138" y="94932"/>
                  </a:lnTo>
                  <a:lnTo>
                    <a:pt x="359638" y="2565"/>
                  </a:lnTo>
                  <a:close/>
                </a:path>
                <a:path w="365760" h="97789">
                  <a:moveTo>
                    <a:pt x="363627" y="63131"/>
                  </a:moveTo>
                  <a:lnTo>
                    <a:pt x="349211" y="63131"/>
                  </a:lnTo>
                  <a:lnTo>
                    <a:pt x="351243" y="64147"/>
                  </a:lnTo>
                  <a:lnTo>
                    <a:pt x="353339" y="68148"/>
                  </a:lnTo>
                  <a:lnTo>
                    <a:pt x="353872" y="70332"/>
                  </a:lnTo>
                  <a:lnTo>
                    <a:pt x="353872" y="80022"/>
                  </a:lnTo>
                  <a:lnTo>
                    <a:pt x="353313" y="82219"/>
                  </a:lnTo>
                  <a:lnTo>
                    <a:pt x="351116" y="86156"/>
                  </a:lnTo>
                  <a:lnTo>
                    <a:pt x="349122" y="87134"/>
                  </a:lnTo>
                  <a:lnTo>
                    <a:pt x="363658" y="87134"/>
                  </a:lnTo>
                  <a:lnTo>
                    <a:pt x="364985" y="84480"/>
                  </a:lnTo>
                  <a:lnTo>
                    <a:pt x="365734" y="81191"/>
                  </a:lnTo>
                  <a:lnTo>
                    <a:pt x="365734" y="69164"/>
                  </a:lnTo>
                  <a:lnTo>
                    <a:pt x="364996" y="65874"/>
                  </a:lnTo>
                  <a:lnTo>
                    <a:pt x="363627" y="63131"/>
                  </a:lnTo>
                  <a:close/>
                </a:path>
                <a:path w="365760" h="97789">
                  <a:moveTo>
                    <a:pt x="303542" y="0"/>
                  </a:moveTo>
                  <a:lnTo>
                    <a:pt x="295147" y="0"/>
                  </a:lnTo>
                  <a:lnTo>
                    <a:pt x="291617" y="914"/>
                  </a:lnTo>
                  <a:lnTo>
                    <a:pt x="285788" y="4559"/>
                  </a:lnTo>
                  <a:lnTo>
                    <a:pt x="283565" y="6959"/>
                  </a:lnTo>
                  <a:lnTo>
                    <a:pt x="280492" y="12966"/>
                  </a:lnTo>
                  <a:lnTo>
                    <a:pt x="279730" y="16281"/>
                  </a:lnTo>
                  <a:lnTo>
                    <a:pt x="279738" y="28371"/>
                  </a:lnTo>
                  <a:lnTo>
                    <a:pt x="295059" y="44551"/>
                  </a:lnTo>
                  <a:lnTo>
                    <a:pt x="303479" y="44551"/>
                  </a:lnTo>
                  <a:lnTo>
                    <a:pt x="307022" y="43649"/>
                  </a:lnTo>
                  <a:lnTo>
                    <a:pt x="312864" y="40043"/>
                  </a:lnTo>
                  <a:lnTo>
                    <a:pt x="315048" y="37655"/>
                  </a:lnTo>
                  <a:lnTo>
                    <a:pt x="316734" y="34277"/>
                  </a:lnTo>
                  <a:lnTo>
                    <a:pt x="296417" y="34277"/>
                  </a:lnTo>
                  <a:lnTo>
                    <a:pt x="294398" y="33299"/>
                  </a:lnTo>
                  <a:lnTo>
                    <a:pt x="293255" y="31343"/>
                  </a:lnTo>
                  <a:lnTo>
                    <a:pt x="292138" y="29362"/>
                  </a:lnTo>
                  <a:lnTo>
                    <a:pt x="291591" y="27165"/>
                  </a:lnTo>
                  <a:lnTo>
                    <a:pt x="291591" y="17513"/>
                  </a:lnTo>
                  <a:lnTo>
                    <a:pt x="292163" y="15316"/>
                  </a:lnTo>
                  <a:lnTo>
                    <a:pt x="294449" y="11290"/>
                  </a:lnTo>
                  <a:lnTo>
                    <a:pt x="296443" y="10287"/>
                  </a:lnTo>
                  <a:lnTo>
                    <a:pt x="316731" y="10287"/>
                  </a:lnTo>
                  <a:lnTo>
                    <a:pt x="315099" y="6959"/>
                  </a:lnTo>
                  <a:lnTo>
                    <a:pt x="312902" y="4559"/>
                  </a:lnTo>
                  <a:lnTo>
                    <a:pt x="307098" y="914"/>
                  </a:lnTo>
                  <a:lnTo>
                    <a:pt x="303542" y="0"/>
                  </a:lnTo>
                  <a:close/>
                </a:path>
                <a:path w="365760" h="97789">
                  <a:moveTo>
                    <a:pt x="316731" y="10287"/>
                  </a:moveTo>
                  <a:lnTo>
                    <a:pt x="302272" y="10287"/>
                  </a:lnTo>
                  <a:lnTo>
                    <a:pt x="304291" y="11290"/>
                  </a:lnTo>
                  <a:lnTo>
                    <a:pt x="306406" y="15316"/>
                  </a:lnTo>
                  <a:lnTo>
                    <a:pt x="306920" y="17513"/>
                  </a:lnTo>
                  <a:lnTo>
                    <a:pt x="306920" y="27165"/>
                  </a:lnTo>
                  <a:lnTo>
                    <a:pt x="306362" y="29362"/>
                  </a:lnTo>
                  <a:lnTo>
                    <a:pt x="304164" y="33299"/>
                  </a:lnTo>
                  <a:lnTo>
                    <a:pt x="302183" y="34277"/>
                  </a:lnTo>
                  <a:lnTo>
                    <a:pt x="316734" y="34277"/>
                  </a:lnTo>
                  <a:lnTo>
                    <a:pt x="318033" y="31673"/>
                  </a:lnTo>
                  <a:lnTo>
                    <a:pt x="318782" y="28371"/>
                  </a:lnTo>
                  <a:lnTo>
                    <a:pt x="318782" y="16281"/>
                  </a:lnTo>
                  <a:lnTo>
                    <a:pt x="318046" y="12966"/>
                  </a:lnTo>
                  <a:lnTo>
                    <a:pt x="316731" y="102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5588000" y="2946399"/>
              <a:ext cx="401955" cy="234950"/>
            </a:xfrm>
            <a:custGeom>
              <a:avLst/>
              <a:gdLst/>
              <a:ahLst/>
              <a:cxnLst/>
              <a:rect l="l" t="t" r="r" b="b"/>
              <a:pathLst>
                <a:path w="401954" h="234950">
                  <a:moveTo>
                    <a:pt x="337934" y="0"/>
                  </a:moveTo>
                  <a:lnTo>
                    <a:pt x="63500" y="0"/>
                  </a:lnTo>
                  <a:lnTo>
                    <a:pt x="38785" y="4990"/>
                  </a:lnTo>
                  <a:lnTo>
                    <a:pt x="18600" y="18600"/>
                  </a:lnTo>
                  <a:lnTo>
                    <a:pt x="4990" y="38785"/>
                  </a:lnTo>
                  <a:lnTo>
                    <a:pt x="0" y="63500"/>
                  </a:lnTo>
                  <a:lnTo>
                    <a:pt x="0" y="171361"/>
                  </a:lnTo>
                  <a:lnTo>
                    <a:pt x="4990" y="196081"/>
                  </a:lnTo>
                  <a:lnTo>
                    <a:pt x="18600" y="216265"/>
                  </a:lnTo>
                  <a:lnTo>
                    <a:pt x="38785" y="229871"/>
                  </a:lnTo>
                  <a:lnTo>
                    <a:pt x="63500" y="234861"/>
                  </a:lnTo>
                  <a:lnTo>
                    <a:pt x="337934" y="234861"/>
                  </a:lnTo>
                  <a:lnTo>
                    <a:pt x="362654" y="229871"/>
                  </a:lnTo>
                  <a:lnTo>
                    <a:pt x="382838" y="216265"/>
                  </a:lnTo>
                  <a:lnTo>
                    <a:pt x="396445" y="196081"/>
                  </a:lnTo>
                  <a:lnTo>
                    <a:pt x="401434" y="171361"/>
                  </a:lnTo>
                  <a:lnTo>
                    <a:pt x="401434" y="63500"/>
                  </a:lnTo>
                  <a:lnTo>
                    <a:pt x="396445" y="38785"/>
                  </a:lnTo>
                  <a:lnTo>
                    <a:pt x="382838" y="18600"/>
                  </a:lnTo>
                  <a:lnTo>
                    <a:pt x="362654" y="4990"/>
                  </a:lnTo>
                  <a:lnTo>
                    <a:pt x="337934" y="0"/>
                  </a:lnTo>
                  <a:close/>
                </a:path>
              </a:pathLst>
            </a:custGeom>
            <a:solidFill>
              <a:srgbClr val="E13E4E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620907" y="3028310"/>
              <a:ext cx="369570" cy="97790"/>
            </a:xfrm>
            <a:custGeom>
              <a:avLst/>
              <a:gdLst/>
              <a:ahLst/>
              <a:cxnLst/>
              <a:rect l="l" t="t" r="r" b="b"/>
              <a:pathLst>
                <a:path w="369570" h="97789">
                  <a:moveTo>
                    <a:pt x="64148" y="49339"/>
                  </a:moveTo>
                  <a:lnTo>
                    <a:pt x="22174" y="49339"/>
                  </a:lnTo>
                  <a:lnTo>
                    <a:pt x="23533" y="49707"/>
                  </a:lnTo>
                  <a:lnTo>
                    <a:pt x="25985" y="51269"/>
                  </a:lnTo>
                  <a:lnTo>
                    <a:pt x="27508" y="52463"/>
                  </a:lnTo>
                  <a:lnTo>
                    <a:pt x="32715" y="56997"/>
                  </a:lnTo>
                  <a:lnTo>
                    <a:pt x="35610" y="59029"/>
                  </a:lnTo>
                  <a:lnTo>
                    <a:pt x="40779" y="61556"/>
                  </a:lnTo>
                  <a:lnTo>
                    <a:pt x="43573" y="62191"/>
                  </a:lnTo>
                  <a:lnTo>
                    <a:pt x="50253" y="62191"/>
                  </a:lnTo>
                  <a:lnTo>
                    <a:pt x="53543" y="61290"/>
                  </a:lnTo>
                  <a:lnTo>
                    <a:pt x="56464" y="59486"/>
                  </a:lnTo>
                  <a:lnTo>
                    <a:pt x="59372" y="57645"/>
                  </a:lnTo>
                  <a:lnTo>
                    <a:pt x="61645" y="54914"/>
                  </a:lnTo>
                  <a:lnTo>
                    <a:pt x="64148" y="49339"/>
                  </a:lnTo>
                  <a:close/>
                </a:path>
                <a:path w="369570" h="97789">
                  <a:moveTo>
                    <a:pt x="21856" y="35407"/>
                  </a:moveTo>
                  <a:lnTo>
                    <a:pt x="15176" y="35407"/>
                  </a:lnTo>
                  <a:lnTo>
                    <a:pt x="11849" y="36322"/>
                  </a:lnTo>
                  <a:lnTo>
                    <a:pt x="0" y="59982"/>
                  </a:lnTo>
                  <a:lnTo>
                    <a:pt x="13030" y="59982"/>
                  </a:lnTo>
                  <a:lnTo>
                    <a:pt x="12966" y="56159"/>
                  </a:lnTo>
                  <a:lnTo>
                    <a:pt x="13665" y="53441"/>
                  </a:lnTo>
                  <a:lnTo>
                    <a:pt x="16573" y="50165"/>
                  </a:lnTo>
                  <a:lnTo>
                    <a:pt x="18414" y="49339"/>
                  </a:lnTo>
                  <a:lnTo>
                    <a:pt x="64148" y="49339"/>
                  </a:lnTo>
                  <a:lnTo>
                    <a:pt x="64622" y="48298"/>
                  </a:lnTo>
                  <a:lnTo>
                    <a:pt x="43281" y="48298"/>
                  </a:lnTo>
                  <a:lnTo>
                    <a:pt x="41859" y="47891"/>
                  </a:lnTo>
                  <a:lnTo>
                    <a:pt x="39472" y="46316"/>
                  </a:lnTo>
                  <a:lnTo>
                    <a:pt x="37833" y="45046"/>
                  </a:lnTo>
                  <a:lnTo>
                    <a:pt x="35940" y="43434"/>
                  </a:lnTo>
                  <a:lnTo>
                    <a:pt x="32638" y="40513"/>
                  </a:lnTo>
                  <a:lnTo>
                    <a:pt x="29705" y="38455"/>
                  </a:lnTo>
                  <a:lnTo>
                    <a:pt x="24587" y="36017"/>
                  </a:lnTo>
                  <a:lnTo>
                    <a:pt x="21856" y="35407"/>
                  </a:lnTo>
                  <a:close/>
                </a:path>
                <a:path w="369570" h="97789">
                  <a:moveTo>
                    <a:pt x="65531" y="37655"/>
                  </a:moveTo>
                  <a:lnTo>
                    <a:pt x="52450" y="37655"/>
                  </a:lnTo>
                  <a:lnTo>
                    <a:pt x="52539" y="41236"/>
                  </a:lnTo>
                  <a:lnTo>
                    <a:pt x="52177" y="42672"/>
                  </a:lnTo>
                  <a:lnTo>
                    <a:pt x="52068" y="43103"/>
                  </a:lnTo>
                  <a:lnTo>
                    <a:pt x="51985" y="43434"/>
                  </a:lnTo>
                  <a:lnTo>
                    <a:pt x="51866" y="43903"/>
                  </a:lnTo>
                  <a:lnTo>
                    <a:pt x="49009" y="47421"/>
                  </a:lnTo>
                  <a:lnTo>
                    <a:pt x="47155" y="48298"/>
                  </a:lnTo>
                  <a:lnTo>
                    <a:pt x="64622" y="48298"/>
                  </a:lnTo>
                  <a:lnTo>
                    <a:pt x="64806" y="47891"/>
                  </a:lnTo>
                  <a:lnTo>
                    <a:pt x="64922" y="47637"/>
                  </a:lnTo>
                  <a:lnTo>
                    <a:pt x="65539" y="43903"/>
                  </a:lnTo>
                  <a:lnTo>
                    <a:pt x="65531" y="37655"/>
                  </a:lnTo>
                  <a:close/>
                </a:path>
                <a:path w="369570" h="97789">
                  <a:moveTo>
                    <a:pt x="125221" y="1308"/>
                  </a:moveTo>
                  <a:lnTo>
                    <a:pt x="110439" y="1308"/>
                  </a:lnTo>
                  <a:lnTo>
                    <a:pt x="104076" y="3175"/>
                  </a:lnTo>
                  <a:lnTo>
                    <a:pt x="82592" y="41086"/>
                  </a:lnTo>
                  <a:lnTo>
                    <a:pt x="82245" y="48844"/>
                  </a:lnTo>
                  <a:lnTo>
                    <a:pt x="82519" y="56210"/>
                  </a:lnTo>
                  <a:lnTo>
                    <a:pt x="98704" y="91059"/>
                  </a:lnTo>
                  <a:lnTo>
                    <a:pt x="110401" y="96685"/>
                  </a:lnTo>
                  <a:lnTo>
                    <a:pt x="125260" y="96685"/>
                  </a:lnTo>
                  <a:lnTo>
                    <a:pt x="131610" y="94818"/>
                  </a:lnTo>
                  <a:lnTo>
                    <a:pt x="142227" y="87299"/>
                  </a:lnTo>
                  <a:lnTo>
                    <a:pt x="145762" y="82575"/>
                  </a:lnTo>
                  <a:lnTo>
                    <a:pt x="113982" y="82575"/>
                  </a:lnTo>
                  <a:lnTo>
                    <a:pt x="110655" y="81318"/>
                  </a:lnTo>
                  <a:lnTo>
                    <a:pt x="99161" y="48844"/>
                  </a:lnTo>
                  <a:lnTo>
                    <a:pt x="99471" y="41586"/>
                  </a:lnTo>
                  <a:lnTo>
                    <a:pt x="99492" y="41086"/>
                  </a:lnTo>
                  <a:lnTo>
                    <a:pt x="100302" y="35344"/>
                  </a:lnTo>
                  <a:lnTo>
                    <a:pt x="100367" y="34882"/>
                  </a:lnTo>
                  <a:lnTo>
                    <a:pt x="100445" y="34328"/>
                  </a:lnTo>
                  <a:lnTo>
                    <a:pt x="112090" y="15240"/>
                  </a:lnTo>
                  <a:lnTo>
                    <a:pt x="145701" y="15240"/>
                  </a:lnTo>
                  <a:lnTo>
                    <a:pt x="142227" y="10629"/>
                  </a:lnTo>
                  <a:lnTo>
                    <a:pt x="131584" y="3175"/>
                  </a:lnTo>
                  <a:lnTo>
                    <a:pt x="125221" y="1308"/>
                  </a:lnTo>
                  <a:close/>
                </a:path>
                <a:path w="369570" h="97789">
                  <a:moveTo>
                    <a:pt x="145701" y="15240"/>
                  </a:moveTo>
                  <a:lnTo>
                    <a:pt x="121653" y="15240"/>
                  </a:lnTo>
                  <a:lnTo>
                    <a:pt x="124955" y="16522"/>
                  </a:lnTo>
                  <a:lnTo>
                    <a:pt x="130543" y="21602"/>
                  </a:lnTo>
                  <a:lnTo>
                    <a:pt x="132714" y="25361"/>
                  </a:lnTo>
                  <a:lnTo>
                    <a:pt x="135775" y="35344"/>
                  </a:lnTo>
                  <a:lnTo>
                    <a:pt x="136497" y="41086"/>
                  </a:lnTo>
                  <a:lnTo>
                    <a:pt x="136550" y="48844"/>
                  </a:lnTo>
                  <a:lnTo>
                    <a:pt x="136251" y="56210"/>
                  </a:lnTo>
                  <a:lnTo>
                    <a:pt x="136233" y="56656"/>
                  </a:lnTo>
                  <a:lnTo>
                    <a:pt x="135434" y="62395"/>
                  </a:lnTo>
                  <a:lnTo>
                    <a:pt x="135365" y="62890"/>
                  </a:lnTo>
                  <a:lnTo>
                    <a:pt x="135285" y="63463"/>
                  </a:lnTo>
                  <a:lnTo>
                    <a:pt x="123609" y="82575"/>
                  </a:lnTo>
                  <a:lnTo>
                    <a:pt x="145762" y="82575"/>
                  </a:lnTo>
                  <a:lnTo>
                    <a:pt x="146303" y="81851"/>
                  </a:lnTo>
                  <a:lnTo>
                    <a:pt x="149136" y="74726"/>
                  </a:lnTo>
                  <a:lnTo>
                    <a:pt x="150946" y="69262"/>
                  </a:lnTo>
                  <a:lnTo>
                    <a:pt x="151004" y="69086"/>
                  </a:lnTo>
                  <a:lnTo>
                    <a:pt x="152219" y="63463"/>
                  </a:lnTo>
                  <a:lnTo>
                    <a:pt x="152342" y="62890"/>
                  </a:lnTo>
                  <a:lnTo>
                    <a:pt x="153085" y="56656"/>
                  </a:lnTo>
                  <a:lnTo>
                    <a:pt x="153139" y="56210"/>
                  </a:lnTo>
                  <a:lnTo>
                    <a:pt x="153415" y="48844"/>
                  </a:lnTo>
                  <a:lnTo>
                    <a:pt x="153147" y="41586"/>
                  </a:lnTo>
                  <a:lnTo>
                    <a:pt x="146303" y="16040"/>
                  </a:lnTo>
                  <a:lnTo>
                    <a:pt x="145701" y="15240"/>
                  </a:lnTo>
                  <a:close/>
                </a:path>
                <a:path w="369570" h="97789">
                  <a:moveTo>
                    <a:pt x="177685" y="76174"/>
                  </a:moveTo>
                  <a:lnTo>
                    <a:pt x="172300" y="76174"/>
                  </a:lnTo>
                  <a:lnTo>
                    <a:pt x="169964" y="77127"/>
                  </a:lnTo>
                  <a:lnTo>
                    <a:pt x="166052" y="80987"/>
                  </a:lnTo>
                  <a:lnTo>
                    <a:pt x="165087" y="83299"/>
                  </a:lnTo>
                  <a:lnTo>
                    <a:pt x="165087" y="88773"/>
                  </a:lnTo>
                  <a:lnTo>
                    <a:pt x="166052" y="91109"/>
                  </a:lnTo>
                  <a:lnTo>
                    <a:pt x="169964" y="94957"/>
                  </a:lnTo>
                  <a:lnTo>
                    <a:pt x="172300" y="95923"/>
                  </a:lnTo>
                  <a:lnTo>
                    <a:pt x="176809" y="95923"/>
                  </a:lnTo>
                  <a:lnTo>
                    <a:pt x="178434" y="95491"/>
                  </a:lnTo>
                  <a:lnTo>
                    <a:pt x="181419" y="93713"/>
                  </a:lnTo>
                  <a:lnTo>
                    <a:pt x="182613" y="92506"/>
                  </a:lnTo>
                  <a:lnTo>
                    <a:pt x="183453" y="91109"/>
                  </a:lnTo>
                  <a:lnTo>
                    <a:pt x="184454" y="89509"/>
                  </a:lnTo>
                  <a:lnTo>
                    <a:pt x="184937" y="87833"/>
                  </a:lnTo>
                  <a:lnTo>
                    <a:pt x="184937" y="83299"/>
                  </a:lnTo>
                  <a:lnTo>
                    <a:pt x="183921" y="80987"/>
                  </a:lnTo>
                  <a:lnTo>
                    <a:pt x="179984" y="77127"/>
                  </a:lnTo>
                  <a:lnTo>
                    <a:pt x="177685" y="76174"/>
                  </a:lnTo>
                  <a:close/>
                </a:path>
                <a:path w="369570" h="97789">
                  <a:moveTo>
                    <a:pt x="216979" y="69811"/>
                  </a:moveTo>
                  <a:lnTo>
                    <a:pt x="200748" y="69811"/>
                  </a:lnTo>
                  <a:lnTo>
                    <a:pt x="200806" y="71462"/>
                  </a:lnTo>
                  <a:lnTo>
                    <a:pt x="200926" y="74917"/>
                  </a:lnTo>
                  <a:lnTo>
                    <a:pt x="202218" y="78905"/>
                  </a:lnTo>
                  <a:lnTo>
                    <a:pt x="202284" y="79108"/>
                  </a:lnTo>
                  <a:lnTo>
                    <a:pt x="202399" y="79463"/>
                  </a:lnTo>
                  <a:lnTo>
                    <a:pt x="207962" y="87401"/>
                  </a:lnTo>
                  <a:lnTo>
                    <a:pt x="211734" y="90525"/>
                  </a:lnTo>
                  <a:lnTo>
                    <a:pt x="221233" y="95072"/>
                  </a:lnTo>
                  <a:lnTo>
                    <a:pt x="226618" y="96189"/>
                  </a:lnTo>
                  <a:lnTo>
                    <a:pt x="239153" y="96189"/>
                  </a:lnTo>
                  <a:lnTo>
                    <a:pt x="244894" y="94843"/>
                  </a:lnTo>
                  <a:lnTo>
                    <a:pt x="254850" y="89395"/>
                  </a:lnTo>
                  <a:lnTo>
                    <a:pt x="258749" y="85661"/>
                  </a:lnTo>
                  <a:lnTo>
                    <a:pt x="260513" y="82664"/>
                  </a:lnTo>
                  <a:lnTo>
                    <a:pt x="228447" y="82664"/>
                  </a:lnTo>
                  <a:lnTo>
                    <a:pt x="224878" y="81483"/>
                  </a:lnTo>
                  <a:lnTo>
                    <a:pt x="217050" y="70688"/>
                  </a:lnTo>
                  <a:lnTo>
                    <a:pt x="216979" y="69811"/>
                  </a:lnTo>
                  <a:close/>
                </a:path>
                <a:path w="369570" h="97789">
                  <a:moveTo>
                    <a:pt x="260996" y="46990"/>
                  </a:moveTo>
                  <a:lnTo>
                    <a:pt x="235572" y="46990"/>
                  </a:lnTo>
                  <a:lnTo>
                    <a:pt x="238582" y="47777"/>
                  </a:lnTo>
                  <a:lnTo>
                    <a:pt x="242656" y="50190"/>
                  </a:lnTo>
                  <a:lnTo>
                    <a:pt x="243901" y="50965"/>
                  </a:lnTo>
                  <a:lnTo>
                    <a:pt x="245871" y="52984"/>
                  </a:lnTo>
                  <a:lnTo>
                    <a:pt x="248881" y="58407"/>
                  </a:lnTo>
                  <a:lnTo>
                    <a:pt x="249618" y="61493"/>
                  </a:lnTo>
                  <a:lnTo>
                    <a:pt x="249618" y="68414"/>
                  </a:lnTo>
                  <a:lnTo>
                    <a:pt x="248894" y="71462"/>
                  </a:lnTo>
                  <a:lnTo>
                    <a:pt x="246018" y="76695"/>
                  </a:lnTo>
                  <a:lnTo>
                    <a:pt x="243941" y="78905"/>
                  </a:lnTo>
                  <a:lnTo>
                    <a:pt x="238823" y="81915"/>
                  </a:lnTo>
                  <a:lnTo>
                    <a:pt x="235915" y="82664"/>
                  </a:lnTo>
                  <a:lnTo>
                    <a:pt x="260513" y="82664"/>
                  </a:lnTo>
                  <a:lnTo>
                    <a:pt x="264363" y="76123"/>
                  </a:lnTo>
                  <a:lnTo>
                    <a:pt x="265785" y="70688"/>
                  </a:lnTo>
                  <a:lnTo>
                    <a:pt x="265724" y="58407"/>
                  </a:lnTo>
                  <a:lnTo>
                    <a:pt x="264515" y="53390"/>
                  </a:lnTo>
                  <a:lnTo>
                    <a:pt x="260996" y="46990"/>
                  </a:lnTo>
                  <a:close/>
                </a:path>
                <a:path w="369570" h="97789">
                  <a:moveTo>
                    <a:pt x="260959" y="2565"/>
                  </a:moveTo>
                  <a:lnTo>
                    <a:pt x="207378" y="2565"/>
                  </a:lnTo>
                  <a:lnTo>
                    <a:pt x="202614" y="49580"/>
                  </a:lnTo>
                  <a:lnTo>
                    <a:pt x="202552" y="50190"/>
                  </a:lnTo>
                  <a:lnTo>
                    <a:pt x="217652" y="52679"/>
                  </a:lnTo>
                  <a:lnTo>
                    <a:pt x="219227" y="50965"/>
                  </a:lnTo>
                  <a:lnTo>
                    <a:pt x="221335" y="49580"/>
                  </a:lnTo>
                  <a:lnTo>
                    <a:pt x="226694" y="47472"/>
                  </a:lnTo>
                  <a:lnTo>
                    <a:pt x="229276" y="46990"/>
                  </a:lnTo>
                  <a:lnTo>
                    <a:pt x="260996" y="46990"/>
                  </a:lnTo>
                  <a:lnTo>
                    <a:pt x="259460" y="44196"/>
                  </a:lnTo>
                  <a:lnTo>
                    <a:pt x="256432" y="41033"/>
                  </a:lnTo>
                  <a:lnTo>
                    <a:pt x="218554" y="41033"/>
                  </a:lnTo>
                  <a:lnTo>
                    <a:pt x="221221" y="16548"/>
                  </a:lnTo>
                  <a:lnTo>
                    <a:pt x="260959" y="16548"/>
                  </a:lnTo>
                  <a:lnTo>
                    <a:pt x="260959" y="2565"/>
                  </a:lnTo>
                  <a:close/>
                </a:path>
                <a:path w="369570" h="97789">
                  <a:moveTo>
                    <a:pt x="242239" y="33997"/>
                  </a:moveTo>
                  <a:lnTo>
                    <a:pt x="232917" y="33997"/>
                  </a:lnTo>
                  <a:lnTo>
                    <a:pt x="229488" y="34683"/>
                  </a:lnTo>
                  <a:lnTo>
                    <a:pt x="223240" y="37350"/>
                  </a:lnTo>
                  <a:lnTo>
                    <a:pt x="220814" y="39027"/>
                  </a:lnTo>
                  <a:lnTo>
                    <a:pt x="219100" y="41033"/>
                  </a:lnTo>
                  <a:lnTo>
                    <a:pt x="256432" y="41033"/>
                  </a:lnTo>
                  <a:lnTo>
                    <a:pt x="256006" y="40589"/>
                  </a:lnTo>
                  <a:lnTo>
                    <a:pt x="247230" y="35331"/>
                  </a:lnTo>
                  <a:lnTo>
                    <a:pt x="242239" y="33997"/>
                  </a:lnTo>
                  <a:close/>
                </a:path>
                <a:path w="369570" h="97789">
                  <a:moveTo>
                    <a:pt x="354063" y="52857"/>
                  </a:moveTo>
                  <a:lnTo>
                    <a:pt x="345655" y="52857"/>
                  </a:lnTo>
                  <a:lnTo>
                    <a:pt x="342112" y="53771"/>
                  </a:lnTo>
                  <a:lnTo>
                    <a:pt x="330276" y="69164"/>
                  </a:lnTo>
                  <a:lnTo>
                    <a:pt x="330276" y="81191"/>
                  </a:lnTo>
                  <a:lnTo>
                    <a:pt x="345592" y="97497"/>
                  </a:lnTo>
                  <a:lnTo>
                    <a:pt x="354012" y="97497"/>
                  </a:lnTo>
                  <a:lnTo>
                    <a:pt x="357555" y="96583"/>
                  </a:lnTo>
                  <a:lnTo>
                    <a:pt x="363359" y="92913"/>
                  </a:lnTo>
                  <a:lnTo>
                    <a:pt x="365569" y="90500"/>
                  </a:lnTo>
                  <a:lnTo>
                    <a:pt x="367252" y="87134"/>
                  </a:lnTo>
                  <a:lnTo>
                    <a:pt x="346913" y="87134"/>
                  </a:lnTo>
                  <a:lnTo>
                    <a:pt x="344919" y="86156"/>
                  </a:lnTo>
                  <a:lnTo>
                    <a:pt x="342637" y="82219"/>
                  </a:lnTo>
                  <a:lnTo>
                    <a:pt x="342058" y="80022"/>
                  </a:lnTo>
                  <a:lnTo>
                    <a:pt x="342049" y="70332"/>
                  </a:lnTo>
                  <a:lnTo>
                    <a:pt x="342633" y="68148"/>
                  </a:lnTo>
                  <a:lnTo>
                    <a:pt x="344970" y="64147"/>
                  </a:lnTo>
                  <a:lnTo>
                    <a:pt x="346976" y="63131"/>
                  </a:lnTo>
                  <a:lnTo>
                    <a:pt x="367221" y="63131"/>
                  </a:lnTo>
                  <a:lnTo>
                    <a:pt x="365613" y="59855"/>
                  </a:lnTo>
                  <a:lnTo>
                    <a:pt x="363457" y="57442"/>
                  </a:lnTo>
                  <a:lnTo>
                    <a:pt x="357644" y="53771"/>
                  </a:lnTo>
                  <a:lnTo>
                    <a:pt x="354063" y="52857"/>
                  </a:lnTo>
                  <a:close/>
                </a:path>
                <a:path w="369570" h="97789">
                  <a:moveTo>
                    <a:pt x="363245" y="2565"/>
                  </a:moveTo>
                  <a:lnTo>
                    <a:pt x="351967" y="2565"/>
                  </a:lnTo>
                  <a:lnTo>
                    <a:pt x="288467" y="94932"/>
                  </a:lnTo>
                  <a:lnTo>
                    <a:pt x="299745" y="94932"/>
                  </a:lnTo>
                  <a:lnTo>
                    <a:pt x="363245" y="2565"/>
                  </a:lnTo>
                  <a:close/>
                </a:path>
                <a:path w="369570" h="97789">
                  <a:moveTo>
                    <a:pt x="367221" y="63131"/>
                  </a:moveTo>
                  <a:lnTo>
                    <a:pt x="352805" y="63131"/>
                  </a:lnTo>
                  <a:lnTo>
                    <a:pt x="354837" y="64147"/>
                  </a:lnTo>
                  <a:lnTo>
                    <a:pt x="356946" y="68148"/>
                  </a:lnTo>
                  <a:lnTo>
                    <a:pt x="357466" y="70332"/>
                  </a:lnTo>
                  <a:lnTo>
                    <a:pt x="357466" y="80022"/>
                  </a:lnTo>
                  <a:lnTo>
                    <a:pt x="356908" y="82219"/>
                  </a:lnTo>
                  <a:lnTo>
                    <a:pt x="354710" y="86156"/>
                  </a:lnTo>
                  <a:lnTo>
                    <a:pt x="352717" y="87134"/>
                  </a:lnTo>
                  <a:lnTo>
                    <a:pt x="367252" y="87134"/>
                  </a:lnTo>
                  <a:lnTo>
                    <a:pt x="368579" y="84480"/>
                  </a:lnTo>
                  <a:lnTo>
                    <a:pt x="369328" y="81191"/>
                  </a:lnTo>
                  <a:lnTo>
                    <a:pt x="369328" y="69164"/>
                  </a:lnTo>
                  <a:lnTo>
                    <a:pt x="368590" y="65874"/>
                  </a:lnTo>
                  <a:lnTo>
                    <a:pt x="367221" y="63131"/>
                  </a:lnTo>
                  <a:close/>
                </a:path>
                <a:path w="369570" h="97789">
                  <a:moveTo>
                    <a:pt x="307136" y="0"/>
                  </a:moveTo>
                  <a:lnTo>
                    <a:pt x="298742" y="0"/>
                  </a:lnTo>
                  <a:lnTo>
                    <a:pt x="295211" y="914"/>
                  </a:lnTo>
                  <a:lnTo>
                    <a:pt x="289382" y="4559"/>
                  </a:lnTo>
                  <a:lnTo>
                    <a:pt x="287159" y="6959"/>
                  </a:lnTo>
                  <a:lnTo>
                    <a:pt x="284086" y="12966"/>
                  </a:lnTo>
                  <a:lnTo>
                    <a:pt x="283324" y="16281"/>
                  </a:lnTo>
                  <a:lnTo>
                    <a:pt x="283332" y="28371"/>
                  </a:lnTo>
                  <a:lnTo>
                    <a:pt x="298653" y="44551"/>
                  </a:lnTo>
                  <a:lnTo>
                    <a:pt x="307073" y="44551"/>
                  </a:lnTo>
                  <a:lnTo>
                    <a:pt x="310629" y="43649"/>
                  </a:lnTo>
                  <a:lnTo>
                    <a:pt x="316458" y="40043"/>
                  </a:lnTo>
                  <a:lnTo>
                    <a:pt x="318655" y="37655"/>
                  </a:lnTo>
                  <a:lnTo>
                    <a:pt x="320334" y="34277"/>
                  </a:lnTo>
                  <a:lnTo>
                    <a:pt x="300012" y="34277"/>
                  </a:lnTo>
                  <a:lnTo>
                    <a:pt x="297992" y="33299"/>
                  </a:lnTo>
                  <a:lnTo>
                    <a:pt x="296849" y="31343"/>
                  </a:lnTo>
                  <a:lnTo>
                    <a:pt x="295744" y="29362"/>
                  </a:lnTo>
                  <a:lnTo>
                    <a:pt x="295186" y="27165"/>
                  </a:lnTo>
                  <a:lnTo>
                    <a:pt x="295186" y="17513"/>
                  </a:lnTo>
                  <a:lnTo>
                    <a:pt x="295757" y="15316"/>
                  </a:lnTo>
                  <a:lnTo>
                    <a:pt x="298043" y="11290"/>
                  </a:lnTo>
                  <a:lnTo>
                    <a:pt x="300037" y="10287"/>
                  </a:lnTo>
                  <a:lnTo>
                    <a:pt x="320325" y="10287"/>
                  </a:lnTo>
                  <a:lnTo>
                    <a:pt x="318693" y="6959"/>
                  </a:lnTo>
                  <a:lnTo>
                    <a:pt x="316496" y="4559"/>
                  </a:lnTo>
                  <a:lnTo>
                    <a:pt x="310692" y="914"/>
                  </a:lnTo>
                  <a:lnTo>
                    <a:pt x="307136" y="0"/>
                  </a:lnTo>
                  <a:close/>
                </a:path>
                <a:path w="369570" h="97789">
                  <a:moveTo>
                    <a:pt x="320325" y="10287"/>
                  </a:moveTo>
                  <a:lnTo>
                    <a:pt x="305866" y="10287"/>
                  </a:lnTo>
                  <a:lnTo>
                    <a:pt x="307886" y="11290"/>
                  </a:lnTo>
                  <a:lnTo>
                    <a:pt x="310000" y="15316"/>
                  </a:lnTo>
                  <a:lnTo>
                    <a:pt x="310514" y="17513"/>
                  </a:lnTo>
                  <a:lnTo>
                    <a:pt x="310514" y="27165"/>
                  </a:lnTo>
                  <a:lnTo>
                    <a:pt x="309956" y="29362"/>
                  </a:lnTo>
                  <a:lnTo>
                    <a:pt x="307771" y="33299"/>
                  </a:lnTo>
                  <a:lnTo>
                    <a:pt x="305777" y="34277"/>
                  </a:lnTo>
                  <a:lnTo>
                    <a:pt x="320334" y="34277"/>
                  </a:lnTo>
                  <a:lnTo>
                    <a:pt x="321627" y="31673"/>
                  </a:lnTo>
                  <a:lnTo>
                    <a:pt x="322376" y="28371"/>
                  </a:lnTo>
                  <a:lnTo>
                    <a:pt x="322376" y="16281"/>
                  </a:lnTo>
                  <a:lnTo>
                    <a:pt x="321640" y="12966"/>
                  </a:lnTo>
                  <a:lnTo>
                    <a:pt x="320325" y="102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099128" y="2235686"/>
              <a:ext cx="2886671" cy="333400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6096514" y="1815118"/>
              <a:ext cx="2956557" cy="324256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6090202" y="2672837"/>
              <a:ext cx="2360599" cy="148932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6088906" y="2915615"/>
              <a:ext cx="2325623" cy="325005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5588000" y="2628899"/>
              <a:ext cx="401955" cy="234950"/>
            </a:xfrm>
            <a:custGeom>
              <a:avLst/>
              <a:gdLst/>
              <a:ahLst/>
              <a:cxnLst/>
              <a:rect l="l" t="t" r="r" b="b"/>
              <a:pathLst>
                <a:path w="401954" h="234950">
                  <a:moveTo>
                    <a:pt x="337934" y="0"/>
                  </a:moveTo>
                  <a:lnTo>
                    <a:pt x="63500" y="0"/>
                  </a:lnTo>
                  <a:lnTo>
                    <a:pt x="38785" y="4990"/>
                  </a:lnTo>
                  <a:lnTo>
                    <a:pt x="18600" y="18600"/>
                  </a:lnTo>
                  <a:lnTo>
                    <a:pt x="4990" y="38785"/>
                  </a:lnTo>
                  <a:lnTo>
                    <a:pt x="0" y="63500"/>
                  </a:lnTo>
                  <a:lnTo>
                    <a:pt x="0" y="171361"/>
                  </a:lnTo>
                  <a:lnTo>
                    <a:pt x="4990" y="196081"/>
                  </a:lnTo>
                  <a:lnTo>
                    <a:pt x="18600" y="216265"/>
                  </a:lnTo>
                  <a:lnTo>
                    <a:pt x="38785" y="229871"/>
                  </a:lnTo>
                  <a:lnTo>
                    <a:pt x="63500" y="234861"/>
                  </a:lnTo>
                  <a:lnTo>
                    <a:pt x="337934" y="234861"/>
                  </a:lnTo>
                  <a:lnTo>
                    <a:pt x="362654" y="229871"/>
                  </a:lnTo>
                  <a:lnTo>
                    <a:pt x="382838" y="216265"/>
                  </a:lnTo>
                  <a:lnTo>
                    <a:pt x="396445" y="196081"/>
                  </a:lnTo>
                  <a:lnTo>
                    <a:pt x="401434" y="171361"/>
                  </a:lnTo>
                  <a:lnTo>
                    <a:pt x="401434" y="63500"/>
                  </a:lnTo>
                  <a:lnTo>
                    <a:pt x="396445" y="38785"/>
                  </a:lnTo>
                  <a:lnTo>
                    <a:pt x="382838" y="18600"/>
                  </a:lnTo>
                  <a:lnTo>
                    <a:pt x="362654" y="4990"/>
                  </a:lnTo>
                  <a:lnTo>
                    <a:pt x="337934" y="0"/>
                  </a:lnTo>
                  <a:close/>
                </a:path>
              </a:pathLst>
            </a:custGeom>
            <a:solidFill>
              <a:srgbClr val="E13E4E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5620907" y="2710810"/>
              <a:ext cx="346075" cy="97790"/>
            </a:xfrm>
            <a:custGeom>
              <a:avLst/>
              <a:gdLst/>
              <a:ahLst/>
              <a:cxnLst/>
              <a:rect l="l" t="t" r="r" b="b"/>
              <a:pathLst>
                <a:path w="346075" h="97789">
                  <a:moveTo>
                    <a:pt x="64148" y="49339"/>
                  </a:moveTo>
                  <a:lnTo>
                    <a:pt x="22174" y="49339"/>
                  </a:lnTo>
                  <a:lnTo>
                    <a:pt x="23533" y="49707"/>
                  </a:lnTo>
                  <a:lnTo>
                    <a:pt x="25985" y="51269"/>
                  </a:lnTo>
                  <a:lnTo>
                    <a:pt x="27508" y="52463"/>
                  </a:lnTo>
                  <a:lnTo>
                    <a:pt x="32715" y="56997"/>
                  </a:lnTo>
                  <a:lnTo>
                    <a:pt x="35610" y="59029"/>
                  </a:lnTo>
                  <a:lnTo>
                    <a:pt x="40779" y="61556"/>
                  </a:lnTo>
                  <a:lnTo>
                    <a:pt x="43573" y="62191"/>
                  </a:lnTo>
                  <a:lnTo>
                    <a:pt x="50253" y="62191"/>
                  </a:lnTo>
                  <a:lnTo>
                    <a:pt x="53543" y="61290"/>
                  </a:lnTo>
                  <a:lnTo>
                    <a:pt x="56464" y="59486"/>
                  </a:lnTo>
                  <a:lnTo>
                    <a:pt x="59372" y="57645"/>
                  </a:lnTo>
                  <a:lnTo>
                    <a:pt x="61645" y="54914"/>
                  </a:lnTo>
                  <a:lnTo>
                    <a:pt x="64148" y="49339"/>
                  </a:lnTo>
                  <a:close/>
                </a:path>
                <a:path w="346075" h="97789">
                  <a:moveTo>
                    <a:pt x="21856" y="35407"/>
                  </a:moveTo>
                  <a:lnTo>
                    <a:pt x="15176" y="35407"/>
                  </a:lnTo>
                  <a:lnTo>
                    <a:pt x="11849" y="36322"/>
                  </a:lnTo>
                  <a:lnTo>
                    <a:pt x="0" y="59982"/>
                  </a:lnTo>
                  <a:lnTo>
                    <a:pt x="13030" y="59982"/>
                  </a:lnTo>
                  <a:lnTo>
                    <a:pt x="12966" y="56159"/>
                  </a:lnTo>
                  <a:lnTo>
                    <a:pt x="13665" y="53441"/>
                  </a:lnTo>
                  <a:lnTo>
                    <a:pt x="16573" y="50165"/>
                  </a:lnTo>
                  <a:lnTo>
                    <a:pt x="18414" y="49339"/>
                  </a:lnTo>
                  <a:lnTo>
                    <a:pt x="64148" y="49339"/>
                  </a:lnTo>
                  <a:lnTo>
                    <a:pt x="64622" y="48298"/>
                  </a:lnTo>
                  <a:lnTo>
                    <a:pt x="43281" y="48298"/>
                  </a:lnTo>
                  <a:lnTo>
                    <a:pt x="41859" y="47891"/>
                  </a:lnTo>
                  <a:lnTo>
                    <a:pt x="39472" y="46316"/>
                  </a:lnTo>
                  <a:lnTo>
                    <a:pt x="37833" y="45046"/>
                  </a:lnTo>
                  <a:lnTo>
                    <a:pt x="35940" y="43434"/>
                  </a:lnTo>
                  <a:lnTo>
                    <a:pt x="32638" y="40513"/>
                  </a:lnTo>
                  <a:lnTo>
                    <a:pt x="29705" y="38455"/>
                  </a:lnTo>
                  <a:lnTo>
                    <a:pt x="24587" y="36017"/>
                  </a:lnTo>
                  <a:lnTo>
                    <a:pt x="21856" y="35407"/>
                  </a:lnTo>
                  <a:close/>
                </a:path>
                <a:path w="346075" h="97789">
                  <a:moveTo>
                    <a:pt x="65531" y="37655"/>
                  </a:moveTo>
                  <a:lnTo>
                    <a:pt x="52450" y="37655"/>
                  </a:lnTo>
                  <a:lnTo>
                    <a:pt x="52539" y="41236"/>
                  </a:lnTo>
                  <a:lnTo>
                    <a:pt x="52177" y="42672"/>
                  </a:lnTo>
                  <a:lnTo>
                    <a:pt x="52068" y="43103"/>
                  </a:lnTo>
                  <a:lnTo>
                    <a:pt x="51985" y="43434"/>
                  </a:lnTo>
                  <a:lnTo>
                    <a:pt x="51866" y="43903"/>
                  </a:lnTo>
                  <a:lnTo>
                    <a:pt x="49009" y="47421"/>
                  </a:lnTo>
                  <a:lnTo>
                    <a:pt x="47155" y="48298"/>
                  </a:lnTo>
                  <a:lnTo>
                    <a:pt x="64622" y="48298"/>
                  </a:lnTo>
                  <a:lnTo>
                    <a:pt x="64806" y="47891"/>
                  </a:lnTo>
                  <a:lnTo>
                    <a:pt x="64922" y="47637"/>
                  </a:lnTo>
                  <a:lnTo>
                    <a:pt x="65539" y="43903"/>
                  </a:lnTo>
                  <a:lnTo>
                    <a:pt x="65531" y="37655"/>
                  </a:lnTo>
                  <a:close/>
                </a:path>
                <a:path w="346075" h="97789">
                  <a:moveTo>
                    <a:pt x="121259" y="18846"/>
                  </a:moveTo>
                  <a:lnTo>
                    <a:pt x="104520" y="18846"/>
                  </a:lnTo>
                  <a:lnTo>
                    <a:pt x="104520" y="94932"/>
                  </a:lnTo>
                  <a:lnTo>
                    <a:pt x="121259" y="94932"/>
                  </a:lnTo>
                  <a:lnTo>
                    <a:pt x="121259" y="18846"/>
                  </a:lnTo>
                  <a:close/>
                </a:path>
                <a:path w="346075" h="97789">
                  <a:moveTo>
                    <a:pt x="121259" y="2565"/>
                  </a:moveTo>
                  <a:lnTo>
                    <a:pt x="105333" y="2565"/>
                  </a:lnTo>
                  <a:lnTo>
                    <a:pt x="82384" y="17310"/>
                  </a:lnTo>
                  <a:lnTo>
                    <a:pt x="82384" y="32651"/>
                  </a:lnTo>
                  <a:lnTo>
                    <a:pt x="103987" y="18846"/>
                  </a:lnTo>
                  <a:lnTo>
                    <a:pt x="121259" y="18846"/>
                  </a:lnTo>
                  <a:lnTo>
                    <a:pt x="121259" y="2565"/>
                  </a:lnTo>
                  <a:close/>
                </a:path>
                <a:path w="346075" h="97789">
                  <a:moveTo>
                    <a:pt x="152514" y="76174"/>
                  </a:moveTo>
                  <a:lnTo>
                    <a:pt x="147129" y="76174"/>
                  </a:lnTo>
                  <a:lnTo>
                    <a:pt x="144779" y="77127"/>
                  </a:lnTo>
                  <a:lnTo>
                    <a:pt x="140868" y="80987"/>
                  </a:lnTo>
                  <a:lnTo>
                    <a:pt x="139915" y="83299"/>
                  </a:lnTo>
                  <a:lnTo>
                    <a:pt x="139915" y="88773"/>
                  </a:lnTo>
                  <a:lnTo>
                    <a:pt x="140868" y="91109"/>
                  </a:lnTo>
                  <a:lnTo>
                    <a:pt x="144779" y="94957"/>
                  </a:lnTo>
                  <a:lnTo>
                    <a:pt x="147129" y="95923"/>
                  </a:lnTo>
                  <a:lnTo>
                    <a:pt x="151637" y="95923"/>
                  </a:lnTo>
                  <a:lnTo>
                    <a:pt x="159753" y="87833"/>
                  </a:lnTo>
                  <a:lnTo>
                    <a:pt x="159753" y="83299"/>
                  </a:lnTo>
                  <a:lnTo>
                    <a:pt x="158749" y="80987"/>
                  </a:lnTo>
                  <a:lnTo>
                    <a:pt x="154812" y="77127"/>
                  </a:lnTo>
                  <a:lnTo>
                    <a:pt x="152514" y="76174"/>
                  </a:lnTo>
                  <a:close/>
                </a:path>
                <a:path w="346075" h="97789">
                  <a:moveTo>
                    <a:pt x="214401" y="1308"/>
                  </a:moveTo>
                  <a:lnTo>
                    <a:pt x="199605" y="1308"/>
                  </a:lnTo>
                  <a:lnTo>
                    <a:pt x="193243" y="3175"/>
                  </a:lnTo>
                  <a:lnTo>
                    <a:pt x="171764" y="41086"/>
                  </a:lnTo>
                  <a:lnTo>
                    <a:pt x="171424" y="48844"/>
                  </a:lnTo>
                  <a:lnTo>
                    <a:pt x="171699" y="56210"/>
                  </a:lnTo>
                  <a:lnTo>
                    <a:pt x="187883" y="91059"/>
                  </a:lnTo>
                  <a:lnTo>
                    <a:pt x="199580" y="96685"/>
                  </a:lnTo>
                  <a:lnTo>
                    <a:pt x="214426" y="96685"/>
                  </a:lnTo>
                  <a:lnTo>
                    <a:pt x="220789" y="94818"/>
                  </a:lnTo>
                  <a:lnTo>
                    <a:pt x="231406" y="87299"/>
                  </a:lnTo>
                  <a:lnTo>
                    <a:pt x="234930" y="82575"/>
                  </a:lnTo>
                  <a:lnTo>
                    <a:pt x="203149" y="82575"/>
                  </a:lnTo>
                  <a:lnTo>
                    <a:pt x="199834" y="81318"/>
                  </a:lnTo>
                  <a:lnTo>
                    <a:pt x="188328" y="48844"/>
                  </a:lnTo>
                  <a:lnTo>
                    <a:pt x="188642" y="41586"/>
                  </a:lnTo>
                  <a:lnTo>
                    <a:pt x="188664" y="41086"/>
                  </a:lnTo>
                  <a:lnTo>
                    <a:pt x="189474" y="35344"/>
                  </a:lnTo>
                  <a:lnTo>
                    <a:pt x="189539" y="34882"/>
                  </a:lnTo>
                  <a:lnTo>
                    <a:pt x="189617" y="34328"/>
                  </a:lnTo>
                  <a:lnTo>
                    <a:pt x="191145" y="28732"/>
                  </a:lnTo>
                  <a:lnTo>
                    <a:pt x="191189" y="28570"/>
                  </a:lnTo>
                  <a:lnTo>
                    <a:pt x="193382" y="23812"/>
                  </a:lnTo>
                  <a:lnTo>
                    <a:pt x="196722" y="18097"/>
                  </a:lnTo>
                  <a:lnTo>
                    <a:pt x="201256" y="15240"/>
                  </a:lnTo>
                  <a:lnTo>
                    <a:pt x="234869" y="15240"/>
                  </a:lnTo>
                  <a:lnTo>
                    <a:pt x="231406" y="10629"/>
                  </a:lnTo>
                  <a:lnTo>
                    <a:pt x="220764" y="3175"/>
                  </a:lnTo>
                  <a:lnTo>
                    <a:pt x="214401" y="1308"/>
                  </a:lnTo>
                  <a:close/>
                </a:path>
                <a:path w="346075" h="97789">
                  <a:moveTo>
                    <a:pt x="234869" y="15240"/>
                  </a:moveTo>
                  <a:lnTo>
                    <a:pt x="210819" y="15240"/>
                  </a:lnTo>
                  <a:lnTo>
                    <a:pt x="214134" y="16522"/>
                  </a:lnTo>
                  <a:lnTo>
                    <a:pt x="219722" y="21602"/>
                  </a:lnTo>
                  <a:lnTo>
                    <a:pt x="221881" y="25361"/>
                  </a:lnTo>
                  <a:lnTo>
                    <a:pt x="224955" y="35344"/>
                  </a:lnTo>
                  <a:lnTo>
                    <a:pt x="225665" y="41086"/>
                  </a:lnTo>
                  <a:lnTo>
                    <a:pt x="225717" y="48844"/>
                  </a:lnTo>
                  <a:lnTo>
                    <a:pt x="225420" y="56210"/>
                  </a:lnTo>
                  <a:lnTo>
                    <a:pt x="222930" y="69086"/>
                  </a:lnTo>
                  <a:lnTo>
                    <a:pt x="222882" y="69262"/>
                  </a:lnTo>
                  <a:lnTo>
                    <a:pt x="220675" y="74053"/>
                  </a:lnTo>
                  <a:lnTo>
                    <a:pt x="217335" y="79730"/>
                  </a:lnTo>
                  <a:lnTo>
                    <a:pt x="212775" y="82575"/>
                  </a:lnTo>
                  <a:lnTo>
                    <a:pt x="234930" y="82575"/>
                  </a:lnTo>
                  <a:lnTo>
                    <a:pt x="242254" y="56656"/>
                  </a:lnTo>
                  <a:lnTo>
                    <a:pt x="242307" y="56210"/>
                  </a:lnTo>
                  <a:lnTo>
                    <a:pt x="242582" y="48844"/>
                  </a:lnTo>
                  <a:lnTo>
                    <a:pt x="242315" y="41586"/>
                  </a:lnTo>
                  <a:lnTo>
                    <a:pt x="241569" y="35344"/>
                  </a:lnTo>
                  <a:lnTo>
                    <a:pt x="241514" y="34882"/>
                  </a:lnTo>
                  <a:lnTo>
                    <a:pt x="240177" y="28732"/>
                  </a:lnTo>
                  <a:lnTo>
                    <a:pt x="238302" y="23139"/>
                  </a:lnTo>
                  <a:lnTo>
                    <a:pt x="235470" y="16040"/>
                  </a:lnTo>
                  <a:lnTo>
                    <a:pt x="234869" y="15240"/>
                  </a:lnTo>
                  <a:close/>
                </a:path>
                <a:path w="346075" h="97789">
                  <a:moveTo>
                    <a:pt x="330758" y="52857"/>
                  </a:moveTo>
                  <a:lnTo>
                    <a:pt x="322338" y="52857"/>
                  </a:lnTo>
                  <a:lnTo>
                    <a:pt x="318795" y="53771"/>
                  </a:lnTo>
                  <a:lnTo>
                    <a:pt x="306958" y="69164"/>
                  </a:lnTo>
                  <a:lnTo>
                    <a:pt x="306958" y="81191"/>
                  </a:lnTo>
                  <a:lnTo>
                    <a:pt x="322275" y="97497"/>
                  </a:lnTo>
                  <a:lnTo>
                    <a:pt x="330695" y="97497"/>
                  </a:lnTo>
                  <a:lnTo>
                    <a:pt x="334238" y="96583"/>
                  </a:lnTo>
                  <a:lnTo>
                    <a:pt x="340042" y="92913"/>
                  </a:lnTo>
                  <a:lnTo>
                    <a:pt x="342252" y="90500"/>
                  </a:lnTo>
                  <a:lnTo>
                    <a:pt x="343935" y="87134"/>
                  </a:lnTo>
                  <a:lnTo>
                    <a:pt x="323595" y="87134"/>
                  </a:lnTo>
                  <a:lnTo>
                    <a:pt x="321602" y="86156"/>
                  </a:lnTo>
                  <a:lnTo>
                    <a:pt x="319332" y="82219"/>
                  </a:lnTo>
                  <a:lnTo>
                    <a:pt x="318741" y="80022"/>
                  </a:lnTo>
                  <a:lnTo>
                    <a:pt x="318731" y="70332"/>
                  </a:lnTo>
                  <a:lnTo>
                    <a:pt x="319316" y="68148"/>
                  </a:lnTo>
                  <a:lnTo>
                    <a:pt x="321652" y="64147"/>
                  </a:lnTo>
                  <a:lnTo>
                    <a:pt x="323659" y="63131"/>
                  </a:lnTo>
                  <a:lnTo>
                    <a:pt x="343904" y="63131"/>
                  </a:lnTo>
                  <a:lnTo>
                    <a:pt x="342296" y="59855"/>
                  </a:lnTo>
                  <a:lnTo>
                    <a:pt x="340140" y="57442"/>
                  </a:lnTo>
                  <a:lnTo>
                    <a:pt x="334327" y="53771"/>
                  </a:lnTo>
                  <a:lnTo>
                    <a:pt x="330758" y="52857"/>
                  </a:lnTo>
                  <a:close/>
                </a:path>
                <a:path w="346075" h="97789">
                  <a:moveTo>
                    <a:pt x="339928" y="2565"/>
                  </a:moveTo>
                  <a:lnTo>
                    <a:pt x="328650" y="2565"/>
                  </a:lnTo>
                  <a:lnTo>
                    <a:pt x="265150" y="94932"/>
                  </a:lnTo>
                  <a:lnTo>
                    <a:pt x="276428" y="94932"/>
                  </a:lnTo>
                  <a:lnTo>
                    <a:pt x="339928" y="2565"/>
                  </a:lnTo>
                  <a:close/>
                </a:path>
                <a:path w="346075" h="97789">
                  <a:moveTo>
                    <a:pt x="343904" y="63131"/>
                  </a:moveTo>
                  <a:lnTo>
                    <a:pt x="329488" y="63131"/>
                  </a:lnTo>
                  <a:lnTo>
                    <a:pt x="331520" y="64147"/>
                  </a:lnTo>
                  <a:lnTo>
                    <a:pt x="333628" y="68148"/>
                  </a:lnTo>
                  <a:lnTo>
                    <a:pt x="334149" y="70332"/>
                  </a:lnTo>
                  <a:lnTo>
                    <a:pt x="334149" y="80022"/>
                  </a:lnTo>
                  <a:lnTo>
                    <a:pt x="333590" y="82219"/>
                  </a:lnTo>
                  <a:lnTo>
                    <a:pt x="331393" y="86156"/>
                  </a:lnTo>
                  <a:lnTo>
                    <a:pt x="329399" y="87134"/>
                  </a:lnTo>
                  <a:lnTo>
                    <a:pt x="343935" y="87134"/>
                  </a:lnTo>
                  <a:lnTo>
                    <a:pt x="345262" y="84480"/>
                  </a:lnTo>
                  <a:lnTo>
                    <a:pt x="346011" y="81191"/>
                  </a:lnTo>
                  <a:lnTo>
                    <a:pt x="346011" y="69164"/>
                  </a:lnTo>
                  <a:lnTo>
                    <a:pt x="345273" y="65874"/>
                  </a:lnTo>
                  <a:lnTo>
                    <a:pt x="343904" y="63131"/>
                  </a:lnTo>
                  <a:close/>
                </a:path>
                <a:path w="346075" h="97789">
                  <a:moveTo>
                    <a:pt x="283819" y="0"/>
                  </a:moveTo>
                  <a:lnTo>
                    <a:pt x="275424" y="0"/>
                  </a:lnTo>
                  <a:lnTo>
                    <a:pt x="271894" y="914"/>
                  </a:lnTo>
                  <a:lnTo>
                    <a:pt x="266064" y="4559"/>
                  </a:lnTo>
                  <a:lnTo>
                    <a:pt x="263842" y="6959"/>
                  </a:lnTo>
                  <a:lnTo>
                    <a:pt x="260769" y="12966"/>
                  </a:lnTo>
                  <a:lnTo>
                    <a:pt x="260007" y="16281"/>
                  </a:lnTo>
                  <a:lnTo>
                    <a:pt x="260015" y="28371"/>
                  </a:lnTo>
                  <a:lnTo>
                    <a:pt x="275335" y="44551"/>
                  </a:lnTo>
                  <a:lnTo>
                    <a:pt x="283756" y="44551"/>
                  </a:lnTo>
                  <a:lnTo>
                    <a:pt x="287312" y="43649"/>
                  </a:lnTo>
                  <a:lnTo>
                    <a:pt x="293141" y="40043"/>
                  </a:lnTo>
                  <a:lnTo>
                    <a:pt x="295338" y="37655"/>
                  </a:lnTo>
                  <a:lnTo>
                    <a:pt x="297016" y="34277"/>
                  </a:lnTo>
                  <a:lnTo>
                    <a:pt x="276694" y="34277"/>
                  </a:lnTo>
                  <a:lnTo>
                    <a:pt x="274675" y="33299"/>
                  </a:lnTo>
                  <a:lnTo>
                    <a:pt x="273532" y="31343"/>
                  </a:lnTo>
                  <a:lnTo>
                    <a:pt x="272427" y="29362"/>
                  </a:lnTo>
                  <a:lnTo>
                    <a:pt x="271868" y="27165"/>
                  </a:lnTo>
                  <a:lnTo>
                    <a:pt x="271868" y="17513"/>
                  </a:lnTo>
                  <a:lnTo>
                    <a:pt x="272440" y="15316"/>
                  </a:lnTo>
                  <a:lnTo>
                    <a:pt x="274726" y="11290"/>
                  </a:lnTo>
                  <a:lnTo>
                    <a:pt x="276720" y="10287"/>
                  </a:lnTo>
                  <a:lnTo>
                    <a:pt x="297008" y="10287"/>
                  </a:lnTo>
                  <a:lnTo>
                    <a:pt x="295376" y="6959"/>
                  </a:lnTo>
                  <a:lnTo>
                    <a:pt x="293179" y="4559"/>
                  </a:lnTo>
                  <a:lnTo>
                    <a:pt x="287388" y="914"/>
                  </a:lnTo>
                  <a:lnTo>
                    <a:pt x="283819" y="0"/>
                  </a:lnTo>
                  <a:close/>
                </a:path>
                <a:path w="346075" h="97789">
                  <a:moveTo>
                    <a:pt x="297008" y="10287"/>
                  </a:moveTo>
                  <a:lnTo>
                    <a:pt x="282562" y="10287"/>
                  </a:lnTo>
                  <a:lnTo>
                    <a:pt x="284568" y="11290"/>
                  </a:lnTo>
                  <a:lnTo>
                    <a:pt x="286683" y="15316"/>
                  </a:lnTo>
                  <a:lnTo>
                    <a:pt x="287197" y="17513"/>
                  </a:lnTo>
                  <a:lnTo>
                    <a:pt x="287197" y="27165"/>
                  </a:lnTo>
                  <a:lnTo>
                    <a:pt x="286651" y="29362"/>
                  </a:lnTo>
                  <a:lnTo>
                    <a:pt x="284454" y="33299"/>
                  </a:lnTo>
                  <a:lnTo>
                    <a:pt x="282460" y="34277"/>
                  </a:lnTo>
                  <a:lnTo>
                    <a:pt x="297016" y="34277"/>
                  </a:lnTo>
                  <a:lnTo>
                    <a:pt x="298310" y="31673"/>
                  </a:lnTo>
                  <a:lnTo>
                    <a:pt x="299059" y="28371"/>
                  </a:lnTo>
                  <a:lnTo>
                    <a:pt x="299059" y="16281"/>
                  </a:lnTo>
                  <a:lnTo>
                    <a:pt x="298322" y="12966"/>
                  </a:lnTo>
                  <a:lnTo>
                    <a:pt x="297008" y="102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054600" y="1092200"/>
              <a:ext cx="1066800" cy="825500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105400" y="1092200"/>
              <a:ext cx="965200" cy="723900"/>
            </a:xfrm>
            <a:prstGeom prst="rect">
              <a:avLst/>
            </a:prstGeom>
          </p:spPr>
        </p:pic>
      </p:grpSp>
      <p:grpSp>
        <p:nvGrpSpPr>
          <p:cNvPr id="98" name="object 98"/>
          <p:cNvGrpSpPr/>
          <p:nvPr/>
        </p:nvGrpSpPr>
        <p:grpSpPr>
          <a:xfrm>
            <a:off x="9731536" y="1206500"/>
            <a:ext cx="3997325" cy="2108200"/>
            <a:chOff x="9528336" y="1206500"/>
            <a:chExt cx="3997325" cy="2108200"/>
          </a:xfrm>
        </p:grpSpPr>
        <p:sp>
          <p:nvSpPr>
            <p:cNvPr id="99" name="object 99"/>
            <p:cNvSpPr/>
            <p:nvPr/>
          </p:nvSpPr>
          <p:spPr>
            <a:xfrm>
              <a:off x="9550400" y="1393265"/>
              <a:ext cx="3975100" cy="374015"/>
            </a:xfrm>
            <a:custGeom>
              <a:avLst/>
              <a:gdLst/>
              <a:ahLst/>
              <a:cxnLst/>
              <a:rect l="l" t="t" r="r" b="b"/>
              <a:pathLst>
                <a:path w="3975100" h="374014">
                  <a:moveTo>
                    <a:pt x="0" y="373532"/>
                  </a:moveTo>
                  <a:lnTo>
                    <a:pt x="0" y="0"/>
                  </a:lnTo>
                  <a:lnTo>
                    <a:pt x="3975100" y="0"/>
                  </a:lnTo>
                  <a:lnTo>
                    <a:pt x="3975100" y="373532"/>
                  </a:lnTo>
                  <a:lnTo>
                    <a:pt x="0" y="373532"/>
                  </a:lnTo>
                  <a:close/>
                </a:path>
              </a:pathLst>
            </a:custGeom>
            <a:solidFill>
              <a:srgbClr val="F5B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100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0317454" y="1491173"/>
              <a:ext cx="1956180" cy="213906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9550400" y="1752600"/>
              <a:ext cx="3975100" cy="1562100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9740900" y="2918261"/>
              <a:ext cx="444500" cy="249554"/>
            </a:xfrm>
            <a:custGeom>
              <a:avLst/>
              <a:gdLst/>
              <a:ahLst/>
              <a:cxnLst/>
              <a:rect l="l" t="t" r="r" b="b"/>
              <a:pathLst>
                <a:path w="444500" h="249555">
                  <a:moveTo>
                    <a:pt x="381000" y="0"/>
                  </a:moveTo>
                  <a:lnTo>
                    <a:pt x="63500" y="0"/>
                  </a:lnTo>
                  <a:lnTo>
                    <a:pt x="38785" y="4990"/>
                  </a:lnTo>
                  <a:lnTo>
                    <a:pt x="18600" y="18600"/>
                  </a:lnTo>
                  <a:lnTo>
                    <a:pt x="4990" y="38785"/>
                  </a:lnTo>
                  <a:lnTo>
                    <a:pt x="0" y="63500"/>
                  </a:lnTo>
                  <a:lnTo>
                    <a:pt x="0" y="185521"/>
                  </a:lnTo>
                  <a:lnTo>
                    <a:pt x="4990" y="210236"/>
                  </a:lnTo>
                  <a:lnTo>
                    <a:pt x="18600" y="230420"/>
                  </a:lnTo>
                  <a:lnTo>
                    <a:pt x="38785" y="244030"/>
                  </a:lnTo>
                  <a:lnTo>
                    <a:pt x="63500" y="249021"/>
                  </a:lnTo>
                  <a:lnTo>
                    <a:pt x="381000" y="249021"/>
                  </a:lnTo>
                  <a:lnTo>
                    <a:pt x="405714" y="244030"/>
                  </a:lnTo>
                  <a:lnTo>
                    <a:pt x="425899" y="230420"/>
                  </a:lnTo>
                  <a:lnTo>
                    <a:pt x="439509" y="210236"/>
                  </a:lnTo>
                  <a:lnTo>
                    <a:pt x="444500" y="185521"/>
                  </a:lnTo>
                  <a:lnTo>
                    <a:pt x="444500" y="63500"/>
                  </a:lnTo>
                  <a:lnTo>
                    <a:pt x="439509" y="38785"/>
                  </a:lnTo>
                  <a:lnTo>
                    <a:pt x="425899" y="18600"/>
                  </a:lnTo>
                  <a:lnTo>
                    <a:pt x="405714" y="499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A99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9776269" y="3000878"/>
              <a:ext cx="365760" cy="97790"/>
            </a:xfrm>
            <a:custGeom>
              <a:avLst/>
              <a:gdLst/>
              <a:ahLst/>
              <a:cxnLst/>
              <a:rect l="l" t="t" r="r" b="b"/>
              <a:pathLst>
                <a:path w="365759" h="97789">
                  <a:moveTo>
                    <a:pt x="64148" y="49339"/>
                  </a:moveTo>
                  <a:lnTo>
                    <a:pt x="22174" y="49339"/>
                  </a:lnTo>
                  <a:lnTo>
                    <a:pt x="23533" y="49707"/>
                  </a:lnTo>
                  <a:lnTo>
                    <a:pt x="25985" y="51269"/>
                  </a:lnTo>
                  <a:lnTo>
                    <a:pt x="27508" y="52463"/>
                  </a:lnTo>
                  <a:lnTo>
                    <a:pt x="32715" y="56997"/>
                  </a:lnTo>
                  <a:lnTo>
                    <a:pt x="35610" y="59029"/>
                  </a:lnTo>
                  <a:lnTo>
                    <a:pt x="40779" y="61556"/>
                  </a:lnTo>
                  <a:lnTo>
                    <a:pt x="43573" y="62191"/>
                  </a:lnTo>
                  <a:lnTo>
                    <a:pt x="50253" y="62191"/>
                  </a:lnTo>
                  <a:lnTo>
                    <a:pt x="53543" y="61290"/>
                  </a:lnTo>
                  <a:lnTo>
                    <a:pt x="56464" y="59486"/>
                  </a:lnTo>
                  <a:lnTo>
                    <a:pt x="59372" y="57645"/>
                  </a:lnTo>
                  <a:lnTo>
                    <a:pt x="61645" y="54914"/>
                  </a:lnTo>
                  <a:lnTo>
                    <a:pt x="64148" y="49339"/>
                  </a:lnTo>
                  <a:close/>
                </a:path>
                <a:path w="365759" h="97789">
                  <a:moveTo>
                    <a:pt x="21856" y="35407"/>
                  </a:moveTo>
                  <a:lnTo>
                    <a:pt x="15176" y="35407"/>
                  </a:lnTo>
                  <a:lnTo>
                    <a:pt x="11849" y="36322"/>
                  </a:lnTo>
                  <a:lnTo>
                    <a:pt x="0" y="59982"/>
                  </a:lnTo>
                  <a:lnTo>
                    <a:pt x="13030" y="59982"/>
                  </a:lnTo>
                  <a:lnTo>
                    <a:pt x="12966" y="56159"/>
                  </a:lnTo>
                  <a:lnTo>
                    <a:pt x="13665" y="53441"/>
                  </a:lnTo>
                  <a:lnTo>
                    <a:pt x="16573" y="50165"/>
                  </a:lnTo>
                  <a:lnTo>
                    <a:pt x="18415" y="49339"/>
                  </a:lnTo>
                  <a:lnTo>
                    <a:pt x="64148" y="49339"/>
                  </a:lnTo>
                  <a:lnTo>
                    <a:pt x="64622" y="48298"/>
                  </a:lnTo>
                  <a:lnTo>
                    <a:pt x="43281" y="48298"/>
                  </a:lnTo>
                  <a:lnTo>
                    <a:pt x="41859" y="47891"/>
                  </a:lnTo>
                  <a:lnTo>
                    <a:pt x="39472" y="46316"/>
                  </a:lnTo>
                  <a:lnTo>
                    <a:pt x="37833" y="45046"/>
                  </a:lnTo>
                  <a:lnTo>
                    <a:pt x="35941" y="43434"/>
                  </a:lnTo>
                  <a:lnTo>
                    <a:pt x="32639" y="40513"/>
                  </a:lnTo>
                  <a:lnTo>
                    <a:pt x="29705" y="38455"/>
                  </a:lnTo>
                  <a:lnTo>
                    <a:pt x="24587" y="36017"/>
                  </a:lnTo>
                  <a:lnTo>
                    <a:pt x="21856" y="35407"/>
                  </a:lnTo>
                  <a:close/>
                </a:path>
                <a:path w="365759" h="97789">
                  <a:moveTo>
                    <a:pt x="65532" y="37655"/>
                  </a:moveTo>
                  <a:lnTo>
                    <a:pt x="52451" y="37655"/>
                  </a:lnTo>
                  <a:lnTo>
                    <a:pt x="52539" y="41236"/>
                  </a:lnTo>
                  <a:lnTo>
                    <a:pt x="52177" y="42672"/>
                  </a:lnTo>
                  <a:lnTo>
                    <a:pt x="52068" y="43103"/>
                  </a:lnTo>
                  <a:lnTo>
                    <a:pt x="51985" y="43434"/>
                  </a:lnTo>
                  <a:lnTo>
                    <a:pt x="51866" y="43903"/>
                  </a:lnTo>
                  <a:lnTo>
                    <a:pt x="49009" y="47421"/>
                  </a:lnTo>
                  <a:lnTo>
                    <a:pt x="47155" y="48298"/>
                  </a:lnTo>
                  <a:lnTo>
                    <a:pt x="64622" y="48298"/>
                  </a:lnTo>
                  <a:lnTo>
                    <a:pt x="64806" y="47891"/>
                  </a:lnTo>
                  <a:lnTo>
                    <a:pt x="64922" y="47637"/>
                  </a:lnTo>
                  <a:lnTo>
                    <a:pt x="65539" y="43903"/>
                  </a:lnTo>
                  <a:lnTo>
                    <a:pt x="65532" y="37655"/>
                  </a:lnTo>
                  <a:close/>
                </a:path>
                <a:path w="365759" h="97789">
                  <a:moveTo>
                    <a:pt x="138847" y="14884"/>
                  </a:moveTo>
                  <a:lnTo>
                    <a:pt x="113944" y="14884"/>
                  </a:lnTo>
                  <a:lnTo>
                    <a:pt x="116806" y="15506"/>
                  </a:lnTo>
                  <a:lnTo>
                    <a:pt x="116676" y="15506"/>
                  </a:lnTo>
                  <a:lnTo>
                    <a:pt x="121208" y="17741"/>
                  </a:lnTo>
                  <a:lnTo>
                    <a:pt x="123024" y="19354"/>
                  </a:lnTo>
                  <a:lnTo>
                    <a:pt x="125666" y="23545"/>
                  </a:lnTo>
                  <a:lnTo>
                    <a:pt x="126326" y="26035"/>
                  </a:lnTo>
                  <a:lnTo>
                    <a:pt x="126318" y="31546"/>
                  </a:lnTo>
                  <a:lnTo>
                    <a:pt x="80467" y="82842"/>
                  </a:lnTo>
                  <a:lnTo>
                    <a:pt x="80467" y="94932"/>
                  </a:lnTo>
                  <a:lnTo>
                    <a:pt x="143789" y="94932"/>
                  </a:lnTo>
                  <a:lnTo>
                    <a:pt x="143789" y="80949"/>
                  </a:lnTo>
                  <a:lnTo>
                    <a:pt x="103555" y="80949"/>
                  </a:lnTo>
                  <a:lnTo>
                    <a:pt x="103555" y="80314"/>
                  </a:lnTo>
                  <a:lnTo>
                    <a:pt x="119481" y="64135"/>
                  </a:lnTo>
                  <a:lnTo>
                    <a:pt x="125463" y="58356"/>
                  </a:lnTo>
                  <a:lnTo>
                    <a:pt x="130111" y="53441"/>
                  </a:lnTo>
                  <a:lnTo>
                    <a:pt x="133413" y="49377"/>
                  </a:lnTo>
                  <a:lnTo>
                    <a:pt x="136753" y="45326"/>
                  </a:lnTo>
                  <a:lnTo>
                    <a:pt x="139077" y="41630"/>
                  </a:lnTo>
                  <a:lnTo>
                    <a:pt x="141732" y="34950"/>
                  </a:lnTo>
                  <a:lnTo>
                    <a:pt x="142392" y="31546"/>
                  </a:lnTo>
                  <a:lnTo>
                    <a:pt x="142392" y="22923"/>
                  </a:lnTo>
                  <a:lnTo>
                    <a:pt x="141084" y="18326"/>
                  </a:lnTo>
                  <a:lnTo>
                    <a:pt x="138847" y="14884"/>
                  </a:lnTo>
                  <a:close/>
                </a:path>
                <a:path w="365759" h="97789">
                  <a:moveTo>
                    <a:pt x="117411" y="1308"/>
                  </a:moveTo>
                  <a:lnTo>
                    <a:pt x="105117" y="1308"/>
                  </a:lnTo>
                  <a:lnTo>
                    <a:pt x="99707" y="2489"/>
                  </a:lnTo>
                  <a:lnTo>
                    <a:pt x="79921" y="24345"/>
                  </a:lnTo>
                  <a:lnTo>
                    <a:pt x="79921" y="30213"/>
                  </a:lnTo>
                  <a:lnTo>
                    <a:pt x="95846" y="30213"/>
                  </a:lnTo>
                  <a:lnTo>
                    <a:pt x="95846" y="27063"/>
                  </a:lnTo>
                  <a:lnTo>
                    <a:pt x="96453" y="24345"/>
                  </a:lnTo>
                  <a:lnTo>
                    <a:pt x="97688" y="22047"/>
                  </a:lnTo>
                  <a:lnTo>
                    <a:pt x="98958" y="19761"/>
                  </a:lnTo>
                  <a:lnTo>
                    <a:pt x="100736" y="18008"/>
                  </a:lnTo>
                  <a:lnTo>
                    <a:pt x="103009" y="16776"/>
                  </a:lnTo>
                  <a:lnTo>
                    <a:pt x="105295" y="15506"/>
                  </a:lnTo>
                  <a:lnTo>
                    <a:pt x="107962" y="14884"/>
                  </a:lnTo>
                  <a:lnTo>
                    <a:pt x="138847" y="14884"/>
                  </a:lnTo>
                  <a:lnTo>
                    <a:pt x="135877" y="10261"/>
                  </a:lnTo>
                  <a:lnTo>
                    <a:pt x="132245" y="7099"/>
                  </a:lnTo>
                  <a:lnTo>
                    <a:pt x="122911" y="2489"/>
                  </a:lnTo>
                  <a:lnTo>
                    <a:pt x="117411" y="1308"/>
                  </a:lnTo>
                  <a:close/>
                </a:path>
                <a:path w="365759" h="97789">
                  <a:moveTo>
                    <a:pt x="172224" y="76174"/>
                  </a:moveTo>
                  <a:lnTo>
                    <a:pt x="166852" y="76174"/>
                  </a:lnTo>
                  <a:lnTo>
                    <a:pt x="164503" y="77127"/>
                  </a:lnTo>
                  <a:lnTo>
                    <a:pt x="160591" y="80987"/>
                  </a:lnTo>
                  <a:lnTo>
                    <a:pt x="159626" y="83299"/>
                  </a:lnTo>
                  <a:lnTo>
                    <a:pt x="159626" y="88773"/>
                  </a:lnTo>
                  <a:lnTo>
                    <a:pt x="160591" y="91109"/>
                  </a:lnTo>
                  <a:lnTo>
                    <a:pt x="164503" y="94957"/>
                  </a:lnTo>
                  <a:lnTo>
                    <a:pt x="166852" y="95923"/>
                  </a:lnTo>
                  <a:lnTo>
                    <a:pt x="171361" y="95923"/>
                  </a:lnTo>
                  <a:lnTo>
                    <a:pt x="179476" y="87833"/>
                  </a:lnTo>
                  <a:lnTo>
                    <a:pt x="179476" y="83299"/>
                  </a:lnTo>
                  <a:lnTo>
                    <a:pt x="178473" y="80987"/>
                  </a:lnTo>
                  <a:lnTo>
                    <a:pt x="176479" y="79057"/>
                  </a:lnTo>
                  <a:lnTo>
                    <a:pt x="174523" y="77127"/>
                  </a:lnTo>
                  <a:lnTo>
                    <a:pt x="172224" y="76174"/>
                  </a:lnTo>
                  <a:close/>
                </a:path>
                <a:path w="365759" h="97789">
                  <a:moveTo>
                    <a:pt x="234124" y="1308"/>
                  </a:moveTo>
                  <a:lnTo>
                    <a:pt x="219329" y="1308"/>
                  </a:lnTo>
                  <a:lnTo>
                    <a:pt x="212966" y="3175"/>
                  </a:lnTo>
                  <a:lnTo>
                    <a:pt x="191482" y="41086"/>
                  </a:lnTo>
                  <a:lnTo>
                    <a:pt x="191135" y="48844"/>
                  </a:lnTo>
                  <a:lnTo>
                    <a:pt x="191411" y="56210"/>
                  </a:lnTo>
                  <a:lnTo>
                    <a:pt x="207606" y="91059"/>
                  </a:lnTo>
                  <a:lnTo>
                    <a:pt x="219290" y="96685"/>
                  </a:lnTo>
                  <a:lnTo>
                    <a:pt x="234149" y="96685"/>
                  </a:lnTo>
                  <a:lnTo>
                    <a:pt x="240512" y="94818"/>
                  </a:lnTo>
                  <a:lnTo>
                    <a:pt x="251117" y="87299"/>
                  </a:lnTo>
                  <a:lnTo>
                    <a:pt x="254652" y="82575"/>
                  </a:lnTo>
                  <a:lnTo>
                    <a:pt x="222872" y="82575"/>
                  </a:lnTo>
                  <a:lnTo>
                    <a:pt x="219557" y="81318"/>
                  </a:lnTo>
                  <a:lnTo>
                    <a:pt x="208051" y="48844"/>
                  </a:lnTo>
                  <a:lnTo>
                    <a:pt x="208360" y="41586"/>
                  </a:lnTo>
                  <a:lnTo>
                    <a:pt x="208382" y="41086"/>
                  </a:lnTo>
                  <a:lnTo>
                    <a:pt x="209192" y="35344"/>
                  </a:lnTo>
                  <a:lnTo>
                    <a:pt x="209257" y="34882"/>
                  </a:lnTo>
                  <a:lnTo>
                    <a:pt x="209335" y="34328"/>
                  </a:lnTo>
                  <a:lnTo>
                    <a:pt x="220980" y="15240"/>
                  </a:lnTo>
                  <a:lnTo>
                    <a:pt x="254590" y="15240"/>
                  </a:lnTo>
                  <a:lnTo>
                    <a:pt x="251117" y="10629"/>
                  </a:lnTo>
                  <a:lnTo>
                    <a:pt x="240474" y="3175"/>
                  </a:lnTo>
                  <a:lnTo>
                    <a:pt x="234124" y="1308"/>
                  </a:lnTo>
                  <a:close/>
                </a:path>
                <a:path w="365759" h="97789">
                  <a:moveTo>
                    <a:pt x="254590" y="15240"/>
                  </a:moveTo>
                  <a:lnTo>
                    <a:pt x="230543" y="15240"/>
                  </a:lnTo>
                  <a:lnTo>
                    <a:pt x="233845" y="16522"/>
                  </a:lnTo>
                  <a:lnTo>
                    <a:pt x="239445" y="21602"/>
                  </a:lnTo>
                  <a:lnTo>
                    <a:pt x="241604" y="25361"/>
                  </a:lnTo>
                  <a:lnTo>
                    <a:pt x="244678" y="35344"/>
                  </a:lnTo>
                  <a:lnTo>
                    <a:pt x="245388" y="41086"/>
                  </a:lnTo>
                  <a:lnTo>
                    <a:pt x="245440" y="48844"/>
                  </a:lnTo>
                  <a:lnTo>
                    <a:pt x="245141" y="56210"/>
                  </a:lnTo>
                  <a:lnTo>
                    <a:pt x="245123" y="56656"/>
                  </a:lnTo>
                  <a:lnTo>
                    <a:pt x="244323" y="62395"/>
                  </a:lnTo>
                  <a:lnTo>
                    <a:pt x="244254" y="62890"/>
                  </a:lnTo>
                  <a:lnTo>
                    <a:pt x="232498" y="82575"/>
                  </a:lnTo>
                  <a:lnTo>
                    <a:pt x="254652" y="82575"/>
                  </a:lnTo>
                  <a:lnTo>
                    <a:pt x="261977" y="56656"/>
                  </a:lnTo>
                  <a:lnTo>
                    <a:pt x="262030" y="56210"/>
                  </a:lnTo>
                  <a:lnTo>
                    <a:pt x="262305" y="48844"/>
                  </a:lnTo>
                  <a:lnTo>
                    <a:pt x="262038" y="41586"/>
                  </a:lnTo>
                  <a:lnTo>
                    <a:pt x="261292" y="35344"/>
                  </a:lnTo>
                  <a:lnTo>
                    <a:pt x="261237" y="34882"/>
                  </a:lnTo>
                  <a:lnTo>
                    <a:pt x="259900" y="28732"/>
                  </a:lnTo>
                  <a:lnTo>
                    <a:pt x="258025" y="23139"/>
                  </a:lnTo>
                  <a:lnTo>
                    <a:pt x="255193" y="16040"/>
                  </a:lnTo>
                  <a:lnTo>
                    <a:pt x="254590" y="15240"/>
                  </a:lnTo>
                  <a:close/>
                </a:path>
                <a:path w="365759" h="97789">
                  <a:moveTo>
                    <a:pt x="350469" y="52857"/>
                  </a:moveTo>
                  <a:lnTo>
                    <a:pt x="342049" y="52857"/>
                  </a:lnTo>
                  <a:lnTo>
                    <a:pt x="338518" y="53771"/>
                  </a:lnTo>
                  <a:lnTo>
                    <a:pt x="326669" y="69164"/>
                  </a:lnTo>
                  <a:lnTo>
                    <a:pt x="326669" y="81191"/>
                  </a:lnTo>
                  <a:lnTo>
                    <a:pt x="341998" y="97497"/>
                  </a:lnTo>
                  <a:lnTo>
                    <a:pt x="350418" y="97497"/>
                  </a:lnTo>
                  <a:lnTo>
                    <a:pt x="353961" y="96583"/>
                  </a:lnTo>
                  <a:lnTo>
                    <a:pt x="359765" y="92913"/>
                  </a:lnTo>
                  <a:lnTo>
                    <a:pt x="361975" y="90500"/>
                  </a:lnTo>
                  <a:lnTo>
                    <a:pt x="363658" y="87134"/>
                  </a:lnTo>
                  <a:lnTo>
                    <a:pt x="343319" y="87134"/>
                  </a:lnTo>
                  <a:lnTo>
                    <a:pt x="341325" y="86156"/>
                  </a:lnTo>
                  <a:lnTo>
                    <a:pt x="339043" y="82219"/>
                  </a:lnTo>
                  <a:lnTo>
                    <a:pt x="338452" y="80022"/>
                  </a:lnTo>
                  <a:lnTo>
                    <a:pt x="338442" y="70332"/>
                  </a:lnTo>
                  <a:lnTo>
                    <a:pt x="339026" y="68148"/>
                  </a:lnTo>
                  <a:lnTo>
                    <a:pt x="341376" y="64147"/>
                  </a:lnTo>
                  <a:lnTo>
                    <a:pt x="343382" y="63131"/>
                  </a:lnTo>
                  <a:lnTo>
                    <a:pt x="363627" y="63131"/>
                  </a:lnTo>
                  <a:lnTo>
                    <a:pt x="362019" y="59855"/>
                  </a:lnTo>
                  <a:lnTo>
                    <a:pt x="359863" y="57442"/>
                  </a:lnTo>
                  <a:lnTo>
                    <a:pt x="354050" y="53771"/>
                  </a:lnTo>
                  <a:lnTo>
                    <a:pt x="350469" y="52857"/>
                  </a:lnTo>
                  <a:close/>
                </a:path>
                <a:path w="365759" h="97789">
                  <a:moveTo>
                    <a:pt x="359638" y="2565"/>
                  </a:moveTo>
                  <a:lnTo>
                    <a:pt x="348373" y="2565"/>
                  </a:lnTo>
                  <a:lnTo>
                    <a:pt x="284873" y="94932"/>
                  </a:lnTo>
                  <a:lnTo>
                    <a:pt x="296138" y="94932"/>
                  </a:lnTo>
                  <a:lnTo>
                    <a:pt x="359638" y="2565"/>
                  </a:lnTo>
                  <a:close/>
                </a:path>
                <a:path w="365759" h="97789">
                  <a:moveTo>
                    <a:pt x="363627" y="63131"/>
                  </a:moveTo>
                  <a:lnTo>
                    <a:pt x="349211" y="63131"/>
                  </a:lnTo>
                  <a:lnTo>
                    <a:pt x="351243" y="64147"/>
                  </a:lnTo>
                  <a:lnTo>
                    <a:pt x="353339" y="68148"/>
                  </a:lnTo>
                  <a:lnTo>
                    <a:pt x="353872" y="70332"/>
                  </a:lnTo>
                  <a:lnTo>
                    <a:pt x="353872" y="80022"/>
                  </a:lnTo>
                  <a:lnTo>
                    <a:pt x="353314" y="82219"/>
                  </a:lnTo>
                  <a:lnTo>
                    <a:pt x="351116" y="86156"/>
                  </a:lnTo>
                  <a:lnTo>
                    <a:pt x="349123" y="87134"/>
                  </a:lnTo>
                  <a:lnTo>
                    <a:pt x="363658" y="87134"/>
                  </a:lnTo>
                  <a:lnTo>
                    <a:pt x="364985" y="84480"/>
                  </a:lnTo>
                  <a:lnTo>
                    <a:pt x="365734" y="81191"/>
                  </a:lnTo>
                  <a:lnTo>
                    <a:pt x="365734" y="69164"/>
                  </a:lnTo>
                  <a:lnTo>
                    <a:pt x="364996" y="65874"/>
                  </a:lnTo>
                  <a:lnTo>
                    <a:pt x="363627" y="63131"/>
                  </a:lnTo>
                  <a:close/>
                </a:path>
                <a:path w="365759" h="97789">
                  <a:moveTo>
                    <a:pt x="303542" y="0"/>
                  </a:moveTo>
                  <a:lnTo>
                    <a:pt x="295148" y="0"/>
                  </a:lnTo>
                  <a:lnTo>
                    <a:pt x="291617" y="914"/>
                  </a:lnTo>
                  <a:lnTo>
                    <a:pt x="285788" y="4559"/>
                  </a:lnTo>
                  <a:lnTo>
                    <a:pt x="283565" y="6959"/>
                  </a:lnTo>
                  <a:lnTo>
                    <a:pt x="280492" y="12966"/>
                  </a:lnTo>
                  <a:lnTo>
                    <a:pt x="279730" y="16281"/>
                  </a:lnTo>
                  <a:lnTo>
                    <a:pt x="279738" y="28371"/>
                  </a:lnTo>
                  <a:lnTo>
                    <a:pt x="295059" y="44551"/>
                  </a:lnTo>
                  <a:lnTo>
                    <a:pt x="303479" y="44551"/>
                  </a:lnTo>
                  <a:lnTo>
                    <a:pt x="307022" y="43649"/>
                  </a:lnTo>
                  <a:lnTo>
                    <a:pt x="312864" y="40043"/>
                  </a:lnTo>
                  <a:lnTo>
                    <a:pt x="315048" y="37655"/>
                  </a:lnTo>
                  <a:lnTo>
                    <a:pt x="316734" y="34277"/>
                  </a:lnTo>
                  <a:lnTo>
                    <a:pt x="296418" y="34277"/>
                  </a:lnTo>
                  <a:lnTo>
                    <a:pt x="294398" y="33299"/>
                  </a:lnTo>
                  <a:lnTo>
                    <a:pt x="293255" y="31343"/>
                  </a:lnTo>
                  <a:lnTo>
                    <a:pt x="292138" y="29362"/>
                  </a:lnTo>
                  <a:lnTo>
                    <a:pt x="291592" y="27165"/>
                  </a:lnTo>
                  <a:lnTo>
                    <a:pt x="291592" y="17513"/>
                  </a:lnTo>
                  <a:lnTo>
                    <a:pt x="292163" y="15316"/>
                  </a:lnTo>
                  <a:lnTo>
                    <a:pt x="294449" y="11290"/>
                  </a:lnTo>
                  <a:lnTo>
                    <a:pt x="296443" y="10287"/>
                  </a:lnTo>
                  <a:lnTo>
                    <a:pt x="316731" y="10287"/>
                  </a:lnTo>
                  <a:lnTo>
                    <a:pt x="315099" y="6959"/>
                  </a:lnTo>
                  <a:lnTo>
                    <a:pt x="312902" y="4559"/>
                  </a:lnTo>
                  <a:lnTo>
                    <a:pt x="307098" y="914"/>
                  </a:lnTo>
                  <a:lnTo>
                    <a:pt x="303542" y="0"/>
                  </a:lnTo>
                  <a:close/>
                </a:path>
                <a:path w="365759" h="97789">
                  <a:moveTo>
                    <a:pt x="316731" y="10287"/>
                  </a:moveTo>
                  <a:lnTo>
                    <a:pt x="302272" y="10287"/>
                  </a:lnTo>
                  <a:lnTo>
                    <a:pt x="304292" y="11290"/>
                  </a:lnTo>
                  <a:lnTo>
                    <a:pt x="306406" y="15316"/>
                  </a:lnTo>
                  <a:lnTo>
                    <a:pt x="306920" y="17513"/>
                  </a:lnTo>
                  <a:lnTo>
                    <a:pt x="306920" y="27165"/>
                  </a:lnTo>
                  <a:lnTo>
                    <a:pt x="306362" y="29362"/>
                  </a:lnTo>
                  <a:lnTo>
                    <a:pt x="304165" y="33299"/>
                  </a:lnTo>
                  <a:lnTo>
                    <a:pt x="302183" y="34277"/>
                  </a:lnTo>
                  <a:lnTo>
                    <a:pt x="316734" y="34277"/>
                  </a:lnTo>
                  <a:lnTo>
                    <a:pt x="318033" y="31673"/>
                  </a:lnTo>
                  <a:lnTo>
                    <a:pt x="318782" y="28371"/>
                  </a:lnTo>
                  <a:lnTo>
                    <a:pt x="318782" y="16281"/>
                  </a:lnTo>
                  <a:lnTo>
                    <a:pt x="318046" y="12966"/>
                  </a:lnTo>
                  <a:lnTo>
                    <a:pt x="316731" y="102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9740900" y="2471521"/>
              <a:ext cx="444500" cy="249554"/>
            </a:xfrm>
            <a:custGeom>
              <a:avLst/>
              <a:gdLst/>
              <a:ahLst/>
              <a:cxnLst/>
              <a:rect l="l" t="t" r="r" b="b"/>
              <a:pathLst>
                <a:path w="444500" h="249555">
                  <a:moveTo>
                    <a:pt x="381000" y="0"/>
                  </a:moveTo>
                  <a:lnTo>
                    <a:pt x="63500" y="0"/>
                  </a:lnTo>
                  <a:lnTo>
                    <a:pt x="38785" y="4990"/>
                  </a:lnTo>
                  <a:lnTo>
                    <a:pt x="18600" y="18600"/>
                  </a:lnTo>
                  <a:lnTo>
                    <a:pt x="4990" y="38785"/>
                  </a:lnTo>
                  <a:lnTo>
                    <a:pt x="0" y="63500"/>
                  </a:lnTo>
                  <a:lnTo>
                    <a:pt x="0" y="185521"/>
                  </a:lnTo>
                  <a:lnTo>
                    <a:pt x="4990" y="210236"/>
                  </a:lnTo>
                  <a:lnTo>
                    <a:pt x="18600" y="230420"/>
                  </a:lnTo>
                  <a:lnTo>
                    <a:pt x="38785" y="244030"/>
                  </a:lnTo>
                  <a:lnTo>
                    <a:pt x="63500" y="249021"/>
                  </a:lnTo>
                  <a:lnTo>
                    <a:pt x="381000" y="249021"/>
                  </a:lnTo>
                  <a:lnTo>
                    <a:pt x="405714" y="244030"/>
                  </a:lnTo>
                  <a:lnTo>
                    <a:pt x="425899" y="230420"/>
                  </a:lnTo>
                  <a:lnTo>
                    <a:pt x="439509" y="210236"/>
                  </a:lnTo>
                  <a:lnTo>
                    <a:pt x="444500" y="185521"/>
                  </a:lnTo>
                  <a:lnTo>
                    <a:pt x="444500" y="63500"/>
                  </a:lnTo>
                  <a:lnTo>
                    <a:pt x="439509" y="38785"/>
                  </a:lnTo>
                  <a:lnTo>
                    <a:pt x="425899" y="18600"/>
                  </a:lnTo>
                  <a:lnTo>
                    <a:pt x="405714" y="499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A99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9763569" y="2554138"/>
              <a:ext cx="369570" cy="97790"/>
            </a:xfrm>
            <a:custGeom>
              <a:avLst/>
              <a:gdLst/>
              <a:ahLst/>
              <a:cxnLst/>
              <a:rect l="l" t="t" r="r" b="b"/>
              <a:pathLst>
                <a:path w="369570" h="97789">
                  <a:moveTo>
                    <a:pt x="64148" y="49339"/>
                  </a:moveTo>
                  <a:lnTo>
                    <a:pt x="22174" y="49339"/>
                  </a:lnTo>
                  <a:lnTo>
                    <a:pt x="23533" y="49707"/>
                  </a:lnTo>
                  <a:lnTo>
                    <a:pt x="25985" y="51269"/>
                  </a:lnTo>
                  <a:lnTo>
                    <a:pt x="27508" y="52463"/>
                  </a:lnTo>
                  <a:lnTo>
                    <a:pt x="32715" y="56997"/>
                  </a:lnTo>
                  <a:lnTo>
                    <a:pt x="35610" y="59029"/>
                  </a:lnTo>
                  <a:lnTo>
                    <a:pt x="40779" y="61556"/>
                  </a:lnTo>
                  <a:lnTo>
                    <a:pt x="43573" y="62191"/>
                  </a:lnTo>
                  <a:lnTo>
                    <a:pt x="50253" y="62191"/>
                  </a:lnTo>
                  <a:lnTo>
                    <a:pt x="53543" y="61290"/>
                  </a:lnTo>
                  <a:lnTo>
                    <a:pt x="56464" y="59486"/>
                  </a:lnTo>
                  <a:lnTo>
                    <a:pt x="59372" y="57645"/>
                  </a:lnTo>
                  <a:lnTo>
                    <a:pt x="61645" y="54914"/>
                  </a:lnTo>
                  <a:lnTo>
                    <a:pt x="64148" y="49339"/>
                  </a:lnTo>
                  <a:close/>
                </a:path>
                <a:path w="369570" h="97789">
                  <a:moveTo>
                    <a:pt x="21856" y="35407"/>
                  </a:moveTo>
                  <a:lnTo>
                    <a:pt x="15176" y="35407"/>
                  </a:lnTo>
                  <a:lnTo>
                    <a:pt x="11849" y="36322"/>
                  </a:lnTo>
                  <a:lnTo>
                    <a:pt x="0" y="59982"/>
                  </a:lnTo>
                  <a:lnTo>
                    <a:pt x="13030" y="59982"/>
                  </a:lnTo>
                  <a:lnTo>
                    <a:pt x="12966" y="56159"/>
                  </a:lnTo>
                  <a:lnTo>
                    <a:pt x="13665" y="53441"/>
                  </a:lnTo>
                  <a:lnTo>
                    <a:pt x="16573" y="50165"/>
                  </a:lnTo>
                  <a:lnTo>
                    <a:pt x="18415" y="49339"/>
                  </a:lnTo>
                  <a:lnTo>
                    <a:pt x="64148" y="49339"/>
                  </a:lnTo>
                  <a:lnTo>
                    <a:pt x="64622" y="48298"/>
                  </a:lnTo>
                  <a:lnTo>
                    <a:pt x="43281" y="48298"/>
                  </a:lnTo>
                  <a:lnTo>
                    <a:pt x="41859" y="47891"/>
                  </a:lnTo>
                  <a:lnTo>
                    <a:pt x="39472" y="46316"/>
                  </a:lnTo>
                  <a:lnTo>
                    <a:pt x="37833" y="45046"/>
                  </a:lnTo>
                  <a:lnTo>
                    <a:pt x="35941" y="43434"/>
                  </a:lnTo>
                  <a:lnTo>
                    <a:pt x="32639" y="40513"/>
                  </a:lnTo>
                  <a:lnTo>
                    <a:pt x="29705" y="38455"/>
                  </a:lnTo>
                  <a:lnTo>
                    <a:pt x="24587" y="36017"/>
                  </a:lnTo>
                  <a:lnTo>
                    <a:pt x="21856" y="35407"/>
                  </a:lnTo>
                  <a:close/>
                </a:path>
                <a:path w="369570" h="97789">
                  <a:moveTo>
                    <a:pt x="65532" y="37655"/>
                  </a:moveTo>
                  <a:lnTo>
                    <a:pt x="52451" y="37655"/>
                  </a:lnTo>
                  <a:lnTo>
                    <a:pt x="52539" y="41236"/>
                  </a:lnTo>
                  <a:lnTo>
                    <a:pt x="52177" y="42672"/>
                  </a:lnTo>
                  <a:lnTo>
                    <a:pt x="52068" y="43103"/>
                  </a:lnTo>
                  <a:lnTo>
                    <a:pt x="51985" y="43434"/>
                  </a:lnTo>
                  <a:lnTo>
                    <a:pt x="51866" y="43903"/>
                  </a:lnTo>
                  <a:lnTo>
                    <a:pt x="49009" y="47421"/>
                  </a:lnTo>
                  <a:lnTo>
                    <a:pt x="47155" y="48298"/>
                  </a:lnTo>
                  <a:lnTo>
                    <a:pt x="64622" y="48298"/>
                  </a:lnTo>
                  <a:lnTo>
                    <a:pt x="64806" y="47891"/>
                  </a:lnTo>
                  <a:lnTo>
                    <a:pt x="64922" y="47637"/>
                  </a:lnTo>
                  <a:lnTo>
                    <a:pt x="65539" y="43903"/>
                  </a:lnTo>
                  <a:lnTo>
                    <a:pt x="65532" y="37655"/>
                  </a:lnTo>
                  <a:close/>
                </a:path>
                <a:path w="369570" h="97789">
                  <a:moveTo>
                    <a:pt x="99060" y="69811"/>
                  </a:moveTo>
                  <a:lnTo>
                    <a:pt x="82105" y="69811"/>
                  </a:lnTo>
                  <a:lnTo>
                    <a:pt x="82190" y="72313"/>
                  </a:lnTo>
                  <a:lnTo>
                    <a:pt x="109474" y="96189"/>
                  </a:lnTo>
                  <a:lnTo>
                    <a:pt x="122580" y="96189"/>
                  </a:lnTo>
                  <a:lnTo>
                    <a:pt x="128189" y="95084"/>
                  </a:lnTo>
                  <a:lnTo>
                    <a:pt x="128335" y="95084"/>
                  </a:lnTo>
                  <a:lnTo>
                    <a:pt x="138696" y="90411"/>
                  </a:lnTo>
                  <a:lnTo>
                    <a:pt x="142735" y="87223"/>
                  </a:lnTo>
                  <a:lnTo>
                    <a:pt x="146364" y="82169"/>
                  </a:lnTo>
                  <a:lnTo>
                    <a:pt x="112826" y="82169"/>
                  </a:lnTo>
                  <a:lnTo>
                    <a:pt x="110032" y="81661"/>
                  </a:lnTo>
                  <a:lnTo>
                    <a:pt x="99139" y="71120"/>
                  </a:lnTo>
                  <a:lnTo>
                    <a:pt x="99060" y="69811"/>
                  </a:lnTo>
                  <a:close/>
                </a:path>
                <a:path w="369570" h="97789">
                  <a:moveTo>
                    <a:pt x="143445" y="14884"/>
                  </a:moveTo>
                  <a:lnTo>
                    <a:pt x="119037" y="14884"/>
                  </a:lnTo>
                  <a:lnTo>
                    <a:pt x="121551" y="15417"/>
                  </a:lnTo>
                  <a:lnTo>
                    <a:pt x="125844" y="17589"/>
                  </a:lnTo>
                  <a:lnTo>
                    <a:pt x="127520" y="19100"/>
                  </a:lnTo>
                  <a:lnTo>
                    <a:pt x="128689" y="21056"/>
                  </a:lnTo>
                  <a:lnTo>
                    <a:pt x="129895" y="22987"/>
                  </a:lnTo>
                  <a:lnTo>
                    <a:pt x="130384" y="24879"/>
                  </a:lnTo>
                  <a:lnTo>
                    <a:pt x="130479" y="30543"/>
                  </a:lnTo>
                  <a:lnTo>
                    <a:pt x="129806" y="32905"/>
                  </a:lnTo>
                  <a:lnTo>
                    <a:pt x="127038" y="36969"/>
                  </a:lnTo>
                  <a:lnTo>
                    <a:pt x="125120" y="38531"/>
                  </a:lnTo>
                  <a:lnTo>
                    <a:pt x="120281" y="40754"/>
                  </a:lnTo>
                  <a:lnTo>
                    <a:pt x="117475" y="41313"/>
                  </a:lnTo>
                  <a:lnTo>
                    <a:pt x="106095" y="41313"/>
                  </a:lnTo>
                  <a:lnTo>
                    <a:pt x="106095" y="54203"/>
                  </a:lnTo>
                  <a:lnTo>
                    <a:pt x="118160" y="54203"/>
                  </a:lnTo>
                  <a:lnTo>
                    <a:pt x="121500" y="54813"/>
                  </a:lnTo>
                  <a:lnTo>
                    <a:pt x="127063" y="57213"/>
                  </a:lnTo>
                  <a:lnTo>
                    <a:pt x="129197" y="58877"/>
                  </a:lnTo>
                  <a:lnTo>
                    <a:pt x="132143" y="63157"/>
                  </a:lnTo>
                  <a:lnTo>
                    <a:pt x="132867" y="65620"/>
                  </a:lnTo>
                  <a:lnTo>
                    <a:pt x="132867" y="71120"/>
                  </a:lnTo>
                  <a:lnTo>
                    <a:pt x="132156" y="73507"/>
                  </a:lnTo>
                  <a:lnTo>
                    <a:pt x="129273" y="77660"/>
                  </a:lnTo>
                  <a:lnTo>
                    <a:pt x="127279" y="79286"/>
                  </a:lnTo>
                  <a:lnTo>
                    <a:pt x="122020" y="81661"/>
                  </a:lnTo>
                  <a:lnTo>
                    <a:pt x="121835" y="81661"/>
                  </a:lnTo>
                  <a:lnTo>
                    <a:pt x="119227" y="82169"/>
                  </a:lnTo>
                  <a:lnTo>
                    <a:pt x="146364" y="82169"/>
                  </a:lnTo>
                  <a:lnTo>
                    <a:pt x="148590" y="79070"/>
                  </a:lnTo>
                  <a:lnTo>
                    <a:pt x="150051" y="74485"/>
                  </a:lnTo>
                  <a:lnTo>
                    <a:pt x="149977" y="63157"/>
                  </a:lnTo>
                  <a:lnTo>
                    <a:pt x="148434" y="58877"/>
                  </a:lnTo>
                  <a:lnTo>
                    <a:pt x="148361" y="58674"/>
                  </a:lnTo>
                  <a:lnTo>
                    <a:pt x="144904" y="54813"/>
                  </a:lnTo>
                  <a:lnTo>
                    <a:pt x="141427" y="50888"/>
                  </a:lnTo>
                  <a:lnTo>
                    <a:pt x="136448" y="48475"/>
                  </a:lnTo>
                  <a:lnTo>
                    <a:pt x="129946" y="47574"/>
                  </a:lnTo>
                  <a:lnTo>
                    <a:pt x="129946" y="46850"/>
                  </a:lnTo>
                  <a:lnTo>
                    <a:pt x="134937" y="45770"/>
                  </a:lnTo>
                  <a:lnTo>
                    <a:pt x="138976" y="43472"/>
                  </a:lnTo>
                  <a:lnTo>
                    <a:pt x="142036" y="39954"/>
                  </a:lnTo>
                  <a:lnTo>
                    <a:pt x="145135" y="36436"/>
                  </a:lnTo>
                  <a:lnTo>
                    <a:pt x="146672" y="32080"/>
                  </a:lnTo>
                  <a:lnTo>
                    <a:pt x="146634" y="22288"/>
                  </a:lnTo>
                  <a:lnTo>
                    <a:pt x="146305" y="21056"/>
                  </a:lnTo>
                  <a:lnTo>
                    <a:pt x="145389" y="17907"/>
                  </a:lnTo>
                  <a:lnTo>
                    <a:pt x="143445" y="14884"/>
                  </a:lnTo>
                  <a:close/>
                </a:path>
                <a:path w="369570" h="97789">
                  <a:moveTo>
                    <a:pt x="122402" y="1308"/>
                  </a:moveTo>
                  <a:lnTo>
                    <a:pt x="110261" y="1308"/>
                  </a:lnTo>
                  <a:lnTo>
                    <a:pt x="104615" y="2463"/>
                  </a:lnTo>
                  <a:lnTo>
                    <a:pt x="104754" y="2463"/>
                  </a:lnTo>
                  <a:lnTo>
                    <a:pt x="95237" y="6832"/>
                  </a:lnTo>
                  <a:lnTo>
                    <a:pt x="91389" y="9906"/>
                  </a:lnTo>
                  <a:lnTo>
                    <a:pt x="85881" y="17437"/>
                  </a:lnTo>
                  <a:lnTo>
                    <a:pt x="85769" y="17589"/>
                  </a:lnTo>
                  <a:lnTo>
                    <a:pt x="85648" y="17754"/>
                  </a:lnTo>
                  <a:lnTo>
                    <a:pt x="84162" y="22288"/>
                  </a:lnTo>
                  <a:lnTo>
                    <a:pt x="84035" y="27470"/>
                  </a:lnTo>
                  <a:lnTo>
                    <a:pt x="100139" y="27470"/>
                  </a:lnTo>
                  <a:lnTo>
                    <a:pt x="100228" y="24879"/>
                  </a:lnTo>
                  <a:lnTo>
                    <a:pt x="100898" y="22987"/>
                  </a:lnTo>
                  <a:lnTo>
                    <a:pt x="113322" y="14884"/>
                  </a:lnTo>
                  <a:lnTo>
                    <a:pt x="143445" y="14884"/>
                  </a:lnTo>
                  <a:lnTo>
                    <a:pt x="140398" y="10147"/>
                  </a:lnTo>
                  <a:lnTo>
                    <a:pt x="136867" y="7061"/>
                  </a:lnTo>
                  <a:lnTo>
                    <a:pt x="127762" y="2463"/>
                  </a:lnTo>
                  <a:lnTo>
                    <a:pt x="122402" y="1308"/>
                  </a:lnTo>
                  <a:close/>
                </a:path>
                <a:path w="369570" h="97789">
                  <a:moveTo>
                    <a:pt x="175704" y="76174"/>
                  </a:moveTo>
                  <a:lnTo>
                    <a:pt x="170319" y="76174"/>
                  </a:lnTo>
                  <a:lnTo>
                    <a:pt x="167970" y="77127"/>
                  </a:lnTo>
                  <a:lnTo>
                    <a:pt x="164071" y="80987"/>
                  </a:lnTo>
                  <a:lnTo>
                    <a:pt x="163106" y="83299"/>
                  </a:lnTo>
                  <a:lnTo>
                    <a:pt x="163106" y="88773"/>
                  </a:lnTo>
                  <a:lnTo>
                    <a:pt x="164071" y="91109"/>
                  </a:lnTo>
                  <a:lnTo>
                    <a:pt x="167970" y="94957"/>
                  </a:lnTo>
                  <a:lnTo>
                    <a:pt x="170319" y="95923"/>
                  </a:lnTo>
                  <a:lnTo>
                    <a:pt x="174828" y="95923"/>
                  </a:lnTo>
                  <a:lnTo>
                    <a:pt x="182943" y="87833"/>
                  </a:lnTo>
                  <a:lnTo>
                    <a:pt x="182943" y="83299"/>
                  </a:lnTo>
                  <a:lnTo>
                    <a:pt x="181940" y="80987"/>
                  </a:lnTo>
                  <a:lnTo>
                    <a:pt x="178003" y="77127"/>
                  </a:lnTo>
                  <a:lnTo>
                    <a:pt x="175704" y="76174"/>
                  </a:lnTo>
                  <a:close/>
                </a:path>
                <a:path w="369570" h="97789">
                  <a:moveTo>
                    <a:pt x="237591" y="1308"/>
                  </a:moveTo>
                  <a:lnTo>
                    <a:pt x="222796" y="1308"/>
                  </a:lnTo>
                  <a:lnTo>
                    <a:pt x="216446" y="3175"/>
                  </a:lnTo>
                  <a:lnTo>
                    <a:pt x="194956" y="41086"/>
                  </a:lnTo>
                  <a:lnTo>
                    <a:pt x="194614" y="48844"/>
                  </a:lnTo>
                  <a:lnTo>
                    <a:pt x="194889" y="56210"/>
                  </a:lnTo>
                  <a:lnTo>
                    <a:pt x="211074" y="91059"/>
                  </a:lnTo>
                  <a:lnTo>
                    <a:pt x="222770" y="96685"/>
                  </a:lnTo>
                  <a:lnTo>
                    <a:pt x="237617" y="96685"/>
                  </a:lnTo>
                  <a:lnTo>
                    <a:pt x="243979" y="94818"/>
                  </a:lnTo>
                  <a:lnTo>
                    <a:pt x="254596" y="87299"/>
                  </a:lnTo>
                  <a:lnTo>
                    <a:pt x="258131" y="82575"/>
                  </a:lnTo>
                  <a:lnTo>
                    <a:pt x="226352" y="82575"/>
                  </a:lnTo>
                  <a:lnTo>
                    <a:pt x="223024" y="81318"/>
                  </a:lnTo>
                  <a:lnTo>
                    <a:pt x="211531" y="48844"/>
                  </a:lnTo>
                  <a:lnTo>
                    <a:pt x="211838" y="41586"/>
                  </a:lnTo>
                  <a:lnTo>
                    <a:pt x="211860" y="41086"/>
                  </a:lnTo>
                  <a:lnTo>
                    <a:pt x="212666" y="35344"/>
                  </a:lnTo>
                  <a:lnTo>
                    <a:pt x="212731" y="34882"/>
                  </a:lnTo>
                  <a:lnTo>
                    <a:pt x="212809" y="34328"/>
                  </a:lnTo>
                  <a:lnTo>
                    <a:pt x="224459" y="15240"/>
                  </a:lnTo>
                  <a:lnTo>
                    <a:pt x="258070" y="15240"/>
                  </a:lnTo>
                  <a:lnTo>
                    <a:pt x="254596" y="10629"/>
                  </a:lnTo>
                  <a:lnTo>
                    <a:pt x="243954" y="3175"/>
                  </a:lnTo>
                  <a:lnTo>
                    <a:pt x="237591" y="1308"/>
                  </a:lnTo>
                  <a:close/>
                </a:path>
                <a:path w="369570" h="97789">
                  <a:moveTo>
                    <a:pt x="258070" y="15240"/>
                  </a:moveTo>
                  <a:lnTo>
                    <a:pt x="234010" y="15240"/>
                  </a:lnTo>
                  <a:lnTo>
                    <a:pt x="237324" y="16522"/>
                  </a:lnTo>
                  <a:lnTo>
                    <a:pt x="242912" y="21602"/>
                  </a:lnTo>
                  <a:lnTo>
                    <a:pt x="245084" y="25361"/>
                  </a:lnTo>
                  <a:lnTo>
                    <a:pt x="248145" y="35344"/>
                  </a:lnTo>
                  <a:lnTo>
                    <a:pt x="248855" y="41086"/>
                  </a:lnTo>
                  <a:lnTo>
                    <a:pt x="248907" y="48844"/>
                  </a:lnTo>
                  <a:lnTo>
                    <a:pt x="248610" y="56210"/>
                  </a:lnTo>
                  <a:lnTo>
                    <a:pt x="246121" y="69086"/>
                  </a:lnTo>
                  <a:lnTo>
                    <a:pt x="246073" y="69262"/>
                  </a:lnTo>
                  <a:lnTo>
                    <a:pt x="243865" y="74053"/>
                  </a:lnTo>
                  <a:lnTo>
                    <a:pt x="240525" y="79730"/>
                  </a:lnTo>
                  <a:lnTo>
                    <a:pt x="235966" y="82575"/>
                  </a:lnTo>
                  <a:lnTo>
                    <a:pt x="258131" y="82575"/>
                  </a:lnTo>
                  <a:lnTo>
                    <a:pt x="265785" y="48844"/>
                  </a:lnTo>
                  <a:lnTo>
                    <a:pt x="265516" y="41586"/>
                  </a:lnTo>
                  <a:lnTo>
                    <a:pt x="264766" y="35344"/>
                  </a:lnTo>
                  <a:lnTo>
                    <a:pt x="264710" y="34882"/>
                  </a:lnTo>
                  <a:lnTo>
                    <a:pt x="263369" y="28732"/>
                  </a:lnTo>
                  <a:lnTo>
                    <a:pt x="261493" y="23139"/>
                  </a:lnTo>
                  <a:lnTo>
                    <a:pt x="258673" y="16040"/>
                  </a:lnTo>
                  <a:lnTo>
                    <a:pt x="258070" y="15240"/>
                  </a:lnTo>
                  <a:close/>
                </a:path>
                <a:path w="369570" h="97789">
                  <a:moveTo>
                    <a:pt x="353949" y="52857"/>
                  </a:moveTo>
                  <a:lnTo>
                    <a:pt x="345528" y="52857"/>
                  </a:lnTo>
                  <a:lnTo>
                    <a:pt x="341998" y="53771"/>
                  </a:lnTo>
                  <a:lnTo>
                    <a:pt x="330149" y="69164"/>
                  </a:lnTo>
                  <a:lnTo>
                    <a:pt x="330149" y="81191"/>
                  </a:lnTo>
                  <a:lnTo>
                    <a:pt x="345465" y="97497"/>
                  </a:lnTo>
                  <a:lnTo>
                    <a:pt x="353885" y="97497"/>
                  </a:lnTo>
                  <a:lnTo>
                    <a:pt x="357428" y="96583"/>
                  </a:lnTo>
                  <a:lnTo>
                    <a:pt x="363232" y="92913"/>
                  </a:lnTo>
                  <a:lnTo>
                    <a:pt x="365442" y="90500"/>
                  </a:lnTo>
                  <a:lnTo>
                    <a:pt x="367125" y="87134"/>
                  </a:lnTo>
                  <a:lnTo>
                    <a:pt x="346786" y="87134"/>
                  </a:lnTo>
                  <a:lnTo>
                    <a:pt x="344805" y="86156"/>
                  </a:lnTo>
                  <a:lnTo>
                    <a:pt x="342522" y="82219"/>
                  </a:lnTo>
                  <a:lnTo>
                    <a:pt x="341932" y="80022"/>
                  </a:lnTo>
                  <a:lnTo>
                    <a:pt x="341922" y="70332"/>
                  </a:lnTo>
                  <a:lnTo>
                    <a:pt x="342506" y="68148"/>
                  </a:lnTo>
                  <a:lnTo>
                    <a:pt x="344855" y="64147"/>
                  </a:lnTo>
                  <a:lnTo>
                    <a:pt x="346849" y="63131"/>
                  </a:lnTo>
                  <a:lnTo>
                    <a:pt x="367106" y="63131"/>
                  </a:lnTo>
                  <a:lnTo>
                    <a:pt x="365499" y="59855"/>
                  </a:lnTo>
                  <a:lnTo>
                    <a:pt x="363330" y="57442"/>
                  </a:lnTo>
                  <a:lnTo>
                    <a:pt x="357517" y="53771"/>
                  </a:lnTo>
                  <a:lnTo>
                    <a:pt x="353949" y="52857"/>
                  </a:lnTo>
                  <a:close/>
                </a:path>
                <a:path w="369570" h="97789">
                  <a:moveTo>
                    <a:pt x="363118" y="2565"/>
                  </a:moveTo>
                  <a:lnTo>
                    <a:pt x="351840" y="2565"/>
                  </a:lnTo>
                  <a:lnTo>
                    <a:pt x="288340" y="94932"/>
                  </a:lnTo>
                  <a:lnTo>
                    <a:pt x="299618" y="94932"/>
                  </a:lnTo>
                  <a:lnTo>
                    <a:pt x="362996" y="2743"/>
                  </a:lnTo>
                  <a:lnTo>
                    <a:pt x="363118" y="2565"/>
                  </a:lnTo>
                  <a:close/>
                </a:path>
                <a:path w="369570" h="97789">
                  <a:moveTo>
                    <a:pt x="367106" y="63131"/>
                  </a:moveTo>
                  <a:lnTo>
                    <a:pt x="352679" y="63131"/>
                  </a:lnTo>
                  <a:lnTo>
                    <a:pt x="354711" y="64147"/>
                  </a:lnTo>
                  <a:lnTo>
                    <a:pt x="356819" y="68148"/>
                  </a:lnTo>
                  <a:lnTo>
                    <a:pt x="357339" y="70332"/>
                  </a:lnTo>
                  <a:lnTo>
                    <a:pt x="357339" y="80022"/>
                  </a:lnTo>
                  <a:lnTo>
                    <a:pt x="356781" y="82219"/>
                  </a:lnTo>
                  <a:lnTo>
                    <a:pt x="354596" y="86156"/>
                  </a:lnTo>
                  <a:lnTo>
                    <a:pt x="352590" y="87134"/>
                  </a:lnTo>
                  <a:lnTo>
                    <a:pt x="367125" y="87134"/>
                  </a:lnTo>
                  <a:lnTo>
                    <a:pt x="368452" y="84480"/>
                  </a:lnTo>
                  <a:lnTo>
                    <a:pt x="369201" y="81191"/>
                  </a:lnTo>
                  <a:lnTo>
                    <a:pt x="369201" y="69164"/>
                  </a:lnTo>
                  <a:lnTo>
                    <a:pt x="368463" y="65874"/>
                  </a:lnTo>
                  <a:lnTo>
                    <a:pt x="367106" y="63131"/>
                  </a:lnTo>
                  <a:close/>
                </a:path>
                <a:path w="369570" h="97789">
                  <a:moveTo>
                    <a:pt x="307009" y="0"/>
                  </a:moveTo>
                  <a:lnTo>
                    <a:pt x="298627" y="0"/>
                  </a:lnTo>
                  <a:lnTo>
                    <a:pt x="295084" y="914"/>
                  </a:lnTo>
                  <a:lnTo>
                    <a:pt x="289255" y="4559"/>
                  </a:lnTo>
                  <a:lnTo>
                    <a:pt x="287032" y="6959"/>
                  </a:lnTo>
                  <a:lnTo>
                    <a:pt x="283972" y="12966"/>
                  </a:lnTo>
                  <a:lnTo>
                    <a:pt x="283197" y="16281"/>
                  </a:lnTo>
                  <a:lnTo>
                    <a:pt x="283205" y="28371"/>
                  </a:lnTo>
                  <a:lnTo>
                    <a:pt x="298538" y="44551"/>
                  </a:lnTo>
                  <a:lnTo>
                    <a:pt x="306946" y="44551"/>
                  </a:lnTo>
                  <a:lnTo>
                    <a:pt x="310502" y="43649"/>
                  </a:lnTo>
                  <a:lnTo>
                    <a:pt x="316331" y="40043"/>
                  </a:lnTo>
                  <a:lnTo>
                    <a:pt x="318528" y="37655"/>
                  </a:lnTo>
                  <a:lnTo>
                    <a:pt x="320207" y="34277"/>
                  </a:lnTo>
                  <a:lnTo>
                    <a:pt x="299885" y="34277"/>
                  </a:lnTo>
                  <a:lnTo>
                    <a:pt x="297865" y="33299"/>
                  </a:lnTo>
                  <a:lnTo>
                    <a:pt x="295617" y="29362"/>
                  </a:lnTo>
                  <a:lnTo>
                    <a:pt x="295059" y="27165"/>
                  </a:lnTo>
                  <a:lnTo>
                    <a:pt x="295059" y="17513"/>
                  </a:lnTo>
                  <a:lnTo>
                    <a:pt x="295630" y="15316"/>
                  </a:lnTo>
                  <a:lnTo>
                    <a:pt x="297916" y="11290"/>
                  </a:lnTo>
                  <a:lnTo>
                    <a:pt x="299910" y="10287"/>
                  </a:lnTo>
                  <a:lnTo>
                    <a:pt x="320198" y="10287"/>
                  </a:lnTo>
                  <a:lnTo>
                    <a:pt x="318566" y="6959"/>
                  </a:lnTo>
                  <a:lnTo>
                    <a:pt x="316382" y="4559"/>
                  </a:lnTo>
                  <a:lnTo>
                    <a:pt x="313461" y="2743"/>
                  </a:lnTo>
                  <a:lnTo>
                    <a:pt x="310578" y="914"/>
                  </a:lnTo>
                  <a:lnTo>
                    <a:pt x="307009" y="0"/>
                  </a:lnTo>
                  <a:close/>
                </a:path>
                <a:path w="369570" h="97789">
                  <a:moveTo>
                    <a:pt x="320198" y="10287"/>
                  </a:moveTo>
                  <a:lnTo>
                    <a:pt x="305752" y="10287"/>
                  </a:lnTo>
                  <a:lnTo>
                    <a:pt x="307759" y="11290"/>
                  </a:lnTo>
                  <a:lnTo>
                    <a:pt x="309873" y="15316"/>
                  </a:lnTo>
                  <a:lnTo>
                    <a:pt x="310388" y="17513"/>
                  </a:lnTo>
                  <a:lnTo>
                    <a:pt x="310388" y="27165"/>
                  </a:lnTo>
                  <a:lnTo>
                    <a:pt x="309841" y="29362"/>
                  </a:lnTo>
                  <a:lnTo>
                    <a:pt x="307644" y="33299"/>
                  </a:lnTo>
                  <a:lnTo>
                    <a:pt x="305663" y="34277"/>
                  </a:lnTo>
                  <a:lnTo>
                    <a:pt x="320207" y="34277"/>
                  </a:lnTo>
                  <a:lnTo>
                    <a:pt x="321500" y="31673"/>
                  </a:lnTo>
                  <a:lnTo>
                    <a:pt x="322249" y="28371"/>
                  </a:lnTo>
                  <a:lnTo>
                    <a:pt x="322249" y="16281"/>
                  </a:lnTo>
                  <a:lnTo>
                    <a:pt x="321513" y="12966"/>
                  </a:lnTo>
                  <a:lnTo>
                    <a:pt x="320198" y="102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9715500" y="1976966"/>
              <a:ext cx="444500" cy="249554"/>
            </a:xfrm>
            <a:custGeom>
              <a:avLst/>
              <a:gdLst/>
              <a:ahLst/>
              <a:cxnLst/>
              <a:rect l="l" t="t" r="r" b="b"/>
              <a:pathLst>
                <a:path w="444500" h="249555">
                  <a:moveTo>
                    <a:pt x="381000" y="0"/>
                  </a:moveTo>
                  <a:lnTo>
                    <a:pt x="63500" y="0"/>
                  </a:lnTo>
                  <a:lnTo>
                    <a:pt x="38785" y="4990"/>
                  </a:lnTo>
                  <a:lnTo>
                    <a:pt x="18600" y="18600"/>
                  </a:lnTo>
                  <a:lnTo>
                    <a:pt x="4990" y="38785"/>
                  </a:lnTo>
                  <a:lnTo>
                    <a:pt x="0" y="63500"/>
                  </a:lnTo>
                  <a:lnTo>
                    <a:pt x="0" y="185521"/>
                  </a:lnTo>
                  <a:lnTo>
                    <a:pt x="4990" y="210236"/>
                  </a:lnTo>
                  <a:lnTo>
                    <a:pt x="18600" y="230420"/>
                  </a:lnTo>
                  <a:lnTo>
                    <a:pt x="38785" y="244030"/>
                  </a:lnTo>
                  <a:lnTo>
                    <a:pt x="63500" y="249021"/>
                  </a:lnTo>
                  <a:lnTo>
                    <a:pt x="381000" y="249021"/>
                  </a:lnTo>
                  <a:lnTo>
                    <a:pt x="405714" y="244030"/>
                  </a:lnTo>
                  <a:lnTo>
                    <a:pt x="425899" y="230420"/>
                  </a:lnTo>
                  <a:lnTo>
                    <a:pt x="439509" y="210236"/>
                  </a:lnTo>
                  <a:lnTo>
                    <a:pt x="444500" y="185521"/>
                  </a:lnTo>
                  <a:lnTo>
                    <a:pt x="444500" y="63500"/>
                  </a:lnTo>
                  <a:lnTo>
                    <a:pt x="439509" y="38785"/>
                  </a:lnTo>
                  <a:lnTo>
                    <a:pt x="425899" y="18600"/>
                  </a:lnTo>
                  <a:lnTo>
                    <a:pt x="405714" y="499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A99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9750869" y="2059583"/>
              <a:ext cx="318135" cy="97790"/>
            </a:xfrm>
            <a:custGeom>
              <a:avLst/>
              <a:gdLst/>
              <a:ahLst/>
              <a:cxnLst/>
              <a:rect l="l" t="t" r="r" b="b"/>
              <a:pathLst>
                <a:path w="318134" h="97789">
                  <a:moveTo>
                    <a:pt x="64148" y="49339"/>
                  </a:moveTo>
                  <a:lnTo>
                    <a:pt x="22174" y="49339"/>
                  </a:lnTo>
                  <a:lnTo>
                    <a:pt x="23533" y="49707"/>
                  </a:lnTo>
                  <a:lnTo>
                    <a:pt x="25985" y="51269"/>
                  </a:lnTo>
                  <a:lnTo>
                    <a:pt x="27508" y="52463"/>
                  </a:lnTo>
                  <a:lnTo>
                    <a:pt x="32715" y="56997"/>
                  </a:lnTo>
                  <a:lnTo>
                    <a:pt x="35610" y="59029"/>
                  </a:lnTo>
                  <a:lnTo>
                    <a:pt x="40779" y="61556"/>
                  </a:lnTo>
                  <a:lnTo>
                    <a:pt x="43573" y="62191"/>
                  </a:lnTo>
                  <a:lnTo>
                    <a:pt x="50253" y="62191"/>
                  </a:lnTo>
                  <a:lnTo>
                    <a:pt x="53543" y="61290"/>
                  </a:lnTo>
                  <a:lnTo>
                    <a:pt x="56464" y="59486"/>
                  </a:lnTo>
                  <a:lnTo>
                    <a:pt x="59372" y="57645"/>
                  </a:lnTo>
                  <a:lnTo>
                    <a:pt x="61645" y="54914"/>
                  </a:lnTo>
                  <a:lnTo>
                    <a:pt x="64148" y="49339"/>
                  </a:lnTo>
                  <a:close/>
                </a:path>
                <a:path w="318134" h="97789">
                  <a:moveTo>
                    <a:pt x="21856" y="35407"/>
                  </a:moveTo>
                  <a:lnTo>
                    <a:pt x="15176" y="35407"/>
                  </a:lnTo>
                  <a:lnTo>
                    <a:pt x="11849" y="36322"/>
                  </a:lnTo>
                  <a:lnTo>
                    <a:pt x="0" y="59982"/>
                  </a:lnTo>
                  <a:lnTo>
                    <a:pt x="13030" y="59982"/>
                  </a:lnTo>
                  <a:lnTo>
                    <a:pt x="12966" y="56159"/>
                  </a:lnTo>
                  <a:lnTo>
                    <a:pt x="13665" y="53441"/>
                  </a:lnTo>
                  <a:lnTo>
                    <a:pt x="16573" y="50165"/>
                  </a:lnTo>
                  <a:lnTo>
                    <a:pt x="18415" y="49339"/>
                  </a:lnTo>
                  <a:lnTo>
                    <a:pt x="64148" y="49339"/>
                  </a:lnTo>
                  <a:lnTo>
                    <a:pt x="64622" y="48298"/>
                  </a:lnTo>
                  <a:lnTo>
                    <a:pt x="43281" y="48298"/>
                  </a:lnTo>
                  <a:lnTo>
                    <a:pt x="41859" y="47891"/>
                  </a:lnTo>
                  <a:lnTo>
                    <a:pt x="39472" y="46316"/>
                  </a:lnTo>
                  <a:lnTo>
                    <a:pt x="37833" y="45046"/>
                  </a:lnTo>
                  <a:lnTo>
                    <a:pt x="35941" y="43434"/>
                  </a:lnTo>
                  <a:lnTo>
                    <a:pt x="32639" y="40513"/>
                  </a:lnTo>
                  <a:lnTo>
                    <a:pt x="29705" y="38455"/>
                  </a:lnTo>
                  <a:lnTo>
                    <a:pt x="24587" y="36017"/>
                  </a:lnTo>
                  <a:lnTo>
                    <a:pt x="21856" y="35407"/>
                  </a:lnTo>
                  <a:close/>
                </a:path>
                <a:path w="318134" h="97789">
                  <a:moveTo>
                    <a:pt x="65532" y="37655"/>
                  </a:moveTo>
                  <a:lnTo>
                    <a:pt x="52451" y="37655"/>
                  </a:lnTo>
                  <a:lnTo>
                    <a:pt x="52539" y="41236"/>
                  </a:lnTo>
                  <a:lnTo>
                    <a:pt x="52177" y="42672"/>
                  </a:lnTo>
                  <a:lnTo>
                    <a:pt x="52068" y="43103"/>
                  </a:lnTo>
                  <a:lnTo>
                    <a:pt x="51985" y="43434"/>
                  </a:lnTo>
                  <a:lnTo>
                    <a:pt x="51866" y="43903"/>
                  </a:lnTo>
                  <a:lnTo>
                    <a:pt x="49009" y="47421"/>
                  </a:lnTo>
                  <a:lnTo>
                    <a:pt x="47155" y="48298"/>
                  </a:lnTo>
                  <a:lnTo>
                    <a:pt x="64622" y="48298"/>
                  </a:lnTo>
                  <a:lnTo>
                    <a:pt x="64806" y="47891"/>
                  </a:lnTo>
                  <a:lnTo>
                    <a:pt x="64922" y="47637"/>
                  </a:lnTo>
                  <a:lnTo>
                    <a:pt x="65539" y="43903"/>
                  </a:lnTo>
                  <a:lnTo>
                    <a:pt x="65532" y="37655"/>
                  </a:lnTo>
                  <a:close/>
                </a:path>
                <a:path w="318134" h="97789">
                  <a:moveTo>
                    <a:pt x="121259" y="18846"/>
                  </a:moveTo>
                  <a:lnTo>
                    <a:pt x="104521" y="18846"/>
                  </a:lnTo>
                  <a:lnTo>
                    <a:pt x="104521" y="94932"/>
                  </a:lnTo>
                  <a:lnTo>
                    <a:pt x="121259" y="94932"/>
                  </a:lnTo>
                  <a:lnTo>
                    <a:pt x="121259" y="18846"/>
                  </a:lnTo>
                  <a:close/>
                </a:path>
                <a:path w="318134" h="97789">
                  <a:moveTo>
                    <a:pt x="121259" y="2565"/>
                  </a:moveTo>
                  <a:lnTo>
                    <a:pt x="105333" y="2565"/>
                  </a:lnTo>
                  <a:lnTo>
                    <a:pt x="82384" y="17310"/>
                  </a:lnTo>
                  <a:lnTo>
                    <a:pt x="82384" y="32651"/>
                  </a:lnTo>
                  <a:lnTo>
                    <a:pt x="103987" y="18846"/>
                  </a:lnTo>
                  <a:lnTo>
                    <a:pt x="121259" y="18846"/>
                  </a:lnTo>
                  <a:lnTo>
                    <a:pt x="121259" y="2565"/>
                  </a:lnTo>
                  <a:close/>
                </a:path>
                <a:path w="318134" h="97789">
                  <a:moveTo>
                    <a:pt x="186245" y="1308"/>
                  </a:moveTo>
                  <a:lnTo>
                    <a:pt x="171450" y="1308"/>
                  </a:lnTo>
                  <a:lnTo>
                    <a:pt x="165100" y="3175"/>
                  </a:lnTo>
                  <a:lnTo>
                    <a:pt x="143610" y="41086"/>
                  </a:lnTo>
                  <a:lnTo>
                    <a:pt x="143268" y="48844"/>
                  </a:lnTo>
                  <a:lnTo>
                    <a:pt x="143543" y="56210"/>
                  </a:lnTo>
                  <a:lnTo>
                    <a:pt x="159727" y="91059"/>
                  </a:lnTo>
                  <a:lnTo>
                    <a:pt x="171424" y="96685"/>
                  </a:lnTo>
                  <a:lnTo>
                    <a:pt x="186270" y="96685"/>
                  </a:lnTo>
                  <a:lnTo>
                    <a:pt x="192633" y="94818"/>
                  </a:lnTo>
                  <a:lnTo>
                    <a:pt x="203250" y="87299"/>
                  </a:lnTo>
                  <a:lnTo>
                    <a:pt x="206785" y="82575"/>
                  </a:lnTo>
                  <a:lnTo>
                    <a:pt x="175006" y="82575"/>
                  </a:lnTo>
                  <a:lnTo>
                    <a:pt x="171678" y="81318"/>
                  </a:lnTo>
                  <a:lnTo>
                    <a:pt x="160185" y="48844"/>
                  </a:lnTo>
                  <a:lnTo>
                    <a:pt x="160492" y="41586"/>
                  </a:lnTo>
                  <a:lnTo>
                    <a:pt x="160513" y="41086"/>
                  </a:lnTo>
                  <a:lnTo>
                    <a:pt x="161320" y="35344"/>
                  </a:lnTo>
                  <a:lnTo>
                    <a:pt x="161385" y="34882"/>
                  </a:lnTo>
                  <a:lnTo>
                    <a:pt x="161463" y="34328"/>
                  </a:lnTo>
                  <a:lnTo>
                    <a:pt x="173113" y="15240"/>
                  </a:lnTo>
                  <a:lnTo>
                    <a:pt x="206724" y="15240"/>
                  </a:lnTo>
                  <a:lnTo>
                    <a:pt x="203250" y="10629"/>
                  </a:lnTo>
                  <a:lnTo>
                    <a:pt x="192608" y="3175"/>
                  </a:lnTo>
                  <a:lnTo>
                    <a:pt x="186245" y="1308"/>
                  </a:lnTo>
                  <a:close/>
                </a:path>
                <a:path w="318134" h="97789">
                  <a:moveTo>
                    <a:pt x="206724" y="15240"/>
                  </a:moveTo>
                  <a:lnTo>
                    <a:pt x="182664" y="15240"/>
                  </a:lnTo>
                  <a:lnTo>
                    <a:pt x="185978" y="16522"/>
                  </a:lnTo>
                  <a:lnTo>
                    <a:pt x="191566" y="21602"/>
                  </a:lnTo>
                  <a:lnTo>
                    <a:pt x="193738" y="25361"/>
                  </a:lnTo>
                  <a:lnTo>
                    <a:pt x="196799" y="35344"/>
                  </a:lnTo>
                  <a:lnTo>
                    <a:pt x="197509" y="41086"/>
                  </a:lnTo>
                  <a:lnTo>
                    <a:pt x="197561" y="48844"/>
                  </a:lnTo>
                  <a:lnTo>
                    <a:pt x="197264" y="56210"/>
                  </a:lnTo>
                  <a:lnTo>
                    <a:pt x="194774" y="69086"/>
                  </a:lnTo>
                  <a:lnTo>
                    <a:pt x="194726" y="69262"/>
                  </a:lnTo>
                  <a:lnTo>
                    <a:pt x="192519" y="74053"/>
                  </a:lnTo>
                  <a:lnTo>
                    <a:pt x="189179" y="79730"/>
                  </a:lnTo>
                  <a:lnTo>
                    <a:pt x="184619" y="82575"/>
                  </a:lnTo>
                  <a:lnTo>
                    <a:pt x="206785" y="82575"/>
                  </a:lnTo>
                  <a:lnTo>
                    <a:pt x="214439" y="48844"/>
                  </a:lnTo>
                  <a:lnTo>
                    <a:pt x="214170" y="41586"/>
                  </a:lnTo>
                  <a:lnTo>
                    <a:pt x="213420" y="35344"/>
                  </a:lnTo>
                  <a:lnTo>
                    <a:pt x="213364" y="34882"/>
                  </a:lnTo>
                  <a:lnTo>
                    <a:pt x="212023" y="28732"/>
                  </a:lnTo>
                  <a:lnTo>
                    <a:pt x="210146" y="23139"/>
                  </a:lnTo>
                  <a:lnTo>
                    <a:pt x="207327" y="16040"/>
                  </a:lnTo>
                  <a:lnTo>
                    <a:pt x="206724" y="15240"/>
                  </a:lnTo>
                  <a:close/>
                </a:path>
                <a:path w="318134" h="97789">
                  <a:moveTo>
                    <a:pt x="302602" y="52857"/>
                  </a:moveTo>
                  <a:lnTo>
                    <a:pt x="294182" y="52857"/>
                  </a:lnTo>
                  <a:lnTo>
                    <a:pt x="290652" y="53771"/>
                  </a:lnTo>
                  <a:lnTo>
                    <a:pt x="278803" y="69164"/>
                  </a:lnTo>
                  <a:lnTo>
                    <a:pt x="278803" y="81191"/>
                  </a:lnTo>
                  <a:lnTo>
                    <a:pt x="294119" y="97497"/>
                  </a:lnTo>
                  <a:lnTo>
                    <a:pt x="302539" y="97497"/>
                  </a:lnTo>
                  <a:lnTo>
                    <a:pt x="306082" y="96583"/>
                  </a:lnTo>
                  <a:lnTo>
                    <a:pt x="311886" y="92913"/>
                  </a:lnTo>
                  <a:lnTo>
                    <a:pt x="314096" y="90500"/>
                  </a:lnTo>
                  <a:lnTo>
                    <a:pt x="315779" y="87134"/>
                  </a:lnTo>
                  <a:lnTo>
                    <a:pt x="295440" y="87134"/>
                  </a:lnTo>
                  <a:lnTo>
                    <a:pt x="293459" y="86156"/>
                  </a:lnTo>
                  <a:lnTo>
                    <a:pt x="291176" y="82219"/>
                  </a:lnTo>
                  <a:lnTo>
                    <a:pt x="290585" y="80022"/>
                  </a:lnTo>
                  <a:lnTo>
                    <a:pt x="290576" y="70332"/>
                  </a:lnTo>
                  <a:lnTo>
                    <a:pt x="291160" y="68148"/>
                  </a:lnTo>
                  <a:lnTo>
                    <a:pt x="293509" y="64147"/>
                  </a:lnTo>
                  <a:lnTo>
                    <a:pt x="295503" y="63131"/>
                  </a:lnTo>
                  <a:lnTo>
                    <a:pt x="315760" y="63131"/>
                  </a:lnTo>
                  <a:lnTo>
                    <a:pt x="314153" y="59855"/>
                  </a:lnTo>
                  <a:lnTo>
                    <a:pt x="311984" y="57442"/>
                  </a:lnTo>
                  <a:lnTo>
                    <a:pt x="306171" y="53771"/>
                  </a:lnTo>
                  <a:lnTo>
                    <a:pt x="302602" y="52857"/>
                  </a:lnTo>
                  <a:close/>
                </a:path>
                <a:path w="318134" h="97789">
                  <a:moveTo>
                    <a:pt x="311772" y="2565"/>
                  </a:moveTo>
                  <a:lnTo>
                    <a:pt x="300494" y="2565"/>
                  </a:lnTo>
                  <a:lnTo>
                    <a:pt x="236994" y="94932"/>
                  </a:lnTo>
                  <a:lnTo>
                    <a:pt x="248272" y="94932"/>
                  </a:lnTo>
                  <a:lnTo>
                    <a:pt x="311650" y="2743"/>
                  </a:lnTo>
                  <a:lnTo>
                    <a:pt x="311772" y="2565"/>
                  </a:lnTo>
                  <a:close/>
                </a:path>
                <a:path w="318134" h="97789">
                  <a:moveTo>
                    <a:pt x="315760" y="63131"/>
                  </a:moveTo>
                  <a:lnTo>
                    <a:pt x="301332" y="63131"/>
                  </a:lnTo>
                  <a:lnTo>
                    <a:pt x="303364" y="64147"/>
                  </a:lnTo>
                  <a:lnTo>
                    <a:pt x="305473" y="68148"/>
                  </a:lnTo>
                  <a:lnTo>
                    <a:pt x="305993" y="70332"/>
                  </a:lnTo>
                  <a:lnTo>
                    <a:pt x="305993" y="80022"/>
                  </a:lnTo>
                  <a:lnTo>
                    <a:pt x="305435" y="82219"/>
                  </a:lnTo>
                  <a:lnTo>
                    <a:pt x="303250" y="86156"/>
                  </a:lnTo>
                  <a:lnTo>
                    <a:pt x="301244" y="87134"/>
                  </a:lnTo>
                  <a:lnTo>
                    <a:pt x="315779" y="87134"/>
                  </a:lnTo>
                  <a:lnTo>
                    <a:pt x="317106" y="84480"/>
                  </a:lnTo>
                  <a:lnTo>
                    <a:pt x="317855" y="81191"/>
                  </a:lnTo>
                  <a:lnTo>
                    <a:pt x="317855" y="69164"/>
                  </a:lnTo>
                  <a:lnTo>
                    <a:pt x="317117" y="65874"/>
                  </a:lnTo>
                  <a:lnTo>
                    <a:pt x="315760" y="63131"/>
                  </a:lnTo>
                  <a:close/>
                </a:path>
                <a:path w="318134" h="97789">
                  <a:moveTo>
                    <a:pt x="255663" y="0"/>
                  </a:moveTo>
                  <a:lnTo>
                    <a:pt x="247281" y="0"/>
                  </a:lnTo>
                  <a:lnTo>
                    <a:pt x="243751" y="914"/>
                  </a:lnTo>
                  <a:lnTo>
                    <a:pt x="237909" y="4559"/>
                  </a:lnTo>
                  <a:lnTo>
                    <a:pt x="235686" y="6959"/>
                  </a:lnTo>
                  <a:lnTo>
                    <a:pt x="232625" y="12966"/>
                  </a:lnTo>
                  <a:lnTo>
                    <a:pt x="231851" y="16281"/>
                  </a:lnTo>
                  <a:lnTo>
                    <a:pt x="231859" y="28371"/>
                  </a:lnTo>
                  <a:lnTo>
                    <a:pt x="247192" y="44551"/>
                  </a:lnTo>
                  <a:lnTo>
                    <a:pt x="255600" y="44551"/>
                  </a:lnTo>
                  <a:lnTo>
                    <a:pt x="259156" y="43649"/>
                  </a:lnTo>
                  <a:lnTo>
                    <a:pt x="264985" y="40043"/>
                  </a:lnTo>
                  <a:lnTo>
                    <a:pt x="267182" y="37655"/>
                  </a:lnTo>
                  <a:lnTo>
                    <a:pt x="268860" y="34277"/>
                  </a:lnTo>
                  <a:lnTo>
                    <a:pt x="248539" y="34277"/>
                  </a:lnTo>
                  <a:lnTo>
                    <a:pt x="246519" y="33299"/>
                  </a:lnTo>
                  <a:lnTo>
                    <a:pt x="244271" y="29362"/>
                  </a:lnTo>
                  <a:lnTo>
                    <a:pt x="243713" y="27165"/>
                  </a:lnTo>
                  <a:lnTo>
                    <a:pt x="243713" y="17513"/>
                  </a:lnTo>
                  <a:lnTo>
                    <a:pt x="244284" y="15316"/>
                  </a:lnTo>
                  <a:lnTo>
                    <a:pt x="246570" y="11290"/>
                  </a:lnTo>
                  <a:lnTo>
                    <a:pt x="248564" y="10287"/>
                  </a:lnTo>
                  <a:lnTo>
                    <a:pt x="268852" y="10287"/>
                  </a:lnTo>
                  <a:lnTo>
                    <a:pt x="267220" y="6959"/>
                  </a:lnTo>
                  <a:lnTo>
                    <a:pt x="265036" y="4559"/>
                  </a:lnTo>
                  <a:lnTo>
                    <a:pt x="262115" y="2743"/>
                  </a:lnTo>
                  <a:lnTo>
                    <a:pt x="259232" y="914"/>
                  </a:lnTo>
                  <a:lnTo>
                    <a:pt x="255663" y="0"/>
                  </a:lnTo>
                  <a:close/>
                </a:path>
                <a:path w="318134" h="97789">
                  <a:moveTo>
                    <a:pt x="268852" y="10287"/>
                  </a:moveTo>
                  <a:lnTo>
                    <a:pt x="254406" y="10287"/>
                  </a:lnTo>
                  <a:lnTo>
                    <a:pt x="256413" y="11290"/>
                  </a:lnTo>
                  <a:lnTo>
                    <a:pt x="258527" y="15316"/>
                  </a:lnTo>
                  <a:lnTo>
                    <a:pt x="259054" y="17513"/>
                  </a:lnTo>
                  <a:lnTo>
                    <a:pt x="259054" y="27165"/>
                  </a:lnTo>
                  <a:lnTo>
                    <a:pt x="258495" y="29362"/>
                  </a:lnTo>
                  <a:lnTo>
                    <a:pt x="256298" y="33299"/>
                  </a:lnTo>
                  <a:lnTo>
                    <a:pt x="254317" y="34277"/>
                  </a:lnTo>
                  <a:lnTo>
                    <a:pt x="268860" y="34277"/>
                  </a:lnTo>
                  <a:lnTo>
                    <a:pt x="270154" y="31673"/>
                  </a:lnTo>
                  <a:lnTo>
                    <a:pt x="270903" y="28371"/>
                  </a:lnTo>
                  <a:lnTo>
                    <a:pt x="270903" y="16281"/>
                  </a:lnTo>
                  <a:lnTo>
                    <a:pt x="270167" y="12966"/>
                  </a:lnTo>
                  <a:lnTo>
                    <a:pt x="268852" y="102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0290136" y="1827571"/>
              <a:ext cx="2999003" cy="1391056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9528336" y="1206500"/>
              <a:ext cx="772783" cy="638547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9579136" y="1206503"/>
              <a:ext cx="671182" cy="536943"/>
            </a:xfrm>
            <a:prstGeom prst="rect">
              <a:avLst/>
            </a:prstGeom>
          </p:spPr>
        </p:pic>
      </p:grpSp>
      <p:pic>
        <p:nvPicPr>
          <p:cNvPr id="111" name="object 111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5975972" y="5486400"/>
            <a:ext cx="7355217" cy="2235200"/>
          </a:xfrm>
          <a:prstGeom prst="rect">
            <a:avLst/>
          </a:prstGeom>
        </p:spPr>
      </p:pic>
      <p:grpSp>
        <p:nvGrpSpPr>
          <p:cNvPr id="112" name="object 112"/>
          <p:cNvGrpSpPr/>
          <p:nvPr/>
        </p:nvGrpSpPr>
        <p:grpSpPr>
          <a:xfrm>
            <a:off x="203200" y="1235520"/>
            <a:ext cx="13614400" cy="6499225"/>
            <a:chOff x="0" y="1235520"/>
            <a:chExt cx="13614400" cy="6499225"/>
          </a:xfrm>
        </p:grpSpPr>
        <p:sp>
          <p:nvSpPr>
            <p:cNvPr id="113" name="object 113"/>
            <p:cNvSpPr/>
            <p:nvPr/>
          </p:nvSpPr>
          <p:spPr>
            <a:xfrm>
              <a:off x="4857945" y="1371547"/>
              <a:ext cx="0" cy="6261735"/>
            </a:xfrm>
            <a:custGeom>
              <a:avLst/>
              <a:gdLst/>
              <a:ahLst/>
              <a:cxnLst/>
              <a:rect l="l" t="t" r="r" b="b"/>
              <a:pathLst>
                <a:path h="6261734">
                  <a:moveTo>
                    <a:pt x="0" y="0"/>
                  </a:moveTo>
                  <a:lnTo>
                    <a:pt x="0" y="6261214"/>
                  </a:lnTo>
                </a:path>
              </a:pathLst>
            </a:custGeom>
            <a:ln w="32473">
              <a:solidFill>
                <a:srgbClr val="590948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101522" y="2817021"/>
              <a:ext cx="4775835" cy="0"/>
            </a:xfrm>
            <a:custGeom>
              <a:avLst/>
              <a:gdLst/>
              <a:ahLst/>
              <a:cxnLst/>
              <a:rect l="l" t="t" r="r" b="b"/>
              <a:pathLst>
                <a:path w="4775835">
                  <a:moveTo>
                    <a:pt x="0" y="0"/>
                  </a:moveTo>
                  <a:lnTo>
                    <a:pt x="4775314" y="0"/>
                  </a:lnTo>
                </a:path>
              </a:pathLst>
            </a:custGeom>
            <a:ln w="19050">
              <a:solidFill>
                <a:srgbClr val="59094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0" y="7643825"/>
              <a:ext cx="13614400" cy="90805"/>
            </a:xfrm>
            <a:custGeom>
              <a:avLst/>
              <a:gdLst/>
              <a:ahLst/>
              <a:cxnLst/>
              <a:rect l="l" t="t" r="r" b="b"/>
              <a:pathLst>
                <a:path w="13614400" h="90804">
                  <a:moveTo>
                    <a:pt x="13614400" y="90474"/>
                  </a:moveTo>
                  <a:lnTo>
                    <a:pt x="13614400" y="0"/>
                  </a:lnTo>
                  <a:lnTo>
                    <a:pt x="0" y="0"/>
                  </a:lnTo>
                  <a:lnTo>
                    <a:pt x="0" y="90474"/>
                  </a:lnTo>
                  <a:lnTo>
                    <a:pt x="13614400" y="90474"/>
                  </a:lnTo>
                  <a:close/>
                </a:path>
              </a:pathLst>
            </a:custGeom>
            <a:solidFill>
              <a:srgbClr val="E13E4E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4876800" y="1235520"/>
              <a:ext cx="371475" cy="4251325"/>
            </a:xfrm>
            <a:custGeom>
              <a:avLst/>
              <a:gdLst/>
              <a:ahLst/>
              <a:cxnLst/>
              <a:rect l="l" t="t" r="r" b="b"/>
              <a:pathLst>
                <a:path w="371475" h="4251325">
                  <a:moveTo>
                    <a:pt x="371475" y="4250880"/>
                  </a:moveTo>
                  <a:lnTo>
                    <a:pt x="0" y="4250880"/>
                  </a:lnTo>
                  <a:lnTo>
                    <a:pt x="0" y="0"/>
                  </a:lnTo>
                  <a:lnTo>
                    <a:pt x="371475" y="0"/>
                  </a:lnTo>
                  <a:lnTo>
                    <a:pt x="371475" y="4250880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4999722" y="2066586"/>
              <a:ext cx="132905" cy="2455532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152400" y="1536700"/>
              <a:ext cx="4610100" cy="1206500"/>
            </a:xfrm>
            <a:custGeom>
              <a:avLst/>
              <a:gdLst/>
              <a:ahLst/>
              <a:cxnLst/>
              <a:rect l="l" t="t" r="r" b="b"/>
              <a:pathLst>
                <a:path w="4610100" h="1206500">
                  <a:moveTo>
                    <a:pt x="4610100" y="0"/>
                  </a:moveTo>
                  <a:lnTo>
                    <a:pt x="0" y="0"/>
                  </a:lnTo>
                  <a:lnTo>
                    <a:pt x="0" y="1206500"/>
                  </a:lnTo>
                  <a:lnTo>
                    <a:pt x="4610100" y="1206500"/>
                  </a:lnTo>
                  <a:lnTo>
                    <a:pt x="4610100" y="0"/>
                  </a:lnTo>
                  <a:close/>
                </a:path>
              </a:pathLst>
            </a:custGeom>
            <a:solidFill>
              <a:srgbClr val="FFF1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152400" y="1536699"/>
              <a:ext cx="4610100" cy="1206500"/>
            </a:xfrm>
            <a:custGeom>
              <a:avLst/>
              <a:gdLst/>
              <a:ahLst/>
              <a:cxnLst/>
              <a:rect l="l" t="t" r="r" b="b"/>
              <a:pathLst>
                <a:path w="4610100" h="1206500">
                  <a:moveTo>
                    <a:pt x="4610100" y="0"/>
                  </a:moveTo>
                  <a:lnTo>
                    <a:pt x="4597400" y="0"/>
                  </a:lnTo>
                  <a:lnTo>
                    <a:pt x="4597400" y="12700"/>
                  </a:lnTo>
                  <a:lnTo>
                    <a:pt x="4597400" y="1193800"/>
                  </a:lnTo>
                  <a:lnTo>
                    <a:pt x="12700" y="1193800"/>
                  </a:lnTo>
                  <a:lnTo>
                    <a:pt x="12700" y="12700"/>
                  </a:lnTo>
                  <a:lnTo>
                    <a:pt x="4597400" y="12700"/>
                  </a:lnTo>
                  <a:lnTo>
                    <a:pt x="4597400" y="0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1206500"/>
                  </a:lnTo>
                  <a:lnTo>
                    <a:pt x="12700" y="1206500"/>
                  </a:lnTo>
                  <a:lnTo>
                    <a:pt x="4597400" y="1206500"/>
                  </a:lnTo>
                  <a:lnTo>
                    <a:pt x="4610100" y="1206500"/>
                  </a:lnTo>
                  <a:lnTo>
                    <a:pt x="4610100" y="0"/>
                  </a:lnTo>
                  <a:close/>
                </a:path>
              </a:pathLst>
            </a:custGeom>
            <a:solidFill>
              <a:srgbClr val="E13E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348310" y="2237143"/>
              <a:ext cx="712673" cy="346735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152400" y="1371600"/>
              <a:ext cx="4610100" cy="342900"/>
            </a:xfrm>
            <a:custGeom>
              <a:avLst/>
              <a:gdLst/>
              <a:ahLst/>
              <a:cxnLst/>
              <a:rect l="l" t="t" r="r" b="b"/>
              <a:pathLst>
                <a:path w="4610100" h="342900">
                  <a:moveTo>
                    <a:pt x="4533900" y="0"/>
                  </a:moveTo>
                  <a:lnTo>
                    <a:pt x="76200" y="0"/>
                  </a:lnTo>
                  <a:lnTo>
                    <a:pt x="46537" y="5987"/>
                  </a:lnTo>
                  <a:lnTo>
                    <a:pt x="22317" y="22317"/>
                  </a:lnTo>
                  <a:lnTo>
                    <a:pt x="5987" y="46537"/>
                  </a:lnTo>
                  <a:lnTo>
                    <a:pt x="0" y="76200"/>
                  </a:lnTo>
                  <a:lnTo>
                    <a:pt x="0" y="266700"/>
                  </a:lnTo>
                  <a:lnTo>
                    <a:pt x="5987" y="296362"/>
                  </a:lnTo>
                  <a:lnTo>
                    <a:pt x="22317" y="320582"/>
                  </a:lnTo>
                  <a:lnTo>
                    <a:pt x="46537" y="336912"/>
                  </a:lnTo>
                  <a:lnTo>
                    <a:pt x="76200" y="342900"/>
                  </a:lnTo>
                  <a:lnTo>
                    <a:pt x="4533900" y="342900"/>
                  </a:lnTo>
                  <a:lnTo>
                    <a:pt x="4563562" y="336912"/>
                  </a:lnTo>
                  <a:lnTo>
                    <a:pt x="4587782" y="320582"/>
                  </a:lnTo>
                  <a:lnTo>
                    <a:pt x="4604112" y="296362"/>
                  </a:lnTo>
                  <a:lnTo>
                    <a:pt x="4610100" y="266700"/>
                  </a:lnTo>
                  <a:lnTo>
                    <a:pt x="4610100" y="76200"/>
                  </a:lnTo>
                  <a:lnTo>
                    <a:pt x="4604112" y="46537"/>
                  </a:lnTo>
                  <a:lnTo>
                    <a:pt x="4587782" y="22317"/>
                  </a:lnTo>
                  <a:lnTo>
                    <a:pt x="4563562" y="5987"/>
                  </a:lnTo>
                  <a:lnTo>
                    <a:pt x="4533900" y="0"/>
                  </a:lnTo>
                  <a:close/>
                </a:path>
              </a:pathLst>
            </a:custGeom>
            <a:solidFill>
              <a:srgbClr val="E13E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139700" y="3048000"/>
              <a:ext cx="4610100" cy="698500"/>
            </a:xfrm>
            <a:custGeom>
              <a:avLst/>
              <a:gdLst/>
              <a:ahLst/>
              <a:cxnLst/>
              <a:rect l="l" t="t" r="r" b="b"/>
              <a:pathLst>
                <a:path w="4610100" h="698500">
                  <a:moveTo>
                    <a:pt x="4610100" y="0"/>
                  </a:moveTo>
                  <a:lnTo>
                    <a:pt x="0" y="0"/>
                  </a:lnTo>
                  <a:lnTo>
                    <a:pt x="0" y="698500"/>
                  </a:lnTo>
                  <a:lnTo>
                    <a:pt x="4610100" y="698500"/>
                  </a:lnTo>
                  <a:lnTo>
                    <a:pt x="4610100" y="0"/>
                  </a:lnTo>
                  <a:close/>
                </a:path>
              </a:pathLst>
            </a:custGeom>
            <a:solidFill>
              <a:srgbClr val="FF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139700" y="3047999"/>
              <a:ext cx="4610100" cy="698500"/>
            </a:xfrm>
            <a:custGeom>
              <a:avLst/>
              <a:gdLst/>
              <a:ahLst/>
              <a:cxnLst/>
              <a:rect l="l" t="t" r="r" b="b"/>
              <a:pathLst>
                <a:path w="4610100" h="698500">
                  <a:moveTo>
                    <a:pt x="4610100" y="0"/>
                  </a:moveTo>
                  <a:lnTo>
                    <a:pt x="4597400" y="0"/>
                  </a:lnTo>
                  <a:lnTo>
                    <a:pt x="4597400" y="685800"/>
                  </a:lnTo>
                  <a:lnTo>
                    <a:pt x="12700" y="685800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698500"/>
                  </a:lnTo>
                  <a:lnTo>
                    <a:pt x="12700" y="698500"/>
                  </a:lnTo>
                  <a:lnTo>
                    <a:pt x="4597400" y="698500"/>
                  </a:lnTo>
                  <a:lnTo>
                    <a:pt x="4610100" y="698500"/>
                  </a:lnTo>
                  <a:lnTo>
                    <a:pt x="4610100" y="0"/>
                  </a:lnTo>
                  <a:close/>
                </a:path>
              </a:pathLst>
            </a:custGeom>
            <a:solidFill>
              <a:srgbClr val="E13E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381000" y="6985000"/>
              <a:ext cx="4368800" cy="660400"/>
            </a:xfrm>
            <a:custGeom>
              <a:avLst/>
              <a:gdLst/>
              <a:ahLst/>
              <a:cxnLst/>
              <a:rect l="l" t="t" r="r" b="b"/>
              <a:pathLst>
                <a:path w="4368800" h="660400">
                  <a:moveTo>
                    <a:pt x="4368800" y="0"/>
                  </a:moveTo>
                  <a:lnTo>
                    <a:pt x="0" y="0"/>
                  </a:lnTo>
                  <a:lnTo>
                    <a:pt x="0" y="660400"/>
                  </a:lnTo>
                  <a:lnTo>
                    <a:pt x="4368800" y="660400"/>
                  </a:lnTo>
                  <a:lnTo>
                    <a:pt x="4368800" y="0"/>
                  </a:lnTo>
                  <a:close/>
                </a:path>
              </a:pathLst>
            </a:custGeom>
            <a:solidFill>
              <a:srgbClr val="FF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381000" y="6985000"/>
              <a:ext cx="4368800" cy="660400"/>
            </a:xfrm>
            <a:custGeom>
              <a:avLst/>
              <a:gdLst/>
              <a:ahLst/>
              <a:cxnLst/>
              <a:rect l="l" t="t" r="r" b="b"/>
              <a:pathLst>
                <a:path w="4368800" h="660400">
                  <a:moveTo>
                    <a:pt x="4368800" y="0"/>
                  </a:moveTo>
                  <a:lnTo>
                    <a:pt x="4356100" y="0"/>
                  </a:lnTo>
                  <a:lnTo>
                    <a:pt x="4356100" y="12700"/>
                  </a:lnTo>
                  <a:lnTo>
                    <a:pt x="4356100" y="647700"/>
                  </a:lnTo>
                  <a:lnTo>
                    <a:pt x="12700" y="647700"/>
                  </a:lnTo>
                  <a:lnTo>
                    <a:pt x="12700" y="12700"/>
                  </a:lnTo>
                  <a:lnTo>
                    <a:pt x="4356100" y="12700"/>
                  </a:lnTo>
                  <a:lnTo>
                    <a:pt x="4356100" y="0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660400"/>
                  </a:lnTo>
                  <a:lnTo>
                    <a:pt x="12700" y="660400"/>
                  </a:lnTo>
                  <a:lnTo>
                    <a:pt x="4356100" y="660400"/>
                  </a:lnTo>
                  <a:lnTo>
                    <a:pt x="4368800" y="660400"/>
                  </a:lnTo>
                  <a:lnTo>
                    <a:pt x="4368800" y="0"/>
                  </a:lnTo>
                  <a:close/>
                </a:path>
              </a:pathLst>
            </a:custGeom>
            <a:solidFill>
              <a:srgbClr val="E13E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6" name="object 126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39700" y="2882900"/>
              <a:ext cx="4610100" cy="342900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39700" y="3810000"/>
              <a:ext cx="4610100" cy="342900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355485" y="1461172"/>
              <a:ext cx="2792310" cy="223888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381000" y="1701800"/>
              <a:ext cx="647700" cy="571500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3492500" y="1663700"/>
              <a:ext cx="520699" cy="596900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943100" y="1701800"/>
              <a:ext cx="558800" cy="558800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908162" y="2237143"/>
              <a:ext cx="984491" cy="346735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902717" y="3354742"/>
              <a:ext cx="845134" cy="266382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775669" y="3367442"/>
              <a:ext cx="911047" cy="266382"/>
            </a:xfrm>
            <a:prstGeom prst="rect">
              <a:avLst/>
            </a:prstGeom>
          </p:spPr>
        </p:pic>
        <p:sp>
          <p:nvSpPr>
            <p:cNvPr id="135" name="object 135"/>
            <p:cNvSpPr/>
            <p:nvPr/>
          </p:nvSpPr>
          <p:spPr>
            <a:xfrm>
              <a:off x="3051759" y="3356266"/>
              <a:ext cx="1466850" cy="278130"/>
            </a:xfrm>
            <a:custGeom>
              <a:avLst/>
              <a:gdLst/>
              <a:ahLst/>
              <a:cxnLst/>
              <a:rect l="l" t="t" r="r" b="b"/>
              <a:pathLst>
                <a:path w="1466850" h="278129">
                  <a:moveTo>
                    <a:pt x="87630" y="226949"/>
                  </a:moveTo>
                  <a:lnTo>
                    <a:pt x="59270" y="200075"/>
                  </a:lnTo>
                  <a:lnTo>
                    <a:pt x="54432" y="198996"/>
                  </a:lnTo>
                  <a:lnTo>
                    <a:pt x="44475" y="196608"/>
                  </a:lnTo>
                  <a:lnTo>
                    <a:pt x="26873" y="184848"/>
                  </a:lnTo>
                  <a:lnTo>
                    <a:pt x="26949" y="180479"/>
                  </a:lnTo>
                  <a:lnTo>
                    <a:pt x="27635" y="178358"/>
                  </a:lnTo>
                  <a:lnTo>
                    <a:pt x="30403" y="174599"/>
                  </a:lnTo>
                  <a:lnTo>
                    <a:pt x="32435" y="173139"/>
                  </a:lnTo>
                  <a:lnTo>
                    <a:pt x="35064" y="172097"/>
                  </a:lnTo>
                  <a:lnTo>
                    <a:pt x="37693" y="171018"/>
                  </a:lnTo>
                  <a:lnTo>
                    <a:pt x="40932" y="170472"/>
                  </a:lnTo>
                  <a:lnTo>
                    <a:pt x="50380" y="170472"/>
                  </a:lnTo>
                  <a:lnTo>
                    <a:pt x="54838" y="171678"/>
                  </a:lnTo>
                  <a:lnTo>
                    <a:pt x="61404" y="176517"/>
                  </a:lnTo>
                  <a:lnTo>
                    <a:pt x="63258" y="179908"/>
                  </a:lnTo>
                  <a:lnTo>
                    <a:pt x="63690" y="184277"/>
                  </a:lnTo>
                  <a:lnTo>
                    <a:pt x="86156" y="184277"/>
                  </a:lnTo>
                  <a:lnTo>
                    <a:pt x="86042" y="177723"/>
                  </a:lnTo>
                  <a:lnTo>
                    <a:pt x="84340" y="172097"/>
                  </a:lnTo>
                  <a:lnTo>
                    <a:pt x="84277" y="171856"/>
                  </a:lnTo>
                  <a:lnTo>
                    <a:pt x="83324" y="170472"/>
                  </a:lnTo>
                  <a:lnTo>
                    <a:pt x="77419" y="161836"/>
                  </a:lnTo>
                  <a:lnTo>
                    <a:pt x="72618" y="157911"/>
                  </a:lnTo>
                  <a:lnTo>
                    <a:pt x="60325" y="152285"/>
                  </a:lnTo>
                  <a:lnTo>
                    <a:pt x="53136" y="150876"/>
                  </a:lnTo>
                  <a:lnTo>
                    <a:pt x="36830" y="150876"/>
                  </a:lnTo>
                  <a:lnTo>
                    <a:pt x="4660" y="171856"/>
                  </a:lnTo>
                  <a:lnTo>
                    <a:pt x="2882" y="177723"/>
                  </a:lnTo>
                  <a:lnTo>
                    <a:pt x="2882" y="192620"/>
                  </a:lnTo>
                  <a:lnTo>
                    <a:pt x="49225" y="218643"/>
                  </a:lnTo>
                  <a:lnTo>
                    <a:pt x="52628" y="219722"/>
                  </a:lnTo>
                  <a:lnTo>
                    <a:pt x="55410" y="220916"/>
                  </a:lnTo>
                  <a:lnTo>
                    <a:pt x="58229" y="222097"/>
                  </a:lnTo>
                  <a:lnTo>
                    <a:pt x="60350" y="223545"/>
                  </a:lnTo>
                  <a:lnTo>
                    <a:pt x="61798" y="225247"/>
                  </a:lnTo>
                  <a:lnTo>
                    <a:pt x="63284" y="226949"/>
                  </a:lnTo>
                  <a:lnTo>
                    <a:pt x="64020" y="229031"/>
                  </a:lnTo>
                  <a:lnTo>
                    <a:pt x="64020" y="234188"/>
                  </a:lnTo>
                  <a:lnTo>
                    <a:pt x="63246" y="236410"/>
                  </a:lnTo>
                  <a:lnTo>
                    <a:pt x="63207" y="236550"/>
                  </a:lnTo>
                  <a:lnTo>
                    <a:pt x="59956" y="240665"/>
                  </a:lnTo>
                  <a:lnTo>
                    <a:pt x="57670" y="242265"/>
                  </a:lnTo>
                  <a:lnTo>
                    <a:pt x="51790" y="244576"/>
                  </a:lnTo>
                  <a:lnTo>
                    <a:pt x="48336" y="245160"/>
                  </a:lnTo>
                  <a:lnTo>
                    <a:pt x="40335" y="245160"/>
                  </a:lnTo>
                  <a:lnTo>
                    <a:pt x="22669" y="228434"/>
                  </a:lnTo>
                  <a:lnTo>
                    <a:pt x="0" y="228434"/>
                  </a:lnTo>
                  <a:lnTo>
                    <a:pt x="27965" y="263448"/>
                  </a:lnTo>
                  <a:lnTo>
                    <a:pt x="35699" y="264807"/>
                  </a:lnTo>
                  <a:lnTo>
                    <a:pt x="53657" y="264807"/>
                  </a:lnTo>
                  <a:lnTo>
                    <a:pt x="61366" y="263448"/>
                  </a:lnTo>
                  <a:lnTo>
                    <a:pt x="74168" y="258000"/>
                  </a:lnTo>
                  <a:lnTo>
                    <a:pt x="79082" y="254165"/>
                  </a:lnTo>
                  <a:lnTo>
                    <a:pt x="85255" y="245160"/>
                  </a:lnTo>
                  <a:lnTo>
                    <a:pt x="85902" y="244233"/>
                  </a:lnTo>
                  <a:lnTo>
                    <a:pt x="87630" y="238353"/>
                  </a:lnTo>
                  <a:lnTo>
                    <a:pt x="87630" y="226949"/>
                  </a:lnTo>
                  <a:close/>
                </a:path>
                <a:path w="1466850" h="278129">
                  <a:moveTo>
                    <a:pt x="183197" y="227571"/>
                  </a:moveTo>
                  <a:lnTo>
                    <a:pt x="183083" y="213499"/>
                  </a:lnTo>
                  <a:lnTo>
                    <a:pt x="182206" y="208000"/>
                  </a:lnTo>
                  <a:lnTo>
                    <a:pt x="178244" y="197421"/>
                  </a:lnTo>
                  <a:lnTo>
                    <a:pt x="177482" y="196227"/>
                  </a:lnTo>
                  <a:lnTo>
                    <a:pt x="175488" y="193078"/>
                  </a:lnTo>
                  <a:lnTo>
                    <a:pt x="168351" y="186016"/>
                  </a:lnTo>
                  <a:lnTo>
                    <a:pt x="164211" y="183400"/>
                  </a:lnTo>
                  <a:lnTo>
                    <a:pt x="161505" y="182410"/>
                  </a:lnTo>
                  <a:lnTo>
                    <a:pt x="161505" y="209956"/>
                  </a:lnTo>
                  <a:lnTo>
                    <a:pt x="161505" y="213283"/>
                  </a:lnTo>
                  <a:lnTo>
                    <a:pt x="126619" y="213283"/>
                  </a:lnTo>
                  <a:lnTo>
                    <a:pt x="126631" y="210756"/>
                  </a:lnTo>
                  <a:lnTo>
                    <a:pt x="141008" y="196227"/>
                  </a:lnTo>
                  <a:lnTo>
                    <a:pt x="147866" y="196227"/>
                  </a:lnTo>
                  <a:lnTo>
                    <a:pt x="151041" y="197040"/>
                  </a:lnTo>
                  <a:lnTo>
                    <a:pt x="150901" y="197040"/>
                  </a:lnTo>
                  <a:lnTo>
                    <a:pt x="153327" y="198450"/>
                  </a:lnTo>
                  <a:lnTo>
                    <a:pt x="155892" y="199898"/>
                  </a:lnTo>
                  <a:lnTo>
                    <a:pt x="157886" y="201891"/>
                  </a:lnTo>
                  <a:lnTo>
                    <a:pt x="160782" y="207022"/>
                  </a:lnTo>
                  <a:lnTo>
                    <a:pt x="161505" y="209956"/>
                  </a:lnTo>
                  <a:lnTo>
                    <a:pt x="161505" y="182410"/>
                  </a:lnTo>
                  <a:lnTo>
                    <a:pt x="154711" y="179908"/>
                  </a:lnTo>
                  <a:lnTo>
                    <a:pt x="149606" y="179019"/>
                  </a:lnTo>
                  <a:lnTo>
                    <a:pt x="135978" y="179019"/>
                  </a:lnTo>
                  <a:lnTo>
                    <a:pt x="105473" y="205994"/>
                  </a:lnTo>
                  <a:lnTo>
                    <a:pt x="103809" y="230809"/>
                  </a:lnTo>
                  <a:lnTo>
                    <a:pt x="105384" y="238010"/>
                  </a:lnTo>
                  <a:lnTo>
                    <a:pt x="136499" y="264858"/>
                  </a:lnTo>
                  <a:lnTo>
                    <a:pt x="151904" y="264858"/>
                  </a:lnTo>
                  <a:lnTo>
                    <a:pt x="180086" y="247650"/>
                  </a:lnTo>
                  <a:lnTo>
                    <a:pt x="181521" y="244754"/>
                  </a:lnTo>
                  <a:lnTo>
                    <a:pt x="181635" y="244538"/>
                  </a:lnTo>
                  <a:lnTo>
                    <a:pt x="182714" y="239420"/>
                  </a:lnTo>
                  <a:lnTo>
                    <a:pt x="161391" y="238010"/>
                  </a:lnTo>
                  <a:lnTo>
                    <a:pt x="160604" y="240106"/>
                  </a:lnTo>
                  <a:lnTo>
                    <a:pt x="159448" y="241871"/>
                  </a:lnTo>
                  <a:lnTo>
                    <a:pt x="156413" y="244754"/>
                  </a:lnTo>
                  <a:lnTo>
                    <a:pt x="154584" y="245846"/>
                  </a:lnTo>
                  <a:lnTo>
                    <a:pt x="150329" y="247281"/>
                  </a:lnTo>
                  <a:lnTo>
                    <a:pt x="147993" y="247650"/>
                  </a:lnTo>
                  <a:lnTo>
                    <a:pt x="141566" y="247650"/>
                  </a:lnTo>
                  <a:lnTo>
                    <a:pt x="126593" y="231736"/>
                  </a:lnTo>
                  <a:lnTo>
                    <a:pt x="126593" y="227571"/>
                  </a:lnTo>
                  <a:lnTo>
                    <a:pt x="183197" y="227571"/>
                  </a:lnTo>
                  <a:close/>
                </a:path>
                <a:path w="1466850" h="278129">
                  <a:moveTo>
                    <a:pt x="225463" y="152400"/>
                  </a:moveTo>
                  <a:lnTo>
                    <a:pt x="202412" y="152400"/>
                  </a:lnTo>
                  <a:lnTo>
                    <a:pt x="202412" y="263232"/>
                  </a:lnTo>
                  <a:lnTo>
                    <a:pt x="225463" y="263232"/>
                  </a:lnTo>
                  <a:lnTo>
                    <a:pt x="225463" y="152400"/>
                  </a:lnTo>
                  <a:close/>
                </a:path>
                <a:path w="1466850" h="278129">
                  <a:moveTo>
                    <a:pt x="271157" y="152400"/>
                  </a:moveTo>
                  <a:lnTo>
                    <a:pt x="248107" y="152400"/>
                  </a:lnTo>
                  <a:lnTo>
                    <a:pt x="248107" y="263232"/>
                  </a:lnTo>
                  <a:lnTo>
                    <a:pt x="271157" y="263232"/>
                  </a:lnTo>
                  <a:lnTo>
                    <a:pt x="271157" y="152400"/>
                  </a:lnTo>
                  <a:close/>
                </a:path>
                <a:path w="1466850" h="278129">
                  <a:moveTo>
                    <a:pt x="285013" y="66763"/>
                  </a:moveTo>
                  <a:lnTo>
                    <a:pt x="283514" y="60490"/>
                  </a:lnTo>
                  <a:lnTo>
                    <a:pt x="280327" y="54749"/>
                  </a:lnTo>
                  <a:lnTo>
                    <a:pt x="277444" y="49555"/>
                  </a:lnTo>
                  <a:lnTo>
                    <a:pt x="274916" y="46913"/>
                  </a:lnTo>
                  <a:lnTo>
                    <a:pt x="273316" y="45237"/>
                  </a:lnTo>
                  <a:lnTo>
                    <a:pt x="262851" y="38963"/>
                  </a:lnTo>
                  <a:lnTo>
                    <a:pt x="256908" y="37388"/>
                  </a:lnTo>
                  <a:lnTo>
                    <a:pt x="245364" y="37388"/>
                  </a:lnTo>
                  <a:lnTo>
                    <a:pt x="240957" y="38290"/>
                  </a:lnTo>
                  <a:lnTo>
                    <a:pt x="233095" y="41897"/>
                  </a:lnTo>
                  <a:lnTo>
                    <a:pt x="230149" y="44170"/>
                  </a:lnTo>
                  <a:lnTo>
                    <a:pt x="228206" y="46913"/>
                  </a:lnTo>
                  <a:lnTo>
                    <a:pt x="227558" y="46913"/>
                  </a:lnTo>
                  <a:lnTo>
                    <a:pt x="230416" y="19151"/>
                  </a:lnTo>
                  <a:lnTo>
                    <a:pt x="278853" y="19151"/>
                  </a:lnTo>
                  <a:lnTo>
                    <a:pt x="278853" y="0"/>
                  </a:lnTo>
                  <a:lnTo>
                    <a:pt x="211099" y="0"/>
                  </a:lnTo>
                  <a:lnTo>
                    <a:pt x="205879" y="58051"/>
                  </a:lnTo>
                  <a:lnTo>
                    <a:pt x="205854" y="58445"/>
                  </a:lnTo>
                  <a:lnTo>
                    <a:pt x="226682" y="62179"/>
                  </a:lnTo>
                  <a:lnTo>
                    <a:pt x="228384" y="59867"/>
                  </a:lnTo>
                  <a:lnTo>
                    <a:pt x="230746" y="58051"/>
                  </a:lnTo>
                  <a:lnTo>
                    <a:pt x="236842" y="55384"/>
                  </a:lnTo>
                  <a:lnTo>
                    <a:pt x="239826" y="54749"/>
                  </a:lnTo>
                  <a:lnTo>
                    <a:pt x="246964" y="54749"/>
                  </a:lnTo>
                  <a:lnTo>
                    <a:pt x="262407" y="70573"/>
                  </a:lnTo>
                  <a:lnTo>
                    <a:pt x="262407" y="78282"/>
                  </a:lnTo>
                  <a:lnTo>
                    <a:pt x="261670" y="81343"/>
                  </a:lnTo>
                  <a:lnTo>
                    <a:pt x="261594" y="81686"/>
                  </a:lnTo>
                  <a:lnTo>
                    <a:pt x="259969" y="84632"/>
                  </a:lnTo>
                  <a:lnTo>
                    <a:pt x="258381" y="87566"/>
                  </a:lnTo>
                  <a:lnTo>
                    <a:pt x="256159" y="89852"/>
                  </a:lnTo>
                  <a:lnTo>
                    <a:pt x="250494" y="93141"/>
                  </a:lnTo>
                  <a:lnTo>
                    <a:pt x="247256" y="93941"/>
                  </a:lnTo>
                  <a:lnTo>
                    <a:pt x="238950" y="93941"/>
                  </a:lnTo>
                  <a:lnTo>
                    <a:pt x="234962" y="92608"/>
                  </a:lnTo>
                  <a:lnTo>
                    <a:pt x="228257" y="87274"/>
                  </a:lnTo>
                  <a:lnTo>
                    <a:pt x="226453" y="83794"/>
                  </a:lnTo>
                  <a:lnTo>
                    <a:pt x="226326" y="81686"/>
                  </a:lnTo>
                  <a:lnTo>
                    <a:pt x="226301" y="81343"/>
                  </a:lnTo>
                  <a:lnTo>
                    <a:pt x="226199" y="79502"/>
                  </a:lnTo>
                  <a:lnTo>
                    <a:pt x="203466" y="79502"/>
                  </a:lnTo>
                  <a:lnTo>
                    <a:pt x="229108" y="110947"/>
                  </a:lnTo>
                  <a:lnTo>
                    <a:pt x="235927" y="112344"/>
                  </a:lnTo>
                  <a:lnTo>
                    <a:pt x="251802" y="112344"/>
                  </a:lnTo>
                  <a:lnTo>
                    <a:pt x="259016" y="110705"/>
                  </a:lnTo>
                  <a:lnTo>
                    <a:pt x="271462" y="104101"/>
                  </a:lnTo>
                  <a:lnTo>
                    <a:pt x="276313" y="99555"/>
                  </a:lnTo>
                  <a:lnTo>
                    <a:pt x="279679" y="93941"/>
                  </a:lnTo>
                  <a:lnTo>
                    <a:pt x="283273" y="87972"/>
                  </a:lnTo>
                  <a:lnTo>
                    <a:pt x="284924" y="81686"/>
                  </a:lnTo>
                  <a:lnTo>
                    <a:pt x="285013" y="66763"/>
                  </a:lnTo>
                  <a:close/>
                </a:path>
                <a:path w="1466850" h="278129">
                  <a:moveTo>
                    <a:pt x="369836" y="227571"/>
                  </a:moveTo>
                  <a:lnTo>
                    <a:pt x="369722" y="213499"/>
                  </a:lnTo>
                  <a:lnTo>
                    <a:pt x="368846" y="208000"/>
                  </a:lnTo>
                  <a:lnTo>
                    <a:pt x="364871" y="197421"/>
                  </a:lnTo>
                  <a:lnTo>
                    <a:pt x="364109" y="196227"/>
                  </a:lnTo>
                  <a:lnTo>
                    <a:pt x="362115" y="193078"/>
                  </a:lnTo>
                  <a:lnTo>
                    <a:pt x="354990" y="186016"/>
                  </a:lnTo>
                  <a:lnTo>
                    <a:pt x="350837" y="183400"/>
                  </a:lnTo>
                  <a:lnTo>
                    <a:pt x="348132" y="182422"/>
                  </a:lnTo>
                  <a:lnTo>
                    <a:pt x="348132" y="209956"/>
                  </a:lnTo>
                  <a:lnTo>
                    <a:pt x="348132" y="213283"/>
                  </a:lnTo>
                  <a:lnTo>
                    <a:pt x="313245" y="213283"/>
                  </a:lnTo>
                  <a:lnTo>
                    <a:pt x="313258" y="210756"/>
                  </a:lnTo>
                  <a:lnTo>
                    <a:pt x="327634" y="196227"/>
                  </a:lnTo>
                  <a:lnTo>
                    <a:pt x="334492" y="196227"/>
                  </a:lnTo>
                  <a:lnTo>
                    <a:pt x="337680" y="197040"/>
                  </a:lnTo>
                  <a:lnTo>
                    <a:pt x="337540" y="197040"/>
                  </a:lnTo>
                  <a:lnTo>
                    <a:pt x="339953" y="198450"/>
                  </a:lnTo>
                  <a:lnTo>
                    <a:pt x="342519" y="199898"/>
                  </a:lnTo>
                  <a:lnTo>
                    <a:pt x="344525" y="201891"/>
                  </a:lnTo>
                  <a:lnTo>
                    <a:pt x="347408" y="207022"/>
                  </a:lnTo>
                  <a:lnTo>
                    <a:pt x="348132" y="209956"/>
                  </a:lnTo>
                  <a:lnTo>
                    <a:pt x="348132" y="182422"/>
                  </a:lnTo>
                  <a:lnTo>
                    <a:pt x="346075" y="181673"/>
                  </a:lnTo>
                  <a:lnTo>
                    <a:pt x="341350" y="179908"/>
                  </a:lnTo>
                  <a:lnTo>
                    <a:pt x="336245" y="179019"/>
                  </a:lnTo>
                  <a:lnTo>
                    <a:pt x="322605" y="179019"/>
                  </a:lnTo>
                  <a:lnTo>
                    <a:pt x="315493" y="180822"/>
                  </a:lnTo>
                  <a:lnTo>
                    <a:pt x="290474" y="213283"/>
                  </a:lnTo>
                  <a:lnTo>
                    <a:pt x="290436" y="230809"/>
                  </a:lnTo>
                  <a:lnTo>
                    <a:pt x="292011" y="238010"/>
                  </a:lnTo>
                  <a:lnTo>
                    <a:pt x="323126" y="264858"/>
                  </a:lnTo>
                  <a:lnTo>
                    <a:pt x="338531" y="264858"/>
                  </a:lnTo>
                  <a:lnTo>
                    <a:pt x="366712" y="247650"/>
                  </a:lnTo>
                  <a:lnTo>
                    <a:pt x="368261" y="244538"/>
                  </a:lnTo>
                  <a:lnTo>
                    <a:pt x="369341" y="239420"/>
                  </a:lnTo>
                  <a:lnTo>
                    <a:pt x="348018" y="238010"/>
                  </a:lnTo>
                  <a:lnTo>
                    <a:pt x="347230" y="240106"/>
                  </a:lnTo>
                  <a:lnTo>
                    <a:pt x="346075" y="241871"/>
                  </a:lnTo>
                  <a:lnTo>
                    <a:pt x="334619" y="247650"/>
                  </a:lnTo>
                  <a:lnTo>
                    <a:pt x="328193" y="247650"/>
                  </a:lnTo>
                  <a:lnTo>
                    <a:pt x="313220" y="231736"/>
                  </a:lnTo>
                  <a:lnTo>
                    <a:pt x="313220" y="227571"/>
                  </a:lnTo>
                  <a:lnTo>
                    <a:pt x="369836" y="227571"/>
                  </a:lnTo>
                  <a:close/>
                </a:path>
                <a:path w="1466850" h="278129">
                  <a:moveTo>
                    <a:pt x="439483" y="179730"/>
                  </a:moveTo>
                  <a:lnTo>
                    <a:pt x="438467" y="179476"/>
                  </a:lnTo>
                  <a:lnTo>
                    <a:pt x="437299" y="179273"/>
                  </a:lnTo>
                  <a:lnTo>
                    <a:pt x="434632" y="178981"/>
                  </a:lnTo>
                  <a:lnTo>
                    <a:pt x="427380" y="178981"/>
                  </a:lnTo>
                  <a:lnTo>
                    <a:pt x="423468" y="180251"/>
                  </a:lnTo>
                  <a:lnTo>
                    <a:pt x="416318" y="185559"/>
                  </a:lnTo>
                  <a:lnTo>
                    <a:pt x="413778" y="189445"/>
                  </a:lnTo>
                  <a:lnTo>
                    <a:pt x="412267" y="194614"/>
                  </a:lnTo>
                  <a:lnTo>
                    <a:pt x="411391" y="194614"/>
                  </a:lnTo>
                  <a:lnTo>
                    <a:pt x="411391" y="180111"/>
                  </a:lnTo>
                  <a:lnTo>
                    <a:pt x="389039" y="180111"/>
                  </a:lnTo>
                  <a:lnTo>
                    <a:pt x="389039" y="263232"/>
                  </a:lnTo>
                  <a:lnTo>
                    <a:pt x="412102" y="263232"/>
                  </a:lnTo>
                  <a:lnTo>
                    <a:pt x="412102" y="212813"/>
                  </a:lnTo>
                  <a:lnTo>
                    <a:pt x="412851" y="209816"/>
                  </a:lnTo>
                  <a:lnTo>
                    <a:pt x="425831" y="199059"/>
                  </a:lnTo>
                  <a:lnTo>
                    <a:pt x="433082" y="199059"/>
                  </a:lnTo>
                  <a:lnTo>
                    <a:pt x="437756" y="199682"/>
                  </a:lnTo>
                  <a:lnTo>
                    <a:pt x="437489" y="199682"/>
                  </a:lnTo>
                  <a:lnTo>
                    <a:pt x="438404" y="199859"/>
                  </a:lnTo>
                  <a:lnTo>
                    <a:pt x="439483" y="200190"/>
                  </a:lnTo>
                  <a:lnTo>
                    <a:pt x="439483" y="199059"/>
                  </a:lnTo>
                  <a:lnTo>
                    <a:pt x="439483" y="194614"/>
                  </a:lnTo>
                  <a:lnTo>
                    <a:pt x="439483" y="179730"/>
                  </a:lnTo>
                  <a:close/>
                </a:path>
                <a:path w="1466850" h="278129">
                  <a:moveTo>
                    <a:pt x="526630" y="231482"/>
                  </a:moveTo>
                  <a:lnTo>
                    <a:pt x="524649" y="226644"/>
                  </a:lnTo>
                  <a:lnTo>
                    <a:pt x="516712" y="219290"/>
                  </a:lnTo>
                  <a:lnTo>
                    <a:pt x="510679" y="216623"/>
                  </a:lnTo>
                  <a:lnTo>
                    <a:pt x="487553" y="211924"/>
                  </a:lnTo>
                  <a:lnTo>
                    <a:pt x="483692" y="211099"/>
                  </a:lnTo>
                  <a:lnTo>
                    <a:pt x="480974" y="209994"/>
                  </a:lnTo>
                  <a:lnTo>
                    <a:pt x="477799" y="207251"/>
                  </a:lnTo>
                  <a:lnTo>
                    <a:pt x="476999" y="205574"/>
                  </a:lnTo>
                  <a:lnTo>
                    <a:pt x="476999" y="201104"/>
                  </a:lnTo>
                  <a:lnTo>
                    <a:pt x="478231" y="199123"/>
                  </a:lnTo>
                  <a:lnTo>
                    <a:pt x="483069" y="196164"/>
                  </a:lnTo>
                  <a:lnTo>
                    <a:pt x="486143" y="195364"/>
                  </a:lnTo>
                  <a:lnTo>
                    <a:pt x="492391" y="195364"/>
                  </a:lnTo>
                  <a:lnTo>
                    <a:pt x="494677" y="195821"/>
                  </a:lnTo>
                  <a:lnTo>
                    <a:pt x="496595" y="196723"/>
                  </a:lnTo>
                  <a:lnTo>
                    <a:pt x="498538" y="197586"/>
                  </a:lnTo>
                  <a:lnTo>
                    <a:pt x="500113" y="198755"/>
                  </a:lnTo>
                  <a:lnTo>
                    <a:pt x="502488" y="201676"/>
                  </a:lnTo>
                  <a:lnTo>
                    <a:pt x="503262" y="203301"/>
                  </a:lnTo>
                  <a:lnTo>
                    <a:pt x="503631" y="205105"/>
                  </a:lnTo>
                  <a:lnTo>
                    <a:pt x="524738" y="203809"/>
                  </a:lnTo>
                  <a:lnTo>
                    <a:pt x="523900" y="197586"/>
                  </a:lnTo>
                  <a:lnTo>
                    <a:pt x="523786" y="196723"/>
                  </a:lnTo>
                  <a:lnTo>
                    <a:pt x="523722" y="196164"/>
                  </a:lnTo>
                  <a:lnTo>
                    <a:pt x="523252" y="195364"/>
                  </a:lnTo>
                  <a:lnTo>
                    <a:pt x="489343" y="179019"/>
                  </a:lnTo>
                  <a:lnTo>
                    <a:pt x="482231" y="179019"/>
                  </a:lnTo>
                  <a:lnTo>
                    <a:pt x="454113" y="199555"/>
                  </a:lnTo>
                  <a:lnTo>
                    <a:pt x="454113" y="211099"/>
                  </a:lnTo>
                  <a:lnTo>
                    <a:pt x="456069" y="216204"/>
                  </a:lnTo>
                  <a:lnTo>
                    <a:pt x="463981" y="224218"/>
                  </a:lnTo>
                  <a:lnTo>
                    <a:pt x="470014" y="227025"/>
                  </a:lnTo>
                  <a:lnTo>
                    <a:pt x="496138" y="232244"/>
                  </a:lnTo>
                  <a:lnTo>
                    <a:pt x="498817" y="233286"/>
                  </a:lnTo>
                  <a:lnTo>
                    <a:pt x="500545" y="234657"/>
                  </a:lnTo>
                  <a:lnTo>
                    <a:pt x="502272" y="235991"/>
                  </a:lnTo>
                  <a:lnTo>
                    <a:pt x="503161" y="237705"/>
                  </a:lnTo>
                  <a:lnTo>
                    <a:pt x="503161" y="242290"/>
                  </a:lnTo>
                  <a:lnTo>
                    <a:pt x="501891" y="244322"/>
                  </a:lnTo>
                  <a:lnTo>
                    <a:pt x="496951" y="247472"/>
                  </a:lnTo>
                  <a:lnTo>
                    <a:pt x="493712" y="248246"/>
                  </a:lnTo>
                  <a:lnTo>
                    <a:pt x="485559" y="248246"/>
                  </a:lnTo>
                  <a:lnTo>
                    <a:pt x="482561" y="247472"/>
                  </a:lnTo>
                  <a:lnTo>
                    <a:pt x="482333" y="247472"/>
                  </a:lnTo>
                  <a:lnTo>
                    <a:pt x="479539" y="245643"/>
                  </a:lnTo>
                  <a:lnTo>
                    <a:pt x="476910" y="243878"/>
                  </a:lnTo>
                  <a:lnTo>
                    <a:pt x="475246" y="241312"/>
                  </a:lnTo>
                  <a:lnTo>
                    <a:pt x="474560" y="237959"/>
                  </a:lnTo>
                  <a:lnTo>
                    <a:pt x="451891" y="239153"/>
                  </a:lnTo>
                  <a:lnTo>
                    <a:pt x="481774" y="264439"/>
                  </a:lnTo>
                  <a:lnTo>
                    <a:pt x="489610" y="264858"/>
                  </a:lnTo>
                  <a:lnTo>
                    <a:pt x="496824" y="264858"/>
                  </a:lnTo>
                  <a:lnTo>
                    <a:pt x="503199" y="263715"/>
                  </a:lnTo>
                  <a:lnTo>
                    <a:pt x="514273" y="259143"/>
                  </a:lnTo>
                  <a:lnTo>
                    <a:pt x="518642" y="255930"/>
                  </a:lnTo>
                  <a:lnTo>
                    <a:pt x="524586" y="248246"/>
                  </a:lnTo>
                  <a:lnTo>
                    <a:pt x="525018" y="247700"/>
                  </a:lnTo>
                  <a:lnTo>
                    <a:pt x="526630" y="242925"/>
                  </a:lnTo>
                  <a:lnTo>
                    <a:pt x="526630" y="231482"/>
                  </a:lnTo>
                  <a:close/>
                </a:path>
                <a:path w="1466850" h="278129">
                  <a:moveTo>
                    <a:pt x="1070356" y="275932"/>
                  </a:moveTo>
                  <a:lnTo>
                    <a:pt x="1048893" y="236639"/>
                  </a:lnTo>
                  <a:lnTo>
                    <a:pt x="1046848" y="232892"/>
                  </a:lnTo>
                  <a:lnTo>
                    <a:pt x="1053871" y="229603"/>
                  </a:lnTo>
                  <a:lnTo>
                    <a:pt x="1058468" y="225564"/>
                  </a:lnTo>
                  <a:lnTo>
                    <a:pt x="1064818" y="214998"/>
                  </a:lnTo>
                  <a:lnTo>
                    <a:pt x="1066406" y="208661"/>
                  </a:lnTo>
                  <a:lnTo>
                    <a:pt x="1066406" y="193979"/>
                  </a:lnTo>
                  <a:lnTo>
                    <a:pt x="1064831" y="187604"/>
                  </a:lnTo>
                  <a:lnTo>
                    <a:pt x="1062888" y="184251"/>
                  </a:lnTo>
                  <a:lnTo>
                    <a:pt x="1061694" y="182194"/>
                  </a:lnTo>
                  <a:lnTo>
                    <a:pt x="1058595" y="176745"/>
                  </a:lnTo>
                  <a:lnTo>
                    <a:pt x="1054061" y="172542"/>
                  </a:lnTo>
                  <a:lnTo>
                    <a:pt x="1042263" y="166636"/>
                  </a:lnTo>
                  <a:lnTo>
                    <a:pt x="1042263" y="197624"/>
                  </a:lnTo>
                  <a:lnTo>
                    <a:pt x="1042263" y="204952"/>
                  </a:lnTo>
                  <a:lnTo>
                    <a:pt x="1026769" y="217805"/>
                  </a:lnTo>
                  <a:lnTo>
                    <a:pt x="1006386" y="217805"/>
                  </a:lnTo>
                  <a:lnTo>
                    <a:pt x="1006386" y="184251"/>
                  </a:lnTo>
                  <a:lnTo>
                    <a:pt x="1026693" y="184251"/>
                  </a:lnTo>
                  <a:lnTo>
                    <a:pt x="1030439" y="184924"/>
                  </a:lnTo>
                  <a:lnTo>
                    <a:pt x="1033386" y="186258"/>
                  </a:lnTo>
                  <a:lnTo>
                    <a:pt x="1036434" y="187604"/>
                  </a:lnTo>
                  <a:lnTo>
                    <a:pt x="1038606" y="189471"/>
                  </a:lnTo>
                  <a:lnTo>
                    <a:pt x="1040053" y="191998"/>
                  </a:lnTo>
                  <a:lnTo>
                    <a:pt x="1041527" y="194513"/>
                  </a:lnTo>
                  <a:lnTo>
                    <a:pt x="1042263" y="197624"/>
                  </a:lnTo>
                  <a:lnTo>
                    <a:pt x="1042263" y="166636"/>
                  </a:lnTo>
                  <a:lnTo>
                    <a:pt x="1035050" y="165100"/>
                  </a:lnTo>
                  <a:lnTo>
                    <a:pt x="982954" y="165100"/>
                  </a:lnTo>
                  <a:lnTo>
                    <a:pt x="982954" y="275932"/>
                  </a:lnTo>
                  <a:lnTo>
                    <a:pt x="1006386" y="275932"/>
                  </a:lnTo>
                  <a:lnTo>
                    <a:pt x="1006386" y="236639"/>
                  </a:lnTo>
                  <a:lnTo>
                    <a:pt x="1023480" y="236639"/>
                  </a:lnTo>
                  <a:lnTo>
                    <a:pt x="1044486" y="275932"/>
                  </a:lnTo>
                  <a:lnTo>
                    <a:pt x="1070356" y="275932"/>
                  </a:lnTo>
                  <a:close/>
                </a:path>
                <a:path w="1466850" h="278129">
                  <a:moveTo>
                    <a:pt x="1109751" y="192811"/>
                  </a:moveTo>
                  <a:lnTo>
                    <a:pt x="1086700" y="192811"/>
                  </a:lnTo>
                  <a:lnTo>
                    <a:pt x="1086700" y="275932"/>
                  </a:lnTo>
                  <a:lnTo>
                    <a:pt x="1109751" y="275932"/>
                  </a:lnTo>
                  <a:lnTo>
                    <a:pt x="1109751" y="192811"/>
                  </a:lnTo>
                  <a:close/>
                </a:path>
                <a:path w="1466850" h="278129">
                  <a:moveTo>
                    <a:pt x="1110729" y="167220"/>
                  </a:moveTo>
                  <a:lnTo>
                    <a:pt x="1109497" y="164503"/>
                  </a:lnTo>
                  <a:lnTo>
                    <a:pt x="1107046" y="162229"/>
                  </a:lnTo>
                  <a:lnTo>
                    <a:pt x="1104633" y="159918"/>
                  </a:lnTo>
                  <a:lnTo>
                    <a:pt x="1101712" y="158762"/>
                  </a:lnTo>
                  <a:lnTo>
                    <a:pt x="1094854" y="158762"/>
                  </a:lnTo>
                  <a:lnTo>
                    <a:pt x="1091907" y="159918"/>
                  </a:lnTo>
                  <a:lnTo>
                    <a:pt x="1087043" y="164503"/>
                  </a:lnTo>
                  <a:lnTo>
                    <a:pt x="1085837" y="167220"/>
                  </a:lnTo>
                  <a:lnTo>
                    <a:pt x="1085837" y="173609"/>
                  </a:lnTo>
                  <a:lnTo>
                    <a:pt x="1087043" y="176377"/>
                  </a:lnTo>
                  <a:lnTo>
                    <a:pt x="1089456" y="178676"/>
                  </a:lnTo>
                  <a:lnTo>
                    <a:pt x="1091907" y="180949"/>
                  </a:lnTo>
                  <a:lnTo>
                    <a:pt x="1094854" y="182092"/>
                  </a:lnTo>
                  <a:lnTo>
                    <a:pt x="1101712" y="182092"/>
                  </a:lnTo>
                  <a:lnTo>
                    <a:pt x="1104633" y="180949"/>
                  </a:lnTo>
                  <a:lnTo>
                    <a:pt x="1109497" y="176377"/>
                  </a:lnTo>
                  <a:lnTo>
                    <a:pt x="1110729" y="173609"/>
                  </a:lnTo>
                  <a:lnTo>
                    <a:pt x="1110729" y="167220"/>
                  </a:lnTo>
                  <a:close/>
                </a:path>
                <a:path w="1466850" h="278129">
                  <a:moveTo>
                    <a:pt x="1210322" y="165100"/>
                  </a:moveTo>
                  <a:lnTo>
                    <a:pt x="1187805" y="165100"/>
                  </a:lnTo>
                  <a:lnTo>
                    <a:pt x="1187805" y="229425"/>
                  </a:lnTo>
                  <a:lnTo>
                    <a:pt x="1187805" y="239306"/>
                  </a:lnTo>
                  <a:lnTo>
                    <a:pt x="1187119" y="243484"/>
                  </a:lnTo>
                  <a:lnTo>
                    <a:pt x="1187056" y="243751"/>
                  </a:lnTo>
                  <a:lnTo>
                    <a:pt x="1185697" y="247307"/>
                  </a:lnTo>
                  <a:lnTo>
                    <a:pt x="1184325" y="250990"/>
                  </a:lnTo>
                  <a:lnTo>
                    <a:pt x="1182344" y="253847"/>
                  </a:lnTo>
                  <a:lnTo>
                    <a:pt x="1179804" y="255854"/>
                  </a:lnTo>
                  <a:lnTo>
                    <a:pt x="1177061" y="257962"/>
                  </a:lnTo>
                  <a:lnTo>
                    <a:pt x="1174038" y="258940"/>
                  </a:lnTo>
                  <a:lnTo>
                    <a:pt x="1166533" y="258940"/>
                  </a:lnTo>
                  <a:lnTo>
                    <a:pt x="1152855" y="239306"/>
                  </a:lnTo>
                  <a:lnTo>
                    <a:pt x="1152855" y="229425"/>
                  </a:lnTo>
                  <a:lnTo>
                    <a:pt x="1166533" y="210070"/>
                  </a:lnTo>
                  <a:lnTo>
                    <a:pt x="1174038" y="210070"/>
                  </a:lnTo>
                  <a:lnTo>
                    <a:pt x="1187805" y="229425"/>
                  </a:lnTo>
                  <a:lnTo>
                    <a:pt x="1187805" y="165100"/>
                  </a:lnTo>
                  <a:lnTo>
                    <a:pt x="1187323" y="165100"/>
                  </a:lnTo>
                  <a:lnTo>
                    <a:pt x="1187323" y="206768"/>
                  </a:lnTo>
                  <a:lnTo>
                    <a:pt x="1186611" y="206768"/>
                  </a:lnTo>
                  <a:lnTo>
                    <a:pt x="1185608" y="204533"/>
                  </a:lnTo>
                  <a:lnTo>
                    <a:pt x="1184122" y="202260"/>
                  </a:lnTo>
                  <a:lnTo>
                    <a:pt x="1182179" y="199948"/>
                  </a:lnTo>
                  <a:lnTo>
                    <a:pt x="1180261" y="197599"/>
                  </a:lnTo>
                  <a:lnTo>
                    <a:pt x="1177747" y="195656"/>
                  </a:lnTo>
                  <a:lnTo>
                    <a:pt x="1174597" y="194106"/>
                  </a:lnTo>
                  <a:lnTo>
                    <a:pt x="1171498" y="192519"/>
                  </a:lnTo>
                  <a:lnTo>
                    <a:pt x="1167625" y="191719"/>
                  </a:lnTo>
                  <a:lnTo>
                    <a:pt x="1156868" y="191719"/>
                  </a:lnTo>
                  <a:lnTo>
                    <a:pt x="1129309" y="224955"/>
                  </a:lnTo>
                  <a:lnTo>
                    <a:pt x="1129309" y="243751"/>
                  </a:lnTo>
                  <a:lnTo>
                    <a:pt x="1150988" y="275666"/>
                  </a:lnTo>
                  <a:lnTo>
                    <a:pt x="1156703" y="277291"/>
                  </a:lnTo>
                  <a:lnTo>
                    <a:pt x="1167498" y="277291"/>
                  </a:lnTo>
                  <a:lnTo>
                    <a:pt x="1186611" y="262623"/>
                  </a:lnTo>
                  <a:lnTo>
                    <a:pt x="1187589" y="262623"/>
                  </a:lnTo>
                  <a:lnTo>
                    <a:pt x="1187589" y="275932"/>
                  </a:lnTo>
                  <a:lnTo>
                    <a:pt x="1210322" y="275932"/>
                  </a:lnTo>
                  <a:lnTo>
                    <a:pt x="1210322" y="262623"/>
                  </a:lnTo>
                  <a:lnTo>
                    <a:pt x="1210322" y="258940"/>
                  </a:lnTo>
                  <a:lnTo>
                    <a:pt x="1210322" y="210070"/>
                  </a:lnTo>
                  <a:lnTo>
                    <a:pt x="1210322" y="206768"/>
                  </a:lnTo>
                  <a:lnTo>
                    <a:pt x="1210322" y="165100"/>
                  </a:lnTo>
                  <a:close/>
                </a:path>
                <a:path w="1466850" h="278129">
                  <a:moveTo>
                    <a:pt x="1245679" y="99707"/>
                  </a:moveTo>
                  <a:lnTo>
                    <a:pt x="1245565" y="88658"/>
                  </a:lnTo>
                  <a:lnTo>
                    <a:pt x="1244574" y="84861"/>
                  </a:lnTo>
                  <a:lnTo>
                    <a:pt x="1242415" y="81000"/>
                  </a:lnTo>
                  <a:lnTo>
                    <a:pt x="1240282" y="77101"/>
                  </a:lnTo>
                  <a:lnTo>
                    <a:pt x="1238732" y="75361"/>
                  </a:lnTo>
                  <a:lnTo>
                    <a:pt x="1237399" y="73863"/>
                  </a:lnTo>
                  <a:lnTo>
                    <a:pt x="1233754" y="71310"/>
                  </a:lnTo>
                  <a:lnTo>
                    <a:pt x="1230147" y="68707"/>
                  </a:lnTo>
                  <a:lnTo>
                    <a:pt x="1226121" y="67056"/>
                  </a:lnTo>
                  <a:lnTo>
                    <a:pt x="1221689" y="66332"/>
                  </a:lnTo>
                  <a:lnTo>
                    <a:pt x="1221689" y="65570"/>
                  </a:lnTo>
                  <a:lnTo>
                    <a:pt x="1227493" y="64376"/>
                  </a:lnTo>
                  <a:lnTo>
                    <a:pt x="1232255" y="61506"/>
                  </a:lnTo>
                  <a:lnTo>
                    <a:pt x="1234859" y="58318"/>
                  </a:lnTo>
                  <a:lnTo>
                    <a:pt x="1239685" y="52425"/>
                  </a:lnTo>
                  <a:lnTo>
                    <a:pt x="1241564" y="47104"/>
                  </a:lnTo>
                  <a:lnTo>
                    <a:pt x="1241564" y="35306"/>
                  </a:lnTo>
                  <a:lnTo>
                    <a:pt x="1239875" y="30213"/>
                  </a:lnTo>
                  <a:lnTo>
                    <a:pt x="1238834" y="28829"/>
                  </a:lnTo>
                  <a:lnTo>
                    <a:pt x="1236510" y="25742"/>
                  </a:lnTo>
                  <a:lnTo>
                    <a:pt x="1233157" y="21234"/>
                  </a:lnTo>
                  <a:lnTo>
                    <a:pt x="1228547" y="17678"/>
                  </a:lnTo>
                  <a:lnTo>
                    <a:pt x="1221308" y="14478"/>
                  </a:lnTo>
                  <a:lnTo>
                    <a:pt x="1221308" y="88658"/>
                  </a:lnTo>
                  <a:lnTo>
                    <a:pt x="1221308" y="95008"/>
                  </a:lnTo>
                  <a:lnTo>
                    <a:pt x="1206411" y="107835"/>
                  </a:lnTo>
                  <a:lnTo>
                    <a:pt x="1199007" y="107835"/>
                  </a:lnTo>
                  <a:lnTo>
                    <a:pt x="1184071" y="95008"/>
                  </a:lnTo>
                  <a:lnTo>
                    <a:pt x="1184071" y="88658"/>
                  </a:lnTo>
                  <a:lnTo>
                    <a:pt x="1184871" y="85826"/>
                  </a:lnTo>
                  <a:lnTo>
                    <a:pt x="1188008" y="81000"/>
                  </a:lnTo>
                  <a:lnTo>
                    <a:pt x="1190294" y="78943"/>
                  </a:lnTo>
                  <a:lnTo>
                    <a:pt x="1193114" y="77533"/>
                  </a:lnTo>
                  <a:lnTo>
                    <a:pt x="1195920" y="76085"/>
                  </a:lnTo>
                  <a:lnTo>
                    <a:pt x="1199121" y="75361"/>
                  </a:lnTo>
                  <a:lnTo>
                    <a:pt x="1206296" y="75361"/>
                  </a:lnTo>
                  <a:lnTo>
                    <a:pt x="1209497" y="76085"/>
                  </a:lnTo>
                  <a:lnTo>
                    <a:pt x="1212265" y="77533"/>
                  </a:lnTo>
                  <a:lnTo>
                    <a:pt x="1215047" y="78943"/>
                  </a:lnTo>
                  <a:lnTo>
                    <a:pt x="1217320" y="81000"/>
                  </a:lnTo>
                  <a:lnTo>
                    <a:pt x="1220495" y="85826"/>
                  </a:lnTo>
                  <a:lnTo>
                    <a:pt x="1221308" y="88658"/>
                  </a:lnTo>
                  <a:lnTo>
                    <a:pt x="1221308" y="14478"/>
                  </a:lnTo>
                  <a:lnTo>
                    <a:pt x="1218704" y="13322"/>
                  </a:lnTo>
                  <a:lnTo>
                    <a:pt x="1218704" y="40551"/>
                  </a:lnTo>
                  <a:lnTo>
                    <a:pt x="1218704" y="46355"/>
                  </a:lnTo>
                  <a:lnTo>
                    <a:pt x="1205788" y="58318"/>
                  </a:lnTo>
                  <a:lnTo>
                    <a:pt x="1199591" y="58318"/>
                  </a:lnTo>
                  <a:lnTo>
                    <a:pt x="1186675" y="46355"/>
                  </a:lnTo>
                  <a:lnTo>
                    <a:pt x="1186675" y="40551"/>
                  </a:lnTo>
                  <a:lnTo>
                    <a:pt x="1187335" y="38023"/>
                  </a:lnTo>
                  <a:lnTo>
                    <a:pt x="1190040" y="33655"/>
                  </a:lnTo>
                  <a:lnTo>
                    <a:pt x="1191933" y="31940"/>
                  </a:lnTo>
                  <a:lnTo>
                    <a:pt x="1194358" y="30721"/>
                  </a:lnTo>
                  <a:lnTo>
                    <a:pt x="1196771" y="29451"/>
                  </a:lnTo>
                  <a:lnTo>
                    <a:pt x="1199553" y="28829"/>
                  </a:lnTo>
                  <a:lnTo>
                    <a:pt x="1205865" y="28829"/>
                  </a:lnTo>
                  <a:lnTo>
                    <a:pt x="1208646" y="29451"/>
                  </a:lnTo>
                  <a:lnTo>
                    <a:pt x="1211021" y="30721"/>
                  </a:lnTo>
                  <a:lnTo>
                    <a:pt x="1213408" y="31940"/>
                  </a:lnTo>
                  <a:lnTo>
                    <a:pt x="1215288" y="33655"/>
                  </a:lnTo>
                  <a:lnTo>
                    <a:pt x="1216647" y="35864"/>
                  </a:lnTo>
                  <a:lnTo>
                    <a:pt x="1218018" y="38023"/>
                  </a:lnTo>
                  <a:lnTo>
                    <a:pt x="1218704" y="40551"/>
                  </a:lnTo>
                  <a:lnTo>
                    <a:pt x="1218704" y="13322"/>
                  </a:lnTo>
                  <a:lnTo>
                    <a:pt x="1216812" y="12484"/>
                  </a:lnTo>
                  <a:lnTo>
                    <a:pt x="1210157" y="11176"/>
                  </a:lnTo>
                  <a:lnTo>
                    <a:pt x="1195222" y="11176"/>
                  </a:lnTo>
                  <a:lnTo>
                    <a:pt x="1163828" y="35306"/>
                  </a:lnTo>
                  <a:lnTo>
                    <a:pt x="1163840" y="47104"/>
                  </a:lnTo>
                  <a:lnTo>
                    <a:pt x="1183754" y="65570"/>
                  </a:lnTo>
                  <a:lnTo>
                    <a:pt x="1183754" y="66332"/>
                  </a:lnTo>
                  <a:lnTo>
                    <a:pt x="1179233" y="67056"/>
                  </a:lnTo>
                  <a:lnTo>
                    <a:pt x="1175156" y="68707"/>
                  </a:lnTo>
                  <a:lnTo>
                    <a:pt x="1171524" y="71310"/>
                  </a:lnTo>
                  <a:lnTo>
                    <a:pt x="1167879" y="73863"/>
                  </a:lnTo>
                  <a:lnTo>
                    <a:pt x="1164983" y="77101"/>
                  </a:lnTo>
                  <a:lnTo>
                    <a:pt x="1160767" y="84861"/>
                  </a:lnTo>
                  <a:lnTo>
                    <a:pt x="1159827" y="88658"/>
                  </a:lnTo>
                  <a:lnTo>
                    <a:pt x="1159725" y="99707"/>
                  </a:lnTo>
                  <a:lnTo>
                    <a:pt x="1161554" y="105054"/>
                  </a:lnTo>
                  <a:lnTo>
                    <a:pt x="1168920" y="114515"/>
                  </a:lnTo>
                  <a:lnTo>
                    <a:pt x="1173988" y="118249"/>
                  </a:lnTo>
                  <a:lnTo>
                    <a:pt x="1186942" y="123698"/>
                  </a:lnTo>
                  <a:lnTo>
                    <a:pt x="1194358" y="125044"/>
                  </a:lnTo>
                  <a:lnTo>
                    <a:pt x="1211021" y="125044"/>
                  </a:lnTo>
                  <a:lnTo>
                    <a:pt x="1218425" y="123698"/>
                  </a:lnTo>
                  <a:lnTo>
                    <a:pt x="1231379" y="118249"/>
                  </a:lnTo>
                  <a:lnTo>
                    <a:pt x="1236459" y="114515"/>
                  </a:lnTo>
                  <a:lnTo>
                    <a:pt x="1241653" y="107835"/>
                  </a:lnTo>
                  <a:lnTo>
                    <a:pt x="1243825" y="105054"/>
                  </a:lnTo>
                  <a:lnTo>
                    <a:pt x="1245679" y="99707"/>
                  </a:lnTo>
                  <a:close/>
                </a:path>
                <a:path w="1466850" h="278129">
                  <a:moveTo>
                    <a:pt x="1309484" y="240271"/>
                  </a:moveTo>
                  <a:lnTo>
                    <a:pt x="1309370" y="226199"/>
                  </a:lnTo>
                  <a:lnTo>
                    <a:pt x="1308493" y="220700"/>
                  </a:lnTo>
                  <a:lnTo>
                    <a:pt x="1304518" y="210121"/>
                  </a:lnTo>
                  <a:lnTo>
                    <a:pt x="1303756" y="208927"/>
                  </a:lnTo>
                  <a:lnTo>
                    <a:pt x="1301762" y="205778"/>
                  </a:lnTo>
                  <a:lnTo>
                    <a:pt x="1294638" y="198716"/>
                  </a:lnTo>
                  <a:lnTo>
                    <a:pt x="1290485" y="196100"/>
                  </a:lnTo>
                  <a:lnTo>
                    <a:pt x="1287780" y="195122"/>
                  </a:lnTo>
                  <a:lnTo>
                    <a:pt x="1287780" y="222656"/>
                  </a:lnTo>
                  <a:lnTo>
                    <a:pt x="1287780" y="225983"/>
                  </a:lnTo>
                  <a:lnTo>
                    <a:pt x="1252893" y="225983"/>
                  </a:lnTo>
                  <a:lnTo>
                    <a:pt x="1252905" y="223456"/>
                  </a:lnTo>
                  <a:lnTo>
                    <a:pt x="1267282" y="208927"/>
                  </a:lnTo>
                  <a:lnTo>
                    <a:pt x="1274140" y="208927"/>
                  </a:lnTo>
                  <a:lnTo>
                    <a:pt x="1277327" y="209740"/>
                  </a:lnTo>
                  <a:lnTo>
                    <a:pt x="1277188" y="209740"/>
                  </a:lnTo>
                  <a:lnTo>
                    <a:pt x="1279613" y="211150"/>
                  </a:lnTo>
                  <a:lnTo>
                    <a:pt x="1282166" y="212598"/>
                  </a:lnTo>
                  <a:lnTo>
                    <a:pt x="1284173" y="214591"/>
                  </a:lnTo>
                  <a:lnTo>
                    <a:pt x="1287056" y="219722"/>
                  </a:lnTo>
                  <a:lnTo>
                    <a:pt x="1287780" y="222656"/>
                  </a:lnTo>
                  <a:lnTo>
                    <a:pt x="1287780" y="195122"/>
                  </a:lnTo>
                  <a:lnTo>
                    <a:pt x="1285722" y="194373"/>
                  </a:lnTo>
                  <a:lnTo>
                    <a:pt x="1280998" y="192608"/>
                  </a:lnTo>
                  <a:lnTo>
                    <a:pt x="1275892" y="191719"/>
                  </a:lnTo>
                  <a:lnTo>
                    <a:pt x="1262253" y="191719"/>
                  </a:lnTo>
                  <a:lnTo>
                    <a:pt x="1255141" y="193522"/>
                  </a:lnTo>
                  <a:lnTo>
                    <a:pt x="1230122" y="225983"/>
                  </a:lnTo>
                  <a:lnTo>
                    <a:pt x="1230083" y="243509"/>
                  </a:lnTo>
                  <a:lnTo>
                    <a:pt x="1231658" y="250710"/>
                  </a:lnTo>
                  <a:lnTo>
                    <a:pt x="1262773" y="277558"/>
                  </a:lnTo>
                  <a:lnTo>
                    <a:pt x="1278178" y="277558"/>
                  </a:lnTo>
                  <a:lnTo>
                    <a:pt x="1306372" y="260350"/>
                  </a:lnTo>
                  <a:lnTo>
                    <a:pt x="1307909" y="257238"/>
                  </a:lnTo>
                  <a:lnTo>
                    <a:pt x="1308989" y="252120"/>
                  </a:lnTo>
                  <a:lnTo>
                    <a:pt x="1287665" y="250710"/>
                  </a:lnTo>
                  <a:lnTo>
                    <a:pt x="1286878" y="252806"/>
                  </a:lnTo>
                  <a:lnTo>
                    <a:pt x="1285722" y="254571"/>
                  </a:lnTo>
                  <a:lnTo>
                    <a:pt x="1274267" y="260350"/>
                  </a:lnTo>
                  <a:lnTo>
                    <a:pt x="1267841" y="260350"/>
                  </a:lnTo>
                  <a:lnTo>
                    <a:pt x="1252867" y="244436"/>
                  </a:lnTo>
                  <a:lnTo>
                    <a:pt x="1252867" y="240271"/>
                  </a:lnTo>
                  <a:lnTo>
                    <a:pt x="1309484" y="240271"/>
                  </a:lnTo>
                  <a:close/>
                </a:path>
                <a:path w="1466850" h="278129">
                  <a:moveTo>
                    <a:pt x="1379131" y="192430"/>
                  </a:moveTo>
                  <a:lnTo>
                    <a:pt x="1378127" y="192176"/>
                  </a:lnTo>
                  <a:lnTo>
                    <a:pt x="1376946" y="191973"/>
                  </a:lnTo>
                  <a:lnTo>
                    <a:pt x="1374279" y="191681"/>
                  </a:lnTo>
                  <a:lnTo>
                    <a:pt x="1367028" y="191681"/>
                  </a:lnTo>
                  <a:lnTo>
                    <a:pt x="1363116" y="192951"/>
                  </a:lnTo>
                  <a:lnTo>
                    <a:pt x="1355966" y="198259"/>
                  </a:lnTo>
                  <a:lnTo>
                    <a:pt x="1353426" y="202145"/>
                  </a:lnTo>
                  <a:lnTo>
                    <a:pt x="1351915" y="207314"/>
                  </a:lnTo>
                  <a:lnTo>
                    <a:pt x="1351051" y="207314"/>
                  </a:lnTo>
                  <a:lnTo>
                    <a:pt x="1351051" y="192811"/>
                  </a:lnTo>
                  <a:lnTo>
                    <a:pt x="1328699" y="192811"/>
                  </a:lnTo>
                  <a:lnTo>
                    <a:pt x="1328699" y="275932"/>
                  </a:lnTo>
                  <a:lnTo>
                    <a:pt x="1351749" y="275932"/>
                  </a:lnTo>
                  <a:lnTo>
                    <a:pt x="1351749" y="225513"/>
                  </a:lnTo>
                  <a:lnTo>
                    <a:pt x="1352511" y="222516"/>
                  </a:lnTo>
                  <a:lnTo>
                    <a:pt x="1365529" y="211759"/>
                  </a:lnTo>
                  <a:lnTo>
                    <a:pt x="1372730" y="211759"/>
                  </a:lnTo>
                  <a:lnTo>
                    <a:pt x="1377403" y="212382"/>
                  </a:lnTo>
                  <a:lnTo>
                    <a:pt x="1377137" y="212382"/>
                  </a:lnTo>
                  <a:lnTo>
                    <a:pt x="1378051" y="212559"/>
                  </a:lnTo>
                  <a:lnTo>
                    <a:pt x="1379131" y="212890"/>
                  </a:lnTo>
                  <a:lnTo>
                    <a:pt x="1379131" y="211759"/>
                  </a:lnTo>
                  <a:lnTo>
                    <a:pt x="1379131" y="207314"/>
                  </a:lnTo>
                  <a:lnTo>
                    <a:pt x="1379131" y="192430"/>
                  </a:lnTo>
                  <a:close/>
                </a:path>
                <a:path w="1466850" h="278129">
                  <a:moveTo>
                    <a:pt x="1466278" y="244182"/>
                  </a:moveTo>
                  <a:lnTo>
                    <a:pt x="1464297" y="239344"/>
                  </a:lnTo>
                  <a:lnTo>
                    <a:pt x="1456359" y="231990"/>
                  </a:lnTo>
                  <a:lnTo>
                    <a:pt x="1450327" y="229323"/>
                  </a:lnTo>
                  <a:lnTo>
                    <a:pt x="1427200" y="224624"/>
                  </a:lnTo>
                  <a:lnTo>
                    <a:pt x="1423339" y="223799"/>
                  </a:lnTo>
                  <a:lnTo>
                    <a:pt x="1420622" y="222694"/>
                  </a:lnTo>
                  <a:lnTo>
                    <a:pt x="1417447" y="219951"/>
                  </a:lnTo>
                  <a:lnTo>
                    <a:pt x="1416646" y="218274"/>
                  </a:lnTo>
                  <a:lnTo>
                    <a:pt x="1416646" y="213804"/>
                  </a:lnTo>
                  <a:lnTo>
                    <a:pt x="1417878" y="211823"/>
                  </a:lnTo>
                  <a:lnTo>
                    <a:pt x="1422717" y="208864"/>
                  </a:lnTo>
                  <a:lnTo>
                    <a:pt x="1423987" y="208521"/>
                  </a:lnTo>
                  <a:lnTo>
                    <a:pt x="1425803" y="208064"/>
                  </a:lnTo>
                  <a:lnTo>
                    <a:pt x="1432039" y="208064"/>
                  </a:lnTo>
                  <a:lnTo>
                    <a:pt x="1434325" y="208521"/>
                  </a:lnTo>
                  <a:lnTo>
                    <a:pt x="1436243" y="209423"/>
                  </a:lnTo>
                  <a:lnTo>
                    <a:pt x="1438186" y="210286"/>
                  </a:lnTo>
                  <a:lnTo>
                    <a:pt x="1439760" y="211455"/>
                  </a:lnTo>
                  <a:lnTo>
                    <a:pt x="1442135" y="214376"/>
                  </a:lnTo>
                  <a:lnTo>
                    <a:pt x="1442923" y="216001"/>
                  </a:lnTo>
                  <a:lnTo>
                    <a:pt x="1443278" y="217805"/>
                  </a:lnTo>
                  <a:lnTo>
                    <a:pt x="1464386" y="216509"/>
                  </a:lnTo>
                  <a:lnTo>
                    <a:pt x="1463560" y="210286"/>
                  </a:lnTo>
                  <a:lnTo>
                    <a:pt x="1463446" y="209423"/>
                  </a:lnTo>
                  <a:lnTo>
                    <a:pt x="1463370" y="208864"/>
                  </a:lnTo>
                  <a:lnTo>
                    <a:pt x="1462900" y="208064"/>
                  </a:lnTo>
                  <a:lnTo>
                    <a:pt x="1459839" y="202819"/>
                  </a:lnTo>
                  <a:lnTo>
                    <a:pt x="1453781" y="198374"/>
                  </a:lnTo>
                  <a:lnTo>
                    <a:pt x="1448841" y="195465"/>
                  </a:lnTo>
                  <a:lnTo>
                    <a:pt x="1443062" y="193395"/>
                  </a:lnTo>
                  <a:lnTo>
                    <a:pt x="1436446" y="192138"/>
                  </a:lnTo>
                  <a:lnTo>
                    <a:pt x="1428991" y="191719"/>
                  </a:lnTo>
                  <a:lnTo>
                    <a:pt x="1421879" y="191719"/>
                  </a:lnTo>
                  <a:lnTo>
                    <a:pt x="1393761" y="212255"/>
                  </a:lnTo>
                  <a:lnTo>
                    <a:pt x="1393761" y="223799"/>
                  </a:lnTo>
                  <a:lnTo>
                    <a:pt x="1395730" y="228904"/>
                  </a:lnTo>
                  <a:lnTo>
                    <a:pt x="1403629" y="236918"/>
                  </a:lnTo>
                  <a:lnTo>
                    <a:pt x="1409674" y="239725"/>
                  </a:lnTo>
                  <a:lnTo>
                    <a:pt x="1435785" y="244944"/>
                  </a:lnTo>
                  <a:lnTo>
                    <a:pt x="1438465" y="245986"/>
                  </a:lnTo>
                  <a:lnTo>
                    <a:pt x="1440192" y="247357"/>
                  </a:lnTo>
                  <a:lnTo>
                    <a:pt x="1441919" y="248691"/>
                  </a:lnTo>
                  <a:lnTo>
                    <a:pt x="1442808" y="250405"/>
                  </a:lnTo>
                  <a:lnTo>
                    <a:pt x="1442808" y="254990"/>
                  </a:lnTo>
                  <a:lnTo>
                    <a:pt x="1441551" y="257022"/>
                  </a:lnTo>
                  <a:lnTo>
                    <a:pt x="1436598" y="260172"/>
                  </a:lnTo>
                  <a:lnTo>
                    <a:pt x="1433360" y="260946"/>
                  </a:lnTo>
                  <a:lnTo>
                    <a:pt x="1425206" y="260946"/>
                  </a:lnTo>
                  <a:lnTo>
                    <a:pt x="1422222" y="260172"/>
                  </a:lnTo>
                  <a:lnTo>
                    <a:pt x="1421980" y="260172"/>
                  </a:lnTo>
                  <a:lnTo>
                    <a:pt x="1416558" y="256578"/>
                  </a:lnTo>
                  <a:lnTo>
                    <a:pt x="1414907" y="254012"/>
                  </a:lnTo>
                  <a:lnTo>
                    <a:pt x="1414221" y="250659"/>
                  </a:lnTo>
                  <a:lnTo>
                    <a:pt x="1391539" y="251853"/>
                  </a:lnTo>
                  <a:lnTo>
                    <a:pt x="1421422" y="277139"/>
                  </a:lnTo>
                  <a:lnTo>
                    <a:pt x="1429258" y="277558"/>
                  </a:lnTo>
                  <a:lnTo>
                    <a:pt x="1436471" y="277558"/>
                  </a:lnTo>
                  <a:lnTo>
                    <a:pt x="1442847" y="276415"/>
                  </a:lnTo>
                  <a:lnTo>
                    <a:pt x="1453921" y="271843"/>
                  </a:lnTo>
                  <a:lnTo>
                    <a:pt x="1458290" y="268630"/>
                  </a:lnTo>
                  <a:lnTo>
                    <a:pt x="1461465" y="264515"/>
                  </a:lnTo>
                  <a:lnTo>
                    <a:pt x="1464246" y="260946"/>
                  </a:lnTo>
                  <a:lnTo>
                    <a:pt x="1464678" y="260400"/>
                  </a:lnTo>
                  <a:lnTo>
                    <a:pt x="1466278" y="255625"/>
                  </a:lnTo>
                  <a:lnTo>
                    <a:pt x="1466278" y="244182"/>
                  </a:lnTo>
                  <a:close/>
                </a:path>
              </a:pathLst>
            </a:custGeom>
            <a:solidFill>
              <a:srgbClr val="5909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6" name="object 136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3474834" y="2234819"/>
              <a:ext cx="1116711" cy="263613"/>
            </a:xfrm>
            <a:prstGeom prst="rect">
              <a:avLst/>
            </a:prstGeom>
          </p:spPr>
        </p:pic>
        <p:sp>
          <p:nvSpPr>
            <p:cNvPr id="137" name="object 137"/>
            <p:cNvSpPr/>
            <p:nvPr/>
          </p:nvSpPr>
          <p:spPr>
            <a:xfrm>
              <a:off x="1441450" y="1841500"/>
              <a:ext cx="2362200" cy="1854200"/>
            </a:xfrm>
            <a:custGeom>
              <a:avLst/>
              <a:gdLst/>
              <a:ahLst/>
              <a:cxnLst/>
              <a:rect l="l" t="t" r="r" b="b"/>
              <a:pathLst>
                <a:path w="2362200" h="1854200">
                  <a:moveTo>
                    <a:pt x="0" y="0"/>
                  </a:moveTo>
                  <a:lnTo>
                    <a:pt x="0" y="736600"/>
                  </a:lnTo>
                </a:path>
                <a:path w="2362200" h="1854200">
                  <a:moveTo>
                    <a:pt x="406400" y="1435100"/>
                  </a:moveTo>
                  <a:lnTo>
                    <a:pt x="406400" y="1854200"/>
                  </a:lnTo>
                </a:path>
                <a:path w="2362200" h="1854200">
                  <a:moveTo>
                    <a:pt x="1371600" y="1435100"/>
                  </a:moveTo>
                  <a:lnTo>
                    <a:pt x="1371600" y="1854200"/>
                  </a:lnTo>
                </a:path>
                <a:path w="2362200" h="1854200">
                  <a:moveTo>
                    <a:pt x="2362200" y="1435100"/>
                  </a:moveTo>
                  <a:lnTo>
                    <a:pt x="2362200" y="1854200"/>
                  </a:lnTo>
                </a:path>
                <a:path w="2362200" h="1854200">
                  <a:moveTo>
                    <a:pt x="1739900" y="0"/>
                  </a:moveTo>
                  <a:lnTo>
                    <a:pt x="1739900" y="736600"/>
                  </a:lnTo>
                </a:path>
              </a:pathLst>
            </a:custGeom>
            <a:ln w="12700">
              <a:solidFill>
                <a:srgbClr val="590948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8" name="object 138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266700" y="4178300"/>
              <a:ext cx="711200" cy="965200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266700" y="5981700"/>
              <a:ext cx="685800" cy="965200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254000" y="5054600"/>
              <a:ext cx="723900" cy="965200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215900" y="3187700"/>
              <a:ext cx="546100" cy="596900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4089400" y="2641600"/>
              <a:ext cx="720725" cy="692022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4140200" y="2641600"/>
              <a:ext cx="619124" cy="590422"/>
            </a:xfrm>
            <a:prstGeom prst="rect">
              <a:avLst/>
            </a:prstGeom>
          </p:spPr>
        </p:pic>
        <p:sp>
          <p:nvSpPr>
            <p:cNvPr id="144" name="object 144"/>
            <p:cNvSpPr/>
            <p:nvPr/>
          </p:nvSpPr>
          <p:spPr>
            <a:xfrm>
              <a:off x="1943100" y="6985000"/>
              <a:ext cx="1397000" cy="660400"/>
            </a:xfrm>
            <a:custGeom>
              <a:avLst/>
              <a:gdLst/>
              <a:ahLst/>
              <a:cxnLst/>
              <a:rect l="l" t="t" r="r" b="b"/>
              <a:pathLst>
                <a:path w="1397000" h="660400">
                  <a:moveTo>
                    <a:pt x="12700" y="0"/>
                  </a:moveTo>
                  <a:lnTo>
                    <a:pt x="6350" y="0"/>
                  </a:lnTo>
                  <a:lnTo>
                    <a:pt x="0" y="0"/>
                  </a:lnTo>
                  <a:lnTo>
                    <a:pt x="0" y="660400"/>
                  </a:lnTo>
                  <a:lnTo>
                    <a:pt x="6350" y="660400"/>
                  </a:lnTo>
                  <a:lnTo>
                    <a:pt x="12700" y="660400"/>
                  </a:lnTo>
                  <a:lnTo>
                    <a:pt x="12700" y="0"/>
                  </a:lnTo>
                  <a:close/>
                </a:path>
                <a:path w="1397000" h="660400">
                  <a:moveTo>
                    <a:pt x="1397000" y="12700"/>
                  </a:moveTo>
                  <a:lnTo>
                    <a:pt x="1390650" y="12700"/>
                  </a:lnTo>
                  <a:lnTo>
                    <a:pt x="1384300" y="12700"/>
                  </a:lnTo>
                  <a:lnTo>
                    <a:pt x="1384300" y="660400"/>
                  </a:lnTo>
                  <a:lnTo>
                    <a:pt x="1390650" y="660400"/>
                  </a:lnTo>
                  <a:lnTo>
                    <a:pt x="1397000" y="660400"/>
                  </a:lnTo>
                  <a:lnTo>
                    <a:pt x="1397000" y="12700"/>
                  </a:lnTo>
                  <a:close/>
                </a:path>
              </a:pathLst>
            </a:custGeom>
            <a:solidFill>
              <a:srgbClr val="E13E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5" name="object 145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437730" y="7107923"/>
              <a:ext cx="1464970" cy="434289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2026500" y="7105205"/>
              <a:ext cx="1225829" cy="431380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3516439" y="7147787"/>
              <a:ext cx="823506" cy="332803"/>
            </a:xfrm>
            <a:prstGeom prst="rect">
              <a:avLst/>
            </a:prstGeom>
          </p:spPr>
        </p:pic>
        <p:sp>
          <p:nvSpPr>
            <p:cNvPr id="148" name="object 148"/>
            <p:cNvSpPr/>
            <p:nvPr/>
          </p:nvSpPr>
          <p:spPr>
            <a:xfrm>
              <a:off x="4876800" y="5486400"/>
              <a:ext cx="368300" cy="2159000"/>
            </a:xfrm>
            <a:custGeom>
              <a:avLst/>
              <a:gdLst/>
              <a:ahLst/>
              <a:cxnLst/>
              <a:rect l="l" t="t" r="r" b="b"/>
              <a:pathLst>
                <a:path w="368300" h="2159000">
                  <a:moveTo>
                    <a:pt x="368300" y="2159000"/>
                  </a:moveTo>
                  <a:lnTo>
                    <a:pt x="0" y="2159000"/>
                  </a:lnTo>
                  <a:lnTo>
                    <a:pt x="0" y="0"/>
                  </a:lnTo>
                  <a:lnTo>
                    <a:pt x="368300" y="0"/>
                  </a:lnTo>
                  <a:lnTo>
                    <a:pt x="368300" y="2159000"/>
                  </a:lnTo>
                  <a:close/>
                </a:path>
              </a:pathLst>
            </a:custGeom>
            <a:solidFill>
              <a:srgbClr val="A91A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9" name="object 149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4954930" y="5838403"/>
              <a:ext cx="174142" cy="1311833"/>
            </a:xfrm>
            <a:prstGeom prst="rect">
              <a:avLst/>
            </a:prstGeom>
          </p:spPr>
        </p:pic>
        <p:sp>
          <p:nvSpPr>
            <p:cNvPr id="150" name="object 150"/>
            <p:cNvSpPr/>
            <p:nvPr/>
          </p:nvSpPr>
          <p:spPr>
            <a:xfrm>
              <a:off x="0" y="6951434"/>
              <a:ext cx="368300" cy="694055"/>
            </a:xfrm>
            <a:custGeom>
              <a:avLst/>
              <a:gdLst/>
              <a:ahLst/>
              <a:cxnLst/>
              <a:rect l="l" t="t" r="r" b="b"/>
              <a:pathLst>
                <a:path w="368300" h="694054">
                  <a:moveTo>
                    <a:pt x="368300" y="693966"/>
                  </a:moveTo>
                  <a:lnTo>
                    <a:pt x="0" y="693966"/>
                  </a:lnTo>
                  <a:lnTo>
                    <a:pt x="0" y="0"/>
                  </a:lnTo>
                  <a:lnTo>
                    <a:pt x="368300" y="0"/>
                  </a:lnTo>
                  <a:lnTo>
                    <a:pt x="368300" y="693966"/>
                  </a:lnTo>
                  <a:close/>
                </a:path>
              </a:pathLst>
            </a:custGeom>
            <a:solidFill>
              <a:srgbClr val="A91A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56858" y="7001094"/>
              <a:ext cx="236854" cy="574040"/>
            </a:xfrm>
            <a:custGeom>
              <a:avLst/>
              <a:gdLst/>
              <a:ahLst/>
              <a:cxnLst/>
              <a:rect l="l" t="t" r="r" b="b"/>
              <a:pathLst>
                <a:path w="236854" h="574040">
                  <a:moveTo>
                    <a:pt x="6642" y="498106"/>
                  </a:moveTo>
                  <a:lnTo>
                    <a:pt x="6642" y="525246"/>
                  </a:lnTo>
                  <a:lnTo>
                    <a:pt x="108242" y="495681"/>
                  </a:lnTo>
                  <a:lnTo>
                    <a:pt x="108242" y="472059"/>
                  </a:lnTo>
                  <a:lnTo>
                    <a:pt x="73367" y="461701"/>
                  </a:lnTo>
                  <a:lnTo>
                    <a:pt x="73215" y="461656"/>
                  </a:lnTo>
                  <a:lnTo>
                    <a:pt x="73215" y="482777"/>
                  </a:lnTo>
                  <a:lnTo>
                    <a:pt x="6642" y="498106"/>
                  </a:lnTo>
                  <a:close/>
                </a:path>
                <a:path w="236854" h="574040">
                  <a:moveTo>
                    <a:pt x="46621" y="431804"/>
                  </a:moveTo>
                  <a:lnTo>
                    <a:pt x="46621" y="452958"/>
                  </a:lnTo>
                  <a:lnTo>
                    <a:pt x="108242" y="434657"/>
                  </a:lnTo>
                  <a:lnTo>
                    <a:pt x="108242" y="410997"/>
                  </a:lnTo>
                  <a:lnTo>
                    <a:pt x="73367" y="400862"/>
                  </a:lnTo>
                  <a:lnTo>
                    <a:pt x="73367" y="424789"/>
                  </a:lnTo>
                  <a:lnTo>
                    <a:pt x="46621" y="431804"/>
                  </a:lnTo>
                  <a:close/>
                </a:path>
                <a:path w="236854" h="574040">
                  <a:moveTo>
                    <a:pt x="6642" y="381469"/>
                  </a:moveTo>
                  <a:lnTo>
                    <a:pt x="6642" y="408559"/>
                  </a:lnTo>
                  <a:lnTo>
                    <a:pt x="73215" y="423903"/>
                  </a:lnTo>
                  <a:lnTo>
                    <a:pt x="73367" y="423938"/>
                  </a:lnTo>
                  <a:lnTo>
                    <a:pt x="73367" y="400862"/>
                  </a:lnTo>
                  <a:lnTo>
                    <a:pt x="6642" y="381469"/>
                  </a:lnTo>
                  <a:close/>
                </a:path>
                <a:path w="236854" h="574040">
                  <a:moveTo>
                    <a:pt x="6642" y="442290"/>
                  </a:moveTo>
                  <a:lnTo>
                    <a:pt x="6642" y="464426"/>
                  </a:lnTo>
                  <a:lnTo>
                    <a:pt x="73215" y="481939"/>
                  </a:lnTo>
                  <a:lnTo>
                    <a:pt x="73215" y="461656"/>
                  </a:lnTo>
                  <a:lnTo>
                    <a:pt x="46621" y="453758"/>
                  </a:lnTo>
                  <a:lnTo>
                    <a:pt x="46621" y="431804"/>
                  </a:lnTo>
                  <a:lnTo>
                    <a:pt x="6642" y="442290"/>
                  </a:lnTo>
                  <a:close/>
                </a:path>
                <a:path w="236854" h="574040">
                  <a:moveTo>
                    <a:pt x="6642" y="340880"/>
                  </a:moveTo>
                  <a:lnTo>
                    <a:pt x="6642" y="364350"/>
                  </a:lnTo>
                  <a:lnTo>
                    <a:pt x="108242" y="364350"/>
                  </a:lnTo>
                  <a:lnTo>
                    <a:pt x="108242" y="340080"/>
                  </a:lnTo>
                  <a:lnTo>
                    <a:pt x="61874" y="340055"/>
                  </a:lnTo>
                  <a:lnTo>
                    <a:pt x="59397" y="339509"/>
                  </a:lnTo>
                  <a:lnTo>
                    <a:pt x="55295" y="337362"/>
                  </a:lnTo>
                  <a:lnTo>
                    <a:pt x="53720" y="335851"/>
                  </a:lnTo>
                  <a:lnTo>
                    <a:pt x="51511" y="331978"/>
                  </a:lnTo>
                  <a:lnTo>
                    <a:pt x="50939" y="329730"/>
                  </a:lnTo>
                  <a:lnTo>
                    <a:pt x="50939" y="291287"/>
                  </a:lnTo>
                  <a:lnTo>
                    <a:pt x="48894" y="291731"/>
                  </a:lnTo>
                  <a:lnTo>
                    <a:pt x="46037" y="293206"/>
                  </a:lnTo>
                  <a:lnTo>
                    <a:pt x="46037" y="340880"/>
                  </a:lnTo>
                  <a:lnTo>
                    <a:pt x="6642" y="340880"/>
                  </a:lnTo>
                  <a:close/>
                </a:path>
                <a:path w="236854" h="574040">
                  <a:moveTo>
                    <a:pt x="50939" y="291287"/>
                  </a:moveTo>
                  <a:lnTo>
                    <a:pt x="50939" y="323278"/>
                  </a:lnTo>
                  <a:lnTo>
                    <a:pt x="52133" y="320255"/>
                  </a:lnTo>
                  <a:lnTo>
                    <a:pt x="56895" y="315963"/>
                  </a:lnTo>
                  <a:lnTo>
                    <a:pt x="60198" y="314896"/>
                  </a:lnTo>
                  <a:lnTo>
                    <a:pt x="108242" y="314934"/>
                  </a:lnTo>
                  <a:lnTo>
                    <a:pt x="108242" y="290677"/>
                  </a:lnTo>
                  <a:lnTo>
                    <a:pt x="53720" y="290683"/>
                  </a:lnTo>
                  <a:lnTo>
                    <a:pt x="51511" y="291163"/>
                  </a:lnTo>
                  <a:lnTo>
                    <a:pt x="50939" y="291287"/>
                  </a:lnTo>
                  <a:close/>
                </a:path>
                <a:path w="236854" h="574040">
                  <a:moveTo>
                    <a:pt x="31051" y="311810"/>
                  </a:moveTo>
                  <a:lnTo>
                    <a:pt x="31051" y="322859"/>
                  </a:lnTo>
                  <a:lnTo>
                    <a:pt x="32372" y="327672"/>
                  </a:lnTo>
                  <a:lnTo>
                    <a:pt x="37668" y="335508"/>
                  </a:lnTo>
                  <a:lnTo>
                    <a:pt x="41338" y="338315"/>
                  </a:lnTo>
                  <a:lnTo>
                    <a:pt x="46037" y="340029"/>
                  </a:lnTo>
                  <a:lnTo>
                    <a:pt x="46037" y="293206"/>
                  </a:lnTo>
                  <a:lnTo>
                    <a:pt x="40297" y="296125"/>
                  </a:lnTo>
                  <a:lnTo>
                    <a:pt x="36969" y="299212"/>
                  </a:lnTo>
                  <a:lnTo>
                    <a:pt x="32372" y="306936"/>
                  </a:lnTo>
                  <a:lnTo>
                    <a:pt x="32372" y="306653"/>
                  </a:lnTo>
                  <a:lnTo>
                    <a:pt x="31051" y="311810"/>
                  </a:lnTo>
                  <a:close/>
                </a:path>
                <a:path w="236854" h="574040">
                  <a:moveTo>
                    <a:pt x="116776" y="265963"/>
                  </a:moveTo>
                  <a:lnTo>
                    <a:pt x="134391" y="271322"/>
                  </a:lnTo>
                  <a:lnTo>
                    <a:pt x="135115" y="269468"/>
                  </a:lnTo>
                  <a:lnTo>
                    <a:pt x="135686" y="267258"/>
                  </a:lnTo>
                  <a:lnTo>
                    <a:pt x="136118" y="264680"/>
                  </a:lnTo>
                  <a:lnTo>
                    <a:pt x="136588" y="262102"/>
                  </a:lnTo>
                  <a:lnTo>
                    <a:pt x="136817" y="259346"/>
                  </a:lnTo>
                  <a:lnTo>
                    <a:pt x="136817" y="250621"/>
                  </a:lnTo>
                  <a:lnTo>
                    <a:pt x="135902" y="245732"/>
                  </a:lnTo>
                  <a:lnTo>
                    <a:pt x="132270" y="237756"/>
                  </a:lnTo>
                  <a:lnTo>
                    <a:pt x="129755" y="234492"/>
                  </a:lnTo>
                  <a:lnTo>
                    <a:pt x="126542" y="231978"/>
                  </a:lnTo>
                  <a:lnTo>
                    <a:pt x="123367" y="229438"/>
                  </a:lnTo>
                  <a:lnTo>
                    <a:pt x="119697" y="227469"/>
                  </a:lnTo>
                  <a:lnTo>
                    <a:pt x="118300" y="227005"/>
                  </a:lnTo>
                  <a:lnTo>
                    <a:pt x="118300" y="257568"/>
                  </a:lnTo>
                  <a:lnTo>
                    <a:pt x="118033" y="261429"/>
                  </a:lnTo>
                  <a:lnTo>
                    <a:pt x="117563" y="263588"/>
                  </a:lnTo>
                  <a:lnTo>
                    <a:pt x="116776" y="265963"/>
                  </a:lnTo>
                  <a:close/>
                </a:path>
                <a:path w="236854" h="574040">
                  <a:moveTo>
                    <a:pt x="32042" y="251980"/>
                  </a:moveTo>
                  <a:lnTo>
                    <a:pt x="32042" y="277380"/>
                  </a:lnTo>
                  <a:lnTo>
                    <a:pt x="111023" y="250291"/>
                  </a:lnTo>
                  <a:lnTo>
                    <a:pt x="115189" y="251993"/>
                  </a:lnTo>
                  <a:lnTo>
                    <a:pt x="116497" y="253085"/>
                  </a:lnTo>
                  <a:lnTo>
                    <a:pt x="117221" y="254508"/>
                  </a:lnTo>
                  <a:lnTo>
                    <a:pt x="118033" y="255984"/>
                  </a:lnTo>
                  <a:lnTo>
                    <a:pt x="118033" y="256160"/>
                  </a:lnTo>
                  <a:lnTo>
                    <a:pt x="118300" y="257568"/>
                  </a:lnTo>
                  <a:lnTo>
                    <a:pt x="118300" y="227005"/>
                  </a:lnTo>
                  <a:lnTo>
                    <a:pt x="115531" y="226085"/>
                  </a:lnTo>
                  <a:lnTo>
                    <a:pt x="86410" y="216065"/>
                  </a:lnTo>
                  <a:lnTo>
                    <a:pt x="86410" y="237934"/>
                  </a:lnTo>
                  <a:lnTo>
                    <a:pt x="32042" y="251980"/>
                  </a:lnTo>
                  <a:close/>
                </a:path>
                <a:path w="236854" h="574040">
                  <a:moveTo>
                    <a:pt x="32042" y="197358"/>
                  </a:moveTo>
                  <a:lnTo>
                    <a:pt x="32042" y="222910"/>
                  </a:lnTo>
                  <a:lnTo>
                    <a:pt x="86410" y="237147"/>
                  </a:lnTo>
                  <a:lnTo>
                    <a:pt x="86410" y="216065"/>
                  </a:lnTo>
                  <a:lnTo>
                    <a:pt x="32042" y="197358"/>
                  </a:lnTo>
                  <a:close/>
                </a:path>
                <a:path w="236854" h="574040">
                  <a:moveTo>
                    <a:pt x="32042" y="119811"/>
                  </a:moveTo>
                  <a:lnTo>
                    <a:pt x="32042" y="144068"/>
                  </a:lnTo>
                  <a:lnTo>
                    <a:pt x="108242" y="144068"/>
                  </a:lnTo>
                  <a:lnTo>
                    <a:pt x="108242" y="119811"/>
                  </a:lnTo>
                  <a:lnTo>
                    <a:pt x="32042" y="119811"/>
                  </a:lnTo>
                  <a:close/>
                </a:path>
                <a:path w="236854" h="574040">
                  <a:moveTo>
                    <a:pt x="0" y="128473"/>
                  </a:moveTo>
                  <a:lnTo>
                    <a:pt x="0" y="135318"/>
                  </a:lnTo>
                  <a:lnTo>
                    <a:pt x="1130" y="138252"/>
                  </a:lnTo>
                  <a:lnTo>
                    <a:pt x="5664" y="143141"/>
                  </a:lnTo>
                  <a:lnTo>
                    <a:pt x="8382" y="144373"/>
                  </a:lnTo>
                  <a:lnTo>
                    <a:pt x="14757" y="144373"/>
                  </a:lnTo>
                  <a:lnTo>
                    <a:pt x="17500" y="143141"/>
                  </a:lnTo>
                  <a:lnTo>
                    <a:pt x="19786" y="140703"/>
                  </a:lnTo>
                  <a:lnTo>
                    <a:pt x="22034" y="138252"/>
                  </a:lnTo>
                  <a:lnTo>
                    <a:pt x="23164" y="135318"/>
                  </a:lnTo>
                  <a:lnTo>
                    <a:pt x="23164" y="128473"/>
                  </a:lnTo>
                  <a:lnTo>
                    <a:pt x="22034" y="125552"/>
                  </a:lnTo>
                  <a:lnTo>
                    <a:pt x="17500" y="120688"/>
                  </a:lnTo>
                  <a:lnTo>
                    <a:pt x="14757" y="119468"/>
                  </a:lnTo>
                  <a:lnTo>
                    <a:pt x="8382" y="119468"/>
                  </a:lnTo>
                  <a:lnTo>
                    <a:pt x="5664" y="120688"/>
                  </a:lnTo>
                  <a:lnTo>
                    <a:pt x="3416" y="123139"/>
                  </a:lnTo>
                  <a:lnTo>
                    <a:pt x="1130" y="125552"/>
                  </a:lnTo>
                  <a:lnTo>
                    <a:pt x="0" y="128473"/>
                  </a:lnTo>
                  <a:close/>
                </a:path>
                <a:path w="236854" h="574040">
                  <a:moveTo>
                    <a:pt x="13792" y="68122"/>
                  </a:moveTo>
                  <a:lnTo>
                    <a:pt x="13792" y="92379"/>
                  </a:lnTo>
                  <a:lnTo>
                    <a:pt x="92113" y="92443"/>
                  </a:lnTo>
                  <a:lnTo>
                    <a:pt x="109600" y="71081"/>
                  </a:lnTo>
                  <a:lnTo>
                    <a:pt x="109207" y="62484"/>
                  </a:lnTo>
                  <a:lnTo>
                    <a:pt x="108940" y="60382"/>
                  </a:lnTo>
                  <a:lnTo>
                    <a:pt x="108940" y="60197"/>
                  </a:lnTo>
                  <a:lnTo>
                    <a:pt x="107899" y="55778"/>
                  </a:lnTo>
                  <a:lnTo>
                    <a:pt x="107480" y="54140"/>
                  </a:lnTo>
                  <a:lnTo>
                    <a:pt x="107149" y="52984"/>
                  </a:lnTo>
                  <a:lnTo>
                    <a:pt x="90297" y="56516"/>
                  </a:lnTo>
                  <a:lnTo>
                    <a:pt x="90297" y="64098"/>
                  </a:lnTo>
                  <a:lnTo>
                    <a:pt x="89446" y="66217"/>
                  </a:lnTo>
                  <a:lnTo>
                    <a:pt x="88798" y="66929"/>
                  </a:lnTo>
                  <a:lnTo>
                    <a:pt x="87896" y="67424"/>
                  </a:lnTo>
                  <a:lnTo>
                    <a:pt x="86982" y="67881"/>
                  </a:lnTo>
                  <a:lnTo>
                    <a:pt x="85763" y="68122"/>
                  </a:lnTo>
                  <a:lnTo>
                    <a:pt x="13792" y="68122"/>
                  </a:lnTo>
                  <a:close/>
                </a:path>
                <a:path w="236854" h="574040">
                  <a:moveTo>
                    <a:pt x="89941" y="56590"/>
                  </a:moveTo>
                  <a:lnTo>
                    <a:pt x="89941" y="57975"/>
                  </a:lnTo>
                  <a:lnTo>
                    <a:pt x="90297" y="60058"/>
                  </a:lnTo>
                  <a:lnTo>
                    <a:pt x="90297" y="56516"/>
                  </a:lnTo>
                  <a:lnTo>
                    <a:pt x="89941" y="56590"/>
                  </a:lnTo>
                  <a:close/>
                </a:path>
                <a:path w="236854" h="574040">
                  <a:moveTo>
                    <a:pt x="89636" y="56521"/>
                  </a:moveTo>
                  <a:lnTo>
                    <a:pt x="89941" y="56590"/>
                  </a:lnTo>
                  <a:lnTo>
                    <a:pt x="89941" y="57975"/>
                  </a:lnTo>
                  <a:lnTo>
                    <a:pt x="89636" y="56521"/>
                  </a:lnTo>
                  <a:close/>
                </a:path>
                <a:path w="236854" h="574040">
                  <a:moveTo>
                    <a:pt x="32042" y="92394"/>
                  </a:moveTo>
                  <a:lnTo>
                    <a:pt x="32042" y="102450"/>
                  </a:lnTo>
                  <a:lnTo>
                    <a:pt x="49898" y="102450"/>
                  </a:lnTo>
                  <a:lnTo>
                    <a:pt x="49898" y="92409"/>
                  </a:lnTo>
                  <a:lnTo>
                    <a:pt x="32042" y="92394"/>
                  </a:lnTo>
                  <a:close/>
                </a:path>
                <a:path w="236854" h="574040">
                  <a:moveTo>
                    <a:pt x="32042" y="54381"/>
                  </a:moveTo>
                  <a:lnTo>
                    <a:pt x="32042" y="68122"/>
                  </a:lnTo>
                  <a:lnTo>
                    <a:pt x="49898" y="68122"/>
                  </a:lnTo>
                  <a:lnTo>
                    <a:pt x="49898" y="54381"/>
                  </a:lnTo>
                  <a:lnTo>
                    <a:pt x="32042" y="54381"/>
                  </a:lnTo>
                  <a:close/>
                </a:path>
                <a:path w="236854" h="574040">
                  <a:moveTo>
                    <a:pt x="133642" y="543598"/>
                  </a:moveTo>
                  <a:lnTo>
                    <a:pt x="133642" y="574001"/>
                  </a:lnTo>
                  <a:lnTo>
                    <a:pt x="235242" y="574001"/>
                  </a:lnTo>
                  <a:lnTo>
                    <a:pt x="235242" y="550087"/>
                  </a:lnTo>
                  <a:lnTo>
                    <a:pt x="172491" y="550087"/>
                  </a:lnTo>
                  <a:lnTo>
                    <a:pt x="172491" y="527659"/>
                  </a:lnTo>
                  <a:lnTo>
                    <a:pt x="133642" y="543598"/>
                  </a:lnTo>
                  <a:close/>
                </a:path>
                <a:path w="236854" h="574040">
                  <a:moveTo>
                    <a:pt x="172834" y="460400"/>
                  </a:moveTo>
                  <a:lnTo>
                    <a:pt x="172834" y="484314"/>
                  </a:lnTo>
                  <a:lnTo>
                    <a:pt x="235242" y="484314"/>
                  </a:lnTo>
                  <a:lnTo>
                    <a:pt x="235242" y="460400"/>
                  </a:lnTo>
                  <a:lnTo>
                    <a:pt x="172834" y="460400"/>
                  </a:lnTo>
                  <a:close/>
                </a:path>
                <a:path w="236854" h="574040">
                  <a:moveTo>
                    <a:pt x="172491" y="527659"/>
                  </a:moveTo>
                  <a:lnTo>
                    <a:pt x="172491" y="549249"/>
                  </a:lnTo>
                  <a:lnTo>
                    <a:pt x="234594" y="524840"/>
                  </a:lnTo>
                  <a:lnTo>
                    <a:pt x="234594" y="509562"/>
                  </a:lnTo>
                  <a:lnTo>
                    <a:pt x="196545" y="494523"/>
                  </a:lnTo>
                  <a:lnTo>
                    <a:pt x="196545" y="517791"/>
                  </a:lnTo>
                  <a:lnTo>
                    <a:pt x="172491" y="527659"/>
                  </a:lnTo>
                  <a:close/>
                </a:path>
                <a:path w="236854" h="574040">
                  <a:moveTo>
                    <a:pt x="133642" y="460400"/>
                  </a:moveTo>
                  <a:lnTo>
                    <a:pt x="133642" y="490804"/>
                  </a:lnTo>
                  <a:lnTo>
                    <a:pt x="196545" y="516610"/>
                  </a:lnTo>
                  <a:lnTo>
                    <a:pt x="196545" y="494523"/>
                  </a:lnTo>
                  <a:lnTo>
                    <a:pt x="172834" y="485152"/>
                  </a:lnTo>
                  <a:lnTo>
                    <a:pt x="172834" y="460400"/>
                  </a:lnTo>
                  <a:lnTo>
                    <a:pt x="133642" y="460400"/>
                  </a:lnTo>
                  <a:close/>
                </a:path>
                <a:path w="236854" h="574040">
                  <a:moveTo>
                    <a:pt x="175209" y="372253"/>
                  </a:moveTo>
                  <a:lnTo>
                    <a:pt x="175209" y="402031"/>
                  </a:lnTo>
                  <a:lnTo>
                    <a:pt x="175907" y="399669"/>
                  </a:lnTo>
                  <a:lnTo>
                    <a:pt x="178689" y="396163"/>
                  </a:lnTo>
                  <a:lnTo>
                    <a:pt x="180657" y="395287"/>
                  </a:lnTo>
                  <a:lnTo>
                    <a:pt x="185000" y="395287"/>
                  </a:lnTo>
                  <a:lnTo>
                    <a:pt x="190576" y="417207"/>
                  </a:lnTo>
                  <a:lnTo>
                    <a:pt x="191223" y="420852"/>
                  </a:lnTo>
                  <a:lnTo>
                    <a:pt x="209880" y="441667"/>
                  </a:lnTo>
                  <a:lnTo>
                    <a:pt x="219138" y="441667"/>
                  </a:lnTo>
                  <a:lnTo>
                    <a:pt x="236537" y="421474"/>
                  </a:lnTo>
                  <a:lnTo>
                    <a:pt x="236537" y="413080"/>
                  </a:lnTo>
                  <a:lnTo>
                    <a:pt x="224624" y="394487"/>
                  </a:lnTo>
                  <a:lnTo>
                    <a:pt x="224624" y="371068"/>
                  </a:lnTo>
                  <a:lnTo>
                    <a:pt x="220662" y="371068"/>
                  </a:lnTo>
                  <a:lnTo>
                    <a:pt x="220662" y="411899"/>
                  </a:lnTo>
                  <a:lnTo>
                    <a:pt x="219989" y="414197"/>
                  </a:lnTo>
                  <a:lnTo>
                    <a:pt x="217347" y="417804"/>
                  </a:lnTo>
                  <a:lnTo>
                    <a:pt x="215430" y="418693"/>
                  </a:lnTo>
                  <a:lnTo>
                    <a:pt x="211264" y="418693"/>
                  </a:lnTo>
                  <a:lnTo>
                    <a:pt x="203238" y="403186"/>
                  </a:lnTo>
                  <a:lnTo>
                    <a:pt x="203009" y="401993"/>
                  </a:lnTo>
                  <a:lnTo>
                    <a:pt x="200914" y="395135"/>
                  </a:lnTo>
                  <a:lnTo>
                    <a:pt x="200914" y="371068"/>
                  </a:lnTo>
                  <a:lnTo>
                    <a:pt x="179412" y="371068"/>
                  </a:lnTo>
                  <a:lnTo>
                    <a:pt x="175907" y="371901"/>
                  </a:lnTo>
                  <a:lnTo>
                    <a:pt x="175209" y="372253"/>
                  </a:lnTo>
                  <a:close/>
                </a:path>
                <a:path w="236854" h="574040">
                  <a:moveTo>
                    <a:pt x="224624" y="371068"/>
                  </a:moveTo>
                  <a:lnTo>
                    <a:pt x="224624" y="393890"/>
                  </a:lnTo>
                  <a:lnTo>
                    <a:pt x="235242" y="393890"/>
                  </a:lnTo>
                  <a:lnTo>
                    <a:pt x="235242" y="371068"/>
                  </a:lnTo>
                  <a:lnTo>
                    <a:pt x="224624" y="371068"/>
                  </a:lnTo>
                  <a:close/>
                </a:path>
                <a:path w="236854" h="574040">
                  <a:moveTo>
                    <a:pt x="200914" y="371068"/>
                  </a:moveTo>
                  <a:lnTo>
                    <a:pt x="200914" y="395135"/>
                  </a:lnTo>
                  <a:lnTo>
                    <a:pt x="210642" y="395135"/>
                  </a:lnTo>
                  <a:lnTo>
                    <a:pt x="212813" y="395757"/>
                  </a:lnTo>
                  <a:lnTo>
                    <a:pt x="216560" y="398272"/>
                  </a:lnTo>
                  <a:lnTo>
                    <a:pt x="218008" y="399961"/>
                  </a:lnTo>
                  <a:lnTo>
                    <a:pt x="220129" y="404164"/>
                  </a:lnTo>
                  <a:lnTo>
                    <a:pt x="220662" y="406514"/>
                  </a:lnTo>
                  <a:lnTo>
                    <a:pt x="220662" y="371068"/>
                  </a:lnTo>
                  <a:lnTo>
                    <a:pt x="200914" y="371068"/>
                  </a:lnTo>
                  <a:close/>
                </a:path>
                <a:path w="236854" h="574040">
                  <a:moveTo>
                    <a:pt x="158051" y="399948"/>
                  </a:moveTo>
                  <a:lnTo>
                    <a:pt x="158051" y="411619"/>
                  </a:lnTo>
                  <a:lnTo>
                    <a:pt x="159105" y="417461"/>
                  </a:lnTo>
                  <a:lnTo>
                    <a:pt x="182257" y="438835"/>
                  </a:lnTo>
                  <a:lnTo>
                    <a:pt x="183057" y="416471"/>
                  </a:lnTo>
                  <a:lnTo>
                    <a:pt x="180657" y="415948"/>
                  </a:lnTo>
                  <a:lnTo>
                    <a:pt x="178689" y="414693"/>
                  </a:lnTo>
                  <a:lnTo>
                    <a:pt x="175907" y="410794"/>
                  </a:lnTo>
                  <a:lnTo>
                    <a:pt x="175209" y="408216"/>
                  </a:lnTo>
                  <a:lnTo>
                    <a:pt x="175209" y="372253"/>
                  </a:lnTo>
                  <a:lnTo>
                    <a:pt x="169545" y="375259"/>
                  </a:lnTo>
                  <a:lnTo>
                    <a:pt x="166890" y="377609"/>
                  </a:lnTo>
                  <a:lnTo>
                    <a:pt x="162560" y="383692"/>
                  </a:lnTo>
                  <a:lnTo>
                    <a:pt x="160909" y="387261"/>
                  </a:lnTo>
                  <a:lnTo>
                    <a:pt x="159791" y="391363"/>
                  </a:lnTo>
                  <a:lnTo>
                    <a:pt x="158623" y="395465"/>
                  </a:lnTo>
                  <a:lnTo>
                    <a:pt x="158051" y="399948"/>
                  </a:lnTo>
                  <a:close/>
                </a:path>
                <a:path w="236854" h="574040">
                  <a:moveTo>
                    <a:pt x="140792" y="319989"/>
                  </a:moveTo>
                  <a:lnTo>
                    <a:pt x="140792" y="344246"/>
                  </a:lnTo>
                  <a:lnTo>
                    <a:pt x="219113" y="344309"/>
                  </a:lnTo>
                  <a:lnTo>
                    <a:pt x="236601" y="322948"/>
                  </a:lnTo>
                  <a:lnTo>
                    <a:pt x="236207" y="314350"/>
                  </a:lnTo>
                  <a:lnTo>
                    <a:pt x="235940" y="312248"/>
                  </a:lnTo>
                  <a:lnTo>
                    <a:pt x="235940" y="312064"/>
                  </a:lnTo>
                  <a:lnTo>
                    <a:pt x="234899" y="307644"/>
                  </a:lnTo>
                  <a:lnTo>
                    <a:pt x="234480" y="306019"/>
                  </a:lnTo>
                  <a:lnTo>
                    <a:pt x="234149" y="304850"/>
                  </a:lnTo>
                  <a:lnTo>
                    <a:pt x="217297" y="308382"/>
                  </a:lnTo>
                  <a:lnTo>
                    <a:pt x="217297" y="315965"/>
                  </a:lnTo>
                  <a:lnTo>
                    <a:pt x="216446" y="318084"/>
                  </a:lnTo>
                  <a:lnTo>
                    <a:pt x="215798" y="318795"/>
                  </a:lnTo>
                  <a:lnTo>
                    <a:pt x="214896" y="319290"/>
                  </a:lnTo>
                  <a:lnTo>
                    <a:pt x="213982" y="319760"/>
                  </a:lnTo>
                  <a:lnTo>
                    <a:pt x="212763" y="319989"/>
                  </a:lnTo>
                  <a:lnTo>
                    <a:pt x="140792" y="319989"/>
                  </a:lnTo>
                  <a:close/>
                </a:path>
                <a:path w="236854" h="574040">
                  <a:moveTo>
                    <a:pt x="216941" y="308457"/>
                  </a:moveTo>
                  <a:lnTo>
                    <a:pt x="216941" y="309854"/>
                  </a:lnTo>
                  <a:lnTo>
                    <a:pt x="217297" y="311937"/>
                  </a:lnTo>
                  <a:lnTo>
                    <a:pt x="217297" y="308382"/>
                  </a:lnTo>
                  <a:lnTo>
                    <a:pt x="216941" y="308457"/>
                  </a:lnTo>
                  <a:close/>
                </a:path>
                <a:path w="236854" h="574040">
                  <a:moveTo>
                    <a:pt x="216636" y="308377"/>
                  </a:moveTo>
                  <a:lnTo>
                    <a:pt x="216941" y="308457"/>
                  </a:lnTo>
                  <a:lnTo>
                    <a:pt x="216941" y="309854"/>
                  </a:lnTo>
                  <a:lnTo>
                    <a:pt x="216636" y="308377"/>
                  </a:lnTo>
                  <a:close/>
                </a:path>
                <a:path w="236854" h="574040">
                  <a:moveTo>
                    <a:pt x="159042" y="344260"/>
                  </a:moveTo>
                  <a:lnTo>
                    <a:pt x="159042" y="354317"/>
                  </a:lnTo>
                  <a:lnTo>
                    <a:pt x="176898" y="354317"/>
                  </a:lnTo>
                  <a:lnTo>
                    <a:pt x="176898" y="344275"/>
                  </a:lnTo>
                  <a:lnTo>
                    <a:pt x="159042" y="344260"/>
                  </a:lnTo>
                  <a:close/>
                </a:path>
                <a:path w="236854" h="574040">
                  <a:moveTo>
                    <a:pt x="159042" y="306247"/>
                  </a:moveTo>
                  <a:lnTo>
                    <a:pt x="159042" y="319989"/>
                  </a:lnTo>
                  <a:lnTo>
                    <a:pt x="176898" y="319989"/>
                  </a:lnTo>
                  <a:lnTo>
                    <a:pt x="176898" y="306247"/>
                  </a:lnTo>
                  <a:lnTo>
                    <a:pt x="159042" y="306247"/>
                  </a:lnTo>
                  <a:close/>
                </a:path>
                <a:path w="236854" h="574040">
                  <a:moveTo>
                    <a:pt x="140792" y="257606"/>
                  </a:moveTo>
                  <a:lnTo>
                    <a:pt x="140792" y="281876"/>
                  </a:lnTo>
                  <a:lnTo>
                    <a:pt x="219113" y="281940"/>
                  </a:lnTo>
                  <a:lnTo>
                    <a:pt x="236601" y="260578"/>
                  </a:lnTo>
                  <a:lnTo>
                    <a:pt x="236207" y="251968"/>
                  </a:lnTo>
                  <a:lnTo>
                    <a:pt x="235940" y="249877"/>
                  </a:lnTo>
                  <a:lnTo>
                    <a:pt x="235940" y="249694"/>
                  </a:lnTo>
                  <a:lnTo>
                    <a:pt x="234899" y="245275"/>
                  </a:lnTo>
                  <a:lnTo>
                    <a:pt x="234480" y="243636"/>
                  </a:lnTo>
                  <a:lnTo>
                    <a:pt x="234149" y="242481"/>
                  </a:lnTo>
                  <a:lnTo>
                    <a:pt x="217297" y="246012"/>
                  </a:lnTo>
                  <a:lnTo>
                    <a:pt x="217297" y="253595"/>
                  </a:lnTo>
                  <a:lnTo>
                    <a:pt x="216446" y="255714"/>
                  </a:lnTo>
                  <a:lnTo>
                    <a:pt x="215798" y="256425"/>
                  </a:lnTo>
                  <a:lnTo>
                    <a:pt x="214896" y="256921"/>
                  </a:lnTo>
                  <a:lnTo>
                    <a:pt x="213982" y="257378"/>
                  </a:lnTo>
                  <a:lnTo>
                    <a:pt x="212763" y="257606"/>
                  </a:lnTo>
                  <a:lnTo>
                    <a:pt x="140792" y="257606"/>
                  </a:lnTo>
                  <a:close/>
                </a:path>
                <a:path w="236854" h="574040">
                  <a:moveTo>
                    <a:pt x="216941" y="246087"/>
                  </a:moveTo>
                  <a:lnTo>
                    <a:pt x="216941" y="247472"/>
                  </a:lnTo>
                  <a:lnTo>
                    <a:pt x="217297" y="249555"/>
                  </a:lnTo>
                  <a:lnTo>
                    <a:pt x="217297" y="246012"/>
                  </a:lnTo>
                  <a:lnTo>
                    <a:pt x="216941" y="246087"/>
                  </a:lnTo>
                  <a:close/>
                </a:path>
                <a:path w="236854" h="574040">
                  <a:moveTo>
                    <a:pt x="216636" y="246018"/>
                  </a:moveTo>
                  <a:lnTo>
                    <a:pt x="216941" y="246087"/>
                  </a:lnTo>
                  <a:lnTo>
                    <a:pt x="216941" y="247472"/>
                  </a:lnTo>
                  <a:lnTo>
                    <a:pt x="216636" y="246018"/>
                  </a:lnTo>
                  <a:close/>
                </a:path>
                <a:path w="236854" h="574040">
                  <a:moveTo>
                    <a:pt x="159042" y="281891"/>
                  </a:moveTo>
                  <a:lnTo>
                    <a:pt x="159042" y="291947"/>
                  </a:lnTo>
                  <a:lnTo>
                    <a:pt x="176898" y="291947"/>
                  </a:lnTo>
                  <a:lnTo>
                    <a:pt x="176898" y="281905"/>
                  </a:lnTo>
                  <a:lnTo>
                    <a:pt x="159042" y="281891"/>
                  </a:lnTo>
                  <a:close/>
                </a:path>
                <a:path w="236854" h="574040">
                  <a:moveTo>
                    <a:pt x="159042" y="243865"/>
                  </a:moveTo>
                  <a:lnTo>
                    <a:pt x="159042" y="257606"/>
                  </a:lnTo>
                  <a:lnTo>
                    <a:pt x="176898" y="257606"/>
                  </a:lnTo>
                  <a:lnTo>
                    <a:pt x="176898" y="243865"/>
                  </a:lnTo>
                  <a:lnTo>
                    <a:pt x="159042" y="243865"/>
                  </a:lnTo>
                  <a:close/>
                </a:path>
                <a:path w="236854" h="574040">
                  <a:moveTo>
                    <a:pt x="158051" y="185026"/>
                  </a:moveTo>
                  <a:lnTo>
                    <a:pt x="158051" y="198120"/>
                  </a:lnTo>
                  <a:lnTo>
                    <a:pt x="159702" y="204787"/>
                  </a:lnTo>
                  <a:lnTo>
                    <a:pt x="166281" y="216103"/>
                  </a:lnTo>
                  <a:lnTo>
                    <a:pt x="170878" y="220484"/>
                  </a:lnTo>
                  <a:lnTo>
                    <a:pt x="182689" y="226695"/>
                  </a:lnTo>
                  <a:lnTo>
                    <a:pt x="189572" y="228257"/>
                  </a:lnTo>
                  <a:lnTo>
                    <a:pt x="205536" y="228257"/>
                  </a:lnTo>
                  <a:lnTo>
                    <a:pt x="212026" y="226831"/>
                  </a:lnTo>
                  <a:lnTo>
                    <a:pt x="212534" y="226720"/>
                  </a:lnTo>
                  <a:lnTo>
                    <a:pt x="236677" y="197675"/>
                  </a:lnTo>
                  <a:lnTo>
                    <a:pt x="236677" y="183057"/>
                  </a:lnTo>
                  <a:lnTo>
                    <a:pt x="219163" y="155718"/>
                  </a:lnTo>
                  <a:lnTo>
                    <a:pt x="219163" y="192366"/>
                  </a:lnTo>
                  <a:lnTo>
                    <a:pt x="218528" y="195046"/>
                  </a:lnTo>
                  <a:lnTo>
                    <a:pt x="215938" y="199542"/>
                  </a:lnTo>
                  <a:lnTo>
                    <a:pt x="214147" y="201282"/>
                  </a:lnTo>
                  <a:lnTo>
                    <a:pt x="209473" y="203733"/>
                  </a:lnTo>
                  <a:lnTo>
                    <a:pt x="206756" y="204343"/>
                  </a:lnTo>
                  <a:lnTo>
                    <a:pt x="202996" y="204331"/>
                  </a:lnTo>
                  <a:lnTo>
                    <a:pt x="202996" y="219773"/>
                  </a:lnTo>
                  <a:lnTo>
                    <a:pt x="188912" y="219773"/>
                  </a:lnTo>
                  <a:lnTo>
                    <a:pt x="188912" y="204286"/>
                  </a:lnTo>
                  <a:lnTo>
                    <a:pt x="186321" y="204175"/>
                  </a:lnTo>
                  <a:lnTo>
                    <a:pt x="184353" y="203619"/>
                  </a:lnTo>
                  <a:lnTo>
                    <a:pt x="180225" y="201104"/>
                  </a:lnTo>
                  <a:lnTo>
                    <a:pt x="178587" y="199402"/>
                  </a:lnTo>
                  <a:lnTo>
                    <a:pt x="177393" y="197243"/>
                  </a:lnTo>
                  <a:lnTo>
                    <a:pt x="176174" y="195097"/>
                  </a:lnTo>
                  <a:lnTo>
                    <a:pt x="175564" y="192671"/>
                  </a:lnTo>
                  <a:lnTo>
                    <a:pt x="175564" y="158026"/>
                  </a:lnTo>
                  <a:lnTo>
                    <a:pt x="171373" y="160642"/>
                  </a:lnTo>
                  <a:lnTo>
                    <a:pt x="164769" y="167182"/>
                  </a:lnTo>
                  <a:lnTo>
                    <a:pt x="162267" y="171069"/>
                  </a:lnTo>
                  <a:lnTo>
                    <a:pt x="158889" y="180060"/>
                  </a:lnTo>
                  <a:lnTo>
                    <a:pt x="158051" y="185026"/>
                  </a:lnTo>
                  <a:close/>
                </a:path>
                <a:path w="236854" h="574040">
                  <a:moveTo>
                    <a:pt x="211378" y="176060"/>
                  </a:moveTo>
                  <a:lnTo>
                    <a:pt x="219163" y="187109"/>
                  </a:lnTo>
                  <a:lnTo>
                    <a:pt x="219163" y="155718"/>
                  </a:lnTo>
                  <a:lnTo>
                    <a:pt x="217017" y="154711"/>
                  </a:lnTo>
                  <a:lnTo>
                    <a:pt x="213067" y="153977"/>
                  </a:lnTo>
                  <a:lnTo>
                    <a:pt x="212534" y="153878"/>
                  </a:lnTo>
                  <a:lnTo>
                    <a:pt x="212026" y="153784"/>
                  </a:lnTo>
                  <a:lnTo>
                    <a:pt x="211378" y="176060"/>
                  </a:lnTo>
                  <a:close/>
                </a:path>
                <a:path w="236854" h="574040">
                  <a:moveTo>
                    <a:pt x="188912" y="204286"/>
                  </a:moveTo>
                  <a:lnTo>
                    <a:pt x="188912" y="219773"/>
                  </a:lnTo>
                  <a:lnTo>
                    <a:pt x="202996" y="219773"/>
                  </a:lnTo>
                  <a:lnTo>
                    <a:pt x="202996" y="204331"/>
                  </a:lnTo>
                  <a:lnTo>
                    <a:pt x="188912" y="204286"/>
                  </a:lnTo>
                  <a:close/>
                </a:path>
                <a:path w="236854" h="574040">
                  <a:moveTo>
                    <a:pt x="175564" y="158051"/>
                  </a:moveTo>
                  <a:lnTo>
                    <a:pt x="175564" y="187274"/>
                  </a:lnTo>
                  <a:lnTo>
                    <a:pt x="176174" y="184844"/>
                  </a:lnTo>
                  <a:lnTo>
                    <a:pt x="177393" y="182678"/>
                  </a:lnTo>
                  <a:lnTo>
                    <a:pt x="188912" y="176110"/>
                  </a:lnTo>
                  <a:lnTo>
                    <a:pt x="188912" y="204286"/>
                  </a:lnTo>
                  <a:lnTo>
                    <a:pt x="202996" y="204331"/>
                  </a:lnTo>
                  <a:lnTo>
                    <a:pt x="202996" y="153543"/>
                  </a:lnTo>
                  <a:lnTo>
                    <a:pt x="190690" y="153543"/>
                  </a:lnTo>
                  <a:lnTo>
                    <a:pt x="185153" y="154457"/>
                  </a:lnTo>
                  <a:lnTo>
                    <a:pt x="175564" y="158051"/>
                  </a:lnTo>
                  <a:close/>
                </a:path>
                <a:path w="236854" h="574040">
                  <a:moveTo>
                    <a:pt x="159042" y="110604"/>
                  </a:moveTo>
                  <a:lnTo>
                    <a:pt x="159042" y="134162"/>
                  </a:lnTo>
                  <a:lnTo>
                    <a:pt x="235242" y="134162"/>
                  </a:lnTo>
                  <a:lnTo>
                    <a:pt x="235242" y="109905"/>
                  </a:lnTo>
                  <a:lnTo>
                    <a:pt x="190830" y="109905"/>
                  </a:lnTo>
                  <a:lnTo>
                    <a:pt x="188175" y="109258"/>
                  </a:lnTo>
                  <a:lnTo>
                    <a:pt x="183642" y="106654"/>
                  </a:lnTo>
                  <a:lnTo>
                    <a:pt x="181876" y="104851"/>
                  </a:lnTo>
                  <a:lnTo>
                    <a:pt x="179336" y="100253"/>
                  </a:lnTo>
                  <a:lnTo>
                    <a:pt x="178803" y="98109"/>
                  </a:lnTo>
                  <a:lnTo>
                    <a:pt x="178803" y="85255"/>
                  </a:lnTo>
                  <a:lnTo>
                    <a:pt x="172935" y="85255"/>
                  </a:lnTo>
                  <a:lnTo>
                    <a:pt x="172935" y="110604"/>
                  </a:lnTo>
                  <a:lnTo>
                    <a:pt x="159042" y="110604"/>
                  </a:lnTo>
                  <a:close/>
                </a:path>
                <a:path w="236854" h="574040">
                  <a:moveTo>
                    <a:pt x="178803" y="85255"/>
                  </a:moveTo>
                  <a:lnTo>
                    <a:pt x="178803" y="91668"/>
                  </a:lnTo>
                  <a:lnTo>
                    <a:pt x="179336" y="87312"/>
                  </a:lnTo>
                  <a:lnTo>
                    <a:pt x="179336" y="87569"/>
                  </a:lnTo>
                  <a:lnTo>
                    <a:pt x="179578" y="86410"/>
                  </a:lnTo>
                  <a:lnTo>
                    <a:pt x="179971" y="85255"/>
                  </a:lnTo>
                  <a:lnTo>
                    <a:pt x="178803" y="85255"/>
                  </a:lnTo>
                  <a:close/>
                </a:path>
                <a:path w="236854" h="574040">
                  <a:moveTo>
                    <a:pt x="158076" y="89763"/>
                  </a:moveTo>
                  <a:lnTo>
                    <a:pt x="158076" y="96439"/>
                  </a:lnTo>
                  <a:lnTo>
                    <a:pt x="159245" y="99872"/>
                  </a:lnTo>
                  <a:lnTo>
                    <a:pt x="161721" y="103009"/>
                  </a:lnTo>
                  <a:lnTo>
                    <a:pt x="164172" y="106159"/>
                  </a:lnTo>
                  <a:lnTo>
                    <a:pt x="167906" y="108419"/>
                  </a:lnTo>
                  <a:lnTo>
                    <a:pt x="172935" y="109804"/>
                  </a:lnTo>
                  <a:lnTo>
                    <a:pt x="172935" y="85255"/>
                  </a:lnTo>
                  <a:lnTo>
                    <a:pt x="158889" y="85255"/>
                  </a:lnTo>
                  <a:lnTo>
                    <a:pt x="158597" y="86271"/>
                  </a:lnTo>
                  <a:lnTo>
                    <a:pt x="158381" y="87388"/>
                  </a:lnTo>
                  <a:lnTo>
                    <a:pt x="158254" y="88569"/>
                  </a:lnTo>
                  <a:lnTo>
                    <a:pt x="158076" y="89763"/>
                  </a:lnTo>
                  <a:close/>
                </a:path>
                <a:path w="236854" h="574040">
                  <a:moveTo>
                    <a:pt x="211328" y="47790"/>
                  </a:moveTo>
                  <a:lnTo>
                    <a:pt x="211924" y="71755"/>
                  </a:lnTo>
                  <a:lnTo>
                    <a:pt x="219138" y="70904"/>
                  </a:lnTo>
                  <a:lnTo>
                    <a:pt x="219468" y="70866"/>
                  </a:lnTo>
                  <a:lnTo>
                    <a:pt x="236677" y="35293"/>
                  </a:lnTo>
                  <a:lnTo>
                    <a:pt x="236677" y="28486"/>
                  </a:lnTo>
                  <a:lnTo>
                    <a:pt x="235623" y="22428"/>
                  </a:lnTo>
                  <a:lnTo>
                    <a:pt x="231355" y="11849"/>
                  </a:lnTo>
                  <a:lnTo>
                    <a:pt x="228346" y="7670"/>
                  </a:lnTo>
                  <a:lnTo>
                    <a:pt x="224472" y="4635"/>
                  </a:lnTo>
                  <a:lnTo>
                    <a:pt x="220611" y="1562"/>
                  </a:lnTo>
                  <a:lnTo>
                    <a:pt x="219862" y="1304"/>
                  </a:lnTo>
                  <a:lnTo>
                    <a:pt x="219862" y="38633"/>
                  </a:lnTo>
                  <a:lnTo>
                    <a:pt x="219138" y="41465"/>
                  </a:lnTo>
                  <a:lnTo>
                    <a:pt x="216230" y="45897"/>
                  </a:lnTo>
                  <a:lnTo>
                    <a:pt x="214109" y="47269"/>
                  </a:lnTo>
                  <a:lnTo>
                    <a:pt x="211924" y="47678"/>
                  </a:lnTo>
                  <a:lnTo>
                    <a:pt x="211328" y="47790"/>
                  </a:lnTo>
                  <a:close/>
                </a:path>
                <a:path w="236854" h="574040">
                  <a:moveTo>
                    <a:pt x="158051" y="25819"/>
                  </a:moveTo>
                  <a:lnTo>
                    <a:pt x="158051" y="43014"/>
                  </a:lnTo>
                  <a:lnTo>
                    <a:pt x="159004" y="48983"/>
                  </a:lnTo>
                  <a:lnTo>
                    <a:pt x="162839" y="59105"/>
                  </a:lnTo>
                  <a:lnTo>
                    <a:pt x="165620" y="63004"/>
                  </a:lnTo>
                  <a:lnTo>
                    <a:pt x="169265" y="65747"/>
                  </a:lnTo>
                  <a:lnTo>
                    <a:pt x="172872" y="68503"/>
                  </a:lnTo>
                  <a:lnTo>
                    <a:pt x="177215" y="69850"/>
                  </a:lnTo>
                  <a:lnTo>
                    <a:pt x="188125" y="69850"/>
                  </a:lnTo>
                  <a:lnTo>
                    <a:pt x="207505" y="30734"/>
                  </a:lnTo>
                  <a:lnTo>
                    <a:pt x="208343" y="28397"/>
                  </a:lnTo>
                  <a:lnTo>
                    <a:pt x="210426" y="25425"/>
                  </a:lnTo>
                  <a:lnTo>
                    <a:pt x="211328" y="24924"/>
                  </a:lnTo>
                  <a:lnTo>
                    <a:pt x="211924" y="24663"/>
                  </a:lnTo>
                  <a:lnTo>
                    <a:pt x="215430" y="24663"/>
                  </a:lnTo>
                  <a:lnTo>
                    <a:pt x="216966" y="25654"/>
                  </a:lnTo>
                  <a:lnTo>
                    <a:pt x="219278" y="29552"/>
                  </a:lnTo>
                  <a:lnTo>
                    <a:pt x="219862" y="32080"/>
                  </a:lnTo>
                  <a:lnTo>
                    <a:pt x="219862" y="1304"/>
                  </a:lnTo>
                  <a:lnTo>
                    <a:pt x="216230" y="56"/>
                  </a:lnTo>
                  <a:lnTo>
                    <a:pt x="205282" y="0"/>
                  </a:lnTo>
                  <a:lnTo>
                    <a:pt x="200812" y="1892"/>
                  </a:lnTo>
                  <a:lnTo>
                    <a:pt x="194068" y="9334"/>
                  </a:lnTo>
                  <a:lnTo>
                    <a:pt x="191655" y="14986"/>
                  </a:lnTo>
                  <a:lnTo>
                    <a:pt x="187413" y="37274"/>
                  </a:lnTo>
                  <a:lnTo>
                    <a:pt x="186753" y="40487"/>
                  </a:lnTo>
                  <a:lnTo>
                    <a:pt x="185877" y="42722"/>
                  </a:lnTo>
                  <a:lnTo>
                    <a:pt x="183692" y="45199"/>
                  </a:lnTo>
                  <a:lnTo>
                    <a:pt x="182410" y="45796"/>
                  </a:lnTo>
                  <a:lnTo>
                    <a:pt x="179006" y="45796"/>
                  </a:lnTo>
                  <a:lnTo>
                    <a:pt x="177482" y="44831"/>
                  </a:lnTo>
                  <a:lnTo>
                    <a:pt x="176453" y="43062"/>
                  </a:lnTo>
                  <a:lnTo>
                    <a:pt x="175234" y="40894"/>
                  </a:lnTo>
                  <a:lnTo>
                    <a:pt x="174764" y="38930"/>
                  </a:lnTo>
                  <a:lnTo>
                    <a:pt x="174764" y="2489"/>
                  </a:lnTo>
                  <a:lnTo>
                    <a:pt x="168846" y="5778"/>
                  </a:lnTo>
                  <a:lnTo>
                    <a:pt x="164553" y="11734"/>
                  </a:lnTo>
                  <a:lnTo>
                    <a:pt x="160210" y="17678"/>
                  </a:lnTo>
                  <a:lnTo>
                    <a:pt x="158051" y="25819"/>
                  </a:lnTo>
                  <a:close/>
                </a:path>
                <a:path w="236854" h="574040">
                  <a:moveTo>
                    <a:pt x="174764" y="2489"/>
                  </a:moveTo>
                  <a:lnTo>
                    <a:pt x="174764" y="33022"/>
                  </a:lnTo>
                  <a:lnTo>
                    <a:pt x="175031" y="31661"/>
                  </a:lnTo>
                  <a:lnTo>
                    <a:pt x="175755" y="30035"/>
                  </a:lnTo>
                  <a:lnTo>
                    <a:pt x="176453" y="28384"/>
                  </a:lnTo>
                  <a:lnTo>
                    <a:pt x="177215" y="27335"/>
                  </a:lnTo>
                  <a:lnTo>
                    <a:pt x="177482" y="26997"/>
                  </a:lnTo>
                  <a:lnTo>
                    <a:pt x="178689" y="26022"/>
                  </a:lnTo>
                  <a:lnTo>
                    <a:pt x="179908" y="24993"/>
                  </a:lnTo>
                  <a:lnTo>
                    <a:pt x="181317" y="24358"/>
                  </a:lnTo>
                  <a:lnTo>
                    <a:pt x="182410" y="24201"/>
                  </a:lnTo>
                  <a:lnTo>
                    <a:pt x="182905" y="24130"/>
                  </a:lnTo>
                  <a:lnTo>
                    <a:pt x="182410" y="5645"/>
                  </a:lnTo>
                  <a:lnTo>
                    <a:pt x="182410" y="1845"/>
                  </a:lnTo>
                  <a:lnTo>
                    <a:pt x="181317" y="1937"/>
                  </a:lnTo>
                  <a:lnTo>
                    <a:pt x="179908" y="2056"/>
                  </a:lnTo>
                  <a:lnTo>
                    <a:pt x="178689" y="2158"/>
                  </a:lnTo>
                  <a:lnTo>
                    <a:pt x="177215" y="2282"/>
                  </a:lnTo>
                  <a:lnTo>
                    <a:pt x="175755" y="2405"/>
                  </a:lnTo>
                  <a:lnTo>
                    <a:pt x="174764" y="24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1104900" y="4229102"/>
              <a:ext cx="3492500" cy="838835"/>
            </a:xfrm>
            <a:custGeom>
              <a:avLst/>
              <a:gdLst/>
              <a:ahLst/>
              <a:cxnLst/>
              <a:rect l="l" t="t" r="r" b="b"/>
              <a:pathLst>
                <a:path w="3492500" h="838835">
                  <a:moveTo>
                    <a:pt x="3097022" y="838517"/>
                  </a:moveTo>
                  <a:lnTo>
                    <a:pt x="395262" y="838517"/>
                  </a:lnTo>
                  <a:lnTo>
                    <a:pt x="331150" y="836688"/>
                  </a:lnTo>
                  <a:lnTo>
                    <a:pt x="270332" y="831392"/>
                  </a:lnTo>
                  <a:lnTo>
                    <a:pt x="213620" y="822917"/>
                  </a:lnTo>
                  <a:lnTo>
                    <a:pt x="161829" y="811550"/>
                  </a:lnTo>
                  <a:lnTo>
                    <a:pt x="115773" y="797580"/>
                  </a:lnTo>
                  <a:lnTo>
                    <a:pt x="76265" y="781294"/>
                  </a:lnTo>
                  <a:lnTo>
                    <a:pt x="20151" y="742924"/>
                  </a:lnTo>
                  <a:lnTo>
                    <a:pt x="0" y="698741"/>
                  </a:lnTo>
                  <a:lnTo>
                    <a:pt x="0" y="139700"/>
                  </a:lnTo>
                  <a:lnTo>
                    <a:pt x="20151" y="95554"/>
                  </a:lnTo>
                  <a:lnTo>
                    <a:pt x="76265" y="57206"/>
                  </a:lnTo>
                  <a:lnTo>
                    <a:pt x="115773" y="40927"/>
                  </a:lnTo>
                  <a:lnTo>
                    <a:pt x="161829" y="26961"/>
                  </a:lnTo>
                  <a:lnTo>
                    <a:pt x="213620" y="15598"/>
                  </a:lnTo>
                  <a:lnTo>
                    <a:pt x="270332" y="7124"/>
                  </a:lnTo>
                  <a:lnTo>
                    <a:pt x="331150" y="1829"/>
                  </a:lnTo>
                  <a:lnTo>
                    <a:pt x="395262" y="0"/>
                  </a:lnTo>
                  <a:lnTo>
                    <a:pt x="3097022" y="0"/>
                  </a:lnTo>
                  <a:lnTo>
                    <a:pt x="3161145" y="1829"/>
                  </a:lnTo>
                  <a:lnTo>
                    <a:pt x="3221983" y="7124"/>
                  </a:lnTo>
                  <a:lnTo>
                    <a:pt x="3278721" y="15598"/>
                  </a:lnTo>
                  <a:lnTo>
                    <a:pt x="3330541" y="26961"/>
                  </a:lnTo>
                  <a:lnTo>
                    <a:pt x="3376628" y="40927"/>
                  </a:lnTo>
                  <a:lnTo>
                    <a:pt x="3416165" y="57206"/>
                  </a:lnTo>
                  <a:lnTo>
                    <a:pt x="3472328" y="95554"/>
                  </a:lnTo>
                  <a:lnTo>
                    <a:pt x="3492500" y="139700"/>
                  </a:lnTo>
                  <a:lnTo>
                    <a:pt x="3492500" y="698741"/>
                  </a:lnTo>
                  <a:lnTo>
                    <a:pt x="3472328" y="742924"/>
                  </a:lnTo>
                  <a:lnTo>
                    <a:pt x="3416165" y="781294"/>
                  </a:lnTo>
                  <a:lnTo>
                    <a:pt x="3376628" y="797580"/>
                  </a:lnTo>
                  <a:lnTo>
                    <a:pt x="3330541" y="811550"/>
                  </a:lnTo>
                  <a:lnTo>
                    <a:pt x="3278721" y="822917"/>
                  </a:lnTo>
                  <a:lnTo>
                    <a:pt x="3221983" y="831392"/>
                  </a:lnTo>
                  <a:lnTo>
                    <a:pt x="3161145" y="836688"/>
                  </a:lnTo>
                  <a:lnTo>
                    <a:pt x="3097022" y="838517"/>
                  </a:lnTo>
                  <a:close/>
                </a:path>
              </a:pathLst>
            </a:custGeom>
            <a:solidFill>
              <a:srgbClr val="FFE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1099820" y="4211319"/>
              <a:ext cx="3502660" cy="868044"/>
            </a:xfrm>
            <a:custGeom>
              <a:avLst/>
              <a:gdLst/>
              <a:ahLst/>
              <a:cxnLst/>
              <a:rect l="l" t="t" r="r" b="b"/>
              <a:pathLst>
                <a:path w="3502660" h="868045">
                  <a:moveTo>
                    <a:pt x="63055" y="79375"/>
                  </a:moveTo>
                  <a:lnTo>
                    <a:pt x="57772" y="70688"/>
                  </a:lnTo>
                  <a:lnTo>
                    <a:pt x="47866" y="77063"/>
                  </a:lnTo>
                  <a:lnTo>
                    <a:pt x="38798" y="83667"/>
                  </a:lnTo>
                  <a:lnTo>
                    <a:pt x="30568" y="90487"/>
                  </a:lnTo>
                  <a:lnTo>
                    <a:pt x="23253" y="97510"/>
                  </a:lnTo>
                  <a:lnTo>
                    <a:pt x="30581" y="104559"/>
                  </a:lnTo>
                  <a:lnTo>
                    <a:pt x="37338" y="98069"/>
                  </a:lnTo>
                  <a:lnTo>
                    <a:pt x="45021" y="91694"/>
                  </a:lnTo>
                  <a:lnTo>
                    <a:pt x="53594" y="85458"/>
                  </a:lnTo>
                  <a:lnTo>
                    <a:pt x="63055" y="79375"/>
                  </a:lnTo>
                  <a:close/>
                </a:path>
                <a:path w="3502660" h="868045">
                  <a:moveTo>
                    <a:pt x="129654" y="818616"/>
                  </a:moveTo>
                  <a:lnTo>
                    <a:pt x="119291" y="814920"/>
                  </a:lnTo>
                  <a:lnTo>
                    <a:pt x="109334" y="811098"/>
                  </a:lnTo>
                  <a:lnTo>
                    <a:pt x="99783" y="807148"/>
                  </a:lnTo>
                  <a:lnTo>
                    <a:pt x="90665" y="803071"/>
                  </a:lnTo>
                  <a:lnTo>
                    <a:pt x="86385" y="812279"/>
                  </a:lnTo>
                  <a:lnTo>
                    <a:pt x="95770" y="816483"/>
                  </a:lnTo>
                  <a:lnTo>
                    <a:pt x="105575" y="820534"/>
                  </a:lnTo>
                  <a:lnTo>
                    <a:pt x="115760" y="824445"/>
                  </a:lnTo>
                  <a:lnTo>
                    <a:pt x="126339" y="828217"/>
                  </a:lnTo>
                  <a:lnTo>
                    <a:pt x="129654" y="818616"/>
                  </a:lnTo>
                  <a:close/>
                </a:path>
                <a:path w="3502660" h="868045">
                  <a:moveTo>
                    <a:pt x="129679" y="49225"/>
                  </a:moveTo>
                  <a:lnTo>
                    <a:pt x="126377" y="39611"/>
                  </a:lnTo>
                  <a:lnTo>
                    <a:pt x="115798" y="43395"/>
                  </a:lnTo>
                  <a:lnTo>
                    <a:pt x="105600" y="47307"/>
                  </a:lnTo>
                  <a:lnTo>
                    <a:pt x="95808" y="51358"/>
                  </a:lnTo>
                  <a:lnTo>
                    <a:pt x="86423" y="55537"/>
                  </a:lnTo>
                  <a:lnTo>
                    <a:pt x="90690" y="64757"/>
                  </a:lnTo>
                  <a:lnTo>
                    <a:pt x="99822" y="60680"/>
                  </a:lnTo>
                  <a:lnTo>
                    <a:pt x="109372" y="56730"/>
                  </a:lnTo>
                  <a:lnTo>
                    <a:pt x="119329" y="52920"/>
                  </a:lnTo>
                  <a:lnTo>
                    <a:pt x="129679" y="49225"/>
                  </a:lnTo>
                  <a:close/>
                </a:path>
                <a:path w="3502660" h="868045">
                  <a:moveTo>
                    <a:pt x="200787" y="838047"/>
                  </a:moveTo>
                  <a:lnTo>
                    <a:pt x="190182" y="835710"/>
                  </a:lnTo>
                  <a:lnTo>
                    <a:pt x="179819" y="833247"/>
                  </a:lnTo>
                  <a:lnTo>
                    <a:pt x="169697" y="830668"/>
                  </a:lnTo>
                  <a:lnTo>
                    <a:pt x="159816" y="827989"/>
                  </a:lnTo>
                  <a:lnTo>
                    <a:pt x="157073" y="837768"/>
                  </a:lnTo>
                  <a:lnTo>
                    <a:pt x="167119" y="840498"/>
                  </a:lnTo>
                  <a:lnTo>
                    <a:pt x="177406" y="843114"/>
                  </a:lnTo>
                  <a:lnTo>
                    <a:pt x="187921" y="845604"/>
                  </a:lnTo>
                  <a:lnTo>
                    <a:pt x="198666" y="847979"/>
                  </a:lnTo>
                  <a:lnTo>
                    <a:pt x="200787" y="838047"/>
                  </a:lnTo>
                  <a:close/>
                </a:path>
                <a:path w="3502660" h="868045">
                  <a:moveTo>
                    <a:pt x="200812" y="29806"/>
                  </a:moveTo>
                  <a:lnTo>
                    <a:pt x="198691" y="19862"/>
                  </a:lnTo>
                  <a:lnTo>
                    <a:pt x="187947" y="22237"/>
                  </a:lnTo>
                  <a:lnTo>
                    <a:pt x="177431" y="24739"/>
                  </a:lnTo>
                  <a:lnTo>
                    <a:pt x="167144" y="27355"/>
                  </a:lnTo>
                  <a:lnTo>
                    <a:pt x="157099" y="30073"/>
                  </a:lnTo>
                  <a:lnTo>
                    <a:pt x="159842" y="39852"/>
                  </a:lnTo>
                  <a:lnTo>
                    <a:pt x="169722" y="37172"/>
                  </a:lnTo>
                  <a:lnTo>
                    <a:pt x="179844" y="34607"/>
                  </a:lnTo>
                  <a:lnTo>
                    <a:pt x="190207" y="32143"/>
                  </a:lnTo>
                  <a:lnTo>
                    <a:pt x="200812" y="29806"/>
                  </a:lnTo>
                  <a:close/>
                </a:path>
                <a:path w="3502660" h="868045">
                  <a:moveTo>
                    <a:pt x="273697" y="850163"/>
                  </a:moveTo>
                  <a:lnTo>
                    <a:pt x="263029" y="848791"/>
                  </a:lnTo>
                  <a:lnTo>
                    <a:pt x="252501" y="847305"/>
                  </a:lnTo>
                  <a:lnTo>
                    <a:pt x="242125" y="845718"/>
                  </a:lnTo>
                  <a:lnTo>
                    <a:pt x="231914" y="844029"/>
                  </a:lnTo>
                  <a:lnTo>
                    <a:pt x="230200" y="854036"/>
                  </a:lnTo>
                  <a:lnTo>
                    <a:pt x="240538" y="855751"/>
                  </a:lnTo>
                  <a:lnTo>
                    <a:pt x="251028" y="857364"/>
                  </a:lnTo>
                  <a:lnTo>
                    <a:pt x="261670" y="858862"/>
                  </a:lnTo>
                  <a:lnTo>
                    <a:pt x="272465" y="860247"/>
                  </a:lnTo>
                  <a:lnTo>
                    <a:pt x="273697" y="850163"/>
                  </a:lnTo>
                  <a:close/>
                </a:path>
                <a:path w="3502660" h="868045">
                  <a:moveTo>
                    <a:pt x="273723" y="17691"/>
                  </a:moveTo>
                  <a:lnTo>
                    <a:pt x="272478" y="7607"/>
                  </a:lnTo>
                  <a:lnTo>
                    <a:pt x="261683" y="9004"/>
                  </a:lnTo>
                  <a:lnTo>
                    <a:pt x="251040" y="10502"/>
                  </a:lnTo>
                  <a:lnTo>
                    <a:pt x="240550" y="12103"/>
                  </a:lnTo>
                  <a:lnTo>
                    <a:pt x="230212" y="13817"/>
                  </a:lnTo>
                  <a:lnTo>
                    <a:pt x="231940" y="23825"/>
                  </a:lnTo>
                  <a:lnTo>
                    <a:pt x="242150" y="22136"/>
                  </a:lnTo>
                  <a:lnTo>
                    <a:pt x="252526" y="20548"/>
                  </a:lnTo>
                  <a:lnTo>
                    <a:pt x="263042" y="19075"/>
                  </a:lnTo>
                  <a:lnTo>
                    <a:pt x="273723" y="17691"/>
                  </a:lnTo>
                  <a:close/>
                </a:path>
                <a:path w="3502660" h="868045">
                  <a:moveTo>
                    <a:pt x="347446" y="856424"/>
                  </a:moveTo>
                  <a:lnTo>
                    <a:pt x="336740" y="855853"/>
                  </a:lnTo>
                  <a:lnTo>
                    <a:pt x="326148" y="855167"/>
                  </a:lnTo>
                  <a:lnTo>
                    <a:pt x="315645" y="854392"/>
                  </a:lnTo>
                  <a:lnTo>
                    <a:pt x="305257" y="853516"/>
                  </a:lnTo>
                  <a:lnTo>
                    <a:pt x="305168" y="854392"/>
                  </a:lnTo>
                  <a:lnTo>
                    <a:pt x="305104" y="855167"/>
                  </a:lnTo>
                  <a:lnTo>
                    <a:pt x="304990" y="856424"/>
                  </a:lnTo>
                  <a:lnTo>
                    <a:pt x="304355" y="863625"/>
                  </a:lnTo>
                  <a:lnTo>
                    <a:pt x="314845" y="864514"/>
                  </a:lnTo>
                  <a:lnTo>
                    <a:pt x="325450" y="865301"/>
                  </a:lnTo>
                  <a:lnTo>
                    <a:pt x="346951" y="866571"/>
                  </a:lnTo>
                  <a:lnTo>
                    <a:pt x="346976" y="865987"/>
                  </a:lnTo>
                  <a:lnTo>
                    <a:pt x="347091" y="863625"/>
                  </a:lnTo>
                  <a:lnTo>
                    <a:pt x="347446" y="856424"/>
                  </a:lnTo>
                  <a:close/>
                </a:path>
                <a:path w="3502660" h="868045">
                  <a:moveTo>
                    <a:pt x="347446" y="11442"/>
                  </a:moveTo>
                  <a:lnTo>
                    <a:pt x="346964" y="1295"/>
                  </a:lnTo>
                  <a:lnTo>
                    <a:pt x="336156" y="1879"/>
                  </a:lnTo>
                  <a:lnTo>
                    <a:pt x="325450" y="2552"/>
                  </a:lnTo>
                  <a:lnTo>
                    <a:pt x="314858" y="3340"/>
                  </a:lnTo>
                  <a:lnTo>
                    <a:pt x="304368" y="4229"/>
                  </a:lnTo>
                  <a:lnTo>
                    <a:pt x="305269" y="14351"/>
                  </a:lnTo>
                  <a:lnTo>
                    <a:pt x="315658" y="13474"/>
                  </a:lnTo>
                  <a:lnTo>
                    <a:pt x="326161" y="12700"/>
                  </a:lnTo>
                  <a:lnTo>
                    <a:pt x="336753" y="12014"/>
                  </a:lnTo>
                  <a:lnTo>
                    <a:pt x="347446" y="11442"/>
                  </a:lnTo>
                  <a:close/>
                </a:path>
                <a:path w="3502660" h="868045">
                  <a:moveTo>
                    <a:pt x="420662" y="857631"/>
                  </a:moveTo>
                  <a:lnTo>
                    <a:pt x="400342" y="857631"/>
                  </a:lnTo>
                  <a:lnTo>
                    <a:pt x="386194" y="857631"/>
                  </a:lnTo>
                  <a:lnTo>
                    <a:pt x="379183" y="857491"/>
                  </a:lnTo>
                  <a:lnTo>
                    <a:pt x="379069" y="862774"/>
                  </a:lnTo>
                  <a:lnTo>
                    <a:pt x="378993" y="867651"/>
                  </a:lnTo>
                  <a:lnTo>
                    <a:pt x="386054" y="867791"/>
                  </a:lnTo>
                  <a:lnTo>
                    <a:pt x="400342" y="867791"/>
                  </a:lnTo>
                  <a:lnTo>
                    <a:pt x="420662" y="867791"/>
                  </a:lnTo>
                  <a:lnTo>
                    <a:pt x="420662" y="857631"/>
                  </a:lnTo>
                  <a:close/>
                </a:path>
                <a:path w="3502660" h="868045">
                  <a:moveTo>
                    <a:pt x="420662" y="0"/>
                  </a:moveTo>
                  <a:lnTo>
                    <a:pt x="400342" y="0"/>
                  </a:lnTo>
                  <a:lnTo>
                    <a:pt x="390283" y="0"/>
                  </a:lnTo>
                  <a:lnTo>
                    <a:pt x="378993" y="203"/>
                  </a:lnTo>
                  <a:lnTo>
                    <a:pt x="379082" y="5283"/>
                  </a:lnTo>
                  <a:lnTo>
                    <a:pt x="379171" y="10160"/>
                  </a:lnTo>
                  <a:lnTo>
                    <a:pt x="400342" y="10160"/>
                  </a:lnTo>
                  <a:lnTo>
                    <a:pt x="420662" y="10160"/>
                  </a:lnTo>
                  <a:lnTo>
                    <a:pt x="420662" y="0"/>
                  </a:lnTo>
                  <a:close/>
                </a:path>
                <a:path w="3502660" h="868045">
                  <a:moveTo>
                    <a:pt x="491756" y="857694"/>
                  </a:moveTo>
                  <a:lnTo>
                    <a:pt x="451129" y="857694"/>
                  </a:lnTo>
                  <a:lnTo>
                    <a:pt x="451129" y="867854"/>
                  </a:lnTo>
                  <a:lnTo>
                    <a:pt x="491756" y="867854"/>
                  </a:lnTo>
                  <a:lnTo>
                    <a:pt x="491756" y="857694"/>
                  </a:lnTo>
                  <a:close/>
                </a:path>
                <a:path w="3502660" h="868045">
                  <a:moveTo>
                    <a:pt x="491756" y="0"/>
                  </a:moveTo>
                  <a:lnTo>
                    <a:pt x="451129" y="0"/>
                  </a:lnTo>
                  <a:lnTo>
                    <a:pt x="451129" y="10160"/>
                  </a:lnTo>
                  <a:lnTo>
                    <a:pt x="491756" y="10160"/>
                  </a:lnTo>
                  <a:lnTo>
                    <a:pt x="491756" y="0"/>
                  </a:lnTo>
                  <a:close/>
                </a:path>
                <a:path w="3502660" h="868045">
                  <a:moveTo>
                    <a:pt x="562851" y="857694"/>
                  </a:moveTo>
                  <a:lnTo>
                    <a:pt x="522224" y="857694"/>
                  </a:lnTo>
                  <a:lnTo>
                    <a:pt x="522224" y="867854"/>
                  </a:lnTo>
                  <a:lnTo>
                    <a:pt x="562851" y="867854"/>
                  </a:lnTo>
                  <a:lnTo>
                    <a:pt x="562851" y="857694"/>
                  </a:lnTo>
                  <a:close/>
                </a:path>
                <a:path w="3502660" h="868045">
                  <a:moveTo>
                    <a:pt x="562851" y="0"/>
                  </a:moveTo>
                  <a:lnTo>
                    <a:pt x="522224" y="0"/>
                  </a:lnTo>
                  <a:lnTo>
                    <a:pt x="522224" y="10160"/>
                  </a:lnTo>
                  <a:lnTo>
                    <a:pt x="562851" y="10160"/>
                  </a:lnTo>
                  <a:lnTo>
                    <a:pt x="562851" y="0"/>
                  </a:lnTo>
                  <a:close/>
                </a:path>
                <a:path w="3502660" h="868045">
                  <a:moveTo>
                    <a:pt x="633958" y="857694"/>
                  </a:moveTo>
                  <a:lnTo>
                    <a:pt x="593331" y="857694"/>
                  </a:lnTo>
                  <a:lnTo>
                    <a:pt x="593331" y="867854"/>
                  </a:lnTo>
                  <a:lnTo>
                    <a:pt x="633958" y="867854"/>
                  </a:lnTo>
                  <a:lnTo>
                    <a:pt x="633958" y="857694"/>
                  </a:lnTo>
                  <a:close/>
                </a:path>
                <a:path w="3502660" h="868045">
                  <a:moveTo>
                    <a:pt x="633958" y="0"/>
                  </a:moveTo>
                  <a:lnTo>
                    <a:pt x="593318" y="0"/>
                  </a:lnTo>
                  <a:lnTo>
                    <a:pt x="593318" y="10160"/>
                  </a:lnTo>
                  <a:lnTo>
                    <a:pt x="633958" y="10160"/>
                  </a:lnTo>
                  <a:lnTo>
                    <a:pt x="633958" y="0"/>
                  </a:lnTo>
                  <a:close/>
                </a:path>
                <a:path w="3502660" h="868045">
                  <a:moveTo>
                    <a:pt x="705053" y="857694"/>
                  </a:moveTo>
                  <a:lnTo>
                    <a:pt x="664425" y="857694"/>
                  </a:lnTo>
                  <a:lnTo>
                    <a:pt x="664425" y="867854"/>
                  </a:lnTo>
                  <a:lnTo>
                    <a:pt x="705053" y="867854"/>
                  </a:lnTo>
                  <a:lnTo>
                    <a:pt x="705053" y="857694"/>
                  </a:lnTo>
                  <a:close/>
                </a:path>
                <a:path w="3502660" h="868045">
                  <a:moveTo>
                    <a:pt x="705053" y="0"/>
                  </a:moveTo>
                  <a:lnTo>
                    <a:pt x="664425" y="0"/>
                  </a:lnTo>
                  <a:lnTo>
                    <a:pt x="664425" y="10160"/>
                  </a:lnTo>
                  <a:lnTo>
                    <a:pt x="705053" y="10160"/>
                  </a:lnTo>
                  <a:lnTo>
                    <a:pt x="705053" y="0"/>
                  </a:lnTo>
                  <a:close/>
                </a:path>
                <a:path w="3502660" h="868045">
                  <a:moveTo>
                    <a:pt x="776147" y="857694"/>
                  </a:moveTo>
                  <a:lnTo>
                    <a:pt x="735520" y="857694"/>
                  </a:lnTo>
                  <a:lnTo>
                    <a:pt x="735520" y="867854"/>
                  </a:lnTo>
                  <a:lnTo>
                    <a:pt x="776147" y="867854"/>
                  </a:lnTo>
                  <a:lnTo>
                    <a:pt x="776147" y="857694"/>
                  </a:lnTo>
                  <a:close/>
                </a:path>
                <a:path w="3502660" h="868045">
                  <a:moveTo>
                    <a:pt x="776147" y="0"/>
                  </a:moveTo>
                  <a:lnTo>
                    <a:pt x="735520" y="0"/>
                  </a:lnTo>
                  <a:lnTo>
                    <a:pt x="735520" y="10160"/>
                  </a:lnTo>
                  <a:lnTo>
                    <a:pt x="776147" y="10160"/>
                  </a:lnTo>
                  <a:lnTo>
                    <a:pt x="776147" y="0"/>
                  </a:lnTo>
                  <a:close/>
                </a:path>
                <a:path w="3502660" h="868045">
                  <a:moveTo>
                    <a:pt x="847255" y="857694"/>
                  </a:moveTo>
                  <a:lnTo>
                    <a:pt x="806627" y="857694"/>
                  </a:lnTo>
                  <a:lnTo>
                    <a:pt x="806627" y="867854"/>
                  </a:lnTo>
                  <a:lnTo>
                    <a:pt x="847255" y="867854"/>
                  </a:lnTo>
                  <a:lnTo>
                    <a:pt x="847255" y="857694"/>
                  </a:lnTo>
                  <a:close/>
                </a:path>
                <a:path w="3502660" h="868045">
                  <a:moveTo>
                    <a:pt x="847255" y="0"/>
                  </a:moveTo>
                  <a:lnTo>
                    <a:pt x="806627" y="0"/>
                  </a:lnTo>
                  <a:lnTo>
                    <a:pt x="806627" y="10160"/>
                  </a:lnTo>
                  <a:lnTo>
                    <a:pt x="847255" y="10160"/>
                  </a:lnTo>
                  <a:lnTo>
                    <a:pt x="847255" y="0"/>
                  </a:lnTo>
                  <a:close/>
                </a:path>
                <a:path w="3502660" h="868045">
                  <a:moveTo>
                    <a:pt x="918349" y="857694"/>
                  </a:moveTo>
                  <a:lnTo>
                    <a:pt x="877722" y="857694"/>
                  </a:lnTo>
                  <a:lnTo>
                    <a:pt x="877722" y="867854"/>
                  </a:lnTo>
                  <a:lnTo>
                    <a:pt x="918349" y="867854"/>
                  </a:lnTo>
                  <a:lnTo>
                    <a:pt x="918349" y="857694"/>
                  </a:lnTo>
                  <a:close/>
                </a:path>
                <a:path w="3502660" h="868045">
                  <a:moveTo>
                    <a:pt x="918349" y="0"/>
                  </a:moveTo>
                  <a:lnTo>
                    <a:pt x="877722" y="0"/>
                  </a:lnTo>
                  <a:lnTo>
                    <a:pt x="877722" y="10160"/>
                  </a:lnTo>
                  <a:lnTo>
                    <a:pt x="918349" y="10160"/>
                  </a:lnTo>
                  <a:lnTo>
                    <a:pt x="918349" y="0"/>
                  </a:lnTo>
                  <a:close/>
                </a:path>
                <a:path w="3502660" h="868045">
                  <a:moveTo>
                    <a:pt x="989444" y="857694"/>
                  </a:moveTo>
                  <a:lnTo>
                    <a:pt x="948817" y="857694"/>
                  </a:lnTo>
                  <a:lnTo>
                    <a:pt x="948817" y="867854"/>
                  </a:lnTo>
                  <a:lnTo>
                    <a:pt x="989444" y="867854"/>
                  </a:lnTo>
                  <a:lnTo>
                    <a:pt x="989444" y="857694"/>
                  </a:lnTo>
                  <a:close/>
                </a:path>
                <a:path w="3502660" h="868045">
                  <a:moveTo>
                    <a:pt x="989444" y="0"/>
                  </a:moveTo>
                  <a:lnTo>
                    <a:pt x="948817" y="0"/>
                  </a:lnTo>
                  <a:lnTo>
                    <a:pt x="948817" y="10160"/>
                  </a:lnTo>
                  <a:lnTo>
                    <a:pt x="989444" y="10160"/>
                  </a:lnTo>
                  <a:lnTo>
                    <a:pt x="989444" y="0"/>
                  </a:lnTo>
                  <a:close/>
                </a:path>
                <a:path w="3502660" h="868045">
                  <a:moveTo>
                    <a:pt x="1060551" y="857694"/>
                  </a:moveTo>
                  <a:lnTo>
                    <a:pt x="1019924" y="857694"/>
                  </a:lnTo>
                  <a:lnTo>
                    <a:pt x="1019924" y="867854"/>
                  </a:lnTo>
                  <a:lnTo>
                    <a:pt x="1060551" y="867854"/>
                  </a:lnTo>
                  <a:lnTo>
                    <a:pt x="1060551" y="857694"/>
                  </a:lnTo>
                  <a:close/>
                </a:path>
                <a:path w="3502660" h="868045">
                  <a:moveTo>
                    <a:pt x="1060551" y="0"/>
                  </a:moveTo>
                  <a:lnTo>
                    <a:pt x="1019924" y="0"/>
                  </a:lnTo>
                  <a:lnTo>
                    <a:pt x="1019924" y="10160"/>
                  </a:lnTo>
                  <a:lnTo>
                    <a:pt x="1060551" y="10160"/>
                  </a:lnTo>
                  <a:lnTo>
                    <a:pt x="1060551" y="0"/>
                  </a:lnTo>
                  <a:close/>
                </a:path>
                <a:path w="3502660" h="868045">
                  <a:moveTo>
                    <a:pt x="1131646" y="857694"/>
                  </a:moveTo>
                  <a:lnTo>
                    <a:pt x="1091018" y="857694"/>
                  </a:lnTo>
                  <a:lnTo>
                    <a:pt x="1091018" y="867854"/>
                  </a:lnTo>
                  <a:lnTo>
                    <a:pt x="1131646" y="867854"/>
                  </a:lnTo>
                  <a:lnTo>
                    <a:pt x="1131646" y="857694"/>
                  </a:lnTo>
                  <a:close/>
                </a:path>
                <a:path w="3502660" h="868045">
                  <a:moveTo>
                    <a:pt x="1131646" y="0"/>
                  </a:moveTo>
                  <a:lnTo>
                    <a:pt x="1091018" y="0"/>
                  </a:lnTo>
                  <a:lnTo>
                    <a:pt x="1091018" y="10160"/>
                  </a:lnTo>
                  <a:lnTo>
                    <a:pt x="1131646" y="10160"/>
                  </a:lnTo>
                  <a:lnTo>
                    <a:pt x="1131646" y="0"/>
                  </a:lnTo>
                  <a:close/>
                </a:path>
                <a:path w="3502660" h="868045">
                  <a:moveTo>
                    <a:pt x="1202740" y="857694"/>
                  </a:moveTo>
                  <a:lnTo>
                    <a:pt x="1162113" y="857694"/>
                  </a:lnTo>
                  <a:lnTo>
                    <a:pt x="1162113" y="867854"/>
                  </a:lnTo>
                  <a:lnTo>
                    <a:pt x="1202740" y="867854"/>
                  </a:lnTo>
                  <a:lnTo>
                    <a:pt x="1202740" y="857694"/>
                  </a:lnTo>
                  <a:close/>
                </a:path>
                <a:path w="3502660" h="868045">
                  <a:moveTo>
                    <a:pt x="1202740" y="0"/>
                  </a:moveTo>
                  <a:lnTo>
                    <a:pt x="1162113" y="0"/>
                  </a:lnTo>
                  <a:lnTo>
                    <a:pt x="1162113" y="10160"/>
                  </a:lnTo>
                  <a:lnTo>
                    <a:pt x="1202740" y="10160"/>
                  </a:lnTo>
                  <a:lnTo>
                    <a:pt x="1202740" y="0"/>
                  </a:lnTo>
                  <a:close/>
                </a:path>
                <a:path w="3502660" h="868045">
                  <a:moveTo>
                    <a:pt x="1273848" y="857694"/>
                  </a:moveTo>
                  <a:lnTo>
                    <a:pt x="1233220" y="857694"/>
                  </a:lnTo>
                  <a:lnTo>
                    <a:pt x="1233220" y="867854"/>
                  </a:lnTo>
                  <a:lnTo>
                    <a:pt x="1273848" y="867854"/>
                  </a:lnTo>
                  <a:lnTo>
                    <a:pt x="1273848" y="857694"/>
                  </a:lnTo>
                  <a:close/>
                </a:path>
                <a:path w="3502660" h="868045">
                  <a:moveTo>
                    <a:pt x="1273848" y="0"/>
                  </a:moveTo>
                  <a:lnTo>
                    <a:pt x="1233220" y="0"/>
                  </a:lnTo>
                  <a:lnTo>
                    <a:pt x="1233220" y="10160"/>
                  </a:lnTo>
                  <a:lnTo>
                    <a:pt x="1273848" y="10160"/>
                  </a:lnTo>
                  <a:lnTo>
                    <a:pt x="1273848" y="0"/>
                  </a:lnTo>
                  <a:close/>
                </a:path>
                <a:path w="3502660" h="868045">
                  <a:moveTo>
                    <a:pt x="1344942" y="857694"/>
                  </a:moveTo>
                  <a:lnTo>
                    <a:pt x="1304315" y="857694"/>
                  </a:lnTo>
                  <a:lnTo>
                    <a:pt x="1304315" y="867854"/>
                  </a:lnTo>
                  <a:lnTo>
                    <a:pt x="1344942" y="867854"/>
                  </a:lnTo>
                  <a:lnTo>
                    <a:pt x="1344942" y="857694"/>
                  </a:lnTo>
                  <a:close/>
                </a:path>
                <a:path w="3502660" h="868045">
                  <a:moveTo>
                    <a:pt x="1344942" y="0"/>
                  </a:moveTo>
                  <a:lnTo>
                    <a:pt x="1304315" y="0"/>
                  </a:lnTo>
                  <a:lnTo>
                    <a:pt x="1304315" y="10160"/>
                  </a:lnTo>
                  <a:lnTo>
                    <a:pt x="1344942" y="10160"/>
                  </a:lnTo>
                  <a:lnTo>
                    <a:pt x="1344942" y="0"/>
                  </a:lnTo>
                  <a:close/>
                </a:path>
                <a:path w="3502660" h="868045">
                  <a:moveTo>
                    <a:pt x="1416037" y="857694"/>
                  </a:moveTo>
                  <a:lnTo>
                    <a:pt x="1375410" y="857694"/>
                  </a:lnTo>
                  <a:lnTo>
                    <a:pt x="1375410" y="867854"/>
                  </a:lnTo>
                  <a:lnTo>
                    <a:pt x="1416037" y="867854"/>
                  </a:lnTo>
                  <a:lnTo>
                    <a:pt x="1416037" y="857694"/>
                  </a:lnTo>
                  <a:close/>
                </a:path>
                <a:path w="3502660" h="868045">
                  <a:moveTo>
                    <a:pt x="1416037" y="0"/>
                  </a:moveTo>
                  <a:lnTo>
                    <a:pt x="1375410" y="0"/>
                  </a:lnTo>
                  <a:lnTo>
                    <a:pt x="1375410" y="10160"/>
                  </a:lnTo>
                  <a:lnTo>
                    <a:pt x="1416037" y="10160"/>
                  </a:lnTo>
                  <a:lnTo>
                    <a:pt x="1416037" y="0"/>
                  </a:lnTo>
                  <a:close/>
                </a:path>
                <a:path w="3502660" h="868045">
                  <a:moveTo>
                    <a:pt x="1487144" y="857694"/>
                  </a:moveTo>
                  <a:lnTo>
                    <a:pt x="1446517" y="857694"/>
                  </a:lnTo>
                  <a:lnTo>
                    <a:pt x="1446517" y="867854"/>
                  </a:lnTo>
                  <a:lnTo>
                    <a:pt x="1487144" y="867854"/>
                  </a:lnTo>
                  <a:lnTo>
                    <a:pt x="1487144" y="857694"/>
                  </a:lnTo>
                  <a:close/>
                </a:path>
                <a:path w="3502660" h="868045">
                  <a:moveTo>
                    <a:pt x="1487144" y="0"/>
                  </a:moveTo>
                  <a:lnTo>
                    <a:pt x="1446517" y="0"/>
                  </a:lnTo>
                  <a:lnTo>
                    <a:pt x="1446517" y="10160"/>
                  </a:lnTo>
                  <a:lnTo>
                    <a:pt x="1487144" y="10160"/>
                  </a:lnTo>
                  <a:lnTo>
                    <a:pt x="1487144" y="0"/>
                  </a:lnTo>
                  <a:close/>
                </a:path>
                <a:path w="3502660" h="868045">
                  <a:moveTo>
                    <a:pt x="1558239" y="857694"/>
                  </a:moveTo>
                  <a:lnTo>
                    <a:pt x="1517611" y="857694"/>
                  </a:lnTo>
                  <a:lnTo>
                    <a:pt x="1517611" y="867854"/>
                  </a:lnTo>
                  <a:lnTo>
                    <a:pt x="1558239" y="867854"/>
                  </a:lnTo>
                  <a:lnTo>
                    <a:pt x="1558239" y="857694"/>
                  </a:lnTo>
                  <a:close/>
                </a:path>
                <a:path w="3502660" h="868045">
                  <a:moveTo>
                    <a:pt x="1558239" y="0"/>
                  </a:moveTo>
                  <a:lnTo>
                    <a:pt x="1517611" y="0"/>
                  </a:lnTo>
                  <a:lnTo>
                    <a:pt x="1517611" y="10160"/>
                  </a:lnTo>
                  <a:lnTo>
                    <a:pt x="1558239" y="10160"/>
                  </a:lnTo>
                  <a:lnTo>
                    <a:pt x="1558239" y="0"/>
                  </a:lnTo>
                  <a:close/>
                </a:path>
                <a:path w="3502660" h="868045">
                  <a:moveTo>
                    <a:pt x="1629333" y="857694"/>
                  </a:moveTo>
                  <a:lnTo>
                    <a:pt x="1588706" y="857694"/>
                  </a:lnTo>
                  <a:lnTo>
                    <a:pt x="1588706" y="867854"/>
                  </a:lnTo>
                  <a:lnTo>
                    <a:pt x="1629333" y="867854"/>
                  </a:lnTo>
                  <a:lnTo>
                    <a:pt x="1629333" y="857694"/>
                  </a:lnTo>
                  <a:close/>
                </a:path>
                <a:path w="3502660" h="868045">
                  <a:moveTo>
                    <a:pt x="1629333" y="0"/>
                  </a:moveTo>
                  <a:lnTo>
                    <a:pt x="1588706" y="0"/>
                  </a:lnTo>
                  <a:lnTo>
                    <a:pt x="1588706" y="10160"/>
                  </a:lnTo>
                  <a:lnTo>
                    <a:pt x="1629333" y="10160"/>
                  </a:lnTo>
                  <a:lnTo>
                    <a:pt x="1629333" y="0"/>
                  </a:lnTo>
                  <a:close/>
                </a:path>
                <a:path w="3502660" h="868045">
                  <a:moveTo>
                    <a:pt x="1700441" y="857694"/>
                  </a:moveTo>
                  <a:lnTo>
                    <a:pt x="1659813" y="857694"/>
                  </a:lnTo>
                  <a:lnTo>
                    <a:pt x="1659813" y="867854"/>
                  </a:lnTo>
                  <a:lnTo>
                    <a:pt x="1700441" y="867854"/>
                  </a:lnTo>
                  <a:lnTo>
                    <a:pt x="1700441" y="857694"/>
                  </a:lnTo>
                  <a:close/>
                </a:path>
                <a:path w="3502660" h="868045">
                  <a:moveTo>
                    <a:pt x="1700441" y="0"/>
                  </a:moveTo>
                  <a:lnTo>
                    <a:pt x="1659813" y="0"/>
                  </a:lnTo>
                  <a:lnTo>
                    <a:pt x="1659813" y="10160"/>
                  </a:lnTo>
                  <a:lnTo>
                    <a:pt x="1700441" y="10160"/>
                  </a:lnTo>
                  <a:lnTo>
                    <a:pt x="1700441" y="0"/>
                  </a:lnTo>
                  <a:close/>
                </a:path>
                <a:path w="3502660" h="868045">
                  <a:moveTo>
                    <a:pt x="1771535" y="857694"/>
                  </a:moveTo>
                  <a:lnTo>
                    <a:pt x="1730908" y="857694"/>
                  </a:lnTo>
                  <a:lnTo>
                    <a:pt x="1730908" y="867854"/>
                  </a:lnTo>
                  <a:lnTo>
                    <a:pt x="1771535" y="867854"/>
                  </a:lnTo>
                  <a:lnTo>
                    <a:pt x="1771535" y="857694"/>
                  </a:lnTo>
                  <a:close/>
                </a:path>
                <a:path w="3502660" h="868045">
                  <a:moveTo>
                    <a:pt x="1771535" y="0"/>
                  </a:moveTo>
                  <a:lnTo>
                    <a:pt x="1730908" y="0"/>
                  </a:lnTo>
                  <a:lnTo>
                    <a:pt x="1730908" y="10160"/>
                  </a:lnTo>
                  <a:lnTo>
                    <a:pt x="1771535" y="10160"/>
                  </a:lnTo>
                  <a:lnTo>
                    <a:pt x="1771535" y="0"/>
                  </a:lnTo>
                  <a:close/>
                </a:path>
                <a:path w="3502660" h="868045">
                  <a:moveTo>
                    <a:pt x="1842630" y="857694"/>
                  </a:moveTo>
                  <a:lnTo>
                    <a:pt x="1802003" y="857694"/>
                  </a:lnTo>
                  <a:lnTo>
                    <a:pt x="1802003" y="867854"/>
                  </a:lnTo>
                  <a:lnTo>
                    <a:pt x="1842630" y="867854"/>
                  </a:lnTo>
                  <a:lnTo>
                    <a:pt x="1842630" y="857694"/>
                  </a:lnTo>
                  <a:close/>
                </a:path>
                <a:path w="3502660" h="868045">
                  <a:moveTo>
                    <a:pt x="1842630" y="0"/>
                  </a:moveTo>
                  <a:lnTo>
                    <a:pt x="1802003" y="0"/>
                  </a:lnTo>
                  <a:lnTo>
                    <a:pt x="1802003" y="10160"/>
                  </a:lnTo>
                  <a:lnTo>
                    <a:pt x="1842630" y="10160"/>
                  </a:lnTo>
                  <a:lnTo>
                    <a:pt x="1842630" y="0"/>
                  </a:lnTo>
                  <a:close/>
                </a:path>
                <a:path w="3502660" h="868045">
                  <a:moveTo>
                    <a:pt x="1913737" y="857694"/>
                  </a:moveTo>
                  <a:lnTo>
                    <a:pt x="1873110" y="857694"/>
                  </a:lnTo>
                  <a:lnTo>
                    <a:pt x="1873110" y="867854"/>
                  </a:lnTo>
                  <a:lnTo>
                    <a:pt x="1913737" y="867854"/>
                  </a:lnTo>
                  <a:lnTo>
                    <a:pt x="1913737" y="857694"/>
                  </a:lnTo>
                  <a:close/>
                </a:path>
                <a:path w="3502660" h="868045">
                  <a:moveTo>
                    <a:pt x="1913737" y="0"/>
                  </a:moveTo>
                  <a:lnTo>
                    <a:pt x="1873110" y="0"/>
                  </a:lnTo>
                  <a:lnTo>
                    <a:pt x="1873110" y="10160"/>
                  </a:lnTo>
                  <a:lnTo>
                    <a:pt x="1913737" y="10160"/>
                  </a:lnTo>
                  <a:lnTo>
                    <a:pt x="1913737" y="0"/>
                  </a:lnTo>
                  <a:close/>
                </a:path>
                <a:path w="3502660" h="868045">
                  <a:moveTo>
                    <a:pt x="1984832" y="857694"/>
                  </a:moveTo>
                  <a:lnTo>
                    <a:pt x="1944204" y="857694"/>
                  </a:lnTo>
                  <a:lnTo>
                    <a:pt x="1944204" y="867854"/>
                  </a:lnTo>
                  <a:lnTo>
                    <a:pt x="1984832" y="867854"/>
                  </a:lnTo>
                  <a:lnTo>
                    <a:pt x="1984832" y="857694"/>
                  </a:lnTo>
                  <a:close/>
                </a:path>
                <a:path w="3502660" h="868045">
                  <a:moveTo>
                    <a:pt x="1984832" y="0"/>
                  </a:moveTo>
                  <a:lnTo>
                    <a:pt x="1944204" y="0"/>
                  </a:lnTo>
                  <a:lnTo>
                    <a:pt x="1944204" y="10160"/>
                  </a:lnTo>
                  <a:lnTo>
                    <a:pt x="1984832" y="10160"/>
                  </a:lnTo>
                  <a:lnTo>
                    <a:pt x="1984832" y="0"/>
                  </a:lnTo>
                  <a:close/>
                </a:path>
                <a:path w="3502660" h="868045">
                  <a:moveTo>
                    <a:pt x="2055926" y="857694"/>
                  </a:moveTo>
                  <a:lnTo>
                    <a:pt x="2015299" y="857694"/>
                  </a:lnTo>
                  <a:lnTo>
                    <a:pt x="2015299" y="867854"/>
                  </a:lnTo>
                  <a:lnTo>
                    <a:pt x="2055926" y="867854"/>
                  </a:lnTo>
                  <a:lnTo>
                    <a:pt x="2055926" y="857694"/>
                  </a:lnTo>
                  <a:close/>
                </a:path>
                <a:path w="3502660" h="868045">
                  <a:moveTo>
                    <a:pt x="2055926" y="0"/>
                  </a:moveTo>
                  <a:lnTo>
                    <a:pt x="2015299" y="0"/>
                  </a:lnTo>
                  <a:lnTo>
                    <a:pt x="2015299" y="10160"/>
                  </a:lnTo>
                  <a:lnTo>
                    <a:pt x="2055926" y="10160"/>
                  </a:lnTo>
                  <a:lnTo>
                    <a:pt x="2055926" y="0"/>
                  </a:lnTo>
                  <a:close/>
                </a:path>
                <a:path w="3502660" h="868045">
                  <a:moveTo>
                    <a:pt x="2127034" y="857694"/>
                  </a:moveTo>
                  <a:lnTo>
                    <a:pt x="2086406" y="857694"/>
                  </a:lnTo>
                  <a:lnTo>
                    <a:pt x="2086406" y="867854"/>
                  </a:lnTo>
                  <a:lnTo>
                    <a:pt x="2127034" y="867854"/>
                  </a:lnTo>
                  <a:lnTo>
                    <a:pt x="2127034" y="857694"/>
                  </a:lnTo>
                  <a:close/>
                </a:path>
                <a:path w="3502660" h="868045">
                  <a:moveTo>
                    <a:pt x="2127034" y="0"/>
                  </a:moveTo>
                  <a:lnTo>
                    <a:pt x="2086406" y="0"/>
                  </a:lnTo>
                  <a:lnTo>
                    <a:pt x="2086406" y="10160"/>
                  </a:lnTo>
                  <a:lnTo>
                    <a:pt x="2127034" y="10160"/>
                  </a:lnTo>
                  <a:lnTo>
                    <a:pt x="2127034" y="0"/>
                  </a:lnTo>
                  <a:close/>
                </a:path>
                <a:path w="3502660" h="868045">
                  <a:moveTo>
                    <a:pt x="2198128" y="857694"/>
                  </a:moveTo>
                  <a:lnTo>
                    <a:pt x="2157501" y="857694"/>
                  </a:lnTo>
                  <a:lnTo>
                    <a:pt x="2157501" y="867854"/>
                  </a:lnTo>
                  <a:lnTo>
                    <a:pt x="2198128" y="867854"/>
                  </a:lnTo>
                  <a:lnTo>
                    <a:pt x="2198128" y="857694"/>
                  </a:lnTo>
                  <a:close/>
                </a:path>
                <a:path w="3502660" h="868045">
                  <a:moveTo>
                    <a:pt x="2198128" y="0"/>
                  </a:moveTo>
                  <a:lnTo>
                    <a:pt x="2157501" y="0"/>
                  </a:lnTo>
                  <a:lnTo>
                    <a:pt x="2157501" y="10160"/>
                  </a:lnTo>
                  <a:lnTo>
                    <a:pt x="2198128" y="10160"/>
                  </a:lnTo>
                  <a:lnTo>
                    <a:pt x="2198128" y="0"/>
                  </a:lnTo>
                  <a:close/>
                </a:path>
                <a:path w="3502660" h="868045">
                  <a:moveTo>
                    <a:pt x="2269223" y="857694"/>
                  </a:moveTo>
                  <a:lnTo>
                    <a:pt x="2228596" y="857694"/>
                  </a:lnTo>
                  <a:lnTo>
                    <a:pt x="2228596" y="867854"/>
                  </a:lnTo>
                  <a:lnTo>
                    <a:pt x="2269223" y="867854"/>
                  </a:lnTo>
                  <a:lnTo>
                    <a:pt x="2269223" y="857694"/>
                  </a:lnTo>
                  <a:close/>
                </a:path>
                <a:path w="3502660" h="868045">
                  <a:moveTo>
                    <a:pt x="2269223" y="0"/>
                  </a:moveTo>
                  <a:lnTo>
                    <a:pt x="2228596" y="0"/>
                  </a:lnTo>
                  <a:lnTo>
                    <a:pt x="2228596" y="10160"/>
                  </a:lnTo>
                  <a:lnTo>
                    <a:pt x="2269223" y="10160"/>
                  </a:lnTo>
                  <a:lnTo>
                    <a:pt x="2269223" y="0"/>
                  </a:lnTo>
                  <a:close/>
                </a:path>
                <a:path w="3502660" h="868045">
                  <a:moveTo>
                    <a:pt x="2340330" y="857694"/>
                  </a:moveTo>
                  <a:lnTo>
                    <a:pt x="2299703" y="857694"/>
                  </a:lnTo>
                  <a:lnTo>
                    <a:pt x="2299703" y="867854"/>
                  </a:lnTo>
                  <a:lnTo>
                    <a:pt x="2340330" y="867854"/>
                  </a:lnTo>
                  <a:lnTo>
                    <a:pt x="2340330" y="857694"/>
                  </a:lnTo>
                  <a:close/>
                </a:path>
                <a:path w="3502660" h="868045">
                  <a:moveTo>
                    <a:pt x="2340330" y="0"/>
                  </a:moveTo>
                  <a:lnTo>
                    <a:pt x="2299703" y="0"/>
                  </a:lnTo>
                  <a:lnTo>
                    <a:pt x="2299703" y="10160"/>
                  </a:lnTo>
                  <a:lnTo>
                    <a:pt x="2340330" y="10160"/>
                  </a:lnTo>
                  <a:lnTo>
                    <a:pt x="2340330" y="0"/>
                  </a:lnTo>
                  <a:close/>
                </a:path>
                <a:path w="3502660" h="868045">
                  <a:moveTo>
                    <a:pt x="2411425" y="857694"/>
                  </a:moveTo>
                  <a:lnTo>
                    <a:pt x="2370798" y="857694"/>
                  </a:lnTo>
                  <a:lnTo>
                    <a:pt x="2370798" y="867854"/>
                  </a:lnTo>
                  <a:lnTo>
                    <a:pt x="2411425" y="867854"/>
                  </a:lnTo>
                  <a:lnTo>
                    <a:pt x="2411425" y="857694"/>
                  </a:lnTo>
                  <a:close/>
                </a:path>
                <a:path w="3502660" h="868045">
                  <a:moveTo>
                    <a:pt x="2411425" y="0"/>
                  </a:moveTo>
                  <a:lnTo>
                    <a:pt x="2370798" y="0"/>
                  </a:lnTo>
                  <a:lnTo>
                    <a:pt x="2370798" y="10160"/>
                  </a:lnTo>
                  <a:lnTo>
                    <a:pt x="2411425" y="10160"/>
                  </a:lnTo>
                  <a:lnTo>
                    <a:pt x="2411425" y="0"/>
                  </a:lnTo>
                  <a:close/>
                </a:path>
                <a:path w="3502660" h="868045">
                  <a:moveTo>
                    <a:pt x="2482519" y="857694"/>
                  </a:moveTo>
                  <a:lnTo>
                    <a:pt x="2441892" y="857694"/>
                  </a:lnTo>
                  <a:lnTo>
                    <a:pt x="2441892" y="867854"/>
                  </a:lnTo>
                  <a:lnTo>
                    <a:pt x="2482519" y="867854"/>
                  </a:lnTo>
                  <a:lnTo>
                    <a:pt x="2482519" y="857694"/>
                  </a:lnTo>
                  <a:close/>
                </a:path>
                <a:path w="3502660" h="868045">
                  <a:moveTo>
                    <a:pt x="2482519" y="0"/>
                  </a:moveTo>
                  <a:lnTo>
                    <a:pt x="2441892" y="0"/>
                  </a:lnTo>
                  <a:lnTo>
                    <a:pt x="2441892" y="10160"/>
                  </a:lnTo>
                  <a:lnTo>
                    <a:pt x="2482519" y="10160"/>
                  </a:lnTo>
                  <a:lnTo>
                    <a:pt x="2482519" y="0"/>
                  </a:lnTo>
                  <a:close/>
                </a:path>
                <a:path w="3502660" h="868045">
                  <a:moveTo>
                    <a:pt x="2553627" y="857694"/>
                  </a:moveTo>
                  <a:lnTo>
                    <a:pt x="2512999" y="857694"/>
                  </a:lnTo>
                  <a:lnTo>
                    <a:pt x="2512999" y="867854"/>
                  </a:lnTo>
                  <a:lnTo>
                    <a:pt x="2553627" y="867854"/>
                  </a:lnTo>
                  <a:lnTo>
                    <a:pt x="2553627" y="857694"/>
                  </a:lnTo>
                  <a:close/>
                </a:path>
                <a:path w="3502660" h="868045">
                  <a:moveTo>
                    <a:pt x="2553627" y="0"/>
                  </a:moveTo>
                  <a:lnTo>
                    <a:pt x="2512999" y="0"/>
                  </a:lnTo>
                  <a:lnTo>
                    <a:pt x="2512999" y="10160"/>
                  </a:lnTo>
                  <a:lnTo>
                    <a:pt x="2553627" y="10160"/>
                  </a:lnTo>
                  <a:lnTo>
                    <a:pt x="2553627" y="0"/>
                  </a:lnTo>
                  <a:close/>
                </a:path>
                <a:path w="3502660" h="868045">
                  <a:moveTo>
                    <a:pt x="2624721" y="857694"/>
                  </a:moveTo>
                  <a:lnTo>
                    <a:pt x="2584094" y="857694"/>
                  </a:lnTo>
                  <a:lnTo>
                    <a:pt x="2584094" y="867854"/>
                  </a:lnTo>
                  <a:lnTo>
                    <a:pt x="2624721" y="867854"/>
                  </a:lnTo>
                  <a:lnTo>
                    <a:pt x="2624721" y="857694"/>
                  </a:lnTo>
                  <a:close/>
                </a:path>
                <a:path w="3502660" h="868045">
                  <a:moveTo>
                    <a:pt x="2624721" y="0"/>
                  </a:moveTo>
                  <a:lnTo>
                    <a:pt x="2584094" y="0"/>
                  </a:lnTo>
                  <a:lnTo>
                    <a:pt x="2584094" y="10160"/>
                  </a:lnTo>
                  <a:lnTo>
                    <a:pt x="2624721" y="10160"/>
                  </a:lnTo>
                  <a:lnTo>
                    <a:pt x="2624721" y="0"/>
                  </a:lnTo>
                  <a:close/>
                </a:path>
                <a:path w="3502660" h="868045">
                  <a:moveTo>
                    <a:pt x="2695816" y="857694"/>
                  </a:moveTo>
                  <a:lnTo>
                    <a:pt x="2655189" y="857694"/>
                  </a:lnTo>
                  <a:lnTo>
                    <a:pt x="2655189" y="867854"/>
                  </a:lnTo>
                  <a:lnTo>
                    <a:pt x="2695816" y="867854"/>
                  </a:lnTo>
                  <a:lnTo>
                    <a:pt x="2695816" y="857694"/>
                  </a:lnTo>
                  <a:close/>
                </a:path>
                <a:path w="3502660" h="868045">
                  <a:moveTo>
                    <a:pt x="2695816" y="0"/>
                  </a:moveTo>
                  <a:lnTo>
                    <a:pt x="2655189" y="0"/>
                  </a:lnTo>
                  <a:lnTo>
                    <a:pt x="2655189" y="10160"/>
                  </a:lnTo>
                  <a:lnTo>
                    <a:pt x="2695816" y="10160"/>
                  </a:lnTo>
                  <a:lnTo>
                    <a:pt x="2695816" y="0"/>
                  </a:lnTo>
                  <a:close/>
                </a:path>
                <a:path w="3502660" h="868045">
                  <a:moveTo>
                    <a:pt x="2766923" y="857694"/>
                  </a:moveTo>
                  <a:lnTo>
                    <a:pt x="2726296" y="857694"/>
                  </a:lnTo>
                  <a:lnTo>
                    <a:pt x="2726296" y="867854"/>
                  </a:lnTo>
                  <a:lnTo>
                    <a:pt x="2766923" y="867854"/>
                  </a:lnTo>
                  <a:lnTo>
                    <a:pt x="2766923" y="857694"/>
                  </a:lnTo>
                  <a:close/>
                </a:path>
                <a:path w="3502660" h="868045">
                  <a:moveTo>
                    <a:pt x="2766923" y="0"/>
                  </a:moveTo>
                  <a:lnTo>
                    <a:pt x="2726296" y="0"/>
                  </a:lnTo>
                  <a:lnTo>
                    <a:pt x="2726296" y="10160"/>
                  </a:lnTo>
                  <a:lnTo>
                    <a:pt x="2766923" y="10160"/>
                  </a:lnTo>
                  <a:lnTo>
                    <a:pt x="2766923" y="0"/>
                  </a:lnTo>
                  <a:close/>
                </a:path>
                <a:path w="3502660" h="868045">
                  <a:moveTo>
                    <a:pt x="2838018" y="857694"/>
                  </a:moveTo>
                  <a:lnTo>
                    <a:pt x="2797391" y="857694"/>
                  </a:lnTo>
                  <a:lnTo>
                    <a:pt x="2797391" y="867854"/>
                  </a:lnTo>
                  <a:lnTo>
                    <a:pt x="2838018" y="867854"/>
                  </a:lnTo>
                  <a:lnTo>
                    <a:pt x="2838018" y="857694"/>
                  </a:lnTo>
                  <a:close/>
                </a:path>
                <a:path w="3502660" h="868045">
                  <a:moveTo>
                    <a:pt x="2838018" y="0"/>
                  </a:moveTo>
                  <a:lnTo>
                    <a:pt x="2797391" y="0"/>
                  </a:lnTo>
                  <a:lnTo>
                    <a:pt x="2797391" y="10160"/>
                  </a:lnTo>
                  <a:lnTo>
                    <a:pt x="2838018" y="10160"/>
                  </a:lnTo>
                  <a:lnTo>
                    <a:pt x="2838018" y="0"/>
                  </a:lnTo>
                  <a:close/>
                </a:path>
                <a:path w="3502660" h="868045">
                  <a:moveTo>
                    <a:pt x="2909112" y="857694"/>
                  </a:moveTo>
                  <a:lnTo>
                    <a:pt x="2868485" y="857694"/>
                  </a:lnTo>
                  <a:lnTo>
                    <a:pt x="2868485" y="867854"/>
                  </a:lnTo>
                  <a:lnTo>
                    <a:pt x="2909112" y="867854"/>
                  </a:lnTo>
                  <a:lnTo>
                    <a:pt x="2909112" y="857694"/>
                  </a:lnTo>
                  <a:close/>
                </a:path>
                <a:path w="3502660" h="868045">
                  <a:moveTo>
                    <a:pt x="2909112" y="0"/>
                  </a:moveTo>
                  <a:lnTo>
                    <a:pt x="2868485" y="0"/>
                  </a:lnTo>
                  <a:lnTo>
                    <a:pt x="2868485" y="10160"/>
                  </a:lnTo>
                  <a:lnTo>
                    <a:pt x="2909112" y="10160"/>
                  </a:lnTo>
                  <a:lnTo>
                    <a:pt x="2909112" y="0"/>
                  </a:lnTo>
                  <a:close/>
                </a:path>
                <a:path w="3502660" h="868045">
                  <a:moveTo>
                    <a:pt x="2980220" y="857694"/>
                  </a:moveTo>
                  <a:lnTo>
                    <a:pt x="2939592" y="857694"/>
                  </a:lnTo>
                  <a:lnTo>
                    <a:pt x="2939592" y="867854"/>
                  </a:lnTo>
                  <a:lnTo>
                    <a:pt x="2980220" y="867854"/>
                  </a:lnTo>
                  <a:lnTo>
                    <a:pt x="2980220" y="857694"/>
                  </a:lnTo>
                  <a:close/>
                </a:path>
                <a:path w="3502660" h="868045">
                  <a:moveTo>
                    <a:pt x="2980220" y="0"/>
                  </a:moveTo>
                  <a:lnTo>
                    <a:pt x="2939592" y="0"/>
                  </a:lnTo>
                  <a:lnTo>
                    <a:pt x="2939592" y="10160"/>
                  </a:lnTo>
                  <a:lnTo>
                    <a:pt x="2980220" y="10160"/>
                  </a:lnTo>
                  <a:lnTo>
                    <a:pt x="2980220" y="0"/>
                  </a:lnTo>
                  <a:close/>
                </a:path>
                <a:path w="3502660" h="868045">
                  <a:moveTo>
                    <a:pt x="3051314" y="857694"/>
                  </a:moveTo>
                  <a:lnTo>
                    <a:pt x="3010687" y="857694"/>
                  </a:lnTo>
                  <a:lnTo>
                    <a:pt x="3010687" y="867854"/>
                  </a:lnTo>
                  <a:lnTo>
                    <a:pt x="3051314" y="867854"/>
                  </a:lnTo>
                  <a:lnTo>
                    <a:pt x="3051314" y="857694"/>
                  </a:lnTo>
                  <a:close/>
                </a:path>
                <a:path w="3502660" h="868045">
                  <a:moveTo>
                    <a:pt x="3051314" y="0"/>
                  </a:moveTo>
                  <a:lnTo>
                    <a:pt x="3010687" y="0"/>
                  </a:lnTo>
                  <a:lnTo>
                    <a:pt x="3010687" y="10160"/>
                  </a:lnTo>
                  <a:lnTo>
                    <a:pt x="3051314" y="10160"/>
                  </a:lnTo>
                  <a:lnTo>
                    <a:pt x="3051314" y="0"/>
                  </a:lnTo>
                  <a:close/>
                </a:path>
                <a:path w="3502660" h="868045">
                  <a:moveTo>
                    <a:pt x="3102102" y="846150"/>
                  </a:moveTo>
                  <a:lnTo>
                    <a:pt x="400342" y="846150"/>
                  </a:lnTo>
                  <a:lnTo>
                    <a:pt x="400342" y="856297"/>
                  </a:lnTo>
                  <a:lnTo>
                    <a:pt x="3102089" y="856297"/>
                  </a:lnTo>
                  <a:lnTo>
                    <a:pt x="3102102" y="846150"/>
                  </a:lnTo>
                  <a:close/>
                </a:path>
                <a:path w="3502660" h="868045">
                  <a:moveTo>
                    <a:pt x="3123463" y="867651"/>
                  </a:moveTo>
                  <a:lnTo>
                    <a:pt x="3123361" y="862774"/>
                  </a:lnTo>
                  <a:lnTo>
                    <a:pt x="3123273" y="857491"/>
                  </a:lnTo>
                  <a:lnTo>
                    <a:pt x="3116262" y="857631"/>
                  </a:lnTo>
                  <a:lnTo>
                    <a:pt x="3102102" y="857631"/>
                  </a:lnTo>
                  <a:lnTo>
                    <a:pt x="3081782" y="857631"/>
                  </a:lnTo>
                  <a:lnTo>
                    <a:pt x="3081782" y="867791"/>
                  </a:lnTo>
                  <a:lnTo>
                    <a:pt x="3102102" y="867791"/>
                  </a:lnTo>
                  <a:lnTo>
                    <a:pt x="3116389" y="867791"/>
                  </a:lnTo>
                  <a:lnTo>
                    <a:pt x="3123463" y="867651"/>
                  </a:lnTo>
                  <a:close/>
                </a:path>
                <a:path w="3502660" h="868045">
                  <a:moveTo>
                    <a:pt x="3123463" y="203"/>
                  </a:moveTo>
                  <a:lnTo>
                    <a:pt x="3112135" y="0"/>
                  </a:lnTo>
                  <a:lnTo>
                    <a:pt x="3102102" y="0"/>
                  </a:lnTo>
                  <a:lnTo>
                    <a:pt x="3081782" y="0"/>
                  </a:lnTo>
                  <a:lnTo>
                    <a:pt x="3081782" y="10160"/>
                  </a:lnTo>
                  <a:lnTo>
                    <a:pt x="3102102" y="10160"/>
                  </a:lnTo>
                  <a:lnTo>
                    <a:pt x="3123273" y="10160"/>
                  </a:lnTo>
                  <a:lnTo>
                    <a:pt x="3123361" y="5283"/>
                  </a:lnTo>
                  <a:lnTo>
                    <a:pt x="3123463" y="203"/>
                  </a:lnTo>
                  <a:close/>
                </a:path>
                <a:path w="3502660" h="868045">
                  <a:moveTo>
                    <a:pt x="3198126" y="863625"/>
                  </a:moveTo>
                  <a:lnTo>
                    <a:pt x="3197225" y="853503"/>
                  </a:lnTo>
                  <a:lnTo>
                    <a:pt x="3186823" y="854392"/>
                  </a:lnTo>
                  <a:lnTo>
                    <a:pt x="3176320" y="855167"/>
                  </a:lnTo>
                  <a:lnTo>
                    <a:pt x="3165716" y="855840"/>
                  </a:lnTo>
                  <a:lnTo>
                    <a:pt x="3155023" y="856411"/>
                  </a:lnTo>
                  <a:lnTo>
                    <a:pt x="3155518" y="866571"/>
                  </a:lnTo>
                  <a:lnTo>
                    <a:pt x="3177019" y="865301"/>
                  </a:lnTo>
                  <a:lnTo>
                    <a:pt x="3187623" y="864514"/>
                  </a:lnTo>
                  <a:lnTo>
                    <a:pt x="3198126" y="863625"/>
                  </a:lnTo>
                  <a:close/>
                </a:path>
                <a:path w="3502660" h="868045">
                  <a:moveTo>
                    <a:pt x="3198126" y="4229"/>
                  </a:moveTo>
                  <a:lnTo>
                    <a:pt x="3187623" y="3340"/>
                  </a:lnTo>
                  <a:lnTo>
                    <a:pt x="3177006" y="2565"/>
                  </a:lnTo>
                  <a:lnTo>
                    <a:pt x="3166300" y="1879"/>
                  </a:lnTo>
                  <a:lnTo>
                    <a:pt x="3155505" y="1295"/>
                  </a:lnTo>
                  <a:lnTo>
                    <a:pt x="3155404" y="3340"/>
                  </a:lnTo>
                  <a:lnTo>
                    <a:pt x="3155353" y="4229"/>
                  </a:lnTo>
                  <a:lnTo>
                    <a:pt x="3155010" y="11442"/>
                  </a:lnTo>
                  <a:lnTo>
                    <a:pt x="3165703" y="12014"/>
                  </a:lnTo>
                  <a:lnTo>
                    <a:pt x="3176308" y="12700"/>
                  </a:lnTo>
                  <a:lnTo>
                    <a:pt x="3186811" y="13474"/>
                  </a:lnTo>
                  <a:lnTo>
                    <a:pt x="3197212" y="14351"/>
                  </a:lnTo>
                  <a:lnTo>
                    <a:pt x="3197288" y="13474"/>
                  </a:lnTo>
                  <a:lnTo>
                    <a:pt x="3197352" y="12700"/>
                  </a:lnTo>
                  <a:lnTo>
                    <a:pt x="3197466" y="11442"/>
                  </a:lnTo>
                  <a:lnTo>
                    <a:pt x="3198126" y="4229"/>
                  </a:lnTo>
                  <a:close/>
                </a:path>
                <a:path w="3502660" h="868045">
                  <a:moveTo>
                    <a:pt x="3272294" y="13817"/>
                  </a:moveTo>
                  <a:lnTo>
                    <a:pt x="3261944" y="12115"/>
                  </a:lnTo>
                  <a:lnTo>
                    <a:pt x="3251454" y="10502"/>
                  </a:lnTo>
                  <a:lnTo>
                    <a:pt x="3240798" y="9004"/>
                  </a:lnTo>
                  <a:lnTo>
                    <a:pt x="3230016" y="7620"/>
                  </a:lnTo>
                  <a:lnTo>
                    <a:pt x="3228784" y="17703"/>
                  </a:lnTo>
                  <a:lnTo>
                    <a:pt x="3239452" y="19075"/>
                  </a:lnTo>
                  <a:lnTo>
                    <a:pt x="3249980" y="20561"/>
                  </a:lnTo>
                  <a:lnTo>
                    <a:pt x="3260356" y="22136"/>
                  </a:lnTo>
                  <a:lnTo>
                    <a:pt x="3270580" y="23825"/>
                  </a:lnTo>
                  <a:lnTo>
                    <a:pt x="3272294" y="13817"/>
                  </a:lnTo>
                  <a:close/>
                </a:path>
                <a:path w="3502660" h="868045">
                  <a:moveTo>
                    <a:pt x="3272320" y="854036"/>
                  </a:moveTo>
                  <a:lnTo>
                    <a:pt x="3270605" y="844029"/>
                  </a:lnTo>
                  <a:lnTo>
                    <a:pt x="3260369" y="845718"/>
                  </a:lnTo>
                  <a:lnTo>
                    <a:pt x="3249993" y="847305"/>
                  </a:lnTo>
                  <a:lnTo>
                    <a:pt x="3239465" y="848791"/>
                  </a:lnTo>
                  <a:lnTo>
                    <a:pt x="3228797" y="850163"/>
                  </a:lnTo>
                  <a:lnTo>
                    <a:pt x="3230029" y="860247"/>
                  </a:lnTo>
                  <a:lnTo>
                    <a:pt x="3240824" y="858850"/>
                  </a:lnTo>
                  <a:lnTo>
                    <a:pt x="3251466" y="857351"/>
                  </a:lnTo>
                  <a:lnTo>
                    <a:pt x="3261969" y="855751"/>
                  </a:lnTo>
                  <a:lnTo>
                    <a:pt x="3272320" y="854036"/>
                  </a:lnTo>
                  <a:close/>
                </a:path>
                <a:path w="3502660" h="868045">
                  <a:moveTo>
                    <a:pt x="3345446" y="30073"/>
                  </a:moveTo>
                  <a:lnTo>
                    <a:pt x="3335388" y="27355"/>
                  </a:lnTo>
                  <a:lnTo>
                    <a:pt x="3325101" y="24739"/>
                  </a:lnTo>
                  <a:lnTo>
                    <a:pt x="3314573" y="22250"/>
                  </a:lnTo>
                  <a:lnTo>
                    <a:pt x="3303841" y="19875"/>
                  </a:lnTo>
                  <a:lnTo>
                    <a:pt x="3301720" y="29806"/>
                  </a:lnTo>
                  <a:lnTo>
                    <a:pt x="3312312" y="32156"/>
                  </a:lnTo>
                  <a:lnTo>
                    <a:pt x="3322675" y="34607"/>
                  </a:lnTo>
                  <a:lnTo>
                    <a:pt x="3332810" y="37172"/>
                  </a:lnTo>
                  <a:lnTo>
                    <a:pt x="3342703" y="39852"/>
                  </a:lnTo>
                  <a:lnTo>
                    <a:pt x="3345446" y="30073"/>
                  </a:lnTo>
                  <a:close/>
                </a:path>
                <a:path w="3502660" h="868045">
                  <a:moveTo>
                    <a:pt x="3345472" y="837768"/>
                  </a:moveTo>
                  <a:lnTo>
                    <a:pt x="3342741" y="827989"/>
                  </a:lnTo>
                  <a:lnTo>
                    <a:pt x="3332835" y="830668"/>
                  </a:lnTo>
                  <a:lnTo>
                    <a:pt x="3322701" y="833247"/>
                  </a:lnTo>
                  <a:lnTo>
                    <a:pt x="3312337" y="835710"/>
                  </a:lnTo>
                  <a:lnTo>
                    <a:pt x="3301746" y="838047"/>
                  </a:lnTo>
                  <a:lnTo>
                    <a:pt x="3303854" y="847979"/>
                  </a:lnTo>
                  <a:lnTo>
                    <a:pt x="3314598" y="845604"/>
                  </a:lnTo>
                  <a:lnTo>
                    <a:pt x="3325482" y="843013"/>
                  </a:lnTo>
                  <a:lnTo>
                    <a:pt x="3335413" y="840498"/>
                  </a:lnTo>
                  <a:lnTo>
                    <a:pt x="3345472" y="837768"/>
                  </a:lnTo>
                  <a:close/>
                </a:path>
                <a:path w="3502660" h="868045">
                  <a:moveTo>
                    <a:pt x="3416160" y="55537"/>
                  </a:moveTo>
                  <a:lnTo>
                    <a:pt x="3406762" y="51358"/>
                  </a:lnTo>
                  <a:lnTo>
                    <a:pt x="3396958" y="47307"/>
                  </a:lnTo>
                  <a:lnTo>
                    <a:pt x="3386759" y="43395"/>
                  </a:lnTo>
                  <a:lnTo>
                    <a:pt x="3376193" y="39624"/>
                  </a:lnTo>
                  <a:lnTo>
                    <a:pt x="3372891" y="49225"/>
                  </a:lnTo>
                  <a:lnTo>
                    <a:pt x="3383242" y="52920"/>
                  </a:lnTo>
                  <a:lnTo>
                    <a:pt x="3393198" y="56743"/>
                  </a:lnTo>
                  <a:lnTo>
                    <a:pt x="3402749" y="60693"/>
                  </a:lnTo>
                  <a:lnTo>
                    <a:pt x="3411893" y="64757"/>
                  </a:lnTo>
                  <a:lnTo>
                    <a:pt x="3416160" y="55537"/>
                  </a:lnTo>
                  <a:close/>
                </a:path>
                <a:path w="3502660" h="868045">
                  <a:moveTo>
                    <a:pt x="3416185" y="812279"/>
                  </a:moveTo>
                  <a:lnTo>
                    <a:pt x="3411918" y="803071"/>
                  </a:lnTo>
                  <a:lnTo>
                    <a:pt x="3402774" y="807148"/>
                  </a:lnTo>
                  <a:lnTo>
                    <a:pt x="3393224" y="811098"/>
                  </a:lnTo>
                  <a:lnTo>
                    <a:pt x="3383267" y="814920"/>
                  </a:lnTo>
                  <a:lnTo>
                    <a:pt x="3372916" y="818616"/>
                  </a:lnTo>
                  <a:lnTo>
                    <a:pt x="3376218" y="828217"/>
                  </a:lnTo>
                  <a:lnTo>
                    <a:pt x="3386785" y="824445"/>
                  </a:lnTo>
                  <a:lnTo>
                    <a:pt x="3396983" y="820534"/>
                  </a:lnTo>
                  <a:lnTo>
                    <a:pt x="3406787" y="816470"/>
                  </a:lnTo>
                  <a:lnTo>
                    <a:pt x="3416185" y="812279"/>
                  </a:lnTo>
                  <a:close/>
                </a:path>
                <a:path w="3502660" h="868045">
                  <a:moveTo>
                    <a:pt x="3479368" y="97497"/>
                  </a:moveTo>
                  <a:lnTo>
                    <a:pt x="3472027" y="90474"/>
                  </a:lnTo>
                  <a:lnTo>
                    <a:pt x="3463810" y="83654"/>
                  </a:lnTo>
                  <a:lnTo>
                    <a:pt x="3454730" y="77063"/>
                  </a:lnTo>
                  <a:lnTo>
                    <a:pt x="3444824" y="70688"/>
                  </a:lnTo>
                  <a:lnTo>
                    <a:pt x="3439553" y="79375"/>
                  </a:lnTo>
                  <a:lnTo>
                    <a:pt x="3449002" y="85458"/>
                  </a:lnTo>
                  <a:lnTo>
                    <a:pt x="3457587" y="91694"/>
                  </a:lnTo>
                  <a:lnTo>
                    <a:pt x="3465271" y="98056"/>
                  </a:lnTo>
                  <a:lnTo>
                    <a:pt x="3472053" y="104546"/>
                  </a:lnTo>
                  <a:lnTo>
                    <a:pt x="3479368" y="97497"/>
                  </a:lnTo>
                  <a:close/>
                </a:path>
                <a:path w="3502660" h="868045">
                  <a:moveTo>
                    <a:pt x="3502660" y="140246"/>
                  </a:moveTo>
                  <a:lnTo>
                    <a:pt x="3501110" y="132689"/>
                  </a:lnTo>
                  <a:lnTo>
                    <a:pt x="3498164" y="125361"/>
                  </a:lnTo>
                  <a:lnTo>
                    <a:pt x="3488740" y="129159"/>
                  </a:lnTo>
                  <a:lnTo>
                    <a:pt x="3489147" y="130187"/>
                  </a:lnTo>
                  <a:lnTo>
                    <a:pt x="3477399" y="113334"/>
                  </a:lnTo>
                  <a:lnTo>
                    <a:pt x="3421240" y="74993"/>
                  </a:lnTo>
                  <a:lnTo>
                    <a:pt x="3381705" y="58712"/>
                  </a:lnTo>
                  <a:lnTo>
                    <a:pt x="3335617" y="44742"/>
                  </a:lnTo>
                  <a:lnTo>
                    <a:pt x="3283801" y="33388"/>
                  </a:lnTo>
                  <a:lnTo>
                    <a:pt x="3227057" y="24904"/>
                  </a:lnTo>
                  <a:lnTo>
                    <a:pt x="3166224" y="19621"/>
                  </a:lnTo>
                  <a:lnTo>
                    <a:pt x="3102102" y="17780"/>
                  </a:lnTo>
                  <a:lnTo>
                    <a:pt x="400342" y="17780"/>
                  </a:lnTo>
                  <a:lnTo>
                    <a:pt x="336219" y="19621"/>
                  </a:lnTo>
                  <a:lnTo>
                    <a:pt x="275412" y="24904"/>
                  </a:lnTo>
                  <a:lnTo>
                    <a:pt x="218694" y="33388"/>
                  </a:lnTo>
                  <a:lnTo>
                    <a:pt x="166903" y="44742"/>
                  </a:lnTo>
                  <a:lnTo>
                    <a:pt x="120853" y="58712"/>
                  </a:lnTo>
                  <a:lnTo>
                    <a:pt x="81343" y="74993"/>
                  </a:lnTo>
                  <a:lnTo>
                    <a:pt x="25222" y="113334"/>
                  </a:lnTo>
                  <a:lnTo>
                    <a:pt x="13525" y="130124"/>
                  </a:lnTo>
                  <a:lnTo>
                    <a:pt x="13919" y="129159"/>
                  </a:lnTo>
                  <a:lnTo>
                    <a:pt x="4495" y="125374"/>
                  </a:lnTo>
                  <a:lnTo>
                    <a:pt x="1549" y="132689"/>
                  </a:lnTo>
                  <a:lnTo>
                    <a:pt x="0" y="140246"/>
                  </a:lnTo>
                  <a:lnTo>
                    <a:pt x="0" y="168402"/>
                  </a:lnTo>
                  <a:lnTo>
                    <a:pt x="5067" y="168402"/>
                  </a:lnTo>
                  <a:lnTo>
                    <a:pt x="5067" y="199034"/>
                  </a:lnTo>
                  <a:lnTo>
                    <a:pt x="0" y="199034"/>
                  </a:lnTo>
                  <a:lnTo>
                    <a:pt x="0" y="239877"/>
                  </a:lnTo>
                  <a:lnTo>
                    <a:pt x="5067" y="239877"/>
                  </a:lnTo>
                  <a:lnTo>
                    <a:pt x="5067" y="270510"/>
                  </a:lnTo>
                  <a:lnTo>
                    <a:pt x="0" y="270510"/>
                  </a:lnTo>
                  <a:lnTo>
                    <a:pt x="0" y="311353"/>
                  </a:lnTo>
                  <a:lnTo>
                    <a:pt x="5067" y="311353"/>
                  </a:lnTo>
                  <a:lnTo>
                    <a:pt x="5067" y="341985"/>
                  </a:lnTo>
                  <a:lnTo>
                    <a:pt x="0" y="341985"/>
                  </a:lnTo>
                  <a:lnTo>
                    <a:pt x="0" y="382828"/>
                  </a:lnTo>
                  <a:lnTo>
                    <a:pt x="5067" y="382828"/>
                  </a:lnTo>
                  <a:lnTo>
                    <a:pt x="5067" y="413473"/>
                  </a:lnTo>
                  <a:lnTo>
                    <a:pt x="0" y="413473"/>
                  </a:lnTo>
                  <a:lnTo>
                    <a:pt x="0" y="454317"/>
                  </a:lnTo>
                  <a:lnTo>
                    <a:pt x="5067" y="454317"/>
                  </a:lnTo>
                  <a:lnTo>
                    <a:pt x="5067" y="484949"/>
                  </a:lnTo>
                  <a:lnTo>
                    <a:pt x="0" y="484949"/>
                  </a:lnTo>
                  <a:lnTo>
                    <a:pt x="0" y="525792"/>
                  </a:lnTo>
                  <a:lnTo>
                    <a:pt x="5067" y="525792"/>
                  </a:lnTo>
                  <a:lnTo>
                    <a:pt x="5067" y="556425"/>
                  </a:lnTo>
                  <a:lnTo>
                    <a:pt x="0" y="556425"/>
                  </a:lnTo>
                  <a:lnTo>
                    <a:pt x="0" y="597268"/>
                  </a:lnTo>
                  <a:lnTo>
                    <a:pt x="5067" y="597268"/>
                  </a:lnTo>
                  <a:lnTo>
                    <a:pt x="5067" y="627900"/>
                  </a:lnTo>
                  <a:lnTo>
                    <a:pt x="0" y="627900"/>
                  </a:lnTo>
                  <a:lnTo>
                    <a:pt x="0" y="668743"/>
                  </a:lnTo>
                  <a:lnTo>
                    <a:pt x="5067" y="668743"/>
                  </a:lnTo>
                  <a:lnTo>
                    <a:pt x="5067" y="699376"/>
                  </a:lnTo>
                  <a:lnTo>
                    <a:pt x="0" y="699376"/>
                  </a:lnTo>
                  <a:lnTo>
                    <a:pt x="0" y="727532"/>
                  </a:lnTo>
                  <a:lnTo>
                    <a:pt x="1549" y="735088"/>
                  </a:lnTo>
                  <a:lnTo>
                    <a:pt x="4483" y="742403"/>
                  </a:lnTo>
                  <a:lnTo>
                    <a:pt x="10731" y="739914"/>
                  </a:lnTo>
                  <a:lnTo>
                    <a:pt x="25222" y="760704"/>
                  </a:lnTo>
                  <a:lnTo>
                    <a:pt x="29476" y="764286"/>
                  </a:lnTo>
                  <a:lnTo>
                    <a:pt x="23241" y="770280"/>
                  </a:lnTo>
                  <a:lnTo>
                    <a:pt x="30556" y="777316"/>
                  </a:lnTo>
                  <a:lnTo>
                    <a:pt x="38773" y="784148"/>
                  </a:lnTo>
                  <a:lnTo>
                    <a:pt x="47840" y="790752"/>
                  </a:lnTo>
                  <a:lnTo>
                    <a:pt x="57746" y="797128"/>
                  </a:lnTo>
                  <a:lnTo>
                    <a:pt x="62915" y="788593"/>
                  </a:lnTo>
                  <a:lnTo>
                    <a:pt x="81343" y="799084"/>
                  </a:lnTo>
                  <a:lnTo>
                    <a:pt x="120853" y="815365"/>
                  </a:lnTo>
                  <a:lnTo>
                    <a:pt x="166903" y="829335"/>
                  </a:lnTo>
                  <a:lnTo>
                    <a:pt x="218694" y="840701"/>
                  </a:lnTo>
                  <a:lnTo>
                    <a:pt x="275412" y="849172"/>
                  </a:lnTo>
                  <a:lnTo>
                    <a:pt x="336219" y="854468"/>
                  </a:lnTo>
                  <a:lnTo>
                    <a:pt x="400329" y="856297"/>
                  </a:lnTo>
                  <a:lnTo>
                    <a:pt x="400342" y="846150"/>
                  </a:lnTo>
                  <a:lnTo>
                    <a:pt x="347154" y="844880"/>
                  </a:lnTo>
                  <a:lnTo>
                    <a:pt x="296214" y="841197"/>
                  </a:lnTo>
                  <a:lnTo>
                    <a:pt x="247992" y="835279"/>
                  </a:lnTo>
                  <a:lnTo>
                    <a:pt x="202946" y="827290"/>
                  </a:lnTo>
                  <a:lnTo>
                    <a:pt x="161531" y="817397"/>
                  </a:lnTo>
                  <a:lnTo>
                    <a:pt x="124244" y="805789"/>
                  </a:lnTo>
                  <a:lnTo>
                    <a:pt x="77292" y="785685"/>
                  </a:lnTo>
                  <a:lnTo>
                    <a:pt x="42659" y="763143"/>
                  </a:lnTo>
                  <a:lnTo>
                    <a:pt x="16878" y="727976"/>
                  </a:lnTo>
                  <a:lnTo>
                    <a:pt x="15240" y="716534"/>
                  </a:lnTo>
                  <a:lnTo>
                    <a:pt x="15240" y="157492"/>
                  </a:lnTo>
                  <a:lnTo>
                    <a:pt x="42659" y="110921"/>
                  </a:lnTo>
                  <a:lnTo>
                    <a:pt x="77292" y="88392"/>
                  </a:lnTo>
                  <a:lnTo>
                    <a:pt x="124231" y="68300"/>
                  </a:lnTo>
                  <a:lnTo>
                    <a:pt x="161531" y="56692"/>
                  </a:lnTo>
                  <a:lnTo>
                    <a:pt x="202933" y="46812"/>
                  </a:lnTo>
                  <a:lnTo>
                    <a:pt x="247992" y="38811"/>
                  </a:lnTo>
                  <a:lnTo>
                    <a:pt x="296214" y="32893"/>
                  </a:lnTo>
                  <a:lnTo>
                    <a:pt x="347154" y="29210"/>
                  </a:lnTo>
                  <a:lnTo>
                    <a:pt x="400342" y="27952"/>
                  </a:lnTo>
                  <a:lnTo>
                    <a:pt x="3102102" y="27952"/>
                  </a:lnTo>
                  <a:lnTo>
                    <a:pt x="3155289" y="29210"/>
                  </a:lnTo>
                  <a:lnTo>
                    <a:pt x="3206242" y="32893"/>
                  </a:lnTo>
                  <a:lnTo>
                    <a:pt x="3254489" y="38811"/>
                  </a:lnTo>
                  <a:lnTo>
                    <a:pt x="3299561" y="46812"/>
                  </a:lnTo>
                  <a:lnTo>
                    <a:pt x="3341001" y="56692"/>
                  </a:lnTo>
                  <a:lnTo>
                    <a:pt x="3378327" y="68300"/>
                  </a:lnTo>
                  <a:lnTo>
                    <a:pt x="3425304" y="88392"/>
                  </a:lnTo>
                  <a:lnTo>
                    <a:pt x="3459975" y="110921"/>
                  </a:lnTo>
                  <a:lnTo>
                    <a:pt x="3485769" y="146050"/>
                  </a:lnTo>
                  <a:lnTo>
                    <a:pt x="3487420" y="716534"/>
                  </a:lnTo>
                  <a:lnTo>
                    <a:pt x="3485769" y="727976"/>
                  </a:lnTo>
                  <a:lnTo>
                    <a:pt x="3459975" y="763143"/>
                  </a:lnTo>
                  <a:lnTo>
                    <a:pt x="3425291" y="785685"/>
                  </a:lnTo>
                  <a:lnTo>
                    <a:pt x="3378327" y="805789"/>
                  </a:lnTo>
                  <a:lnTo>
                    <a:pt x="3341001" y="817397"/>
                  </a:lnTo>
                  <a:lnTo>
                    <a:pt x="3299561" y="827290"/>
                  </a:lnTo>
                  <a:lnTo>
                    <a:pt x="3254489" y="835279"/>
                  </a:lnTo>
                  <a:lnTo>
                    <a:pt x="3206242" y="841197"/>
                  </a:lnTo>
                  <a:lnTo>
                    <a:pt x="3155289" y="844880"/>
                  </a:lnTo>
                  <a:lnTo>
                    <a:pt x="3102102" y="846150"/>
                  </a:lnTo>
                  <a:lnTo>
                    <a:pt x="3102102" y="856297"/>
                  </a:lnTo>
                  <a:lnTo>
                    <a:pt x="3166224" y="854468"/>
                  </a:lnTo>
                  <a:lnTo>
                    <a:pt x="3227057" y="849172"/>
                  </a:lnTo>
                  <a:lnTo>
                    <a:pt x="3283801" y="840701"/>
                  </a:lnTo>
                  <a:lnTo>
                    <a:pt x="3335617" y="829335"/>
                  </a:lnTo>
                  <a:lnTo>
                    <a:pt x="3381705" y="815365"/>
                  </a:lnTo>
                  <a:lnTo>
                    <a:pt x="3421240" y="799084"/>
                  </a:lnTo>
                  <a:lnTo>
                    <a:pt x="3439668" y="788593"/>
                  </a:lnTo>
                  <a:lnTo>
                    <a:pt x="3444849" y="797128"/>
                  </a:lnTo>
                  <a:lnTo>
                    <a:pt x="3454755" y="790752"/>
                  </a:lnTo>
                  <a:lnTo>
                    <a:pt x="3463836" y="784161"/>
                  </a:lnTo>
                  <a:lnTo>
                    <a:pt x="3472053" y="777328"/>
                  </a:lnTo>
                  <a:lnTo>
                    <a:pt x="3479393" y="770293"/>
                  </a:lnTo>
                  <a:lnTo>
                    <a:pt x="3473119" y="764286"/>
                  </a:lnTo>
                  <a:lnTo>
                    <a:pt x="3477399" y="760704"/>
                  </a:lnTo>
                  <a:lnTo>
                    <a:pt x="3491903" y="739914"/>
                  </a:lnTo>
                  <a:lnTo>
                    <a:pt x="3498164" y="742416"/>
                  </a:lnTo>
                  <a:lnTo>
                    <a:pt x="3501110" y="735088"/>
                  </a:lnTo>
                  <a:lnTo>
                    <a:pt x="3502660" y="727532"/>
                  </a:lnTo>
                  <a:lnTo>
                    <a:pt x="3502660" y="699376"/>
                  </a:lnTo>
                  <a:lnTo>
                    <a:pt x="3497567" y="699376"/>
                  </a:lnTo>
                  <a:lnTo>
                    <a:pt x="3497567" y="668743"/>
                  </a:lnTo>
                  <a:lnTo>
                    <a:pt x="3502660" y="668743"/>
                  </a:lnTo>
                  <a:lnTo>
                    <a:pt x="3502660" y="627900"/>
                  </a:lnTo>
                  <a:lnTo>
                    <a:pt x="3497567" y="627900"/>
                  </a:lnTo>
                  <a:lnTo>
                    <a:pt x="3497567" y="597268"/>
                  </a:lnTo>
                  <a:lnTo>
                    <a:pt x="3502660" y="597268"/>
                  </a:lnTo>
                  <a:lnTo>
                    <a:pt x="3502660" y="556425"/>
                  </a:lnTo>
                  <a:lnTo>
                    <a:pt x="3497567" y="556425"/>
                  </a:lnTo>
                  <a:lnTo>
                    <a:pt x="3497567" y="525792"/>
                  </a:lnTo>
                  <a:lnTo>
                    <a:pt x="3502660" y="525792"/>
                  </a:lnTo>
                  <a:lnTo>
                    <a:pt x="3502660" y="484949"/>
                  </a:lnTo>
                  <a:lnTo>
                    <a:pt x="3497567" y="484949"/>
                  </a:lnTo>
                  <a:lnTo>
                    <a:pt x="3497567" y="454317"/>
                  </a:lnTo>
                  <a:lnTo>
                    <a:pt x="3502660" y="454317"/>
                  </a:lnTo>
                  <a:lnTo>
                    <a:pt x="3502660" y="413473"/>
                  </a:lnTo>
                  <a:lnTo>
                    <a:pt x="3497567" y="413473"/>
                  </a:lnTo>
                  <a:lnTo>
                    <a:pt x="3497567" y="382828"/>
                  </a:lnTo>
                  <a:lnTo>
                    <a:pt x="3502660" y="382828"/>
                  </a:lnTo>
                  <a:lnTo>
                    <a:pt x="3502660" y="341985"/>
                  </a:lnTo>
                  <a:lnTo>
                    <a:pt x="3497567" y="341985"/>
                  </a:lnTo>
                  <a:lnTo>
                    <a:pt x="3497567" y="311353"/>
                  </a:lnTo>
                  <a:lnTo>
                    <a:pt x="3502660" y="311353"/>
                  </a:lnTo>
                  <a:lnTo>
                    <a:pt x="3502660" y="270510"/>
                  </a:lnTo>
                  <a:lnTo>
                    <a:pt x="3497567" y="270510"/>
                  </a:lnTo>
                  <a:lnTo>
                    <a:pt x="3497567" y="239877"/>
                  </a:lnTo>
                  <a:lnTo>
                    <a:pt x="3502660" y="239877"/>
                  </a:lnTo>
                  <a:lnTo>
                    <a:pt x="3502660" y="199034"/>
                  </a:lnTo>
                  <a:lnTo>
                    <a:pt x="3497567" y="199034"/>
                  </a:lnTo>
                  <a:lnTo>
                    <a:pt x="3497567" y="168402"/>
                  </a:lnTo>
                  <a:lnTo>
                    <a:pt x="3502660" y="168402"/>
                  </a:lnTo>
                  <a:lnTo>
                    <a:pt x="3502660" y="140246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1104900" y="6032502"/>
              <a:ext cx="3492500" cy="838835"/>
            </a:xfrm>
            <a:custGeom>
              <a:avLst/>
              <a:gdLst/>
              <a:ahLst/>
              <a:cxnLst/>
              <a:rect l="l" t="t" r="r" b="b"/>
              <a:pathLst>
                <a:path w="3492500" h="838834">
                  <a:moveTo>
                    <a:pt x="3097022" y="838517"/>
                  </a:moveTo>
                  <a:lnTo>
                    <a:pt x="395262" y="838517"/>
                  </a:lnTo>
                  <a:lnTo>
                    <a:pt x="331150" y="836688"/>
                  </a:lnTo>
                  <a:lnTo>
                    <a:pt x="270332" y="831392"/>
                  </a:lnTo>
                  <a:lnTo>
                    <a:pt x="213620" y="822917"/>
                  </a:lnTo>
                  <a:lnTo>
                    <a:pt x="161829" y="811550"/>
                  </a:lnTo>
                  <a:lnTo>
                    <a:pt x="115773" y="797580"/>
                  </a:lnTo>
                  <a:lnTo>
                    <a:pt x="76265" y="781294"/>
                  </a:lnTo>
                  <a:lnTo>
                    <a:pt x="20151" y="742924"/>
                  </a:lnTo>
                  <a:lnTo>
                    <a:pt x="0" y="698741"/>
                  </a:lnTo>
                  <a:lnTo>
                    <a:pt x="0" y="139700"/>
                  </a:lnTo>
                  <a:lnTo>
                    <a:pt x="20151" y="95554"/>
                  </a:lnTo>
                  <a:lnTo>
                    <a:pt x="76265" y="57206"/>
                  </a:lnTo>
                  <a:lnTo>
                    <a:pt x="115773" y="40927"/>
                  </a:lnTo>
                  <a:lnTo>
                    <a:pt x="161829" y="26961"/>
                  </a:lnTo>
                  <a:lnTo>
                    <a:pt x="213620" y="15598"/>
                  </a:lnTo>
                  <a:lnTo>
                    <a:pt x="270332" y="7124"/>
                  </a:lnTo>
                  <a:lnTo>
                    <a:pt x="331150" y="1829"/>
                  </a:lnTo>
                  <a:lnTo>
                    <a:pt x="395262" y="0"/>
                  </a:lnTo>
                  <a:lnTo>
                    <a:pt x="3097022" y="0"/>
                  </a:lnTo>
                  <a:lnTo>
                    <a:pt x="3161145" y="1829"/>
                  </a:lnTo>
                  <a:lnTo>
                    <a:pt x="3221983" y="7124"/>
                  </a:lnTo>
                  <a:lnTo>
                    <a:pt x="3278721" y="15598"/>
                  </a:lnTo>
                  <a:lnTo>
                    <a:pt x="3330541" y="26961"/>
                  </a:lnTo>
                  <a:lnTo>
                    <a:pt x="3376628" y="40927"/>
                  </a:lnTo>
                  <a:lnTo>
                    <a:pt x="3416165" y="57206"/>
                  </a:lnTo>
                  <a:lnTo>
                    <a:pt x="3472328" y="95554"/>
                  </a:lnTo>
                  <a:lnTo>
                    <a:pt x="3492500" y="139700"/>
                  </a:lnTo>
                  <a:lnTo>
                    <a:pt x="3492500" y="698741"/>
                  </a:lnTo>
                  <a:lnTo>
                    <a:pt x="3472328" y="742924"/>
                  </a:lnTo>
                  <a:lnTo>
                    <a:pt x="3416165" y="781294"/>
                  </a:lnTo>
                  <a:lnTo>
                    <a:pt x="3376628" y="797580"/>
                  </a:lnTo>
                  <a:lnTo>
                    <a:pt x="3330541" y="811550"/>
                  </a:lnTo>
                  <a:lnTo>
                    <a:pt x="3278721" y="822917"/>
                  </a:lnTo>
                  <a:lnTo>
                    <a:pt x="3221983" y="831392"/>
                  </a:lnTo>
                  <a:lnTo>
                    <a:pt x="3161145" y="836688"/>
                  </a:lnTo>
                  <a:lnTo>
                    <a:pt x="3097022" y="838517"/>
                  </a:lnTo>
                  <a:close/>
                </a:path>
              </a:pathLst>
            </a:custGeom>
            <a:solidFill>
              <a:srgbClr val="FFE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1099820" y="6014719"/>
              <a:ext cx="3502660" cy="868044"/>
            </a:xfrm>
            <a:custGeom>
              <a:avLst/>
              <a:gdLst/>
              <a:ahLst/>
              <a:cxnLst/>
              <a:rect l="l" t="t" r="r" b="b"/>
              <a:pathLst>
                <a:path w="3502660" h="868045">
                  <a:moveTo>
                    <a:pt x="63055" y="79375"/>
                  </a:moveTo>
                  <a:lnTo>
                    <a:pt x="57772" y="70688"/>
                  </a:lnTo>
                  <a:lnTo>
                    <a:pt x="47866" y="77063"/>
                  </a:lnTo>
                  <a:lnTo>
                    <a:pt x="38798" y="83667"/>
                  </a:lnTo>
                  <a:lnTo>
                    <a:pt x="30568" y="90487"/>
                  </a:lnTo>
                  <a:lnTo>
                    <a:pt x="23253" y="97510"/>
                  </a:lnTo>
                  <a:lnTo>
                    <a:pt x="30581" y="104559"/>
                  </a:lnTo>
                  <a:lnTo>
                    <a:pt x="37338" y="98069"/>
                  </a:lnTo>
                  <a:lnTo>
                    <a:pt x="45021" y="91694"/>
                  </a:lnTo>
                  <a:lnTo>
                    <a:pt x="53594" y="85458"/>
                  </a:lnTo>
                  <a:lnTo>
                    <a:pt x="63055" y="79375"/>
                  </a:lnTo>
                  <a:close/>
                </a:path>
                <a:path w="3502660" h="868045">
                  <a:moveTo>
                    <a:pt x="129654" y="818616"/>
                  </a:moveTo>
                  <a:lnTo>
                    <a:pt x="119291" y="814920"/>
                  </a:lnTo>
                  <a:lnTo>
                    <a:pt x="109334" y="811098"/>
                  </a:lnTo>
                  <a:lnTo>
                    <a:pt x="99783" y="807148"/>
                  </a:lnTo>
                  <a:lnTo>
                    <a:pt x="90665" y="803071"/>
                  </a:lnTo>
                  <a:lnTo>
                    <a:pt x="86385" y="812279"/>
                  </a:lnTo>
                  <a:lnTo>
                    <a:pt x="95770" y="816483"/>
                  </a:lnTo>
                  <a:lnTo>
                    <a:pt x="105575" y="820534"/>
                  </a:lnTo>
                  <a:lnTo>
                    <a:pt x="115760" y="824445"/>
                  </a:lnTo>
                  <a:lnTo>
                    <a:pt x="126339" y="828217"/>
                  </a:lnTo>
                  <a:lnTo>
                    <a:pt x="129654" y="818616"/>
                  </a:lnTo>
                  <a:close/>
                </a:path>
                <a:path w="3502660" h="868045">
                  <a:moveTo>
                    <a:pt x="129679" y="49225"/>
                  </a:moveTo>
                  <a:lnTo>
                    <a:pt x="126377" y="39611"/>
                  </a:lnTo>
                  <a:lnTo>
                    <a:pt x="115798" y="43395"/>
                  </a:lnTo>
                  <a:lnTo>
                    <a:pt x="105600" y="47307"/>
                  </a:lnTo>
                  <a:lnTo>
                    <a:pt x="95808" y="51358"/>
                  </a:lnTo>
                  <a:lnTo>
                    <a:pt x="86423" y="55537"/>
                  </a:lnTo>
                  <a:lnTo>
                    <a:pt x="90690" y="64757"/>
                  </a:lnTo>
                  <a:lnTo>
                    <a:pt x="99822" y="60680"/>
                  </a:lnTo>
                  <a:lnTo>
                    <a:pt x="109372" y="56730"/>
                  </a:lnTo>
                  <a:lnTo>
                    <a:pt x="119329" y="52920"/>
                  </a:lnTo>
                  <a:lnTo>
                    <a:pt x="129679" y="49225"/>
                  </a:lnTo>
                  <a:close/>
                </a:path>
                <a:path w="3502660" h="868045">
                  <a:moveTo>
                    <a:pt x="200787" y="838047"/>
                  </a:moveTo>
                  <a:lnTo>
                    <a:pt x="190182" y="835710"/>
                  </a:lnTo>
                  <a:lnTo>
                    <a:pt x="179819" y="833247"/>
                  </a:lnTo>
                  <a:lnTo>
                    <a:pt x="169697" y="830668"/>
                  </a:lnTo>
                  <a:lnTo>
                    <a:pt x="159816" y="827989"/>
                  </a:lnTo>
                  <a:lnTo>
                    <a:pt x="157073" y="837768"/>
                  </a:lnTo>
                  <a:lnTo>
                    <a:pt x="167119" y="840498"/>
                  </a:lnTo>
                  <a:lnTo>
                    <a:pt x="177406" y="843114"/>
                  </a:lnTo>
                  <a:lnTo>
                    <a:pt x="187921" y="845604"/>
                  </a:lnTo>
                  <a:lnTo>
                    <a:pt x="198666" y="847979"/>
                  </a:lnTo>
                  <a:lnTo>
                    <a:pt x="200787" y="838047"/>
                  </a:lnTo>
                  <a:close/>
                </a:path>
                <a:path w="3502660" h="868045">
                  <a:moveTo>
                    <a:pt x="200812" y="29806"/>
                  </a:moveTo>
                  <a:lnTo>
                    <a:pt x="198691" y="19862"/>
                  </a:lnTo>
                  <a:lnTo>
                    <a:pt x="187947" y="22237"/>
                  </a:lnTo>
                  <a:lnTo>
                    <a:pt x="177431" y="24739"/>
                  </a:lnTo>
                  <a:lnTo>
                    <a:pt x="167144" y="27355"/>
                  </a:lnTo>
                  <a:lnTo>
                    <a:pt x="157099" y="30073"/>
                  </a:lnTo>
                  <a:lnTo>
                    <a:pt x="159842" y="39852"/>
                  </a:lnTo>
                  <a:lnTo>
                    <a:pt x="169722" y="37172"/>
                  </a:lnTo>
                  <a:lnTo>
                    <a:pt x="179844" y="34607"/>
                  </a:lnTo>
                  <a:lnTo>
                    <a:pt x="190207" y="32143"/>
                  </a:lnTo>
                  <a:lnTo>
                    <a:pt x="200812" y="29806"/>
                  </a:lnTo>
                  <a:close/>
                </a:path>
                <a:path w="3502660" h="868045">
                  <a:moveTo>
                    <a:pt x="273697" y="850163"/>
                  </a:moveTo>
                  <a:lnTo>
                    <a:pt x="263029" y="848791"/>
                  </a:lnTo>
                  <a:lnTo>
                    <a:pt x="252501" y="847305"/>
                  </a:lnTo>
                  <a:lnTo>
                    <a:pt x="242125" y="845718"/>
                  </a:lnTo>
                  <a:lnTo>
                    <a:pt x="231914" y="844029"/>
                  </a:lnTo>
                  <a:lnTo>
                    <a:pt x="230200" y="854036"/>
                  </a:lnTo>
                  <a:lnTo>
                    <a:pt x="240538" y="855751"/>
                  </a:lnTo>
                  <a:lnTo>
                    <a:pt x="251028" y="857364"/>
                  </a:lnTo>
                  <a:lnTo>
                    <a:pt x="261670" y="858862"/>
                  </a:lnTo>
                  <a:lnTo>
                    <a:pt x="272465" y="860247"/>
                  </a:lnTo>
                  <a:lnTo>
                    <a:pt x="273697" y="850163"/>
                  </a:lnTo>
                  <a:close/>
                </a:path>
                <a:path w="3502660" h="868045">
                  <a:moveTo>
                    <a:pt x="273723" y="17691"/>
                  </a:moveTo>
                  <a:lnTo>
                    <a:pt x="272478" y="7607"/>
                  </a:lnTo>
                  <a:lnTo>
                    <a:pt x="261683" y="9004"/>
                  </a:lnTo>
                  <a:lnTo>
                    <a:pt x="251040" y="10502"/>
                  </a:lnTo>
                  <a:lnTo>
                    <a:pt x="240550" y="12103"/>
                  </a:lnTo>
                  <a:lnTo>
                    <a:pt x="230212" y="13817"/>
                  </a:lnTo>
                  <a:lnTo>
                    <a:pt x="231940" y="23825"/>
                  </a:lnTo>
                  <a:lnTo>
                    <a:pt x="242150" y="22136"/>
                  </a:lnTo>
                  <a:lnTo>
                    <a:pt x="252526" y="20548"/>
                  </a:lnTo>
                  <a:lnTo>
                    <a:pt x="263042" y="19075"/>
                  </a:lnTo>
                  <a:lnTo>
                    <a:pt x="273723" y="17691"/>
                  </a:lnTo>
                  <a:close/>
                </a:path>
                <a:path w="3502660" h="868045">
                  <a:moveTo>
                    <a:pt x="347446" y="856424"/>
                  </a:moveTo>
                  <a:lnTo>
                    <a:pt x="336740" y="855853"/>
                  </a:lnTo>
                  <a:lnTo>
                    <a:pt x="326148" y="855167"/>
                  </a:lnTo>
                  <a:lnTo>
                    <a:pt x="315645" y="854392"/>
                  </a:lnTo>
                  <a:lnTo>
                    <a:pt x="305257" y="853516"/>
                  </a:lnTo>
                  <a:lnTo>
                    <a:pt x="305168" y="854392"/>
                  </a:lnTo>
                  <a:lnTo>
                    <a:pt x="305104" y="855167"/>
                  </a:lnTo>
                  <a:lnTo>
                    <a:pt x="304990" y="856424"/>
                  </a:lnTo>
                  <a:lnTo>
                    <a:pt x="304355" y="863625"/>
                  </a:lnTo>
                  <a:lnTo>
                    <a:pt x="314845" y="864514"/>
                  </a:lnTo>
                  <a:lnTo>
                    <a:pt x="325450" y="865301"/>
                  </a:lnTo>
                  <a:lnTo>
                    <a:pt x="346951" y="866571"/>
                  </a:lnTo>
                  <a:lnTo>
                    <a:pt x="346976" y="865987"/>
                  </a:lnTo>
                  <a:lnTo>
                    <a:pt x="347091" y="863625"/>
                  </a:lnTo>
                  <a:lnTo>
                    <a:pt x="347446" y="856424"/>
                  </a:lnTo>
                  <a:close/>
                </a:path>
                <a:path w="3502660" h="868045">
                  <a:moveTo>
                    <a:pt x="347446" y="11442"/>
                  </a:moveTo>
                  <a:lnTo>
                    <a:pt x="346964" y="1295"/>
                  </a:lnTo>
                  <a:lnTo>
                    <a:pt x="336156" y="1879"/>
                  </a:lnTo>
                  <a:lnTo>
                    <a:pt x="325450" y="2552"/>
                  </a:lnTo>
                  <a:lnTo>
                    <a:pt x="314858" y="3340"/>
                  </a:lnTo>
                  <a:lnTo>
                    <a:pt x="304368" y="4229"/>
                  </a:lnTo>
                  <a:lnTo>
                    <a:pt x="305269" y="14351"/>
                  </a:lnTo>
                  <a:lnTo>
                    <a:pt x="315658" y="13474"/>
                  </a:lnTo>
                  <a:lnTo>
                    <a:pt x="326161" y="12700"/>
                  </a:lnTo>
                  <a:lnTo>
                    <a:pt x="336753" y="12014"/>
                  </a:lnTo>
                  <a:lnTo>
                    <a:pt x="347446" y="11442"/>
                  </a:lnTo>
                  <a:close/>
                </a:path>
                <a:path w="3502660" h="868045">
                  <a:moveTo>
                    <a:pt x="420662" y="857631"/>
                  </a:moveTo>
                  <a:lnTo>
                    <a:pt x="400342" y="857631"/>
                  </a:lnTo>
                  <a:lnTo>
                    <a:pt x="386194" y="857631"/>
                  </a:lnTo>
                  <a:lnTo>
                    <a:pt x="379183" y="857491"/>
                  </a:lnTo>
                  <a:lnTo>
                    <a:pt x="379069" y="862774"/>
                  </a:lnTo>
                  <a:lnTo>
                    <a:pt x="378993" y="867651"/>
                  </a:lnTo>
                  <a:lnTo>
                    <a:pt x="386054" y="867791"/>
                  </a:lnTo>
                  <a:lnTo>
                    <a:pt x="400342" y="867791"/>
                  </a:lnTo>
                  <a:lnTo>
                    <a:pt x="420662" y="867791"/>
                  </a:lnTo>
                  <a:lnTo>
                    <a:pt x="420662" y="857631"/>
                  </a:lnTo>
                  <a:close/>
                </a:path>
                <a:path w="3502660" h="868045">
                  <a:moveTo>
                    <a:pt x="420662" y="0"/>
                  </a:moveTo>
                  <a:lnTo>
                    <a:pt x="400342" y="0"/>
                  </a:lnTo>
                  <a:lnTo>
                    <a:pt x="390283" y="0"/>
                  </a:lnTo>
                  <a:lnTo>
                    <a:pt x="378993" y="203"/>
                  </a:lnTo>
                  <a:lnTo>
                    <a:pt x="379082" y="5283"/>
                  </a:lnTo>
                  <a:lnTo>
                    <a:pt x="379171" y="10160"/>
                  </a:lnTo>
                  <a:lnTo>
                    <a:pt x="400342" y="10160"/>
                  </a:lnTo>
                  <a:lnTo>
                    <a:pt x="420662" y="10160"/>
                  </a:lnTo>
                  <a:lnTo>
                    <a:pt x="420662" y="0"/>
                  </a:lnTo>
                  <a:close/>
                </a:path>
                <a:path w="3502660" h="868045">
                  <a:moveTo>
                    <a:pt x="491756" y="857694"/>
                  </a:moveTo>
                  <a:lnTo>
                    <a:pt x="451129" y="857694"/>
                  </a:lnTo>
                  <a:lnTo>
                    <a:pt x="451129" y="867854"/>
                  </a:lnTo>
                  <a:lnTo>
                    <a:pt x="491756" y="867854"/>
                  </a:lnTo>
                  <a:lnTo>
                    <a:pt x="491756" y="857694"/>
                  </a:lnTo>
                  <a:close/>
                </a:path>
                <a:path w="3502660" h="868045">
                  <a:moveTo>
                    <a:pt x="491756" y="0"/>
                  </a:moveTo>
                  <a:lnTo>
                    <a:pt x="451129" y="0"/>
                  </a:lnTo>
                  <a:lnTo>
                    <a:pt x="451129" y="10160"/>
                  </a:lnTo>
                  <a:lnTo>
                    <a:pt x="491756" y="10160"/>
                  </a:lnTo>
                  <a:lnTo>
                    <a:pt x="491756" y="0"/>
                  </a:lnTo>
                  <a:close/>
                </a:path>
                <a:path w="3502660" h="868045">
                  <a:moveTo>
                    <a:pt x="562851" y="857694"/>
                  </a:moveTo>
                  <a:lnTo>
                    <a:pt x="522224" y="857694"/>
                  </a:lnTo>
                  <a:lnTo>
                    <a:pt x="522224" y="867854"/>
                  </a:lnTo>
                  <a:lnTo>
                    <a:pt x="562851" y="867854"/>
                  </a:lnTo>
                  <a:lnTo>
                    <a:pt x="562851" y="857694"/>
                  </a:lnTo>
                  <a:close/>
                </a:path>
                <a:path w="3502660" h="868045">
                  <a:moveTo>
                    <a:pt x="562851" y="0"/>
                  </a:moveTo>
                  <a:lnTo>
                    <a:pt x="522224" y="0"/>
                  </a:lnTo>
                  <a:lnTo>
                    <a:pt x="522224" y="10160"/>
                  </a:lnTo>
                  <a:lnTo>
                    <a:pt x="562851" y="10160"/>
                  </a:lnTo>
                  <a:lnTo>
                    <a:pt x="562851" y="0"/>
                  </a:lnTo>
                  <a:close/>
                </a:path>
                <a:path w="3502660" h="868045">
                  <a:moveTo>
                    <a:pt x="633958" y="857694"/>
                  </a:moveTo>
                  <a:lnTo>
                    <a:pt x="593331" y="857694"/>
                  </a:lnTo>
                  <a:lnTo>
                    <a:pt x="593331" y="867854"/>
                  </a:lnTo>
                  <a:lnTo>
                    <a:pt x="633958" y="867854"/>
                  </a:lnTo>
                  <a:lnTo>
                    <a:pt x="633958" y="857694"/>
                  </a:lnTo>
                  <a:close/>
                </a:path>
                <a:path w="3502660" h="868045">
                  <a:moveTo>
                    <a:pt x="633958" y="0"/>
                  </a:moveTo>
                  <a:lnTo>
                    <a:pt x="593318" y="0"/>
                  </a:lnTo>
                  <a:lnTo>
                    <a:pt x="593318" y="10160"/>
                  </a:lnTo>
                  <a:lnTo>
                    <a:pt x="633958" y="10160"/>
                  </a:lnTo>
                  <a:lnTo>
                    <a:pt x="633958" y="0"/>
                  </a:lnTo>
                  <a:close/>
                </a:path>
                <a:path w="3502660" h="868045">
                  <a:moveTo>
                    <a:pt x="705053" y="857694"/>
                  </a:moveTo>
                  <a:lnTo>
                    <a:pt x="664425" y="857694"/>
                  </a:lnTo>
                  <a:lnTo>
                    <a:pt x="664425" y="867854"/>
                  </a:lnTo>
                  <a:lnTo>
                    <a:pt x="705053" y="867854"/>
                  </a:lnTo>
                  <a:lnTo>
                    <a:pt x="705053" y="857694"/>
                  </a:lnTo>
                  <a:close/>
                </a:path>
                <a:path w="3502660" h="868045">
                  <a:moveTo>
                    <a:pt x="705053" y="0"/>
                  </a:moveTo>
                  <a:lnTo>
                    <a:pt x="664425" y="0"/>
                  </a:lnTo>
                  <a:lnTo>
                    <a:pt x="664425" y="10160"/>
                  </a:lnTo>
                  <a:lnTo>
                    <a:pt x="705053" y="10160"/>
                  </a:lnTo>
                  <a:lnTo>
                    <a:pt x="705053" y="0"/>
                  </a:lnTo>
                  <a:close/>
                </a:path>
                <a:path w="3502660" h="868045">
                  <a:moveTo>
                    <a:pt x="776147" y="857694"/>
                  </a:moveTo>
                  <a:lnTo>
                    <a:pt x="735520" y="857694"/>
                  </a:lnTo>
                  <a:lnTo>
                    <a:pt x="735520" y="867854"/>
                  </a:lnTo>
                  <a:lnTo>
                    <a:pt x="776147" y="867854"/>
                  </a:lnTo>
                  <a:lnTo>
                    <a:pt x="776147" y="857694"/>
                  </a:lnTo>
                  <a:close/>
                </a:path>
                <a:path w="3502660" h="868045">
                  <a:moveTo>
                    <a:pt x="776147" y="0"/>
                  </a:moveTo>
                  <a:lnTo>
                    <a:pt x="735520" y="0"/>
                  </a:lnTo>
                  <a:lnTo>
                    <a:pt x="735520" y="10160"/>
                  </a:lnTo>
                  <a:lnTo>
                    <a:pt x="776147" y="10160"/>
                  </a:lnTo>
                  <a:lnTo>
                    <a:pt x="776147" y="0"/>
                  </a:lnTo>
                  <a:close/>
                </a:path>
                <a:path w="3502660" h="868045">
                  <a:moveTo>
                    <a:pt x="847255" y="857694"/>
                  </a:moveTo>
                  <a:lnTo>
                    <a:pt x="806627" y="857694"/>
                  </a:lnTo>
                  <a:lnTo>
                    <a:pt x="806627" y="867854"/>
                  </a:lnTo>
                  <a:lnTo>
                    <a:pt x="847255" y="867854"/>
                  </a:lnTo>
                  <a:lnTo>
                    <a:pt x="847255" y="857694"/>
                  </a:lnTo>
                  <a:close/>
                </a:path>
                <a:path w="3502660" h="868045">
                  <a:moveTo>
                    <a:pt x="847255" y="0"/>
                  </a:moveTo>
                  <a:lnTo>
                    <a:pt x="806627" y="0"/>
                  </a:lnTo>
                  <a:lnTo>
                    <a:pt x="806627" y="10160"/>
                  </a:lnTo>
                  <a:lnTo>
                    <a:pt x="847255" y="10160"/>
                  </a:lnTo>
                  <a:lnTo>
                    <a:pt x="847255" y="0"/>
                  </a:lnTo>
                  <a:close/>
                </a:path>
                <a:path w="3502660" h="868045">
                  <a:moveTo>
                    <a:pt x="918349" y="857694"/>
                  </a:moveTo>
                  <a:lnTo>
                    <a:pt x="877722" y="857694"/>
                  </a:lnTo>
                  <a:lnTo>
                    <a:pt x="877722" y="867854"/>
                  </a:lnTo>
                  <a:lnTo>
                    <a:pt x="918349" y="867854"/>
                  </a:lnTo>
                  <a:lnTo>
                    <a:pt x="918349" y="857694"/>
                  </a:lnTo>
                  <a:close/>
                </a:path>
                <a:path w="3502660" h="868045">
                  <a:moveTo>
                    <a:pt x="918349" y="0"/>
                  </a:moveTo>
                  <a:lnTo>
                    <a:pt x="877722" y="0"/>
                  </a:lnTo>
                  <a:lnTo>
                    <a:pt x="877722" y="10160"/>
                  </a:lnTo>
                  <a:lnTo>
                    <a:pt x="918349" y="10160"/>
                  </a:lnTo>
                  <a:lnTo>
                    <a:pt x="918349" y="0"/>
                  </a:lnTo>
                  <a:close/>
                </a:path>
                <a:path w="3502660" h="868045">
                  <a:moveTo>
                    <a:pt x="989444" y="857694"/>
                  </a:moveTo>
                  <a:lnTo>
                    <a:pt x="948817" y="857694"/>
                  </a:lnTo>
                  <a:lnTo>
                    <a:pt x="948817" y="867854"/>
                  </a:lnTo>
                  <a:lnTo>
                    <a:pt x="989444" y="867854"/>
                  </a:lnTo>
                  <a:lnTo>
                    <a:pt x="989444" y="857694"/>
                  </a:lnTo>
                  <a:close/>
                </a:path>
                <a:path w="3502660" h="868045">
                  <a:moveTo>
                    <a:pt x="989444" y="0"/>
                  </a:moveTo>
                  <a:lnTo>
                    <a:pt x="948817" y="0"/>
                  </a:lnTo>
                  <a:lnTo>
                    <a:pt x="948817" y="10160"/>
                  </a:lnTo>
                  <a:lnTo>
                    <a:pt x="989444" y="10160"/>
                  </a:lnTo>
                  <a:lnTo>
                    <a:pt x="989444" y="0"/>
                  </a:lnTo>
                  <a:close/>
                </a:path>
                <a:path w="3502660" h="868045">
                  <a:moveTo>
                    <a:pt x="1060551" y="857694"/>
                  </a:moveTo>
                  <a:lnTo>
                    <a:pt x="1019924" y="857694"/>
                  </a:lnTo>
                  <a:lnTo>
                    <a:pt x="1019924" y="867854"/>
                  </a:lnTo>
                  <a:lnTo>
                    <a:pt x="1060551" y="867854"/>
                  </a:lnTo>
                  <a:lnTo>
                    <a:pt x="1060551" y="857694"/>
                  </a:lnTo>
                  <a:close/>
                </a:path>
                <a:path w="3502660" h="868045">
                  <a:moveTo>
                    <a:pt x="1060551" y="0"/>
                  </a:moveTo>
                  <a:lnTo>
                    <a:pt x="1019924" y="0"/>
                  </a:lnTo>
                  <a:lnTo>
                    <a:pt x="1019924" y="10160"/>
                  </a:lnTo>
                  <a:lnTo>
                    <a:pt x="1060551" y="10160"/>
                  </a:lnTo>
                  <a:lnTo>
                    <a:pt x="1060551" y="0"/>
                  </a:lnTo>
                  <a:close/>
                </a:path>
                <a:path w="3502660" h="868045">
                  <a:moveTo>
                    <a:pt x="1131646" y="857694"/>
                  </a:moveTo>
                  <a:lnTo>
                    <a:pt x="1091018" y="857694"/>
                  </a:lnTo>
                  <a:lnTo>
                    <a:pt x="1091018" y="867854"/>
                  </a:lnTo>
                  <a:lnTo>
                    <a:pt x="1131646" y="867854"/>
                  </a:lnTo>
                  <a:lnTo>
                    <a:pt x="1131646" y="857694"/>
                  </a:lnTo>
                  <a:close/>
                </a:path>
                <a:path w="3502660" h="868045">
                  <a:moveTo>
                    <a:pt x="1131646" y="0"/>
                  </a:moveTo>
                  <a:lnTo>
                    <a:pt x="1091018" y="0"/>
                  </a:lnTo>
                  <a:lnTo>
                    <a:pt x="1091018" y="10160"/>
                  </a:lnTo>
                  <a:lnTo>
                    <a:pt x="1131646" y="10160"/>
                  </a:lnTo>
                  <a:lnTo>
                    <a:pt x="1131646" y="0"/>
                  </a:lnTo>
                  <a:close/>
                </a:path>
                <a:path w="3502660" h="868045">
                  <a:moveTo>
                    <a:pt x="1202740" y="857694"/>
                  </a:moveTo>
                  <a:lnTo>
                    <a:pt x="1162113" y="857694"/>
                  </a:lnTo>
                  <a:lnTo>
                    <a:pt x="1162113" y="867854"/>
                  </a:lnTo>
                  <a:lnTo>
                    <a:pt x="1202740" y="867854"/>
                  </a:lnTo>
                  <a:lnTo>
                    <a:pt x="1202740" y="857694"/>
                  </a:lnTo>
                  <a:close/>
                </a:path>
                <a:path w="3502660" h="868045">
                  <a:moveTo>
                    <a:pt x="1202740" y="0"/>
                  </a:moveTo>
                  <a:lnTo>
                    <a:pt x="1162113" y="0"/>
                  </a:lnTo>
                  <a:lnTo>
                    <a:pt x="1162113" y="10160"/>
                  </a:lnTo>
                  <a:lnTo>
                    <a:pt x="1202740" y="10160"/>
                  </a:lnTo>
                  <a:lnTo>
                    <a:pt x="1202740" y="0"/>
                  </a:lnTo>
                  <a:close/>
                </a:path>
                <a:path w="3502660" h="868045">
                  <a:moveTo>
                    <a:pt x="1273848" y="857694"/>
                  </a:moveTo>
                  <a:lnTo>
                    <a:pt x="1233220" y="857694"/>
                  </a:lnTo>
                  <a:lnTo>
                    <a:pt x="1233220" y="867854"/>
                  </a:lnTo>
                  <a:lnTo>
                    <a:pt x="1273848" y="867854"/>
                  </a:lnTo>
                  <a:lnTo>
                    <a:pt x="1273848" y="857694"/>
                  </a:lnTo>
                  <a:close/>
                </a:path>
                <a:path w="3502660" h="868045">
                  <a:moveTo>
                    <a:pt x="1273848" y="0"/>
                  </a:moveTo>
                  <a:lnTo>
                    <a:pt x="1233220" y="0"/>
                  </a:lnTo>
                  <a:lnTo>
                    <a:pt x="1233220" y="10160"/>
                  </a:lnTo>
                  <a:lnTo>
                    <a:pt x="1273848" y="10160"/>
                  </a:lnTo>
                  <a:lnTo>
                    <a:pt x="1273848" y="0"/>
                  </a:lnTo>
                  <a:close/>
                </a:path>
                <a:path w="3502660" h="868045">
                  <a:moveTo>
                    <a:pt x="1344942" y="857694"/>
                  </a:moveTo>
                  <a:lnTo>
                    <a:pt x="1304315" y="857694"/>
                  </a:lnTo>
                  <a:lnTo>
                    <a:pt x="1304315" y="867854"/>
                  </a:lnTo>
                  <a:lnTo>
                    <a:pt x="1344942" y="867854"/>
                  </a:lnTo>
                  <a:lnTo>
                    <a:pt x="1344942" y="857694"/>
                  </a:lnTo>
                  <a:close/>
                </a:path>
                <a:path w="3502660" h="868045">
                  <a:moveTo>
                    <a:pt x="1344942" y="0"/>
                  </a:moveTo>
                  <a:lnTo>
                    <a:pt x="1304315" y="0"/>
                  </a:lnTo>
                  <a:lnTo>
                    <a:pt x="1304315" y="10160"/>
                  </a:lnTo>
                  <a:lnTo>
                    <a:pt x="1344942" y="10160"/>
                  </a:lnTo>
                  <a:lnTo>
                    <a:pt x="1344942" y="0"/>
                  </a:lnTo>
                  <a:close/>
                </a:path>
                <a:path w="3502660" h="868045">
                  <a:moveTo>
                    <a:pt x="1416037" y="857694"/>
                  </a:moveTo>
                  <a:lnTo>
                    <a:pt x="1375410" y="857694"/>
                  </a:lnTo>
                  <a:lnTo>
                    <a:pt x="1375410" y="867854"/>
                  </a:lnTo>
                  <a:lnTo>
                    <a:pt x="1416037" y="867854"/>
                  </a:lnTo>
                  <a:lnTo>
                    <a:pt x="1416037" y="857694"/>
                  </a:lnTo>
                  <a:close/>
                </a:path>
                <a:path w="3502660" h="868045">
                  <a:moveTo>
                    <a:pt x="1416037" y="0"/>
                  </a:moveTo>
                  <a:lnTo>
                    <a:pt x="1375410" y="0"/>
                  </a:lnTo>
                  <a:lnTo>
                    <a:pt x="1375410" y="10160"/>
                  </a:lnTo>
                  <a:lnTo>
                    <a:pt x="1416037" y="10160"/>
                  </a:lnTo>
                  <a:lnTo>
                    <a:pt x="1416037" y="0"/>
                  </a:lnTo>
                  <a:close/>
                </a:path>
                <a:path w="3502660" h="868045">
                  <a:moveTo>
                    <a:pt x="1487144" y="857694"/>
                  </a:moveTo>
                  <a:lnTo>
                    <a:pt x="1446517" y="857694"/>
                  </a:lnTo>
                  <a:lnTo>
                    <a:pt x="1446517" y="867854"/>
                  </a:lnTo>
                  <a:lnTo>
                    <a:pt x="1487144" y="867854"/>
                  </a:lnTo>
                  <a:lnTo>
                    <a:pt x="1487144" y="857694"/>
                  </a:lnTo>
                  <a:close/>
                </a:path>
                <a:path w="3502660" h="868045">
                  <a:moveTo>
                    <a:pt x="1487144" y="0"/>
                  </a:moveTo>
                  <a:lnTo>
                    <a:pt x="1446517" y="0"/>
                  </a:lnTo>
                  <a:lnTo>
                    <a:pt x="1446517" y="10160"/>
                  </a:lnTo>
                  <a:lnTo>
                    <a:pt x="1487144" y="10160"/>
                  </a:lnTo>
                  <a:lnTo>
                    <a:pt x="1487144" y="0"/>
                  </a:lnTo>
                  <a:close/>
                </a:path>
                <a:path w="3502660" h="868045">
                  <a:moveTo>
                    <a:pt x="1558239" y="857694"/>
                  </a:moveTo>
                  <a:lnTo>
                    <a:pt x="1517611" y="857694"/>
                  </a:lnTo>
                  <a:lnTo>
                    <a:pt x="1517611" y="867854"/>
                  </a:lnTo>
                  <a:lnTo>
                    <a:pt x="1558239" y="867854"/>
                  </a:lnTo>
                  <a:lnTo>
                    <a:pt x="1558239" y="857694"/>
                  </a:lnTo>
                  <a:close/>
                </a:path>
                <a:path w="3502660" h="868045">
                  <a:moveTo>
                    <a:pt x="1558239" y="0"/>
                  </a:moveTo>
                  <a:lnTo>
                    <a:pt x="1517611" y="0"/>
                  </a:lnTo>
                  <a:lnTo>
                    <a:pt x="1517611" y="10160"/>
                  </a:lnTo>
                  <a:lnTo>
                    <a:pt x="1558239" y="10160"/>
                  </a:lnTo>
                  <a:lnTo>
                    <a:pt x="1558239" y="0"/>
                  </a:lnTo>
                  <a:close/>
                </a:path>
                <a:path w="3502660" h="868045">
                  <a:moveTo>
                    <a:pt x="1629333" y="857694"/>
                  </a:moveTo>
                  <a:lnTo>
                    <a:pt x="1588706" y="857694"/>
                  </a:lnTo>
                  <a:lnTo>
                    <a:pt x="1588706" y="867854"/>
                  </a:lnTo>
                  <a:lnTo>
                    <a:pt x="1629333" y="867854"/>
                  </a:lnTo>
                  <a:lnTo>
                    <a:pt x="1629333" y="857694"/>
                  </a:lnTo>
                  <a:close/>
                </a:path>
                <a:path w="3502660" h="868045">
                  <a:moveTo>
                    <a:pt x="1629333" y="0"/>
                  </a:moveTo>
                  <a:lnTo>
                    <a:pt x="1588706" y="0"/>
                  </a:lnTo>
                  <a:lnTo>
                    <a:pt x="1588706" y="10160"/>
                  </a:lnTo>
                  <a:lnTo>
                    <a:pt x="1629333" y="10160"/>
                  </a:lnTo>
                  <a:lnTo>
                    <a:pt x="1629333" y="0"/>
                  </a:lnTo>
                  <a:close/>
                </a:path>
                <a:path w="3502660" h="868045">
                  <a:moveTo>
                    <a:pt x="1700441" y="857694"/>
                  </a:moveTo>
                  <a:lnTo>
                    <a:pt x="1659813" y="857694"/>
                  </a:lnTo>
                  <a:lnTo>
                    <a:pt x="1659813" y="867854"/>
                  </a:lnTo>
                  <a:lnTo>
                    <a:pt x="1700441" y="867854"/>
                  </a:lnTo>
                  <a:lnTo>
                    <a:pt x="1700441" y="857694"/>
                  </a:lnTo>
                  <a:close/>
                </a:path>
                <a:path w="3502660" h="868045">
                  <a:moveTo>
                    <a:pt x="1700441" y="0"/>
                  </a:moveTo>
                  <a:lnTo>
                    <a:pt x="1659813" y="0"/>
                  </a:lnTo>
                  <a:lnTo>
                    <a:pt x="1659813" y="10160"/>
                  </a:lnTo>
                  <a:lnTo>
                    <a:pt x="1700441" y="10160"/>
                  </a:lnTo>
                  <a:lnTo>
                    <a:pt x="1700441" y="0"/>
                  </a:lnTo>
                  <a:close/>
                </a:path>
                <a:path w="3502660" h="868045">
                  <a:moveTo>
                    <a:pt x="1771535" y="857694"/>
                  </a:moveTo>
                  <a:lnTo>
                    <a:pt x="1730908" y="857694"/>
                  </a:lnTo>
                  <a:lnTo>
                    <a:pt x="1730908" y="867854"/>
                  </a:lnTo>
                  <a:lnTo>
                    <a:pt x="1771535" y="867854"/>
                  </a:lnTo>
                  <a:lnTo>
                    <a:pt x="1771535" y="857694"/>
                  </a:lnTo>
                  <a:close/>
                </a:path>
                <a:path w="3502660" h="868045">
                  <a:moveTo>
                    <a:pt x="1771535" y="0"/>
                  </a:moveTo>
                  <a:lnTo>
                    <a:pt x="1730908" y="0"/>
                  </a:lnTo>
                  <a:lnTo>
                    <a:pt x="1730908" y="10160"/>
                  </a:lnTo>
                  <a:lnTo>
                    <a:pt x="1771535" y="10160"/>
                  </a:lnTo>
                  <a:lnTo>
                    <a:pt x="1771535" y="0"/>
                  </a:lnTo>
                  <a:close/>
                </a:path>
                <a:path w="3502660" h="868045">
                  <a:moveTo>
                    <a:pt x="1842630" y="857694"/>
                  </a:moveTo>
                  <a:lnTo>
                    <a:pt x="1802003" y="857694"/>
                  </a:lnTo>
                  <a:lnTo>
                    <a:pt x="1802003" y="867854"/>
                  </a:lnTo>
                  <a:lnTo>
                    <a:pt x="1842630" y="867854"/>
                  </a:lnTo>
                  <a:lnTo>
                    <a:pt x="1842630" y="857694"/>
                  </a:lnTo>
                  <a:close/>
                </a:path>
                <a:path w="3502660" h="868045">
                  <a:moveTo>
                    <a:pt x="1842630" y="0"/>
                  </a:moveTo>
                  <a:lnTo>
                    <a:pt x="1802003" y="0"/>
                  </a:lnTo>
                  <a:lnTo>
                    <a:pt x="1802003" y="10160"/>
                  </a:lnTo>
                  <a:lnTo>
                    <a:pt x="1842630" y="10160"/>
                  </a:lnTo>
                  <a:lnTo>
                    <a:pt x="1842630" y="0"/>
                  </a:lnTo>
                  <a:close/>
                </a:path>
                <a:path w="3502660" h="868045">
                  <a:moveTo>
                    <a:pt x="1913737" y="857694"/>
                  </a:moveTo>
                  <a:lnTo>
                    <a:pt x="1873110" y="857694"/>
                  </a:lnTo>
                  <a:lnTo>
                    <a:pt x="1873110" y="867854"/>
                  </a:lnTo>
                  <a:lnTo>
                    <a:pt x="1913737" y="867854"/>
                  </a:lnTo>
                  <a:lnTo>
                    <a:pt x="1913737" y="857694"/>
                  </a:lnTo>
                  <a:close/>
                </a:path>
                <a:path w="3502660" h="868045">
                  <a:moveTo>
                    <a:pt x="1913737" y="0"/>
                  </a:moveTo>
                  <a:lnTo>
                    <a:pt x="1873110" y="0"/>
                  </a:lnTo>
                  <a:lnTo>
                    <a:pt x="1873110" y="10160"/>
                  </a:lnTo>
                  <a:lnTo>
                    <a:pt x="1913737" y="10160"/>
                  </a:lnTo>
                  <a:lnTo>
                    <a:pt x="1913737" y="0"/>
                  </a:lnTo>
                  <a:close/>
                </a:path>
                <a:path w="3502660" h="868045">
                  <a:moveTo>
                    <a:pt x="1984832" y="857694"/>
                  </a:moveTo>
                  <a:lnTo>
                    <a:pt x="1944204" y="857694"/>
                  </a:lnTo>
                  <a:lnTo>
                    <a:pt x="1944204" y="867854"/>
                  </a:lnTo>
                  <a:lnTo>
                    <a:pt x="1984832" y="867854"/>
                  </a:lnTo>
                  <a:lnTo>
                    <a:pt x="1984832" y="857694"/>
                  </a:lnTo>
                  <a:close/>
                </a:path>
                <a:path w="3502660" h="868045">
                  <a:moveTo>
                    <a:pt x="1984832" y="0"/>
                  </a:moveTo>
                  <a:lnTo>
                    <a:pt x="1944204" y="0"/>
                  </a:lnTo>
                  <a:lnTo>
                    <a:pt x="1944204" y="10160"/>
                  </a:lnTo>
                  <a:lnTo>
                    <a:pt x="1984832" y="10160"/>
                  </a:lnTo>
                  <a:lnTo>
                    <a:pt x="1984832" y="0"/>
                  </a:lnTo>
                  <a:close/>
                </a:path>
                <a:path w="3502660" h="868045">
                  <a:moveTo>
                    <a:pt x="2055926" y="857694"/>
                  </a:moveTo>
                  <a:lnTo>
                    <a:pt x="2015299" y="857694"/>
                  </a:lnTo>
                  <a:lnTo>
                    <a:pt x="2015299" y="867854"/>
                  </a:lnTo>
                  <a:lnTo>
                    <a:pt x="2055926" y="867854"/>
                  </a:lnTo>
                  <a:lnTo>
                    <a:pt x="2055926" y="857694"/>
                  </a:lnTo>
                  <a:close/>
                </a:path>
                <a:path w="3502660" h="868045">
                  <a:moveTo>
                    <a:pt x="2055926" y="0"/>
                  </a:moveTo>
                  <a:lnTo>
                    <a:pt x="2015299" y="0"/>
                  </a:lnTo>
                  <a:lnTo>
                    <a:pt x="2015299" y="10160"/>
                  </a:lnTo>
                  <a:lnTo>
                    <a:pt x="2055926" y="10160"/>
                  </a:lnTo>
                  <a:lnTo>
                    <a:pt x="2055926" y="0"/>
                  </a:lnTo>
                  <a:close/>
                </a:path>
                <a:path w="3502660" h="868045">
                  <a:moveTo>
                    <a:pt x="2127034" y="857694"/>
                  </a:moveTo>
                  <a:lnTo>
                    <a:pt x="2086406" y="857694"/>
                  </a:lnTo>
                  <a:lnTo>
                    <a:pt x="2086406" y="867854"/>
                  </a:lnTo>
                  <a:lnTo>
                    <a:pt x="2127034" y="867854"/>
                  </a:lnTo>
                  <a:lnTo>
                    <a:pt x="2127034" y="857694"/>
                  </a:lnTo>
                  <a:close/>
                </a:path>
                <a:path w="3502660" h="868045">
                  <a:moveTo>
                    <a:pt x="2127034" y="0"/>
                  </a:moveTo>
                  <a:lnTo>
                    <a:pt x="2086406" y="0"/>
                  </a:lnTo>
                  <a:lnTo>
                    <a:pt x="2086406" y="10160"/>
                  </a:lnTo>
                  <a:lnTo>
                    <a:pt x="2127034" y="10160"/>
                  </a:lnTo>
                  <a:lnTo>
                    <a:pt x="2127034" y="0"/>
                  </a:lnTo>
                  <a:close/>
                </a:path>
                <a:path w="3502660" h="868045">
                  <a:moveTo>
                    <a:pt x="2198128" y="857694"/>
                  </a:moveTo>
                  <a:lnTo>
                    <a:pt x="2157501" y="857694"/>
                  </a:lnTo>
                  <a:lnTo>
                    <a:pt x="2157501" y="867854"/>
                  </a:lnTo>
                  <a:lnTo>
                    <a:pt x="2198128" y="867854"/>
                  </a:lnTo>
                  <a:lnTo>
                    <a:pt x="2198128" y="857694"/>
                  </a:lnTo>
                  <a:close/>
                </a:path>
                <a:path w="3502660" h="868045">
                  <a:moveTo>
                    <a:pt x="2198128" y="0"/>
                  </a:moveTo>
                  <a:lnTo>
                    <a:pt x="2157501" y="0"/>
                  </a:lnTo>
                  <a:lnTo>
                    <a:pt x="2157501" y="10160"/>
                  </a:lnTo>
                  <a:lnTo>
                    <a:pt x="2198128" y="10160"/>
                  </a:lnTo>
                  <a:lnTo>
                    <a:pt x="2198128" y="0"/>
                  </a:lnTo>
                  <a:close/>
                </a:path>
                <a:path w="3502660" h="868045">
                  <a:moveTo>
                    <a:pt x="2269223" y="857694"/>
                  </a:moveTo>
                  <a:lnTo>
                    <a:pt x="2228596" y="857694"/>
                  </a:lnTo>
                  <a:lnTo>
                    <a:pt x="2228596" y="867854"/>
                  </a:lnTo>
                  <a:lnTo>
                    <a:pt x="2269223" y="867854"/>
                  </a:lnTo>
                  <a:lnTo>
                    <a:pt x="2269223" y="857694"/>
                  </a:lnTo>
                  <a:close/>
                </a:path>
                <a:path w="3502660" h="868045">
                  <a:moveTo>
                    <a:pt x="2269223" y="0"/>
                  </a:moveTo>
                  <a:lnTo>
                    <a:pt x="2228596" y="0"/>
                  </a:lnTo>
                  <a:lnTo>
                    <a:pt x="2228596" y="10160"/>
                  </a:lnTo>
                  <a:lnTo>
                    <a:pt x="2269223" y="10160"/>
                  </a:lnTo>
                  <a:lnTo>
                    <a:pt x="2269223" y="0"/>
                  </a:lnTo>
                  <a:close/>
                </a:path>
                <a:path w="3502660" h="868045">
                  <a:moveTo>
                    <a:pt x="2340330" y="857694"/>
                  </a:moveTo>
                  <a:lnTo>
                    <a:pt x="2299703" y="857694"/>
                  </a:lnTo>
                  <a:lnTo>
                    <a:pt x="2299703" y="867854"/>
                  </a:lnTo>
                  <a:lnTo>
                    <a:pt x="2340330" y="867854"/>
                  </a:lnTo>
                  <a:lnTo>
                    <a:pt x="2340330" y="857694"/>
                  </a:lnTo>
                  <a:close/>
                </a:path>
                <a:path w="3502660" h="868045">
                  <a:moveTo>
                    <a:pt x="2340330" y="0"/>
                  </a:moveTo>
                  <a:lnTo>
                    <a:pt x="2299703" y="0"/>
                  </a:lnTo>
                  <a:lnTo>
                    <a:pt x="2299703" y="10160"/>
                  </a:lnTo>
                  <a:lnTo>
                    <a:pt x="2340330" y="10160"/>
                  </a:lnTo>
                  <a:lnTo>
                    <a:pt x="2340330" y="0"/>
                  </a:lnTo>
                  <a:close/>
                </a:path>
                <a:path w="3502660" h="868045">
                  <a:moveTo>
                    <a:pt x="2411425" y="857694"/>
                  </a:moveTo>
                  <a:lnTo>
                    <a:pt x="2370798" y="857694"/>
                  </a:lnTo>
                  <a:lnTo>
                    <a:pt x="2370798" y="867854"/>
                  </a:lnTo>
                  <a:lnTo>
                    <a:pt x="2411425" y="867854"/>
                  </a:lnTo>
                  <a:lnTo>
                    <a:pt x="2411425" y="857694"/>
                  </a:lnTo>
                  <a:close/>
                </a:path>
                <a:path w="3502660" h="868045">
                  <a:moveTo>
                    <a:pt x="2411425" y="0"/>
                  </a:moveTo>
                  <a:lnTo>
                    <a:pt x="2370798" y="0"/>
                  </a:lnTo>
                  <a:lnTo>
                    <a:pt x="2370798" y="10160"/>
                  </a:lnTo>
                  <a:lnTo>
                    <a:pt x="2411425" y="10160"/>
                  </a:lnTo>
                  <a:lnTo>
                    <a:pt x="2411425" y="0"/>
                  </a:lnTo>
                  <a:close/>
                </a:path>
                <a:path w="3502660" h="868045">
                  <a:moveTo>
                    <a:pt x="2482519" y="857694"/>
                  </a:moveTo>
                  <a:lnTo>
                    <a:pt x="2441892" y="857694"/>
                  </a:lnTo>
                  <a:lnTo>
                    <a:pt x="2441892" y="867854"/>
                  </a:lnTo>
                  <a:lnTo>
                    <a:pt x="2482519" y="867854"/>
                  </a:lnTo>
                  <a:lnTo>
                    <a:pt x="2482519" y="857694"/>
                  </a:lnTo>
                  <a:close/>
                </a:path>
                <a:path w="3502660" h="868045">
                  <a:moveTo>
                    <a:pt x="2482519" y="0"/>
                  </a:moveTo>
                  <a:lnTo>
                    <a:pt x="2441892" y="0"/>
                  </a:lnTo>
                  <a:lnTo>
                    <a:pt x="2441892" y="10160"/>
                  </a:lnTo>
                  <a:lnTo>
                    <a:pt x="2482519" y="10160"/>
                  </a:lnTo>
                  <a:lnTo>
                    <a:pt x="2482519" y="0"/>
                  </a:lnTo>
                  <a:close/>
                </a:path>
                <a:path w="3502660" h="868045">
                  <a:moveTo>
                    <a:pt x="2553627" y="857694"/>
                  </a:moveTo>
                  <a:lnTo>
                    <a:pt x="2512999" y="857694"/>
                  </a:lnTo>
                  <a:lnTo>
                    <a:pt x="2512999" y="867854"/>
                  </a:lnTo>
                  <a:lnTo>
                    <a:pt x="2553627" y="867854"/>
                  </a:lnTo>
                  <a:lnTo>
                    <a:pt x="2553627" y="857694"/>
                  </a:lnTo>
                  <a:close/>
                </a:path>
                <a:path w="3502660" h="868045">
                  <a:moveTo>
                    <a:pt x="2553627" y="0"/>
                  </a:moveTo>
                  <a:lnTo>
                    <a:pt x="2512999" y="0"/>
                  </a:lnTo>
                  <a:lnTo>
                    <a:pt x="2512999" y="10160"/>
                  </a:lnTo>
                  <a:lnTo>
                    <a:pt x="2553627" y="10160"/>
                  </a:lnTo>
                  <a:lnTo>
                    <a:pt x="2553627" y="0"/>
                  </a:lnTo>
                  <a:close/>
                </a:path>
                <a:path w="3502660" h="868045">
                  <a:moveTo>
                    <a:pt x="2624721" y="857694"/>
                  </a:moveTo>
                  <a:lnTo>
                    <a:pt x="2584094" y="857694"/>
                  </a:lnTo>
                  <a:lnTo>
                    <a:pt x="2584094" y="867854"/>
                  </a:lnTo>
                  <a:lnTo>
                    <a:pt x="2624721" y="867854"/>
                  </a:lnTo>
                  <a:lnTo>
                    <a:pt x="2624721" y="857694"/>
                  </a:lnTo>
                  <a:close/>
                </a:path>
                <a:path w="3502660" h="868045">
                  <a:moveTo>
                    <a:pt x="2624721" y="0"/>
                  </a:moveTo>
                  <a:lnTo>
                    <a:pt x="2584094" y="0"/>
                  </a:lnTo>
                  <a:lnTo>
                    <a:pt x="2584094" y="10160"/>
                  </a:lnTo>
                  <a:lnTo>
                    <a:pt x="2624721" y="10160"/>
                  </a:lnTo>
                  <a:lnTo>
                    <a:pt x="2624721" y="0"/>
                  </a:lnTo>
                  <a:close/>
                </a:path>
                <a:path w="3502660" h="868045">
                  <a:moveTo>
                    <a:pt x="2695816" y="857694"/>
                  </a:moveTo>
                  <a:lnTo>
                    <a:pt x="2655189" y="857694"/>
                  </a:lnTo>
                  <a:lnTo>
                    <a:pt x="2655189" y="867854"/>
                  </a:lnTo>
                  <a:lnTo>
                    <a:pt x="2695816" y="867854"/>
                  </a:lnTo>
                  <a:lnTo>
                    <a:pt x="2695816" y="857694"/>
                  </a:lnTo>
                  <a:close/>
                </a:path>
                <a:path w="3502660" h="868045">
                  <a:moveTo>
                    <a:pt x="2695816" y="0"/>
                  </a:moveTo>
                  <a:lnTo>
                    <a:pt x="2655189" y="0"/>
                  </a:lnTo>
                  <a:lnTo>
                    <a:pt x="2655189" y="10160"/>
                  </a:lnTo>
                  <a:lnTo>
                    <a:pt x="2695816" y="10160"/>
                  </a:lnTo>
                  <a:lnTo>
                    <a:pt x="2695816" y="0"/>
                  </a:lnTo>
                  <a:close/>
                </a:path>
                <a:path w="3502660" h="868045">
                  <a:moveTo>
                    <a:pt x="2766923" y="857694"/>
                  </a:moveTo>
                  <a:lnTo>
                    <a:pt x="2726296" y="857694"/>
                  </a:lnTo>
                  <a:lnTo>
                    <a:pt x="2726296" y="867854"/>
                  </a:lnTo>
                  <a:lnTo>
                    <a:pt x="2766923" y="867854"/>
                  </a:lnTo>
                  <a:lnTo>
                    <a:pt x="2766923" y="857694"/>
                  </a:lnTo>
                  <a:close/>
                </a:path>
                <a:path w="3502660" h="868045">
                  <a:moveTo>
                    <a:pt x="2766923" y="0"/>
                  </a:moveTo>
                  <a:lnTo>
                    <a:pt x="2726296" y="0"/>
                  </a:lnTo>
                  <a:lnTo>
                    <a:pt x="2726296" y="10160"/>
                  </a:lnTo>
                  <a:lnTo>
                    <a:pt x="2766923" y="10160"/>
                  </a:lnTo>
                  <a:lnTo>
                    <a:pt x="2766923" y="0"/>
                  </a:lnTo>
                  <a:close/>
                </a:path>
                <a:path w="3502660" h="868045">
                  <a:moveTo>
                    <a:pt x="2838018" y="857694"/>
                  </a:moveTo>
                  <a:lnTo>
                    <a:pt x="2797391" y="857694"/>
                  </a:lnTo>
                  <a:lnTo>
                    <a:pt x="2797391" y="867854"/>
                  </a:lnTo>
                  <a:lnTo>
                    <a:pt x="2838018" y="867854"/>
                  </a:lnTo>
                  <a:lnTo>
                    <a:pt x="2838018" y="857694"/>
                  </a:lnTo>
                  <a:close/>
                </a:path>
                <a:path w="3502660" h="868045">
                  <a:moveTo>
                    <a:pt x="2838018" y="0"/>
                  </a:moveTo>
                  <a:lnTo>
                    <a:pt x="2797391" y="0"/>
                  </a:lnTo>
                  <a:lnTo>
                    <a:pt x="2797391" y="10160"/>
                  </a:lnTo>
                  <a:lnTo>
                    <a:pt x="2838018" y="10160"/>
                  </a:lnTo>
                  <a:lnTo>
                    <a:pt x="2838018" y="0"/>
                  </a:lnTo>
                  <a:close/>
                </a:path>
                <a:path w="3502660" h="868045">
                  <a:moveTo>
                    <a:pt x="2909112" y="857694"/>
                  </a:moveTo>
                  <a:lnTo>
                    <a:pt x="2868485" y="857694"/>
                  </a:lnTo>
                  <a:lnTo>
                    <a:pt x="2868485" y="867854"/>
                  </a:lnTo>
                  <a:lnTo>
                    <a:pt x="2909112" y="867854"/>
                  </a:lnTo>
                  <a:lnTo>
                    <a:pt x="2909112" y="857694"/>
                  </a:lnTo>
                  <a:close/>
                </a:path>
                <a:path w="3502660" h="868045">
                  <a:moveTo>
                    <a:pt x="2909112" y="0"/>
                  </a:moveTo>
                  <a:lnTo>
                    <a:pt x="2868485" y="0"/>
                  </a:lnTo>
                  <a:lnTo>
                    <a:pt x="2868485" y="10160"/>
                  </a:lnTo>
                  <a:lnTo>
                    <a:pt x="2909112" y="10160"/>
                  </a:lnTo>
                  <a:lnTo>
                    <a:pt x="2909112" y="0"/>
                  </a:lnTo>
                  <a:close/>
                </a:path>
                <a:path w="3502660" h="868045">
                  <a:moveTo>
                    <a:pt x="2980220" y="857694"/>
                  </a:moveTo>
                  <a:lnTo>
                    <a:pt x="2939592" y="857694"/>
                  </a:lnTo>
                  <a:lnTo>
                    <a:pt x="2939592" y="867854"/>
                  </a:lnTo>
                  <a:lnTo>
                    <a:pt x="2980220" y="867854"/>
                  </a:lnTo>
                  <a:lnTo>
                    <a:pt x="2980220" y="857694"/>
                  </a:lnTo>
                  <a:close/>
                </a:path>
                <a:path w="3502660" h="868045">
                  <a:moveTo>
                    <a:pt x="2980220" y="0"/>
                  </a:moveTo>
                  <a:lnTo>
                    <a:pt x="2939592" y="0"/>
                  </a:lnTo>
                  <a:lnTo>
                    <a:pt x="2939592" y="10160"/>
                  </a:lnTo>
                  <a:lnTo>
                    <a:pt x="2980220" y="10160"/>
                  </a:lnTo>
                  <a:lnTo>
                    <a:pt x="2980220" y="0"/>
                  </a:lnTo>
                  <a:close/>
                </a:path>
                <a:path w="3502660" h="868045">
                  <a:moveTo>
                    <a:pt x="3051314" y="857694"/>
                  </a:moveTo>
                  <a:lnTo>
                    <a:pt x="3010687" y="857694"/>
                  </a:lnTo>
                  <a:lnTo>
                    <a:pt x="3010687" y="867854"/>
                  </a:lnTo>
                  <a:lnTo>
                    <a:pt x="3051314" y="867854"/>
                  </a:lnTo>
                  <a:lnTo>
                    <a:pt x="3051314" y="857694"/>
                  </a:lnTo>
                  <a:close/>
                </a:path>
                <a:path w="3502660" h="868045">
                  <a:moveTo>
                    <a:pt x="3051314" y="0"/>
                  </a:moveTo>
                  <a:lnTo>
                    <a:pt x="3010687" y="0"/>
                  </a:lnTo>
                  <a:lnTo>
                    <a:pt x="3010687" y="10160"/>
                  </a:lnTo>
                  <a:lnTo>
                    <a:pt x="3051314" y="10160"/>
                  </a:lnTo>
                  <a:lnTo>
                    <a:pt x="3051314" y="0"/>
                  </a:lnTo>
                  <a:close/>
                </a:path>
                <a:path w="3502660" h="868045">
                  <a:moveTo>
                    <a:pt x="3123463" y="867651"/>
                  </a:moveTo>
                  <a:lnTo>
                    <a:pt x="3123361" y="862774"/>
                  </a:lnTo>
                  <a:lnTo>
                    <a:pt x="3123273" y="857491"/>
                  </a:lnTo>
                  <a:lnTo>
                    <a:pt x="3116262" y="857631"/>
                  </a:lnTo>
                  <a:lnTo>
                    <a:pt x="3102102" y="857631"/>
                  </a:lnTo>
                  <a:lnTo>
                    <a:pt x="3081782" y="857631"/>
                  </a:lnTo>
                  <a:lnTo>
                    <a:pt x="3081782" y="867791"/>
                  </a:lnTo>
                  <a:lnTo>
                    <a:pt x="3102102" y="867791"/>
                  </a:lnTo>
                  <a:lnTo>
                    <a:pt x="3116389" y="867791"/>
                  </a:lnTo>
                  <a:lnTo>
                    <a:pt x="3123463" y="867651"/>
                  </a:lnTo>
                  <a:close/>
                </a:path>
                <a:path w="3502660" h="868045">
                  <a:moveTo>
                    <a:pt x="3123463" y="203"/>
                  </a:moveTo>
                  <a:lnTo>
                    <a:pt x="3112135" y="0"/>
                  </a:lnTo>
                  <a:lnTo>
                    <a:pt x="3102102" y="0"/>
                  </a:lnTo>
                  <a:lnTo>
                    <a:pt x="3081782" y="0"/>
                  </a:lnTo>
                  <a:lnTo>
                    <a:pt x="3081782" y="10160"/>
                  </a:lnTo>
                  <a:lnTo>
                    <a:pt x="3102102" y="10160"/>
                  </a:lnTo>
                  <a:lnTo>
                    <a:pt x="3123273" y="10160"/>
                  </a:lnTo>
                  <a:lnTo>
                    <a:pt x="3123361" y="5283"/>
                  </a:lnTo>
                  <a:lnTo>
                    <a:pt x="3123463" y="203"/>
                  </a:lnTo>
                  <a:close/>
                </a:path>
                <a:path w="3502660" h="868045">
                  <a:moveTo>
                    <a:pt x="3198126" y="863625"/>
                  </a:moveTo>
                  <a:lnTo>
                    <a:pt x="3197225" y="853503"/>
                  </a:lnTo>
                  <a:lnTo>
                    <a:pt x="3186823" y="854392"/>
                  </a:lnTo>
                  <a:lnTo>
                    <a:pt x="3176320" y="855167"/>
                  </a:lnTo>
                  <a:lnTo>
                    <a:pt x="3165716" y="855840"/>
                  </a:lnTo>
                  <a:lnTo>
                    <a:pt x="3155023" y="856411"/>
                  </a:lnTo>
                  <a:lnTo>
                    <a:pt x="3155518" y="866571"/>
                  </a:lnTo>
                  <a:lnTo>
                    <a:pt x="3177019" y="865301"/>
                  </a:lnTo>
                  <a:lnTo>
                    <a:pt x="3187623" y="864514"/>
                  </a:lnTo>
                  <a:lnTo>
                    <a:pt x="3198126" y="863625"/>
                  </a:lnTo>
                  <a:close/>
                </a:path>
                <a:path w="3502660" h="868045">
                  <a:moveTo>
                    <a:pt x="3198126" y="4229"/>
                  </a:moveTo>
                  <a:lnTo>
                    <a:pt x="3187623" y="3340"/>
                  </a:lnTo>
                  <a:lnTo>
                    <a:pt x="3177006" y="2565"/>
                  </a:lnTo>
                  <a:lnTo>
                    <a:pt x="3166300" y="1879"/>
                  </a:lnTo>
                  <a:lnTo>
                    <a:pt x="3155505" y="1295"/>
                  </a:lnTo>
                  <a:lnTo>
                    <a:pt x="3155404" y="3340"/>
                  </a:lnTo>
                  <a:lnTo>
                    <a:pt x="3155353" y="4229"/>
                  </a:lnTo>
                  <a:lnTo>
                    <a:pt x="3155010" y="11442"/>
                  </a:lnTo>
                  <a:lnTo>
                    <a:pt x="3165703" y="12014"/>
                  </a:lnTo>
                  <a:lnTo>
                    <a:pt x="3176308" y="12700"/>
                  </a:lnTo>
                  <a:lnTo>
                    <a:pt x="3186811" y="13474"/>
                  </a:lnTo>
                  <a:lnTo>
                    <a:pt x="3197212" y="14351"/>
                  </a:lnTo>
                  <a:lnTo>
                    <a:pt x="3197288" y="13474"/>
                  </a:lnTo>
                  <a:lnTo>
                    <a:pt x="3197352" y="12700"/>
                  </a:lnTo>
                  <a:lnTo>
                    <a:pt x="3197466" y="11442"/>
                  </a:lnTo>
                  <a:lnTo>
                    <a:pt x="3198126" y="4229"/>
                  </a:lnTo>
                  <a:close/>
                </a:path>
                <a:path w="3502660" h="868045">
                  <a:moveTo>
                    <a:pt x="3272294" y="13817"/>
                  </a:moveTo>
                  <a:lnTo>
                    <a:pt x="3261944" y="12115"/>
                  </a:lnTo>
                  <a:lnTo>
                    <a:pt x="3251454" y="10502"/>
                  </a:lnTo>
                  <a:lnTo>
                    <a:pt x="3240798" y="9004"/>
                  </a:lnTo>
                  <a:lnTo>
                    <a:pt x="3230016" y="7620"/>
                  </a:lnTo>
                  <a:lnTo>
                    <a:pt x="3228784" y="17703"/>
                  </a:lnTo>
                  <a:lnTo>
                    <a:pt x="3239452" y="19075"/>
                  </a:lnTo>
                  <a:lnTo>
                    <a:pt x="3249980" y="20561"/>
                  </a:lnTo>
                  <a:lnTo>
                    <a:pt x="3260356" y="22136"/>
                  </a:lnTo>
                  <a:lnTo>
                    <a:pt x="3270580" y="23825"/>
                  </a:lnTo>
                  <a:lnTo>
                    <a:pt x="3272294" y="13817"/>
                  </a:lnTo>
                  <a:close/>
                </a:path>
                <a:path w="3502660" h="868045">
                  <a:moveTo>
                    <a:pt x="3272320" y="854036"/>
                  </a:moveTo>
                  <a:lnTo>
                    <a:pt x="3270605" y="844029"/>
                  </a:lnTo>
                  <a:lnTo>
                    <a:pt x="3260369" y="845718"/>
                  </a:lnTo>
                  <a:lnTo>
                    <a:pt x="3249993" y="847305"/>
                  </a:lnTo>
                  <a:lnTo>
                    <a:pt x="3239465" y="848791"/>
                  </a:lnTo>
                  <a:lnTo>
                    <a:pt x="3228797" y="850163"/>
                  </a:lnTo>
                  <a:lnTo>
                    <a:pt x="3230029" y="860247"/>
                  </a:lnTo>
                  <a:lnTo>
                    <a:pt x="3240824" y="858850"/>
                  </a:lnTo>
                  <a:lnTo>
                    <a:pt x="3251466" y="857351"/>
                  </a:lnTo>
                  <a:lnTo>
                    <a:pt x="3261969" y="855751"/>
                  </a:lnTo>
                  <a:lnTo>
                    <a:pt x="3272320" y="854036"/>
                  </a:lnTo>
                  <a:close/>
                </a:path>
                <a:path w="3502660" h="868045">
                  <a:moveTo>
                    <a:pt x="3345446" y="30073"/>
                  </a:moveTo>
                  <a:lnTo>
                    <a:pt x="3335388" y="27355"/>
                  </a:lnTo>
                  <a:lnTo>
                    <a:pt x="3325101" y="24739"/>
                  </a:lnTo>
                  <a:lnTo>
                    <a:pt x="3314573" y="22250"/>
                  </a:lnTo>
                  <a:lnTo>
                    <a:pt x="3303841" y="19875"/>
                  </a:lnTo>
                  <a:lnTo>
                    <a:pt x="3301720" y="29806"/>
                  </a:lnTo>
                  <a:lnTo>
                    <a:pt x="3312312" y="32156"/>
                  </a:lnTo>
                  <a:lnTo>
                    <a:pt x="3322675" y="34607"/>
                  </a:lnTo>
                  <a:lnTo>
                    <a:pt x="3332810" y="37172"/>
                  </a:lnTo>
                  <a:lnTo>
                    <a:pt x="3342703" y="39852"/>
                  </a:lnTo>
                  <a:lnTo>
                    <a:pt x="3345446" y="30073"/>
                  </a:lnTo>
                  <a:close/>
                </a:path>
                <a:path w="3502660" h="868045">
                  <a:moveTo>
                    <a:pt x="3345472" y="837768"/>
                  </a:moveTo>
                  <a:lnTo>
                    <a:pt x="3342741" y="827989"/>
                  </a:lnTo>
                  <a:lnTo>
                    <a:pt x="3332835" y="830668"/>
                  </a:lnTo>
                  <a:lnTo>
                    <a:pt x="3322701" y="833247"/>
                  </a:lnTo>
                  <a:lnTo>
                    <a:pt x="3312337" y="835710"/>
                  </a:lnTo>
                  <a:lnTo>
                    <a:pt x="3301746" y="838047"/>
                  </a:lnTo>
                  <a:lnTo>
                    <a:pt x="3303854" y="847979"/>
                  </a:lnTo>
                  <a:lnTo>
                    <a:pt x="3314598" y="845604"/>
                  </a:lnTo>
                  <a:lnTo>
                    <a:pt x="3325482" y="843013"/>
                  </a:lnTo>
                  <a:lnTo>
                    <a:pt x="3335413" y="840498"/>
                  </a:lnTo>
                  <a:lnTo>
                    <a:pt x="3345472" y="837768"/>
                  </a:lnTo>
                  <a:close/>
                </a:path>
                <a:path w="3502660" h="868045">
                  <a:moveTo>
                    <a:pt x="3416160" y="55537"/>
                  </a:moveTo>
                  <a:lnTo>
                    <a:pt x="3406762" y="51358"/>
                  </a:lnTo>
                  <a:lnTo>
                    <a:pt x="3396958" y="47307"/>
                  </a:lnTo>
                  <a:lnTo>
                    <a:pt x="3386759" y="43395"/>
                  </a:lnTo>
                  <a:lnTo>
                    <a:pt x="3376193" y="39624"/>
                  </a:lnTo>
                  <a:lnTo>
                    <a:pt x="3372891" y="49225"/>
                  </a:lnTo>
                  <a:lnTo>
                    <a:pt x="3383242" y="52920"/>
                  </a:lnTo>
                  <a:lnTo>
                    <a:pt x="3393198" y="56743"/>
                  </a:lnTo>
                  <a:lnTo>
                    <a:pt x="3402749" y="60693"/>
                  </a:lnTo>
                  <a:lnTo>
                    <a:pt x="3411893" y="64757"/>
                  </a:lnTo>
                  <a:lnTo>
                    <a:pt x="3416160" y="55537"/>
                  </a:lnTo>
                  <a:close/>
                </a:path>
                <a:path w="3502660" h="868045">
                  <a:moveTo>
                    <a:pt x="3416185" y="812279"/>
                  </a:moveTo>
                  <a:lnTo>
                    <a:pt x="3411918" y="803071"/>
                  </a:lnTo>
                  <a:lnTo>
                    <a:pt x="3402774" y="807148"/>
                  </a:lnTo>
                  <a:lnTo>
                    <a:pt x="3393224" y="811098"/>
                  </a:lnTo>
                  <a:lnTo>
                    <a:pt x="3383267" y="814920"/>
                  </a:lnTo>
                  <a:lnTo>
                    <a:pt x="3372916" y="818616"/>
                  </a:lnTo>
                  <a:lnTo>
                    <a:pt x="3376218" y="828217"/>
                  </a:lnTo>
                  <a:lnTo>
                    <a:pt x="3386785" y="824445"/>
                  </a:lnTo>
                  <a:lnTo>
                    <a:pt x="3396983" y="820534"/>
                  </a:lnTo>
                  <a:lnTo>
                    <a:pt x="3406787" y="816470"/>
                  </a:lnTo>
                  <a:lnTo>
                    <a:pt x="3416185" y="812279"/>
                  </a:lnTo>
                  <a:close/>
                </a:path>
                <a:path w="3502660" h="868045">
                  <a:moveTo>
                    <a:pt x="3479368" y="97497"/>
                  </a:moveTo>
                  <a:lnTo>
                    <a:pt x="3472027" y="90474"/>
                  </a:lnTo>
                  <a:lnTo>
                    <a:pt x="3463810" y="83654"/>
                  </a:lnTo>
                  <a:lnTo>
                    <a:pt x="3454730" y="77063"/>
                  </a:lnTo>
                  <a:lnTo>
                    <a:pt x="3444824" y="70688"/>
                  </a:lnTo>
                  <a:lnTo>
                    <a:pt x="3439553" y="79375"/>
                  </a:lnTo>
                  <a:lnTo>
                    <a:pt x="3449002" y="85458"/>
                  </a:lnTo>
                  <a:lnTo>
                    <a:pt x="3457587" y="91694"/>
                  </a:lnTo>
                  <a:lnTo>
                    <a:pt x="3465271" y="98056"/>
                  </a:lnTo>
                  <a:lnTo>
                    <a:pt x="3472053" y="104546"/>
                  </a:lnTo>
                  <a:lnTo>
                    <a:pt x="3479368" y="97497"/>
                  </a:lnTo>
                  <a:close/>
                </a:path>
                <a:path w="3502660" h="868045">
                  <a:moveTo>
                    <a:pt x="3502660" y="140246"/>
                  </a:moveTo>
                  <a:lnTo>
                    <a:pt x="3501110" y="132689"/>
                  </a:lnTo>
                  <a:lnTo>
                    <a:pt x="3498164" y="125361"/>
                  </a:lnTo>
                  <a:lnTo>
                    <a:pt x="3488740" y="129159"/>
                  </a:lnTo>
                  <a:lnTo>
                    <a:pt x="3489147" y="130187"/>
                  </a:lnTo>
                  <a:lnTo>
                    <a:pt x="3477399" y="113334"/>
                  </a:lnTo>
                  <a:lnTo>
                    <a:pt x="3421240" y="74993"/>
                  </a:lnTo>
                  <a:lnTo>
                    <a:pt x="3381705" y="58712"/>
                  </a:lnTo>
                  <a:lnTo>
                    <a:pt x="3335617" y="44742"/>
                  </a:lnTo>
                  <a:lnTo>
                    <a:pt x="3283801" y="33388"/>
                  </a:lnTo>
                  <a:lnTo>
                    <a:pt x="3227057" y="24904"/>
                  </a:lnTo>
                  <a:lnTo>
                    <a:pt x="3166224" y="19621"/>
                  </a:lnTo>
                  <a:lnTo>
                    <a:pt x="3102102" y="17792"/>
                  </a:lnTo>
                  <a:lnTo>
                    <a:pt x="400329" y="17792"/>
                  </a:lnTo>
                  <a:lnTo>
                    <a:pt x="336219" y="19621"/>
                  </a:lnTo>
                  <a:lnTo>
                    <a:pt x="275412" y="24904"/>
                  </a:lnTo>
                  <a:lnTo>
                    <a:pt x="218694" y="33388"/>
                  </a:lnTo>
                  <a:lnTo>
                    <a:pt x="166903" y="44742"/>
                  </a:lnTo>
                  <a:lnTo>
                    <a:pt x="120853" y="58712"/>
                  </a:lnTo>
                  <a:lnTo>
                    <a:pt x="81343" y="74993"/>
                  </a:lnTo>
                  <a:lnTo>
                    <a:pt x="25222" y="113334"/>
                  </a:lnTo>
                  <a:lnTo>
                    <a:pt x="13525" y="130124"/>
                  </a:lnTo>
                  <a:lnTo>
                    <a:pt x="13919" y="129159"/>
                  </a:lnTo>
                  <a:lnTo>
                    <a:pt x="4495" y="125374"/>
                  </a:lnTo>
                  <a:lnTo>
                    <a:pt x="1549" y="132689"/>
                  </a:lnTo>
                  <a:lnTo>
                    <a:pt x="0" y="140246"/>
                  </a:lnTo>
                  <a:lnTo>
                    <a:pt x="0" y="168402"/>
                  </a:lnTo>
                  <a:lnTo>
                    <a:pt x="5067" y="168402"/>
                  </a:lnTo>
                  <a:lnTo>
                    <a:pt x="5067" y="199034"/>
                  </a:lnTo>
                  <a:lnTo>
                    <a:pt x="0" y="199034"/>
                  </a:lnTo>
                  <a:lnTo>
                    <a:pt x="0" y="239877"/>
                  </a:lnTo>
                  <a:lnTo>
                    <a:pt x="5067" y="239877"/>
                  </a:lnTo>
                  <a:lnTo>
                    <a:pt x="5067" y="270510"/>
                  </a:lnTo>
                  <a:lnTo>
                    <a:pt x="0" y="270510"/>
                  </a:lnTo>
                  <a:lnTo>
                    <a:pt x="0" y="311353"/>
                  </a:lnTo>
                  <a:lnTo>
                    <a:pt x="5067" y="311353"/>
                  </a:lnTo>
                  <a:lnTo>
                    <a:pt x="5067" y="341985"/>
                  </a:lnTo>
                  <a:lnTo>
                    <a:pt x="0" y="341985"/>
                  </a:lnTo>
                  <a:lnTo>
                    <a:pt x="0" y="382828"/>
                  </a:lnTo>
                  <a:lnTo>
                    <a:pt x="5067" y="382828"/>
                  </a:lnTo>
                  <a:lnTo>
                    <a:pt x="5067" y="413473"/>
                  </a:lnTo>
                  <a:lnTo>
                    <a:pt x="0" y="413473"/>
                  </a:lnTo>
                  <a:lnTo>
                    <a:pt x="0" y="454317"/>
                  </a:lnTo>
                  <a:lnTo>
                    <a:pt x="5067" y="454317"/>
                  </a:lnTo>
                  <a:lnTo>
                    <a:pt x="5067" y="484949"/>
                  </a:lnTo>
                  <a:lnTo>
                    <a:pt x="0" y="484949"/>
                  </a:lnTo>
                  <a:lnTo>
                    <a:pt x="0" y="525792"/>
                  </a:lnTo>
                  <a:lnTo>
                    <a:pt x="5067" y="525792"/>
                  </a:lnTo>
                  <a:lnTo>
                    <a:pt x="5067" y="556425"/>
                  </a:lnTo>
                  <a:lnTo>
                    <a:pt x="0" y="556425"/>
                  </a:lnTo>
                  <a:lnTo>
                    <a:pt x="0" y="597268"/>
                  </a:lnTo>
                  <a:lnTo>
                    <a:pt x="5067" y="597268"/>
                  </a:lnTo>
                  <a:lnTo>
                    <a:pt x="5067" y="627900"/>
                  </a:lnTo>
                  <a:lnTo>
                    <a:pt x="0" y="627900"/>
                  </a:lnTo>
                  <a:lnTo>
                    <a:pt x="0" y="668743"/>
                  </a:lnTo>
                  <a:lnTo>
                    <a:pt x="5067" y="668743"/>
                  </a:lnTo>
                  <a:lnTo>
                    <a:pt x="5067" y="699376"/>
                  </a:lnTo>
                  <a:lnTo>
                    <a:pt x="0" y="699376"/>
                  </a:lnTo>
                  <a:lnTo>
                    <a:pt x="0" y="727532"/>
                  </a:lnTo>
                  <a:lnTo>
                    <a:pt x="1549" y="735088"/>
                  </a:lnTo>
                  <a:lnTo>
                    <a:pt x="4483" y="742403"/>
                  </a:lnTo>
                  <a:lnTo>
                    <a:pt x="10731" y="739914"/>
                  </a:lnTo>
                  <a:lnTo>
                    <a:pt x="25222" y="760704"/>
                  </a:lnTo>
                  <a:lnTo>
                    <a:pt x="29476" y="764286"/>
                  </a:lnTo>
                  <a:lnTo>
                    <a:pt x="23241" y="770280"/>
                  </a:lnTo>
                  <a:lnTo>
                    <a:pt x="30556" y="777316"/>
                  </a:lnTo>
                  <a:lnTo>
                    <a:pt x="38773" y="784148"/>
                  </a:lnTo>
                  <a:lnTo>
                    <a:pt x="47840" y="790752"/>
                  </a:lnTo>
                  <a:lnTo>
                    <a:pt x="57746" y="797128"/>
                  </a:lnTo>
                  <a:lnTo>
                    <a:pt x="62915" y="788593"/>
                  </a:lnTo>
                  <a:lnTo>
                    <a:pt x="81343" y="799084"/>
                  </a:lnTo>
                  <a:lnTo>
                    <a:pt x="120853" y="815365"/>
                  </a:lnTo>
                  <a:lnTo>
                    <a:pt x="166903" y="829335"/>
                  </a:lnTo>
                  <a:lnTo>
                    <a:pt x="218694" y="840701"/>
                  </a:lnTo>
                  <a:lnTo>
                    <a:pt x="275412" y="849172"/>
                  </a:lnTo>
                  <a:lnTo>
                    <a:pt x="336219" y="854468"/>
                  </a:lnTo>
                  <a:lnTo>
                    <a:pt x="400329" y="856310"/>
                  </a:lnTo>
                  <a:lnTo>
                    <a:pt x="400342" y="846150"/>
                  </a:lnTo>
                  <a:lnTo>
                    <a:pt x="347154" y="844880"/>
                  </a:lnTo>
                  <a:lnTo>
                    <a:pt x="296214" y="841197"/>
                  </a:lnTo>
                  <a:lnTo>
                    <a:pt x="247992" y="835279"/>
                  </a:lnTo>
                  <a:lnTo>
                    <a:pt x="202946" y="827290"/>
                  </a:lnTo>
                  <a:lnTo>
                    <a:pt x="161531" y="817397"/>
                  </a:lnTo>
                  <a:lnTo>
                    <a:pt x="124244" y="805789"/>
                  </a:lnTo>
                  <a:lnTo>
                    <a:pt x="77292" y="785685"/>
                  </a:lnTo>
                  <a:lnTo>
                    <a:pt x="42659" y="763143"/>
                  </a:lnTo>
                  <a:lnTo>
                    <a:pt x="16878" y="727976"/>
                  </a:lnTo>
                  <a:lnTo>
                    <a:pt x="15240" y="716534"/>
                  </a:lnTo>
                  <a:lnTo>
                    <a:pt x="15240" y="157492"/>
                  </a:lnTo>
                  <a:lnTo>
                    <a:pt x="42659" y="110921"/>
                  </a:lnTo>
                  <a:lnTo>
                    <a:pt x="77292" y="88392"/>
                  </a:lnTo>
                  <a:lnTo>
                    <a:pt x="124231" y="68300"/>
                  </a:lnTo>
                  <a:lnTo>
                    <a:pt x="161531" y="56692"/>
                  </a:lnTo>
                  <a:lnTo>
                    <a:pt x="202933" y="46812"/>
                  </a:lnTo>
                  <a:lnTo>
                    <a:pt x="247992" y="38811"/>
                  </a:lnTo>
                  <a:lnTo>
                    <a:pt x="296214" y="32893"/>
                  </a:lnTo>
                  <a:lnTo>
                    <a:pt x="347154" y="29210"/>
                  </a:lnTo>
                  <a:lnTo>
                    <a:pt x="400342" y="27952"/>
                  </a:lnTo>
                  <a:lnTo>
                    <a:pt x="3102102" y="27952"/>
                  </a:lnTo>
                  <a:lnTo>
                    <a:pt x="3155289" y="29210"/>
                  </a:lnTo>
                  <a:lnTo>
                    <a:pt x="3206242" y="32893"/>
                  </a:lnTo>
                  <a:lnTo>
                    <a:pt x="3254489" y="38811"/>
                  </a:lnTo>
                  <a:lnTo>
                    <a:pt x="3299561" y="46812"/>
                  </a:lnTo>
                  <a:lnTo>
                    <a:pt x="3341001" y="56692"/>
                  </a:lnTo>
                  <a:lnTo>
                    <a:pt x="3378327" y="68300"/>
                  </a:lnTo>
                  <a:lnTo>
                    <a:pt x="3425304" y="88392"/>
                  </a:lnTo>
                  <a:lnTo>
                    <a:pt x="3459975" y="110921"/>
                  </a:lnTo>
                  <a:lnTo>
                    <a:pt x="3485769" y="146050"/>
                  </a:lnTo>
                  <a:lnTo>
                    <a:pt x="3487420" y="716534"/>
                  </a:lnTo>
                  <a:lnTo>
                    <a:pt x="3485769" y="727976"/>
                  </a:lnTo>
                  <a:lnTo>
                    <a:pt x="3459975" y="763143"/>
                  </a:lnTo>
                  <a:lnTo>
                    <a:pt x="3425291" y="785685"/>
                  </a:lnTo>
                  <a:lnTo>
                    <a:pt x="3378327" y="805789"/>
                  </a:lnTo>
                  <a:lnTo>
                    <a:pt x="3341001" y="817397"/>
                  </a:lnTo>
                  <a:lnTo>
                    <a:pt x="3299561" y="827290"/>
                  </a:lnTo>
                  <a:lnTo>
                    <a:pt x="3254489" y="835279"/>
                  </a:lnTo>
                  <a:lnTo>
                    <a:pt x="3206242" y="841197"/>
                  </a:lnTo>
                  <a:lnTo>
                    <a:pt x="3155289" y="844880"/>
                  </a:lnTo>
                  <a:lnTo>
                    <a:pt x="3102102" y="846150"/>
                  </a:lnTo>
                  <a:lnTo>
                    <a:pt x="400342" y="846150"/>
                  </a:lnTo>
                  <a:lnTo>
                    <a:pt x="400342" y="856310"/>
                  </a:lnTo>
                  <a:lnTo>
                    <a:pt x="3102089" y="856310"/>
                  </a:lnTo>
                  <a:lnTo>
                    <a:pt x="3166224" y="854468"/>
                  </a:lnTo>
                  <a:lnTo>
                    <a:pt x="3227057" y="849172"/>
                  </a:lnTo>
                  <a:lnTo>
                    <a:pt x="3283801" y="840701"/>
                  </a:lnTo>
                  <a:lnTo>
                    <a:pt x="3335617" y="829335"/>
                  </a:lnTo>
                  <a:lnTo>
                    <a:pt x="3381705" y="815365"/>
                  </a:lnTo>
                  <a:lnTo>
                    <a:pt x="3421240" y="799084"/>
                  </a:lnTo>
                  <a:lnTo>
                    <a:pt x="3439668" y="788593"/>
                  </a:lnTo>
                  <a:lnTo>
                    <a:pt x="3444849" y="797128"/>
                  </a:lnTo>
                  <a:lnTo>
                    <a:pt x="3454755" y="790752"/>
                  </a:lnTo>
                  <a:lnTo>
                    <a:pt x="3463836" y="784161"/>
                  </a:lnTo>
                  <a:lnTo>
                    <a:pt x="3472053" y="777328"/>
                  </a:lnTo>
                  <a:lnTo>
                    <a:pt x="3479393" y="770293"/>
                  </a:lnTo>
                  <a:lnTo>
                    <a:pt x="3473119" y="764286"/>
                  </a:lnTo>
                  <a:lnTo>
                    <a:pt x="3477399" y="760704"/>
                  </a:lnTo>
                  <a:lnTo>
                    <a:pt x="3491903" y="739914"/>
                  </a:lnTo>
                  <a:lnTo>
                    <a:pt x="3498164" y="742416"/>
                  </a:lnTo>
                  <a:lnTo>
                    <a:pt x="3501110" y="735088"/>
                  </a:lnTo>
                  <a:lnTo>
                    <a:pt x="3502660" y="727532"/>
                  </a:lnTo>
                  <a:lnTo>
                    <a:pt x="3502660" y="699376"/>
                  </a:lnTo>
                  <a:lnTo>
                    <a:pt x="3497567" y="699376"/>
                  </a:lnTo>
                  <a:lnTo>
                    <a:pt x="3497567" y="668743"/>
                  </a:lnTo>
                  <a:lnTo>
                    <a:pt x="3502660" y="668743"/>
                  </a:lnTo>
                  <a:lnTo>
                    <a:pt x="3502660" y="627900"/>
                  </a:lnTo>
                  <a:lnTo>
                    <a:pt x="3497567" y="627900"/>
                  </a:lnTo>
                  <a:lnTo>
                    <a:pt x="3497567" y="597268"/>
                  </a:lnTo>
                  <a:lnTo>
                    <a:pt x="3502660" y="597268"/>
                  </a:lnTo>
                  <a:lnTo>
                    <a:pt x="3502660" y="556425"/>
                  </a:lnTo>
                  <a:lnTo>
                    <a:pt x="3497567" y="556425"/>
                  </a:lnTo>
                  <a:lnTo>
                    <a:pt x="3497567" y="525792"/>
                  </a:lnTo>
                  <a:lnTo>
                    <a:pt x="3502660" y="525792"/>
                  </a:lnTo>
                  <a:lnTo>
                    <a:pt x="3502660" y="484949"/>
                  </a:lnTo>
                  <a:lnTo>
                    <a:pt x="3497567" y="484949"/>
                  </a:lnTo>
                  <a:lnTo>
                    <a:pt x="3497567" y="454317"/>
                  </a:lnTo>
                  <a:lnTo>
                    <a:pt x="3502660" y="454317"/>
                  </a:lnTo>
                  <a:lnTo>
                    <a:pt x="3502660" y="413473"/>
                  </a:lnTo>
                  <a:lnTo>
                    <a:pt x="3497567" y="413473"/>
                  </a:lnTo>
                  <a:lnTo>
                    <a:pt x="3497567" y="382828"/>
                  </a:lnTo>
                  <a:lnTo>
                    <a:pt x="3502660" y="382828"/>
                  </a:lnTo>
                  <a:lnTo>
                    <a:pt x="3502660" y="341985"/>
                  </a:lnTo>
                  <a:lnTo>
                    <a:pt x="3497567" y="341985"/>
                  </a:lnTo>
                  <a:lnTo>
                    <a:pt x="3497567" y="311353"/>
                  </a:lnTo>
                  <a:lnTo>
                    <a:pt x="3502660" y="311353"/>
                  </a:lnTo>
                  <a:lnTo>
                    <a:pt x="3502660" y="270510"/>
                  </a:lnTo>
                  <a:lnTo>
                    <a:pt x="3497567" y="270510"/>
                  </a:lnTo>
                  <a:lnTo>
                    <a:pt x="3497567" y="239877"/>
                  </a:lnTo>
                  <a:lnTo>
                    <a:pt x="3502660" y="239877"/>
                  </a:lnTo>
                  <a:lnTo>
                    <a:pt x="3502660" y="199034"/>
                  </a:lnTo>
                  <a:lnTo>
                    <a:pt x="3497567" y="199034"/>
                  </a:lnTo>
                  <a:lnTo>
                    <a:pt x="3497567" y="168402"/>
                  </a:lnTo>
                  <a:lnTo>
                    <a:pt x="3502660" y="168402"/>
                  </a:lnTo>
                  <a:lnTo>
                    <a:pt x="3502660" y="140246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1104900" y="5130802"/>
              <a:ext cx="3492500" cy="838835"/>
            </a:xfrm>
            <a:custGeom>
              <a:avLst/>
              <a:gdLst/>
              <a:ahLst/>
              <a:cxnLst/>
              <a:rect l="l" t="t" r="r" b="b"/>
              <a:pathLst>
                <a:path w="3492500" h="838835">
                  <a:moveTo>
                    <a:pt x="3097022" y="838517"/>
                  </a:moveTo>
                  <a:lnTo>
                    <a:pt x="395262" y="838517"/>
                  </a:lnTo>
                  <a:lnTo>
                    <a:pt x="331150" y="836688"/>
                  </a:lnTo>
                  <a:lnTo>
                    <a:pt x="270332" y="831392"/>
                  </a:lnTo>
                  <a:lnTo>
                    <a:pt x="213620" y="822917"/>
                  </a:lnTo>
                  <a:lnTo>
                    <a:pt x="161829" y="811550"/>
                  </a:lnTo>
                  <a:lnTo>
                    <a:pt x="115773" y="797580"/>
                  </a:lnTo>
                  <a:lnTo>
                    <a:pt x="76265" y="781294"/>
                  </a:lnTo>
                  <a:lnTo>
                    <a:pt x="20151" y="742924"/>
                  </a:lnTo>
                  <a:lnTo>
                    <a:pt x="0" y="698741"/>
                  </a:lnTo>
                  <a:lnTo>
                    <a:pt x="0" y="139700"/>
                  </a:lnTo>
                  <a:lnTo>
                    <a:pt x="20151" y="95554"/>
                  </a:lnTo>
                  <a:lnTo>
                    <a:pt x="76265" y="57206"/>
                  </a:lnTo>
                  <a:lnTo>
                    <a:pt x="115773" y="40927"/>
                  </a:lnTo>
                  <a:lnTo>
                    <a:pt x="161829" y="26961"/>
                  </a:lnTo>
                  <a:lnTo>
                    <a:pt x="213620" y="15598"/>
                  </a:lnTo>
                  <a:lnTo>
                    <a:pt x="270332" y="7124"/>
                  </a:lnTo>
                  <a:lnTo>
                    <a:pt x="331150" y="1829"/>
                  </a:lnTo>
                  <a:lnTo>
                    <a:pt x="395262" y="0"/>
                  </a:lnTo>
                  <a:lnTo>
                    <a:pt x="3097022" y="0"/>
                  </a:lnTo>
                  <a:lnTo>
                    <a:pt x="3161145" y="1829"/>
                  </a:lnTo>
                  <a:lnTo>
                    <a:pt x="3221983" y="7124"/>
                  </a:lnTo>
                  <a:lnTo>
                    <a:pt x="3278721" y="15598"/>
                  </a:lnTo>
                  <a:lnTo>
                    <a:pt x="3330541" y="26961"/>
                  </a:lnTo>
                  <a:lnTo>
                    <a:pt x="3376628" y="40927"/>
                  </a:lnTo>
                  <a:lnTo>
                    <a:pt x="3416165" y="57206"/>
                  </a:lnTo>
                  <a:lnTo>
                    <a:pt x="3472328" y="95554"/>
                  </a:lnTo>
                  <a:lnTo>
                    <a:pt x="3492500" y="139700"/>
                  </a:lnTo>
                  <a:lnTo>
                    <a:pt x="3492500" y="698741"/>
                  </a:lnTo>
                  <a:lnTo>
                    <a:pt x="3472328" y="742924"/>
                  </a:lnTo>
                  <a:lnTo>
                    <a:pt x="3416165" y="781294"/>
                  </a:lnTo>
                  <a:lnTo>
                    <a:pt x="3376628" y="797580"/>
                  </a:lnTo>
                  <a:lnTo>
                    <a:pt x="3330541" y="811550"/>
                  </a:lnTo>
                  <a:lnTo>
                    <a:pt x="3278721" y="822917"/>
                  </a:lnTo>
                  <a:lnTo>
                    <a:pt x="3221983" y="831392"/>
                  </a:lnTo>
                  <a:lnTo>
                    <a:pt x="3161145" y="836688"/>
                  </a:lnTo>
                  <a:lnTo>
                    <a:pt x="3097022" y="838517"/>
                  </a:lnTo>
                  <a:close/>
                </a:path>
              </a:pathLst>
            </a:custGeom>
            <a:solidFill>
              <a:srgbClr val="FFE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1099820" y="5113019"/>
              <a:ext cx="3502660" cy="868044"/>
            </a:xfrm>
            <a:custGeom>
              <a:avLst/>
              <a:gdLst/>
              <a:ahLst/>
              <a:cxnLst/>
              <a:rect l="l" t="t" r="r" b="b"/>
              <a:pathLst>
                <a:path w="3502660" h="868045">
                  <a:moveTo>
                    <a:pt x="63055" y="79375"/>
                  </a:moveTo>
                  <a:lnTo>
                    <a:pt x="57772" y="70688"/>
                  </a:lnTo>
                  <a:lnTo>
                    <a:pt x="47866" y="77063"/>
                  </a:lnTo>
                  <a:lnTo>
                    <a:pt x="38798" y="83667"/>
                  </a:lnTo>
                  <a:lnTo>
                    <a:pt x="30568" y="90487"/>
                  </a:lnTo>
                  <a:lnTo>
                    <a:pt x="23253" y="97510"/>
                  </a:lnTo>
                  <a:lnTo>
                    <a:pt x="30581" y="104559"/>
                  </a:lnTo>
                  <a:lnTo>
                    <a:pt x="37338" y="98069"/>
                  </a:lnTo>
                  <a:lnTo>
                    <a:pt x="45021" y="91694"/>
                  </a:lnTo>
                  <a:lnTo>
                    <a:pt x="53594" y="85458"/>
                  </a:lnTo>
                  <a:lnTo>
                    <a:pt x="63055" y="79375"/>
                  </a:lnTo>
                  <a:close/>
                </a:path>
                <a:path w="3502660" h="868045">
                  <a:moveTo>
                    <a:pt x="129654" y="818616"/>
                  </a:moveTo>
                  <a:lnTo>
                    <a:pt x="119291" y="814920"/>
                  </a:lnTo>
                  <a:lnTo>
                    <a:pt x="109334" y="811098"/>
                  </a:lnTo>
                  <a:lnTo>
                    <a:pt x="99783" y="807148"/>
                  </a:lnTo>
                  <a:lnTo>
                    <a:pt x="90665" y="803071"/>
                  </a:lnTo>
                  <a:lnTo>
                    <a:pt x="86385" y="812279"/>
                  </a:lnTo>
                  <a:lnTo>
                    <a:pt x="95770" y="816483"/>
                  </a:lnTo>
                  <a:lnTo>
                    <a:pt x="105575" y="820534"/>
                  </a:lnTo>
                  <a:lnTo>
                    <a:pt x="115760" y="824445"/>
                  </a:lnTo>
                  <a:lnTo>
                    <a:pt x="126339" y="828217"/>
                  </a:lnTo>
                  <a:lnTo>
                    <a:pt x="129654" y="818616"/>
                  </a:lnTo>
                  <a:close/>
                </a:path>
                <a:path w="3502660" h="868045">
                  <a:moveTo>
                    <a:pt x="129679" y="49225"/>
                  </a:moveTo>
                  <a:lnTo>
                    <a:pt x="126377" y="39611"/>
                  </a:lnTo>
                  <a:lnTo>
                    <a:pt x="115798" y="43395"/>
                  </a:lnTo>
                  <a:lnTo>
                    <a:pt x="105600" y="47307"/>
                  </a:lnTo>
                  <a:lnTo>
                    <a:pt x="95808" y="51358"/>
                  </a:lnTo>
                  <a:lnTo>
                    <a:pt x="86423" y="55537"/>
                  </a:lnTo>
                  <a:lnTo>
                    <a:pt x="90690" y="64757"/>
                  </a:lnTo>
                  <a:lnTo>
                    <a:pt x="99822" y="60680"/>
                  </a:lnTo>
                  <a:lnTo>
                    <a:pt x="109372" y="56730"/>
                  </a:lnTo>
                  <a:lnTo>
                    <a:pt x="119329" y="52920"/>
                  </a:lnTo>
                  <a:lnTo>
                    <a:pt x="129679" y="49225"/>
                  </a:lnTo>
                  <a:close/>
                </a:path>
                <a:path w="3502660" h="868045">
                  <a:moveTo>
                    <a:pt x="200787" y="838047"/>
                  </a:moveTo>
                  <a:lnTo>
                    <a:pt x="190182" y="835710"/>
                  </a:lnTo>
                  <a:lnTo>
                    <a:pt x="179819" y="833247"/>
                  </a:lnTo>
                  <a:lnTo>
                    <a:pt x="169697" y="830668"/>
                  </a:lnTo>
                  <a:lnTo>
                    <a:pt x="159816" y="827989"/>
                  </a:lnTo>
                  <a:lnTo>
                    <a:pt x="157073" y="837768"/>
                  </a:lnTo>
                  <a:lnTo>
                    <a:pt x="167119" y="840498"/>
                  </a:lnTo>
                  <a:lnTo>
                    <a:pt x="177406" y="843114"/>
                  </a:lnTo>
                  <a:lnTo>
                    <a:pt x="187921" y="845604"/>
                  </a:lnTo>
                  <a:lnTo>
                    <a:pt x="198666" y="847979"/>
                  </a:lnTo>
                  <a:lnTo>
                    <a:pt x="200787" y="838047"/>
                  </a:lnTo>
                  <a:close/>
                </a:path>
                <a:path w="3502660" h="868045">
                  <a:moveTo>
                    <a:pt x="200812" y="29806"/>
                  </a:moveTo>
                  <a:lnTo>
                    <a:pt x="198691" y="19862"/>
                  </a:lnTo>
                  <a:lnTo>
                    <a:pt x="187947" y="22237"/>
                  </a:lnTo>
                  <a:lnTo>
                    <a:pt x="177431" y="24739"/>
                  </a:lnTo>
                  <a:lnTo>
                    <a:pt x="167144" y="27355"/>
                  </a:lnTo>
                  <a:lnTo>
                    <a:pt x="157099" y="30073"/>
                  </a:lnTo>
                  <a:lnTo>
                    <a:pt x="159842" y="39852"/>
                  </a:lnTo>
                  <a:lnTo>
                    <a:pt x="169722" y="37172"/>
                  </a:lnTo>
                  <a:lnTo>
                    <a:pt x="179844" y="34607"/>
                  </a:lnTo>
                  <a:lnTo>
                    <a:pt x="190207" y="32143"/>
                  </a:lnTo>
                  <a:lnTo>
                    <a:pt x="200812" y="29806"/>
                  </a:lnTo>
                  <a:close/>
                </a:path>
                <a:path w="3502660" h="868045">
                  <a:moveTo>
                    <a:pt x="273697" y="850163"/>
                  </a:moveTo>
                  <a:lnTo>
                    <a:pt x="263029" y="848791"/>
                  </a:lnTo>
                  <a:lnTo>
                    <a:pt x="252501" y="847305"/>
                  </a:lnTo>
                  <a:lnTo>
                    <a:pt x="242125" y="845718"/>
                  </a:lnTo>
                  <a:lnTo>
                    <a:pt x="231914" y="844029"/>
                  </a:lnTo>
                  <a:lnTo>
                    <a:pt x="230200" y="854036"/>
                  </a:lnTo>
                  <a:lnTo>
                    <a:pt x="240538" y="855751"/>
                  </a:lnTo>
                  <a:lnTo>
                    <a:pt x="251028" y="857364"/>
                  </a:lnTo>
                  <a:lnTo>
                    <a:pt x="261670" y="858862"/>
                  </a:lnTo>
                  <a:lnTo>
                    <a:pt x="272465" y="860247"/>
                  </a:lnTo>
                  <a:lnTo>
                    <a:pt x="273697" y="850163"/>
                  </a:lnTo>
                  <a:close/>
                </a:path>
                <a:path w="3502660" h="868045">
                  <a:moveTo>
                    <a:pt x="273723" y="17691"/>
                  </a:moveTo>
                  <a:lnTo>
                    <a:pt x="272478" y="7607"/>
                  </a:lnTo>
                  <a:lnTo>
                    <a:pt x="261683" y="9004"/>
                  </a:lnTo>
                  <a:lnTo>
                    <a:pt x="251040" y="10502"/>
                  </a:lnTo>
                  <a:lnTo>
                    <a:pt x="240550" y="12103"/>
                  </a:lnTo>
                  <a:lnTo>
                    <a:pt x="230212" y="13817"/>
                  </a:lnTo>
                  <a:lnTo>
                    <a:pt x="231940" y="23825"/>
                  </a:lnTo>
                  <a:lnTo>
                    <a:pt x="242150" y="22136"/>
                  </a:lnTo>
                  <a:lnTo>
                    <a:pt x="252526" y="20548"/>
                  </a:lnTo>
                  <a:lnTo>
                    <a:pt x="263042" y="19075"/>
                  </a:lnTo>
                  <a:lnTo>
                    <a:pt x="273723" y="17691"/>
                  </a:lnTo>
                  <a:close/>
                </a:path>
                <a:path w="3502660" h="868045">
                  <a:moveTo>
                    <a:pt x="347446" y="856424"/>
                  </a:moveTo>
                  <a:lnTo>
                    <a:pt x="336740" y="855853"/>
                  </a:lnTo>
                  <a:lnTo>
                    <a:pt x="326148" y="855167"/>
                  </a:lnTo>
                  <a:lnTo>
                    <a:pt x="315645" y="854392"/>
                  </a:lnTo>
                  <a:lnTo>
                    <a:pt x="305257" y="853516"/>
                  </a:lnTo>
                  <a:lnTo>
                    <a:pt x="305168" y="854392"/>
                  </a:lnTo>
                  <a:lnTo>
                    <a:pt x="305104" y="855167"/>
                  </a:lnTo>
                  <a:lnTo>
                    <a:pt x="304990" y="856424"/>
                  </a:lnTo>
                  <a:lnTo>
                    <a:pt x="304355" y="863625"/>
                  </a:lnTo>
                  <a:lnTo>
                    <a:pt x="314845" y="864514"/>
                  </a:lnTo>
                  <a:lnTo>
                    <a:pt x="325450" y="865301"/>
                  </a:lnTo>
                  <a:lnTo>
                    <a:pt x="346951" y="866571"/>
                  </a:lnTo>
                  <a:lnTo>
                    <a:pt x="346976" y="865987"/>
                  </a:lnTo>
                  <a:lnTo>
                    <a:pt x="347091" y="863625"/>
                  </a:lnTo>
                  <a:lnTo>
                    <a:pt x="347446" y="856424"/>
                  </a:lnTo>
                  <a:close/>
                </a:path>
                <a:path w="3502660" h="868045">
                  <a:moveTo>
                    <a:pt x="347446" y="11442"/>
                  </a:moveTo>
                  <a:lnTo>
                    <a:pt x="346964" y="1295"/>
                  </a:lnTo>
                  <a:lnTo>
                    <a:pt x="336156" y="1879"/>
                  </a:lnTo>
                  <a:lnTo>
                    <a:pt x="325450" y="2552"/>
                  </a:lnTo>
                  <a:lnTo>
                    <a:pt x="314858" y="3340"/>
                  </a:lnTo>
                  <a:lnTo>
                    <a:pt x="304368" y="4229"/>
                  </a:lnTo>
                  <a:lnTo>
                    <a:pt x="305269" y="14351"/>
                  </a:lnTo>
                  <a:lnTo>
                    <a:pt x="315658" y="13474"/>
                  </a:lnTo>
                  <a:lnTo>
                    <a:pt x="326161" y="12700"/>
                  </a:lnTo>
                  <a:lnTo>
                    <a:pt x="336753" y="12014"/>
                  </a:lnTo>
                  <a:lnTo>
                    <a:pt x="347446" y="11442"/>
                  </a:lnTo>
                  <a:close/>
                </a:path>
                <a:path w="3502660" h="868045">
                  <a:moveTo>
                    <a:pt x="420662" y="857631"/>
                  </a:moveTo>
                  <a:lnTo>
                    <a:pt x="400342" y="857631"/>
                  </a:lnTo>
                  <a:lnTo>
                    <a:pt x="386194" y="857631"/>
                  </a:lnTo>
                  <a:lnTo>
                    <a:pt x="379183" y="857491"/>
                  </a:lnTo>
                  <a:lnTo>
                    <a:pt x="379069" y="862774"/>
                  </a:lnTo>
                  <a:lnTo>
                    <a:pt x="378993" y="867651"/>
                  </a:lnTo>
                  <a:lnTo>
                    <a:pt x="386054" y="867791"/>
                  </a:lnTo>
                  <a:lnTo>
                    <a:pt x="400342" y="867791"/>
                  </a:lnTo>
                  <a:lnTo>
                    <a:pt x="420662" y="867791"/>
                  </a:lnTo>
                  <a:lnTo>
                    <a:pt x="420662" y="857631"/>
                  </a:lnTo>
                  <a:close/>
                </a:path>
                <a:path w="3502660" h="868045">
                  <a:moveTo>
                    <a:pt x="420662" y="0"/>
                  </a:moveTo>
                  <a:lnTo>
                    <a:pt x="400342" y="0"/>
                  </a:lnTo>
                  <a:lnTo>
                    <a:pt x="390283" y="0"/>
                  </a:lnTo>
                  <a:lnTo>
                    <a:pt x="378993" y="203"/>
                  </a:lnTo>
                  <a:lnTo>
                    <a:pt x="379082" y="5283"/>
                  </a:lnTo>
                  <a:lnTo>
                    <a:pt x="379171" y="10160"/>
                  </a:lnTo>
                  <a:lnTo>
                    <a:pt x="400342" y="10160"/>
                  </a:lnTo>
                  <a:lnTo>
                    <a:pt x="420662" y="10160"/>
                  </a:lnTo>
                  <a:lnTo>
                    <a:pt x="420662" y="0"/>
                  </a:lnTo>
                  <a:close/>
                </a:path>
                <a:path w="3502660" h="868045">
                  <a:moveTo>
                    <a:pt x="491756" y="857694"/>
                  </a:moveTo>
                  <a:lnTo>
                    <a:pt x="451129" y="857694"/>
                  </a:lnTo>
                  <a:lnTo>
                    <a:pt x="451129" y="867854"/>
                  </a:lnTo>
                  <a:lnTo>
                    <a:pt x="491756" y="867854"/>
                  </a:lnTo>
                  <a:lnTo>
                    <a:pt x="491756" y="857694"/>
                  </a:lnTo>
                  <a:close/>
                </a:path>
                <a:path w="3502660" h="868045">
                  <a:moveTo>
                    <a:pt x="491756" y="0"/>
                  </a:moveTo>
                  <a:lnTo>
                    <a:pt x="451129" y="0"/>
                  </a:lnTo>
                  <a:lnTo>
                    <a:pt x="451129" y="10160"/>
                  </a:lnTo>
                  <a:lnTo>
                    <a:pt x="491756" y="10160"/>
                  </a:lnTo>
                  <a:lnTo>
                    <a:pt x="491756" y="0"/>
                  </a:lnTo>
                  <a:close/>
                </a:path>
                <a:path w="3502660" h="868045">
                  <a:moveTo>
                    <a:pt x="562851" y="857694"/>
                  </a:moveTo>
                  <a:lnTo>
                    <a:pt x="522224" y="857694"/>
                  </a:lnTo>
                  <a:lnTo>
                    <a:pt x="522224" y="867854"/>
                  </a:lnTo>
                  <a:lnTo>
                    <a:pt x="562851" y="867854"/>
                  </a:lnTo>
                  <a:lnTo>
                    <a:pt x="562851" y="857694"/>
                  </a:lnTo>
                  <a:close/>
                </a:path>
                <a:path w="3502660" h="868045">
                  <a:moveTo>
                    <a:pt x="562851" y="0"/>
                  </a:moveTo>
                  <a:lnTo>
                    <a:pt x="522224" y="0"/>
                  </a:lnTo>
                  <a:lnTo>
                    <a:pt x="522224" y="10160"/>
                  </a:lnTo>
                  <a:lnTo>
                    <a:pt x="562851" y="10160"/>
                  </a:lnTo>
                  <a:lnTo>
                    <a:pt x="562851" y="0"/>
                  </a:lnTo>
                  <a:close/>
                </a:path>
                <a:path w="3502660" h="868045">
                  <a:moveTo>
                    <a:pt x="633958" y="857694"/>
                  </a:moveTo>
                  <a:lnTo>
                    <a:pt x="593331" y="857694"/>
                  </a:lnTo>
                  <a:lnTo>
                    <a:pt x="593331" y="867854"/>
                  </a:lnTo>
                  <a:lnTo>
                    <a:pt x="633958" y="867854"/>
                  </a:lnTo>
                  <a:lnTo>
                    <a:pt x="633958" y="857694"/>
                  </a:lnTo>
                  <a:close/>
                </a:path>
                <a:path w="3502660" h="868045">
                  <a:moveTo>
                    <a:pt x="633958" y="0"/>
                  </a:moveTo>
                  <a:lnTo>
                    <a:pt x="593318" y="0"/>
                  </a:lnTo>
                  <a:lnTo>
                    <a:pt x="593318" y="10160"/>
                  </a:lnTo>
                  <a:lnTo>
                    <a:pt x="633958" y="10160"/>
                  </a:lnTo>
                  <a:lnTo>
                    <a:pt x="633958" y="0"/>
                  </a:lnTo>
                  <a:close/>
                </a:path>
                <a:path w="3502660" h="868045">
                  <a:moveTo>
                    <a:pt x="705053" y="857694"/>
                  </a:moveTo>
                  <a:lnTo>
                    <a:pt x="664425" y="857694"/>
                  </a:lnTo>
                  <a:lnTo>
                    <a:pt x="664425" y="867854"/>
                  </a:lnTo>
                  <a:lnTo>
                    <a:pt x="705053" y="867854"/>
                  </a:lnTo>
                  <a:lnTo>
                    <a:pt x="705053" y="857694"/>
                  </a:lnTo>
                  <a:close/>
                </a:path>
                <a:path w="3502660" h="868045">
                  <a:moveTo>
                    <a:pt x="705053" y="0"/>
                  </a:moveTo>
                  <a:lnTo>
                    <a:pt x="664425" y="0"/>
                  </a:lnTo>
                  <a:lnTo>
                    <a:pt x="664425" y="10160"/>
                  </a:lnTo>
                  <a:lnTo>
                    <a:pt x="705053" y="10160"/>
                  </a:lnTo>
                  <a:lnTo>
                    <a:pt x="705053" y="0"/>
                  </a:lnTo>
                  <a:close/>
                </a:path>
                <a:path w="3502660" h="868045">
                  <a:moveTo>
                    <a:pt x="776147" y="857694"/>
                  </a:moveTo>
                  <a:lnTo>
                    <a:pt x="735520" y="857694"/>
                  </a:lnTo>
                  <a:lnTo>
                    <a:pt x="735520" y="867854"/>
                  </a:lnTo>
                  <a:lnTo>
                    <a:pt x="776147" y="867854"/>
                  </a:lnTo>
                  <a:lnTo>
                    <a:pt x="776147" y="857694"/>
                  </a:lnTo>
                  <a:close/>
                </a:path>
                <a:path w="3502660" h="868045">
                  <a:moveTo>
                    <a:pt x="776147" y="0"/>
                  </a:moveTo>
                  <a:lnTo>
                    <a:pt x="735520" y="0"/>
                  </a:lnTo>
                  <a:lnTo>
                    <a:pt x="735520" y="10160"/>
                  </a:lnTo>
                  <a:lnTo>
                    <a:pt x="776147" y="10160"/>
                  </a:lnTo>
                  <a:lnTo>
                    <a:pt x="776147" y="0"/>
                  </a:lnTo>
                  <a:close/>
                </a:path>
                <a:path w="3502660" h="868045">
                  <a:moveTo>
                    <a:pt x="847255" y="857694"/>
                  </a:moveTo>
                  <a:lnTo>
                    <a:pt x="806627" y="857694"/>
                  </a:lnTo>
                  <a:lnTo>
                    <a:pt x="806627" y="867854"/>
                  </a:lnTo>
                  <a:lnTo>
                    <a:pt x="847255" y="867854"/>
                  </a:lnTo>
                  <a:lnTo>
                    <a:pt x="847255" y="857694"/>
                  </a:lnTo>
                  <a:close/>
                </a:path>
                <a:path w="3502660" h="868045">
                  <a:moveTo>
                    <a:pt x="847255" y="0"/>
                  </a:moveTo>
                  <a:lnTo>
                    <a:pt x="806627" y="0"/>
                  </a:lnTo>
                  <a:lnTo>
                    <a:pt x="806627" y="10160"/>
                  </a:lnTo>
                  <a:lnTo>
                    <a:pt x="847255" y="10160"/>
                  </a:lnTo>
                  <a:lnTo>
                    <a:pt x="847255" y="0"/>
                  </a:lnTo>
                  <a:close/>
                </a:path>
                <a:path w="3502660" h="868045">
                  <a:moveTo>
                    <a:pt x="918349" y="857694"/>
                  </a:moveTo>
                  <a:lnTo>
                    <a:pt x="877722" y="857694"/>
                  </a:lnTo>
                  <a:lnTo>
                    <a:pt x="877722" y="867854"/>
                  </a:lnTo>
                  <a:lnTo>
                    <a:pt x="918349" y="867854"/>
                  </a:lnTo>
                  <a:lnTo>
                    <a:pt x="918349" y="857694"/>
                  </a:lnTo>
                  <a:close/>
                </a:path>
                <a:path w="3502660" h="868045">
                  <a:moveTo>
                    <a:pt x="918349" y="0"/>
                  </a:moveTo>
                  <a:lnTo>
                    <a:pt x="877722" y="0"/>
                  </a:lnTo>
                  <a:lnTo>
                    <a:pt x="877722" y="10160"/>
                  </a:lnTo>
                  <a:lnTo>
                    <a:pt x="918349" y="10160"/>
                  </a:lnTo>
                  <a:lnTo>
                    <a:pt x="918349" y="0"/>
                  </a:lnTo>
                  <a:close/>
                </a:path>
                <a:path w="3502660" h="868045">
                  <a:moveTo>
                    <a:pt x="989444" y="857694"/>
                  </a:moveTo>
                  <a:lnTo>
                    <a:pt x="948817" y="857694"/>
                  </a:lnTo>
                  <a:lnTo>
                    <a:pt x="948817" y="867854"/>
                  </a:lnTo>
                  <a:lnTo>
                    <a:pt x="989444" y="867854"/>
                  </a:lnTo>
                  <a:lnTo>
                    <a:pt x="989444" y="857694"/>
                  </a:lnTo>
                  <a:close/>
                </a:path>
                <a:path w="3502660" h="868045">
                  <a:moveTo>
                    <a:pt x="989444" y="0"/>
                  </a:moveTo>
                  <a:lnTo>
                    <a:pt x="948817" y="0"/>
                  </a:lnTo>
                  <a:lnTo>
                    <a:pt x="948817" y="10160"/>
                  </a:lnTo>
                  <a:lnTo>
                    <a:pt x="989444" y="10160"/>
                  </a:lnTo>
                  <a:lnTo>
                    <a:pt x="989444" y="0"/>
                  </a:lnTo>
                  <a:close/>
                </a:path>
                <a:path w="3502660" h="868045">
                  <a:moveTo>
                    <a:pt x="1060551" y="857694"/>
                  </a:moveTo>
                  <a:lnTo>
                    <a:pt x="1019924" y="857694"/>
                  </a:lnTo>
                  <a:lnTo>
                    <a:pt x="1019924" y="867854"/>
                  </a:lnTo>
                  <a:lnTo>
                    <a:pt x="1060551" y="867854"/>
                  </a:lnTo>
                  <a:lnTo>
                    <a:pt x="1060551" y="857694"/>
                  </a:lnTo>
                  <a:close/>
                </a:path>
                <a:path w="3502660" h="868045">
                  <a:moveTo>
                    <a:pt x="1060551" y="0"/>
                  </a:moveTo>
                  <a:lnTo>
                    <a:pt x="1019924" y="0"/>
                  </a:lnTo>
                  <a:lnTo>
                    <a:pt x="1019924" y="10160"/>
                  </a:lnTo>
                  <a:lnTo>
                    <a:pt x="1060551" y="10160"/>
                  </a:lnTo>
                  <a:lnTo>
                    <a:pt x="1060551" y="0"/>
                  </a:lnTo>
                  <a:close/>
                </a:path>
                <a:path w="3502660" h="868045">
                  <a:moveTo>
                    <a:pt x="1131646" y="857694"/>
                  </a:moveTo>
                  <a:lnTo>
                    <a:pt x="1091018" y="857694"/>
                  </a:lnTo>
                  <a:lnTo>
                    <a:pt x="1091018" y="867854"/>
                  </a:lnTo>
                  <a:lnTo>
                    <a:pt x="1131646" y="867854"/>
                  </a:lnTo>
                  <a:lnTo>
                    <a:pt x="1131646" y="857694"/>
                  </a:lnTo>
                  <a:close/>
                </a:path>
                <a:path w="3502660" h="868045">
                  <a:moveTo>
                    <a:pt x="1131646" y="0"/>
                  </a:moveTo>
                  <a:lnTo>
                    <a:pt x="1091018" y="0"/>
                  </a:lnTo>
                  <a:lnTo>
                    <a:pt x="1091018" y="10160"/>
                  </a:lnTo>
                  <a:lnTo>
                    <a:pt x="1131646" y="10160"/>
                  </a:lnTo>
                  <a:lnTo>
                    <a:pt x="1131646" y="0"/>
                  </a:lnTo>
                  <a:close/>
                </a:path>
                <a:path w="3502660" h="868045">
                  <a:moveTo>
                    <a:pt x="1202740" y="857694"/>
                  </a:moveTo>
                  <a:lnTo>
                    <a:pt x="1162113" y="857694"/>
                  </a:lnTo>
                  <a:lnTo>
                    <a:pt x="1162113" y="867854"/>
                  </a:lnTo>
                  <a:lnTo>
                    <a:pt x="1202740" y="867854"/>
                  </a:lnTo>
                  <a:lnTo>
                    <a:pt x="1202740" y="857694"/>
                  </a:lnTo>
                  <a:close/>
                </a:path>
                <a:path w="3502660" h="868045">
                  <a:moveTo>
                    <a:pt x="1202740" y="0"/>
                  </a:moveTo>
                  <a:lnTo>
                    <a:pt x="1162113" y="0"/>
                  </a:lnTo>
                  <a:lnTo>
                    <a:pt x="1162113" y="10160"/>
                  </a:lnTo>
                  <a:lnTo>
                    <a:pt x="1202740" y="10160"/>
                  </a:lnTo>
                  <a:lnTo>
                    <a:pt x="1202740" y="0"/>
                  </a:lnTo>
                  <a:close/>
                </a:path>
                <a:path w="3502660" h="868045">
                  <a:moveTo>
                    <a:pt x="1273848" y="857694"/>
                  </a:moveTo>
                  <a:lnTo>
                    <a:pt x="1233220" y="857694"/>
                  </a:lnTo>
                  <a:lnTo>
                    <a:pt x="1233220" y="867854"/>
                  </a:lnTo>
                  <a:lnTo>
                    <a:pt x="1273848" y="867854"/>
                  </a:lnTo>
                  <a:lnTo>
                    <a:pt x="1273848" y="857694"/>
                  </a:lnTo>
                  <a:close/>
                </a:path>
                <a:path w="3502660" h="868045">
                  <a:moveTo>
                    <a:pt x="1273848" y="0"/>
                  </a:moveTo>
                  <a:lnTo>
                    <a:pt x="1233220" y="0"/>
                  </a:lnTo>
                  <a:lnTo>
                    <a:pt x="1233220" y="10160"/>
                  </a:lnTo>
                  <a:lnTo>
                    <a:pt x="1273848" y="10160"/>
                  </a:lnTo>
                  <a:lnTo>
                    <a:pt x="1273848" y="0"/>
                  </a:lnTo>
                  <a:close/>
                </a:path>
                <a:path w="3502660" h="868045">
                  <a:moveTo>
                    <a:pt x="1344942" y="857694"/>
                  </a:moveTo>
                  <a:lnTo>
                    <a:pt x="1304315" y="857694"/>
                  </a:lnTo>
                  <a:lnTo>
                    <a:pt x="1304315" y="867854"/>
                  </a:lnTo>
                  <a:lnTo>
                    <a:pt x="1344942" y="867854"/>
                  </a:lnTo>
                  <a:lnTo>
                    <a:pt x="1344942" y="857694"/>
                  </a:lnTo>
                  <a:close/>
                </a:path>
                <a:path w="3502660" h="868045">
                  <a:moveTo>
                    <a:pt x="1344942" y="0"/>
                  </a:moveTo>
                  <a:lnTo>
                    <a:pt x="1304315" y="0"/>
                  </a:lnTo>
                  <a:lnTo>
                    <a:pt x="1304315" y="10160"/>
                  </a:lnTo>
                  <a:lnTo>
                    <a:pt x="1344942" y="10160"/>
                  </a:lnTo>
                  <a:lnTo>
                    <a:pt x="1344942" y="0"/>
                  </a:lnTo>
                  <a:close/>
                </a:path>
                <a:path w="3502660" h="868045">
                  <a:moveTo>
                    <a:pt x="1416037" y="857694"/>
                  </a:moveTo>
                  <a:lnTo>
                    <a:pt x="1375410" y="857694"/>
                  </a:lnTo>
                  <a:lnTo>
                    <a:pt x="1375410" y="867854"/>
                  </a:lnTo>
                  <a:lnTo>
                    <a:pt x="1416037" y="867854"/>
                  </a:lnTo>
                  <a:lnTo>
                    <a:pt x="1416037" y="857694"/>
                  </a:lnTo>
                  <a:close/>
                </a:path>
                <a:path w="3502660" h="868045">
                  <a:moveTo>
                    <a:pt x="1416037" y="0"/>
                  </a:moveTo>
                  <a:lnTo>
                    <a:pt x="1375410" y="0"/>
                  </a:lnTo>
                  <a:lnTo>
                    <a:pt x="1375410" y="10160"/>
                  </a:lnTo>
                  <a:lnTo>
                    <a:pt x="1416037" y="10160"/>
                  </a:lnTo>
                  <a:lnTo>
                    <a:pt x="1416037" y="0"/>
                  </a:lnTo>
                  <a:close/>
                </a:path>
                <a:path w="3502660" h="868045">
                  <a:moveTo>
                    <a:pt x="1487144" y="857694"/>
                  </a:moveTo>
                  <a:lnTo>
                    <a:pt x="1446517" y="857694"/>
                  </a:lnTo>
                  <a:lnTo>
                    <a:pt x="1446517" y="867854"/>
                  </a:lnTo>
                  <a:lnTo>
                    <a:pt x="1487144" y="867854"/>
                  </a:lnTo>
                  <a:lnTo>
                    <a:pt x="1487144" y="857694"/>
                  </a:lnTo>
                  <a:close/>
                </a:path>
                <a:path w="3502660" h="868045">
                  <a:moveTo>
                    <a:pt x="1487144" y="0"/>
                  </a:moveTo>
                  <a:lnTo>
                    <a:pt x="1446517" y="0"/>
                  </a:lnTo>
                  <a:lnTo>
                    <a:pt x="1446517" y="10160"/>
                  </a:lnTo>
                  <a:lnTo>
                    <a:pt x="1487144" y="10160"/>
                  </a:lnTo>
                  <a:lnTo>
                    <a:pt x="1487144" y="0"/>
                  </a:lnTo>
                  <a:close/>
                </a:path>
                <a:path w="3502660" h="868045">
                  <a:moveTo>
                    <a:pt x="1558239" y="857694"/>
                  </a:moveTo>
                  <a:lnTo>
                    <a:pt x="1517611" y="857694"/>
                  </a:lnTo>
                  <a:lnTo>
                    <a:pt x="1517611" y="867854"/>
                  </a:lnTo>
                  <a:lnTo>
                    <a:pt x="1558239" y="867854"/>
                  </a:lnTo>
                  <a:lnTo>
                    <a:pt x="1558239" y="857694"/>
                  </a:lnTo>
                  <a:close/>
                </a:path>
                <a:path w="3502660" h="868045">
                  <a:moveTo>
                    <a:pt x="1558239" y="0"/>
                  </a:moveTo>
                  <a:lnTo>
                    <a:pt x="1517611" y="0"/>
                  </a:lnTo>
                  <a:lnTo>
                    <a:pt x="1517611" y="10160"/>
                  </a:lnTo>
                  <a:lnTo>
                    <a:pt x="1558239" y="10160"/>
                  </a:lnTo>
                  <a:lnTo>
                    <a:pt x="1558239" y="0"/>
                  </a:lnTo>
                  <a:close/>
                </a:path>
                <a:path w="3502660" h="868045">
                  <a:moveTo>
                    <a:pt x="1629333" y="857694"/>
                  </a:moveTo>
                  <a:lnTo>
                    <a:pt x="1588706" y="857694"/>
                  </a:lnTo>
                  <a:lnTo>
                    <a:pt x="1588706" y="867854"/>
                  </a:lnTo>
                  <a:lnTo>
                    <a:pt x="1629333" y="867854"/>
                  </a:lnTo>
                  <a:lnTo>
                    <a:pt x="1629333" y="857694"/>
                  </a:lnTo>
                  <a:close/>
                </a:path>
                <a:path w="3502660" h="868045">
                  <a:moveTo>
                    <a:pt x="1629333" y="0"/>
                  </a:moveTo>
                  <a:lnTo>
                    <a:pt x="1588706" y="0"/>
                  </a:lnTo>
                  <a:lnTo>
                    <a:pt x="1588706" y="10160"/>
                  </a:lnTo>
                  <a:lnTo>
                    <a:pt x="1629333" y="10160"/>
                  </a:lnTo>
                  <a:lnTo>
                    <a:pt x="1629333" y="0"/>
                  </a:lnTo>
                  <a:close/>
                </a:path>
                <a:path w="3502660" h="868045">
                  <a:moveTo>
                    <a:pt x="1700441" y="857694"/>
                  </a:moveTo>
                  <a:lnTo>
                    <a:pt x="1659813" y="857694"/>
                  </a:lnTo>
                  <a:lnTo>
                    <a:pt x="1659813" y="867854"/>
                  </a:lnTo>
                  <a:lnTo>
                    <a:pt x="1700441" y="867854"/>
                  </a:lnTo>
                  <a:lnTo>
                    <a:pt x="1700441" y="857694"/>
                  </a:lnTo>
                  <a:close/>
                </a:path>
                <a:path w="3502660" h="868045">
                  <a:moveTo>
                    <a:pt x="1700441" y="0"/>
                  </a:moveTo>
                  <a:lnTo>
                    <a:pt x="1659813" y="0"/>
                  </a:lnTo>
                  <a:lnTo>
                    <a:pt x="1659813" y="10160"/>
                  </a:lnTo>
                  <a:lnTo>
                    <a:pt x="1700441" y="10160"/>
                  </a:lnTo>
                  <a:lnTo>
                    <a:pt x="1700441" y="0"/>
                  </a:lnTo>
                  <a:close/>
                </a:path>
                <a:path w="3502660" h="868045">
                  <a:moveTo>
                    <a:pt x="1771535" y="857694"/>
                  </a:moveTo>
                  <a:lnTo>
                    <a:pt x="1730908" y="857694"/>
                  </a:lnTo>
                  <a:lnTo>
                    <a:pt x="1730908" y="867854"/>
                  </a:lnTo>
                  <a:lnTo>
                    <a:pt x="1771535" y="867854"/>
                  </a:lnTo>
                  <a:lnTo>
                    <a:pt x="1771535" y="857694"/>
                  </a:lnTo>
                  <a:close/>
                </a:path>
                <a:path w="3502660" h="868045">
                  <a:moveTo>
                    <a:pt x="1771535" y="0"/>
                  </a:moveTo>
                  <a:lnTo>
                    <a:pt x="1730908" y="0"/>
                  </a:lnTo>
                  <a:lnTo>
                    <a:pt x="1730908" y="10160"/>
                  </a:lnTo>
                  <a:lnTo>
                    <a:pt x="1771535" y="10160"/>
                  </a:lnTo>
                  <a:lnTo>
                    <a:pt x="1771535" y="0"/>
                  </a:lnTo>
                  <a:close/>
                </a:path>
                <a:path w="3502660" h="868045">
                  <a:moveTo>
                    <a:pt x="1842630" y="857694"/>
                  </a:moveTo>
                  <a:lnTo>
                    <a:pt x="1802003" y="857694"/>
                  </a:lnTo>
                  <a:lnTo>
                    <a:pt x="1802003" y="867854"/>
                  </a:lnTo>
                  <a:lnTo>
                    <a:pt x="1842630" y="867854"/>
                  </a:lnTo>
                  <a:lnTo>
                    <a:pt x="1842630" y="857694"/>
                  </a:lnTo>
                  <a:close/>
                </a:path>
                <a:path w="3502660" h="868045">
                  <a:moveTo>
                    <a:pt x="1842630" y="0"/>
                  </a:moveTo>
                  <a:lnTo>
                    <a:pt x="1802003" y="0"/>
                  </a:lnTo>
                  <a:lnTo>
                    <a:pt x="1802003" y="10160"/>
                  </a:lnTo>
                  <a:lnTo>
                    <a:pt x="1842630" y="10160"/>
                  </a:lnTo>
                  <a:lnTo>
                    <a:pt x="1842630" y="0"/>
                  </a:lnTo>
                  <a:close/>
                </a:path>
                <a:path w="3502660" h="868045">
                  <a:moveTo>
                    <a:pt x="1913737" y="857694"/>
                  </a:moveTo>
                  <a:lnTo>
                    <a:pt x="1873110" y="857694"/>
                  </a:lnTo>
                  <a:lnTo>
                    <a:pt x="1873110" y="867854"/>
                  </a:lnTo>
                  <a:lnTo>
                    <a:pt x="1913737" y="867854"/>
                  </a:lnTo>
                  <a:lnTo>
                    <a:pt x="1913737" y="857694"/>
                  </a:lnTo>
                  <a:close/>
                </a:path>
                <a:path w="3502660" h="868045">
                  <a:moveTo>
                    <a:pt x="1913737" y="0"/>
                  </a:moveTo>
                  <a:lnTo>
                    <a:pt x="1873110" y="0"/>
                  </a:lnTo>
                  <a:lnTo>
                    <a:pt x="1873110" y="10160"/>
                  </a:lnTo>
                  <a:lnTo>
                    <a:pt x="1913737" y="10160"/>
                  </a:lnTo>
                  <a:lnTo>
                    <a:pt x="1913737" y="0"/>
                  </a:lnTo>
                  <a:close/>
                </a:path>
                <a:path w="3502660" h="868045">
                  <a:moveTo>
                    <a:pt x="1984832" y="857694"/>
                  </a:moveTo>
                  <a:lnTo>
                    <a:pt x="1944204" y="857694"/>
                  </a:lnTo>
                  <a:lnTo>
                    <a:pt x="1944204" y="867854"/>
                  </a:lnTo>
                  <a:lnTo>
                    <a:pt x="1984832" y="867854"/>
                  </a:lnTo>
                  <a:lnTo>
                    <a:pt x="1984832" y="857694"/>
                  </a:lnTo>
                  <a:close/>
                </a:path>
                <a:path w="3502660" h="868045">
                  <a:moveTo>
                    <a:pt x="1984832" y="0"/>
                  </a:moveTo>
                  <a:lnTo>
                    <a:pt x="1944204" y="0"/>
                  </a:lnTo>
                  <a:lnTo>
                    <a:pt x="1944204" y="10160"/>
                  </a:lnTo>
                  <a:lnTo>
                    <a:pt x="1984832" y="10160"/>
                  </a:lnTo>
                  <a:lnTo>
                    <a:pt x="1984832" y="0"/>
                  </a:lnTo>
                  <a:close/>
                </a:path>
                <a:path w="3502660" h="868045">
                  <a:moveTo>
                    <a:pt x="2055926" y="857694"/>
                  </a:moveTo>
                  <a:lnTo>
                    <a:pt x="2015299" y="857694"/>
                  </a:lnTo>
                  <a:lnTo>
                    <a:pt x="2015299" y="867854"/>
                  </a:lnTo>
                  <a:lnTo>
                    <a:pt x="2055926" y="867854"/>
                  </a:lnTo>
                  <a:lnTo>
                    <a:pt x="2055926" y="857694"/>
                  </a:lnTo>
                  <a:close/>
                </a:path>
                <a:path w="3502660" h="868045">
                  <a:moveTo>
                    <a:pt x="2055926" y="0"/>
                  </a:moveTo>
                  <a:lnTo>
                    <a:pt x="2015299" y="0"/>
                  </a:lnTo>
                  <a:lnTo>
                    <a:pt x="2015299" y="10160"/>
                  </a:lnTo>
                  <a:lnTo>
                    <a:pt x="2055926" y="10160"/>
                  </a:lnTo>
                  <a:lnTo>
                    <a:pt x="2055926" y="0"/>
                  </a:lnTo>
                  <a:close/>
                </a:path>
                <a:path w="3502660" h="868045">
                  <a:moveTo>
                    <a:pt x="2127034" y="857694"/>
                  </a:moveTo>
                  <a:lnTo>
                    <a:pt x="2086406" y="857694"/>
                  </a:lnTo>
                  <a:lnTo>
                    <a:pt x="2086406" y="867854"/>
                  </a:lnTo>
                  <a:lnTo>
                    <a:pt x="2127034" y="867854"/>
                  </a:lnTo>
                  <a:lnTo>
                    <a:pt x="2127034" y="857694"/>
                  </a:lnTo>
                  <a:close/>
                </a:path>
                <a:path w="3502660" h="868045">
                  <a:moveTo>
                    <a:pt x="2127034" y="0"/>
                  </a:moveTo>
                  <a:lnTo>
                    <a:pt x="2086406" y="0"/>
                  </a:lnTo>
                  <a:lnTo>
                    <a:pt x="2086406" y="10160"/>
                  </a:lnTo>
                  <a:lnTo>
                    <a:pt x="2127034" y="10160"/>
                  </a:lnTo>
                  <a:lnTo>
                    <a:pt x="2127034" y="0"/>
                  </a:lnTo>
                  <a:close/>
                </a:path>
                <a:path w="3502660" h="868045">
                  <a:moveTo>
                    <a:pt x="2198128" y="857694"/>
                  </a:moveTo>
                  <a:lnTo>
                    <a:pt x="2157501" y="857694"/>
                  </a:lnTo>
                  <a:lnTo>
                    <a:pt x="2157501" y="867854"/>
                  </a:lnTo>
                  <a:lnTo>
                    <a:pt x="2198128" y="867854"/>
                  </a:lnTo>
                  <a:lnTo>
                    <a:pt x="2198128" y="857694"/>
                  </a:lnTo>
                  <a:close/>
                </a:path>
                <a:path w="3502660" h="868045">
                  <a:moveTo>
                    <a:pt x="2198128" y="0"/>
                  </a:moveTo>
                  <a:lnTo>
                    <a:pt x="2157501" y="0"/>
                  </a:lnTo>
                  <a:lnTo>
                    <a:pt x="2157501" y="10160"/>
                  </a:lnTo>
                  <a:lnTo>
                    <a:pt x="2198128" y="10160"/>
                  </a:lnTo>
                  <a:lnTo>
                    <a:pt x="2198128" y="0"/>
                  </a:lnTo>
                  <a:close/>
                </a:path>
                <a:path w="3502660" h="868045">
                  <a:moveTo>
                    <a:pt x="2269223" y="857694"/>
                  </a:moveTo>
                  <a:lnTo>
                    <a:pt x="2228596" y="857694"/>
                  </a:lnTo>
                  <a:lnTo>
                    <a:pt x="2228596" y="867854"/>
                  </a:lnTo>
                  <a:lnTo>
                    <a:pt x="2269223" y="867854"/>
                  </a:lnTo>
                  <a:lnTo>
                    <a:pt x="2269223" y="857694"/>
                  </a:lnTo>
                  <a:close/>
                </a:path>
                <a:path w="3502660" h="868045">
                  <a:moveTo>
                    <a:pt x="2269223" y="0"/>
                  </a:moveTo>
                  <a:lnTo>
                    <a:pt x="2228596" y="0"/>
                  </a:lnTo>
                  <a:lnTo>
                    <a:pt x="2228596" y="10160"/>
                  </a:lnTo>
                  <a:lnTo>
                    <a:pt x="2269223" y="10160"/>
                  </a:lnTo>
                  <a:lnTo>
                    <a:pt x="2269223" y="0"/>
                  </a:lnTo>
                  <a:close/>
                </a:path>
                <a:path w="3502660" h="868045">
                  <a:moveTo>
                    <a:pt x="2340330" y="857694"/>
                  </a:moveTo>
                  <a:lnTo>
                    <a:pt x="2299703" y="857694"/>
                  </a:lnTo>
                  <a:lnTo>
                    <a:pt x="2299703" y="867854"/>
                  </a:lnTo>
                  <a:lnTo>
                    <a:pt x="2340330" y="867854"/>
                  </a:lnTo>
                  <a:lnTo>
                    <a:pt x="2340330" y="857694"/>
                  </a:lnTo>
                  <a:close/>
                </a:path>
                <a:path w="3502660" h="868045">
                  <a:moveTo>
                    <a:pt x="2340330" y="0"/>
                  </a:moveTo>
                  <a:lnTo>
                    <a:pt x="2299703" y="0"/>
                  </a:lnTo>
                  <a:lnTo>
                    <a:pt x="2299703" y="10160"/>
                  </a:lnTo>
                  <a:lnTo>
                    <a:pt x="2340330" y="10160"/>
                  </a:lnTo>
                  <a:lnTo>
                    <a:pt x="2340330" y="0"/>
                  </a:lnTo>
                  <a:close/>
                </a:path>
                <a:path w="3502660" h="868045">
                  <a:moveTo>
                    <a:pt x="2411425" y="857694"/>
                  </a:moveTo>
                  <a:lnTo>
                    <a:pt x="2370798" y="857694"/>
                  </a:lnTo>
                  <a:lnTo>
                    <a:pt x="2370798" y="867854"/>
                  </a:lnTo>
                  <a:lnTo>
                    <a:pt x="2411425" y="867854"/>
                  </a:lnTo>
                  <a:lnTo>
                    <a:pt x="2411425" y="857694"/>
                  </a:lnTo>
                  <a:close/>
                </a:path>
                <a:path w="3502660" h="868045">
                  <a:moveTo>
                    <a:pt x="2411425" y="0"/>
                  </a:moveTo>
                  <a:lnTo>
                    <a:pt x="2370798" y="0"/>
                  </a:lnTo>
                  <a:lnTo>
                    <a:pt x="2370798" y="10160"/>
                  </a:lnTo>
                  <a:lnTo>
                    <a:pt x="2411425" y="10160"/>
                  </a:lnTo>
                  <a:lnTo>
                    <a:pt x="2411425" y="0"/>
                  </a:lnTo>
                  <a:close/>
                </a:path>
                <a:path w="3502660" h="868045">
                  <a:moveTo>
                    <a:pt x="2482519" y="857694"/>
                  </a:moveTo>
                  <a:lnTo>
                    <a:pt x="2441892" y="857694"/>
                  </a:lnTo>
                  <a:lnTo>
                    <a:pt x="2441892" y="867854"/>
                  </a:lnTo>
                  <a:lnTo>
                    <a:pt x="2482519" y="867854"/>
                  </a:lnTo>
                  <a:lnTo>
                    <a:pt x="2482519" y="857694"/>
                  </a:lnTo>
                  <a:close/>
                </a:path>
                <a:path w="3502660" h="868045">
                  <a:moveTo>
                    <a:pt x="2482519" y="0"/>
                  </a:moveTo>
                  <a:lnTo>
                    <a:pt x="2441892" y="0"/>
                  </a:lnTo>
                  <a:lnTo>
                    <a:pt x="2441892" y="10160"/>
                  </a:lnTo>
                  <a:lnTo>
                    <a:pt x="2482519" y="10160"/>
                  </a:lnTo>
                  <a:lnTo>
                    <a:pt x="2482519" y="0"/>
                  </a:lnTo>
                  <a:close/>
                </a:path>
                <a:path w="3502660" h="868045">
                  <a:moveTo>
                    <a:pt x="2553627" y="857694"/>
                  </a:moveTo>
                  <a:lnTo>
                    <a:pt x="2512999" y="857694"/>
                  </a:lnTo>
                  <a:lnTo>
                    <a:pt x="2512999" y="867854"/>
                  </a:lnTo>
                  <a:lnTo>
                    <a:pt x="2553627" y="867854"/>
                  </a:lnTo>
                  <a:lnTo>
                    <a:pt x="2553627" y="857694"/>
                  </a:lnTo>
                  <a:close/>
                </a:path>
                <a:path w="3502660" h="868045">
                  <a:moveTo>
                    <a:pt x="2553627" y="0"/>
                  </a:moveTo>
                  <a:lnTo>
                    <a:pt x="2512999" y="0"/>
                  </a:lnTo>
                  <a:lnTo>
                    <a:pt x="2512999" y="10160"/>
                  </a:lnTo>
                  <a:lnTo>
                    <a:pt x="2553627" y="10160"/>
                  </a:lnTo>
                  <a:lnTo>
                    <a:pt x="2553627" y="0"/>
                  </a:lnTo>
                  <a:close/>
                </a:path>
                <a:path w="3502660" h="868045">
                  <a:moveTo>
                    <a:pt x="2624721" y="857694"/>
                  </a:moveTo>
                  <a:lnTo>
                    <a:pt x="2584094" y="857694"/>
                  </a:lnTo>
                  <a:lnTo>
                    <a:pt x="2584094" y="867854"/>
                  </a:lnTo>
                  <a:lnTo>
                    <a:pt x="2624721" y="867854"/>
                  </a:lnTo>
                  <a:lnTo>
                    <a:pt x="2624721" y="857694"/>
                  </a:lnTo>
                  <a:close/>
                </a:path>
                <a:path w="3502660" h="868045">
                  <a:moveTo>
                    <a:pt x="2624721" y="0"/>
                  </a:moveTo>
                  <a:lnTo>
                    <a:pt x="2584094" y="0"/>
                  </a:lnTo>
                  <a:lnTo>
                    <a:pt x="2584094" y="10160"/>
                  </a:lnTo>
                  <a:lnTo>
                    <a:pt x="2624721" y="10160"/>
                  </a:lnTo>
                  <a:lnTo>
                    <a:pt x="2624721" y="0"/>
                  </a:lnTo>
                  <a:close/>
                </a:path>
                <a:path w="3502660" h="868045">
                  <a:moveTo>
                    <a:pt x="2695816" y="857694"/>
                  </a:moveTo>
                  <a:lnTo>
                    <a:pt x="2655189" y="857694"/>
                  </a:lnTo>
                  <a:lnTo>
                    <a:pt x="2655189" y="867854"/>
                  </a:lnTo>
                  <a:lnTo>
                    <a:pt x="2695816" y="867854"/>
                  </a:lnTo>
                  <a:lnTo>
                    <a:pt x="2695816" y="857694"/>
                  </a:lnTo>
                  <a:close/>
                </a:path>
                <a:path w="3502660" h="868045">
                  <a:moveTo>
                    <a:pt x="2695816" y="0"/>
                  </a:moveTo>
                  <a:lnTo>
                    <a:pt x="2655189" y="0"/>
                  </a:lnTo>
                  <a:lnTo>
                    <a:pt x="2655189" y="10160"/>
                  </a:lnTo>
                  <a:lnTo>
                    <a:pt x="2695816" y="10160"/>
                  </a:lnTo>
                  <a:lnTo>
                    <a:pt x="2695816" y="0"/>
                  </a:lnTo>
                  <a:close/>
                </a:path>
                <a:path w="3502660" h="868045">
                  <a:moveTo>
                    <a:pt x="2766923" y="857694"/>
                  </a:moveTo>
                  <a:lnTo>
                    <a:pt x="2726296" y="857694"/>
                  </a:lnTo>
                  <a:lnTo>
                    <a:pt x="2726296" y="867854"/>
                  </a:lnTo>
                  <a:lnTo>
                    <a:pt x="2766923" y="867854"/>
                  </a:lnTo>
                  <a:lnTo>
                    <a:pt x="2766923" y="857694"/>
                  </a:lnTo>
                  <a:close/>
                </a:path>
                <a:path w="3502660" h="868045">
                  <a:moveTo>
                    <a:pt x="2766923" y="0"/>
                  </a:moveTo>
                  <a:lnTo>
                    <a:pt x="2726296" y="0"/>
                  </a:lnTo>
                  <a:lnTo>
                    <a:pt x="2726296" y="10160"/>
                  </a:lnTo>
                  <a:lnTo>
                    <a:pt x="2766923" y="10160"/>
                  </a:lnTo>
                  <a:lnTo>
                    <a:pt x="2766923" y="0"/>
                  </a:lnTo>
                  <a:close/>
                </a:path>
                <a:path w="3502660" h="868045">
                  <a:moveTo>
                    <a:pt x="2838018" y="857694"/>
                  </a:moveTo>
                  <a:lnTo>
                    <a:pt x="2797391" y="857694"/>
                  </a:lnTo>
                  <a:lnTo>
                    <a:pt x="2797391" y="867854"/>
                  </a:lnTo>
                  <a:lnTo>
                    <a:pt x="2838018" y="867854"/>
                  </a:lnTo>
                  <a:lnTo>
                    <a:pt x="2838018" y="857694"/>
                  </a:lnTo>
                  <a:close/>
                </a:path>
                <a:path w="3502660" h="868045">
                  <a:moveTo>
                    <a:pt x="2838018" y="0"/>
                  </a:moveTo>
                  <a:lnTo>
                    <a:pt x="2797391" y="0"/>
                  </a:lnTo>
                  <a:lnTo>
                    <a:pt x="2797391" y="10160"/>
                  </a:lnTo>
                  <a:lnTo>
                    <a:pt x="2838018" y="10160"/>
                  </a:lnTo>
                  <a:lnTo>
                    <a:pt x="2838018" y="0"/>
                  </a:lnTo>
                  <a:close/>
                </a:path>
                <a:path w="3502660" h="868045">
                  <a:moveTo>
                    <a:pt x="2909112" y="857694"/>
                  </a:moveTo>
                  <a:lnTo>
                    <a:pt x="2868485" y="857694"/>
                  </a:lnTo>
                  <a:lnTo>
                    <a:pt x="2868485" y="867854"/>
                  </a:lnTo>
                  <a:lnTo>
                    <a:pt x="2909112" y="867854"/>
                  </a:lnTo>
                  <a:lnTo>
                    <a:pt x="2909112" y="857694"/>
                  </a:lnTo>
                  <a:close/>
                </a:path>
                <a:path w="3502660" h="868045">
                  <a:moveTo>
                    <a:pt x="2909112" y="0"/>
                  </a:moveTo>
                  <a:lnTo>
                    <a:pt x="2868485" y="0"/>
                  </a:lnTo>
                  <a:lnTo>
                    <a:pt x="2868485" y="10160"/>
                  </a:lnTo>
                  <a:lnTo>
                    <a:pt x="2909112" y="10160"/>
                  </a:lnTo>
                  <a:lnTo>
                    <a:pt x="2909112" y="0"/>
                  </a:lnTo>
                  <a:close/>
                </a:path>
                <a:path w="3502660" h="868045">
                  <a:moveTo>
                    <a:pt x="2980220" y="857694"/>
                  </a:moveTo>
                  <a:lnTo>
                    <a:pt x="2939592" y="857694"/>
                  </a:lnTo>
                  <a:lnTo>
                    <a:pt x="2939592" y="867854"/>
                  </a:lnTo>
                  <a:lnTo>
                    <a:pt x="2980220" y="867854"/>
                  </a:lnTo>
                  <a:lnTo>
                    <a:pt x="2980220" y="857694"/>
                  </a:lnTo>
                  <a:close/>
                </a:path>
                <a:path w="3502660" h="868045">
                  <a:moveTo>
                    <a:pt x="2980220" y="0"/>
                  </a:moveTo>
                  <a:lnTo>
                    <a:pt x="2939592" y="0"/>
                  </a:lnTo>
                  <a:lnTo>
                    <a:pt x="2939592" y="10160"/>
                  </a:lnTo>
                  <a:lnTo>
                    <a:pt x="2980220" y="10160"/>
                  </a:lnTo>
                  <a:lnTo>
                    <a:pt x="2980220" y="0"/>
                  </a:lnTo>
                  <a:close/>
                </a:path>
                <a:path w="3502660" h="868045">
                  <a:moveTo>
                    <a:pt x="3051314" y="857694"/>
                  </a:moveTo>
                  <a:lnTo>
                    <a:pt x="3010687" y="857694"/>
                  </a:lnTo>
                  <a:lnTo>
                    <a:pt x="3010687" y="867854"/>
                  </a:lnTo>
                  <a:lnTo>
                    <a:pt x="3051314" y="867854"/>
                  </a:lnTo>
                  <a:lnTo>
                    <a:pt x="3051314" y="857694"/>
                  </a:lnTo>
                  <a:close/>
                </a:path>
                <a:path w="3502660" h="868045">
                  <a:moveTo>
                    <a:pt x="3051314" y="0"/>
                  </a:moveTo>
                  <a:lnTo>
                    <a:pt x="3010687" y="0"/>
                  </a:lnTo>
                  <a:lnTo>
                    <a:pt x="3010687" y="10160"/>
                  </a:lnTo>
                  <a:lnTo>
                    <a:pt x="3051314" y="10160"/>
                  </a:lnTo>
                  <a:lnTo>
                    <a:pt x="3051314" y="0"/>
                  </a:lnTo>
                  <a:close/>
                </a:path>
                <a:path w="3502660" h="868045">
                  <a:moveTo>
                    <a:pt x="3102102" y="846150"/>
                  </a:moveTo>
                  <a:lnTo>
                    <a:pt x="400342" y="846150"/>
                  </a:lnTo>
                  <a:lnTo>
                    <a:pt x="400342" y="856310"/>
                  </a:lnTo>
                  <a:lnTo>
                    <a:pt x="3102089" y="856310"/>
                  </a:lnTo>
                  <a:lnTo>
                    <a:pt x="3102102" y="846150"/>
                  </a:lnTo>
                  <a:close/>
                </a:path>
                <a:path w="3502660" h="868045">
                  <a:moveTo>
                    <a:pt x="3123463" y="867651"/>
                  </a:moveTo>
                  <a:lnTo>
                    <a:pt x="3123361" y="862774"/>
                  </a:lnTo>
                  <a:lnTo>
                    <a:pt x="3123273" y="857491"/>
                  </a:lnTo>
                  <a:lnTo>
                    <a:pt x="3116262" y="857631"/>
                  </a:lnTo>
                  <a:lnTo>
                    <a:pt x="3102102" y="857631"/>
                  </a:lnTo>
                  <a:lnTo>
                    <a:pt x="3081782" y="857631"/>
                  </a:lnTo>
                  <a:lnTo>
                    <a:pt x="3081782" y="867791"/>
                  </a:lnTo>
                  <a:lnTo>
                    <a:pt x="3102102" y="867791"/>
                  </a:lnTo>
                  <a:lnTo>
                    <a:pt x="3116389" y="867791"/>
                  </a:lnTo>
                  <a:lnTo>
                    <a:pt x="3123463" y="867651"/>
                  </a:lnTo>
                  <a:close/>
                </a:path>
                <a:path w="3502660" h="868045">
                  <a:moveTo>
                    <a:pt x="3123463" y="203"/>
                  </a:moveTo>
                  <a:lnTo>
                    <a:pt x="3112135" y="0"/>
                  </a:lnTo>
                  <a:lnTo>
                    <a:pt x="3102102" y="0"/>
                  </a:lnTo>
                  <a:lnTo>
                    <a:pt x="3081782" y="0"/>
                  </a:lnTo>
                  <a:lnTo>
                    <a:pt x="3081782" y="10160"/>
                  </a:lnTo>
                  <a:lnTo>
                    <a:pt x="3102102" y="10160"/>
                  </a:lnTo>
                  <a:lnTo>
                    <a:pt x="3123273" y="10160"/>
                  </a:lnTo>
                  <a:lnTo>
                    <a:pt x="3123361" y="5283"/>
                  </a:lnTo>
                  <a:lnTo>
                    <a:pt x="3123463" y="203"/>
                  </a:lnTo>
                  <a:close/>
                </a:path>
                <a:path w="3502660" h="868045">
                  <a:moveTo>
                    <a:pt x="3198126" y="863625"/>
                  </a:moveTo>
                  <a:lnTo>
                    <a:pt x="3197225" y="853503"/>
                  </a:lnTo>
                  <a:lnTo>
                    <a:pt x="3186823" y="854392"/>
                  </a:lnTo>
                  <a:lnTo>
                    <a:pt x="3176320" y="855167"/>
                  </a:lnTo>
                  <a:lnTo>
                    <a:pt x="3165716" y="855840"/>
                  </a:lnTo>
                  <a:lnTo>
                    <a:pt x="3155023" y="856411"/>
                  </a:lnTo>
                  <a:lnTo>
                    <a:pt x="3155518" y="866571"/>
                  </a:lnTo>
                  <a:lnTo>
                    <a:pt x="3177019" y="865301"/>
                  </a:lnTo>
                  <a:lnTo>
                    <a:pt x="3187623" y="864514"/>
                  </a:lnTo>
                  <a:lnTo>
                    <a:pt x="3198126" y="863625"/>
                  </a:lnTo>
                  <a:close/>
                </a:path>
                <a:path w="3502660" h="868045">
                  <a:moveTo>
                    <a:pt x="3198126" y="4229"/>
                  </a:moveTo>
                  <a:lnTo>
                    <a:pt x="3187623" y="3340"/>
                  </a:lnTo>
                  <a:lnTo>
                    <a:pt x="3177006" y="2565"/>
                  </a:lnTo>
                  <a:lnTo>
                    <a:pt x="3166300" y="1879"/>
                  </a:lnTo>
                  <a:lnTo>
                    <a:pt x="3155505" y="1295"/>
                  </a:lnTo>
                  <a:lnTo>
                    <a:pt x="3155404" y="3340"/>
                  </a:lnTo>
                  <a:lnTo>
                    <a:pt x="3155353" y="4229"/>
                  </a:lnTo>
                  <a:lnTo>
                    <a:pt x="3155010" y="11442"/>
                  </a:lnTo>
                  <a:lnTo>
                    <a:pt x="3165703" y="12014"/>
                  </a:lnTo>
                  <a:lnTo>
                    <a:pt x="3176308" y="12700"/>
                  </a:lnTo>
                  <a:lnTo>
                    <a:pt x="3186811" y="13474"/>
                  </a:lnTo>
                  <a:lnTo>
                    <a:pt x="3197212" y="14351"/>
                  </a:lnTo>
                  <a:lnTo>
                    <a:pt x="3197288" y="13474"/>
                  </a:lnTo>
                  <a:lnTo>
                    <a:pt x="3197352" y="12700"/>
                  </a:lnTo>
                  <a:lnTo>
                    <a:pt x="3197466" y="11442"/>
                  </a:lnTo>
                  <a:lnTo>
                    <a:pt x="3198126" y="4229"/>
                  </a:lnTo>
                  <a:close/>
                </a:path>
                <a:path w="3502660" h="868045">
                  <a:moveTo>
                    <a:pt x="3272294" y="13817"/>
                  </a:moveTo>
                  <a:lnTo>
                    <a:pt x="3261944" y="12115"/>
                  </a:lnTo>
                  <a:lnTo>
                    <a:pt x="3251454" y="10502"/>
                  </a:lnTo>
                  <a:lnTo>
                    <a:pt x="3240798" y="9004"/>
                  </a:lnTo>
                  <a:lnTo>
                    <a:pt x="3230016" y="7620"/>
                  </a:lnTo>
                  <a:lnTo>
                    <a:pt x="3228784" y="17703"/>
                  </a:lnTo>
                  <a:lnTo>
                    <a:pt x="3239452" y="19075"/>
                  </a:lnTo>
                  <a:lnTo>
                    <a:pt x="3249980" y="20561"/>
                  </a:lnTo>
                  <a:lnTo>
                    <a:pt x="3260356" y="22136"/>
                  </a:lnTo>
                  <a:lnTo>
                    <a:pt x="3270580" y="23825"/>
                  </a:lnTo>
                  <a:lnTo>
                    <a:pt x="3272294" y="13817"/>
                  </a:lnTo>
                  <a:close/>
                </a:path>
                <a:path w="3502660" h="868045">
                  <a:moveTo>
                    <a:pt x="3272320" y="854036"/>
                  </a:moveTo>
                  <a:lnTo>
                    <a:pt x="3270605" y="844029"/>
                  </a:lnTo>
                  <a:lnTo>
                    <a:pt x="3260369" y="845718"/>
                  </a:lnTo>
                  <a:lnTo>
                    <a:pt x="3249993" y="847305"/>
                  </a:lnTo>
                  <a:lnTo>
                    <a:pt x="3239465" y="848791"/>
                  </a:lnTo>
                  <a:lnTo>
                    <a:pt x="3228797" y="850163"/>
                  </a:lnTo>
                  <a:lnTo>
                    <a:pt x="3230029" y="860247"/>
                  </a:lnTo>
                  <a:lnTo>
                    <a:pt x="3240824" y="858850"/>
                  </a:lnTo>
                  <a:lnTo>
                    <a:pt x="3251466" y="857351"/>
                  </a:lnTo>
                  <a:lnTo>
                    <a:pt x="3261969" y="855751"/>
                  </a:lnTo>
                  <a:lnTo>
                    <a:pt x="3272320" y="854036"/>
                  </a:lnTo>
                  <a:close/>
                </a:path>
                <a:path w="3502660" h="868045">
                  <a:moveTo>
                    <a:pt x="3345446" y="30073"/>
                  </a:moveTo>
                  <a:lnTo>
                    <a:pt x="3335388" y="27355"/>
                  </a:lnTo>
                  <a:lnTo>
                    <a:pt x="3325101" y="24739"/>
                  </a:lnTo>
                  <a:lnTo>
                    <a:pt x="3314573" y="22250"/>
                  </a:lnTo>
                  <a:lnTo>
                    <a:pt x="3303841" y="19875"/>
                  </a:lnTo>
                  <a:lnTo>
                    <a:pt x="3301720" y="29806"/>
                  </a:lnTo>
                  <a:lnTo>
                    <a:pt x="3312312" y="32156"/>
                  </a:lnTo>
                  <a:lnTo>
                    <a:pt x="3322675" y="34607"/>
                  </a:lnTo>
                  <a:lnTo>
                    <a:pt x="3332810" y="37172"/>
                  </a:lnTo>
                  <a:lnTo>
                    <a:pt x="3342703" y="39852"/>
                  </a:lnTo>
                  <a:lnTo>
                    <a:pt x="3345446" y="30073"/>
                  </a:lnTo>
                  <a:close/>
                </a:path>
                <a:path w="3502660" h="868045">
                  <a:moveTo>
                    <a:pt x="3345472" y="837768"/>
                  </a:moveTo>
                  <a:lnTo>
                    <a:pt x="3342741" y="827989"/>
                  </a:lnTo>
                  <a:lnTo>
                    <a:pt x="3332835" y="830668"/>
                  </a:lnTo>
                  <a:lnTo>
                    <a:pt x="3322701" y="833247"/>
                  </a:lnTo>
                  <a:lnTo>
                    <a:pt x="3312337" y="835710"/>
                  </a:lnTo>
                  <a:lnTo>
                    <a:pt x="3301746" y="838047"/>
                  </a:lnTo>
                  <a:lnTo>
                    <a:pt x="3303854" y="847979"/>
                  </a:lnTo>
                  <a:lnTo>
                    <a:pt x="3314598" y="845604"/>
                  </a:lnTo>
                  <a:lnTo>
                    <a:pt x="3325482" y="843013"/>
                  </a:lnTo>
                  <a:lnTo>
                    <a:pt x="3335413" y="840498"/>
                  </a:lnTo>
                  <a:lnTo>
                    <a:pt x="3345472" y="837768"/>
                  </a:lnTo>
                  <a:close/>
                </a:path>
                <a:path w="3502660" h="868045">
                  <a:moveTo>
                    <a:pt x="3416160" y="55537"/>
                  </a:moveTo>
                  <a:lnTo>
                    <a:pt x="3406762" y="51358"/>
                  </a:lnTo>
                  <a:lnTo>
                    <a:pt x="3396958" y="47307"/>
                  </a:lnTo>
                  <a:lnTo>
                    <a:pt x="3386759" y="43395"/>
                  </a:lnTo>
                  <a:lnTo>
                    <a:pt x="3376193" y="39624"/>
                  </a:lnTo>
                  <a:lnTo>
                    <a:pt x="3372891" y="49225"/>
                  </a:lnTo>
                  <a:lnTo>
                    <a:pt x="3383242" y="52920"/>
                  </a:lnTo>
                  <a:lnTo>
                    <a:pt x="3393198" y="56743"/>
                  </a:lnTo>
                  <a:lnTo>
                    <a:pt x="3402749" y="60693"/>
                  </a:lnTo>
                  <a:lnTo>
                    <a:pt x="3411893" y="64757"/>
                  </a:lnTo>
                  <a:lnTo>
                    <a:pt x="3416160" y="55537"/>
                  </a:lnTo>
                  <a:close/>
                </a:path>
                <a:path w="3502660" h="868045">
                  <a:moveTo>
                    <a:pt x="3416185" y="812279"/>
                  </a:moveTo>
                  <a:lnTo>
                    <a:pt x="3411918" y="803071"/>
                  </a:lnTo>
                  <a:lnTo>
                    <a:pt x="3402774" y="807148"/>
                  </a:lnTo>
                  <a:lnTo>
                    <a:pt x="3393224" y="811098"/>
                  </a:lnTo>
                  <a:lnTo>
                    <a:pt x="3383267" y="814920"/>
                  </a:lnTo>
                  <a:lnTo>
                    <a:pt x="3372916" y="818616"/>
                  </a:lnTo>
                  <a:lnTo>
                    <a:pt x="3376218" y="828217"/>
                  </a:lnTo>
                  <a:lnTo>
                    <a:pt x="3386785" y="824445"/>
                  </a:lnTo>
                  <a:lnTo>
                    <a:pt x="3396983" y="820534"/>
                  </a:lnTo>
                  <a:lnTo>
                    <a:pt x="3406787" y="816470"/>
                  </a:lnTo>
                  <a:lnTo>
                    <a:pt x="3416185" y="812279"/>
                  </a:lnTo>
                  <a:close/>
                </a:path>
                <a:path w="3502660" h="868045">
                  <a:moveTo>
                    <a:pt x="3479368" y="97497"/>
                  </a:moveTo>
                  <a:lnTo>
                    <a:pt x="3472027" y="90474"/>
                  </a:lnTo>
                  <a:lnTo>
                    <a:pt x="3463810" y="83654"/>
                  </a:lnTo>
                  <a:lnTo>
                    <a:pt x="3454730" y="77063"/>
                  </a:lnTo>
                  <a:lnTo>
                    <a:pt x="3444824" y="70688"/>
                  </a:lnTo>
                  <a:lnTo>
                    <a:pt x="3439553" y="79375"/>
                  </a:lnTo>
                  <a:lnTo>
                    <a:pt x="3449002" y="85458"/>
                  </a:lnTo>
                  <a:lnTo>
                    <a:pt x="3457587" y="91694"/>
                  </a:lnTo>
                  <a:lnTo>
                    <a:pt x="3465271" y="98056"/>
                  </a:lnTo>
                  <a:lnTo>
                    <a:pt x="3472053" y="104546"/>
                  </a:lnTo>
                  <a:lnTo>
                    <a:pt x="3479368" y="97497"/>
                  </a:lnTo>
                  <a:close/>
                </a:path>
                <a:path w="3502660" h="868045">
                  <a:moveTo>
                    <a:pt x="3502660" y="140246"/>
                  </a:moveTo>
                  <a:lnTo>
                    <a:pt x="3501110" y="132689"/>
                  </a:lnTo>
                  <a:lnTo>
                    <a:pt x="3498164" y="125361"/>
                  </a:lnTo>
                  <a:lnTo>
                    <a:pt x="3488740" y="129159"/>
                  </a:lnTo>
                  <a:lnTo>
                    <a:pt x="3489147" y="130187"/>
                  </a:lnTo>
                  <a:lnTo>
                    <a:pt x="3477399" y="113334"/>
                  </a:lnTo>
                  <a:lnTo>
                    <a:pt x="3421240" y="74993"/>
                  </a:lnTo>
                  <a:lnTo>
                    <a:pt x="3381705" y="58712"/>
                  </a:lnTo>
                  <a:lnTo>
                    <a:pt x="3335617" y="44742"/>
                  </a:lnTo>
                  <a:lnTo>
                    <a:pt x="3283801" y="33388"/>
                  </a:lnTo>
                  <a:lnTo>
                    <a:pt x="3227057" y="24904"/>
                  </a:lnTo>
                  <a:lnTo>
                    <a:pt x="3166224" y="19621"/>
                  </a:lnTo>
                  <a:lnTo>
                    <a:pt x="3102102" y="17792"/>
                  </a:lnTo>
                  <a:lnTo>
                    <a:pt x="400342" y="17792"/>
                  </a:lnTo>
                  <a:lnTo>
                    <a:pt x="336219" y="19621"/>
                  </a:lnTo>
                  <a:lnTo>
                    <a:pt x="275412" y="24904"/>
                  </a:lnTo>
                  <a:lnTo>
                    <a:pt x="218694" y="33388"/>
                  </a:lnTo>
                  <a:lnTo>
                    <a:pt x="166903" y="44742"/>
                  </a:lnTo>
                  <a:lnTo>
                    <a:pt x="120853" y="58712"/>
                  </a:lnTo>
                  <a:lnTo>
                    <a:pt x="81343" y="74993"/>
                  </a:lnTo>
                  <a:lnTo>
                    <a:pt x="25222" y="113334"/>
                  </a:lnTo>
                  <a:lnTo>
                    <a:pt x="13525" y="130124"/>
                  </a:lnTo>
                  <a:lnTo>
                    <a:pt x="13919" y="129159"/>
                  </a:lnTo>
                  <a:lnTo>
                    <a:pt x="4495" y="125374"/>
                  </a:lnTo>
                  <a:lnTo>
                    <a:pt x="1549" y="132689"/>
                  </a:lnTo>
                  <a:lnTo>
                    <a:pt x="0" y="140246"/>
                  </a:lnTo>
                  <a:lnTo>
                    <a:pt x="0" y="168402"/>
                  </a:lnTo>
                  <a:lnTo>
                    <a:pt x="5067" y="168402"/>
                  </a:lnTo>
                  <a:lnTo>
                    <a:pt x="5067" y="199034"/>
                  </a:lnTo>
                  <a:lnTo>
                    <a:pt x="0" y="199034"/>
                  </a:lnTo>
                  <a:lnTo>
                    <a:pt x="0" y="239877"/>
                  </a:lnTo>
                  <a:lnTo>
                    <a:pt x="5067" y="239877"/>
                  </a:lnTo>
                  <a:lnTo>
                    <a:pt x="5067" y="270510"/>
                  </a:lnTo>
                  <a:lnTo>
                    <a:pt x="0" y="270510"/>
                  </a:lnTo>
                  <a:lnTo>
                    <a:pt x="0" y="311353"/>
                  </a:lnTo>
                  <a:lnTo>
                    <a:pt x="5067" y="311353"/>
                  </a:lnTo>
                  <a:lnTo>
                    <a:pt x="5067" y="341985"/>
                  </a:lnTo>
                  <a:lnTo>
                    <a:pt x="0" y="341985"/>
                  </a:lnTo>
                  <a:lnTo>
                    <a:pt x="0" y="382828"/>
                  </a:lnTo>
                  <a:lnTo>
                    <a:pt x="5067" y="382828"/>
                  </a:lnTo>
                  <a:lnTo>
                    <a:pt x="5067" y="413473"/>
                  </a:lnTo>
                  <a:lnTo>
                    <a:pt x="0" y="413473"/>
                  </a:lnTo>
                  <a:lnTo>
                    <a:pt x="0" y="454317"/>
                  </a:lnTo>
                  <a:lnTo>
                    <a:pt x="5067" y="454317"/>
                  </a:lnTo>
                  <a:lnTo>
                    <a:pt x="5067" y="484949"/>
                  </a:lnTo>
                  <a:lnTo>
                    <a:pt x="0" y="484949"/>
                  </a:lnTo>
                  <a:lnTo>
                    <a:pt x="0" y="525792"/>
                  </a:lnTo>
                  <a:lnTo>
                    <a:pt x="5067" y="525792"/>
                  </a:lnTo>
                  <a:lnTo>
                    <a:pt x="5067" y="556425"/>
                  </a:lnTo>
                  <a:lnTo>
                    <a:pt x="0" y="556425"/>
                  </a:lnTo>
                  <a:lnTo>
                    <a:pt x="0" y="597268"/>
                  </a:lnTo>
                  <a:lnTo>
                    <a:pt x="5067" y="597268"/>
                  </a:lnTo>
                  <a:lnTo>
                    <a:pt x="5067" y="627900"/>
                  </a:lnTo>
                  <a:lnTo>
                    <a:pt x="0" y="627900"/>
                  </a:lnTo>
                  <a:lnTo>
                    <a:pt x="0" y="668743"/>
                  </a:lnTo>
                  <a:lnTo>
                    <a:pt x="5067" y="668743"/>
                  </a:lnTo>
                  <a:lnTo>
                    <a:pt x="5067" y="699376"/>
                  </a:lnTo>
                  <a:lnTo>
                    <a:pt x="0" y="699376"/>
                  </a:lnTo>
                  <a:lnTo>
                    <a:pt x="0" y="727532"/>
                  </a:lnTo>
                  <a:lnTo>
                    <a:pt x="1549" y="735088"/>
                  </a:lnTo>
                  <a:lnTo>
                    <a:pt x="4483" y="742403"/>
                  </a:lnTo>
                  <a:lnTo>
                    <a:pt x="10731" y="739914"/>
                  </a:lnTo>
                  <a:lnTo>
                    <a:pt x="25222" y="760704"/>
                  </a:lnTo>
                  <a:lnTo>
                    <a:pt x="29476" y="764286"/>
                  </a:lnTo>
                  <a:lnTo>
                    <a:pt x="23241" y="770280"/>
                  </a:lnTo>
                  <a:lnTo>
                    <a:pt x="30556" y="777316"/>
                  </a:lnTo>
                  <a:lnTo>
                    <a:pt x="38773" y="784148"/>
                  </a:lnTo>
                  <a:lnTo>
                    <a:pt x="47840" y="790752"/>
                  </a:lnTo>
                  <a:lnTo>
                    <a:pt x="57746" y="797128"/>
                  </a:lnTo>
                  <a:lnTo>
                    <a:pt x="62915" y="788593"/>
                  </a:lnTo>
                  <a:lnTo>
                    <a:pt x="81343" y="799084"/>
                  </a:lnTo>
                  <a:lnTo>
                    <a:pt x="120853" y="815365"/>
                  </a:lnTo>
                  <a:lnTo>
                    <a:pt x="166903" y="829335"/>
                  </a:lnTo>
                  <a:lnTo>
                    <a:pt x="218694" y="840701"/>
                  </a:lnTo>
                  <a:lnTo>
                    <a:pt x="275412" y="849172"/>
                  </a:lnTo>
                  <a:lnTo>
                    <a:pt x="336219" y="854468"/>
                  </a:lnTo>
                  <a:lnTo>
                    <a:pt x="400329" y="856310"/>
                  </a:lnTo>
                  <a:lnTo>
                    <a:pt x="400342" y="846150"/>
                  </a:lnTo>
                  <a:lnTo>
                    <a:pt x="347154" y="844880"/>
                  </a:lnTo>
                  <a:lnTo>
                    <a:pt x="296214" y="841197"/>
                  </a:lnTo>
                  <a:lnTo>
                    <a:pt x="247992" y="835279"/>
                  </a:lnTo>
                  <a:lnTo>
                    <a:pt x="202946" y="827290"/>
                  </a:lnTo>
                  <a:lnTo>
                    <a:pt x="161531" y="817397"/>
                  </a:lnTo>
                  <a:lnTo>
                    <a:pt x="124244" y="805789"/>
                  </a:lnTo>
                  <a:lnTo>
                    <a:pt x="77292" y="785685"/>
                  </a:lnTo>
                  <a:lnTo>
                    <a:pt x="42659" y="763143"/>
                  </a:lnTo>
                  <a:lnTo>
                    <a:pt x="16878" y="727976"/>
                  </a:lnTo>
                  <a:lnTo>
                    <a:pt x="15240" y="716534"/>
                  </a:lnTo>
                  <a:lnTo>
                    <a:pt x="15240" y="157492"/>
                  </a:lnTo>
                  <a:lnTo>
                    <a:pt x="42659" y="110921"/>
                  </a:lnTo>
                  <a:lnTo>
                    <a:pt x="77292" y="88392"/>
                  </a:lnTo>
                  <a:lnTo>
                    <a:pt x="124231" y="68300"/>
                  </a:lnTo>
                  <a:lnTo>
                    <a:pt x="161531" y="56692"/>
                  </a:lnTo>
                  <a:lnTo>
                    <a:pt x="202933" y="46812"/>
                  </a:lnTo>
                  <a:lnTo>
                    <a:pt x="247992" y="38811"/>
                  </a:lnTo>
                  <a:lnTo>
                    <a:pt x="296214" y="32893"/>
                  </a:lnTo>
                  <a:lnTo>
                    <a:pt x="347154" y="29210"/>
                  </a:lnTo>
                  <a:lnTo>
                    <a:pt x="400342" y="27952"/>
                  </a:lnTo>
                  <a:lnTo>
                    <a:pt x="3102102" y="27952"/>
                  </a:lnTo>
                  <a:lnTo>
                    <a:pt x="3155289" y="29210"/>
                  </a:lnTo>
                  <a:lnTo>
                    <a:pt x="3206242" y="32893"/>
                  </a:lnTo>
                  <a:lnTo>
                    <a:pt x="3254489" y="38811"/>
                  </a:lnTo>
                  <a:lnTo>
                    <a:pt x="3299561" y="46812"/>
                  </a:lnTo>
                  <a:lnTo>
                    <a:pt x="3341001" y="56692"/>
                  </a:lnTo>
                  <a:lnTo>
                    <a:pt x="3378327" y="68300"/>
                  </a:lnTo>
                  <a:lnTo>
                    <a:pt x="3425304" y="88392"/>
                  </a:lnTo>
                  <a:lnTo>
                    <a:pt x="3459975" y="110921"/>
                  </a:lnTo>
                  <a:lnTo>
                    <a:pt x="3485769" y="146050"/>
                  </a:lnTo>
                  <a:lnTo>
                    <a:pt x="3487420" y="716534"/>
                  </a:lnTo>
                  <a:lnTo>
                    <a:pt x="3485769" y="727976"/>
                  </a:lnTo>
                  <a:lnTo>
                    <a:pt x="3459975" y="763143"/>
                  </a:lnTo>
                  <a:lnTo>
                    <a:pt x="3425291" y="785685"/>
                  </a:lnTo>
                  <a:lnTo>
                    <a:pt x="3378327" y="805789"/>
                  </a:lnTo>
                  <a:lnTo>
                    <a:pt x="3341001" y="817397"/>
                  </a:lnTo>
                  <a:lnTo>
                    <a:pt x="3299561" y="827290"/>
                  </a:lnTo>
                  <a:lnTo>
                    <a:pt x="3254489" y="835279"/>
                  </a:lnTo>
                  <a:lnTo>
                    <a:pt x="3206242" y="841197"/>
                  </a:lnTo>
                  <a:lnTo>
                    <a:pt x="3155289" y="844880"/>
                  </a:lnTo>
                  <a:lnTo>
                    <a:pt x="3102102" y="846150"/>
                  </a:lnTo>
                  <a:lnTo>
                    <a:pt x="3102102" y="856310"/>
                  </a:lnTo>
                  <a:lnTo>
                    <a:pt x="3166224" y="854468"/>
                  </a:lnTo>
                  <a:lnTo>
                    <a:pt x="3227057" y="849172"/>
                  </a:lnTo>
                  <a:lnTo>
                    <a:pt x="3283801" y="840701"/>
                  </a:lnTo>
                  <a:lnTo>
                    <a:pt x="3335617" y="829335"/>
                  </a:lnTo>
                  <a:lnTo>
                    <a:pt x="3381705" y="815365"/>
                  </a:lnTo>
                  <a:lnTo>
                    <a:pt x="3421240" y="799084"/>
                  </a:lnTo>
                  <a:lnTo>
                    <a:pt x="3439668" y="788593"/>
                  </a:lnTo>
                  <a:lnTo>
                    <a:pt x="3444849" y="797128"/>
                  </a:lnTo>
                  <a:lnTo>
                    <a:pt x="3454755" y="790752"/>
                  </a:lnTo>
                  <a:lnTo>
                    <a:pt x="3463836" y="784161"/>
                  </a:lnTo>
                  <a:lnTo>
                    <a:pt x="3472053" y="777328"/>
                  </a:lnTo>
                  <a:lnTo>
                    <a:pt x="3479393" y="770293"/>
                  </a:lnTo>
                  <a:lnTo>
                    <a:pt x="3473119" y="764286"/>
                  </a:lnTo>
                  <a:lnTo>
                    <a:pt x="3477399" y="760704"/>
                  </a:lnTo>
                  <a:lnTo>
                    <a:pt x="3491903" y="739914"/>
                  </a:lnTo>
                  <a:lnTo>
                    <a:pt x="3498164" y="742416"/>
                  </a:lnTo>
                  <a:lnTo>
                    <a:pt x="3501110" y="735088"/>
                  </a:lnTo>
                  <a:lnTo>
                    <a:pt x="3502660" y="727532"/>
                  </a:lnTo>
                  <a:lnTo>
                    <a:pt x="3502660" y="699376"/>
                  </a:lnTo>
                  <a:lnTo>
                    <a:pt x="3497567" y="699376"/>
                  </a:lnTo>
                  <a:lnTo>
                    <a:pt x="3497567" y="668743"/>
                  </a:lnTo>
                  <a:lnTo>
                    <a:pt x="3502660" y="668743"/>
                  </a:lnTo>
                  <a:lnTo>
                    <a:pt x="3502660" y="627900"/>
                  </a:lnTo>
                  <a:lnTo>
                    <a:pt x="3497567" y="627900"/>
                  </a:lnTo>
                  <a:lnTo>
                    <a:pt x="3497567" y="597268"/>
                  </a:lnTo>
                  <a:lnTo>
                    <a:pt x="3502660" y="597268"/>
                  </a:lnTo>
                  <a:lnTo>
                    <a:pt x="3502660" y="556425"/>
                  </a:lnTo>
                  <a:lnTo>
                    <a:pt x="3497567" y="556425"/>
                  </a:lnTo>
                  <a:lnTo>
                    <a:pt x="3497567" y="525792"/>
                  </a:lnTo>
                  <a:lnTo>
                    <a:pt x="3502660" y="525792"/>
                  </a:lnTo>
                  <a:lnTo>
                    <a:pt x="3502660" y="484949"/>
                  </a:lnTo>
                  <a:lnTo>
                    <a:pt x="3497567" y="484949"/>
                  </a:lnTo>
                  <a:lnTo>
                    <a:pt x="3497567" y="454317"/>
                  </a:lnTo>
                  <a:lnTo>
                    <a:pt x="3502660" y="454317"/>
                  </a:lnTo>
                  <a:lnTo>
                    <a:pt x="3502660" y="413473"/>
                  </a:lnTo>
                  <a:lnTo>
                    <a:pt x="3497567" y="413473"/>
                  </a:lnTo>
                  <a:lnTo>
                    <a:pt x="3497567" y="382828"/>
                  </a:lnTo>
                  <a:lnTo>
                    <a:pt x="3502660" y="382828"/>
                  </a:lnTo>
                  <a:lnTo>
                    <a:pt x="3502660" y="341985"/>
                  </a:lnTo>
                  <a:lnTo>
                    <a:pt x="3497567" y="341985"/>
                  </a:lnTo>
                  <a:lnTo>
                    <a:pt x="3497567" y="311353"/>
                  </a:lnTo>
                  <a:lnTo>
                    <a:pt x="3502660" y="311353"/>
                  </a:lnTo>
                  <a:lnTo>
                    <a:pt x="3502660" y="270510"/>
                  </a:lnTo>
                  <a:lnTo>
                    <a:pt x="3497567" y="270510"/>
                  </a:lnTo>
                  <a:lnTo>
                    <a:pt x="3497567" y="239877"/>
                  </a:lnTo>
                  <a:lnTo>
                    <a:pt x="3502660" y="239877"/>
                  </a:lnTo>
                  <a:lnTo>
                    <a:pt x="3502660" y="199034"/>
                  </a:lnTo>
                  <a:lnTo>
                    <a:pt x="3497567" y="199034"/>
                  </a:lnTo>
                  <a:lnTo>
                    <a:pt x="3497567" y="168402"/>
                  </a:lnTo>
                  <a:lnTo>
                    <a:pt x="3502660" y="168402"/>
                  </a:lnTo>
                  <a:lnTo>
                    <a:pt x="3502660" y="140246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8" name="object 158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281728" y="4322901"/>
              <a:ext cx="3121106" cy="657517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281728" y="6178372"/>
              <a:ext cx="3091382" cy="476999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281728" y="5302072"/>
              <a:ext cx="3135579" cy="478447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2299025" y="3555702"/>
              <a:ext cx="1111323" cy="336975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2409243" y="1395676"/>
              <a:ext cx="1054226" cy="32035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43699"/>
            <a:ext cx="13963015" cy="9525"/>
          </a:xfrm>
          <a:custGeom>
            <a:avLst/>
            <a:gdLst/>
            <a:ahLst/>
            <a:cxnLst/>
            <a:rect l="l" t="t" r="r" b="b"/>
            <a:pathLst>
              <a:path w="13963015" h="9525">
                <a:moveTo>
                  <a:pt x="13963015" y="0"/>
                </a:moveTo>
                <a:lnTo>
                  <a:pt x="0" y="0"/>
                </a:lnTo>
                <a:lnTo>
                  <a:pt x="0" y="508"/>
                </a:lnTo>
                <a:lnTo>
                  <a:pt x="0" y="9398"/>
                </a:lnTo>
                <a:lnTo>
                  <a:pt x="7060946" y="9398"/>
                </a:lnTo>
                <a:lnTo>
                  <a:pt x="7060946" y="508"/>
                </a:lnTo>
                <a:lnTo>
                  <a:pt x="13963015" y="508"/>
                </a:lnTo>
                <a:lnTo>
                  <a:pt x="13963015" y="0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" y="812800"/>
            <a:ext cx="13957300" cy="76200"/>
          </a:xfrm>
          <a:custGeom>
            <a:avLst/>
            <a:gdLst/>
            <a:ahLst/>
            <a:cxnLst/>
            <a:rect l="l" t="t" r="r" b="b"/>
            <a:pathLst>
              <a:path w="13957300" h="76200">
                <a:moveTo>
                  <a:pt x="39027" y="76200"/>
                </a:moveTo>
                <a:lnTo>
                  <a:pt x="23836" y="73193"/>
                </a:lnTo>
                <a:lnTo>
                  <a:pt x="11431" y="65008"/>
                </a:lnTo>
                <a:lnTo>
                  <a:pt x="3067" y="52893"/>
                </a:lnTo>
                <a:lnTo>
                  <a:pt x="0" y="38100"/>
                </a:lnTo>
                <a:lnTo>
                  <a:pt x="3067" y="23252"/>
                </a:lnTo>
                <a:lnTo>
                  <a:pt x="11431" y="11144"/>
                </a:lnTo>
                <a:lnTo>
                  <a:pt x="23836" y="2988"/>
                </a:lnTo>
                <a:lnTo>
                  <a:pt x="39027" y="0"/>
                </a:lnTo>
                <a:lnTo>
                  <a:pt x="54222" y="2988"/>
                </a:lnTo>
                <a:lnTo>
                  <a:pt x="66627" y="11144"/>
                </a:lnTo>
                <a:lnTo>
                  <a:pt x="74988" y="23252"/>
                </a:lnTo>
                <a:lnTo>
                  <a:pt x="76087" y="28575"/>
                </a:lnTo>
                <a:lnTo>
                  <a:pt x="39027" y="28575"/>
                </a:lnTo>
                <a:lnTo>
                  <a:pt x="39027" y="47625"/>
                </a:lnTo>
                <a:lnTo>
                  <a:pt x="76080" y="47625"/>
                </a:lnTo>
                <a:lnTo>
                  <a:pt x="74988" y="52893"/>
                </a:lnTo>
                <a:lnTo>
                  <a:pt x="66627" y="65008"/>
                </a:lnTo>
                <a:lnTo>
                  <a:pt x="54222" y="73193"/>
                </a:lnTo>
                <a:lnTo>
                  <a:pt x="39027" y="76200"/>
                </a:lnTo>
                <a:close/>
              </a:path>
              <a:path w="13957300" h="76200">
                <a:moveTo>
                  <a:pt x="13918260" y="76200"/>
                </a:moveTo>
                <a:lnTo>
                  <a:pt x="13903048" y="73193"/>
                </a:lnTo>
                <a:lnTo>
                  <a:pt x="13890645" y="65008"/>
                </a:lnTo>
                <a:lnTo>
                  <a:pt x="13882293" y="52893"/>
                </a:lnTo>
                <a:lnTo>
                  <a:pt x="13879233" y="38100"/>
                </a:lnTo>
                <a:lnTo>
                  <a:pt x="13882293" y="23252"/>
                </a:lnTo>
                <a:lnTo>
                  <a:pt x="13890645" y="11144"/>
                </a:lnTo>
                <a:lnTo>
                  <a:pt x="13903048" y="2988"/>
                </a:lnTo>
                <a:lnTo>
                  <a:pt x="13918260" y="0"/>
                </a:lnTo>
                <a:lnTo>
                  <a:pt x="13933473" y="2988"/>
                </a:lnTo>
                <a:lnTo>
                  <a:pt x="13945881" y="11144"/>
                </a:lnTo>
                <a:lnTo>
                  <a:pt x="13954237" y="23252"/>
                </a:lnTo>
                <a:lnTo>
                  <a:pt x="13955335" y="28575"/>
                </a:lnTo>
                <a:lnTo>
                  <a:pt x="13918260" y="28575"/>
                </a:lnTo>
                <a:lnTo>
                  <a:pt x="13918260" y="47625"/>
                </a:lnTo>
                <a:lnTo>
                  <a:pt x="13955328" y="47625"/>
                </a:lnTo>
                <a:lnTo>
                  <a:pt x="13954237" y="52893"/>
                </a:lnTo>
                <a:lnTo>
                  <a:pt x="13945881" y="65008"/>
                </a:lnTo>
                <a:lnTo>
                  <a:pt x="13933473" y="73193"/>
                </a:lnTo>
                <a:lnTo>
                  <a:pt x="13918260" y="76200"/>
                </a:lnTo>
                <a:close/>
              </a:path>
              <a:path w="13957300" h="76200">
                <a:moveTo>
                  <a:pt x="76080" y="47625"/>
                </a:moveTo>
                <a:lnTo>
                  <a:pt x="39027" y="47625"/>
                </a:lnTo>
                <a:lnTo>
                  <a:pt x="39027" y="28575"/>
                </a:lnTo>
                <a:lnTo>
                  <a:pt x="76087" y="28575"/>
                </a:lnTo>
                <a:lnTo>
                  <a:pt x="78054" y="38100"/>
                </a:lnTo>
                <a:lnTo>
                  <a:pt x="76080" y="47625"/>
                </a:lnTo>
                <a:close/>
              </a:path>
              <a:path w="13957300" h="76200">
                <a:moveTo>
                  <a:pt x="13881203" y="47625"/>
                </a:moveTo>
                <a:lnTo>
                  <a:pt x="76080" y="47625"/>
                </a:lnTo>
                <a:lnTo>
                  <a:pt x="78054" y="38100"/>
                </a:lnTo>
                <a:lnTo>
                  <a:pt x="76087" y="28575"/>
                </a:lnTo>
                <a:lnTo>
                  <a:pt x="13881196" y="28575"/>
                </a:lnTo>
                <a:lnTo>
                  <a:pt x="13879233" y="38100"/>
                </a:lnTo>
                <a:lnTo>
                  <a:pt x="13881203" y="47625"/>
                </a:lnTo>
                <a:close/>
              </a:path>
              <a:path w="13957300" h="76200">
                <a:moveTo>
                  <a:pt x="13955328" y="47625"/>
                </a:moveTo>
                <a:lnTo>
                  <a:pt x="13918260" y="47625"/>
                </a:lnTo>
                <a:lnTo>
                  <a:pt x="13918260" y="28575"/>
                </a:lnTo>
                <a:lnTo>
                  <a:pt x="13955335" y="28575"/>
                </a:lnTo>
                <a:lnTo>
                  <a:pt x="13957300" y="38100"/>
                </a:lnTo>
                <a:lnTo>
                  <a:pt x="13955328" y="47625"/>
                </a:lnTo>
                <a:close/>
              </a:path>
            </a:pathLst>
          </a:custGeom>
          <a:solidFill>
            <a:srgbClr val="F549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632" y="4988969"/>
            <a:ext cx="41275" cy="20955"/>
          </a:xfrm>
          <a:custGeom>
            <a:avLst/>
            <a:gdLst/>
            <a:ahLst/>
            <a:cxnLst/>
            <a:rect l="l" t="t" r="r" b="b"/>
            <a:pathLst>
              <a:path w="41275" h="20954">
                <a:moveTo>
                  <a:pt x="41201" y="177"/>
                </a:moveTo>
                <a:lnTo>
                  <a:pt x="92" y="0"/>
                </a:lnTo>
                <a:lnTo>
                  <a:pt x="0" y="20649"/>
                </a:lnTo>
                <a:lnTo>
                  <a:pt x="41109" y="20827"/>
                </a:lnTo>
                <a:lnTo>
                  <a:pt x="41201" y="177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7424" y="4989414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1327" y="4990037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5229" y="4990660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9132" y="4991282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43034" y="4991905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86936" y="4992528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30839" y="4993151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74741" y="4993773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18644" y="4994396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462546" y="4995018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06461" y="4995641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11" y="355"/>
                </a:moveTo>
                <a:lnTo>
                  <a:pt x="92" y="0"/>
                </a:lnTo>
                <a:lnTo>
                  <a:pt x="0" y="20649"/>
                </a:lnTo>
                <a:lnTo>
                  <a:pt x="82219" y="21005"/>
                </a:lnTo>
                <a:lnTo>
                  <a:pt x="82311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50364" y="4996264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94266" y="4996886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038168" y="4997509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182071" y="4998132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25973" y="4998754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469876" y="4999377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613778" y="5000000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757680" y="5000623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901583" y="5001245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045498" y="5001868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11" y="355"/>
                </a:moveTo>
                <a:lnTo>
                  <a:pt x="92" y="0"/>
                </a:lnTo>
                <a:lnTo>
                  <a:pt x="0" y="20649"/>
                </a:lnTo>
                <a:lnTo>
                  <a:pt x="82219" y="21005"/>
                </a:lnTo>
                <a:lnTo>
                  <a:pt x="82311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189400" y="5002491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333303" y="5003113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477205" y="5003736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621108" y="5004358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765010" y="5004981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908912" y="5005604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052815" y="5006226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196717" y="5006849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340619" y="5007472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484522" y="5008095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628437" y="5008717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11" y="355"/>
                </a:moveTo>
                <a:lnTo>
                  <a:pt x="92" y="0"/>
                </a:lnTo>
                <a:lnTo>
                  <a:pt x="0" y="20649"/>
                </a:lnTo>
                <a:lnTo>
                  <a:pt x="82219" y="21005"/>
                </a:lnTo>
                <a:lnTo>
                  <a:pt x="82311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772340" y="5009340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916242" y="5009963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060144" y="5010586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204047" y="5011208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347949" y="5011831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491851" y="5012453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635754" y="5013076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779656" y="5013699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923559" y="5014321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067461" y="5014944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211363" y="5015567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355279" y="5016189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11" y="355"/>
                </a:moveTo>
                <a:lnTo>
                  <a:pt x="92" y="0"/>
                </a:lnTo>
                <a:lnTo>
                  <a:pt x="0" y="20649"/>
                </a:lnTo>
                <a:lnTo>
                  <a:pt x="82219" y="21005"/>
                </a:lnTo>
                <a:lnTo>
                  <a:pt x="82311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499181" y="5016812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11" y="355"/>
                </a:moveTo>
                <a:lnTo>
                  <a:pt x="92" y="0"/>
                </a:lnTo>
                <a:lnTo>
                  <a:pt x="0" y="20649"/>
                </a:lnTo>
                <a:lnTo>
                  <a:pt x="82219" y="21005"/>
                </a:lnTo>
                <a:lnTo>
                  <a:pt x="82311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643083" y="5017435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786986" y="5018058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930888" y="5018680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074791" y="5019303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218693" y="5019926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362596" y="5020548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506498" y="5021171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650400" y="5021793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794315" y="5022416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938218" y="5023039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082120" y="5023661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226023" y="5024284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369925" y="5024907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513827" y="5025530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657730" y="5026152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801632" y="5026775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8945547" y="5027398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11" y="355"/>
                </a:moveTo>
                <a:lnTo>
                  <a:pt x="92" y="0"/>
                </a:lnTo>
                <a:lnTo>
                  <a:pt x="0" y="20649"/>
                </a:lnTo>
                <a:lnTo>
                  <a:pt x="82219" y="21005"/>
                </a:lnTo>
                <a:lnTo>
                  <a:pt x="82311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9089450" y="5028020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9233352" y="5028643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9377254" y="5029266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9521157" y="5029888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9665059" y="5030511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9808962" y="5031133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9952864" y="5031756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0096767" y="5032379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0240681" y="5033002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0384584" y="5033624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0528486" y="5034247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0672389" y="5034870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0816291" y="5035493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0960194" y="5036115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1104096" y="5036738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1247998" y="5037360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1391913" y="5037983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11" y="355"/>
                </a:moveTo>
                <a:lnTo>
                  <a:pt x="92" y="0"/>
                </a:lnTo>
                <a:lnTo>
                  <a:pt x="0" y="20649"/>
                </a:lnTo>
                <a:lnTo>
                  <a:pt x="82219" y="21005"/>
                </a:lnTo>
                <a:lnTo>
                  <a:pt x="82311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1535816" y="5038606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11679718" y="5039228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1823620" y="5039851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1967523" y="5040474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2111425" y="5041096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2255328" y="5041719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2399230" y="5042342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12543133" y="5042965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2687048" y="5043587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11" y="355"/>
                </a:moveTo>
                <a:lnTo>
                  <a:pt x="92" y="0"/>
                </a:lnTo>
                <a:lnTo>
                  <a:pt x="0" y="20649"/>
                </a:lnTo>
                <a:lnTo>
                  <a:pt x="82219" y="21005"/>
                </a:lnTo>
                <a:lnTo>
                  <a:pt x="82311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2830950" y="5044210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2974852" y="5044833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3118755" y="5045455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3262658" y="5046078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13406559" y="5046701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13550462" y="5047323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13694365" y="5047946"/>
            <a:ext cx="82550" cy="21590"/>
          </a:xfrm>
          <a:custGeom>
            <a:avLst/>
            <a:gdLst/>
            <a:ahLst/>
            <a:cxnLst/>
            <a:rect l="l" t="t" r="r" b="b"/>
            <a:pathLst>
              <a:path w="82550" h="21589">
                <a:moveTo>
                  <a:pt x="82324" y="355"/>
                </a:moveTo>
                <a:lnTo>
                  <a:pt x="92" y="0"/>
                </a:lnTo>
                <a:lnTo>
                  <a:pt x="0" y="20649"/>
                </a:lnTo>
                <a:lnTo>
                  <a:pt x="82231" y="21005"/>
                </a:lnTo>
                <a:lnTo>
                  <a:pt x="82324" y="35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13838266" y="5048568"/>
            <a:ext cx="41275" cy="20955"/>
          </a:xfrm>
          <a:custGeom>
            <a:avLst/>
            <a:gdLst/>
            <a:ahLst/>
            <a:cxnLst/>
            <a:rect l="l" t="t" r="r" b="b"/>
            <a:pathLst>
              <a:path w="41275" h="20954">
                <a:moveTo>
                  <a:pt x="41201" y="177"/>
                </a:moveTo>
                <a:lnTo>
                  <a:pt x="92" y="0"/>
                </a:lnTo>
                <a:lnTo>
                  <a:pt x="0" y="20649"/>
                </a:lnTo>
                <a:lnTo>
                  <a:pt x="41109" y="20827"/>
                </a:lnTo>
                <a:lnTo>
                  <a:pt x="41201" y="177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1" name="object 101"/>
          <p:cNvGrpSpPr/>
          <p:nvPr/>
        </p:nvGrpSpPr>
        <p:grpSpPr>
          <a:xfrm>
            <a:off x="0" y="571500"/>
            <a:ext cx="13957300" cy="254000"/>
            <a:chOff x="0" y="571500"/>
            <a:chExt cx="13957300" cy="254000"/>
          </a:xfrm>
        </p:grpSpPr>
        <p:sp>
          <p:nvSpPr>
            <p:cNvPr id="102" name="object 102"/>
            <p:cNvSpPr/>
            <p:nvPr/>
          </p:nvSpPr>
          <p:spPr>
            <a:xfrm>
              <a:off x="0" y="571500"/>
              <a:ext cx="13957300" cy="254000"/>
            </a:xfrm>
            <a:custGeom>
              <a:avLst/>
              <a:gdLst/>
              <a:ahLst/>
              <a:cxnLst/>
              <a:rect l="l" t="t" r="r" b="b"/>
              <a:pathLst>
                <a:path w="13957300" h="254000">
                  <a:moveTo>
                    <a:pt x="13957300" y="254000"/>
                  </a:moveTo>
                  <a:lnTo>
                    <a:pt x="0" y="254000"/>
                  </a:lnTo>
                  <a:lnTo>
                    <a:pt x="0" y="0"/>
                  </a:lnTo>
                  <a:lnTo>
                    <a:pt x="13957300" y="0"/>
                  </a:lnTo>
                  <a:lnTo>
                    <a:pt x="13957300" y="254000"/>
                  </a:lnTo>
                  <a:close/>
                </a:path>
              </a:pathLst>
            </a:custGeom>
            <a:solidFill>
              <a:srgbClr val="FD9B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76964" y="621796"/>
              <a:ext cx="3995229" cy="173062"/>
            </a:xfrm>
            <a:prstGeom prst="rect">
              <a:avLst/>
            </a:prstGeom>
          </p:spPr>
        </p:pic>
      </p:grpSp>
      <p:sp>
        <p:nvSpPr>
          <p:cNvPr id="104" name="object 104"/>
          <p:cNvSpPr/>
          <p:nvPr/>
        </p:nvSpPr>
        <p:spPr>
          <a:xfrm>
            <a:off x="4567062" y="903116"/>
            <a:ext cx="0" cy="4007485"/>
          </a:xfrm>
          <a:custGeom>
            <a:avLst/>
            <a:gdLst/>
            <a:ahLst/>
            <a:cxnLst/>
            <a:rect l="l" t="t" r="r" b="b"/>
            <a:pathLst>
              <a:path h="4007485">
                <a:moveTo>
                  <a:pt x="0" y="0"/>
                </a:moveTo>
                <a:lnTo>
                  <a:pt x="0" y="4007065"/>
                </a:lnTo>
              </a:path>
            </a:pathLst>
          </a:custGeom>
          <a:ln w="44920">
            <a:solidFill>
              <a:srgbClr val="590948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5" name="object 105"/>
          <p:cNvGrpSpPr/>
          <p:nvPr/>
        </p:nvGrpSpPr>
        <p:grpSpPr>
          <a:xfrm>
            <a:off x="90543" y="890455"/>
            <a:ext cx="4372610" cy="1020444"/>
            <a:chOff x="90543" y="890455"/>
            <a:chExt cx="4372610" cy="1020444"/>
          </a:xfrm>
        </p:grpSpPr>
        <p:sp>
          <p:nvSpPr>
            <p:cNvPr id="106" name="object 106"/>
            <p:cNvSpPr/>
            <p:nvPr/>
          </p:nvSpPr>
          <p:spPr>
            <a:xfrm>
              <a:off x="90543" y="890455"/>
              <a:ext cx="4372610" cy="509270"/>
            </a:xfrm>
            <a:custGeom>
              <a:avLst/>
              <a:gdLst/>
              <a:ahLst/>
              <a:cxnLst/>
              <a:rect l="l" t="t" r="r" b="b"/>
              <a:pathLst>
                <a:path w="4372610" h="509269">
                  <a:moveTo>
                    <a:pt x="4372089" y="508838"/>
                  </a:moveTo>
                  <a:lnTo>
                    <a:pt x="0" y="508838"/>
                  </a:lnTo>
                  <a:lnTo>
                    <a:pt x="0" y="0"/>
                  </a:lnTo>
                  <a:lnTo>
                    <a:pt x="4372089" y="0"/>
                  </a:lnTo>
                  <a:lnTo>
                    <a:pt x="4372089" y="508838"/>
                  </a:lnTo>
                  <a:close/>
                </a:path>
              </a:pathLst>
            </a:custGeom>
            <a:solidFill>
              <a:srgbClr val="FBE3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8450" y="1437367"/>
              <a:ext cx="518411" cy="473298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9250" y="1437367"/>
              <a:ext cx="416812" cy="371698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07052" y="1437367"/>
              <a:ext cx="518411" cy="473298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57852" y="1437367"/>
              <a:ext cx="416812" cy="371698"/>
            </a:xfrm>
            <a:prstGeom prst="rect">
              <a:avLst/>
            </a:prstGeom>
          </p:spPr>
        </p:pic>
      </p:grpSp>
      <p:pic>
        <p:nvPicPr>
          <p:cNvPr id="111" name="object 1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4704" y="1980190"/>
            <a:ext cx="699363" cy="89204"/>
          </a:xfrm>
          <a:prstGeom prst="rect">
            <a:avLst/>
          </a:prstGeom>
        </p:spPr>
      </p:pic>
      <p:pic>
        <p:nvPicPr>
          <p:cNvPr id="112" name="object 1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34371" y="1984680"/>
            <a:ext cx="540600" cy="257987"/>
          </a:xfrm>
          <a:prstGeom prst="rect">
            <a:avLst/>
          </a:prstGeom>
        </p:spPr>
      </p:pic>
      <p:pic>
        <p:nvPicPr>
          <p:cNvPr id="113" name="object 1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723361" y="1978538"/>
            <a:ext cx="609574" cy="89204"/>
          </a:xfrm>
          <a:prstGeom prst="rect">
            <a:avLst/>
          </a:prstGeom>
        </p:spPr>
      </p:pic>
      <p:grpSp>
        <p:nvGrpSpPr>
          <p:cNvPr id="114" name="object 114"/>
          <p:cNvGrpSpPr/>
          <p:nvPr/>
        </p:nvGrpSpPr>
        <p:grpSpPr>
          <a:xfrm>
            <a:off x="2595760" y="1361131"/>
            <a:ext cx="654685" cy="626110"/>
            <a:chOff x="2595760" y="1361131"/>
            <a:chExt cx="654685" cy="626110"/>
          </a:xfrm>
        </p:grpSpPr>
        <p:pic>
          <p:nvPicPr>
            <p:cNvPr id="115" name="object 1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95760" y="1361131"/>
              <a:ext cx="654118" cy="625795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46560" y="1361135"/>
              <a:ext cx="552513" cy="524192"/>
            </a:xfrm>
            <a:prstGeom prst="rect">
              <a:avLst/>
            </a:prstGeom>
          </p:spPr>
        </p:pic>
      </p:grpSp>
      <p:grpSp>
        <p:nvGrpSpPr>
          <p:cNvPr id="117" name="object 117"/>
          <p:cNvGrpSpPr/>
          <p:nvPr/>
        </p:nvGrpSpPr>
        <p:grpSpPr>
          <a:xfrm>
            <a:off x="3710483" y="1370664"/>
            <a:ext cx="654685" cy="626110"/>
            <a:chOff x="3710483" y="1370664"/>
            <a:chExt cx="654685" cy="626110"/>
          </a:xfrm>
        </p:grpSpPr>
        <p:pic>
          <p:nvPicPr>
            <p:cNvPr id="118" name="object 1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10483" y="1370664"/>
              <a:ext cx="654118" cy="625795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61283" y="1370667"/>
              <a:ext cx="552513" cy="524192"/>
            </a:xfrm>
            <a:prstGeom prst="rect">
              <a:avLst/>
            </a:prstGeom>
          </p:spPr>
        </p:pic>
      </p:grpSp>
      <p:sp>
        <p:nvSpPr>
          <p:cNvPr id="120" name="object 120"/>
          <p:cNvSpPr/>
          <p:nvPr/>
        </p:nvSpPr>
        <p:spPr>
          <a:xfrm>
            <a:off x="2660950" y="1969902"/>
            <a:ext cx="564515" cy="107314"/>
          </a:xfrm>
          <a:custGeom>
            <a:avLst/>
            <a:gdLst/>
            <a:ahLst/>
            <a:cxnLst/>
            <a:rect l="l" t="t" r="r" b="b"/>
            <a:pathLst>
              <a:path w="564514" h="107314">
                <a:moveTo>
                  <a:pt x="41109" y="10198"/>
                </a:moveTo>
                <a:lnTo>
                  <a:pt x="0" y="10198"/>
                </a:lnTo>
                <a:lnTo>
                  <a:pt x="0" y="96951"/>
                </a:lnTo>
                <a:lnTo>
                  <a:pt x="43548" y="96951"/>
                </a:lnTo>
                <a:lnTo>
                  <a:pt x="49022" y="95910"/>
                </a:lnTo>
                <a:lnTo>
                  <a:pt x="57886" y="91732"/>
                </a:lnTo>
                <a:lnTo>
                  <a:pt x="61226" y="88887"/>
                </a:lnTo>
                <a:lnTo>
                  <a:pt x="65604" y="81953"/>
                </a:lnTo>
                <a:lnTo>
                  <a:pt x="18338" y="81953"/>
                </a:lnTo>
                <a:lnTo>
                  <a:pt x="18338" y="58915"/>
                </a:lnTo>
                <a:lnTo>
                  <a:pt x="62469" y="58915"/>
                </a:lnTo>
                <a:lnTo>
                  <a:pt x="60045" y="56438"/>
                </a:lnTo>
                <a:lnTo>
                  <a:pt x="54254" y="52997"/>
                </a:lnTo>
                <a:lnTo>
                  <a:pt x="51168" y="52070"/>
                </a:lnTo>
                <a:lnTo>
                  <a:pt x="47866" y="51930"/>
                </a:lnTo>
                <a:lnTo>
                  <a:pt x="47866" y="51079"/>
                </a:lnTo>
                <a:lnTo>
                  <a:pt x="50876" y="50406"/>
                </a:lnTo>
                <a:lnTo>
                  <a:pt x="53568" y="49250"/>
                </a:lnTo>
                <a:lnTo>
                  <a:pt x="57559" y="46507"/>
                </a:lnTo>
                <a:lnTo>
                  <a:pt x="18338" y="46507"/>
                </a:lnTo>
                <a:lnTo>
                  <a:pt x="18338" y="25031"/>
                </a:lnTo>
                <a:lnTo>
                  <a:pt x="62676" y="25031"/>
                </a:lnTo>
                <a:lnTo>
                  <a:pt x="62458" y="24257"/>
                </a:lnTo>
                <a:lnTo>
                  <a:pt x="58166" y="17564"/>
                </a:lnTo>
                <a:lnTo>
                  <a:pt x="54965" y="14935"/>
                </a:lnTo>
                <a:lnTo>
                  <a:pt x="46431" y="11150"/>
                </a:lnTo>
                <a:lnTo>
                  <a:pt x="41109" y="10198"/>
                </a:lnTo>
                <a:close/>
              </a:path>
              <a:path w="564514" h="107314">
                <a:moveTo>
                  <a:pt x="62444" y="58915"/>
                </a:moveTo>
                <a:lnTo>
                  <a:pt x="36652" y="58915"/>
                </a:lnTo>
                <a:lnTo>
                  <a:pt x="39179" y="59436"/>
                </a:lnTo>
                <a:lnTo>
                  <a:pt x="43446" y="61531"/>
                </a:lnTo>
                <a:lnTo>
                  <a:pt x="45097" y="62966"/>
                </a:lnTo>
                <a:lnTo>
                  <a:pt x="47409" y="66636"/>
                </a:lnTo>
                <a:lnTo>
                  <a:pt x="47993" y="68757"/>
                </a:lnTo>
                <a:lnTo>
                  <a:pt x="47993" y="74434"/>
                </a:lnTo>
                <a:lnTo>
                  <a:pt x="46812" y="77063"/>
                </a:lnTo>
                <a:lnTo>
                  <a:pt x="42125" y="80987"/>
                </a:lnTo>
                <a:lnTo>
                  <a:pt x="38404" y="81953"/>
                </a:lnTo>
                <a:lnTo>
                  <a:pt x="65604" y="81953"/>
                </a:lnTo>
                <a:lnTo>
                  <a:pt x="65773" y="81686"/>
                </a:lnTo>
                <a:lnTo>
                  <a:pt x="66916" y="77584"/>
                </a:lnTo>
                <a:lnTo>
                  <a:pt x="66916" y="68757"/>
                </a:lnTo>
                <a:lnTo>
                  <a:pt x="66014" y="65036"/>
                </a:lnTo>
                <a:lnTo>
                  <a:pt x="62444" y="58915"/>
                </a:lnTo>
                <a:close/>
              </a:path>
              <a:path w="564514" h="107314">
                <a:moveTo>
                  <a:pt x="62676" y="25031"/>
                </a:moveTo>
                <a:lnTo>
                  <a:pt x="36334" y="25031"/>
                </a:lnTo>
                <a:lnTo>
                  <a:pt x="39471" y="25984"/>
                </a:lnTo>
                <a:lnTo>
                  <a:pt x="43903" y="29832"/>
                </a:lnTo>
                <a:lnTo>
                  <a:pt x="45021" y="32359"/>
                </a:lnTo>
                <a:lnTo>
                  <a:pt x="45021" y="37782"/>
                </a:lnTo>
                <a:lnTo>
                  <a:pt x="44450" y="39738"/>
                </a:lnTo>
                <a:lnTo>
                  <a:pt x="43281" y="41376"/>
                </a:lnTo>
                <a:lnTo>
                  <a:pt x="42151" y="43014"/>
                </a:lnTo>
                <a:lnTo>
                  <a:pt x="40601" y="44284"/>
                </a:lnTo>
                <a:lnTo>
                  <a:pt x="36677" y="46062"/>
                </a:lnTo>
                <a:lnTo>
                  <a:pt x="34442" y="46507"/>
                </a:lnTo>
                <a:lnTo>
                  <a:pt x="57559" y="46507"/>
                </a:lnTo>
                <a:lnTo>
                  <a:pt x="58206" y="46062"/>
                </a:lnTo>
                <a:lnTo>
                  <a:pt x="60147" y="43916"/>
                </a:lnTo>
                <a:lnTo>
                  <a:pt x="62852" y="38811"/>
                </a:lnTo>
                <a:lnTo>
                  <a:pt x="63538" y="35826"/>
                </a:lnTo>
                <a:lnTo>
                  <a:pt x="63538" y="28092"/>
                </a:lnTo>
                <a:lnTo>
                  <a:pt x="62676" y="25031"/>
                </a:lnTo>
                <a:close/>
              </a:path>
              <a:path w="564514" h="107314">
                <a:moveTo>
                  <a:pt x="98425" y="31889"/>
                </a:moveTo>
                <a:lnTo>
                  <a:pt x="80378" y="31889"/>
                </a:lnTo>
                <a:lnTo>
                  <a:pt x="80378" y="96951"/>
                </a:lnTo>
                <a:lnTo>
                  <a:pt x="98425" y="96951"/>
                </a:lnTo>
                <a:lnTo>
                  <a:pt x="98425" y="31889"/>
                </a:lnTo>
                <a:close/>
              </a:path>
              <a:path w="564514" h="107314">
                <a:moveTo>
                  <a:pt x="92125" y="5245"/>
                </a:moveTo>
                <a:lnTo>
                  <a:pt x="86766" y="5245"/>
                </a:lnTo>
                <a:lnTo>
                  <a:pt x="84467" y="6146"/>
                </a:lnTo>
                <a:lnTo>
                  <a:pt x="80645" y="9740"/>
                </a:lnTo>
                <a:lnTo>
                  <a:pt x="79705" y="11874"/>
                </a:lnTo>
                <a:lnTo>
                  <a:pt x="79705" y="16865"/>
                </a:lnTo>
                <a:lnTo>
                  <a:pt x="80645" y="19024"/>
                </a:lnTo>
                <a:lnTo>
                  <a:pt x="82537" y="20828"/>
                </a:lnTo>
                <a:lnTo>
                  <a:pt x="84467" y="22618"/>
                </a:lnTo>
                <a:lnTo>
                  <a:pt x="86766" y="23507"/>
                </a:lnTo>
                <a:lnTo>
                  <a:pt x="92125" y="23507"/>
                </a:lnTo>
                <a:lnTo>
                  <a:pt x="94411" y="22618"/>
                </a:lnTo>
                <a:lnTo>
                  <a:pt x="98221" y="19024"/>
                </a:lnTo>
                <a:lnTo>
                  <a:pt x="99187" y="16865"/>
                </a:lnTo>
                <a:lnTo>
                  <a:pt x="99187" y="11874"/>
                </a:lnTo>
                <a:lnTo>
                  <a:pt x="98221" y="9740"/>
                </a:lnTo>
                <a:lnTo>
                  <a:pt x="96304" y="7962"/>
                </a:lnTo>
                <a:lnTo>
                  <a:pt x="94411" y="6146"/>
                </a:lnTo>
                <a:lnTo>
                  <a:pt x="92125" y="5245"/>
                </a:lnTo>
                <a:close/>
              </a:path>
              <a:path w="564514" h="107314">
                <a:moveTo>
                  <a:pt x="132791" y="10198"/>
                </a:moveTo>
                <a:lnTo>
                  <a:pt x="114744" y="10198"/>
                </a:lnTo>
                <a:lnTo>
                  <a:pt x="114744" y="96951"/>
                </a:lnTo>
                <a:lnTo>
                  <a:pt x="132791" y="96951"/>
                </a:lnTo>
                <a:lnTo>
                  <a:pt x="132791" y="78232"/>
                </a:lnTo>
                <a:lnTo>
                  <a:pt x="131089" y="78232"/>
                </a:lnTo>
                <a:lnTo>
                  <a:pt x="131140" y="56578"/>
                </a:lnTo>
                <a:lnTo>
                  <a:pt x="132791" y="56578"/>
                </a:lnTo>
                <a:lnTo>
                  <a:pt x="132791" y="10198"/>
                </a:lnTo>
                <a:close/>
              </a:path>
              <a:path w="564514" h="107314">
                <a:moveTo>
                  <a:pt x="151188" y="60072"/>
                </a:moveTo>
                <a:lnTo>
                  <a:pt x="147320" y="64592"/>
                </a:lnTo>
                <a:lnTo>
                  <a:pt x="143040" y="64592"/>
                </a:lnTo>
                <a:lnTo>
                  <a:pt x="137675" y="70714"/>
                </a:lnTo>
                <a:lnTo>
                  <a:pt x="155409" y="96951"/>
                </a:lnTo>
                <a:lnTo>
                  <a:pt x="176542" y="96951"/>
                </a:lnTo>
                <a:lnTo>
                  <a:pt x="151188" y="60072"/>
                </a:lnTo>
                <a:close/>
              </a:path>
              <a:path w="564514" h="107314">
                <a:moveTo>
                  <a:pt x="132791" y="56578"/>
                </a:moveTo>
                <a:lnTo>
                  <a:pt x="131140" y="56578"/>
                </a:lnTo>
                <a:lnTo>
                  <a:pt x="131089" y="78232"/>
                </a:lnTo>
                <a:lnTo>
                  <a:pt x="132791" y="76289"/>
                </a:lnTo>
                <a:lnTo>
                  <a:pt x="132791" y="56578"/>
                </a:lnTo>
                <a:close/>
              </a:path>
              <a:path w="564514" h="107314">
                <a:moveTo>
                  <a:pt x="132791" y="76289"/>
                </a:moveTo>
                <a:lnTo>
                  <a:pt x="131089" y="78232"/>
                </a:lnTo>
                <a:lnTo>
                  <a:pt x="132791" y="78232"/>
                </a:lnTo>
                <a:lnTo>
                  <a:pt x="132791" y="76289"/>
                </a:lnTo>
                <a:close/>
              </a:path>
              <a:path w="564514" h="107314">
                <a:moveTo>
                  <a:pt x="175310" y="31889"/>
                </a:moveTo>
                <a:lnTo>
                  <a:pt x="154597" y="31889"/>
                </a:lnTo>
                <a:lnTo>
                  <a:pt x="133769" y="56578"/>
                </a:lnTo>
                <a:lnTo>
                  <a:pt x="132791" y="56578"/>
                </a:lnTo>
                <a:lnTo>
                  <a:pt x="132791" y="76289"/>
                </a:lnTo>
                <a:lnTo>
                  <a:pt x="137675" y="70714"/>
                </a:lnTo>
                <a:lnTo>
                  <a:pt x="136258" y="68618"/>
                </a:lnTo>
                <a:lnTo>
                  <a:pt x="148297" y="55867"/>
                </a:lnTo>
                <a:lnTo>
                  <a:pt x="154787" y="55867"/>
                </a:lnTo>
                <a:lnTo>
                  <a:pt x="175310" y="31889"/>
                </a:lnTo>
                <a:close/>
              </a:path>
              <a:path w="564514" h="107314">
                <a:moveTo>
                  <a:pt x="148297" y="55867"/>
                </a:moveTo>
                <a:lnTo>
                  <a:pt x="136258" y="68618"/>
                </a:lnTo>
                <a:lnTo>
                  <a:pt x="137675" y="70714"/>
                </a:lnTo>
                <a:lnTo>
                  <a:pt x="143040" y="64592"/>
                </a:lnTo>
                <a:lnTo>
                  <a:pt x="147320" y="64592"/>
                </a:lnTo>
                <a:lnTo>
                  <a:pt x="151188" y="60072"/>
                </a:lnTo>
                <a:lnTo>
                  <a:pt x="148297" y="55867"/>
                </a:lnTo>
                <a:close/>
              </a:path>
              <a:path w="564514" h="107314">
                <a:moveTo>
                  <a:pt x="154787" y="55867"/>
                </a:moveTo>
                <a:lnTo>
                  <a:pt x="148297" y="55867"/>
                </a:lnTo>
                <a:lnTo>
                  <a:pt x="151188" y="60072"/>
                </a:lnTo>
                <a:lnTo>
                  <a:pt x="154787" y="55867"/>
                </a:lnTo>
                <a:close/>
              </a:path>
              <a:path w="564514" h="107314">
                <a:moveTo>
                  <a:pt x="216573" y="31038"/>
                </a:moveTo>
                <a:lnTo>
                  <a:pt x="205905" y="31038"/>
                </a:lnTo>
                <a:lnTo>
                  <a:pt x="200342" y="32448"/>
                </a:lnTo>
                <a:lnTo>
                  <a:pt x="180733" y="71577"/>
                </a:lnTo>
                <a:lnTo>
                  <a:pt x="181962" y="77216"/>
                </a:lnTo>
                <a:lnTo>
                  <a:pt x="182029" y="77520"/>
                </a:lnTo>
                <a:lnTo>
                  <a:pt x="206311" y="98221"/>
                </a:lnTo>
                <a:lnTo>
                  <a:pt x="218363" y="98221"/>
                </a:lnTo>
                <a:lnTo>
                  <a:pt x="240438" y="84747"/>
                </a:lnTo>
                <a:lnTo>
                  <a:pt x="210273" y="84747"/>
                </a:lnTo>
                <a:lnTo>
                  <a:pt x="207670" y="84112"/>
                </a:lnTo>
                <a:lnTo>
                  <a:pt x="203263" y="81572"/>
                </a:lnTo>
                <a:lnTo>
                  <a:pt x="201549" y="79768"/>
                </a:lnTo>
                <a:lnTo>
                  <a:pt x="199148" y="75082"/>
                </a:lnTo>
                <a:lnTo>
                  <a:pt x="198564" y="72301"/>
                </a:lnTo>
                <a:lnTo>
                  <a:pt x="198569" y="69037"/>
                </a:lnTo>
                <a:lnTo>
                  <a:pt x="187934" y="69037"/>
                </a:lnTo>
                <a:lnTo>
                  <a:pt x="187934" y="57861"/>
                </a:lnTo>
                <a:lnTo>
                  <a:pt x="198586" y="57861"/>
                </a:lnTo>
                <a:lnTo>
                  <a:pt x="198589" y="55880"/>
                </a:lnTo>
                <a:lnTo>
                  <a:pt x="199153" y="53721"/>
                </a:lnTo>
                <a:lnTo>
                  <a:pt x="199199" y="53543"/>
                </a:lnTo>
                <a:lnTo>
                  <a:pt x="201561" y="49339"/>
                </a:lnTo>
                <a:lnTo>
                  <a:pt x="203200" y="47663"/>
                </a:lnTo>
                <a:lnTo>
                  <a:pt x="207416" y="45148"/>
                </a:lnTo>
                <a:lnTo>
                  <a:pt x="209842" y="44513"/>
                </a:lnTo>
                <a:lnTo>
                  <a:pt x="238400" y="44513"/>
                </a:lnTo>
                <a:lnTo>
                  <a:pt x="236828" y="42037"/>
                </a:lnTo>
                <a:lnTo>
                  <a:pt x="231241" y="36525"/>
                </a:lnTo>
                <a:lnTo>
                  <a:pt x="228003" y="34467"/>
                </a:lnTo>
                <a:lnTo>
                  <a:pt x="224269" y="33121"/>
                </a:lnTo>
                <a:lnTo>
                  <a:pt x="220573" y="31737"/>
                </a:lnTo>
                <a:lnTo>
                  <a:pt x="216573" y="31038"/>
                </a:lnTo>
                <a:close/>
              </a:path>
              <a:path w="564514" h="107314">
                <a:moveTo>
                  <a:pt x="225793" y="77216"/>
                </a:moveTo>
                <a:lnTo>
                  <a:pt x="215303" y="84747"/>
                </a:lnTo>
                <a:lnTo>
                  <a:pt x="240438" y="84747"/>
                </a:lnTo>
                <a:lnTo>
                  <a:pt x="241554" y="82499"/>
                </a:lnTo>
                <a:lnTo>
                  <a:pt x="241642" y="82321"/>
                </a:lnTo>
                <a:lnTo>
                  <a:pt x="242367" y="78854"/>
                </a:lnTo>
                <a:lnTo>
                  <a:pt x="242481" y="78308"/>
                </a:lnTo>
                <a:lnTo>
                  <a:pt x="225793" y="77216"/>
                </a:lnTo>
                <a:close/>
              </a:path>
              <a:path w="564514" h="107314">
                <a:moveTo>
                  <a:pt x="198586" y="57861"/>
                </a:moveTo>
                <a:lnTo>
                  <a:pt x="187934" y="57861"/>
                </a:lnTo>
                <a:lnTo>
                  <a:pt x="187934" y="69037"/>
                </a:lnTo>
                <a:lnTo>
                  <a:pt x="198569" y="69037"/>
                </a:lnTo>
                <a:lnTo>
                  <a:pt x="198586" y="57861"/>
                </a:lnTo>
                <a:close/>
              </a:path>
              <a:path w="564514" h="107314">
                <a:moveTo>
                  <a:pt x="238400" y="44513"/>
                </a:moveTo>
                <a:lnTo>
                  <a:pt x="215201" y="44513"/>
                </a:lnTo>
                <a:lnTo>
                  <a:pt x="217769" y="45148"/>
                </a:lnTo>
                <a:lnTo>
                  <a:pt x="217619" y="45148"/>
                </a:lnTo>
                <a:lnTo>
                  <a:pt x="219481" y="46253"/>
                </a:lnTo>
                <a:lnTo>
                  <a:pt x="221488" y="47383"/>
                </a:lnTo>
                <a:lnTo>
                  <a:pt x="223062" y="48945"/>
                </a:lnTo>
                <a:lnTo>
                  <a:pt x="225310" y="52959"/>
                </a:lnTo>
                <a:lnTo>
                  <a:pt x="225882" y="55257"/>
                </a:lnTo>
                <a:lnTo>
                  <a:pt x="225882" y="57861"/>
                </a:lnTo>
                <a:lnTo>
                  <a:pt x="198586" y="57861"/>
                </a:lnTo>
                <a:lnTo>
                  <a:pt x="198569" y="69037"/>
                </a:lnTo>
                <a:lnTo>
                  <a:pt x="242862" y="69037"/>
                </a:lnTo>
                <a:lnTo>
                  <a:pt x="242752" y="57861"/>
                </a:lnTo>
                <a:lnTo>
                  <a:pt x="242087" y="53721"/>
                </a:lnTo>
                <a:lnTo>
                  <a:pt x="238988" y="45440"/>
                </a:lnTo>
                <a:lnTo>
                  <a:pt x="238400" y="44513"/>
                </a:lnTo>
                <a:close/>
              </a:path>
              <a:path w="564514" h="107314">
                <a:moveTo>
                  <a:pt x="274002" y="32004"/>
                </a:moveTo>
                <a:lnTo>
                  <a:pt x="256501" y="32004"/>
                </a:lnTo>
                <a:lnTo>
                  <a:pt x="256501" y="96951"/>
                </a:lnTo>
                <a:lnTo>
                  <a:pt x="274548" y="96951"/>
                </a:lnTo>
                <a:lnTo>
                  <a:pt x="274548" y="57492"/>
                </a:lnTo>
                <a:lnTo>
                  <a:pt x="275145" y="55143"/>
                </a:lnTo>
                <a:lnTo>
                  <a:pt x="285331" y="46723"/>
                </a:lnTo>
                <a:lnTo>
                  <a:pt x="295986" y="46723"/>
                </a:lnTo>
                <a:lnTo>
                  <a:pt x="295986" y="43243"/>
                </a:lnTo>
                <a:lnTo>
                  <a:pt x="274002" y="43243"/>
                </a:lnTo>
                <a:lnTo>
                  <a:pt x="274002" y="32004"/>
                </a:lnTo>
                <a:close/>
              </a:path>
              <a:path w="564514" h="107314">
                <a:moveTo>
                  <a:pt x="295986" y="46723"/>
                </a:moveTo>
                <a:lnTo>
                  <a:pt x="290969" y="46723"/>
                </a:lnTo>
                <a:lnTo>
                  <a:pt x="294528" y="47205"/>
                </a:lnTo>
                <a:lnTo>
                  <a:pt x="294379" y="47205"/>
                </a:lnTo>
                <a:lnTo>
                  <a:pt x="295135" y="47345"/>
                </a:lnTo>
                <a:lnTo>
                  <a:pt x="295986" y="47599"/>
                </a:lnTo>
                <a:lnTo>
                  <a:pt x="295986" y="46723"/>
                </a:lnTo>
                <a:close/>
              </a:path>
              <a:path w="564514" h="107314">
                <a:moveTo>
                  <a:pt x="294271" y="31242"/>
                </a:moveTo>
                <a:lnTo>
                  <a:pt x="285802" y="31242"/>
                </a:lnTo>
                <a:lnTo>
                  <a:pt x="283451" y="32004"/>
                </a:lnTo>
                <a:lnTo>
                  <a:pt x="277850" y="36156"/>
                </a:lnTo>
                <a:lnTo>
                  <a:pt x="275869" y="39204"/>
                </a:lnTo>
                <a:lnTo>
                  <a:pt x="274675" y="43243"/>
                </a:lnTo>
                <a:lnTo>
                  <a:pt x="295986" y="43243"/>
                </a:lnTo>
                <a:lnTo>
                  <a:pt x="295986" y="31597"/>
                </a:lnTo>
                <a:lnTo>
                  <a:pt x="295198" y="31394"/>
                </a:lnTo>
                <a:lnTo>
                  <a:pt x="294271" y="31242"/>
                </a:lnTo>
                <a:close/>
              </a:path>
              <a:path w="564514" h="107314">
                <a:moveTo>
                  <a:pt x="374980" y="0"/>
                </a:moveTo>
                <a:lnTo>
                  <a:pt x="357746" y="0"/>
                </a:lnTo>
                <a:lnTo>
                  <a:pt x="353681" y="5771"/>
                </a:lnTo>
                <a:lnTo>
                  <a:pt x="340888" y="45859"/>
                </a:lnTo>
                <a:lnTo>
                  <a:pt x="340626" y="53581"/>
                </a:lnTo>
                <a:lnTo>
                  <a:pt x="340853" y="60274"/>
                </a:lnTo>
                <a:lnTo>
                  <a:pt x="340888" y="61320"/>
                </a:lnTo>
                <a:lnTo>
                  <a:pt x="353681" y="101423"/>
                </a:lnTo>
                <a:lnTo>
                  <a:pt x="357746" y="107200"/>
                </a:lnTo>
                <a:lnTo>
                  <a:pt x="374980" y="107200"/>
                </a:lnTo>
                <a:lnTo>
                  <a:pt x="372046" y="103479"/>
                </a:lnTo>
                <a:lnTo>
                  <a:pt x="369392" y="98691"/>
                </a:lnTo>
                <a:lnTo>
                  <a:pt x="359501" y="61320"/>
                </a:lnTo>
                <a:lnTo>
                  <a:pt x="359397" y="48552"/>
                </a:lnTo>
                <a:lnTo>
                  <a:pt x="359791" y="43484"/>
                </a:lnTo>
                <a:lnTo>
                  <a:pt x="368846" y="10248"/>
                </a:lnTo>
                <a:lnTo>
                  <a:pt x="370725" y="6210"/>
                </a:lnTo>
                <a:lnTo>
                  <a:pt x="372783" y="2794"/>
                </a:lnTo>
                <a:lnTo>
                  <a:pt x="374980" y="0"/>
                </a:lnTo>
                <a:close/>
              </a:path>
              <a:path w="564514" h="107314">
                <a:moveTo>
                  <a:pt x="445096" y="10198"/>
                </a:moveTo>
                <a:lnTo>
                  <a:pt x="387654" y="10198"/>
                </a:lnTo>
                <a:lnTo>
                  <a:pt x="387654" y="96951"/>
                </a:lnTo>
                <a:lnTo>
                  <a:pt x="405993" y="96951"/>
                </a:lnTo>
                <a:lnTo>
                  <a:pt x="405993" y="61112"/>
                </a:lnTo>
                <a:lnTo>
                  <a:pt x="441286" y="61112"/>
                </a:lnTo>
                <a:lnTo>
                  <a:pt x="441286" y="45999"/>
                </a:lnTo>
                <a:lnTo>
                  <a:pt x="405993" y="45999"/>
                </a:lnTo>
                <a:lnTo>
                  <a:pt x="405993" y="25323"/>
                </a:lnTo>
                <a:lnTo>
                  <a:pt x="445096" y="25323"/>
                </a:lnTo>
                <a:lnTo>
                  <a:pt x="445096" y="10198"/>
                </a:lnTo>
                <a:close/>
              </a:path>
              <a:path w="564514" h="107314">
                <a:moveTo>
                  <a:pt x="517753" y="10198"/>
                </a:moveTo>
                <a:lnTo>
                  <a:pt x="459295" y="10198"/>
                </a:lnTo>
                <a:lnTo>
                  <a:pt x="459295" y="96951"/>
                </a:lnTo>
                <a:lnTo>
                  <a:pt x="517918" y="96951"/>
                </a:lnTo>
                <a:lnTo>
                  <a:pt x="517918" y="81826"/>
                </a:lnTo>
                <a:lnTo>
                  <a:pt x="477634" y="81826"/>
                </a:lnTo>
                <a:lnTo>
                  <a:pt x="477634" y="61112"/>
                </a:lnTo>
                <a:lnTo>
                  <a:pt x="514743" y="61112"/>
                </a:lnTo>
                <a:lnTo>
                  <a:pt x="514743" y="45999"/>
                </a:lnTo>
                <a:lnTo>
                  <a:pt x="477634" y="45999"/>
                </a:lnTo>
                <a:lnTo>
                  <a:pt x="477634" y="25323"/>
                </a:lnTo>
                <a:lnTo>
                  <a:pt x="517753" y="25323"/>
                </a:lnTo>
                <a:lnTo>
                  <a:pt x="517753" y="10198"/>
                </a:lnTo>
                <a:close/>
              </a:path>
              <a:path w="564514" h="107314">
                <a:moveTo>
                  <a:pt x="547154" y="0"/>
                </a:moveTo>
                <a:lnTo>
                  <a:pt x="529920" y="0"/>
                </a:lnTo>
                <a:lnTo>
                  <a:pt x="532853" y="3721"/>
                </a:lnTo>
                <a:lnTo>
                  <a:pt x="535495" y="8509"/>
                </a:lnTo>
                <a:lnTo>
                  <a:pt x="537832" y="14351"/>
                </a:lnTo>
                <a:lnTo>
                  <a:pt x="540207" y="20167"/>
                </a:lnTo>
                <a:lnTo>
                  <a:pt x="542074" y="26492"/>
                </a:lnTo>
                <a:lnTo>
                  <a:pt x="543433" y="33324"/>
                </a:lnTo>
                <a:lnTo>
                  <a:pt x="544817" y="40132"/>
                </a:lnTo>
                <a:lnTo>
                  <a:pt x="545398" y="45859"/>
                </a:lnTo>
                <a:lnTo>
                  <a:pt x="539597" y="88506"/>
                </a:lnTo>
                <a:lnTo>
                  <a:pt x="529920" y="107200"/>
                </a:lnTo>
                <a:lnTo>
                  <a:pt x="547154" y="107200"/>
                </a:lnTo>
                <a:lnTo>
                  <a:pt x="563214" y="68743"/>
                </a:lnTo>
                <a:lnTo>
                  <a:pt x="564273" y="53581"/>
                </a:lnTo>
                <a:lnTo>
                  <a:pt x="564044" y="46888"/>
                </a:lnTo>
                <a:lnTo>
                  <a:pt x="551216" y="5771"/>
                </a:lnTo>
                <a:lnTo>
                  <a:pt x="547154" y="0"/>
                </a:lnTo>
                <a:close/>
              </a:path>
            </a:pathLst>
          </a:custGeom>
          <a:solidFill>
            <a:srgbClr val="5208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766019" y="1592733"/>
            <a:ext cx="886460" cy="76200"/>
          </a:xfrm>
          <a:custGeom>
            <a:avLst/>
            <a:gdLst/>
            <a:ahLst/>
            <a:cxnLst/>
            <a:rect l="l" t="t" r="r" b="b"/>
            <a:pathLst>
              <a:path w="886460" h="76200">
                <a:moveTo>
                  <a:pt x="77546" y="45123"/>
                </a:moveTo>
                <a:lnTo>
                  <a:pt x="0" y="44742"/>
                </a:lnTo>
                <a:lnTo>
                  <a:pt x="76" y="25679"/>
                </a:lnTo>
                <a:lnTo>
                  <a:pt x="77622" y="26060"/>
                </a:lnTo>
                <a:lnTo>
                  <a:pt x="77546" y="45123"/>
                </a:lnTo>
                <a:close/>
              </a:path>
              <a:path w="886460" h="76200">
                <a:moveTo>
                  <a:pt x="213245" y="45504"/>
                </a:moveTo>
                <a:lnTo>
                  <a:pt x="135699" y="45250"/>
                </a:lnTo>
                <a:lnTo>
                  <a:pt x="135788" y="26187"/>
                </a:lnTo>
                <a:lnTo>
                  <a:pt x="213334" y="26441"/>
                </a:lnTo>
                <a:lnTo>
                  <a:pt x="213245" y="45504"/>
                </a:lnTo>
                <a:close/>
              </a:path>
              <a:path w="886460" h="76200">
                <a:moveTo>
                  <a:pt x="348957" y="46012"/>
                </a:moveTo>
                <a:lnTo>
                  <a:pt x="271411" y="45758"/>
                </a:lnTo>
                <a:lnTo>
                  <a:pt x="271475" y="26695"/>
                </a:lnTo>
                <a:lnTo>
                  <a:pt x="349021" y="26949"/>
                </a:lnTo>
                <a:lnTo>
                  <a:pt x="348957" y="46012"/>
                </a:lnTo>
                <a:close/>
              </a:path>
              <a:path w="886460" h="76200">
                <a:moveTo>
                  <a:pt x="484670" y="46520"/>
                </a:moveTo>
                <a:lnTo>
                  <a:pt x="407111" y="46266"/>
                </a:lnTo>
                <a:lnTo>
                  <a:pt x="407187" y="27203"/>
                </a:lnTo>
                <a:lnTo>
                  <a:pt x="484733" y="27457"/>
                </a:lnTo>
                <a:lnTo>
                  <a:pt x="484670" y="46520"/>
                </a:lnTo>
                <a:close/>
              </a:path>
              <a:path w="886460" h="76200">
                <a:moveTo>
                  <a:pt x="620369" y="46901"/>
                </a:moveTo>
                <a:lnTo>
                  <a:pt x="542823" y="46647"/>
                </a:lnTo>
                <a:lnTo>
                  <a:pt x="542886" y="27584"/>
                </a:lnTo>
                <a:lnTo>
                  <a:pt x="620433" y="27838"/>
                </a:lnTo>
                <a:lnTo>
                  <a:pt x="620369" y="46901"/>
                </a:lnTo>
                <a:close/>
              </a:path>
              <a:path w="886460" h="76200">
                <a:moveTo>
                  <a:pt x="756119" y="47409"/>
                </a:moveTo>
                <a:lnTo>
                  <a:pt x="678535" y="47155"/>
                </a:lnTo>
                <a:lnTo>
                  <a:pt x="678599" y="28092"/>
                </a:lnTo>
                <a:lnTo>
                  <a:pt x="756119" y="28346"/>
                </a:lnTo>
                <a:lnTo>
                  <a:pt x="756119" y="47409"/>
                </a:lnTo>
                <a:close/>
              </a:path>
              <a:path w="886460" h="76200">
                <a:moveTo>
                  <a:pt x="808456" y="76136"/>
                </a:moveTo>
                <a:lnTo>
                  <a:pt x="808556" y="47663"/>
                </a:lnTo>
                <a:lnTo>
                  <a:pt x="808623" y="28600"/>
                </a:lnTo>
                <a:lnTo>
                  <a:pt x="808723" y="0"/>
                </a:lnTo>
                <a:lnTo>
                  <a:pt x="866387" y="28600"/>
                </a:lnTo>
                <a:lnTo>
                  <a:pt x="814273" y="28600"/>
                </a:lnTo>
                <a:lnTo>
                  <a:pt x="814273" y="47663"/>
                </a:lnTo>
                <a:lnTo>
                  <a:pt x="867051" y="47663"/>
                </a:lnTo>
                <a:lnTo>
                  <a:pt x="808456" y="76136"/>
                </a:lnTo>
                <a:close/>
              </a:path>
              <a:path w="886460" h="76200">
                <a:moveTo>
                  <a:pt x="821512" y="47663"/>
                </a:moveTo>
                <a:lnTo>
                  <a:pt x="814273" y="47663"/>
                </a:lnTo>
                <a:lnTo>
                  <a:pt x="814273" y="28600"/>
                </a:lnTo>
                <a:lnTo>
                  <a:pt x="821639" y="28600"/>
                </a:lnTo>
                <a:lnTo>
                  <a:pt x="821512" y="47663"/>
                </a:lnTo>
                <a:close/>
              </a:path>
              <a:path w="886460" h="76200">
                <a:moveTo>
                  <a:pt x="867051" y="47663"/>
                </a:moveTo>
                <a:lnTo>
                  <a:pt x="821512" y="47663"/>
                </a:lnTo>
                <a:lnTo>
                  <a:pt x="821639" y="28600"/>
                </a:lnTo>
                <a:lnTo>
                  <a:pt x="866387" y="28600"/>
                </a:lnTo>
                <a:lnTo>
                  <a:pt x="886129" y="38392"/>
                </a:lnTo>
                <a:lnTo>
                  <a:pt x="867051" y="47663"/>
                </a:lnTo>
                <a:close/>
              </a:path>
            </a:pathLst>
          </a:custGeom>
          <a:solidFill>
            <a:srgbClr val="F549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2074657" y="1590325"/>
            <a:ext cx="574040" cy="76835"/>
          </a:xfrm>
          <a:custGeom>
            <a:avLst/>
            <a:gdLst/>
            <a:ahLst/>
            <a:cxnLst/>
            <a:rect l="l" t="t" r="r" b="b"/>
            <a:pathLst>
              <a:path w="574039" h="76835">
                <a:moveTo>
                  <a:pt x="0" y="50330"/>
                </a:moveTo>
                <a:lnTo>
                  <a:pt x="0" y="31267"/>
                </a:lnTo>
                <a:lnTo>
                  <a:pt x="77546" y="30759"/>
                </a:lnTo>
                <a:lnTo>
                  <a:pt x="77546" y="49822"/>
                </a:lnTo>
                <a:lnTo>
                  <a:pt x="0" y="50330"/>
                </a:lnTo>
                <a:close/>
              </a:path>
              <a:path w="574039" h="76835">
                <a:moveTo>
                  <a:pt x="135712" y="49568"/>
                </a:moveTo>
                <a:lnTo>
                  <a:pt x="135712" y="30505"/>
                </a:lnTo>
                <a:lnTo>
                  <a:pt x="213258" y="30124"/>
                </a:lnTo>
                <a:lnTo>
                  <a:pt x="213258" y="49187"/>
                </a:lnTo>
                <a:lnTo>
                  <a:pt x="135712" y="49568"/>
                </a:lnTo>
                <a:close/>
              </a:path>
              <a:path w="574039" h="76835">
                <a:moveTo>
                  <a:pt x="271411" y="48806"/>
                </a:moveTo>
                <a:lnTo>
                  <a:pt x="271411" y="29743"/>
                </a:lnTo>
                <a:lnTo>
                  <a:pt x="348957" y="29362"/>
                </a:lnTo>
                <a:lnTo>
                  <a:pt x="348957" y="48425"/>
                </a:lnTo>
                <a:lnTo>
                  <a:pt x="271411" y="48806"/>
                </a:lnTo>
                <a:close/>
              </a:path>
              <a:path w="574039" h="76835">
                <a:moveTo>
                  <a:pt x="407123" y="48044"/>
                </a:moveTo>
                <a:lnTo>
                  <a:pt x="407123" y="28981"/>
                </a:lnTo>
                <a:lnTo>
                  <a:pt x="484670" y="28600"/>
                </a:lnTo>
                <a:lnTo>
                  <a:pt x="484670" y="47663"/>
                </a:lnTo>
                <a:lnTo>
                  <a:pt x="407123" y="48044"/>
                </a:lnTo>
                <a:close/>
              </a:path>
              <a:path w="574039" h="76835">
                <a:moveTo>
                  <a:pt x="496163" y="76263"/>
                </a:moveTo>
                <a:lnTo>
                  <a:pt x="495782" y="0"/>
                </a:lnTo>
                <a:lnTo>
                  <a:pt x="573455" y="37617"/>
                </a:lnTo>
                <a:lnTo>
                  <a:pt x="496163" y="76263"/>
                </a:lnTo>
                <a:close/>
              </a:path>
            </a:pathLst>
          </a:custGeom>
          <a:solidFill>
            <a:srgbClr val="F549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3198952" y="1598079"/>
            <a:ext cx="559435" cy="76835"/>
          </a:xfrm>
          <a:custGeom>
            <a:avLst/>
            <a:gdLst/>
            <a:ahLst/>
            <a:cxnLst/>
            <a:rect l="l" t="t" r="r" b="b"/>
            <a:pathLst>
              <a:path w="559435" h="76835">
                <a:moveTo>
                  <a:pt x="77546" y="40792"/>
                </a:moveTo>
                <a:lnTo>
                  <a:pt x="0" y="39395"/>
                </a:lnTo>
                <a:lnTo>
                  <a:pt x="236" y="21729"/>
                </a:lnTo>
                <a:lnTo>
                  <a:pt x="254" y="20459"/>
                </a:lnTo>
                <a:lnTo>
                  <a:pt x="77800" y="21729"/>
                </a:lnTo>
                <a:lnTo>
                  <a:pt x="77564" y="39395"/>
                </a:lnTo>
                <a:lnTo>
                  <a:pt x="77546" y="40792"/>
                </a:lnTo>
                <a:close/>
              </a:path>
              <a:path w="559435" h="76835">
                <a:moveTo>
                  <a:pt x="213118" y="43078"/>
                </a:moveTo>
                <a:lnTo>
                  <a:pt x="135699" y="41808"/>
                </a:lnTo>
                <a:lnTo>
                  <a:pt x="135948" y="24015"/>
                </a:lnTo>
                <a:lnTo>
                  <a:pt x="135966" y="22745"/>
                </a:lnTo>
                <a:lnTo>
                  <a:pt x="213512" y="24015"/>
                </a:lnTo>
                <a:lnTo>
                  <a:pt x="213144" y="41808"/>
                </a:lnTo>
                <a:lnTo>
                  <a:pt x="213118" y="43078"/>
                </a:lnTo>
                <a:close/>
              </a:path>
              <a:path w="559435" h="76835">
                <a:moveTo>
                  <a:pt x="348830" y="45377"/>
                </a:moveTo>
                <a:lnTo>
                  <a:pt x="271284" y="44094"/>
                </a:lnTo>
                <a:lnTo>
                  <a:pt x="271637" y="26428"/>
                </a:lnTo>
                <a:lnTo>
                  <a:pt x="271665" y="25031"/>
                </a:lnTo>
                <a:lnTo>
                  <a:pt x="349211" y="26428"/>
                </a:lnTo>
                <a:lnTo>
                  <a:pt x="348856" y="44094"/>
                </a:lnTo>
                <a:lnTo>
                  <a:pt x="348830" y="45377"/>
                </a:lnTo>
                <a:close/>
              </a:path>
              <a:path w="559435" h="76835">
                <a:moveTo>
                  <a:pt x="480783" y="76263"/>
                </a:moveTo>
                <a:lnTo>
                  <a:pt x="482206" y="0"/>
                </a:lnTo>
                <a:lnTo>
                  <a:pt x="537985" y="28668"/>
                </a:lnTo>
                <a:lnTo>
                  <a:pt x="484925" y="28668"/>
                </a:lnTo>
                <a:lnTo>
                  <a:pt x="484559" y="46393"/>
                </a:lnTo>
                <a:lnTo>
                  <a:pt x="484531" y="47732"/>
                </a:lnTo>
                <a:lnTo>
                  <a:pt x="541604" y="47732"/>
                </a:lnTo>
                <a:lnTo>
                  <a:pt x="480783" y="76263"/>
                </a:lnTo>
                <a:close/>
              </a:path>
              <a:path w="559435" h="76835">
                <a:moveTo>
                  <a:pt x="481316" y="47732"/>
                </a:moveTo>
                <a:lnTo>
                  <a:pt x="406984" y="46393"/>
                </a:lnTo>
                <a:lnTo>
                  <a:pt x="407350" y="28668"/>
                </a:lnTo>
                <a:lnTo>
                  <a:pt x="407377" y="27317"/>
                </a:lnTo>
                <a:lnTo>
                  <a:pt x="481671" y="28668"/>
                </a:lnTo>
                <a:lnTo>
                  <a:pt x="481341" y="46393"/>
                </a:lnTo>
                <a:lnTo>
                  <a:pt x="481316" y="47732"/>
                </a:lnTo>
                <a:close/>
              </a:path>
              <a:path w="559435" h="76835">
                <a:moveTo>
                  <a:pt x="541604" y="47732"/>
                </a:moveTo>
                <a:lnTo>
                  <a:pt x="484531" y="47732"/>
                </a:lnTo>
                <a:lnTo>
                  <a:pt x="484925" y="28668"/>
                </a:lnTo>
                <a:lnTo>
                  <a:pt x="537985" y="28668"/>
                </a:lnTo>
                <a:lnTo>
                  <a:pt x="559104" y="39522"/>
                </a:lnTo>
                <a:lnTo>
                  <a:pt x="541604" y="47732"/>
                </a:lnTo>
                <a:close/>
              </a:path>
            </a:pathLst>
          </a:custGeom>
          <a:solidFill>
            <a:srgbClr val="F549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1625764" y="936730"/>
            <a:ext cx="1063625" cy="120650"/>
          </a:xfrm>
          <a:custGeom>
            <a:avLst/>
            <a:gdLst/>
            <a:ahLst/>
            <a:cxnLst/>
            <a:rect l="l" t="t" r="r" b="b"/>
            <a:pathLst>
              <a:path w="1063625" h="120650">
                <a:moveTo>
                  <a:pt x="57200" y="1600"/>
                </a:moveTo>
                <a:lnTo>
                  <a:pt x="0" y="1600"/>
                </a:lnTo>
                <a:lnTo>
                  <a:pt x="0" y="118808"/>
                </a:lnTo>
                <a:lnTo>
                  <a:pt x="28333" y="118808"/>
                </a:lnTo>
                <a:lnTo>
                  <a:pt x="28333" y="82410"/>
                </a:lnTo>
                <a:lnTo>
                  <a:pt x="17691" y="82410"/>
                </a:lnTo>
                <a:lnTo>
                  <a:pt x="17691" y="60096"/>
                </a:lnTo>
                <a:lnTo>
                  <a:pt x="28333" y="60096"/>
                </a:lnTo>
                <a:lnTo>
                  <a:pt x="28333" y="24434"/>
                </a:lnTo>
                <a:lnTo>
                  <a:pt x="87926" y="24434"/>
                </a:lnTo>
                <a:lnTo>
                  <a:pt x="82486" y="14897"/>
                </a:lnTo>
                <a:lnTo>
                  <a:pt x="77546" y="10147"/>
                </a:lnTo>
                <a:lnTo>
                  <a:pt x="64769" y="3327"/>
                </a:lnTo>
                <a:lnTo>
                  <a:pt x="57200" y="1600"/>
                </a:lnTo>
                <a:close/>
              </a:path>
              <a:path w="1063625" h="120650">
                <a:moveTo>
                  <a:pt x="28333" y="60096"/>
                </a:moveTo>
                <a:lnTo>
                  <a:pt x="17691" y="60096"/>
                </a:lnTo>
                <a:lnTo>
                  <a:pt x="17691" y="82410"/>
                </a:lnTo>
                <a:lnTo>
                  <a:pt x="28333" y="82410"/>
                </a:lnTo>
                <a:lnTo>
                  <a:pt x="28333" y="60096"/>
                </a:lnTo>
                <a:close/>
              </a:path>
              <a:path w="1063625" h="120650">
                <a:moveTo>
                  <a:pt x="87926" y="24434"/>
                </a:moveTo>
                <a:lnTo>
                  <a:pt x="46532" y="24434"/>
                </a:lnTo>
                <a:lnTo>
                  <a:pt x="50101" y="25158"/>
                </a:lnTo>
                <a:lnTo>
                  <a:pt x="55892" y="28067"/>
                </a:lnTo>
                <a:lnTo>
                  <a:pt x="58089" y="30124"/>
                </a:lnTo>
                <a:lnTo>
                  <a:pt x="59575" y="32791"/>
                </a:lnTo>
                <a:lnTo>
                  <a:pt x="61074" y="35420"/>
                </a:lnTo>
                <a:lnTo>
                  <a:pt x="61810" y="38557"/>
                </a:lnTo>
                <a:lnTo>
                  <a:pt x="61810" y="45770"/>
                </a:lnTo>
                <a:lnTo>
                  <a:pt x="46570" y="60096"/>
                </a:lnTo>
                <a:lnTo>
                  <a:pt x="28333" y="60096"/>
                </a:lnTo>
                <a:lnTo>
                  <a:pt x="28333" y="82410"/>
                </a:lnTo>
                <a:lnTo>
                  <a:pt x="56527" y="82410"/>
                </a:lnTo>
                <a:lnTo>
                  <a:pt x="64274" y="80746"/>
                </a:lnTo>
                <a:lnTo>
                  <a:pt x="77317" y="74117"/>
                </a:lnTo>
                <a:lnTo>
                  <a:pt x="82334" y="69443"/>
                </a:lnTo>
                <a:lnTo>
                  <a:pt x="89395" y="57340"/>
                </a:lnTo>
                <a:lnTo>
                  <a:pt x="91173" y="50266"/>
                </a:lnTo>
                <a:lnTo>
                  <a:pt x="91173" y="34124"/>
                </a:lnTo>
                <a:lnTo>
                  <a:pt x="89433" y="27076"/>
                </a:lnTo>
                <a:lnTo>
                  <a:pt x="87926" y="24434"/>
                </a:lnTo>
                <a:close/>
              </a:path>
              <a:path w="1063625" h="120650">
                <a:moveTo>
                  <a:pt x="165468" y="1600"/>
                </a:moveTo>
                <a:lnTo>
                  <a:pt x="108280" y="1600"/>
                </a:lnTo>
                <a:lnTo>
                  <a:pt x="108280" y="118808"/>
                </a:lnTo>
                <a:lnTo>
                  <a:pt x="136613" y="118808"/>
                </a:lnTo>
                <a:lnTo>
                  <a:pt x="136613" y="78689"/>
                </a:lnTo>
                <a:lnTo>
                  <a:pt x="125221" y="78689"/>
                </a:lnTo>
                <a:lnTo>
                  <a:pt x="125221" y="56375"/>
                </a:lnTo>
                <a:lnTo>
                  <a:pt x="136613" y="56375"/>
                </a:lnTo>
                <a:lnTo>
                  <a:pt x="136613" y="24434"/>
                </a:lnTo>
                <a:lnTo>
                  <a:pt x="196963" y="24434"/>
                </a:lnTo>
                <a:lnTo>
                  <a:pt x="194233" y="19862"/>
                </a:lnTo>
                <a:lnTo>
                  <a:pt x="190766" y="13982"/>
                </a:lnTo>
                <a:lnTo>
                  <a:pt x="185826" y="9486"/>
                </a:lnTo>
                <a:lnTo>
                  <a:pt x="173050" y="3187"/>
                </a:lnTo>
                <a:lnTo>
                  <a:pt x="165468" y="1600"/>
                </a:lnTo>
                <a:close/>
              </a:path>
              <a:path w="1063625" h="120650">
                <a:moveTo>
                  <a:pt x="174269" y="65239"/>
                </a:moveTo>
                <a:lnTo>
                  <a:pt x="143941" y="65239"/>
                </a:lnTo>
                <a:lnTo>
                  <a:pt x="172554" y="118808"/>
                </a:lnTo>
                <a:lnTo>
                  <a:pt x="203453" y="118808"/>
                </a:lnTo>
                <a:lnTo>
                  <a:pt x="181596" y="78689"/>
                </a:lnTo>
                <a:lnTo>
                  <a:pt x="164769" y="78689"/>
                </a:lnTo>
                <a:lnTo>
                  <a:pt x="172491" y="77228"/>
                </a:lnTo>
                <a:lnTo>
                  <a:pt x="179155" y="74207"/>
                </a:lnTo>
                <a:lnTo>
                  <a:pt x="174269" y="65239"/>
                </a:lnTo>
                <a:close/>
              </a:path>
              <a:path w="1063625" h="120650">
                <a:moveTo>
                  <a:pt x="136613" y="56375"/>
                </a:moveTo>
                <a:lnTo>
                  <a:pt x="125221" y="56375"/>
                </a:lnTo>
                <a:lnTo>
                  <a:pt x="125221" y="78689"/>
                </a:lnTo>
                <a:lnTo>
                  <a:pt x="136613" y="78689"/>
                </a:lnTo>
                <a:lnTo>
                  <a:pt x="136613" y="56375"/>
                </a:lnTo>
                <a:close/>
              </a:path>
              <a:path w="1063625" h="120650">
                <a:moveTo>
                  <a:pt x="196963" y="24434"/>
                </a:moveTo>
                <a:lnTo>
                  <a:pt x="154812" y="24434"/>
                </a:lnTo>
                <a:lnTo>
                  <a:pt x="158381" y="25044"/>
                </a:lnTo>
                <a:lnTo>
                  <a:pt x="161277" y="26276"/>
                </a:lnTo>
                <a:lnTo>
                  <a:pt x="164172" y="27457"/>
                </a:lnTo>
                <a:lnTo>
                  <a:pt x="166369" y="29248"/>
                </a:lnTo>
                <a:lnTo>
                  <a:pt x="169341" y="34010"/>
                </a:lnTo>
                <a:lnTo>
                  <a:pt x="170091" y="37007"/>
                </a:lnTo>
                <a:lnTo>
                  <a:pt x="170091" y="44259"/>
                </a:lnTo>
                <a:lnTo>
                  <a:pt x="154851" y="56375"/>
                </a:lnTo>
                <a:lnTo>
                  <a:pt x="136613" y="56375"/>
                </a:lnTo>
                <a:lnTo>
                  <a:pt x="136613" y="78689"/>
                </a:lnTo>
                <a:lnTo>
                  <a:pt x="151125" y="78689"/>
                </a:lnTo>
                <a:lnTo>
                  <a:pt x="143941" y="65239"/>
                </a:lnTo>
                <a:lnTo>
                  <a:pt x="191674" y="65239"/>
                </a:lnTo>
                <a:lnTo>
                  <a:pt x="197579" y="55816"/>
                </a:lnTo>
                <a:lnTo>
                  <a:pt x="197675" y="55664"/>
                </a:lnTo>
                <a:lnTo>
                  <a:pt x="199453" y="48755"/>
                </a:lnTo>
                <a:lnTo>
                  <a:pt x="199453" y="32626"/>
                </a:lnTo>
                <a:lnTo>
                  <a:pt x="197713" y="25692"/>
                </a:lnTo>
                <a:lnTo>
                  <a:pt x="196963" y="24434"/>
                </a:lnTo>
                <a:close/>
              </a:path>
              <a:path w="1063625" h="120650">
                <a:moveTo>
                  <a:pt x="179155" y="74207"/>
                </a:moveTo>
                <a:lnTo>
                  <a:pt x="172491" y="77228"/>
                </a:lnTo>
                <a:lnTo>
                  <a:pt x="164769" y="78689"/>
                </a:lnTo>
                <a:lnTo>
                  <a:pt x="181596" y="78689"/>
                </a:lnTo>
                <a:lnTo>
                  <a:pt x="179155" y="74207"/>
                </a:lnTo>
                <a:close/>
              </a:path>
              <a:path w="1063625" h="120650">
                <a:moveTo>
                  <a:pt x="191674" y="65239"/>
                </a:moveTo>
                <a:lnTo>
                  <a:pt x="174269" y="65239"/>
                </a:lnTo>
                <a:lnTo>
                  <a:pt x="179155" y="74207"/>
                </a:lnTo>
                <a:lnTo>
                  <a:pt x="185546" y="71310"/>
                </a:lnTo>
                <a:lnTo>
                  <a:pt x="190576" y="66992"/>
                </a:lnTo>
                <a:lnTo>
                  <a:pt x="191674" y="65239"/>
                </a:lnTo>
                <a:close/>
              </a:path>
              <a:path w="1063625" h="120650">
                <a:moveTo>
                  <a:pt x="299859" y="1600"/>
                </a:moveTo>
                <a:lnTo>
                  <a:pt x="218135" y="1600"/>
                </a:lnTo>
                <a:lnTo>
                  <a:pt x="218135" y="118808"/>
                </a:lnTo>
                <a:lnTo>
                  <a:pt x="299859" y="118808"/>
                </a:lnTo>
                <a:lnTo>
                  <a:pt x="299859" y="95808"/>
                </a:lnTo>
                <a:lnTo>
                  <a:pt x="246456" y="95808"/>
                </a:lnTo>
                <a:lnTo>
                  <a:pt x="246456" y="71704"/>
                </a:lnTo>
                <a:lnTo>
                  <a:pt x="295681" y="71704"/>
                </a:lnTo>
                <a:lnTo>
                  <a:pt x="295681" y="48641"/>
                </a:lnTo>
                <a:lnTo>
                  <a:pt x="246456" y="48641"/>
                </a:lnTo>
                <a:lnTo>
                  <a:pt x="246456" y="24612"/>
                </a:lnTo>
                <a:lnTo>
                  <a:pt x="299859" y="24612"/>
                </a:lnTo>
                <a:lnTo>
                  <a:pt x="299859" y="1600"/>
                </a:lnTo>
                <a:close/>
              </a:path>
              <a:path w="1063625" h="120650">
                <a:moveTo>
                  <a:pt x="347357" y="1600"/>
                </a:moveTo>
                <a:lnTo>
                  <a:pt x="315645" y="1600"/>
                </a:lnTo>
                <a:lnTo>
                  <a:pt x="355193" y="118808"/>
                </a:lnTo>
                <a:lnTo>
                  <a:pt x="392912" y="118808"/>
                </a:lnTo>
                <a:lnTo>
                  <a:pt x="403489" y="87452"/>
                </a:lnTo>
                <a:lnTo>
                  <a:pt x="373570" y="87452"/>
                </a:lnTo>
                <a:lnTo>
                  <a:pt x="347357" y="1600"/>
                </a:lnTo>
                <a:close/>
              </a:path>
              <a:path w="1063625" h="120650">
                <a:moveTo>
                  <a:pt x="432447" y="1600"/>
                </a:moveTo>
                <a:lnTo>
                  <a:pt x="400748" y="1600"/>
                </a:lnTo>
                <a:lnTo>
                  <a:pt x="374535" y="87452"/>
                </a:lnTo>
                <a:lnTo>
                  <a:pt x="403489" y="87452"/>
                </a:lnTo>
                <a:lnTo>
                  <a:pt x="432447" y="1600"/>
                </a:lnTo>
                <a:close/>
              </a:path>
              <a:path w="1063625" h="120650">
                <a:moveTo>
                  <a:pt x="529945" y="1600"/>
                </a:moveTo>
                <a:lnTo>
                  <a:pt x="448221" y="1600"/>
                </a:lnTo>
                <a:lnTo>
                  <a:pt x="448221" y="118808"/>
                </a:lnTo>
                <a:lnTo>
                  <a:pt x="529945" y="118808"/>
                </a:lnTo>
                <a:lnTo>
                  <a:pt x="529945" y="95808"/>
                </a:lnTo>
                <a:lnTo>
                  <a:pt x="476542" y="95808"/>
                </a:lnTo>
                <a:lnTo>
                  <a:pt x="476542" y="71704"/>
                </a:lnTo>
                <a:lnTo>
                  <a:pt x="525767" y="71704"/>
                </a:lnTo>
                <a:lnTo>
                  <a:pt x="525767" y="48641"/>
                </a:lnTo>
                <a:lnTo>
                  <a:pt x="476542" y="48641"/>
                </a:lnTo>
                <a:lnTo>
                  <a:pt x="476542" y="24612"/>
                </a:lnTo>
                <a:lnTo>
                  <a:pt x="529945" y="24612"/>
                </a:lnTo>
                <a:lnTo>
                  <a:pt x="529945" y="1600"/>
                </a:lnTo>
                <a:close/>
              </a:path>
              <a:path w="1063625" h="120650">
                <a:moveTo>
                  <a:pt x="575208" y="1600"/>
                </a:moveTo>
                <a:lnTo>
                  <a:pt x="550824" y="1600"/>
                </a:lnTo>
                <a:lnTo>
                  <a:pt x="550824" y="118808"/>
                </a:lnTo>
                <a:lnTo>
                  <a:pt x="579158" y="118808"/>
                </a:lnTo>
                <a:lnTo>
                  <a:pt x="579158" y="51168"/>
                </a:lnTo>
                <a:lnTo>
                  <a:pt x="609061" y="51168"/>
                </a:lnTo>
                <a:lnTo>
                  <a:pt x="575208" y="1600"/>
                </a:lnTo>
                <a:close/>
              </a:path>
              <a:path w="1063625" h="120650">
                <a:moveTo>
                  <a:pt x="609061" y="51168"/>
                </a:moveTo>
                <a:lnTo>
                  <a:pt x="579907" y="51168"/>
                </a:lnTo>
                <a:lnTo>
                  <a:pt x="626541" y="118808"/>
                </a:lnTo>
                <a:lnTo>
                  <a:pt x="650582" y="118808"/>
                </a:lnTo>
                <a:lnTo>
                  <a:pt x="650582" y="69138"/>
                </a:lnTo>
                <a:lnTo>
                  <a:pt x="621334" y="69138"/>
                </a:lnTo>
                <a:lnTo>
                  <a:pt x="609061" y="51168"/>
                </a:lnTo>
                <a:close/>
              </a:path>
              <a:path w="1063625" h="120650">
                <a:moveTo>
                  <a:pt x="650582" y="1600"/>
                </a:moveTo>
                <a:lnTo>
                  <a:pt x="622312" y="1600"/>
                </a:lnTo>
                <a:lnTo>
                  <a:pt x="622312" y="69138"/>
                </a:lnTo>
                <a:lnTo>
                  <a:pt x="650582" y="69138"/>
                </a:lnTo>
                <a:lnTo>
                  <a:pt x="650582" y="1600"/>
                </a:lnTo>
                <a:close/>
              </a:path>
              <a:path w="1063625" h="120650">
                <a:moveTo>
                  <a:pt x="731227" y="24612"/>
                </a:moveTo>
                <a:lnTo>
                  <a:pt x="703300" y="24612"/>
                </a:lnTo>
                <a:lnTo>
                  <a:pt x="703300" y="118808"/>
                </a:lnTo>
                <a:lnTo>
                  <a:pt x="731227" y="118808"/>
                </a:lnTo>
                <a:lnTo>
                  <a:pt x="731227" y="24612"/>
                </a:lnTo>
                <a:close/>
              </a:path>
              <a:path w="1063625" h="120650">
                <a:moveTo>
                  <a:pt x="766762" y="1600"/>
                </a:moveTo>
                <a:lnTo>
                  <a:pt x="667702" y="1600"/>
                </a:lnTo>
                <a:lnTo>
                  <a:pt x="667702" y="24612"/>
                </a:lnTo>
                <a:lnTo>
                  <a:pt x="766762" y="24612"/>
                </a:lnTo>
                <a:lnTo>
                  <a:pt x="766762" y="1600"/>
                </a:lnTo>
                <a:close/>
              </a:path>
              <a:path w="1063625" h="120650">
                <a:moveTo>
                  <a:pt x="812076" y="1600"/>
                </a:moveTo>
                <a:lnTo>
                  <a:pt x="783755" y="1600"/>
                </a:lnTo>
                <a:lnTo>
                  <a:pt x="783755" y="118808"/>
                </a:lnTo>
                <a:lnTo>
                  <a:pt x="812076" y="118808"/>
                </a:lnTo>
                <a:lnTo>
                  <a:pt x="812076" y="1600"/>
                </a:lnTo>
                <a:close/>
              </a:path>
              <a:path w="1063625" h="120650">
                <a:moveTo>
                  <a:pt x="887666" y="0"/>
                </a:moveTo>
                <a:lnTo>
                  <a:pt x="847872" y="15582"/>
                </a:lnTo>
                <a:lnTo>
                  <a:pt x="832210" y="50904"/>
                </a:lnTo>
                <a:lnTo>
                  <a:pt x="831748" y="60210"/>
                </a:lnTo>
                <a:lnTo>
                  <a:pt x="832127" y="67830"/>
                </a:lnTo>
                <a:lnTo>
                  <a:pt x="847975" y="104832"/>
                </a:lnTo>
                <a:lnTo>
                  <a:pt x="887666" y="120408"/>
                </a:lnTo>
                <a:lnTo>
                  <a:pt x="895341" y="119972"/>
                </a:lnTo>
                <a:lnTo>
                  <a:pt x="932142" y="99321"/>
                </a:lnTo>
                <a:lnTo>
                  <a:pt x="934548" y="95567"/>
                </a:lnTo>
                <a:lnTo>
                  <a:pt x="882053" y="95567"/>
                </a:lnTo>
                <a:lnTo>
                  <a:pt x="877227" y="94221"/>
                </a:lnTo>
                <a:lnTo>
                  <a:pt x="860653" y="67830"/>
                </a:lnTo>
                <a:lnTo>
                  <a:pt x="860653" y="52578"/>
                </a:lnTo>
                <a:lnTo>
                  <a:pt x="882053" y="24841"/>
                </a:lnTo>
                <a:lnTo>
                  <a:pt x="934541" y="24841"/>
                </a:lnTo>
                <a:lnTo>
                  <a:pt x="932142" y="21097"/>
                </a:lnTo>
                <a:lnTo>
                  <a:pt x="895341" y="435"/>
                </a:lnTo>
                <a:lnTo>
                  <a:pt x="887666" y="0"/>
                </a:lnTo>
                <a:close/>
              </a:path>
              <a:path w="1063625" h="120650">
                <a:moveTo>
                  <a:pt x="934541" y="24841"/>
                </a:moveTo>
                <a:lnTo>
                  <a:pt x="893305" y="24841"/>
                </a:lnTo>
                <a:lnTo>
                  <a:pt x="898131" y="26187"/>
                </a:lnTo>
                <a:lnTo>
                  <a:pt x="906183" y="31610"/>
                </a:lnTo>
                <a:lnTo>
                  <a:pt x="909281" y="35598"/>
                </a:lnTo>
                <a:lnTo>
                  <a:pt x="911415" y="40868"/>
                </a:lnTo>
                <a:lnTo>
                  <a:pt x="913587" y="46126"/>
                </a:lnTo>
                <a:lnTo>
                  <a:pt x="914679" y="52578"/>
                </a:lnTo>
                <a:lnTo>
                  <a:pt x="914679" y="67830"/>
                </a:lnTo>
                <a:lnTo>
                  <a:pt x="913587" y="74282"/>
                </a:lnTo>
                <a:lnTo>
                  <a:pt x="911415" y="79552"/>
                </a:lnTo>
                <a:lnTo>
                  <a:pt x="909281" y="84810"/>
                </a:lnTo>
                <a:lnTo>
                  <a:pt x="906183" y="88798"/>
                </a:lnTo>
                <a:lnTo>
                  <a:pt x="898131" y="94221"/>
                </a:lnTo>
                <a:lnTo>
                  <a:pt x="893305" y="95567"/>
                </a:lnTo>
                <a:lnTo>
                  <a:pt x="934548" y="95567"/>
                </a:lnTo>
                <a:lnTo>
                  <a:pt x="943635" y="60210"/>
                </a:lnTo>
                <a:lnTo>
                  <a:pt x="943254" y="52578"/>
                </a:lnTo>
                <a:lnTo>
                  <a:pt x="943170" y="50904"/>
                </a:lnTo>
                <a:lnTo>
                  <a:pt x="941776" y="42338"/>
                </a:lnTo>
                <a:lnTo>
                  <a:pt x="939450" y="34511"/>
                </a:lnTo>
                <a:lnTo>
                  <a:pt x="936193" y="27419"/>
                </a:lnTo>
                <a:lnTo>
                  <a:pt x="934541" y="24841"/>
                </a:lnTo>
                <a:close/>
              </a:path>
              <a:path w="1063625" h="120650">
                <a:moveTo>
                  <a:pt x="987704" y="1600"/>
                </a:moveTo>
                <a:lnTo>
                  <a:pt x="963320" y="1600"/>
                </a:lnTo>
                <a:lnTo>
                  <a:pt x="963320" y="118808"/>
                </a:lnTo>
                <a:lnTo>
                  <a:pt x="991641" y="118808"/>
                </a:lnTo>
                <a:lnTo>
                  <a:pt x="991641" y="51168"/>
                </a:lnTo>
                <a:lnTo>
                  <a:pt x="1021557" y="51168"/>
                </a:lnTo>
                <a:lnTo>
                  <a:pt x="987704" y="1600"/>
                </a:lnTo>
                <a:close/>
              </a:path>
              <a:path w="1063625" h="120650">
                <a:moveTo>
                  <a:pt x="1021557" y="51168"/>
                </a:moveTo>
                <a:lnTo>
                  <a:pt x="992390" y="51168"/>
                </a:lnTo>
                <a:lnTo>
                  <a:pt x="1039037" y="118808"/>
                </a:lnTo>
                <a:lnTo>
                  <a:pt x="1063066" y="118808"/>
                </a:lnTo>
                <a:lnTo>
                  <a:pt x="1063066" y="69138"/>
                </a:lnTo>
                <a:lnTo>
                  <a:pt x="1033830" y="69138"/>
                </a:lnTo>
                <a:lnTo>
                  <a:pt x="1021557" y="51168"/>
                </a:lnTo>
                <a:close/>
              </a:path>
              <a:path w="1063625" h="120650">
                <a:moveTo>
                  <a:pt x="1063066" y="1600"/>
                </a:moveTo>
                <a:lnTo>
                  <a:pt x="1034795" y="1600"/>
                </a:lnTo>
                <a:lnTo>
                  <a:pt x="1034795" y="69138"/>
                </a:lnTo>
                <a:lnTo>
                  <a:pt x="1063066" y="69138"/>
                </a:lnTo>
                <a:lnTo>
                  <a:pt x="1063066" y="1600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5" name="object 12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328326" y="1139294"/>
            <a:ext cx="1927110" cy="151980"/>
          </a:xfrm>
          <a:prstGeom prst="rect">
            <a:avLst/>
          </a:prstGeom>
        </p:spPr>
      </p:pic>
      <p:grpSp>
        <p:nvGrpSpPr>
          <p:cNvPr id="126" name="object 126"/>
          <p:cNvGrpSpPr/>
          <p:nvPr/>
        </p:nvGrpSpPr>
        <p:grpSpPr>
          <a:xfrm>
            <a:off x="552499" y="829971"/>
            <a:ext cx="489584" cy="567690"/>
            <a:chOff x="552499" y="829971"/>
            <a:chExt cx="489584" cy="567690"/>
          </a:xfrm>
        </p:grpSpPr>
        <p:pic>
          <p:nvPicPr>
            <p:cNvPr id="127" name="object 1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91275" y="887170"/>
              <a:ext cx="411962" cy="395604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2499" y="829971"/>
              <a:ext cx="489508" cy="567194"/>
            </a:xfrm>
            <a:prstGeom prst="rect">
              <a:avLst/>
            </a:prstGeom>
          </p:spPr>
        </p:pic>
        <p:sp>
          <p:nvSpPr>
            <p:cNvPr id="129" name="object 129"/>
            <p:cNvSpPr/>
            <p:nvPr/>
          </p:nvSpPr>
          <p:spPr>
            <a:xfrm>
              <a:off x="630045" y="925241"/>
              <a:ext cx="281305" cy="267335"/>
            </a:xfrm>
            <a:custGeom>
              <a:avLst/>
              <a:gdLst/>
              <a:ahLst/>
              <a:cxnLst/>
              <a:rect l="l" t="t" r="r" b="b"/>
              <a:pathLst>
                <a:path w="281305" h="267334">
                  <a:moveTo>
                    <a:pt x="140550" y="266776"/>
                  </a:moveTo>
                  <a:lnTo>
                    <a:pt x="96126" y="259974"/>
                  </a:lnTo>
                  <a:lnTo>
                    <a:pt x="57544" y="241033"/>
                  </a:lnTo>
                  <a:lnTo>
                    <a:pt x="27118" y="212148"/>
                  </a:lnTo>
                  <a:lnTo>
                    <a:pt x="7165" y="175513"/>
                  </a:lnTo>
                  <a:lnTo>
                    <a:pt x="0" y="133324"/>
                  </a:lnTo>
                  <a:lnTo>
                    <a:pt x="7165" y="91197"/>
                  </a:lnTo>
                  <a:lnTo>
                    <a:pt x="27118" y="54600"/>
                  </a:lnTo>
                  <a:lnTo>
                    <a:pt x="57544" y="25734"/>
                  </a:lnTo>
                  <a:lnTo>
                    <a:pt x="96126" y="6800"/>
                  </a:lnTo>
                  <a:lnTo>
                    <a:pt x="140550" y="0"/>
                  </a:lnTo>
                  <a:lnTo>
                    <a:pt x="184975" y="6800"/>
                  </a:lnTo>
                  <a:lnTo>
                    <a:pt x="223557" y="25734"/>
                  </a:lnTo>
                  <a:lnTo>
                    <a:pt x="253983" y="54600"/>
                  </a:lnTo>
                  <a:lnTo>
                    <a:pt x="273936" y="91197"/>
                  </a:lnTo>
                  <a:lnTo>
                    <a:pt x="281101" y="133324"/>
                  </a:lnTo>
                  <a:lnTo>
                    <a:pt x="273936" y="175513"/>
                  </a:lnTo>
                  <a:lnTo>
                    <a:pt x="253983" y="212148"/>
                  </a:lnTo>
                  <a:lnTo>
                    <a:pt x="223557" y="241033"/>
                  </a:lnTo>
                  <a:lnTo>
                    <a:pt x="184975" y="259974"/>
                  </a:lnTo>
                  <a:lnTo>
                    <a:pt x="140550" y="266776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726939" y="998359"/>
              <a:ext cx="57785" cy="129539"/>
            </a:xfrm>
            <a:custGeom>
              <a:avLst/>
              <a:gdLst/>
              <a:ahLst/>
              <a:cxnLst/>
              <a:rect l="l" t="t" r="r" b="b"/>
              <a:pathLst>
                <a:path w="57784" h="129540">
                  <a:moveTo>
                    <a:pt x="57670" y="0"/>
                  </a:moveTo>
                  <a:lnTo>
                    <a:pt x="31991" y="0"/>
                  </a:lnTo>
                  <a:lnTo>
                    <a:pt x="0" y="20243"/>
                  </a:lnTo>
                  <a:lnTo>
                    <a:pt x="0" y="44475"/>
                  </a:lnTo>
                  <a:lnTo>
                    <a:pt x="29590" y="25920"/>
                  </a:lnTo>
                  <a:lnTo>
                    <a:pt x="30352" y="25920"/>
                  </a:lnTo>
                  <a:lnTo>
                    <a:pt x="30352" y="129197"/>
                  </a:lnTo>
                  <a:lnTo>
                    <a:pt x="57670" y="129197"/>
                  </a:lnTo>
                  <a:lnTo>
                    <a:pt x="576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1" name="object 131"/>
          <p:cNvGrpSpPr/>
          <p:nvPr/>
        </p:nvGrpSpPr>
        <p:grpSpPr>
          <a:xfrm>
            <a:off x="101600" y="2140293"/>
            <a:ext cx="2106930" cy="2825750"/>
            <a:chOff x="101600" y="2140293"/>
            <a:chExt cx="2106930" cy="2825750"/>
          </a:xfrm>
        </p:grpSpPr>
        <p:sp>
          <p:nvSpPr>
            <p:cNvPr id="132" name="object 132"/>
            <p:cNvSpPr/>
            <p:nvPr/>
          </p:nvSpPr>
          <p:spPr>
            <a:xfrm>
              <a:off x="101600" y="2235200"/>
              <a:ext cx="2082800" cy="2730500"/>
            </a:xfrm>
            <a:custGeom>
              <a:avLst/>
              <a:gdLst/>
              <a:ahLst/>
              <a:cxnLst/>
              <a:rect l="l" t="t" r="r" b="b"/>
              <a:pathLst>
                <a:path w="2082800" h="2730500">
                  <a:moveTo>
                    <a:pt x="1981200" y="0"/>
                  </a:moveTo>
                  <a:lnTo>
                    <a:pt x="101600" y="0"/>
                  </a:lnTo>
                  <a:lnTo>
                    <a:pt x="62054" y="7984"/>
                  </a:lnTo>
                  <a:lnTo>
                    <a:pt x="29759" y="29759"/>
                  </a:lnTo>
                  <a:lnTo>
                    <a:pt x="7984" y="62054"/>
                  </a:lnTo>
                  <a:lnTo>
                    <a:pt x="0" y="101600"/>
                  </a:lnTo>
                  <a:lnTo>
                    <a:pt x="0" y="2628900"/>
                  </a:lnTo>
                  <a:lnTo>
                    <a:pt x="7984" y="2668445"/>
                  </a:lnTo>
                  <a:lnTo>
                    <a:pt x="29759" y="2700740"/>
                  </a:lnTo>
                  <a:lnTo>
                    <a:pt x="62054" y="2722515"/>
                  </a:lnTo>
                  <a:lnTo>
                    <a:pt x="101600" y="2730500"/>
                  </a:lnTo>
                  <a:lnTo>
                    <a:pt x="1981200" y="2730500"/>
                  </a:lnTo>
                  <a:lnTo>
                    <a:pt x="2020745" y="2722515"/>
                  </a:lnTo>
                  <a:lnTo>
                    <a:pt x="2053040" y="2700740"/>
                  </a:lnTo>
                  <a:lnTo>
                    <a:pt x="2074815" y="2668445"/>
                  </a:lnTo>
                  <a:lnTo>
                    <a:pt x="2082800" y="2628900"/>
                  </a:lnTo>
                  <a:lnTo>
                    <a:pt x="2082800" y="101600"/>
                  </a:lnTo>
                  <a:lnTo>
                    <a:pt x="2074815" y="62054"/>
                  </a:lnTo>
                  <a:lnTo>
                    <a:pt x="2053040" y="29759"/>
                  </a:lnTo>
                  <a:lnTo>
                    <a:pt x="2020745" y="7984"/>
                  </a:lnTo>
                  <a:lnTo>
                    <a:pt x="1981200" y="0"/>
                  </a:lnTo>
                  <a:close/>
                </a:path>
              </a:pathLst>
            </a:custGeom>
            <a:solidFill>
              <a:srgbClr val="FBE3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101600" y="2235200"/>
              <a:ext cx="2082800" cy="2730500"/>
            </a:xfrm>
            <a:custGeom>
              <a:avLst/>
              <a:gdLst/>
              <a:ahLst/>
              <a:cxnLst/>
              <a:rect l="l" t="t" r="r" b="b"/>
              <a:pathLst>
                <a:path w="2082800" h="2730500">
                  <a:moveTo>
                    <a:pt x="91637" y="2723630"/>
                  </a:moveTo>
                  <a:lnTo>
                    <a:pt x="91144" y="2728388"/>
                  </a:lnTo>
                  <a:lnTo>
                    <a:pt x="101600" y="2730500"/>
                  </a:lnTo>
                  <a:lnTo>
                    <a:pt x="101600" y="2724150"/>
                  </a:lnTo>
                  <a:lnTo>
                    <a:pt x="98234" y="2724150"/>
                  </a:lnTo>
                  <a:lnTo>
                    <a:pt x="94907" y="2723972"/>
                  </a:lnTo>
                  <a:lnTo>
                    <a:pt x="91637" y="2723630"/>
                  </a:lnTo>
                  <a:close/>
                </a:path>
                <a:path w="2082800" h="2730500">
                  <a:moveTo>
                    <a:pt x="114134" y="2717800"/>
                  </a:moveTo>
                  <a:lnTo>
                    <a:pt x="101600" y="2717800"/>
                  </a:lnTo>
                  <a:lnTo>
                    <a:pt x="101600" y="2730500"/>
                  </a:lnTo>
                  <a:lnTo>
                    <a:pt x="114134" y="2730500"/>
                  </a:lnTo>
                  <a:lnTo>
                    <a:pt x="114134" y="2717800"/>
                  </a:lnTo>
                  <a:close/>
                </a:path>
                <a:path w="2082800" h="2730500">
                  <a:moveTo>
                    <a:pt x="92290" y="2717317"/>
                  </a:moveTo>
                  <a:lnTo>
                    <a:pt x="91637" y="2723630"/>
                  </a:lnTo>
                  <a:lnTo>
                    <a:pt x="94907" y="2723972"/>
                  </a:lnTo>
                  <a:lnTo>
                    <a:pt x="98234" y="2724150"/>
                  </a:lnTo>
                  <a:lnTo>
                    <a:pt x="101600" y="2724150"/>
                  </a:lnTo>
                  <a:lnTo>
                    <a:pt x="101600" y="2717800"/>
                  </a:lnTo>
                  <a:lnTo>
                    <a:pt x="98450" y="2717800"/>
                  </a:lnTo>
                  <a:lnTo>
                    <a:pt x="95351" y="2717634"/>
                  </a:lnTo>
                  <a:lnTo>
                    <a:pt x="92290" y="2717317"/>
                  </a:lnTo>
                  <a:close/>
                </a:path>
                <a:path w="2082800" h="2730500">
                  <a:moveTo>
                    <a:pt x="45618" y="2705963"/>
                  </a:moveTo>
                  <a:lnTo>
                    <a:pt x="42946" y="2709631"/>
                  </a:lnTo>
                  <a:lnTo>
                    <a:pt x="60409" y="2721406"/>
                  </a:lnTo>
                  <a:lnTo>
                    <a:pt x="62848" y="2715933"/>
                  </a:lnTo>
                  <a:lnTo>
                    <a:pt x="56743" y="2713215"/>
                  </a:lnTo>
                  <a:lnTo>
                    <a:pt x="50965" y="2709862"/>
                  </a:lnTo>
                  <a:lnTo>
                    <a:pt x="45618" y="2705963"/>
                  </a:lnTo>
                  <a:close/>
                </a:path>
                <a:path w="2082800" h="2730500">
                  <a:moveTo>
                    <a:pt x="49352" y="2700832"/>
                  </a:moveTo>
                  <a:lnTo>
                    <a:pt x="45618" y="2705963"/>
                  </a:lnTo>
                  <a:lnTo>
                    <a:pt x="50965" y="2709862"/>
                  </a:lnTo>
                  <a:lnTo>
                    <a:pt x="56743" y="2713215"/>
                  </a:lnTo>
                  <a:lnTo>
                    <a:pt x="62852" y="2715933"/>
                  </a:lnTo>
                  <a:lnTo>
                    <a:pt x="65430" y="2710141"/>
                  </a:lnTo>
                  <a:lnTo>
                    <a:pt x="59740" y="2707601"/>
                  </a:lnTo>
                  <a:lnTo>
                    <a:pt x="54343" y="2704465"/>
                  </a:lnTo>
                  <a:lnTo>
                    <a:pt x="49352" y="2700832"/>
                  </a:lnTo>
                  <a:close/>
                </a:path>
                <a:path w="2082800" h="2730500">
                  <a:moveTo>
                    <a:pt x="14568" y="2667650"/>
                  </a:moveTo>
                  <a:lnTo>
                    <a:pt x="9093" y="2670090"/>
                  </a:lnTo>
                  <a:lnTo>
                    <a:pt x="20868" y="2687553"/>
                  </a:lnTo>
                  <a:lnTo>
                    <a:pt x="24534" y="2684882"/>
                  </a:lnTo>
                  <a:lnTo>
                    <a:pt x="20637" y="2679534"/>
                  </a:lnTo>
                  <a:lnTo>
                    <a:pt x="17284" y="2673756"/>
                  </a:lnTo>
                  <a:lnTo>
                    <a:pt x="14568" y="2667650"/>
                  </a:lnTo>
                  <a:close/>
                </a:path>
                <a:path w="2082800" h="2730500">
                  <a:moveTo>
                    <a:pt x="20358" y="2665069"/>
                  </a:moveTo>
                  <a:lnTo>
                    <a:pt x="14568" y="2667650"/>
                  </a:lnTo>
                  <a:lnTo>
                    <a:pt x="17284" y="2673756"/>
                  </a:lnTo>
                  <a:lnTo>
                    <a:pt x="20637" y="2679534"/>
                  </a:lnTo>
                  <a:lnTo>
                    <a:pt x="24537" y="2684882"/>
                  </a:lnTo>
                  <a:lnTo>
                    <a:pt x="29667" y="2681147"/>
                  </a:lnTo>
                  <a:lnTo>
                    <a:pt x="26035" y="2676156"/>
                  </a:lnTo>
                  <a:lnTo>
                    <a:pt x="22898" y="2670759"/>
                  </a:lnTo>
                  <a:lnTo>
                    <a:pt x="20358" y="2665069"/>
                  </a:lnTo>
                  <a:close/>
                </a:path>
                <a:path w="2082800" h="2730500">
                  <a:moveTo>
                    <a:pt x="6350" y="2616263"/>
                  </a:moveTo>
                  <a:lnTo>
                    <a:pt x="0" y="2616263"/>
                  </a:lnTo>
                  <a:lnTo>
                    <a:pt x="0" y="2628900"/>
                  </a:lnTo>
                  <a:lnTo>
                    <a:pt x="2012" y="2638869"/>
                  </a:lnTo>
                  <a:lnTo>
                    <a:pt x="2111" y="2639356"/>
                  </a:lnTo>
                  <a:lnTo>
                    <a:pt x="6803" y="2638869"/>
                  </a:lnTo>
                  <a:lnTo>
                    <a:pt x="6801" y="2638209"/>
                  </a:lnTo>
                  <a:lnTo>
                    <a:pt x="6527" y="2635592"/>
                  </a:lnTo>
                  <a:lnTo>
                    <a:pt x="6350" y="2632265"/>
                  </a:lnTo>
                  <a:lnTo>
                    <a:pt x="6350" y="2616263"/>
                  </a:lnTo>
                  <a:close/>
                </a:path>
                <a:path w="2082800" h="2730500">
                  <a:moveTo>
                    <a:pt x="12700" y="2616263"/>
                  </a:moveTo>
                  <a:lnTo>
                    <a:pt x="6350" y="2616263"/>
                  </a:lnTo>
                  <a:lnTo>
                    <a:pt x="6350" y="2632265"/>
                  </a:lnTo>
                  <a:lnTo>
                    <a:pt x="6504" y="2635148"/>
                  </a:lnTo>
                  <a:lnTo>
                    <a:pt x="6527" y="2635592"/>
                  </a:lnTo>
                  <a:lnTo>
                    <a:pt x="6801" y="2638209"/>
                  </a:lnTo>
                  <a:lnTo>
                    <a:pt x="6870" y="2638869"/>
                  </a:lnTo>
                  <a:lnTo>
                    <a:pt x="13182" y="2638209"/>
                  </a:lnTo>
                  <a:lnTo>
                    <a:pt x="12911" y="2635592"/>
                  </a:lnTo>
                  <a:lnTo>
                    <a:pt x="12865" y="2635148"/>
                  </a:lnTo>
                  <a:lnTo>
                    <a:pt x="12711" y="2632265"/>
                  </a:lnTo>
                  <a:lnTo>
                    <a:pt x="12700" y="2616263"/>
                  </a:lnTo>
                  <a:close/>
                </a:path>
                <a:path w="2082800" h="2730500">
                  <a:moveTo>
                    <a:pt x="6350" y="2553081"/>
                  </a:moveTo>
                  <a:lnTo>
                    <a:pt x="0" y="2553081"/>
                  </a:lnTo>
                  <a:lnTo>
                    <a:pt x="0" y="2578354"/>
                  </a:lnTo>
                  <a:lnTo>
                    <a:pt x="6350" y="2578354"/>
                  </a:lnTo>
                  <a:lnTo>
                    <a:pt x="6350" y="2553081"/>
                  </a:lnTo>
                  <a:close/>
                </a:path>
                <a:path w="2082800" h="2730500">
                  <a:moveTo>
                    <a:pt x="12700" y="2553081"/>
                  </a:moveTo>
                  <a:lnTo>
                    <a:pt x="6350" y="2553081"/>
                  </a:lnTo>
                  <a:lnTo>
                    <a:pt x="6350" y="2578354"/>
                  </a:lnTo>
                  <a:lnTo>
                    <a:pt x="12700" y="2578354"/>
                  </a:lnTo>
                  <a:lnTo>
                    <a:pt x="12700" y="2553081"/>
                  </a:lnTo>
                  <a:close/>
                </a:path>
                <a:path w="2082800" h="2730500">
                  <a:moveTo>
                    <a:pt x="6350" y="2489898"/>
                  </a:moveTo>
                  <a:lnTo>
                    <a:pt x="0" y="2489898"/>
                  </a:lnTo>
                  <a:lnTo>
                    <a:pt x="0" y="2515171"/>
                  </a:lnTo>
                  <a:lnTo>
                    <a:pt x="6350" y="2515171"/>
                  </a:lnTo>
                  <a:lnTo>
                    <a:pt x="6350" y="2489898"/>
                  </a:lnTo>
                  <a:close/>
                </a:path>
                <a:path w="2082800" h="2730500">
                  <a:moveTo>
                    <a:pt x="12700" y="2489898"/>
                  </a:moveTo>
                  <a:lnTo>
                    <a:pt x="6350" y="2489898"/>
                  </a:lnTo>
                  <a:lnTo>
                    <a:pt x="6350" y="2515171"/>
                  </a:lnTo>
                  <a:lnTo>
                    <a:pt x="12700" y="2515171"/>
                  </a:lnTo>
                  <a:lnTo>
                    <a:pt x="12700" y="2489898"/>
                  </a:lnTo>
                  <a:close/>
                </a:path>
                <a:path w="2082800" h="2730500">
                  <a:moveTo>
                    <a:pt x="6350" y="2426716"/>
                  </a:moveTo>
                  <a:lnTo>
                    <a:pt x="0" y="2426716"/>
                  </a:lnTo>
                  <a:lnTo>
                    <a:pt x="0" y="2451989"/>
                  </a:lnTo>
                  <a:lnTo>
                    <a:pt x="6350" y="2451989"/>
                  </a:lnTo>
                  <a:lnTo>
                    <a:pt x="6350" y="2426716"/>
                  </a:lnTo>
                  <a:close/>
                </a:path>
                <a:path w="2082800" h="2730500">
                  <a:moveTo>
                    <a:pt x="12700" y="2426716"/>
                  </a:moveTo>
                  <a:lnTo>
                    <a:pt x="6350" y="2426716"/>
                  </a:lnTo>
                  <a:lnTo>
                    <a:pt x="6350" y="2451989"/>
                  </a:lnTo>
                  <a:lnTo>
                    <a:pt x="12700" y="2451989"/>
                  </a:lnTo>
                  <a:lnTo>
                    <a:pt x="12700" y="2426716"/>
                  </a:lnTo>
                  <a:close/>
                </a:path>
                <a:path w="2082800" h="2730500">
                  <a:moveTo>
                    <a:pt x="6350" y="2363533"/>
                  </a:moveTo>
                  <a:lnTo>
                    <a:pt x="0" y="2363533"/>
                  </a:lnTo>
                  <a:lnTo>
                    <a:pt x="0" y="2388806"/>
                  </a:lnTo>
                  <a:lnTo>
                    <a:pt x="6350" y="2388806"/>
                  </a:lnTo>
                  <a:lnTo>
                    <a:pt x="6350" y="2363533"/>
                  </a:lnTo>
                  <a:close/>
                </a:path>
                <a:path w="2082800" h="2730500">
                  <a:moveTo>
                    <a:pt x="12700" y="2363533"/>
                  </a:moveTo>
                  <a:lnTo>
                    <a:pt x="6350" y="2363533"/>
                  </a:lnTo>
                  <a:lnTo>
                    <a:pt x="6350" y="2388806"/>
                  </a:lnTo>
                  <a:lnTo>
                    <a:pt x="12700" y="2388806"/>
                  </a:lnTo>
                  <a:lnTo>
                    <a:pt x="12700" y="2363533"/>
                  </a:lnTo>
                  <a:close/>
                </a:path>
                <a:path w="2082800" h="2730500">
                  <a:moveTo>
                    <a:pt x="6350" y="2300351"/>
                  </a:moveTo>
                  <a:lnTo>
                    <a:pt x="0" y="2300351"/>
                  </a:lnTo>
                  <a:lnTo>
                    <a:pt x="0" y="2325624"/>
                  </a:lnTo>
                  <a:lnTo>
                    <a:pt x="6350" y="2325624"/>
                  </a:lnTo>
                  <a:lnTo>
                    <a:pt x="6350" y="2300351"/>
                  </a:lnTo>
                  <a:close/>
                </a:path>
                <a:path w="2082800" h="2730500">
                  <a:moveTo>
                    <a:pt x="12700" y="2300351"/>
                  </a:moveTo>
                  <a:lnTo>
                    <a:pt x="6350" y="2300351"/>
                  </a:lnTo>
                  <a:lnTo>
                    <a:pt x="6350" y="2325624"/>
                  </a:lnTo>
                  <a:lnTo>
                    <a:pt x="12700" y="2325624"/>
                  </a:lnTo>
                  <a:lnTo>
                    <a:pt x="12700" y="2300351"/>
                  </a:lnTo>
                  <a:close/>
                </a:path>
                <a:path w="2082800" h="2730500">
                  <a:moveTo>
                    <a:pt x="6350" y="2237168"/>
                  </a:moveTo>
                  <a:lnTo>
                    <a:pt x="0" y="2237168"/>
                  </a:lnTo>
                  <a:lnTo>
                    <a:pt x="0" y="2262441"/>
                  </a:lnTo>
                  <a:lnTo>
                    <a:pt x="6350" y="2262441"/>
                  </a:lnTo>
                  <a:lnTo>
                    <a:pt x="6350" y="2237168"/>
                  </a:lnTo>
                  <a:close/>
                </a:path>
                <a:path w="2082800" h="2730500">
                  <a:moveTo>
                    <a:pt x="12700" y="2237168"/>
                  </a:moveTo>
                  <a:lnTo>
                    <a:pt x="6350" y="2237168"/>
                  </a:lnTo>
                  <a:lnTo>
                    <a:pt x="6350" y="2262441"/>
                  </a:lnTo>
                  <a:lnTo>
                    <a:pt x="12700" y="2262441"/>
                  </a:lnTo>
                  <a:lnTo>
                    <a:pt x="12700" y="2237168"/>
                  </a:lnTo>
                  <a:close/>
                </a:path>
                <a:path w="2082800" h="2730500">
                  <a:moveTo>
                    <a:pt x="6350" y="2173986"/>
                  </a:moveTo>
                  <a:lnTo>
                    <a:pt x="0" y="2173986"/>
                  </a:lnTo>
                  <a:lnTo>
                    <a:pt x="0" y="2199259"/>
                  </a:lnTo>
                  <a:lnTo>
                    <a:pt x="6350" y="2199259"/>
                  </a:lnTo>
                  <a:lnTo>
                    <a:pt x="6350" y="2173986"/>
                  </a:lnTo>
                  <a:close/>
                </a:path>
                <a:path w="2082800" h="2730500">
                  <a:moveTo>
                    <a:pt x="12700" y="2173986"/>
                  </a:moveTo>
                  <a:lnTo>
                    <a:pt x="6350" y="2173986"/>
                  </a:lnTo>
                  <a:lnTo>
                    <a:pt x="6350" y="2199259"/>
                  </a:lnTo>
                  <a:lnTo>
                    <a:pt x="12700" y="2199259"/>
                  </a:lnTo>
                  <a:lnTo>
                    <a:pt x="12700" y="2173986"/>
                  </a:lnTo>
                  <a:close/>
                </a:path>
                <a:path w="2082800" h="2730500">
                  <a:moveTo>
                    <a:pt x="6350" y="2110803"/>
                  </a:moveTo>
                  <a:lnTo>
                    <a:pt x="0" y="2110803"/>
                  </a:lnTo>
                  <a:lnTo>
                    <a:pt x="0" y="2136076"/>
                  </a:lnTo>
                  <a:lnTo>
                    <a:pt x="6350" y="2136076"/>
                  </a:lnTo>
                  <a:lnTo>
                    <a:pt x="6350" y="2110803"/>
                  </a:lnTo>
                  <a:close/>
                </a:path>
                <a:path w="2082800" h="2730500">
                  <a:moveTo>
                    <a:pt x="12700" y="2110803"/>
                  </a:moveTo>
                  <a:lnTo>
                    <a:pt x="6350" y="2110803"/>
                  </a:lnTo>
                  <a:lnTo>
                    <a:pt x="6350" y="2136076"/>
                  </a:lnTo>
                  <a:lnTo>
                    <a:pt x="12700" y="2136076"/>
                  </a:lnTo>
                  <a:lnTo>
                    <a:pt x="12700" y="2110803"/>
                  </a:lnTo>
                  <a:close/>
                </a:path>
                <a:path w="2082800" h="2730500">
                  <a:moveTo>
                    <a:pt x="6350" y="2047621"/>
                  </a:moveTo>
                  <a:lnTo>
                    <a:pt x="0" y="2047621"/>
                  </a:lnTo>
                  <a:lnTo>
                    <a:pt x="0" y="2072894"/>
                  </a:lnTo>
                  <a:lnTo>
                    <a:pt x="6350" y="2072894"/>
                  </a:lnTo>
                  <a:lnTo>
                    <a:pt x="6350" y="2047621"/>
                  </a:lnTo>
                  <a:close/>
                </a:path>
                <a:path w="2082800" h="2730500">
                  <a:moveTo>
                    <a:pt x="12700" y="2047621"/>
                  </a:moveTo>
                  <a:lnTo>
                    <a:pt x="6350" y="2047621"/>
                  </a:lnTo>
                  <a:lnTo>
                    <a:pt x="6350" y="2072894"/>
                  </a:lnTo>
                  <a:lnTo>
                    <a:pt x="12700" y="2072894"/>
                  </a:lnTo>
                  <a:lnTo>
                    <a:pt x="12700" y="2047621"/>
                  </a:lnTo>
                  <a:close/>
                </a:path>
                <a:path w="2082800" h="2730500">
                  <a:moveTo>
                    <a:pt x="6350" y="1984438"/>
                  </a:moveTo>
                  <a:lnTo>
                    <a:pt x="0" y="1984438"/>
                  </a:lnTo>
                  <a:lnTo>
                    <a:pt x="0" y="2009711"/>
                  </a:lnTo>
                  <a:lnTo>
                    <a:pt x="6350" y="2009711"/>
                  </a:lnTo>
                  <a:lnTo>
                    <a:pt x="6350" y="1984438"/>
                  </a:lnTo>
                  <a:close/>
                </a:path>
                <a:path w="2082800" h="2730500">
                  <a:moveTo>
                    <a:pt x="12700" y="1984438"/>
                  </a:moveTo>
                  <a:lnTo>
                    <a:pt x="6350" y="1984438"/>
                  </a:lnTo>
                  <a:lnTo>
                    <a:pt x="6350" y="2009711"/>
                  </a:lnTo>
                  <a:lnTo>
                    <a:pt x="12700" y="2009711"/>
                  </a:lnTo>
                  <a:lnTo>
                    <a:pt x="12700" y="1984438"/>
                  </a:lnTo>
                  <a:close/>
                </a:path>
                <a:path w="2082800" h="2730500">
                  <a:moveTo>
                    <a:pt x="6350" y="1921255"/>
                  </a:moveTo>
                  <a:lnTo>
                    <a:pt x="0" y="1921255"/>
                  </a:lnTo>
                  <a:lnTo>
                    <a:pt x="0" y="1946528"/>
                  </a:lnTo>
                  <a:lnTo>
                    <a:pt x="6350" y="1946528"/>
                  </a:lnTo>
                  <a:lnTo>
                    <a:pt x="6350" y="1921255"/>
                  </a:lnTo>
                  <a:close/>
                </a:path>
                <a:path w="2082800" h="2730500">
                  <a:moveTo>
                    <a:pt x="12700" y="1921255"/>
                  </a:moveTo>
                  <a:lnTo>
                    <a:pt x="6350" y="1921255"/>
                  </a:lnTo>
                  <a:lnTo>
                    <a:pt x="6350" y="1946528"/>
                  </a:lnTo>
                  <a:lnTo>
                    <a:pt x="12700" y="1946528"/>
                  </a:lnTo>
                  <a:lnTo>
                    <a:pt x="12700" y="1921255"/>
                  </a:lnTo>
                  <a:close/>
                </a:path>
                <a:path w="2082800" h="2730500">
                  <a:moveTo>
                    <a:pt x="6350" y="1858073"/>
                  </a:moveTo>
                  <a:lnTo>
                    <a:pt x="0" y="1858073"/>
                  </a:lnTo>
                  <a:lnTo>
                    <a:pt x="0" y="1883346"/>
                  </a:lnTo>
                  <a:lnTo>
                    <a:pt x="6350" y="1883346"/>
                  </a:lnTo>
                  <a:lnTo>
                    <a:pt x="6350" y="1858073"/>
                  </a:lnTo>
                  <a:close/>
                </a:path>
                <a:path w="2082800" h="2730500">
                  <a:moveTo>
                    <a:pt x="12700" y="1858073"/>
                  </a:moveTo>
                  <a:lnTo>
                    <a:pt x="6350" y="1858073"/>
                  </a:lnTo>
                  <a:lnTo>
                    <a:pt x="6350" y="1883346"/>
                  </a:lnTo>
                  <a:lnTo>
                    <a:pt x="12700" y="1883346"/>
                  </a:lnTo>
                  <a:lnTo>
                    <a:pt x="12700" y="1858073"/>
                  </a:lnTo>
                  <a:close/>
                </a:path>
                <a:path w="2082800" h="2730500">
                  <a:moveTo>
                    <a:pt x="6350" y="1794890"/>
                  </a:moveTo>
                  <a:lnTo>
                    <a:pt x="0" y="1794890"/>
                  </a:lnTo>
                  <a:lnTo>
                    <a:pt x="0" y="1820164"/>
                  </a:lnTo>
                  <a:lnTo>
                    <a:pt x="6350" y="1820164"/>
                  </a:lnTo>
                  <a:lnTo>
                    <a:pt x="6350" y="1794890"/>
                  </a:lnTo>
                  <a:close/>
                </a:path>
                <a:path w="2082800" h="2730500">
                  <a:moveTo>
                    <a:pt x="12700" y="1794890"/>
                  </a:moveTo>
                  <a:lnTo>
                    <a:pt x="6350" y="1794890"/>
                  </a:lnTo>
                  <a:lnTo>
                    <a:pt x="6350" y="1820164"/>
                  </a:lnTo>
                  <a:lnTo>
                    <a:pt x="12700" y="1820164"/>
                  </a:lnTo>
                  <a:lnTo>
                    <a:pt x="12700" y="1794890"/>
                  </a:lnTo>
                  <a:close/>
                </a:path>
                <a:path w="2082800" h="2730500">
                  <a:moveTo>
                    <a:pt x="6350" y="1731708"/>
                  </a:moveTo>
                  <a:lnTo>
                    <a:pt x="0" y="1731708"/>
                  </a:lnTo>
                  <a:lnTo>
                    <a:pt x="0" y="1756981"/>
                  </a:lnTo>
                  <a:lnTo>
                    <a:pt x="6350" y="1756981"/>
                  </a:lnTo>
                  <a:lnTo>
                    <a:pt x="6350" y="1731708"/>
                  </a:lnTo>
                  <a:close/>
                </a:path>
                <a:path w="2082800" h="2730500">
                  <a:moveTo>
                    <a:pt x="12700" y="1731708"/>
                  </a:moveTo>
                  <a:lnTo>
                    <a:pt x="6350" y="1731708"/>
                  </a:lnTo>
                  <a:lnTo>
                    <a:pt x="6350" y="1756981"/>
                  </a:lnTo>
                  <a:lnTo>
                    <a:pt x="12700" y="1756981"/>
                  </a:lnTo>
                  <a:lnTo>
                    <a:pt x="12700" y="1731708"/>
                  </a:lnTo>
                  <a:close/>
                </a:path>
                <a:path w="2082800" h="2730500">
                  <a:moveTo>
                    <a:pt x="6350" y="1668526"/>
                  </a:moveTo>
                  <a:lnTo>
                    <a:pt x="0" y="1668526"/>
                  </a:lnTo>
                  <a:lnTo>
                    <a:pt x="0" y="1693799"/>
                  </a:lnTo>
                  <a:lnTo>
                    <a:pt x="6350" y="1693799"/>
                  </a:lnTo>
                  <a:lnTo>
                    <a:pt x="6350" y="1668526"/>
                  </a:lnTo>
                  <a:close/>
                </a:path>
                <a:path w="2082800" h="2730500">
                  <a:moveTo>
                    <a:pt x="12700" y="1668526"/>
                  </a:moveTo>
                  <a:lnTo>
                    <a:pt x="6350" y="1668526"/>
                  </a:lnTo>
                  <a:lnTo>
                    <a:pt x="6350" y="1693799"/>
                  </a:lnTo>
                  <a:lnTo>
                    <a:pt x="12700" y="1693799"/>
                  </a:lnTo>
                  <a:lnTo>
                    <a:pt x="12700" y="1668526"/>
                  </a:lnTo>
                  <a:close/>
                </a:path>
                <a:path w="2082800" h="2730500">
                  <a:moveTo>
                    <a:pt x="6350" y="1605343"/>
                  </a:moveTo>
                  <a:lnTo>
                    <a:pt x="0" y="1605343"/>
                  </a:lnTo>
                  <a:lnTo>
                    <a:pt x="0" y="1630616"/>
                  </a:lnTo>
                  <a:lnTo>
                    <a:pt x="6350" y="1630616"/>
                  </a:lnTo>
                  <a:lnTo>
                    <a:pt x="6350" y="1605343"/>
                  </a:lnTo>
                  <a:close/>
                </a:path>
                <a:path w="2082800" h="2730500">
                  <a:moveTo>
                    <a:pt x="12700" y="1605343"/>
                  </a:moveTo>
                  <a:lnTo>
                    <a:pt x="6350" y="1605343"/>
                  </a:lnTo>
                  <a:lnTo>
                    <a:pt x="6350" y="1630616"/>
                  </a:lnTo>
                  <a:lnTo>
                    <a:pt x="12700" y="1630616"/>
                  </a:lnTo>
                  <a:lnTo>
                    <a:pt x="12700" y="1605343"/>
                  </a:lnTo>
                  <a:close/>
                </a:path>
                <a:path w="2082800" h="2730500">
                  <a:moveTo>
                    <a:pt x="6350" y="1542161"/>
                  </a:moveTo>
                  <a:lnTo>
                    <a:pt x="0" y="1542161"/>
                  </a:lnTo>
                  <a:lnTo>
                    <a:pt x="0" y="1567434"/>
                  </a:lnTo>
                  <a:lnTo>
                    <a:pt x="6350" y="1567434"/>
                  </a:lnTo>
                  <a:lnTo>
                    <a:pt x="6350" y="1542161"/>
                  </a:lnTo>
                  <a:close/>
                </a:path>
                <a:path w="2082800" h="2730500">
                  <a:moveTo>
                    <a:pt x="12700" y="1542161"/>
                  </a:moveTo>
                  <a:lnTo>
                    <a:pt x="6350" y="1542161"/>
                  </a:lnTo>
                  <a:lnTo>
                    <a:pt x="6350" y="1567434"/>
                  </a:lnTo>
                  <a:lnTo>
                    <a:pt x="12700" y="1567434"/>
                  </a:lnTo>
                  <a:lnTo>
                    <a:pt x="12700" y="1542161"/>
                  </a:lnTo>
                  <a:close/>
                </a:path>
                <a:path w="2082800" h="2730500">
                  <a:moveTo>
                    <a:pt x="6350" y="1478978"/>
                  </a:moveTo>
                  <a:lnTo>
                    <a:pt x="0" y="1478978"/>
                  </a:lnTo>
                  <a:lnTo>
                    <a:pt x="0" y="1504251"/>
                  </a:lnTo>
                  <a:lnTo>
                    <a:pt x="6350" y="1504251"/>
                  </a:lnTo>
                  <a:lnTo>
                    <a:pt x="6350" y="1478978"/>
                  </a:lnTo>
                  <a:close/>
                </a:path>
                <a:path w="2082800" h="2730500">
                  <a:moveTo>
                    <a:pt x="12700" y="1478978"/>
                  </a:moveTo>
                  <a:lnTo>
                    <a:pt x="6350" y="1478978"/>
                  </a:lnTo>
                  <a:lnTo>
                    <a:pt x="6350" y="1504251"/>
                  </a:lnTo>
                  <a:lnTo>
                    <a:pt x="12700" y="1504251"/>
                  </a:lnTo>
                  <a:lnTo>
                    <a:pt x="12700" y="1478978"/>
                  </a:lnTo>
                  <a:close/>
                </a:path>
                <a:path w="2082800" h="2730500">
                  <a:moveTo>
                    <a:pt x="6350" y="1415796"/>
                  </a:moveTo>
                  <a:lnTo>
                    <a:pt x="0" y="1415796"/>
                  </a:lnTo>
                  <a:lnTo>
                    <a:pt x="0" y="1441069"/>
                  </a:lnTo>
                  <a:lnTo>
                    <a:pt x="6350" y="1441069"/>
                  </a:lnTo>
                  <a:lnTo>
                    <a:pt x="6350" y="1415796"/>
                  </a:lnTo>
                  <a:close/>
                </a:path>
                <a:path w="2082800" h="2730500">
                  <a:moveTo>
                    <a:pt x="12700" y="1415796"/>
                  </a:moveTo>
                  <a:lnTo>
                    <a:pt x="6350" y="1415796"/>
                  </a:lnTo>
                  <a:lnTo>
                    <a:pt x="6350" y="1441069"/>
                  </a:lnTo>
                  <a:lnTo>
                    <a:pt x="12700" y="1441069"/>
                  </a:lnTo>
                  <a:lnTo>
                    <a:pt x="12700" y="1415796"/>
                  </a:lnTo>
                  <a:close/>
                </a:path>
                <a:path w="2082800" h="2730500">
                  <a:moveTo>
                    <a:pt x="6350" y="1352613"/>
                  </a:moveTo>
                  <a:lnTo>
                    <a:pt x="0" y="1352613"/>
                  </a:lnTo>
                  <a:lnTo>
                    <a:pt x="0" y="1377886"/>
                  </a:lnTo>
                  <a:lnTo>
                    <a:pt x="6350" y="1377886"/>
                  </a:lnTo>
                  <a:lnTo>
                    <a:pt x="6350" y="1352613"/>
                  </a:lnTo>
                  <a:close/>
                </a:path>
                <a:path w="2082800" h="2730500">
                  <a:moveTo>
                    <a:pt x="12700" y="1352613"/>
                  </a:moveTo>
                  <a:lnTo>
                    <a:pt x="6350" y="1352613"/>
                  </a:lnTo>
                  <a:lnTo>
                    <a:pt x="6350" y="1377886"/>
                  </a:lnTo>
                  <a:lnTo>
                    <a:pt x="12700" y="1377886"/>
                  </a:lnTo>
                  <a:lnTo>
                    <a:pt x="12700" y="1352613"/>
                  </a:lnTo>
                  <a:close/>
                </a:path>
                <a:path w="2082800" h="2730500">
                  <a:moveTo>
                    <a:pt x="6350" y="1289430"/>
                  </a:moveTo>
                  <a:lnTo>
                    <a:pt x="0" y="1289430"/>
                  </a:lnTo>
                  <a:lnTo>
                    <a:pt x="0" y="1314703"/>
                  </a:lnTo>
                  <a:lnTo>
                    <a:pt x="6350" y="1314703"/>
                  </a:lnTo>
                  <a:lnTo>
                    <a:pt x="6350" y="1289430"/>
                  </a:lnTo>
                  <a:close/>
                </a:path>
                <a:path w="2082800" h="2730500">
                  <a:moveTo>
                    <a:pt x="12700" y="1289430"/>
                  </a:moveTo>
                  <a:lnTo>
                    <a:pt x="6350" y="1289430"/>
                  </a:lnTo>
                  <a:lnTo>
                    <a:pt x="6350" y="1314703"/>
                  </a:lnTo>
                  <a:lnTo>
                    <a:pt x="12700" y="1314703"/>
                  </a:lnTo>
                  <a:lnTo>
                    <a:pt x="12700" y="1289430"/>
                  </a:lnTo>
                  <a:close/>
                </a:path>
                <a:path w="2082800" h="2730500">
                  <a:moveTo>
                    <a:pt x="6350" y="1226248"/>
                  </a:moveTo>
                  <a:lnTo>
                    <a:pt x="0" y="1226248"/>
                  </a:lnTo>
                  <a:lnTo>
                    <a:pt x="0" y="1251521"/>
                  </a:lnTo>
                  <a:lnTo>
                    <a:pt x="6350" y="1251521"/>
                  </a:lnTo>
                  <a:lnTo>
                    <a:pt x="6350" y="1226248"/>
                  </a:lnTo>
                  <a:close/>
                </a:path>
                <a:path w="2082800" h="2730500">
                  <a:moveTo>
                    <a:pt x="12700" y="1226248"/>
                  </a:moveTo>
                  <a:lnTo>
                    <a:pt x="6350" y="1226248"/>
                  </a:lnTo>
                  <a:lnTo>
                    <a:pt x="6350" y="1251521"/>
                  </a:lnTo>
                  <a:lnTo>
                    <a:pt x="12700" y="1251521"/>
                  </a:lnTo>
                  <a:lnTo>
                    <a:pt x="12700" y="1226248"/>
                  </a:lnTo>
                  <a:close/>
                </a:path>
                <a:path w="2082800" h="2730500">
                  <a:moveTo>
                    <a:pt x="6350" y="1163065"/>
                  </a:moveTo>
                  <a:lnTo>
                    <a:pt x="0" y="1163065"/>
                  </a:lnTo>
                  <a:lnTo>
                    <a:pt x="0" y="1188339"/>
                  </a:lnTo>
                  <a:lnTo>
                    <a:pt x="6350" y="1188339"/>
                  </a:lnTo>
                  <a:lnTo>
                    <a:pt x="6350" y="1163065"/>
                  </a:lnTo>
                  <a:close/>
                </a:path>
                <a:path w="2082800" h="2730500">
                  <a:moveTo>
                    <a:pt x="12700" y="1163065"/>
                  </a:moveTo>
                  <a:lnTo>
                    <a:pt x="6350" y="1163065"/>
                  </a:lnTo>
                  <a:lnTo>
                    <a:pt x="6350" y="1188339"/>
                  </a:lnTo>
                  <a:lnTo>
                    <a:pt x="12700" y="1188339"/>
                  </a:lnTo>
                  <a:lnTo>
                    <a:pt x="12700" y="1163065"/>
                  </a:lnTo>
                  <a:close/>
                </a:path>
                <a:path w="2082800" h="2730500">
                  <a:moveTo>
                    <a:pt x="6350" y="1099883"/>
                  </a:moveTo>
                  <a:lnTo>
                    <a:pt x="0" y="1099883"/>
                  </a:lnTo>
                  <a:lnTo>
                    <a:pt x="0" y="1125156"/>
                  </a:lnTo>
                  <a:lnTo>
                    <a:pt x="6350" y="1125156"/>
                  </a:lnTo>
                  <a:lnTo>
                    <a:pt x="6350" y="1099883"/>
                  </a:lnTo>
                  <a:close/>
                </a:path>
                <a:path w="2082800" h="2730500">
                  <a:moveTo>
                    <a:pt x="12700" y="1099883"/>
                  </a:moveTo>
                  <a:lnTo>
                    <a:pt x="6350" y="1099883"/>
                  </a:lnTo>
                  <a:lnTo>
                    <a:pt x="6350" y="1125156"/>
                  </a:lnTo>
                  <a:lnTo>
                    <a:pt x="12700" y="1125156"/>
                  </a:lnTo>
                  <a:lnTo>
                    <a:pt x="12700" y="1099883"/>
                  </a:lnTo>
                  <a:close/>
                </a:path>
                <a:path w="2082800" h="2730500">
                  <a:moveTo>
                    <a:pt x="6350" y="1036701"/>
                  </a:moveTo>
                  <a:lnTo>
                    <a:pt x="0" y="1036701"/>
                  </a:lnTo>
                  <a:lnTo>
                    <a:pt x="0" y="1061974"/>
                  </a:lnTo>
                  <a:lnTo>
                    <a:pt x="6350" y="1061974"/>
                  </a:lnTo>
                  <a:lnTo>
                    <a:pt x="6350" y="1036701"/>
                  </a:lnTo>
                  <a:close/>
                </a:path>
                <a:path w="2082800" h="2730500">
                  <a:moveTo>
                    <a:pt x="12700" y="1036701"/>
                  </a:moveTo>
                  <a:lnTo>
                    <a:pt x="6350" y="1036701"/>
                  </a:lnTo>
                  <a:lnTo>
                    <a:pt x="6350" y="1061974"/>
                  </a:lnTo>
                  <a:lnTo>
                    <a:pt x="12700" y="1061974"/>
                  </a:lnTo>
                  <a:lnTo>
                    <a:pt x="12700" y="1036701"/>
                  </a:lnTo>
                  <a:close/>
                </a:path>
                <a:path w="2082800" h="2730500">
                  <a:moveTo>
                    <a:pt x="6350" y="973518"/>
                  </a:moveTo>
                  <a:lnTo>
                    <a:pt x="0" y="973518"/>
                  </a:lnTo>
                  <a:lnTo>
                    <a:pt x="0" y="998791"/>
                  </a:lnTo>
                  <a:lnTo>
                    <a:pt x="6350" y="998791"/>
                  </a:lnTo>
                  <a:lnTo>
                    <a:pt x="6350" y="973518"/>
                  </a:lnTo>
                  <a:close/>
                </a:path>
                <a:path w="2082800" h="2730500">
                  <a:moveTo>
                    <a:pt x="12700" y="973518"/>
                  </a:moveTo>
                  <a:lnTo>
                    <a:pt x="6350" y="973518"/>
                  </a:lnTo>
                  <a:lnTo>
                    <a:pt x="6350" y="998791"/>
                  </a:lnTo>
                  <a:lnTo>
                    <a:pt x="12700" y="998791"/>
                  </a:lnTo>
                  <a:lnTo>
                    <a:pt x="12700" y="973518"/>
                  </a:lnTo>
                  <a:close/>
                </a:path>
                <a:path w="2082800" h="2730500">
                  <a:moveTo>
                    <a:pt x="6350" y="910336"/>
                  </a:moveTo>
                  <a:lnTo>
                    <a:pt x="0" y="910336"/>
                  </a:lnTo>
                  <a:lnTo>
                    <a:pt x="0" y="935608"/>
                  </a:lnTo>
                  <a:lnTo>
                    <a:pt x="6350" y="935608"/>
                  </a:lnTo>
                  <a:lnTo>
                    <a:pt x="6350" y="910336"/>
                  </a:lnTo>
                  <a:close/>
                </a:path>
                <a:path w="2082800" h="2730500">
                  <a:moveTo>
                    <a:pt x="12700" y="910336"/>
                  </a:moveTo>
                  <a:lnTo>
                    <a:pt x="6350" y="910336"/>
                  </a:lnTo>
                  <a:lnTo>
                    <a:pt x="6350" y="935608"/>
                  </a:lnTo>
                  <a:lnTo>
                    <a:pt x="12700" y="935608"/>
                  </a:lnTo>
                  <a:lnTo>
                    <a:pt x="12700" y="910336"/>
                  </a:lnTo>
                  <a:close/>
                </a:path>
                <a:path w="2082800" h="2730500">
                  <a:moveTo>
                    <a:pt x="6350" y="847153"/>
                  </a:moveTo>
                  <a:lnTo>
                    <a:pt x="0" y="847153"/>
                  </a:lnTo>
                  <a:lnTo>
                    <a:pt x="0" y="872426"/>
                  </a:lnTo>
                  <a:lnTo>
                    <a:pt x="6350" y="872426"/>
                  </a:lnTo>
                  <a:lnTo>
                    <a:pt x="6350" y="847153"/>
                  </a:lnTo>
                  <a:close/>
                </a:path>
                <a:path w="2082800" h="2730500">
                  <a:moveTo>
                    <a:pt x="12700" y="847153"/>
                  </a:moveTo>
                  <a:lnTo>
                    <a:pt x="6350" y="847153"/>
                  </a:lnTo>
                  <a:lnTo>
                    <a:pt x="6350" y="872426"/>
                  </a:lnTo>
                  <a:lnTo>
                    <a:pt x="12700" y="872426"/>
                  </a:lnTo>
                  <a:lnTo>
                    <a:pt x="12700" y="847153"/>
                  </a:lnTo>
                  <a:close/>
                </a:path>
                <a:path w="2082800" h="2730500">
                  <a:moveTo>
                    <a:pt x="6350" y="783971"/>
                  </a:moveTo>
                  <a:lnTo>
                    <a:pt x="0" y="783971"/>
                  </a:lnTo>
                  <a:lnTo>
                    <a:pt x="0" y="809244"/>
                  </a:lnTo>
                  <a:lnTo>
                    <a:pt x="6350" y="809244"/>
                  </a:lnTo>
                  <a:lnTo>
                    <a:pt x="6350" y="783971"/>
                  </a:lnTo>
                  <a:close/>
                </a:path>
                <a:path w="2082800" h="2730500">
                  <a:moveTo>
                    <a:pt x="12700" y="783971"/>
                  </a:moveTo>
                  <a:lnTo>
                    <a:pt x="6350" y="783971"/>
                  </a:lnTo>
                  <a:lnTo>
                    <a:pt x="6350" y="809244"/>
                  </a:lnTo>
                  <a:lnTo>
                    <a:pt x="12700" y="809244"/>
                  </a:lnTo>
                  <a:lnTo>
                    <a:pt x="12700" y="783971"/>
                  </a:lnTo>
                  <a:close/>
                </a:path>
                <a:path w="2082800" h="2730500">
                  <a:moveTo>
                    <a:pt x="6350" y="720788"/>
                  </a:moveTo>
                  <a:lnTo>
                    <a:pt x="0" y="720788"/>
                  </a:lnTo>
                  <a:lnTo>
                    <a:pt x="0" y="746061"/>
                  </a:lnTo>
                  <a:lnTo>
                    <a:pt x="6350" y="746061"/>
                  </a:lnTo>
                  <a:lnTo>
                    <a:pt x="6350" y="720788"/>
                  </a:lnTo>
                  <a:close/>
                </a:path>
                <a:path w="2082800" h="2730500">
                  <a:moveTo>
                    <a:pt x="12700" y="720788"/>
                  </a:moveTo>
                  <a:lnTo>
                    <a:pt x="6350" y="720788"/>
                  </a:lnTo>
                  <a:lnTo>
                    <a:pt x="6350" y="746061"/>
                  </a:lnTo>
                  <a:lnTo>
                    <a:pt x="12700" y="746061"/>
                  </a:lnTo>
                  <a:lnTo>
                    <a:pt x="12700" y="720788"/>
                  </a:lnTo>
                  <a:close/>
                </a:path>
                <a:path w="2082800" h="2730500">
                  <a:moveTo>
                    <a:pt x="6350" y="657606"/>
                  </a:moveTo>
                  <a:lnTo>
                    <a:pt x="0" y="657606"/>
                  </a:lnTo>
                  <a:lnTo>
                    <a:pt x="0" y="682878"/>
                  </a:lnTo>
                  <a:lnTo>
                    <a:pt x="6350" y="682878"/>
                  </a:lnTo>
                  <a:lnTo>
                    <a:pt x="6350" y="657606"/>
                  </a:lnTo>
                  <a:close/>
                </a:path>
                <a:path w="2082800" h="2730500">
                  <a:moveTo>
                    <a:pt x="12700" y="657606"/>
                  </a:moveTo>
                  <a:lnTo>
                    <a:pt x="6350" y="657606"/>
                  </a:lnTo>
                  <a:lnTo>
                    <a:pt x="6350" y="682878"/>
                  </a:lnTo>
                  <a:lnTo>
                    <a:pt x="12700" y="682878"/>
                  </a:lnTo>
                  <a:lnTo>
                    <a:pt x="12700" y="657606"/>
                  </a:lnTo>
                  <a:close/>
                </a:path>
                <a:path w="2082800" h="2730500">
                  <a:moveTo>
                    <a:pt x="6350" y="594423"/>
                  </a:moveTo>
                  <a:lnTo>
                    <a:pt x="0" y="594423"/>
                  </a:lnTo>
                  <a:lnTo>
                    <a:pt x="0" y="619696"/>
                  </a:lnTo>
                  <a:lnTo>
                    <a:pt x="6350" y="619696"/>
                  </a:lnTo>
                  <a:lnTo>
                    <a:pt x="6350" y="594423"/>
                  </a:lnTo>
                  <a:close/>
                </a:path>
                <a:path w="2082800" h="2730500">
                  <a:moveTo>
                    <a:pt x="12700" y="594423"/>
                  </a:moveTo>
                  <a:lnTo>
                    <a:pt x="6350" y="594423"/>
                  </a:lnTo>
                  <a:lnTo>
                    <a:pt x="6350" y="619696"/>
                  </a:lnTo>
                  <a:lnTo>
                    <a:pt x="12700" y="619696"/>
                  </a:lnTo>
                  <a:lnTo>
                    <a:pt x="12700" y="594423"/>
                  </a:lnTo>
                  <a:close/>
                </a:path>
                <a:path w="2082800" h="2730500">
                  <a:moveTo>
                    <a:pt x="6350" y="531241"/>
                  </a:moveTo>
                  <a:lnTo>
                    <a:pt x="0" y="531241"/>
                  </a:lnTo>
                  <a:lnTo>
                    <a:pt x="0" y="556513"/>
                  </a:lnTo>
                  <a:lnTo>
                    <a:pt x="6350" y="556513"/>
                  </a:lnTo>
                  <a:lnTo>
                    <a:pt x="6350" y="531241"/>
                  </a:lnTo>
                  <a:close/>
                </a:path>
                <a:path w="2082800" h="2730500">
                  <a:moveTo>
                    <a:pt x="12700" y="531241"/>
                  </a:moveTo>
                  <a:lnTo>
                    <a:pt x="6350" y="531241"/>
                  </a:lnTo>
                  <a:lnTo>
                    <a:pt x="6350" y="556513"/>
                  </a:lnTo>
                  <a:lnTo>
                    <a:pt x="12700" y="556513"/>
                  </a:lnTo>
                  <a:lnTo>
                    <a:pt x="12700" y="531241"/>
                  </a:lnTo>
                  <a:close/>
                </a:path>
                <a:path w="2082800" h="2730500">
                  <a:moveTo>
                    <a:pt x="6350" y="468058"/>
                  </a:moveTo>
                  <a:lnTo>
                    <a:pt x="0" y="468058"/>
                  </a:lnTo>
                  <a:lnTo>
                    <a:pt x="0" y="493331"/>
                  </a:lnTo>
                  <a:lnTo>
                    <a:pt x="6350" y="493331"/>
                  </a:lnTo>
                  <a:lnTo>
                    <a:pt x="6350" y="468058"/>
                  </a:lnTo>
                  <a:close/>
                </a:path>
                <a:path w="2082800" h="2730500">
                  <a:moveTo>
                    <a:pt x="12700" y="468058"/>
                  </a:moveTo>
                  <a:lnTo>
                    <a:pt x="6350" y="468058"/>
                  </a:lnTo>
                  <a:lnTo>
                    <a:pt x="6350" y="493331"/>
                  </a:lnTo>
                  <a:lnTo>
                    <a:pt x="12700" y="493331"/>
                  </a:lnTo>
                  <a:lnTo>
                    <a:pt x="12700" y="468058"/>
                  </a:lnTo>
                  <a:close/>
                </a:path>
                <a:path w="2082800" h="2730500">
                  <a:moveTo>
                    <a:pt x="6350" y="404875"/>
                  </a:moveTo>
                  <a:lnTo>
                    <a:pt x="0" y="404875"/>
                  </a:lnTo>
                  <a:lnTo>
                    <a:pt x="0" y="430149"/>
                  </a:lnTo>
                  <a:lnTo>
                    <a:pt x="6350" y="430149"/>
                  </a:lnTo>
                  <a:lnTo>
                    <a:pt x="6350" y="404875"/>
                  </a:lnTo>
                  <a:close/>
                </a:path>
                <a:path w="2082800" h="2730500">
                  <a:moveTo>
                    <a:pt x="12700" y="404875"/>
                  </a:moveTo>
                  <a:lnTo>
                    <a:pt x="6350" y="404875"/>
                  </a:lnTo>
                  <a:lnTo>
                    <a:pt x="6350" y="430149"/>
                  </a:lnTo>
                  <a:lnTo>
                    <a:pt x="12700" y="430149"/>
                  </a:lnTo>
                  <a:lnTo>
                    <a:pt x="12700" y="404875"/>
                  </a:lnTo>
                  <a:close/>
                </a:path>
                <a:path w="2082800" h="2730500">
                  <a:moveTo>
                    <a:pt x="6350" y="341693"/>
                  </a:moveTo>
                  <a:lnTo>
                    <a:pt x="0" y="341693"/>
                  </a:lnTo>
                  <a:lnTo>
                    <a:pt x="0" y="366966"/>
                  </a:lnTo>
                  <a:lnTo>
                    <a:pt x="6350" y="366966"/>
                  </a:lnTo>
                  <a:lnTo>
                    <a:pt x="6350" y="341693"/>
                  </a:lnTo>
                  <a:close/>
                </a:path>
                <a:path w="2082800" h="2730500">
                  <a:moveTo>
                    <a:pt x="12700" y="341693"/>
                  </a:moveTo>
                  <a:lnTo>
                    <a:pt x="6350" y="341693"/>
                  </a:lnTo>
                  <a:lnTo>
                    <a:pt x="6350" y="366966"/>
                  </a:lnTo>
                  <a:lnTo>
                    <a:pt x="12700" y="366966"/>
                  </a:lnTo>
                  <a:lnTo>
                    <a:pt x="12700" y="341693"/>
                  </a:lnTo>
                  <a:close/>
                </a:path>
                <a:path w="2082800" h="2730500">
                  <a:moveTo>
                    <a:pt x="6350" y="278511"/>
                  </a:moveTo>
                  <a:lnTo>
                    <a:pt x="0" y="278511"/>
                  </a:lnTo>
                  <a:lnTo>
                    <a:pt x="0" y="303783"/>
                  </a:lnTo>
                  <a:lnTo>
                    <a:pt x="6350" y="303783"/>
                  </a:lnTo>
                  <a:lnTo>
                    <a:pt x="6350" y="278511"/>
                  </a:lnTo>
                  <a:close/>
                </a:path>
                <a:path w="2082800" h="2730500">
                  <a:moveTo>
                    <a:pt x="12700" y="278511"/>
                  </a:moveTo>
                  <a:lnTo>
                    <a:pt x="6350" y="278511"/>
                  </a:lnTo>
                  <a:lnTo>
                    <a:pt x="6350" y="303783"/>
                  </a:lnTo>
                  <a:lnTo>
                    <a:pt x="12700" y="303783"/>
                  </a:lnTo>
                  <a:lnTo>
                    <a:pt x="12700" y="278511"/>
                  </a:lnTo>
                  <a:close/>
                </a:path>
                <a:path w="2082800" h="2730500">
                  <a:moveTo>
                    <a:pt x="6350" y="215328"/>
                  </a:moveTo>
                  <a:lnTo>
                    <a:pt x="0" y="215328"/>
                  </a:lnTo>
                  <a:lnTo>
                    <a:pt x="0" y="240601"/>
                  </a:lnTo>
                  <a:lnTo>
                    <a:pt x="6350" y="240601"/>
                  </a:lnTo>
                  <a:lnTo>
                    <a:pt x="6350" y="215328"/>
                  </a:lnTo>
                  <a:close/>
                </a:path>
                <a:path w="2082800" h="2730500">
                  <a:moveTo>
                    <a:pt x="12700" y="215328"/>
                  </a:moveTo>
                  <a:lnTo>
                    <a:pt x="6350" y="215328"/>
                  </a:lnTo>
                  <a:lnTo>
                    <a:pt x="6350" y="240601"/>
                  </a:lnTo>
                  <a:lnTo>
                    <a:pt x="12700" y="240601"/>
                  </a:lnTo>
                  <a:lnTo>
                    <a:pt x="12700" y="215328"/>
                  </a:lnTo>
                  <a:close/>
                </a:path>
                <a:path w="2082800" h="2730500">
                  <a:moveTo>
                    <a:pt x="6350" y="152146"/>
                  </a:moveTo>
                  <a:lnTo>
                    <a:pt x="0" y="152146"/>
                  </a:lnTo>
                  <a:lnTo>
                    <a:pt x="0" y="177419"/>
                  </a:lnTo>
                  <a:lnTo>
                    <a:pt x="6350" y="177419"/>
                  </a:lnTo>
                  <a:lnTo>
                    <a:pt x="6350" y="152146"/>
                  </a:lnTo>
                  <a:close/>
                </a:path>
                <a:path w="2082800" h="2730500">
                  <a:moveTo>
                    <a:pt x="12700" y="152146"/>
                  </a:moveTo>
                  <a:lnTo>
                    <a:pt x="6350" y="152146"/>
                  </a:lnTo>
                  <a:lnTo>
                    <a:pt x="6350" y="177419"/>
                  </a:lnTo>
                  <a:lnTo>
                    <a:pt x="12700" y="177419"/>
                  </a:lnTo>
                  <a:lnTo>
                    <a:pt x="12700" y="152146"/>
                  </a:lnTo>
                  <a:close/>
                </a:path>
                <a:path w="2082800" h="2730500">
                  <a:moveTo>
                    <a:pt x="2111" y="91144"/>
                  </a:moveTo>
                  <a:lnTo>
                    <a:pt x="0" y="101600"/>
                  </a:lnTo>
                  <a:lnTo>
                    <a:pt x="0" y="114236"/>
                  </a:lnTo>
                  <a:lnTo>
                    <a:pt x="6350" y="114236"/>
                  </a:lnTo>
                  <a:lnTo>
                    <a:pt x="6350" y="98234"/>
                  </a:lnTo>
                  <a:lnTo>
                    <a:pt x="6504" y="95351"/>
                  </a:lnTo>
                  <a:lnTo>
                    <a:pt x="6527" y="94907"/>
                  </a:lnTo>
                  <a:lnTo>
                    <a:pt x="6801" y="92290"/>
                  </a:lnTo>
                  <a:lnTo>
                    <a:pt x="6869" y="91637"/>
                  </a:lnTo>
                  <a:lnTo>
                    <a:pt x="2111" y="91144"/>
                  </a:lnTo>
                  <a:close/>
                </a:path>
                <a:path w="2082800" h="2730500">
                  <a:moveTo>
                    <a:pt x="6869" y="91637"/>
                  </a:moveTo>
                  <a:lnTo>
                    <a:pt x="6527" y="94907"/>
                  </a:lnTo>
                  <a:lnTo>
                    <a:pt x="6350" y="98234"/>
                  </a:lnTo>
                  <a:lnTo>
                    <a:pt x="6350" y="114236"/>
                  </a:lnTo>
                  <a:lnTo>
                    <a:pt x="12700" y="114236"/>
                  </a:lnTo>
                  <a:lnTo>
                    <a:pt x="12711" y="98234"/>
                  </a:lnTo>
                  <a:lnTo>
                    <a:pt x="12865" y="95351"/>
                  </a:lnTo>
                  <a:lnTo>
                    <a:pt x="13182" y="92290"/>
                  </a:lnTo>
                  <a:lnTo>
                    <a:pt x="6869" y="91637"/>
                  </a:lnTo>
                  <a:close/>
                </a:path>
                <a:path w="2082800" h="2730500">
                  <a:moveTo>
                    <a:pt x="24538" y="45618"/>
                  </a:moveTo>
                  <a:lnTo>
                    <a:pt x="20637" y="50965"/>
                  </a:lnTo>
                  <a:lnTo>
                    <a:pt x="17284" y="56743"/>
                  </a:lnTo>
                  <a:lnTo>
                    <a:pt x="14574" y="62852"/>
                  </a:lnTo>
                  <a:lnTo>
                    <a:pt x="20358" y="65430"/>
                  </a:lnTo>
                  <a:lnTo>
                    <a:pt x="22898" y="59740"/>
                  </a:lnTo>
                  <a:lnTo>
                    <a:pt x="26035" y="54343"/>
                  </a:lnTo>
                  <a:lnTo>
                    <a:pt x="29667" y="49352"/>
                  </a:lnTo>
                  <a:lnTo>
                    <a:pt x="24538" y="45618"/>
                  </a:lnTo>
                  <a:close/>
                </a:path>
                <a:path w="2082800" h="2730500">
                  <a:moveTo>
                    <a:pt x="20868" y="42946"/>
                  </a:moveTo>
                  <a:lnTo>
                    <a:pt x="9094" y="60409"/>
                  </a:lnTo>
                  <a:lnTo>
                    <a:pt x="14574" y="62852"/>
                  </a:lnTo>
                  <a:lnTo>
                    <a:pt x="17284" y="56743"/>
                  </a:lnTo>
                  <a:lnTo>
                    <a:pt x="20637" y="50965"/>
                  </a:lnTo>
                  <a:lnTo>
                    <a:pt x="24536" y="45618"/>
                  </a:lnTo>
                  <a:lnTo>
                    <a:pt x="20868" y="42946"/>
                  </a:lnTo>
                  <a:close/>
                </a:path>
                <a:path w="2082800" h="2730500">
                  <a:moveTo>
                    <a:pt x="62844" y="14557"/>
                  </a:moveTo>
                  <a:lnTo>
                    <a:pt x="56743" y="17284"/>
                  </a:lnTo>
                  <a:lnTo>
                    <a:pt x="50965" y="20637"/>
                  </a:lnTo>
                  <a:lnTo>
                    <a:pt x="45617" y="24537"/>
                  </a:lnTo>
                  <a:lnTo>
                    <a:pt x="49352" y="29667"/>
                  </a:lnTo>
                  <a:lnTo>
                    <a:pt x="54343" y="26035"/>
                  </a:lnTo>
                  <a:lnTo>
                    <a:pt x="59740" y="22898"/>
                  </a:lnTo>
                  <a:lnTo>
                    <a:pt x="65430" y="20358"/>
                  </a:lnTo>
                  <a:lnTo>
                    <a:pt x="62844" y="14557"/>
                  </a:lnTo>
                  <a:close/>
                </a:path>
                <a:path w="2082800" h="2730500">
                  <a:moveTo>
                    <a:pt x="60409" y="9093"/>
                  </a:moveTo>
                  <a:lnTo>
                    <a:pt x="42946" y="20868"/>
                  </a:lnTo>
                  <a:lnTo>
                    <a:pt x="45618" y="24537"/>
                  </a:lnTo>
                  <a:lnTo>
                    <a:pt x="50965" y="20637"/>
                  </a:lnTo>
                  <a:lnTo>
                    <a:pt x="56743" y="17284"/>
                  </a:lnTo>
                  <a:lnTo>
                    <a:pt x="62844" y="14557"/>
                  </a:lnTo>
                  <a:lnTo>
                    <a:pt x="60409" y="9093"/>
                  </a:lnTo>
                  <a:close/>
                </a:path>
                <a:path w="2082800" h="2730500">
                  <a:moveTo>
                    <a:pt x="101600" y="6350"/>
                  </a:moveTo>
                  <a:lnTo>
                    <a:pt x="98234" y="6350"/>
                  </a:lnTo>
                  <a:lnTo>
                    <a:pt x="94907" y="6527"/>
                  </a:lnTo>
                  <a:lnTo>
                    <a:pt x="91637" y="6870"/>
                  </a:lnTo>
                  <a:lnTo>
                    <a:pt x="92240" y="12700"/>
                  </a:lnTo>
                  <a:lnTo>
                    <a:pt x="92290" y="13182"/>
                  </a:lnTo>
                  <a:lnTo>
                    <a:pt x="95351" y="12865"/>
                  </a:lnTo>
                  <a:lnTo>
                    <a:pt x="98450" y="12700"/>
                  </a:lnTo>
                  <a:lnTo>
                    <a:pt x="101600" y="12700"/>
                  </a:lnTo>
                  <a:lnTo>
                    <a:pt x="101600" y="6350"/>
                  </a:lnTo>
                  <a:close/>
                </a:path>
                <a:path w="2082800" h="2730500">
                  <a:moveTo>
                    <a:pt x="114134" y="0"/>
                  </a:moveTo>
                  <a:lnTo>
                    <a:pt x="101600" y="0"/>
                  </a:lnTo>
                  <a:lnTo>
                    <a:pt x="101600" y="12700"/>
                  </a:lnTo>
                  <a:lnTo>
                    <a:pt x="114134" y="12700"/>
                  </a:lnTo>
                  <a:lnTo>
                    <a:pt x="114134" y="0"/>
                  </a:lnTo>
                  <a:close/>
                </a:path>
                <a:path w="2082800" h="2730500">
                  <a:moveTo>
                    <a:pt x="101600" y="0"/>
                  </a:moveTo>
                  <a:lnTo>
                    <a:pt x="91144" y="2111"/>
                  </a:lnTo>
                  <a:lnTo>
                    <a:pt x="91583" y="6350"/>
                  </a:lnTo>
                  <a:lnTo>
                    <a:pt x="91637" y="6870"/>
                  </a:lnTo>
                  <a:lnTo>
                    <a:pt x="94907" y="6527"/>
                  </a:lnTo>
                  <a:lnTo>
                    <a:pt x="98234" y="6350"/>
                  </a:lnTo>
                  <a:lnTo>
                    <a:pt x="101600" y="6350"/>
                  </a:lnTo>
                  <a:lnTo>
                    <a:pt x="101600" y="0"/>
                  </a:lnTo>
                  <a:close/>
                </a:path>
                <a:path w="2082800" h="2730500">
                  <a:moveTo>
                    <a:pt x="176784" y="0"/>
                  </a:moveTo>
                  <a:lnTo>
                    <a:pt x="151726" y="0"/>
                  </a:lnTo>
                  <a:lnTo>
                    <a:pt x="151726" y="12700"/>
                  </a:lnTo>
                  <a:lnTo>
                    <a:pt x="176784" y="12700"/>
                  </a:lnTo>
                  <a:lnTo>
                    <a:pt x="176784" y="0"/>
                  </a:lnTo>
                  <a:close/>
                </a:path>
                <a:path w="2082800" h="2730500">
                  <a:moveTo>
                    <a:pt x="239433" y="0"/>
                  </a:moveTo>
                  <a:lnTo>
                    <a:pt x="214376" y="0"/>
                  </a:lnTo>
                  <a:lnTo>
                    <a:pt x="214376" y="12700"/>
                  </a:lnTo>
                  <a:lnTo>
                    <a:pt x="239433" y="12700"/>
                  </a:lnTo>
                  <a:lnTo>
                    <a:pt x="239433" y="0"/>
                  </a:lnTo>
                  <a:close/>
                </a:path>
                <a:path w="2082800" h="2730500">
                  <a:moveTo>
                    <a:pt x="302094" y="0"/>
                  </a:moveTo>
                  <a:lnTo>
                    <a:pt x="277025" y="0"/>
                  </a:lnTo>
                  <a:lnTo>
                    <a:pt x="277025" y="12700"/>
                  </a:lnTo>
                  <a:lnTo>
                    <a:pt x="302094" y="12700"/>
                  </a:lnTo>
                  <a:lnTo>
                    <a:pt x="302094" y="0"/>
                  </a:lnTo>
                  <a:close/>
                </a:path>
                <a:path w="2082800" h="2730500">
                  <a:moveTo>
                    <a:pt x="364743" y="0"/>
                  </a:moveTo>
                  <a:lnTo>
                    <a:pt x="339686" y="0"/>
                  </a:lnTo>
                  <a:lnTo>
                    <a:pt x="339686" y="12700"/>
                  </a:lnTo>
                  <a:lnTo>
                    <a:pt x="364744" y="12700"/>
                  </a:lnTo>
                  <a:lnTo>
                    <a:pt x="364743" y="0"/>
                  </a:lnTo>
                  <a:close/>
                </a:path>
                <a:path w="2082800" h="2730500">
                  <a:moveTo>
                    <a:pt x="427393" y="0"/>
                  </a:moveTo>
                  <a:lnTo>
                    <a:pt x="402336" y="0"/>
                  </a:lnTo>
                  <a:lnTo>
                    <a:pt x="402336" y="12700"/>
                  </a:lnTo>
                  <a:lnTo>
                    <a:pt x="427393" y="12700"/>
                  </a:lnTo>
                  <a:lnTo>
                    <a:pt x="427393" y="0"/>
                  </a:lnTo>
                  <a:close/>
                </a:path>
                <a:path w="2082800" h="2730500">
                  <a:moveTo>
                    <a:pt x="490054" y="0"/>
                  </a:moveTo>
                  <a:lnTo>
                    <a:pt x="464985" y="0"/>
                  </a:lnTo>
                  <a:lnTo>
                    <a:pt x="464985" y="12700"/>
                  </a:lnTo>
                  <a:lnTo>
                    <a:pt x="490054" y="12700"/>
                  </a:lnTo>
                  <a:lnTo>
                    <a:pt x="490054" y="0"/>
                  </a:lnTo>
                  <a:close/>
                </a:path>
                <a:path w="2082800" h="2730500">
                  <a:moveTo>
                    <a:pt x="552704" y="0"/>
                  </a:moveTo>
                  <a:lnTo>
                    <a:pt x="527646" y="0"/>
                  </a:lnTo>
                  <a:lnTo>
                    <a:pt x="527646" y="12700"/>
                  </a:lnTo>
                  <a:lnTo>
                    <a:pt x="552704" y="12700"/>
                  </a:lnTo>
                  <a:lnTo>
                    <a:pt x="552704" y="0"/>
                  </a:lnTo>
                  <a:close/>
                </a:path>
                <a:path w="2082800" h="2730500">
                  <a:moveTo>
                    <a:pt x="615353" y="0"/>
                  </a:moveTo>
                  <a:lnTo>
                    <a:pt x="590296" y="0"/>
                  </a:lnTo>
                  <a:lnTo>
                    <a:pt x="590296" y="12700"/>
                  </a:lnTo>
                  <a:lnTo>
                    <a:pt x="615353" y="12700"/>
                  </a:lnTo>
                  <a:lnTo>
                    <a:pt x="615353" y="0"/>
                  </a:lnTo>
                  <a:close/>
                </a:path>
                <a:path w="2082800" h="2730500">
                  <a:moveTo>
                    <a:pt x="678014" y="0"/>
                  </a:moveTo>
                  <a:lnTo>
                    <a:pt x="652945" y="0"/>
                  </a:lnTo>
                  <a:lnTo>
                    <a:pt x="652945" y="12700"/>
                  </a:lnTo>
                  <a:lnTo>
                    <a:pt x="678014" y="12700"/>
                  </a:lnTo>
                  <a:lnTo>
                    <a:pt x="678014" y="0"/>
                  </a:lnTo>
                  <a:close/>
                </a:path>
                <a:path w="2082800" h="2730500">
                  <a:moveTo>
                    <a:pt x="740664" y="0"/>
                  </a:moveTo>
                  <a:lnTo>
                    <a:pt x="715606" y="0"/>
                  </a:lnTo>
                  <a:lnTo>
                    <a:pt x="715606" y="12700"/>
                  </a:lnTo>
                  <a:lnTo>
                    <a:pt x="740664" y="12700"/>
                  </a:lnTo>
                  <a:lnTo>
                    <a:pt x="740664" y="0"/>
                  </a:lnTo>
                  <a:close/>
                </a:path>
                <a:path w="2082800" h="2730500">
                  <a:moveTo>
                    <a:pt x="803313" y="0"/>
                  </a:moveTo>
                  <a:lnTo>
                    <a:pt x="778256" y="0"/>
                  </a:lnTo>
                  <a:lnTo>
                    <a:pt x="778256" y="12700"/>
                  </a:lnTo>
                  <a:lnTo>
                    <a:pt x="803313" y="12700"/>
                  </a:lnTo>
                  <a:lnTo>
                    <a:pt x="803313" y="0"/>
                  </a:lnTo>
                  <a:close/>
                </a:path>
                <a:path w="2082800" h="2730500">
                  <a:moveTo>
                    <a:pt x="865974" y="0"/>
                  </a:moveTo>
                  <a:lnTo>
                    <a:pt x="840905" y="0"/>
                  </a:lnTo>
                  <a:lnTo>
                    <a:pt x="840905" y="12700"/>
                  </a:lnTo>
                  <a:lnTo>
                    <a:pt x="865974" y="12700"/>
                  </a:lnTo>
                  <a:lnTo>
                    <a:pt x="865974" y="0"/>
                  </a:lnTo>
                  <a:close/>
                </a:path>
                <a:path w="2082800" h="2730500">
                  <a:moveTo>
                    <a:pt x="928624" y="0"/>
                  </a:moveTo>
                  <a:lnTo>
                    <a:pt x="903566" y="0"/>
                  </a:lnTo>
                  <a:lnTo>
                    <a:pt x="903566" y="12700"/>
                  </a:lnTo>
                  <a:lnTo>
                    <a:pt x="928624" y="12700"/>
                  </a:lnTo>
                  <a:lnTo>
                    <a:pt x="928624" y="0"/>
                  </a:lnTo>
                  <a:close/>
                </a:path>
                <a:path w="2082800" h="2730500">
                  <a:moveTo>
                    <a:pt x="991273" y="0"/>
                  </a:moveTo>
                  <a:lnTo>
                    <a:pt x="966216" y="0"/>
                  </a:lnTo>
                  <a:lnTo>
                    <a:pt x="966216" y="12700"/>
                  </a:lnTo>
                  <a:lnTo>
                    <a:pt x="991273" y="12700"/>
                  </a:lnTo>
                  <a:lnTo>
                    <a:pt x="991273" y="0"/>
                  </a:lnTo>
                  <a:close/>
                </a:path>
                <a:path w="2082800" h="2730500">
                  <a:moveTo>
                    <a:pt x="1053934" y="0"/>
                  </a:moveTo>
                  <a:lnTo>
                    <a:pt x="1028865" y="0"/>
                  </a:lnTo>
                  <a:lnTo>
                    <a:pt x="1028865" y="12700"/>
                  </a:lnTo>
                  <a:lnTo>
                    <a:pt x="1053934" y="12700"/>
                  </a:lnTo>
                  <a:lnTo>
                    <a:pt x="1053934" y="0"/>
                  </a:lnTo>
                  <a:close/>
                </a:path>
                <a:path w="2082800" h="2730500">
                  <a:moveTo>
                    <a:pt x="1116584" y="0"/>
                  </a:moveTo>
                  <a:lnTo>
                    <a:pt x="1091526" y="0"/>
                  </a:lnTo>
                  <a:lnTo>
                    <a:pt x="1091526" y="12700"/>
                  </a:lnTo>
                  <a:lnTo>
                    <a:pt x="1116584" y="12700"/>
                  </a:lnTo>
                  <a:lnTo>
                    <a:pt x="1116584" y="0"/>
                  </a:lnTo>
                  <a:close/>
                </a:path>
                <a:path w="2082800" h="2730500">
                  <a:moveTo>
                    <a:pt x="1179233" y="0"/>
                  </a:moveTo>
                  <a:lnTo>
                    <a:pt x="1154176" y="0"/>
                  </a:lnTo>
                  <a:lnTo>
                    <a:pt x="1154176" y="12700"/>
                  </a:lnTo>
                  <a:lnTo>
                    <a:pt x="1179233" y="12700"/>
                  </a:lnTo>
                  <a:lnTo>
                    <a:pt x="1179233" y="0"/>
                  </a:lnTo>
                  <a:close/>
                </a:path>
                <a:path w="2082800" h="2730500">
                  <a:moveTo>
                    <a:pt x="1241894" y="0"/>
                  </a:moveTo>
                  <a:lnTo>
                    <a:pt x="1216825" y="0"/>
                  </a:lnTo>
                  <a:lnTo>
                    <a:pt x="1216825" y="12700"/>
                  </a:lnTo>
                  <a:lnTo>
                    <a:pt x="1241894" y="12700"/>
                  </a:lnTo>
                  <a:lnTo>
                    <a:pt x="1241894" y="0"/>
                  </a:lnTo>
                  <a:close/>
                </a:path>
                <a:path w="2082800" h="2730500">
                  <a:moveTo>
                    <a:pt x="1304544" y="0"/>
                  </a:moveTo>
                  <a:lnTo>
                    <a:pt x="1279486" y="0"/>
                  </a:lnTo>
                  <a:lnTo>
                    <a:pt x="1279486" y="12700"/>
                  </a:lnTo>
                  <a:lnTo>
                    <a:pt x="1304544" y="12700"/>
                  </a:lnTo>
                  <a:lnTo>
                    <a:pt x="1304544" y="0"/>
                  </a:lnTo>
                  <a:close/>
                </a:path>
                <a:path w="2082800" h="2730500">
                  <a:moveTo>
                    <a:pt x="1367193" y="0"/>
                  </a:moveTo>
                  <a:lnTo>
                    <a:pt x="1342136" y="0"/>
                  </a:lnTo>
                  <a:lnTo>
                    <a:pt x="1342136" y="12700"/>
                  </a:lnTo>
                  <a:lnTo>
                    <a:pt x="1367193" y="12700"/>
                  </a:lnTo>
                  <a:lnTo>
                    <a:pt x="1367193" y="0"/>
                  </a:lnTo>
                  <a:close/>
                </a:path>
                <a:path w="2082800" h="2730500">
                  <a:moveTo>
                    <a:pt x="1429854" y="0"/>
                  </a:moveTo>
                  <a:lnTo>
                    <a:pt x="1404785" y="0"/>
                  </a:lnTo>
                  <a:lnTo>
                    <a:pt x="1404785" y="12700"/>
                  </a:lnTo>
                  <a:lnTo>
                    <a:pt x="1429854" y="12700"/>
                  </a:lnTo>
                  <a:lnTo>
                    <a:pt x="1429854" y="0"/>
                  </a:lnTo>
                  <a:close/>
                </a:path>
                <a:path w="2082800" h="2730500">
                  <a:moveTo>
                    <a:pt x="1492504" y="0"/>
                  </a:moveTo>
                  <a:lnTo>
                    <a:pt x="1467446" y="0"/>
                  </a:lnTo>
                  <a:lnTo>
                    <a:pt x="1467446" y="12700"/>
                  </a:lnTo>
                  <a:lnTo>
                    <a:pt x="1492504" y="12700"/>
                  </a:lnTo>
                  <a:lnTo>
                    <a:pt x="1492504" y="0"/>
                  </a:lnTo>
                  <a:close/>
                </a:path>
                <a:path w="2082800" h="2730500">
                  <a:moveTo>
                    <a:pt x="1555153" y="0"/>
                  </a:moveTo>
                  <a:lnTo>
                    <a:pt x="1530096" y="0"/>
                  </a:lnTo>
                  <a:lnTo>
                    <a:pt x="1530096" y="12700"/>
                  </a:lnTo>
                  <a:lnTo>
                    <a:pt x="1555153" y="12700"/>
                  </a:lnTo>
                  <a:lnTo>
                    <a:pt x="1555153" y="0"/>
                  </a:lnTo>
                  <a:close/>
                </a:path>
                <a:path w="2082800" h="2730500">
                  <a:moveTo>
                    <a:pt x="1617814" y="0"/>
                  </a:moveTo>
                  <a:lnTo>
                    <a:pt x="1592745" y="0"/>
                  </a:lnTo>
                  <a:lnTo>
                    <a:pt x="1592745" y="12700"/>
                  </a:lnTo>
                  <a:lnTo>
                    <a:pt x="1617814" y="12700"/>
                  </a:lnTo>
                  <a:lnTo>
                    <a:pt x="1617814" y="0"/>
                  </a:lnTo>
                  <a:close/>
                </a:path>
                <a:path w="2082800" h="2730500">
                  <a:moveTo>
                    <a:pt x="1680464" y="0"/>
                  </a:moveTo>
                  <a:lnTo>
                    <a:pt x="1655406" y="0"/>
                  </a:lnTo>
                  <a:lnTo>
                    <a:pt x="1655406" y="12700"/>
                  </a:lnTo>
                  <a:lnTo>
                    <a:pt x="1680464" y="12700"/>
                  </a:lnTo>
                  <a:lnTo>
                    <a:pt x="1680464" y="0"/>
                  </a:lnTo>
                  <a:close/>
                </a:path>
                <a:path w="2082800" h="2730500">
                  <a:moveTo>
                    <a:pt x="1743113" y="0"/>
                  </a:moveTo>
                  <a:lnTo>
                    <a:pt x="1718056" y="0"/>
                  </a:lnTo>
                  <a:lnTo>
                    <a:pt x="1718056" y="12700"/>
                  </a:lnTo>
                  <a:lnTo>
                    <a:pt x="1743113" y="12700"/>
                  </a:lnTo>
                  <a:lnTo>
                    <a:pt x="1743113" y="0"/>
                  </a:lnTo>
                  <a:close/>
                </a:path>
                <a:path w="2082800" h="2730500">
                  <a:moveTo>
                    <a:pt x="1805774" y="0"/>
                  </a:moveTo>
                  <a:lnTo>
                    <a:pt x="1780705" y="0"/>
                  </a:lnTo>
                  <a:lnTo>
                    <a:pt x="1780705" y="12700"/>
                  </a:lnTo>
                  <a:lnTo>
                    <a:pt x="1805774" y="12700"/>
                  </a:lnTo>
                  <a:lnTo>
                    <a:pt x="1805774" y="0"/>
                  </a:lnTo>
                  <a:close/>
                </a:path>
                <a:path w="2082800" h="2730500">
                  <a:moveTo>
                    <a:pt x="1868424" y="0"/>
                  </a:moveTo>
                  <a:lnTo>
                    <a:pt x="1843366" y="0"/>
                  </a:lnTo>
                  <a:lnTo>
                    <a:pt x="1843366" y="12700"/>
                  </a:lnTo>
                  <a:lnTo>
                    <a:pt x="1868424" y="12700"/>
                  </a:lnTo>
                  <a:lnTo>
                    <a:pt x="1868424" y="0"/>
                  </a:lnTo>
                  <a:close/>
                </a:path>
                <a:path w="2082800" h="2730500">
                  <a:moveTo>
                    <a:pt x="1931073" y="0"/>
                  </a:moveTo>
                  <a:lnTo>
                    <a:pt x="1906016" y="0"/>
                  </a:lnTo>
                  <a:lnTo>
                    <a:pt x="1906016" y="12700"/>
                  </a:lnTo>
                  <a:lnTo>
                    <a:pt x="1931073" y="12700"/>
                  </a:lnTo>
                  <a:lnTo>
                    <a:pt x="1931073" y="0"/>
                  </a:lnTo>
                  <a:close/>
                </a:path>
                <a:path w="2082800" h="2730500">
                  <a:moveTo>
                    <a:pt x="1981200" y="0"/>
                  </a:moveTo>
                  <a:lnTo>
                    <a:pt x="1981200" y="12700"/>
                  </a:lnTo>
                  <a:lnTo>
                    <a:pt x="1984349" y="12700"/>
                  </a:lnTo>
                  <a:lnTo>
                    <a:pt x="1987448" y="12865"/>
                  </a:lnTo>
                  <a:lnTo>
                    <a:pt x="1990509" y="13182"/>
                  </a:lnTo>
                  <a:lnTo>
                    <a:pt x="1991162" y="6870"/>
                  </a:lnTo>
                  <a:lnTo>
                    <a:pt x="1987892" y="6527"/>
                  </a:lnTo>
                  <a:lnTo>
                    <a:pt x="1984565" y="6350"/>
                  </a:lnTo>
                  <a:lnTo>
                    <a:pt x="1991216" y="6350"/>
                  </a:lnTo>
                  <a:lnTo>
                    <a:pt x="1991655" y="2111"/>
                  </a:lnTo>
                  <a:lnTo>
                    <a:pt x="1981200" y="0"/>
                  </a:lnTo>
                  <a:close/>
                </a:path>
                <a:path w="2082800" h="2730500">
                  <a:moveTo>
                    <a:pt x="1981200" y="0"/>
                  </a:moveTo>
                  <a:lnTo>
                    <a:pt x="1968665" y="0"/>
                  </a:lnTo>
                  <a:lnTo>
                    <a:pt x="1968665" y="12700"/>
                  </a:lnTo>
                  <a:lnTo>
                    <a:pt x="1981200" y="12700"/>
                  </a:lnTo>
                  <a:lnTo>
                    <a:pt x="1981200" y="0"/>
                  </a:lnTo>
                  <a:close/>
                </a:path>
                <a:path w="2082800" h="2730500">
                  <a:moveTo>
                    <a:pt x="1991216" y="6350"/>
                  </a:moveTo>
                  <a:lnTo>
                    <a:pt x="1984565" y="6350"/>
                  </a:lnTo>
                  <a:lnTo>
                    <a:pt x="1987892" y="6527"/>
                  </a:lnTo>
                  <a:lnTo>
                    <a:pt x="1991169" y="6870"/>
                  </a:lnTo>
                  <a:lnTo>
                    <a:pt x="1991216" y="6350"/>
                  </a:lnTo>
                  <a:close/>
                </a:path>
                <a:path w="2082800" h="2730500">
                  <a:moveTo>
                    <a:pt x="2019950" y="14568"/>
                  </a:moveTo>
                  <a:lnTo>
                    <a:pt x="2017369" y="20358"/>
                  </a:lnTo>
                  <a:lnTo>
                    <a:pt x="2023059" y="22898"/>
                  </a:lnTo>
                  <a:lnTo>
                    <a:pt x="2028456" y="26035"/>
                  </a:lnTo>
                  <a:lnTo>
                    <a:pt x="2033447" y="29667"/>
                  </a:lnTo>
                  <a:lnTo>
                    <a:pt x="2037182" y="24537"/>
                  </a:lnTo>
                  <a:lnTo>
                    <a:pt x="2031834" y="20637"/>
                  </a:lnTo>
                  <a:lnTo>
                    <a:pt x="2026056" y="17284"/>
                  </a:lnTo>
                  <a:lnTo>
                    <a:pt x="2019950" y="14568"/>
                  </a:lnTo>
                  <a:close/>
                </a:path>
                <a:path w="2082800" h="2730500">
                  <a:moveTo>
                    <a:pt x="2022390" y="9093"/>
                  </a:moveTo>
                  <a:lnTo>
                    <a:pt x="2019950" y="14568"/>
                  </a:lnTo>
                  <a:lnTo>
                    <a:pt x="2026056" y="17284"/>
                  </a:lnTo>
                  <a:lnTo>
                    <a:pt x="2031834" y="20637"/>
                  </a:lnTo>
                  <a:lnTo>
                    <a:pt x="2037182" y="24537"/>
                  </a:lnTo>
                  <a:lnTo>
                    <a:pt x="2039853" y="20868"/>
                  </a:lnTo>
                  <a:lnTo>
                    <a:pt x="2022390" y="9093"/>
                  </a:lnTo>
                  <a:close/>
                </a:path>
                <a:path w="2082800" h="2730500">
                  <a:moveTo>
                    <a:pt x="2058263" y="45618"/>
                  </a:moveTo>
                  <a:lnTo>
                    <a:pt x="2053132" y="49352"/>
                  </a:lnTo>
                  <a:lnTo>
                    <a:pt x="2056764" y="54343"/>
                  </a:lnTo>
                  <a:lnTo>
                    <a:pt x="2059901" y="59740"/>
                  </a:lnTo>
                  <a:lnTo>
                    <a:pt x="2062441" y="65430"/>
                  </a:lnTo>
                  <a:lnTo>
                    <a:pt x="2068225" y="62852"/>
                  </a:lnTo>
                  <a:lnTo>
                    <a:pt x="2065515" y="56743"/>
                  </a:lnTo>
                  <a:lnTo>
                    <a:pt x="2062162" y="50965"/>
                  </a:lnTo>
                  <a:lnTo>
                    <a:pt x="2058263" y="45618"/>
                  </a:lnTo>
                  <a:close/>
                </a:path>
                <a:path w="2082800" h="2730500">
                  <a:moveTo>
                    <a:pt x="2061931" y="42946"/>
                  </a:moveTo>
                  <a:lnTo>
                    <a:pt x="2058263" y="45618"/>
                  </a:lnTo>
                  <a:lnTo>
                    <a:pt x="2062162" y="50965"/>
                  </a:lnTo>
                  <a:lnTo>
                    <a:pt x="2065515" y="56743"/>
                  </a:lnTo>
                  <a:lnTo>
                    <a:pt x="2068245" y="62852"/>
                  </a:lnTo>
                  <a:lnTo>
                    <a:pt x="2073705" y="60409"/>
                  </a:lnTo>
                  <a:lnTo>
                    <a:pt x="2061931" y="42946"/>
                  </a:lnTo>
                  <a:close/>
                </a:path>
                <a:path w="2082800" h="2730500">
                  <a:moveTo>
                    <a:pt x="2075930" y="91637"/>
                  </a:moveTo>
                  <a:lnTo>
                    <a:pt x="2069617" y="92290"/>
                  </a:lnTo>
                  <a:lnTo>
                    <a:pt x="2069888" y="94907"/>
                  </a:lnTo>
                  <a:lnTo>
                    <a:pt x="2069934" y="95351"/>
                  </a:lnTo>
                  <a:lnTo>
                    <a:pt x="2070088" y="98234"/>
                  </a:lnTo>
                  <a:lnTo>
                    <a:pt x="2070100" y="114236"/>
                  </a:lnTo>
                  <a:lnTo>
                    <a:pt x="2076450" y="114236"/>
                  </a:lnTo>
                  <a:lnTo>
                    <a:pt x="2076450" y="98234"/>
                  </a:lnTo>
                  <a:lnTo>
                    <a:pt x="2076295" y="95351"/>
                  </a:lnTo>
                  <a:lnTo>
                    <a:pt x="2076272" y="94907"/>
                  </a:lnTo>
                  <a:lnTo>
                    <a:pt x="2075998" y="92290"/>
                  </a:lnTo>
                  <a:lnTo>
                    <a:pt x="2075930" y="91637"/>
                  </a:lnTo>
                  <a:close/>
                </a:path>
                <a:path w="2082800" h="2730500">
                  <a:moveTo>
                    <a:pt x="2080688" y="91144"/>
                  </a:moveTo>
                  <a:lnTo>
                    <a:pt x="2075930" y="91637"/>
                  </a:lnTo>
                  <a:lnTo>
                    <a:pt x="2076272" y="94907"/>
                  </a:lnTo>
                  <a:lnTo>
                    <a:pt x="2076450" y="98234"/>
                  </a:lnTo>
                  <a:lnTo>
                    <a:pt x="2076450" y="114236"/>
                  </a:lnTo>
                  <a:lnTo>
                    <a:pt x="2082800" y="114236"/>
                  </a:lnTo>
                  <a:lnTo>
                    <a:pt x="2082800" y="101600"/>
                  </a:lnTo>
                  <a:lnTo>
                    <a:pt x="2080788" y="91637"/>
                  </a:lnTo>
                  <a:lnTo>
                    <a:pt x="2080688" y="91144"/>
                  </a:lnTo>
                  <a:close/>
                </a:path>
                <a:path w="2082800" h="2730500">
                  <a:moveTo>
                    <a:pt x="2076450" y="152146"/>
                  </a:moveTo>
                  <a:lnTo>
                    <a:pt x="2070100" y="152146"/>
                  </a:lnTo>
                  <a:lnTo>
                    <a:pt x="2070100" y="177419"/>
                  </a:lnTo>
                  <a:lnTo>
                    <a:pt x="2076450" y="177419"/>
                  </a:lnTo>
                  <a:lnTo>
                    <a:pt x="2076450" y="152146"/>
                  </a:lnTo>
                  <a:close/>
                </a:path>
                <a:path w="2082800" h="2730500">
                  <a:moveTo>
                    <a:pt x="2082800" y="152146"/>
                  </a:moveTo>
                  <a:lnTo>
                    <a:pt x="2076450" y="152146"/>
                  </a:lnTo>
                  <a:lnTo>
                    <a:pt x="2076450" y="177419"/>
                  </a:lnTo>
                  <a:lnTo>
                    <a:pt x="2082800" y="177419"/>
                  </a:lnTo>
                  <a:lnTo>
                    <a:pt x="2082800" y="152146"/>
                  </a:lnTo>
                  <a:close/>
                </a:path>
                <a:path w="2082800" h="2730500">
                  <a:moveTo>
                    <a:pt x="2076450" y="215328"/>
                  </a:moveTo>
                  <a:lnTo>
                    <a:pt x="2070100" y="215328"/>
                  </a:lnTo>
                  <a:lnTo>
                    <a:pt x="2070100" y="240601"/>
                  </a:lnTo>
                  <a:lnTo>
                    <a:pt x="2076450" y="240601"/>
                  </a:lnTo>
                  <a:lnTo>
                    <a:pt x="2076450" y="215328"/>
                  </a:lnTo>
                  <a:close/>
                </a:path>
                <a:path w="2082800" h="2730500">
                  <a:moveTo>
                    <a:pt x="2082800" y="215328"/>
                  </a:moveTo>
                  <a:lnTo>
                    <a:pt x="2076450" y="215328"/>
                  </a:lnTo>
                  <a:lnTo>
                    <a:pt x="2076450" y="240601"/>
                  </a:lnTo>
                  <a:lnTo>
                    <a:pt x="2082800" y="240601"/>
                  </a:lnTo>
                  <a:lnTo>
                    <a:pt x="2082800" y="215328"/>
                  </a:lnTo>
                  <a:close/>
                </a:path>
                <a:path w="2082800" h="2730500">
                  <a:moveTo>
                    <a:pt x="2076450" y="278511"/>
                  </a:moveTo>
                  <a:lnTo>
                    <a:pt x="2070100" y="278511"/>
                  </a:lnTo>
                  <a:lnTo>
                    <a:pt x="2070100" y="303783"/>
                  </a:lnTo>
                  <a:lnTo>
                    <a:pt x="2076450" y="303783"/>
                  </a:lnTo>
                  <a:lnTo>
                    <a:pt x="2076450" y="278511"/>
                  </a:lnTo>
                  <a:close/>
                </a:path>
                <a:path w="2082800" h="2730500">
                  <a:moveTo>
                    <a:pt x="2082800" y="278511"/>
                  </a:moveTo>
                  <a:lnTo>
                    <a:pt x="2076450" y="278511"/>
                  </a:lnTo>
                  <a:lnTo>
                    <a:pt x="2076450" y="303783"/>
                  </a:lnTo>
                  <a:lnTo>
                    <a:pt x="2082800" y="303783"/>
                  </a:lnTo>
                  <a:lnTo>
                    <a:pt x="2082800" y="278511"/>
                  </a:lnTo>
                  <a:close/>
                </a:path>
                <a:path w="2082800" h="2730500">
                  <a:moveTo>
                    <a:pt x="2076450" y="341693"/>
                  </a:moveTo>
                  <a:lnTo>
                    <a:pt x="2070100" y="341693"/>
                  </a:lnTo>
                  <a:lnTo>
                    <a:pt x="2070100" y="366966"/>
                  </a:lnTo>
                  <a:lnTo>
                    <a:pt x="2076450" y="366966"/>
                  </a:lnTo>
                  <a:lnTo>
                    <a:pt x="2076450" y="341693"/>
                  </a:lnTo>
                  <a:close/>
                </a:path>
                <a:path w="2082800" h="2730500">
                  <a:moveTo>
                    <a:pt x="2082800" y="341693"/>
                  </a:moveTo>
                  <a:lnTo>
                    <a:pt x="2076450" y="341693"/>
                  </a:lnTo>
                  <a:lnTo>
                    <a:pt x="2076450" y="366966"/>
                  </a:lnTo>
                  <a:lnTo>
                    <a:pt x="2082800" y="366966"/>
                  </a:lnTo>
                  <a:lnTo>
                    <a:pt x="2082800" y="341693"/>
                  </a:lnTo>
                  <a:close/>
                </a:path>
                <a:path w="2082800" h="2730500">
                  <a:moveTo>
                    <a:pt x="2076450" y="404875"/>
                  </a:moveTo>
                  <a:lnTo>
                    <a:pt x="2070100" y="404875"/>
                  </a:lnTo>
                  <a:lnTo>
                    <a:pt x="2070100" y="430149"/>
                  </a:lnTo>
                  <a:lnTo>
                    <a:pt x="2076450" y="430149"/>
                  </a:lnTo>
                  <a:lnTo>
                    <a:pt x="2076450" y="404875"/>
                  </a:lnTo>
                  <a:close/>
                </a:path>
                <a:path w="2082800" h="2730500">
                  <a:moveTo>
                    <a:pt x="2082800" y="404875"/>
                  </a:moveTo>
                  <a:lnTo>
                    <a:pt x="2076450" y="404875"/>
                  </a:lnTo>
                  <a:lnTo>
                    <a:pt x="2076450" y="430149"/>
                  </a:lnTo>
                  <a:lnTo>
                    <a:pt x="2082800" y="430149"/>
                  </a:lnTo>
                  <a:lnTo>
                    <a:pt x="2082800" y="404875"/>
                  </a:lnTo>
                  <a:close/>
                </a:path>
                <a:path w="2082800" h="2730500">
                  <a:moveTo>
                    <a:pt x="2076450" y="468058"/>
                  </a:moveTo>
                  <a:lnTo>
                    <a:pt x="2070100" y="468058"/>
                  </a:lnTo>
                  <a:lnTo>
                    <a:pt x="2070100" y="493331"/>
                  </a:lnTo>
                  <a:lnTo>
                    <a:pt x="2076450" y="493331"/>
                  </a:lnTo>
                  <a:lnTo>
                    <a:pt x="2076450" y="468058"/>
                  </a:lnTo>
                  <a:close/>
                </a:path>
                <a:path w="2082800" h="2730500">
                  <a:moveTo>
                    <a:pt x="2082800" y="468058"/>
                  </a:moveTo>
                  <a:lnTo>
                    <a:pt x="2076450" y="468058"/>
                  </a:lnTo>
                  <a:lnTo>
                    <a:pt x="2076450" y="493331"/>
                  </a:lnTo>
                  <a:lnTo>
                    <a:pt x="2082800" y="493331"/>
                  </a:lnTo>
                  <a:lnTo>
                    <a:pt x="2082800" y="468058"/>
                  </a:lnTo>
                  <a:close/>
                </a:path>
                <a:path w="2082800" h="2730500">
                  <a:moveTo>
                    <a:pt x="2076450" y="531241"/>
                  </a:moveTo>
                  <a:lnTo>
                    <a:pt x="2070100" y="531241"/>
                  </a:lnTo>
                  <a:lnTo>
                    <a:pt x="2070100" y="556513"/>
                  </a:lnTo>
                  <a:lnTo>
                    <a:pt x="2076450" y="556513"/>
                  </a:lnTo>
                  <a:lnTo>
                    <a:pt x="2076450" y="531241"/>
                  </a:lnTo>
                  <a:close/>
                </a:path>
                <a:path w="2082800" h="2730500">
                  <a:moveTo>
                    <a:pt x="2082800" y="531241"/>
                  </a:moveTo>
                  <a:lnTo>
                    <a:pt x="2076450" y="531241"/>
                  </a:lnTo>
                  <a:lnTo>
                    <a:pt x="2076450" y="556513"/>
                  </a:lnTo>
                  <a:lnTo>
                    <a:pt x="2082800" y="556513"/>
                  </a:lnTo>
                  <a:lnTo>
                    <a:pt x="2082800" y="531241"/>
                  </a:lnTo>
                  <a:close/>
                </a:path>
                <a:path w="2082800" h="2730500">
                  <a:moveTo>
                    <a:pt x="2076450" y="594423"/>
                  </a:moveTo>
                  <a:lnTo>
                    <a:pt x="2070100" y="594423"/>
                  </a:lnTo>
                  <a:lnTo>
                    <a:pt x="2070100" y="619696"/>
                  </a:lnTo>
                  <a:lnTo>
                    <a:pt x="2076450" y="619696"/>
                  </a:lnTo>
                  <a:lnTo>
                    <a:pt x="2076450" y="594423"/>
                  </a:lnTo>
                  <a:close/>
                </a:path>
                <a:path w="2082800" h="2730500">
                  <a:moveTo>
                    <a:pt x="2082800" y="594423"/>
                  </a:moveTo>
                  <a:lnTo>
                    <a:pt x="2076450" y="594423"/>
                  </a:lnTo>
                  <a:lnTo>
                    <a:pt x="2076450" y="619696"/>
                  </a:lnTo>
                  <a:lnTo>
                    <a:pt x="2082800" y="619696"/>
                  </a:lnTo>
                  <a:lnTo>
                    <a:pt x="2082800" y="594423"/>
                  </a:lnTo>
                  <a:close/>
                </a:path>
                <a:path w="2082800" h="2730500">
                  <a:moveTo>
                    <a:pt x="2076450" y="657606"/>
                  </a:moveTo>
                  <a:lnTo>
                    <a:pt x="2070100" y="657606"/>
                  </a:lnTo>
                  <a:lnTo>
                    <a:pt x="2070100" y="682878"/>
                  </a:lnTo>
                  <a:lnTo>
                    <a:pt x="2076450" y="682878"/>
                  </a:lnTo>
                  <a:lnTo>
                    <a:pt x="2076450" y="657606"/>
                  </a:lnTo>
                  <a:close/>
                </a:path>
                <a:path w="2082800" h="2730500">
                  <a:moveTo>
                    <a:pt x="2082800" y="657606"/>
                  </a:moveTo>
                  <a:lnTo>
                    <a:pt x="2076450" y="657606"/>
                  </a:lnTo>
                  <a:lnTo>
                    <a:pt x="2076450" y="682878"/>
                  </a:lnTo>
                  <a:lnTo>
                    <a:pt x="2082800" y="682878"/>
                  </a:lnTo>
                  <a:lnTo>
                    <a:pt x="2082800" y="657606"/>
                  </a:lnTo>
                  <a:close/>
                </a:path>
                <a:path w="2082800" h="2730500">
                  <a:moveTo>
                    <a:pt x="2076450" y="720788"/>
                  </a:moveTo>
                  <a:lnTo>
                    <a:pt x="2070100" y="720788"/>
                  </a:lnTo>
                  <a:lnTo>
                    <a:pt x="2070100" y="746061"/>
                  </a:lnTo>
                  <a:lnTo>
                    <a:pt x="2076450" y="746061"/>
                  </a:lnTo>
                  <a:lnTo>
                    <a:pt x="2076450" y="720788"/>
                  </a:lnTo>
                  <a:close/>
                </a:path>
                <a:path w="2082800" h="2730500">
                  <a:moveTo>
                    <a:pt x="2082800" y="720788"/>
                  </a:moveTo>
                  <a:lnTo>
                    <a:pt x="2076450" y="720788"/>
                  </a:lnTo>
                  <a:lnTo>
                    <a:pt x="2076450" y="746061"/>
                  </a:lnTo>
                  <a:lnTo>
                    <a:pt x="2082800" y="746061"/>
                  </a:lnTo>
                  <a:lnTo>
                    <a:pt x="2082800" y="720788"/>
                  </a:lnTo>
                  <a:close/>
                </a:path>
                <a:path w="2082800" h="2730500">
                  <a:moveTo>
                    <a:pt x="2076450" y="783971"/>
                  </a:moveTo>
                  <a:lnTo>
                    <a:pt x="2070100" y="783971"/>
                  </a:lnTo>
                  <a:lnTo>
                    <a:pt x="2070100" y="809244"/>
                  </a:lnTo>
                  <a:lnTo>
                    <a:pt x="2076450" y="809244"/>
                  </a:lnTo>
                  <a:lnTo>
                    <a:pt x="2076450" y="783971"/>
                  </a:lnTo>
                  <a:close/>
                </a:path>
                <a:path w="2082800" h="2730500">
                  <a:moveTo>
                    <a:pt x="2082800" y="783971"/>
                  </a:moveTo>
                  <a:lnTo>
                    <a:pt x="2076450" y="783971"/>
                  </a:lnTo>
                  <a:lnTo>
                    <a:pt x="2076450" y="809244"/>
                  </a:lnTo>
                  <a:lnTo>
                    <a:pt x="2082800" y="809244"/>
                  </a:lnTo>
                  <a:lnTo>
                    <a:pt x="2082800" y="783971"/>
                  </a:lnTo>
                  <a:close/>
                </a:path>
                <a:path w="2082800" h="2730500">
                  <a:moveTo>
                    <a:pt x="2076450" y="847153"/>
                  </a:moveTo>
                  <a:lnTo>
                    <a:pt x="2070100" y="847153"/>
                  </a:lnTo>
                  <a:lnTo>
                    <a:pt x="2070100" y="872426"/>
                  </a:lnTo>
                  <a:lnTo>
                    <a:pt x="2076450" y="872426"/>
                  </a:lnTo>
                  <a:lnTo>
                    <a:pt x="2076450" y="847153"/>
                  </a:lnTo>
                  <a:close/>
                </a:path>
                <a:path w="2082800" h="2730500">
                  <a:moveTo>
                    <a:pt x="2082800" y="847153"/>
                  </a:moveTo>
                  <a:lnTo>
                    <a:pt x="2076450" y="847153"/>
                  </a:lnTo>
                  <a:lnTo>
                    <a:pt x="2076450" y="872426"/>
                  </a:lnTo>
                  <a:lnTo>
                    <a:pt x="2082800" y="872426"/>
                  </a:lnTo>
                  <a:lnTo>
                    <a:pt x="2082800" y="847153"/>
                  </a:lnTo>
                  <a:close/>
                </a:path>
                <a:path w="2082800" h="2730500">
                  <a:moveTo>
                    <a:pt x="2076450" y="910336"/>
                  </a:moveTo>
                  <a:lnTo>
                    <a:pt x="2070100" y="910336"/>
                  </a:lnTo>
                  <a:lnTo>
                    <a:pt x="2070100" y="935608"/>
                  </a:lnTo>
                  <a:lnTo>
                    <a:pt x="2076450" y="935608"/>
                  </a:lnTo>
                  <a:lnTo>
                    <a:pt x="2076450" y="910336"/>
                  </a:lnTo>
                  <a:close/>
                </a:path>
                <a:path w="2082800" h="2730500">
                  <a:moveTo>
                    <a:pt x="2082800" y="910336"/>
                  </a:moveTo>
                  <a:lnTo>
                    <a:pt x="2076450" y="910336"/>
                  </a:lnTo>
                  <a:lnTo>
                    <a:pt x="2076450" y="935608"/>
                  </a:lnTo>
                  <a:lnTo>
                    <a:pt x="2082800" y="935608"/>
                  </a:lnTo>
                  <a:lnTo>
                    <a:pt x="2082800" y="910336"/>
                  </a:lnTo>
                  <a:close/>
                </a:path>
                <a:path w="2082800" h="2730500">
                  <a:moveTo>
                    <a:pt x="2076450" y="973518"/>
                  </a:moveTo>
                  <a:lnTo>
                    <a:pt x="2070100" y="973518"/>
                  </a:lnTo>
                  <a:lnTo>
                    <a:pt x="2070100" y="998791"/>
                  </a:lnTo>
                  <a:lnTo>
                    <a:pt x="2076450" y="998791"/>
                  </a:lnTo>
                  <a:lnTo>
                    <a:pt x="2076450" y="973518"/>
                  </a:lnTo>
                  <a:close/>
                </a:path>
                <a:path w="2082800" h="2730500">
                  <a:moveTo>
                    <a:pt x="2082800" y="973518"/>
                  </a:moveTo>
                  <a:lnTo>
                    <a:pt x="2076450" y="973518"/>
                  </a:lnTo>
                  <a:lnTo>
                    <a:pt x="2076450" y="998791"/>
                  </a:lnTo>
                  <a:lnTo>
                    <a:pt x="2082800" y="998791"/>
                  </a:lnTo>
                  <a:lnTo>
                    <a:pt x="2082800" y="973518"/>
                  </a:lnTo>
                  <a:close/>
                </a:path>
                <a:path w="2082800" h="2730500">
                  <a:moveTo>
                    <a:pt x="2076450" y="1036701"/>
                  </a:moveTo>
                  <a:lnTo>
                    <a:pt x="2070100" y="1036701"/>
                  </a:lnTo>
                  <a:lnTo>
                    <a:pt x="2070100" y="1061974"/>
                  </a:lnTo>
                  <a:lnTo>
                    <a:pt x="2076450" y="1061974"/>
                  </a:lnTo>
                  <a:lnTo>
                    <a:pt x="2076450" y="1036701"/>
                  </a:lnTo>
                  <a:close/>
                </a:path>
                <a:path w="2082800" h="2730500">
                  <a:moveTo>
                    <a:pt x="2082800" y="1036701"/>
                  </a:moveTo>
                  <a:lnTo>
                    <a:pt x="2076450" y="1036701"/>
                  </a:lnTo>
                  <a:lnTo>
                    <a:pt x="2076450" y="1061974"/>
                  </a:lnTo>
                  <a:lnTo>
                    <a:pt x="2082800" y="1061974"/>
                  </a:lnTo>
                  <a:lnTo>
                    <a:pt x="2082800" y="1036701"/>
                  </a:lnTo>
                  <a:close/>
                </a:path>
                <a:path w="2082800" h="2730500">
                  <a:moveTo>
                    <a:pt x="2076450" y="1099883"/>
                  </a:moveTo>
                  <a:lnTo>
                    <a:pt x="2070100" y="1099883"/>
                  </a:lnTo>
                  <a:lnTo>
                    <a:pt x="2070100" y="1125156"/>
                  </a:lnTo>
                  <a:lnTo>
                    <a:pt x="2076450" y="1125156"/>
                  </a:lnTo>
                  <a:lnTo>
                    <a:pt x="2076450" y="1099883"/>
                  </a:lnTo>
                  <a:close/>
                </a:path>
                <a:path w="2082800" h="2730500">
                  <a:moveTo>
                    <a:pt x="2082800" y="1099883"/>
                  </a:moveTo>
                  <a:lnTo>
                    <a:pt x="2076450" y="1099883"/>
                  </a:lnTo>
                  <a:lnTo>
                    <a:pt x="2076450" y="1125156"/>
                  </a:lnTo>
                  <a:lnTo>
                    <a:pt x="2082800" y="1125156"/>
                  </a:lnTo>
                  <a:lnTo>
                    <a:pt x="2082800" y="1099883"/>
                  </a:lnTo>
                  <a:close/>
                </a:path>
                <a:path w="2082800" h="2730500">
                  <a:moveTo>
                    <a:pt x="2076450" y="1163065"/>
                  </a:moveTo>
                  <a:lnTo>
                    <a:pt x="2070100" y="1163065"/>
                  </a:lnTo>
                  <a:lnTo>
                    <a:pt x="2070100" y="1188339"/>
                  </a:lnTo>
                  <a:lnTo>
                    <a:pt x="2076450" y="1188339"/>
                  </a:lnTo>
                  <a:lnTo>
                    <a:pt x="2076450" y="1163065"/>
                  </a:lnTo>
                  <a:close/>
                </a:path>
                <a:path w="2082800" h="2730500">
                  <a:moveTo>
                    <a:pt x="2082800" y="1163065"/>
                  </a:moveTo>
                  <a:lnTo>
                    <a:pt x="2076450" y="1163065"/>
                  </a:lnTo>
                  <a:lnTo>
                    <a:pt x="2076450" y="1188339"/>
                  </a:lnTo>
                  <a:lnTo>
                    <a:pt x="2082800" y="1188339"/>
                  </a:lnTo>
                  <a:lnTo>
                    <a:pt x="2082800" y="1163065"/>
                  </a:lnTo>
                  <a:close/>
                </a:path>
                <a:path w="2082800" h="2730500">
                  <a:moveTo>
                    <a:pt x="2076450" y="1226248"/>
                  </a:moveTo>
                  <a:lnTo>
                    <a:pt x="2070100" y="1226248"/>
                  </a:lnTo>
                  <a:lnTo>
                    <a:pt x="2070100" y="1251521"/>
                  </a:lnTo>
                  <a:lnTo>
                    <a:pt x="2076450" y="1251521"/>
                  </a:lnTo>
                  <a:lnTo>
                    <a:pt x="2076450" y="1226248"/>
                  </a:lnTo>
                  <a:close/>
                </a:path>
                <a:path w="2082800" h="2730500">
                  <a:moveTo>
                    <a:pt x="2082800" y="1226248"/>
                  </a:moveTo>
                  <a:lnTo>
                    <a:pt x="2076450" y="1226248"/>
                  </a:lnTo>
                  <a:lnTo>
                    <a:pt x="2076450" y="1251521"/>
                  </a:lnTo>
                  <a:lnTo>
                    <a:pt x="2082800" y="1251521"/>
                  </a:lnTo>
                  <a:lnTo>
                    <a:pt x="2082800" y="1226248"/>
                  </a:lnTo>
                  <a:close/>
                </a:path>
                <a:path w="2082800" h="2730500">
                  <a:moveTo>
                    <a:pt x="2076450" y="1289431"/>
                  </a:moveTo>
                  <a:lnTo>
                    <a:pt x="2070100" y="1289431"/>
                  </a:lnTo>
                  <a:lnTo>
                    <a:pt x="2070100" y="1314703"/>
                  </a:lnTo>
                  <a:lnTo>
                    <a:pt x="2076450" y="1314703"/>
                  </a:lnTo>
                  <a:lnTo>
                    <a:pt x="2076450" y="1289431"/>
                  </a:lnTo>
                  <a:close/>
                </a:path>
                <a:path w="2082800" h="2730500">
                  <a:moveTo>
                    <a:pt x="2082800" y="1289431"/>
                  </a:moveTo>
                  <a:lnTo>
                    <a:pt x="2076450" y="1289431"/>
                  </a:lnTo>
                  <a:lnTo>
                    <a:pt x="2076450" y="1314703"/>
                  </a:lnTo>
                  <a:lnTo>
                    <a:pt x="2082800" y="1314703"/>
                  </a:lnTo>
                  <a:lnTo>
                    <a:pt x="2082800" y="1289431"/>
                  </a:lnTo>
                  <a:close/>
                </a:path>
                <a:path w="2082800" h="2730500">
                  <a:moveTo>
                    <a:pt x="2076450" y="1352613"/>
                  </a:moveTo>
                  <a:lnTo>
                    <a:pt x="2070100" y="1352613"/>
                  </a:lnTo>
                  <a:lnTo>
                    <a:pt x="2070100" y="1377886"/>
                  </a:lnTo>
                  <a:lnTo>
                    <a:pt x="2076450" y="1377886"/>
                  </a:lnTo>
                  <a:lnTo>
                    <a:pt x="2076450" y="1352613"/>
                  </a:lnTo>
                  <a:close/>
                </a:path>
                <a:path w="2082800" h="2730500">
                  <a:moveTo>
                    <a:pt x="2082800" y="1352613"/>
                  </a:moveTo>
                  <a:lnTo>
                    <a:pt x="2076450" y="1352613"/>
                  </a:lnTo>
                  <a:lnTo>
                    <a:pt x="2076450" y="1377886"/>
                  </a:lnTo>
                  <a:lnTo>
                    <a:pt x="2082800" y="1377886"/>
                  </a:lnTo>
                  <a:lnTo>
                    <a:pt x="2082800" y="1352613"/>
                  </a:lnTo>
                  <a:close/>
                </a:path>
                <a:path w="2082800" h="2730500">
                  <a:moveTo>
                    <a:pt x="2076450" y="1415796"/>
                  </a:moveTo>
                  <a:lnTo>
                    <a:pt x="2070100" y="1415796"/>
                  </a:lnTo>
                  <a:lnTo>
                    <a:pt x="2070100" y="1441069"/>
                  </a:lnTo>
                  <a:lnTo>
                    <a:pt x="2076450" y="1441069"/>
                  </a:lnTo>
                  <a:lnTo>
                    <a:pt x="2076450" y="1415796"/>
                  </a:lnTo>
                  <a:close/>
                </a:path>
                <a:path w="2082800" h="2730500">
                  <a:moveTo>
                    <a:pt x="2082800" y="1415796"/>
                  </a:moveTo>
                  <a:lnTo>
                    <a:pt x="2076450" y="1415796"/>
                  </a:lnTo>
                  <a:lnTo>
                    <a:pt x="2076450" y="1441069"/>
                  </a:lnTo>
                  <a:lnTo>
                    <a:pt x="2082800" y="1441069"/>
                  </a:lnTo>
                  <a:lnTo>
                    <a:pt x="2082800" y="1415796"/>
                  </a:lnTo>
                  <a:close/>
                </a:path>
                <a:path w="2082800" h="2730500">
                  <a:moveTo>
                    <a:pt x="2076450" y="1478978"/>
                  </a:moveTo>
                  <a:lnTo>
                    <a:pt x="2070100" y="1478978"/>
                  </a:lnTo>
                  <a:lnTo>
                    <a:pt x="2070100" y="1504251"/>
                  </a:lnTo>
                  <a:lnTo>
                    <a:pt x="2076450" y="1504251"/>
                  </a:lnTo>
                  <a:lnTo>
                    <a:pt x="2076450" y="1478978"/>
                  </a:lnTo>
                  <a:close/>
                </a:path>
                <a:path w="2082800" h="2730500">
                  <a:moveTo>
                    <a:pt x="2082800" y="1478978"/>
                  </a:moveTo>
                  <a:lnTo>
                    <a:pt x="2076450" y="1478978"/>
                  </a:lnTo>
                  <a:lnTo>
                    <a:pt x="2076450" y="1504251"/>
                  </a:lnTo>
                  <a:lnTo>
                    <a:pt x="2082800" y="1504251"/>
                  </a:lnTo>
                  <a:lnTo>
                    <a:pt x="2082800" y="1478978"/>
                  </a:lnTo>
                  <a:close/>
                </a:path>
                <a:path w="2082800" h="2730500">
                  <a:moveTo>
                    <a:pt x="2076450" y="1542161"/>
                  </a:moveTo>
                  <a:lnTo>
                    <a:pt x="2070100" y="1542161"/>
                  </a:lnTo>
                  <a:lnTo>
                    <a:pt x="2070100" y="1567434"/>
                  </a:lnTo>
                  <a:lnTo>
                    <a:pt x="2076450" y="1567434"/>
                  </a:lnTo>
                  <a:lnTo>
                    <a:pt x="2076450" y="1542161"/>
                  </a:lnTo>
                  <a:close/>
                </a:path>
                <a:path w="2082800" h="2730500">
                  <a:moveTo>
                    <a:pt x="2082800" y="1542161"/>
                  </a:moveTo>
                  <a:lnTo>
                    <a:pt x="2076450" y="1542161"/>
                  </a:lnTo>
                  <a:lnTo>
                    <a:pt x="2076450" y="1567434"/>
                  </a:lnTo>
                  <a:lnTo>
                    <a:pt x="2082800" y="1567434"/>
                  </a:lnTo>
                  <a:lnTo>
                    <a:pt x="2082800" y="1542161"/>
                  </a:lnTo>
                  <a:close/>
                </a:path>
                <a:path w="2082800" h="2730500">
                  <a:moveTo>
                    <a:pt x="2076450" y="1605343"/>
                  </a:moveTo>
                  <a:lnTo>
                    <a:pt x="2070100" y="1605343"/>
                  </a:lnTo>
                  <a:lnTo>
                    <a:pt x="2070100" y="1630616"/>
                  </a:lnTo>
                  <a:lnTo>
                    <a:pt x="2076450" y="1630616"/>
                  </a:lnTo>
                  <a:lnTo>
                    <a:pt x="2076450" y="1605343"/>
                  </a:lnTo>
                  <a:close/>
                </a:path>
                <a:path w="2082800" h="2730500">
                  <a:moveTo>
                    <a:pt x="2082800" y="1605343"/>
                  </a:moveTo>
                  <a:lnTo>
                    <a:pt x="2076450" y="1605343"/>
                  </a:lnTo>
                  <a:lnTo>
                    <a:pt x="2076450" y="1630616"/>
                  </a:lnTo>
                  <a:lnTo>
                    <a:pt x="2082800" y="1630616"/>
                  </a:lnTo>
                  <a:lnTo>
                    <a:pt x="2082800" y="1605343"/>
                  </a:lnTo>
                  <a:close/>
                </a:path>
                <a:path w="2082800" h="2730500">
                  <a:moveTo>
                    <a:pt x="2076450" y="1668526"/>
                  </a:moveTo>
                  <a:lnTo>
                    <a:pt x="2070100" y="1668526"/>
                  </a:lnTo>
                  <a:lnTo>
                    <a:pt x="2070100" y="1693799"/>
                  </a:lnTo>
                  <a:lnTo>
                    <a:pt x="2076450" y="1693799"/>
                  </a:lnTo>
                  <a:lnTo>
                    <a:pt x="2076450" y="1668526"/>
                  </a:lnTo>
                  <a:close/>
                </a:path>
                <a:path w="2082800" h="2730500">
                  <a:moveTo>
                    <a:pt x="2082800" y="1668526"/>
                  </a:moveTo>
                  <a:lnTo>
                    <a:pt x="2076450" y="1668526"/>
                  </a:lnTo>
                  <a:lnTo>
                    <a:pt x="2076450" y="1693799"/>
                  </a:lnTo>
                  <a:lnTo>
                    <a:pt x="2082800" y="1693799"/>
                  </a:lnTo>
                  <a:lnTo>
                    <a:pt x="2082800" y="1668526"/>
                  </a:lnTo>
                  <a:close/>
                </a:path>
                <a:path w="2082800" h="2730500">
                  <a:moveTo>
                    <a:pt x="2076450" y="1731708"/>
                  </a:moveTo>
                  <a:lnTo>
                    <a:pt x="2070100" y="1731708"/>
                  </a:lnTo>
                  <a:lnTo>
                    <a:pt x="2070100" y="1756981"/>
                  </a:lnTo>
                  <a:lnTo>
                    <a:pt x="2076450" y="1756981"/>
                  </a:lnTo>
                  <a:lnTo>
                    <a:pt x="2076450" y="1731708"/>
                  </a:lnTo>
                  <a:close/>
                </a:path>
                <a:path w="2082800" h="2730500">
                  <a:moveTo>
                    <a:pt x="2082800" y="1731708"/>
                  </a:moveTo>
                  <a:lnTo>
                    <a:pt x="2076450" y="1731708"/>
                  </a:lnTo>
                  <a:lnTo>
                    <a:pt x="2076450" y="1756981"/>
                  </a:lnTo>
                  <a:lnTo>
                    <a:pt x="2082800" y="1756981"/>
                  </a:lnTo>
                  <a:lnTo>
                    <a:pt x="2082800" y="1731708"/>
                  </a:lnTo>
                  <a:close/>
                </a:path>
                <a:path w="2082800" h="2730500">
                  <a:moveTo>
                    <a:pt x="2076450" y="1794890"/>
                  </a:moveTo>
                  <a:lnTo>
                    <a:pt x="2070100" y="1794890"/>
                  </a:lnTo>
                  <a:lnTo>
                    <a:pt x="2070100" y="1820164"/>
                  </a:lnTo>
                  <a:lnTo>
                    <a:pt x="2076450" y="1820164"/>
                  </a:lnTo>
                  <a:lnTo>
                    <a:pt x="2076450" y="1794890"/>
                  </a:lnTo>
                  <a:close/>
                </a:path>
                <a:path w="2082800" h="2730500">
                  <a:moveTo>
                    <a:pt x="2082800" y="1794890"/>
                  </a:moveTo>
                  <a:lnTo>
                    <a:pt x="2076450" y="1794890"/>
                  </a:lnTo>
                  <a:lnTo>
                    <a:pt x="2076450" y="1820164"/>
                  </a:lnTo>
                  <a:lnTo>
                    <a:pt x="2082800" y="1820164"/>
                  </a:lnTo>
                  <a:lnTo>
                    <a:pt x="2082800" y="1794890"/>
                  </a:lnTo>
                  <a:close/>
                </a:path>
                <a:path w="2082800" h="2730500">
                  <a:moveTo>
                    <a:pt x="2076450" y="1858073"/>
                  </a:moveTo>
                  <a:lnTo>
                    <a:pt x="2070100" y="1858073"/>
                  </a:lnTo>
                  <a:lnTo>
                    <a:pt x="2070100" y="1883346"/>
                  </a:lnTo>
                  <a:lnTo>
                    <a:pt x="2076450" y="1883346"/>
                  </a:lnTo>
                  <a:lnTo>
                    <a:pt x="2076450" y="1858073"/>
                  </a:lnTo>
                  <a:close/>
                </a:path>
                <a:path w="2082800" h="2730500">
                  <a:moveTo>
                    <a:pt x="2082800" y="1858073"/>
                  </a:moveTo>
                  <a:lnTo>
                    <a:pt x="2076450" y="1858073"/>
                  </a:lnTo>
                  <a:lnTo>
                    <a:pt x="2076450" y="1883346"/>
                  </a:lnTo>
                  <a:lnTo>
                    <a:pt x="2082800" y="1883346"/>
                  </a:lnTo>
                  <a:lnTo>
                    <a:pt x="2082800" y="1858073"/>
                  </a:lnTo>
                  <a:close/>
                </a:path>
                <a:path w="2082800" h="2730500">
                  <a:moveTo>
                    <a:pt x="2076450" y="1921255"/>
                  </a:moveTo>
                  <a:lnTo>
                    <a:pt x="2070100" y="1921255"/>
                  </a:lnTo>
                  <a:lnTo>
                    <a:pt x="2070100" y="1946528"/>
                  </a:lnTo>
                  <a:lnTo>
                    <a:pt x="2076450" y="1946528"/>
                  </a:lnTo>
                  <a:lnTo>
                    <a:pt x="2076450" y="1921255"/>
                  </a:lnTo>
                  <a:close/>
                </a:path>
                <a:path w="2082800" h="2730500">
                  <a:moveTo>
                    <a:pt x="2082800" y="1921255"/>
                  </a:moveTo>
                  <a:lnTo>
                    <a:pt x="2076450" y="1921255"/>
                  </a:lnTo>
                  <a:lnTo>
                    <a:pt x="2076450" y="1946528"/>
                  </a:lnTo>
                  <a:lnTo>
                    <a:pt x="2082800" y="1946528"/>
                  </a:lnTo>
                  <a:lnTo>
                    <a:pt x="2082800" y="1921255"/>
                  </a:lnTo>
                  <a:close/>
                </a:path>
                <a:path w="2082800" h="2730500">
                  <a:moveTo>
                    <a:pt x="2076450" y="1984438"/>
                  </a:moveTo>
                  <a:lnTo>
                    <a:pt x="2070100" y="1984438"/>
                  </a:lnTo>
                  <a:lnTo>
                    <a:pt x="2070100" y="2009711"/>
                  </a:lnTo>
                  <a:lnTo>
                    <a:pt x="2076450" y="2009711"/>
                  </a:lnTo>
                  <a:lnTo>
                    <a:pt x="2076450" y="1984438"/>
                  </a:lnTo>
                  <a:close/>
                </a:path>
                <a:path w="2082800" h="2730500">
                  <a:moveTo>
                    <a:pt x="2082800" y="1984438"/>
                  </a:moveTo>
                  <a:lnTo>
                    <a:pt x="2076450" y="1984438"/>
                  </a:lnTo>
                  <a:lnTo>
                    <a:pt x="2076450" y="2009711"/>
                  </a:lnTo>
                  <a:lnTo>
                    <a:pt x="2082800" y="2009711"/>
                  </a:lnTo>
                  <a:lnTo>
                    <a:pt x="2082800" y="1984438"/>
                  </a:lnTo>
                  <a:close/>
                </a:path>
                <a:path w="2082800" h="2730500">
                  <a:moveTo>
                    <a:pt x="2076450" y="2047621"/>
                  </a:moveTo>
                  <a:lnTo>
                    <a:pt x="2070100" y="2047621"/>
                  </a:lnTo>
                  <a:lnTo>
                    <a:pt x="2070100" y="2072894"/>
                  </a:lnTo>
                  <a:lnTo>
                    <a:pt x="2076450" y="2072894"/>
                  </a:lnTo>
                  <a:lnTo>
                    <a:pt x="2076450" y="2047621"/>
                  </a:lnTo>
                  <a:close/>
                </a:path>
                <a:path w="2082800" h="2730500">
                  <a:moveTo>
                    <a:pt x="2082800" y="2047621"/>
                  </a:moveTo>
                  <a:lnTo>
                    <a:pt x="2076450" y="2047621"/>
                  </a:lnTo>
                  <a:lnTo>
                    <a:pt x="2076450" y="2072894"/>
                  </a:lnTo>
                  <a:lnTo>
                    <a:pt x="2082800" y="2072894"/>
                  </a:lnTo>
                  <a:lnTo>
                    <a:pt x="2082800" y="2047621"/>
                  </a:lnTo>
                  <a:close/>
                </a:path>
                <a:path w="2082800" h="2730500">
                  <a:moveTo>
                    <a:pt x="2076450" y="2110803"/>
                  </a:moveTo>
                  <a:lnTo>
                    <a:pt x="2070100" y="2110803"/>
                  </a:lnTo>
                  <a:lnTo>
                    <a:pt x="2070100" y="2136076"/>
                  </a:lnTo>
                  <a:lnTo>
                    <a:pt x="2076450" y="2136076"/>
                  </a:lnTo>
                  <a:lnTo>
                    <a:pt x="2076450" y="2110803"/>
                  </a:lnTo>
                  <a:close/>
                </a:path>
                <a:path w="2082800" h="2730500">
                  <a:moveTo>
                    <a:pt x="2082800" y="2110803"/>
                  </a:moveTo>
                  <a:lnTo>
                    <a:pt x="2076450" y="2110803"/>
                  </a:lnTo>
                  <a:lnTo>
                    <a:pt x="2076450" y="2136076"/>
                  </a:lnTo>
                  <a:lnTo>
                    <a:pt x="2082800" y="2136076"/>
                  </a:lnTo>
                  <a:lnTo>
                    <a:pt x="2082800" y="2110803"/>
                  </a:lnTo>
                  <a:close/>
                </a:path>
                <a:path w="2082800" h="2730500">
                  <a:moveTo>
                    <a:pt x="2076450" y="2173986"/>
                  </a:moveTo>
                  <a:lnTo>
                    <a:pt x="2070100" y="2173986"/>
                  </a:lnTo>
                  <a:lnTo>
                    <a:pt x="2070100" y="2199259"/>
                  </a:lnTo>
                  <a:lnTo>
                    <a:pt x="2076450" y="2199259"/>
                  </a:lnTo>
                  <a:lnTo>
                    <a:pt x="2076450" y="2173986"/>
                  </a:lnTo>
                  <a:close/>
                </a:path>
                <a:path w="2082800" h="2730500">
                  <a:moveTo>
                    <a:pt x="2082800" y="2173986"/>
                  </a:moveTo>
                  <a:lnTo>
                    <a:pt x="2076450" y="2173986"/>
                  </a:lnTo>
                  <a:lnTo>
                    <a:pt x="2076450" y="2199259"/>
                  </a:lnTo>
                  <a:lnTo>
                    <a:pt x="2082800" y="2199259"/>
                  </a:lnTo>
                  <a:lnTo>
                    <a:pt x="2082800" y="2173986"/>
                  </a:lnTo>
                  <a:close/>
                </a:path>
                <a:path w="2082800" h="2730500">
                  <a:moveTo>
                    <a:pt x="2076450" y="2237168"/>
                  </a:moveTo>
                  <a:lnTo>
                    <a:pt x="2070100" y="2237168"/>
                  </a:lnTo>
                  <a:lnTo>
                    <a:pt x="2070100" y="2262441"/>
                  </a:lnTo>
                  <a:lnTo>
                    <a:pt x="2076450" y="2262441"/>
                  </a:lnTo>
                  <a:lnTo>
                    <a:pt x="2076450" y="2237168"/>
                  </a:lnTo>
                  <a:close/>
                </a:path>
                <a:path w="2082800" h="2730500">
                  <a:moveTo>
                    <a:pt x="2082800" y="2237168"/>
                  </a:moveTo>
                  <a:lnTo>
                    <a:pt x="2076450" y="2237168"/>
                  </a:lnTo>
                  <a:lnTo>
                    <a:pt x="2076450" y="2262441"/>
                  </a:lnTo>
                  <a:lnTo>
                    <a:pt x="2082800" y="2262441"/>
                  </a:lnTo>
                  <a:lnTo>
                    <a:pt x="2082800" y="2237168"/>
                  </a:lnTo>
                  <a:close/>
                </a:path>
                <a:path w="2082800" h="2730500">
                  <a:moveTo>
                    <a:pt x="2076450" y="2300351"/>
                  </a:moveTo>
                  <a:lnTo>
                    <a:pt x="2070100" y="2300351"/>
                  </a:lnTo>
                  <a:lnTo>
                    <a:pt x="2070100" y="2325624"/>
                  </a:lnTo>
                  <a:lnTo>
                    <a:pt x="2076450" y="2325624"/>
                  </a:lnTo>
                  <a:lnTo>
                    <a:pt x="2076450" y="2300351"/>
                  </a:lnTo>
                  <a:close/>
                </a:path>
                <a:path w="2082800" h="2730500">
                  <a:moveTo>
                    <a:pt x="2082800" y="2300351"/>
                  </a:moveTo>
                  <a:lnTo>
                    <a:pt x="2076450" y="2300351"/>
                  </a:lnTo>
                  <a:lnTo>
                    <a:pt x="2076450" y="2325624"/>
                  </a:lnTo>
                  <a:lnTo>
                    <a:pt x="2082800" y="2325624"/>
                  </a:lnTo>
                  <a:lnTo>
                    <a:pt x="2082800" y="2300351"/>
                  </a:lnTo>
                  <a:close/>
                </a:path>
                <a:path w="2082800" h="2730500">
                  <a:moveTo>
                    <a:pt x="2076450" y="2363533"/>
                  </a:moveTo>
                  <a:lnTo>
                    <a:pt x="2070100" y="2363533"/>
                  </a:lnTo>
                  <a:lnTo>
                    <a:pt x="2070100" y="2388806"/>
                  </a:lnTo>
                  <a:lnTo>
                    <a:pt x="2076450" y="2388806"/>
                  </a:lnTo>
                  <a:lnTo>
                    <a:pt x="2076450" y="2363533"/>
                  </a:lnTo>
                  <a:close/>
                </a:path>
                <a:path w="2082800" h="2730500">
                  <a:moveTo>
                    <a:pt x="2082800" y="2363533"/>
                  </a:moveTo>
                  <a:lnTo>
                    <a:pt x="2076450" y="2363533"/>
                  </a:lnTo>
                  <a:lnTo>
                    <a:pt x="2076450" y="2388806"/>
                  </a:lnTo>
                  <a:lnTo>
                    <a:pt x="2082800" y="2388806"/>
                  </a:lnTo>
                  <a:lnTo>
                    <a:pt x="2082800" y="2363533"/>
                  </a:lnTo>
                  <a:close/>
                </a:path>
                <a:path w="2082800" h="2730500">
                  <a:moveTo>
                    <a:pt x="2076450" y="2426716"/>
                  </a:moveTo>
                  <a:lnTo>
                    <a:pt x="2070100" y="2426716"/>
                  </a:lnTo>
                  <a:lnTo>
                    <a:pt x="2070100" y="2451989"/>
                  </a:lnTo>
                  <a:lnTo>
                    <a:pt x="2076450" y="2451989"/>
                  </a:lnTo>
                  <a:lnTo>
                    <a:pt x="2076450" y="2426716"/>
                  </a:lnTo>
                  <a:close/>
                </a:path>
                <a:path w="2082800" h="2730500">
                  <a:moveTo>
                    <a:pt x="2082800" y="2426716"/>
                  </a:moveTo>
                  <a:lnTo>
                    <a:pt x="2076450" y="2426716"/>
                  </a:lnTo>
                  <a:lnTo>
                    <a:pt x="2076450" y="2451989"/>
                  </a:lnTo>
                  <a:lnTo>
                    <a:pt x="2082800" y="2451989"/>
                  </a:lnTo>
                  <a:lnTo>
                    <a:pt x="2082800" y="2426716"/>
                  </a:lnTo>
                  <a:close/>
                </a:path>
                <a:path w="2082800" h="2730500">
                  <a:moveTo>
                    <a:pt x="2076450" y="2489898"/>
                  </a:moveTo>
                  <a:lnTo>
                    <a:pt x="2070100" y="2489898"/>
                  </a:lnTo>
                  <a:lnTo>
                    <a:pt x="2070100" y="2515171"/>
                  </a:lnTo>
                  <a:lnTo>
                    <a:pt x="2076450" y="2515171"/>
                  </a:lnTo>
                  <a:lnTo>
                    <a:pt x="2076450" y="2489898"/>
                  </a:lnTo>
                  <a:close/>
                </a:path>
                <a:path w="2082800" h="2730500">
                  <a:moveTo>
                    <a:pt x="2082800" y="2489898"/>
                  </a:moveTo>
                  <a:lnTo>
                    <a:pt x="2076450" y="2489898"/>
                  </a:lnTo>
                  <a:lnTo>
                    <a:pt x="2076450" y="2515171"/>
                  </a:lnTo>
                  <a:lnTo>
                    <a:pt x="2082800" y="2515171"/>
                  </a:lnTo>
                  <a:lnTo>
                    <a:pt x="2082800" y="2489898"/>
                  </a:lnTo>
                  <a:close/>
                </a:path>
                <a:path w="2082800" h="2730500">
                  <a:moveTo>
                    <a:pt x="2076450" y="2553081"/>
                  </a:moveTo>
                  <a:lnTo>
                    <a:pt x="2070100" y="2553081"/>
                  </a:lnTo>
                  <a:lnTo>
                    <a:pt x="2070100" y="2578354"/>
                  </a:lnTo>
                  <a:lnTo>
                    <a:pt x="2076450" y="2578354"/>
                  </a:lnTo>
                  <a:lnTo>
                    <a:pt x="2076450" y="2553081"/>
                  </a:lnTo>
                  <a:close/>
                </a:path>
                <a:path w="2082800" h="2730500">
                  <a:moveTo>
                    <a:pt x="2082800" y="2553081"/>
                  </a:moveTo>
                  <a:lnTo>
                    <a:pt x="2076450" y="2553081"/>
                  </a:lnTo>
                  <a:lnTo>
                    <a:pt x="2076450" y="2578354"/>
                  </a:lnTo>
                  <a:lnTo>
                    <a:pt x="2082800" y="2578354"/>
                  </a:lnTo>
                  <a:lnTo>
                    <a:pt x="2082800" y="2553081"/>
                  </a:lnTo>
                  <a:close/>
                </a:path>
                <a:path w="2082800" h="2730500">
                  <a:moveTo>
                    <a:pt x="2082800" y="2616263"/>
                  </a:moveTo>
                  <a:lnTo>
                    <a:pt x="2076450" y="2616263"/>
                  </a:lnTo>
                  <a:lnTo>
                    <a:pt x="2076450" y="2632265"/>
                  </a:lnTo>
                  <a:lnTo>
                    <a:pt x="2076295" y="2635148"/>
                  </a:lnTo>
                  <a:lnTo>
                    <a:pt x="2076272" y="2635592"/>
                  </a:lnTo>
                  <a:lnTo>
                    <a:pt x="2075998" y="2638209"/>
                  </a:lnTo>
                  <a:lnTo>
                    <a:pt x="2075996" y="2638869"/>
                  </a:lnTo>
                  <a:lnTo>
                    <a:pt x="2080705" y="2639356"/>
                  </a:lnTo>
                  <a:lnTo>
                    <a:pt x="2080787" y="2638869"/>
                  </a:lnTo>
                  <a:lnTo>
                    <a:pt x="2082800" y="2628900"/>
                  </a:lnTo>
                  <a:lnTo>
                    <a:pt x="2082800" y="2616263"/>
                  </a:lnTo>
                  <a:close/>
                </a:path>
                <a:path w="2082800" h="2730500">
                  <a:moveTo>
                    <a:pt x="2076450" y="2616263"/>
                  </a:moveTo>
                  <a:lnTo>
                    <a:pt x="2070100" y="2616263"/>
                  </a:lnTo>
                  <a:lnTo>
                    <a:pt x="2070088" y="2632265"/>
                  </a:lnTo>
                  <a:lnTo>
                    <a:pt x="2069934" y="2635148"/>
                  </a:lnTo>
                  <a:lnTo>
                    <a:pt x="2069617" y="2638209"/>
                  </a:lnTo>
                  <a:lnTo>
                    <a:pt x="2075996" y="2638869"/>
                  </a:lnTo>
                  <a:lnTo>
                    <a:pt x="2075998" y="2638209"/>
                  </a:lnTo>
                  <a:lnTo>
                    <a:pt x="2076272" y="2635592"/>
                  </a:lnTo>
                  <a:lnTo>
                    <a:pt x="2076450" y="2632265"/>
                  </a:lnTo>
                  <a:lnTo>
                    <a:pt x="2076450" y="2616263"/>
                  </a:lnTo>
                  <a:close/>
                </a:path>
                <a:path w="2082800" h="2730500">
                  <a:moveTo>
                    <a:pt x="2068231" y="2667650"/>
                  </a:moveTo>
                  <a:lnTo>
                    <a:pt x="2065515" y="2673756"/>
                  </a:lnTo>
                  <a:lnTo>
                    <a:pt x="2062162" y="2679534"/>
                  </a:lnTo>
                  <a:lnTo>
                    <a:pt x="2058265" y="2684882"/>
                  </a:lnTo>
                  <a:lnTo>
                    <a:pt x="2061932" y="2687553"/>
                  </a:lnTo>
                  <a:lnTo>
                    <a:pt x="2073706" y="2670090"/>
                  </a:lnTo>
                  <a:lnTo>
                    <a:pt x="2068231" y="2667650"/>
                  </a:lnTo>
                  <a:close/>
                </a:path>
                <a:path w="2082800" h="2730500">
                  <a:moveTo>
                    <a:pt x="2062441" y="2665069"/>
                  </a:moveTo>
                  <a:lnTo>
                    <a:pt x="2059901" y="2670759"/>
                  </a:lnTo>
                  <a:lnTo>
                    <a:pt x="2056764" y="2676156"/>
                  </a:lnTo>
                  <a:lnTo>
                    <a:pt x="2053132" y="2681147"/>
                  </a:lnTo>
                  <a:lnTo>
                    <a:pt x="2058262" y="2684882"/>
                  </a:lnTo>
                  <a:lnTo>
                    <a:pt x="2062162" y="2679534"/>
                  </a:lnTo>
                  <a:lnTo>
                    <a:pt x="2065515" y="2673756"/>
                  </a:lnTo>
                  <a:lnTo>
                    <a:pt x="2068231" y="2667650"/>
                  </a:lnTo>
                  <a:lnTo>
                    <a:pt x="2062441" y="2665069"/>
                  </a:lnTo>
                  <a:close/>
                </a:path>
                <a:path w="2082800" h="2730500">
                  <a:moveTo>
                    <a:pt x="2037181" y="2705963"/>
                  </a:moveTo>
                  <a:lnTo>
                    <a:pt x="2031834" y="2709862"/>
                  </a:lnTo>
                  <a:lnTo>
                    <a:pt x="2026056" y="2713215"/>
                  </a:lnTo>
                  <a:lnTo>
                    <a:pt x="2019956" y="2715945"/>
                  </a:lnTo>
                  <a:lnTo>
                    <a:pt x="2022391" y="2721406"/>
                  </a:lnTo>
                  <a:lnTo>
                    <a:pt x="2039853" y="2709631"/>
                  </a:lnTo>
                  <a:lnTo>
                    <a:pt x="2037181" y="2705963"/>
                  </a:lnTo>
                  <a:close/>
                </a:path>
                <a:path w="2082800" h="2730500">
                  <a:moveTo>
                    <a:pt x="2033447" y="2700832"/>
                  </a:moveTo>
                  <a:lnTo>
                    <a:pt x="2028456" y="2704465"/>
                  </a:lnTo>
                  <a:lnTo>
                    <a:pt x="2023059" y="2707601"/>
                  </a:lnTo>
                  <a:lnTo>
                    <a:pt x="2017369" y="2710141"/>
                  </a:lnTo>
                  <a:lnTo>
                    <a:pt x="2019956" y="2715945"/>
                  </a:lnTo>
                  <a:lnTo>
                    <a:pt x="2026056" y="2713215"/>
                  </a:lnTo>
                  <a:lnTo>
                    <a:pt x="2031834" y="2709862"/>
                  </a:lnTo>
                  <a:lnTo>
                    <a:pt x="2037181" y="2705963"/>
                  </a:lnTo>
                  <a:lnTo>
                    <a:pt x="2033447" y="2700832"/>
                  </a:lnTo>
                  <a:close/>
                </a:path>
                <a:path w="2082800" h="2730500">
                  <a:moveTo>
                    <a:pt x="1981200" y="2717800"/>
                  </a:moveTo>
                  <a:lnTo>
                    <a:pt x="1968665" y="2717800"/>
                  </a:lnTo>
                  <a:lnTo>
                    <a:pt x="1968665" y="2730500"/>
                  </a:lnTo>
                  <a:lnTo>
                    <a:pt x="1981200" y="2730500"/>
                  </a:lnTo>
                  <a:lnTo>
                    <a:pt x="1981200" y="2717800"/>
                  </a:lnTo>
                  <a:close/>
                </a:path>
                <a:path w="2082800" h="2730500">
                  <a:moveTo>
                    <a:pt x="1990509" y="2717317"/>
                  </a:moveTo>
                  <a:lnTo>
                    <a:pt x="1987448" y="2717634"/>
                  </a:lnTo>
                  <a:lnTo>
                    <a:pt x="1984349" y="2717800"/>
                  </a:lnTo>
                  <a:lnTo>
                    <a:pt x="1981200" y="2717800"/>
                  </a:lnTo>
                  <a:lnTo>
                    <a:pt x="1981200" y="2730500"/>
                  </a:lnTo>
                  <a:lnTo>
                    <a:pt x="1991655" y="2728388"/>
                  </a:lnTo>
                  <a:lnTo>
                    <a:pt x="1991216" y="2724150"/>
                  </a:lnTo>
                  <a:lnTo>
                    <a:pt x="1984565" y="2724150"/>
                  </a:lnTo>
                  <a:lnTo>
                    <a:pt x="1987892" y="2723972"/>
                  </a:lnTo>
                  <a:lnTo>
                    <a:pt x="1991162" y="2723630"/>
                  </a:lnTo>
                  <a:lnTo>
                    <a:pt x="1990559" y="2717800"/>
                  </a:lnTo>
                  <a:lnTo>
                    <a:pt x="1990509" y="2717317"/>
                  </a:lnTo>
                  <a:close/>
                </a:path>
                <a:path w="2082800" h="2730500">
                  <a:moveTo>
                    <a:pt x="1991162" y="2723630"/>
                  </a:moveTo>
                  <a:lnTo>
                    <a:pt x="1987892" y="2723972"/>
                  </a:lnTo>
                  <a:lnTo>
                    <a:pt x="1984565" y="2724150"/>
                  </a:lnTo>
                  <a:lnTo>
                    <a:pt x="1991216" y="2724150"/>
                  </a:lnTo>
                  <a:lnTo>
                    <a:pt x="1991162" y="2723630"/>
                  </a:lnTo>
                  <a:close/>
                </a:path>
                <a:path w="2082800" h="2730500">
                  <a:moveTo>
                    <a:pt x="1931073" y="2717800"/>
                  </a:moveTo>
                  <a:lnTo>
                    <a:pt x="1906016" y="2717800"/>
                  </a:lnTo>
                  <a:lnTo>
                    <a:pt x="1906015" y="2730500"/>
                  </a:lnTo>
                  <a:lnTo>
                    <a:pt x="1931073" y="2730500"/>
                  </a:lnTo>
                  <a:lnTo>
                    <a:pt x="1931073" y="2717800"/>
                  </a:lnTo>
                  <a:close/>
                </a:path>
                <a:path w="2082800" h="2730500">
                  <a:moveTo>
                    <a:pt x="1868424" y="2717800"/>
                  </a:moveTo>
                  <a:lnTo>
                    <a:pt x="1843366" y="2717800"/>
                  </a:lnTo>
                  <a:lnTo>
                    <a:pt x="1843366" y="2730500"/>
                  </a:lnTo>
                  <a:lnTo>
                    <a:pt x="1868424" y="2730500"/>
                  </a:lnTo>
                  <a:lnTo>
                    <a:pt x="1868424" y="2717800"/>
                  </a:lnTo>
                  <a:close/>
                </a:path>
                <a:path w="2082800" h="2730500">
                  <a:moveTo>
                    <a:pt x="1805774" y="2717800"/>
                  </a:moveTo>
                  <a:lnTo>
                    <a:pt x="1780705" y="2717800"/>
                  </a:lnTo>
                  <a:lnTo>
                    <a:pt x="1780705" y="2730500"/>
                  </a:lnTo>
                  <a:lnTo>
                    <a:pt x="1805774" y="2730500"/>
                  </a:lnTo>
                  <a:lnTo>
                    <a:pt x="1805774" y="2717800"/>
                  </a:lnTo>
                  <a:close/>
                </a:path>
                <a:path w="2082800" h="2730500">
                  <a:moveTo>
                    <a:pt x="1743113" y="2717800"/>
                  </a:moveTo>
                  <a:lnTo>
                    <a:pt x="1718056" y="2717800"/>
                  </a:lnTo>
                  <a:lnTo>
                    <a:pt x="1718056" y="2730500"/>
                  </a:lnTo>
                  <a:lnTo>
                    <a:pt x="1743113" y="2730500"/>
                  </a:lnTo>
                  <a:lnTo>
                    <a:pt x="1743113" y="2717800"/>
                  </a:lnTo>
                  <a:close/>
                </a:path>
                <a:path w="2082800" h="2730500">
                  <a:moveTo>
                    <a:pt x="1680464" y="2717800"/>
                  </a:moveTo>
                  <a:lnTo>
                    <a:pt x="1655406" y="2717800"/>
                  </a:lnTo>
                  <a:lnTo>
                    <a:pt x="1655406" y="2730500"/>
                  </a:lnTo>
                  <a:lnTo>
                    <a:pt x="1680464" y="2730500"/>
                  </a:lnTo>
                  <a:lnTo>
                    <a:pt x="1680464" y="2717800"/>
                  </a:lnTo>
                  <a:close/>
                </a:path>
                <a:path w="2082800" h="2730500">
                  <a:moveTo>
                    <a:pt x="1617814" y="2717800"/>
                  </a:moveTo>
                  <a:lnTo>
                    <a:pt x="1592745" y="2717800"/>
                  </a:lnTo>
                  <a:lnTo>
                    <a:pt x="1592745" y="2730500"/>
                  </a:lnTo>
                  <a:lnTo>
                    <a:pt x="1617814" y="2730500"/>
                  </a:lnTo>
                  <a:lnTo>
                    <a:pt x="1617814" y="2717800"/>
                  </a:lnTo>
                  <a:close/>
                </a:path>
                <a:path w="2082800" h="2730500">
                  <a:moveTo>
                    <a:pt x="1555153" y="2717800"/>
                  </a:moveTo>
                  <a:lnTo>
                    <a:pt x="1530096" y="2717800"/>
                  </a:lnTo>
                  <a:lnTo>
                    <a:pt x="1530096" y="2730500"/>
                  </a:lnTo>
                  <a:lnTo>
                    <a:pt x="1555153" y="2730500"/>
                  </a:lnTo>
                  <a:lnTo>
                    <a:pt x="1555153" y="2717800"/>
                  </a:lnTo>
                  <a:close/>
                </a:path>
                <a:path w="2082800" h="2730500">
                  <a:moveTo>
                    <a:pt x="1492504" y="2717800"/>
                  </a:moveTo>
                  <a:lnTo>
                    <a:pt x="1467446" y="2717800"/>
                  </a:lnTo>
                  <a:lnTo>
                    <a:pt x="1467446" y="2730500"/>
                  </a:lnTo>
                  <a:lnTo>
                    <a:pt x="1492504" y="2730500"/>
                  </a:lnTo>
                  <a:lnTo>
                    <a:pt x="1492504" y="2717800"/>
                  </a:lnTo>
                  <a:close/>
                </a:path>
                <a:path w="2082800" h="2730500">
                  <a:moveTo>
                    <a:pt x="1429854" y="2717800"/>
                  </a:moveTo>
                  <a:lnTo>
                    <a:pt x="1404785" y="2717800"/>
                  </a:lnTo>
                  <a:lnTo>
                    <a:pt x="1404785" y="2730500"/>
                  </a:lnTo>
                  <a:lnTo>
                    <a:pt x="1429854" y="2730500"/>
                  </a:lnTo>
                  <a:lnTo>
                    <a:pt x="1429854" y="2717800"/>
                  </a:lnTo>
                  <a:close/>
                </a:path>
                <a:path w="2082800" h="2730500">
                  <a:moveTo>
                    <a:pt x="1367193" y="2717800"/>
                  </a:moveTo>
                  <a:lnTo>
                    <a:pt x="1342136" y="2717800"/>
                  </a:lnTo>
                  <a:lnTo>
                    <a:pt x="1342136" y="2730500"/>
                  </a:lnTo>
                  <a:lnTo>
                    <a:pt x="1367193" y="2730500"/>
                  </a:lnTo>
                  <a:lnTo>
                    <a:pt x="1367193" y="2717800"/>
                  </a:lnTo>
                  <a:close/>
                </a:path>
                <a:path w="2082800" h="2730500">
                  <a:moveTo>
                    <a:pt x="1304544" y="2717800"/>
                  </a:moveTo>
                  <a:lnTo>
                    <a:pt x="1279486" y="2717800"/>
                  </a:lnTo>
                  <a:lnTo>
                    <a:pt x="1279486" y="2730500"/>
                  </a:lnTo>
                  <a:lnTo>
                    <a:pt x="1304544" y="2730500"/>
                  </a:lnTo>
                  <a:lnTo>
                    <a:pt x="1304544" y="2717800"/>
                  </a:lnTo>
                  <a:close/>
                </a:path>
                <a:path w="2082800" h="2730500">
                  <a:moveTo>
                    <a:pt x="1241894" y="2717800"/>
                  </a:moveTo>
                  <a:lnTo>
                    <a:pt x="1216825" y="2717800"/>
                  </a:lnTo>
                  <a:lnTo>
                    <a:pt x="1216825" y="2730500"/>
                  </a:lnTo>
                  <a:lnTo>
                    <a:pt x="1241894" y="2730500"/>
                  </a:lnTo>
                  <a:lnTo>
                    <a:pt x="1241894" y="2717800"/>
                  </a:lnTo>
                  <a:close/>
                </a:path>
                <a:path w="2082800" h="2730500">
                  <a:moveTo>
                    <a:pt x="1179233" y="2717800"/>
                  </a:moveTo>
                  <a:lnTo>
                    <a:pt x="1154176" y="2717800"/>
                  </a:lnTo>
                  <a:lnTo>
                    <a:pt x="1154176" y="2730500"/>
                  </a:lnTo>
                  <a:lnTo>
                    <a:pt x="1179233" y="2730500"/>
                  </a:lnTo>
                  <a:lnTo>
                    <a:pt x="1179233" y="2717800"/>
                  </a:lnTo>
                  <a:close/>
                </a:path>
                <a:path w="2082800" h="2730500">
                  <a:moveTo>
                    <a:pt x="1116584" y="2717800"/>
                  </a:moveTo>
                  <a:lnTo>
                    <a:pt x="1091526" y="2717800"/>
                  </a:lnTo>
                  <a:lnTo>
                    <a:pt x="1091526" y="2730500"/>
                  </a:lnTo>
                  <a:lnTo>
                    <a:pt x="1116584" y="2730500"/>
                  </a:lnTo>
                  <a:lnTo>
                    <a:pt x="1116584" y="2717800"/>
                  </a:lnTo>
                  <a:close/>
                </a:path>
                <a:path w="2082800" h="2730500">
                  <a:moveTo>
                    <a:pt x="1053934" y="2717800"/>
                  </a:moveTo>
                  <a:lnTo>
                    <a:pt x="1028865" y="2717800"/>
                  </a:lnTo>
                  <a:lnTo>
                    <a:pt x="1028865" y="2730500"/>
                  </a:lnTo>
                  <a:lnTo>
                    <a:pt x="1053934" y="2730500"/>
                  </a:lnTo>
                  <a:lnTo>
                    <a:pt x="1053934" y="2717800"/>
                  </a:lnTo>
                  <a:close/>
                </a:path>
                <a:path w="2082800" h="2730500">
                  <a:moveTo>
                    <a:pt x="991273" y="2717800"/>
                  </a:moveTo>
                  <a:lnTo>
                    <a:pt x="966216" y="2717800"/>
                  </a:lnTo>
                  <a:lnTo>
                    <a:pt x="966216" y="2730500"/>
                  </a:lnTo>
                  <a:lnTo>
                    <a:pt x="991273" y="2730500"/>
                  </a:lnTo>
                  <a:lnTo>
                    <a:pt x="991273" y="2717800"/>
                  </a:lnTo>
                  <a:close/>
                </a:path>
                <a:path w="2082800" h="2730500">
                  <a:moveTo>
                    <a:pt x="928624" y="2717800"/>
                  </a:moveTo>
                  <a:lnTo>
                    <a:pt x="903566" y="2717800"/>
                  </a:lnTo>
                  <a:lnTo>
                    <a:pt x="903566" y="2730500"/>
                  </a:lnTo>
                  <a:lnTo>
                    <a:pt x="928624" y="2730500"/>
                  </a:lnTo>
                  <a:lnTo>
                    <a:pt x="928624" y="2717800"/>
                  </a:lnTo>
                  <a:close/>
                </a:path>
                <a:path w="2082800" h="2730500">
                  <a:moveTo>
                    <a:pt x="865974" y="2717800"/>
                  </a:moveTo>
                  <a:lnTo>
                    <a:pt x="840905" y="2717800"/>
                  </a:lnTo>
                  <a:lnTo>
                    <a:pt x="840905" y="2730500"/>
                  </a:lnTo>
                  <a:lnTo>
                    <a:pt x="865974" y="2730500"/>
                  </a:lnTo>
                  <a:lnTo>
                    <a:pt x="865974" y="2717800"/>
                  </a:lnTo>
                  <a:close/>
                </a:path>
                <a:path w="2082800" h="2730500">
                  <a:moveTo>
                    <a:pt x="803313" y="2717800"/>
                  </a:moveTo>
                  <a:lnTo>
                    <a:pt x="778256" y="2717800"/>
                  </a:lnTo>
                  <a:lnTo>
                    <a:pt x="778256" y="2730500"/>
                  </a:lnTo>
                  <a:lnTo>
                    <a:pt x="803313" y="2730500"/>
                  </a:lnTo>
                  <a:lnTo>
                    <a:pt x="803313" y="2717800"/>
                  </a:lnTo>
                  <a:close/>
                </a:path>
                <a:path w="2082800" h="2730500">
                  <a:moveTo>
                    <a:pt x="740664" y="2717800"/>
                  </a:moveTo>
                  <a:lnTo>
                    <a:pt x="715606" y="2717800"/>
                  </a:lnTo>
                  <a:lnTo>
                    <a:pt x="715606" y="2730500"/>
                  </a:lnTo>
                  <a:lnTo>
                    <a:pt x="740664" y="2730500"/>
                  </a:lnTo>
                  <a:lnTo>
                    <a:pt x="740664" y="2717800"/>
                  </a:lnTo>
                  <a:close/>
                </a:path>
                <a:path w="2082800" h="2730500">
                  <a:moveTo>
                    <a:pt x="678014" y="2717800"/>
                  </a:moveTo>
                  <a:lnTo>
                    <a:pt x="652945" y="2717800"/>
                  </a:lnTo>
                  <a:lnTo>
                    <a:pt x="652945" y="2730500"/>
                  </a:lnTo>
                  <a:lnTo>
                    <a:pt x="678014" y="2730500"/>
                  </a:lnTo>
                  <a:lnTo>
                    <a:pt x="678014" y="2717800"/>
                  </a:lnTo>
                  <a:close/>
                </a:path>
                <a:path w="2082800" h="2730500">
                  <a:moveTo>
                    <a:pt x="615353" y="2717800"/>
                  </a:moveTo>
                  <a:lnTo>
                    <a:pt x="590296" y="2717800"/>
                  </a:lnTo>
                  <a:lnTo>
                    <a:pt x="590296" y="2730500"/>
                  </a:lnTo>
                  <a:lnTo>
                    <a:pt x="615353" y="2730500"/>
                  </a:lnTo>
                  <a:lnTo>
                    <a:pt x="615353" y="2717800"/>
                  </a:lnTo>
                  <a:close/>
                </a:path>
                <a:path w="2082800" h="2730500">
                  <a:moveTo>
                    <a:pt x="552704" y="2717800"/>
                  </a:moveTo>
                  <a:lnTo>
                    <a:pt x="527646" y="2717800"/>
                  </a:lnTo>
                  <a:lnTo>
                    <a:pt x="527646" y="2730500"/>
                  </a:lnTo>
                  <a:lnTo>
                    <a:pt x="552704" y="2730500"/>
                  </a:lnTo>
                  <a:lnTo>
                    <a:pt x="552704" y="2717800"/>
                  </a:lnTo>
                  <a:close/>
                </a:path>
                <a:path w="2082800" h="2730500">
                  <a:moveTo>
                    <a:pt x="490054" y="2717800"/>
                  </a:moveTo>
                  <a:lnTo>
                    <a:pt x="464985" y="2717800"/>
                  </a:lnTo>
                  <a:lnTo>
                    <a:pt x="464985" y="2730500"/>
                  </a:lnTo>
                  <a:lnTo>
                    <a:pt x="490054" y="2730500"/>
                  </a:lnTo>
                  <a:lnTo>
                    <a:pt x="490054" y="2717800"/>
                  </a:lnTo>
                  <a:close/>
                </a:path>
                <a:path w="2082800" h="2730500">
                  <a:moveTo>
                    <a:pt x="427393" y="2717800"/>
                  </a:moveTo>
                  <a:lnTo>
                    <a:pt x="402336" y="2717800"/>
                  </a:lnTo>
                  <a:lnTo>
                    <a:pt x="402336" y="2730500"/>
                  </a:lnTo>
                  <a:lnTo>
                    <a:pt x="427393" y="2730500"/>
                  </a:lnTo>
                  <a:lnTo>
                    <a:pt x="427393" y="2717800"/>
                  </a:lnTo>
                  <a:close/>
                </a:path>
                <a:path w="2082800" h="2730500">
                  <a:moveTo>
                    <a:pt x="364744" y="2717800"/>
                  </a:moveTo>
                  <a:lnTo>
                    <a:pt x="339686" y="2717800"/>
                  </a:lnTo>
                  <a:lnTo>
                    <a:pt x="339686" y="2730500"/>
                  </a:lnTo>
                  <a:lnTo>
                    <a:pt x="364744" y="2730500"/>
                  </a:lnTo>
                  <a:lnTo>
                    <a:pt x="364744" y="2717800"/>
                  </a:lnTo>
                  <a:close/>
                </a:path>
                <a:path w="2082800" h="2730500">
                  <a:moveTo>
                    <a:pt x="302094" y="2717800"/>
                  </a:moveTo>
                  <a:lnTo>
                    <a:pt x="277025" y="2717800"/>
                  </a:lnTo>
                  <a:lnTo>
                    <a:pt x="277025" y="2730500"/>
                  </a:lnTo>
                  <a:lnTo>
                    <a:pt x="302094" y="2730500"/>
                  </a:lnTo>
                  <a:lnTo>
                    <a:pt x="302094" y="2717800"/>
                  </a:lnTo>
                  <a:close/>
                </a:path>
                <a:path w="2082800" h="2730500">
                  <a:moveTo>
                    <a:pt x="239433" y="2717800"/>
                  </a:moveTo>
                  <a:lnTo>
                    <a:pt x="214376" y="2717800"/>
                  </a:lnTo>
                  <a:lnTo>
                    <a:pt x="214376" y="2730500"/>
                  </a:lnTo>
                  <a:lnTo>
                    <a:pt x="239433" y="2730500"/>
                  </a:lnTo>
                  <a:lnTo>
                    <a:pt x="239433" y="2717800"/>
                  </a:lnTo>
                  <a:close/>
                </a:path>
                <a:path w="2082800" h="2730500">
                  <a:moveTo>
                    <a:pt x="176784" y="2717800"/>
                  </a:moveTo>
                  <a:lnTo>
                    <a:pt x="151726" y="2717800"/>
                  </a:lnTo>
                  <a:lnTo>
                    <a:pt x="151726" y="2730500"/>
                  </a:lnTo>
                  <a:lnTo>
                    <a:pt x="176784" y="2730500"/>
                  </a:lnTo>
                  <a:lnTo>
                    <a:pt x="176784" y="2717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4" name="object 1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6889" y="2140293"/>
              <a:ext cx="2101608" cy="301967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03200" y="2514600"/>
              <a:ext cx="1866900" cy="787400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28600" y="3365500"/>
              <a:ext cx="1866900" cy="736600"/>
            </a:xfrm>
            <a:prstGeom prst="rect">
              <a:avLst/>
            </a:prstGeom>
          </p:spPr>
        </p:pic>
      </p:grpSp>
      <p:sp>
        <p:nvSpPr>
          <p:cNvPr id="137" name="object 137"/>
          <p:cNvSpPr/>
          <p:nvPr/>
        </p:nvSpPr>
        <p:spPr>
          <a:xfrm>
            <a:off x="9200324" y="915837"/>
            <a:ext cx="19685" cy="38100"/>
          </a:xfrm>
          <a:custGeom>
            <a:avLst/>
            <a:gdLst/>
            <a:ahLst/>
            <a:cxnLst/>
            <a:rect l="l" t="t" r="r" b="b"/>
            <a:pathLst>
              <a:path w="19684" h="38100">
                <a:moveTo>
                  <a:pt x="19292" y="38049"/>
                </a:moveTo>
                <a:lnTo>
                  <a:pt x="241" y="38049"/>
                </a:lnTo>
                <a:lnTo>
                  <a:pt x="0" y="0"/>
                </a:lnTo>
                <a:lnTo>
                  <a:pt x="19050" y="0"/>
                </a:lnTo>
                <a:lnTo>
                  <a:pt x="19292" y="38049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9200946" y="1010947"/>
            <a:ext cx="19685" cy="76200"/>
          </a:xfrm>
          <a:custGeom>
            <a:avLst/>
            <a:gdLst/>
            <a:ahLst/>
            <a:cxnLst/>
            <a:rect l="l" t="t" r="r" b="b"/>
            <a:pathLst>
              <a:path w="19684" h="76200">
                <a:moveTo>
                  <a:pt x="19533" y="76072"/>
                </a:moveTo>
                <a:lnTo>
                  <a:pt x="482" y="76072"/>
                </a:lnTo>
                <a:lnTo>
                  <a:pt x="0" y="0"/>
                </a:lnTo>
                <a:lnTo>
                  <a:pt x="19038" y="0"/>
                </a:lnTo>
                <a:lnTo>
                  <a:pt x="19533" y="76072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9201797" y="1144082"/>
            <a:ext cx="19685" cy="76200"/>
          </a:xfrm>
          <a:custGeom>
            <a:avLst/>
            <a:gdLst/>
            <a:ahLst/>
            <a:cxnLst/>
            <a:rect l="l" t="t" r="r" b="b"/>
            <a:pathLst>
              <a:path w="19684" h="76200">
                <a:moveTo>
                  <a:pt x="19546" y="76085"/>
                </a:moveTo>
                <a:lnTo>
                  <a:pt x="495" y="76085"/>
                </a:lnTo>
                <a:lnTo>
                  <a:pt x="0" y="0"/>
                </a:lnTo>
                <a:lnTo>
                  <a:pt x="19050" y="0"/>
                </a:lnTo>
                <a:lnTo>
                  <a:pt x="19546" y="76085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9202661" y="1277228"/>
            <a:ext cx="19685" cy="76200"/>
          </a:xfrm>
          <a:custGeom>
            <a:avLst/>
            <a:gdLst/>
            <a:ahLst/>
            <a:cxnLst/>
            <a:rect l="l" t="t" r="r" b="b"/>
            <a:pathLst>
              <a:path w="19684" h="76200">
                <a:moveTo>
                  <a:pt x="19546" y="76085"/>
                </a:moveTo>
                <a:lnTo>
                  <a:pt x="495" y="76085"/>
                </a:lnTo>
                <a:lnTo>
                  <a:pt x="0" y="0"/>
                </a:lnTo>
                <a:lnTo>
                  <a:pt x="19050" y="0"/>
                </a:lnTo>
                <a:lnTo>
                  <a:pt x="19546" y="76085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9203525" y="1410375"/>
            <a:ext cx="19685" cy="76200"/>
          </a:xfrm>
          <a:custGeom>
            <a:avLst/>
            <a:gdLst/>
            <a:ahLst/>
            <a:cxnLst/>
            <a:rect l="l" t="t" r="r" b="b"/>
            <a:pathLst>
              <a:path w="19684" h="76200">
                <a:moveTo>
                  <a:pt x="19546" y="76085"/>
                </a:moveTo>
                <a:lnTo>
                  <a:pt x="495" y="76085"/>
                </a:lnTo>
                <a:lnTo>
                  <a:pt x="0" y="0"/>
                </a:lnTo>
                <a:lnTo>
                  <a:pt x="19050" y="0"/>
                </a:lnTo>
                <a:lnTo>
                  <a:pt x="19546" y="76085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9204388" y="1543522"/>
            <a:ext cx="19685" cy="76200"/>
          </a:xfrm>
          <a:custGeom>
            <a:avLst/>
            <a:gdLst/>
            <a:ahLst/>
            <a:cxnLst/>
            <a:rect l="l" t="t" r="r" b="b"/>
            <a:pathLst>
              <a:path w="19684" h="76200">
                <a:moveTo>
                  <a:pt x="19546" y="76085"/>
                </a:moveTo>
                <a:lnTo>
                  <a:pt x="495" y="76085"/>
                </a:lnTo>
                <a:lnTo>
                  <a:pt x="0" y="0"/>
                </a:lnTo>
                <a:lnTo>
                  <a:pt x="19050" y="0"/>
                </a:lnTo>
                <a:lnTo>
                  <a:pt x="19546" y="76085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9205252" y="1676669"/>
            <a:ext cx="19685" cy="76200"/>
          </a:xfrm>
          <a:custGeom>
            <a:avLst/>
            <a:gdLst/>
            <a:ahLst/>
            <a:cxnLst/>
            <a:rect l="l" t="t" r="r" b="b"/>
            <a:pathLst>
              <a:path w="19684" h="76200">
                <a:moveTo>
                  <a:pt x="19546" y="76085"/>
                </a:moveTo>
                <a:lnTo>
                  <a:pt x="495" y="76085"/>
                </a:lnTo>
                <a:lnTo>
                  <a:pt x="0" y="0"/>
                </a:lnTo>
                <a:lnTo>
                  <a:pt x="19050" y="0"/>
                </a:lnTo>
                <a:lnTo>
                  <a:pt x="19546" y="76085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9206115" y="1809816"/>
            <a:ext cx="19685" cy="76200"/>
          </a:xfrm>
          <a:custGeom>
            <a:avLst/>
            <a:gdLst/>
            <a:ahLst/>
            <a:cxnLst/>
            <a:rect l="l" t="t" r="r" b="b"/>
            <a:pathLst>
              <a:path w="19684" h="76200">
                <a:moveTo>
                  <a:pt x="19546" y="76072"/>
                </a:moveTo>
                <a:lnTo>
                  <a:pt x="495" y="76072"/>
                </a:lnTo>
                <a:lnTo>
                  <a:pt x="0" y="0"/>
                </a:lnTo>
                <a:lnTo>
                  <a:pt x="19050" y="0"/>
                </a:lnTo>
                <a:lnTo>
                  <a:pt x="19546" y="76072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9206979" y="1942962"/>
            <a:ext cx="19685" cy="76200"/>
          </a:xfrm>
          <a:custGeom>
            <a:avLst/>
            <a:gdLst/>
            <a:ahLst/>
            <a:cxnLst/>
            <a:rect l="l" t="t" r="r" b="b"/>
            <a:pathLst>
              <a:path w="19684" h="76200">
                <a:moveTo>
                  <a:pt x="19546" y="76073"/>
                </a:moveTo>
                <a:lnTo>
                  <a:pt x="495" y="76073"/>
                </a:lnTo>
                <a:lnTo>
                  <a:pt x="0" y="0"/>
                </a:lnTo>
                <a:lnTo>
                  <a:pt x="19050" y="0"/>
                </a:lnTo>
                <a:lnTo>
                  <a:pt x="19546" y="76073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9207842" y="2076096"/>
            <a:ext cx="19685" cy="76200"/>
          </a:xfrm>
          <a:custGeom>
            <a:avLst/>
            <a:gdLst/>
            <a:ahLst/>
            <a:cxnLst/>
            <a:rect l="l" t="t" r="r" b="b"/>
            <a:pathLst>
              <a:path w="19684" h="76200">
                <a:moveTo>
                  <a:pt x="19533" y="76085"/>
                </a:moveTo>
                <a:lnTo>
                  <a:pt x="495" y="76085"/>
                </a:lnTo>
                <a:lnTo>
                  <a:pt x="0" y="0"/>
                </a:lnTo>
                <a:lnTo>
                  <a:pt x="19050" y="0"/>
                </a:lnTo>
                <a:lnTo>
                  <a:pt x="19533" y="76085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9208706" y="2209243"/>
            <a:ext cx="19685" cy="76200"/>
          </a:xfrm>
          <a:custGeom>
            <a:avLst/>
            <a:gdLst/>
            <a:ahLst/>
            <a:cxnLst/>
            <a:rect l="l" t="t" r="r" b="b"/>
            <a:pathLst>
              <a:path w="19684" h="76200">
                <a:moveTo>
                  <a:pt x="19533" y="76085"/>
                </a:moveTo>
                <a:lnTo>
                  <a:pt x="482" y="76085"/>
                </a:lnTo>
                <a:lnTo>
                  <a:pt x="0" y="0"/>
                </a:lnTo>
                <a:lnTo>
                  <a:pt x="19050" y="0"/>
                </a:lnTo>
                <a:lnTo>
                  <a:pt x="19533" y="76085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9209570" y="2342390"/>
            <a:ext cx="19685" cy="76200"/>
          </a:xfrm>
          <a:custGeom>
            <a:avLst/>
            <a:gdLst/>
            <a:ahLst/>
            <a:cxnLst/>
            <a:rect l="l" t="t" r="r" b="b"/>
            <a:pathLst>
              <a:path w="19684" h="76200">
                <a:moveTo>
                  <a:pt x="19533" y="76085"/>
                </a:moveTo>
                <a:lnTo>
                  <a:pt x="482" y="76085"/>
                </a:lnTo>
                <a:lnTo>
                  <a:pt x="0" y="0"/>
                </a:lnTo>
                <a:lnTo>
                  <a:pt x="19038" y="0"/>
                </a:lnTo>
                <a:lnTo>
                  <a:pt x="19533" y="76085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9210420" y="2475537"/>
            <a:ext cx="19685" cy="76200"/>
          </a:xfrm>
          <a:custGeom>
            <a:avLst/>
            <a:gdLst/>
            <a:ahLst/>
            <a:cxnLst/>
            <a:rect l="l" t="t" r="r" b="b"/>
            <a:pathLst>
              <a:path w="19684" h="76200">
                <a:moveTo>
                  <a:pt x="19546" y="76085"/>
                </a:moveTo>
                <a:lnTo>
                  <a:pt x="495" y="76085"/>
                </a:lnTo>
                <a:lnTo>
                  <a:pt x="0" y="0"/>
                </a:lnTo>
                <a:lnTo>
                  <a:pt x="19050" y="0"/>
                </a:lnTo>
                <a:lnTo>
                  <a:pt x="19546" y="76085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9211284" y="2608684"/>
            <a:ext cx="19685" cy="76200"/>
          </a:xfrm>
          <a:custGeom>
            <a:avLst/>
            <a:gdLst/>
            <a:ahLst/>
            <a:cxnLst/>
            <a:rect l="l" t="t" r="r" b="b"/>
            <a:pathLst>
              <a:path w="19684" h="76200">
                <a:moveTo>
                  <a:pt x="19546" y="76085"/>
                </a:moveTo>
                <a:lnTo>
                  <a:pt x="495" y="76085"/>
                </a:lnTo>
                <a:lnTo>
                  <a:pt x="0" y="0"/>
                </a:lnTo>
                <a:lnTo>
                  <a:pt x="19050" y="0"/>
                </a:lnTo>
                <a:lnTo>
                  <a:pt x="19546" y="76085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9212148" y="2741830"/>
            <a:ext cx="19685" cy="76200"/>
          </a:xfrm>
          <a:custGeom>
            <a:avLst/>
            <a:gdLst/>
            <a:ahLst/>
            <a:cxnLst/>
            <a:rect l="l" t="t" r="r" b="b"/>
            <a:pathLst>
              <a:path w="19684" h="76200">
                <a:moveTo>
                  <a:pt x="19546" y="76073"/>
                </a:moveTo>
                <a:lnTo>
                  <a:pt x="495" y="76073"/>
                </a:lnTo>
                <a:lnTo>
                  <a:pt x="0" y="0"/>
                </a:lnTo>
                <a:lnTo>
                  <a:pt x="19050" y="0"/>
                </a:lnTo>
                <a:lnTo>
                  <a:pt x="19546" y="76073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9213012" y="2874977"/>
            <a:ext cx="19685" cy="76200"/>
          </a:xfrm>
          <a:custGeom>
            <a:avLst/>
            <a:gdLst/>
            <a:ahLst/>
            <a:cxnLst/>
            <a:rect l="l" t="t" r="r" b="b"/>
            <a:pathLst>
              <a:path w="19684" h="76200">
                <a:moveTo>
                  <a:pt x="19546" y="76072"/>
                </a:moveTo>
                <a:lnTo>
                  <a:pt x="495" y="76072"/>
                </a:lnTo>
                <a:lnTo>
                  <a:pt x="0" y="0"/>
                </a:lnTo>
                <a:lnTo>
                  <a:pt x="19050" y="0"/>
                </a:lnTo>
                <a:lnTo>
                  <a:pt x="19546" y="76072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9213875" y="3008111"/>
            <a:ext cx="19685" cy="76200"/>
          </a:xfrm>
          <a:custGeom>
            <a:avLst/>
            <a:gdLst/>
            <a:ahLst/>
            <a:cxnLst/>
            <a:rect l="l" t="t" r="r" b="b"/>
            <a:pathLst>
              <a:path w="19684" h="76200">
                <a:moveTo>
                  <a:pt x="19546" y="76085"/>
                </a:moveTo>
                <a:lnTo>
                  <a:pt x="495" y="76085"/>
                </a:lnTo>
                <a:lnTo>
                  <a:pt x="0" y="0"/>
                </a:lnTo>
                <a:lnTo>
                  <a:pt x="19050" y="0"/>
                </a:lnTo>
                <a:lnTo>
                  <a:pt x="19546" y="76085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9214739" y="3141258"/>
            <a:ext cx="19685" cy="76200"/>
          </a:xfrm>
          <a:custGeom>
            <a:avLst/>
            <a:gdLst/>
            <a:ahLst/>
            <a:cxnLst/>
            <a:rect l="l" t="t" r="r" b="b"/>
            <a:pathLst>
              <a:path w="19684" h="76200">
                <a:moveTo>
                  <a:pt x="19546" y="76085"/>
                </a:moveTo>
                <a:lnTo>
                  <a:pt x="495" y="76085"/>
                </a:lnTo>
                <a:lnTo>
                  <a:pt x="0" y="0"/>
                </a:lnTo>
                <a:lnTo>
                  <a:pt x="19050" y="0"/>
                </a:lnTo>
                <a:lnTo>
                  <a:pt x="19546" y="76085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9215602" y="3274405"/>
            <a:ext cx="19685" cy="76200"/>
          </a:xfrm>
          <a:custGeom>
            <a:avLst/>
            <a:gdLst/>
            <a:ahLst/>
            <a:cxnLst/>
            <a:rect l="l" t="t" r="r" b="b"/>
            <a:pathLst>
              <a:path w="19684" h="76200">
                <a:moveTo>
                  <a:pt x="19546" y="76085"/>
                </a:moveTo>
                <a:lnTo>
                  <a:pt x="495" y="76085"/>
                </a:lnTo>
                <a:lnTo>
                  <a:pt x="0" y="0"/>
                </a:lnTo>
                <a:lnTo>
                  <a:pt x="19050" y="0"/>
                </a:lnTo>
                <a:lnTo>
                  <a:pt x="19546" y="76085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9216466" y="3407552"/>
            <a:ext cx="19685" cy="76200"/>
          </a:xfrm>
          <a:custGeom>
            <a:avLst/>
            <a:gdLst/>
            <a:ahLst/>
            <a:cxnLst/>
            <a:rect l="l" t="t" r="r" b="b"/>
            <a:pathLst>
              <a:path w="19684" h="76200">
                <a:moveTo>
                  <a:pt x="19546" y="76085"/>
                </a:moveTo>
                <a:lnTo>
                  <a:pt x="495" y="76085"/>
                </a:lnTo>
                <a:lnTo>
                  <a:pt x="0" y="0"/>
                </a:lnTo>
                <a:lnTo>
                  <a:pt x="19050" y="0"/>
                </a:lnTo>
                <a:lnTo>
                  <a:pt x="19546" y="76085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9217329" y="3540698"/>
            <a:ext cx="19685" cy="76200"/>
          </a:xfrm>
          <a:custGeom>
            <a:avLst/>
            <a:gdLst/>
            <a:ahLst/>
            <a:cxnLst/>
            <a:rect l="l" t="t" r="r" b="b"/>
            <a:pathLst>
              <a:path w="19684" h="76200">
                <a:moveTo>
                  <a:pt x="19533" y="76085"/>
                </a:moveTo>
                <a:lnTo>
                  <a:pt x="482" y="76085"/>
                </a:lnTo>
                <a:lnTo>
                  <a:pt x="0" y="0"/>
                </a:lnTo>
                <a:lnTo>
                  <a:pt x="19050" y="0"/>
                </a:lnTo>
                <a:lnTo>
                  <a:pt x="19533" y="76085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9218193" y="3673845"/>
            <a:ext cx="19685" cy="76200"/>
          </a:xfrm>
          <a:custGeom>
            <a:avLst/>
            <a:gdLst/>
            <a:ahLst/>
            <a:cxnLst/>
            <a:rect l="l" t="t" r="r" b="b"/>
            <a:pathLst>
              <a:path w="19684" h="76200">
                <a:moveTo>
                  <a:pt x="19533" y="76085"/>
                </a:moveTo>
                <a:lnTo>
                  <a:pt x="482" y="76085"/>
                </a:lnTo>
                <a:lnTo>
                  <a:pt x="0" y="0"/>
                </a:lnTo>
                <a:lnTo>
                  <a:pt x="19050" y="0"/>
                </a:lnTo>
                <a:lnTo>
                  <a:pt x="19533" y="76085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9219044" y="3806992"/>
            <a:ext cx="19685" cy="76200"/>
          </a:xfrm>
          <a:custGeom>
            <a:avLst/>
            <a:gdLst/>
            <a:ahLst/>
            <a:cxnLst/>
            <a:rect l="l" t="t" r="r" b="b"/>
            <a:pathLst>
              <a:path w="19684" h="76200">
                <a:moveTo>
                  <a:pt x="19546" y="76073"/>
                </a:moveTo>
                <a:lnTo>
                  <a:pt x="495" y="76073"/>
                </a:lnTo>
                <a:lnTo>
                  <a:pt x="0" y="0"/>
                </a:lnTo>
                <a:lnTo>
                  <a:pt x="19050" y="0"/>
                </a:lnTo>
                <a:lnTo>
                  <a:pt x="19546" y="76073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9219907" y="3940126"/>
            <a:ext cx="19685" cy="76200"/>
          </a:xfrm>
          <a:custGeom>
            <a:avLst/>
            <a:gdLst/>
            <a:ahLst/>
            <a:cxnLst/>
            <a:rect l="l" t="t" r="r" b="b"/>
            <a:pathLst>
              <a:path w="19684" h="76200">
                <a:moveTo>
                  <a:pt x="19546" y="76085"/>
                </a:moveTo>
                <a:lnTo>
                  <a:pt x="495" y="76085"/>
                </a:lnTo>
                <a:lnTo>
                  <a:pt x="0" y="0"/>
                </a:lnTo>
                <a:lnTo>
                  <a:pt x="19050" y="0"/>
                </a:lnTo>
                <a:lnTo>
                  <a:pt x="19546" y="76085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9220771" y="4073273"/>
            <a:ext cx="19685" cy="76200"/>
          </a:xfrm>
          <a:custGeom>
            <a:avLst/>
            <a:gdLst/>
            <a:ahLst/>
            <a:cxnLst/>
            <a:rect l="l" t="t" r="r" b="b"/>
            <a:pathLst>
              <a:path w="19684" h="76200">
                <a:moveTo>
                  <a:pt x="19546" y="76085"/>
                </a:moveTo>
                <a:lnTo>
                  <a:pt x="495" y="76085"/>
                </a:lnTo>
                <a:lnTo>
                  <a:pt x="0" y="0"/>
                </a:lnTo>
                <a:lnTo>
                  <a:pt x="19050" y="0"/>
                </a:lnTo>
                <a:lnTo>
                  <a:pt x="19546" y="76085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9221634" y="4206420"/>
            <a:ext cx="19685" cy="76200"/>
          </a:xfrm>
          <a:custGeom>
            <a:avLst/>
            <a:gdLst/>
            <a:ahLst/>
            <a:cxnLst/>
            <a:rect l="l" t="t" r="r" b="b"/>
            <a:pathLst>
              <a:path w="19684" h="76200">
                <a:moveTo>
                  <a:pt x="19546" y="76085"/>
                </a:moveTo>
                <a:lnTo>
                  <a:pt x="495" y="76085"/>
                </a:lnTo>
                <a:lnTo>
                  <a:pt x="0" y="0"/>
                </a:lnTo>
                <a:lnTo>
                  <a:pt x="19050" y="0"/>
                </a:lnTo>
                <a:lnTo>
                  <a:pt x="19546" y="76085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9222498" y="4339567"/>
            <a:ext cx="19685" cy="76200"/>
          </a:xfrm>
          <a:custGeom>
            <a:avLst/>
            <a:gdLst/>
            <a:ahLst/>
            <a:cxnLst/>
            <a:rect l="l" t="t" r="r" b="b"/>
            <a:pathLst>
              <a:path w="19684" h="76200">
                <a:moveTo>
                  <a:pt x="19546" y="76085"/>
                </a:moveTo>
                <a:lnTo>
                  <a:pt x="495" y="76085"/>
                </a:lnTo>
                <a:lnTo>
                  <a:pt x="0" y="0"/>
                </a:lnTo>
                <a:lnTo>
                  <a:pt x="19050" y="0"/>
                </a:lnTo>
                <a:lnTo>
                  <a:pt x="19546" y="76085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9223362" y="4472713"/>
            <a:ext cx="19685" cy="76200"/>
          </a:xfrm>
          <a:custGeom>
            <a:avLst/>
            <a:gdLst/>
            <a:ahLst/>
            <a:cxnLst/>
            <a:rect l="l" t="t" r="r" b="b"/>
            <a:pathLst>
              <a:path w="19684" h="76200">
                <a:moveTo>
                  <a:pt x="19546" y="76085"/>
                </a:moveTo>
                <a:lnTo>
                  <a:pt x="495" y="76085"/>
                </a:lnTo>
                <a:lnTo>
                  <a:pt x="0" y="0"/>
                </a:lnTo>
                <a:lnTo>
                  <a:pt x="19050" y="0"/>
                </a:lnTo>
                <a:lnTo>
                  <a:pt x="19546" y="76085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9224226" y="4605860"/>
            <a:ext cx="19685" cy="76200"/>
          </a:xfrm>
          <a:custGeom>
            <a:avLst/>
            <a:gdLst/>
            <a:ahLst/>
            <a:cxnLst/>
            <a:rect l="l" t="t" r="r" b="b"/>
            <a:pathLst>
              <a:path w="19684" h="76200">
                <a:moveTo>
                  <a:pt x="19546" y="76085"/>
                </a:moveTo>
                <a:lnTo>
                  <a:pt x="495" y="76085"/>
                </a:lnTo>
                <a:lnTo>
                  <a:pt x="0" y="0"/>
                </a:lnTo>
                <a:lnTo>
                  <a:pt x="19050" y="0"/>
                </a:lnTo>
                <a:lnTo>
                  <a:pt x="19546" y="76085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9225089" y="4739007"/>
            <a:ext cx="19685" cy="76200"/>
          </a:xfrm>
          <a:custGeom>
            <a:avLst/>
            <a:gdLst/>
            <a:ahLst/>
            <a:cxnLst/>
            <a:rect l="l" t="t" r="r" b="b"/>
            <a:pathLst>
              <a:path w="19684" h="76200">
                <a:moveTo>
                  <a:pt x="19546" y="76073"/>
                </a:moveTo>
                <a:lnTo>
                  <a:pt x="495" y="76073"/>
                </a:lnTo>
                <a:lnTo>
                  <a:pt x="0" y="0"/>
                </a:lnTo>
                <a:lnTo>
                  <a:pt x="19050" y="0"/>
                </a:lnTo>
                <a:lnTo>
                  <a:pt x="19546" y="76073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9225953" y="4872141"/>
            <a:ext cx="19685" cy="38100"/>
          </a:xfrm>
          <a:custGeom>
            <a:avLst/>
            <a:gdLst/>
            <a:ahLst/>
            <a:cxnLst/>
            <a:rect l="l" t="t" r="r" b="b"/>
            <a:pathLst>
              <a:path w="19684" h="38100">
                <a:moveTo>
                  <a:pt x="19292" y="38049"/>
                </a:moveTo>
                <a:lnTo>
                  <a:pt x="241" y="38049"/>
                </a:lnTo>
                <a:lnTo>
                  <a:pt x="0" y="0"/>
                </a:lnTo>
                <a:lnTo>
                  <a:pt x="19050" y="0"/>
                </a:lnTo>
                <a:lnTo>
                  <a:pt x="19292" y="38049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8" name="object 168"/>
          <p:cNvGrpSpPr/>
          <p:nvPr/>
        </p:nvGrpSpPr>
        <p:grpSpPr>
          <a:xfrm>
            <a:off x="4695471" y="900059"/>
            <a:ext cx="4372610" cy="1020444"/>
            <a:chOff x="4695471" y="900059"/>
            <a:chExt cx="4372610" cy="1020444"/>
          </a:xfrm>
        </p:grpSpPr>
        <p:sp>
          <p:nvSpPr>
            <p:cNvPr id="169" name="object 169"/>
            <p:cNvSpPr/>
            <p:nvPr/>
          </p:nvSpPr>
          <p:spPr>
            <a:xfrm>
              <a:off x="4695471" y="900059"/>
              <a:ext cx="4372610" cy="509270"/>
            </a:xfrm>
            <a:custGeom>
              <a:avLst/>
              <a:gdLst/>
              <a:ahLst/>
              <a:cxnLst/>
              <a:rect l="l" t="t" r="r" b="b"/>
              <a:pathLst>
                <a:path w="4372609" h="509269">
                  <a:moveTo>
                    <a:pt x="4372089" y="508838"/>
                  </a:moveTo>
                  <a:lnTo>
                    <a:pt x="0" y="508838"/>
                  </a:lnTo>
                  <a:lnTo>
                    <a:pt x="0" y="0"/>
                  </a:lnTo>
                  <a:lnTo>
                    <a:pt x="4372089" y="0"/>
                  </a:lnTo>
                  <a:lnTo>
                    <a:pt x="4372089" y="508838"/>
                  </a:lnTo>
                  <a:close/>
                </a:path>
              </a:pathLst>
            </a:custGeom>
            <a:solidFill>
              <a:srgbClr val="FBE3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0" name="object 17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3378" y="1446970"/>
              <a:ext cx="518411" cy="473298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4178" y="1446970"/>
              <a:ext cx="416812" cy="371698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11974" y="1446970"/>
              <a:ext cx="518411" cy="473298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62774" y="1446970"/>
              <a:ext cx="416812" cy="371698"/>
            </a:xfrm>
            <a:prstGeom prst="rect">
              <a:avLst/>
            </a:prstGeom>
          </p:spPr>
        </p:pic>
      </p:grpSp>
      <p:pic>
        <p:nvPicPr>
          <p:cNvPr id="174" name="object 17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99632" y="1989794"/>
            <a:ext cx="699363" cy="89204"/>
          </a:xfrm>
          <a:prstGeom prst="rect">
            <a:avLst/>
          </a:prstGeom>
        </p:spPr>
      </p:pic>
      <p:pic>
        <p:nvPicPr>
          <p:cNvPr id="175" name="object 17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39293" y="1994283"/>
            <a:ext cx="540600" cy="257987"/>
          </a:xfrm>
          <a:prstGeom prst="rect">
            <a:avLst/>
          </a:prstGeom>
        </p:spPr>
      </p:pic>
      <p:pic>
        <p:nvPicPr>
          <p:cNvPr id="176" name="object 17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28290" y="1988141"/>
            <a:ext cx="609574" cy="89204"/>
          </a:xfrm>
          <a:prstGeom prst="rect">
            <a:avLst/>
          </a:prstGeom>
        </p:spPr>
      </p:pic>
      <p:grpSp>
        <p:nvGrpSpPr>
          <p:cNvPr id="177" name="object 177"/>
          <p:cNvGrpSpPr/>
          <p:nvPr/>
        </p:nvGrpSpPr>
        <p:grpSpPr>
          <a:xfrm>
            <a:off x="7200682" y="1370734"/>
            <a:ext cx="654685" cy="626110"/>
            <a:chOff x="7200682" y="1370734"/>
            <a:chExt cx="654685" cy="626110"/>
          </a:xfrm>
        </p:grpSpPr>
        <p:pic>
          <p:nvPicPr>
            <p:cNvPr id="178" name="object 17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00682" y="1370734"/>
              <a:ext cx="654118" cy="625795"/>
            </a:xfrm>
            <a:prstGeom prst="rect">
              <a:avLst/>
            </a:prstGeom>
          </p:spPr>
        </p:pic>
        <p:pic>
          <p:nvPicPr>
            <p:cNvPr id="179" name="object 17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51482" y="1370738"/>
              <a:ext cx="552513" cy="524192"/>
            </a:xfrm>
            <a:prstGeom prst="rect">
              <a:avLst/>
            </a:prstGeom>
          </p:spPr>
        </p:pic>
      </p:grpSp>
      <p:grpSp>
        <p:nvGrpSpPr>
          <p:cNvPr id="180" name="object 180"/>
          <p:cNvGrpSpPr/>
          <p:nvPr/>
        </p:nvGrpSpPr>
        <p:grpSpPr>
          <a:xfrm>
            <a:off x="8315411" y="1380267"/>
            <a:ext cx="654685" cy="626110"/>
            <a:chOff x="8315411" y="1380267"/>
            <a:chExt cx="654685" cy="626110"/>
          </a:xfrm>
        </p:grpSpPr>
        <p:pic>
          <p:nvPicPr>
            <p:cNvPr id="181" name="object 18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315411" y="1380267"/>
              <a:ext cx="654118" cy="625795"/>
            </a:xfrm>
            <a:prstGeom prst="rect">
              <a:avLst/>
            </a:prstGeom>
          </p:spPr>
        </p:pic>
        <p:pic>
          <p:nvPicPr>
            <p:cNvPr id="182" name="object 18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66211" y="1380271"/>
              <a:ext cx="552513" cy="524192"/>
            </a:xfrm>
            <a:prstGeom prst="rect">
              <a:avLst/>
            </a:prstGeom>
          </p:spPr>
        </p:pic>
      </p:grpSp>
      <p:sp>
        <p:nvSpPr>
          <p:cNvPr id="183" name="object 183"/>
          <p:cNvSpPr/>
          <p:nvPr/>
        </p:nvSpPr>
        <p:spPr>
          <a:xfrm>
            <a:off x="7265872" y="1979505"/>
            <a:ext cx="564515" cy="107314"/>
          </a:xfrm>
          <a:custGeom>
            <a:avLst/>
            <a:gdLst/>
            <a:ahLst/>
            <a:cxnLst/>
            <a:rect l="l" t="t" r="r" b="b"/>
            <a:pathLst>
              <a:path w="564515" h="107314">
                <a:moveTo>
                  <a:pt x="41109" y="10198"/>
                </a:moveTo>
                <a:lnTo>
                  <a:pt x="0" y="10198"/>
                </a:lnTo>
                <a:lnTo>
                  <a:pt x="0" y="96951"/>
                </a:lnTo>
                <a:lnTo>
                  <a:pt x="43548" y="96951"/>
                </a:lnTo>
                <a:lnTo>
                  <a:pt x="49021" y="95910"/>
                </a:lnTo>
                <a:lnTo>
                  <a:pt x="57886" y="91732"/>
                </a:lnTo>
                <a:lnTo>
                  <a:pt x="61226" y="88887"/>
                </a:lnTo>
                <a:lnTo>
                  <a:pt x="65604" y="81953"/>
                </a:lnTo>
                <a:lnTo>
                  <a:pt x="18338" y="81953"/>
                </a:lnTo>
                <a:lnTo>
                  <a:pt x="18338" y="58915"/>
                </a:lnTo>
                <a:lnTo>
                  <a:pt x="62469" y="58915"/>
                </a:lnTo>
                <a:lnTo>
                  <a:pt x="60045" y="56438"/>
                </a:lnTo>
                <a:lnTo>
                  <a:pt x="54254" y="52997"/>
                </a:lnTo>
                <a:lnTo>
                  <a:pt x="51168" y="52070"/>
                </a:lnTo>
                <a:lnTo>
                  <a:pt x="47866" y="51930"/>
                </a:lnTo>
                <a:lnTo>
                  <a:pt x="47866" y="51079"/>
                </a:lnTo>
                <a:lnTo>
                  <a:pt x="50876" y="50406"/>
                </a:lnTo>
                <a:lnTo>
                  <a:pt x="53568" y="49250"/>
                </a:lnTo>
                <a:lnTo>
                  <a:pt x="57559" y="46507"/>
                </a:lnTo>
                <a:lnTo>
                  <a:pt x="18338" y="46507"/>
                </a:lnTo>
                <a:lnTo>
                  <a:pt x="18338" y="25031"/>
                </a:lnTo>
                <a:lnTo>
                  <a:pt x="62676" y="25031"/>
                </a:lnTo>
                <a:lnTo>
                  <a:pt x="62458" y="24257"/>
                </a:lnTo>
                <a:lnTo>
                  <a:pt x="58165" y="17564"/>
                </a:lnTo>
                <a:lnTo>
                  <a:pt x="54965" y="14935"/>
                </a:lnTo>
                <a:lnTo>
                  <a:pt x="46431" y="11150"/>
                </a:lnTo>
                <a:lnTo>
                  <a:pt x="41109" y="10198"/>
                </a:lnTo>
                <a:close/>
              </a:path>
              <a:path w="564515" h="107314">
                <a:moveTo>
                  <a:pt x="62444" y="58915"/>
                </a:moveTo>
                <a:lnTo>
                  <a:pt x="36652" y="58915"/>
                </a:lnTo>
                <a:lnTo>
                  <a:pt x="39179" y="59436"/>
                </a:lnTo>
                <a:lnTo>
                  <a:pt x="43446" y="61531"/>
                </a:lnTo>
                <a:lnTo>
                  <a:pt x="45097" y="62966"/>
                </a:lnTo>
                <a:lnTo>
                  <a:pt x="47409" y="66636"/>
                </a:lnTo>
                <a:lnTo>
                  <a:pt x="47993" y="68757"/>
                </a:lnTo>
                <a:lnTo>
                  <a:pt x="47993" y="74434"/>
                </a:lnTo>
                <a:lnTo>
                  <a:pt x="46812" y="77063"/>
                </a:lnTo>
                <a:lnTo>
                  <a:pt x="42125" y="80987"/>
                </a:lnTo>
                <a:lnTo>
                  <a:pt x="38404" y="81953"/>
                </a:lnTo>
                <a:lnTo>
                  <a:pt x="65604" y="81953"/>
                </a:lnTo>
                <a:lnTo>
                  <a:pt x="65773" y="81686"/>
                </a:lnTo>
                <a:lnTo>
                  <a:pt x="66916" y="77584"/>
                </a:lnTo>
                <a:lnTo>
                  <a:pt x="66916" y="68757"/>
                </a:lnTo>
                <a:lnTo>
                  <a:pt x="66014" y="65036"/>
                </a:lnTo>
                <a:lnTo>
                  <a:pt x="62444" y="58915"/>
                </a:lnTo>
                <a:close/>
              </a:path>
              <a:path w="564515" h="107314">
                <a:moveTo>
                  <a:pt x="62676" y="25031"/>
                </a:moveTo>
                <a:lnTo>
                  <a:pt x="36334" y="25031"/>
                </a:lnTo>
                <a:lnTo>
                  <a:pt x="39471" y="25984"/>
                </a:lnTo>
                <a:lnTo>
                  <a:pt x="43903" y="29832"/>
                </a:lnTo>
                <a:lnTo>
                  <a:pt x="45021" y="32359"/>
                </a:lnTo>
                <a:lnTo>
                  <a:pt x="45021" y="37782"/>
                </a:lnTo>
                <a:lnTo>
                  <a:pt x="44449" y="39738"/>
                </a:lnTo>
                <a:lnTo>
                  <a:pt x="43281" y="41376"/>
                </a:lnTo>
                <a:lnTo>
                  <a:pt x="42151" y="43014"/>
                </a:lnTo>
                <a:lnTo>
                  <a:pt x="40601" y="44284"/>
                </a:lnTo>
                <a:lnTo>
                  <a:pt x="36677" y="46062"/>
                </a:lnTo>
                <a:lnTo>
                  <a:pt x="34442" y="46507"/>
                </a:lnTo>
                <a:lnTo>
                  <a:pt x="57559" y="46507"/>
                </a:lnTo>
                <a:lnTo>
                  <a:pt x="58206" y="46062"/>
                </a:lnTo>
                <a:lnTo>
                  <a:pt x="60147" y="43916"/>
                </a:lnTo>
                <a:lnTo>
                  <a:pt x="62852" y="38811"/>
                </a:lnTo>
                <a:lnTo>
                  <a:pt x="63538" y="35826"/>
                </a:lnTo>
                <a:lnTo>
                  <a:pt x="63538" y="28092"/>
                </a:lnTo>
                <a:lnTo>
                  <a:pt x="62676" y="25031"/>
                </a:lnTo>
                <a:close/>
              </a:path>
              <a:path w="564515" h="107314">
                <a:moveTo>
                  <a:pt x="98424" y="31889"/>
                </a:moveTo>
                <a:lnTo>
                  <a:pt x="80378" y="31889"/>
                </a:lnTo>
                <a:lnTo>
                  <a:pt x="80378" y="96951"/>
                </a:lnTo>
                <a:lnTo>
                  <a:pt x="98424" y="96951"/>
                </a:lnTo>
                <a:lnTo>
                  <a:pt x="98424" y="31889"/>
                </a:lnTo>
                <a:close/>
              </a:path>
              <a:path w="564515" h="107314">
                <a:moveTo>
                  <a:pt x="92125" y="5245"/>
                </a:moveTo>
                <a:lnTo>
                  <a:pt x="86766" y="5245"/>
                </a:lnTo>
                <a:lnTo>
                  <a:pt x="84467" y="6146"/>
                </a:lnTo>
                <a:lnTo>
                  <a:pt x="80644" y="9740"/>
                </a:lnTo>
                <a:lnTo>
                  <a:pt x="79705" y="11874"/>
                </a:lnTo>
                <a:lnTo>
                  <a:pt x="79705" y="16865"/>
                </a:lnTo>
                <a:lnTo>
                  <a:pt x="80644" y="19024"/>
                </a:lnTo>
                <a:lnTo>
                  <a:pt x="82537" y="20828"/>
                </a:lnTo>
                <a:lnTo>
                  <a:pt x="84467" y="22618"/>
                </a:lnTo>
                <a:lnTo>
                  <a:pt x="86766" y="23507"/>
                </a:lnTo>
                <a:lnTo>
                  <a:pt x="92125" y="23507"/>
                </a:lnTo>
                <a:lnTo>
                  <a:pt x="94411" y="22618"/>
                </a:lnTo>
                <a:lnTo>
                  <a:pt x="98221" y="19024"/>
                </a:lnTo>
                <a:lnTo>
                  <a:pt x="99186" y="16865"/>
                </a:lnTo>
                <a:lnTo>
                  <a:pt x="99186" y="11874"/>
                </a:lnTo>
                <a:lnTo>
                  <a:pt x="98221" y="9740"/>
                </a:lnTo>
                <a:lnTo>
                  <a:pt x="96304" y="7962"/>
                </a:lnTo>
                <a:lnTo>
                  <a:pt x="94411" y="6146"/>
                </a:lnTo>
                <a:lnTo>
                  <a:pt x="92125" y="5245"/>
                </a:lnTo>
                <a:close/>
              </a:path>
              <a:path w="564515" h="107314">
                <a:moveTo>
                  <a:pt x="132791" y="10198"/>
                </a:moveTo>
                <a:lnTo>
                  <a:pt x="114744" y="10198"/>
                </a:lnTo>
                <a:lnTo>
                  <a:pt x="114744" y="96951"/>
                </a:lnTo>
                <a:lnTo>
                  <a:pt x="132791" y="96951"/>
                </a:lnTo>
                <a:lnTo>
                  <a:pt x="132791" y="78232"/>
                </a:lnTo>
                <a:lnTo>
                  <a:pt x="131089" y="78232"/>
                </a:lnTo>
                <a:lnTo>
                  <a:pt x="131140" y="56578"/>
                </a:lnTo>
                <a:lnTo>
                  <a:pt x="132791" y="56578"/>
                </a:lnTo>
                <a:lnTo>
                  <a:pt x="132791" y="10198"/>
                </a:lnTo>
                <a:close/>
              </a:path>
              <a:path w="564515" h="107314">
                <a:moveTo>
                  <a:pt x="151188" y="60072"/>
                </a:moveTo>
                <a:lnTo>
                  <a:pt x="147319" y="64592"/>
                </a:lnTo>
                <a:lnTo>
                  <a:pt x="143040" y="64592"/>
                </a:lnTo>
                <a:lnTo>
                  <a:pt x="137675" y="70714"/>
                </a:lnTo>
                <a:lnTo>
                  <a:pt x="155409" y="96951"/>
                </a:lnTo>
                <a:lnTo>
                  <a:pt x="176542" y="96951"/>
                </a:lnTo>
                <a:lnTo>
                  <a:pt x="151188" y="60072"/>
                </a:lnTo>
                <a:close/>
              </a:path>
              <a:path w="564515" h="107314">
                <a:moveTo>
                  <a:pt x="132791" y="56578"/>
                </a:moveTo>
                <a:lnTo>
                  <a:pt x="131140" y="56578"/>
                </a:lnTo>
                <a:lnTo>
                  <a:pt x="131089" y="78232"/>
                </a:lnTo>
                <a:lnTo>
                  <a:pt x="132791" y="76289"/>
                </a:lnTo>
                <a:lnTo>
                  <a:pt x="132791" y="56578"/>
                </a:lnTo>
                <a:close/>
              </a:path>
              <a:path w="564515" h="107314">
                <a:moveTo>
                  <a:pt x="132791" y="76289"/>
                </a:moveTo>
                <a:lnTo>
                  <a:pt x="131089" y="78232"/>
                </a:lnTo>
                <a:lnTo>
                  <a:pt x="132791" y="78232"/>
                </a:lnTo>
                <a:lnTo>
                  <a:pt x="132791" y="76289"/>
                </a:lnTo>
                <a:close/>
              </a:path>
              <a:path w="564515" h="107314">
                <a:moveTo>
                  <a:pt x="175310" y="31889"/>
                </a:moveTo>
                <a:lnTo>
                  <a:pt x="154597" y="31889"/>
                </a:lnTo>
                <a:lnTo>
                  <a:pt x="133769" y="56578"/>
                </a:lnTo>
                <a:lnTo>
                  <a:pt x="132791" y="56578"/>
                </a:lnTo>
                <a:lnTo>
                  <a:pt x="132791" y="76289"/>
                </a:lnTo>
                <a:lnTo>
                  <a:pt x="137675" y="70714"/>
                </a:lnTo>
                <a:lnTo>
                  <a:pt x="136258" y="68618"/>
                </a:lnTo>
                <a:lnTo>
                  <a:pt x="148297" y="55867"/>
                </a:lnTo>
                <a:lnTo>
                  <a:pt x="154787" y="55867"/>
                </a:lnTo>
                <a:lnTo>
                  <a:pt x="175310" y="31889"/>
                </a:lnTo>
                <a:close/>
              </a:path>
              <a:path w="564515" h="107314">
                <a:moveTo>
                  <a:pt x="148297" y="55867"/>
                </a:moveTo>
                <a:lnTo>
                  <a:pt x="136258" y="68618"/>
                </a:lnTo>
                <a:lnTo>
                  <a:pt x="137675" y="70714"/>
                </a:lnTo>
                <a:lnTo>
                  <a:pt x="143040" y="64592"/>
                </a:lnTo>
                <a:lnTo>
                  <a:pt x="147319" y="64592"/>
                </a:lnTo>
                <a:lnTo>
                  <a:pt x="151188" y="60072"/>
                </a:lnTo>
                <a:lnTo>
                  <a:pt x="148297" y="55867"/>
                </a:lnTo>
                <a:close/>
              </a:path>
              <a:path w="564515" h="107314">
                <a:moveTo>
                  <a:pt x="154787" y="55867"/>
                </a:moveTo>
                <a:lnTo>
                  <a:pt x="148297" y="55867"/>
                </a:lnTo>
                <a:lnTo>
                  <a:pt x="151188" y="60072"/>
                </a:lnTo>
                <a:lnTo>
                  <a:pt x="154787" y="55867"/>
                </a:lnTo>
                <a:close/>
              </a:path>
              <a:path w="564515" h="107314">
                <a:moveTo>
                  <a:pt x="216573" y="31038"/>
                </a:moveTo>
                <a:lnTo>
                  <a:pt x="205905" y="31038"/>
                </a:lnTo>
                <a:lnTo>
                  <a:pt x="200342" y="32448"/>
                </a:lnTo>
                <a:lnTo>
                  <a:pt x="180733" y="71577"/>
                </a:lnTo>
                <a:lnTo>
                  <a:pt x="181962" y="77216"/>
                </a:lnTo>
                <a:lnTo>
                  <a:pt x="182029" y="77520"/>
                </a:lnTo>
                <a:lnTo>
                  <a:pt x="206311" y="98221"/>
                </a:lnTo>
                <a:lnTo>
                  <a:pt x="218363" y="98221"/>
                </a:lnTo>
                <a:lnTo>
                  <a:pt x="240438" y="84747"/>
                </a:lnTo>
                <a:lnTo>
                  <a:pt x="210273" y="84747"/>
                </a:lnTo>
                <a:lnTo>
                  <a:pt x="207670" y="84112"/>
                </a:lnTo>
                <a:lnTo>
                  <a:pt x="203263" y="81572"/>
                </a:lnTo>
                <a:lnTo>
                  <a:pt x="201548" y="79768"/>
                </a:lnTo>
                <a:lnTo>
                  <a:pt x="199148" y="75082"/>
                </a:lnTo>
                <a:lnTo>
                  <a:pt x="198564" y="72301"/>
                </a:lnTo>
                <a:lnTo>
                  <a:pt x="198569" y="69037"/>
                </a:lnTo>
                <a:lnTo>
                  <a:pt x="187934" y="69037"/>
                </a:lnTo>
                <a:lnTo>
                  <a:pt x="187934" y="57861"/>
                </a:lnTo>
                <a:lnTo>
                  <a:pt x="198586" y="57861"/>
                </a:lnTo>
                <a:lnTo>
                  <a:pt x="198589" y="55880"/>
                </a:lnTo>
                <a:lnTo>
                  <a:pt x="199153" y="53721"/>
                </a:lnTo>
                <a:lnTo>
                  <a:pt x="199199" y="53543"/>
                </a:lnTo>
                <a:lnTo>
                  <a:pt x="201561" y="49339"/>
                </a:lnTo>
                <a:lnTo>
                  <a:pt x="203199" y="47663"/>
                </a:lnTo>
                <a:lnTo>
                  <a:pt x="207416" y="45148"/>
                </a:lnTo>
                <a:lnTo>
                  <a:pt x="209842" y="44513"/>
                </a:lnTo>
                <a:lnTo>
                  <a:pt x="238400" y="44513"/>
                </a:lnTo>
                <a:lnTo>
                  <a:pt x="236828" y="42037"/>
                </a:lnTo>
                <a:lnTo>
                  <a:pt x="231241" y="36525"/>
                </a:lnTo>
                <a:lnTo>
                  <a:pt x="228003" y="34467"/>
                </a:lnTo>
                <a:lnTo>
                  <a:pt x="224269" y="33121"/>
                </a:lnTo>
                <a:lnTo>
                  <a:pt x="220573" y="31737"/>
                </a:lnTo>
                <a:lnTo>
                  <a:pt x="216573" y="31038"/>
                </a:lnTo>
                <a:close/>
              </a:path>
              <a:path w="564515" h="107314">
                <a:moveTo>
                  <a:pt x="225793" y="77216"/>
                </a:moveTo>
                <a:lnTo>
                  <a:pt x="215303" y="84747"/>
                </a:lnTo>
                <a:lnTo>
                  <a:pt x="240438" y="84747"/>
                </a:lnTo>
                <a:lnTo>
                  <a:pt x="241554" y="82499"/>
                </a:lnTo>
                <a:lnTo>
                  <a:pt x="241642" y="82321"/>
                </a:lnTo>
                <a:lnTo>
                  <a:pt x="242367" y="78854"/>
                </a:lnTo>
                <a:lnTo>
                  <a:pt x="242481" y="78308"/>
                </a:lnTo>
                <a:lnTo>
                  <a:pt x="225793" y="77216"/>
                </a:lnTo>
                <a:close/>
              </a:path>
              <a:path w="564515" h="107314">
                <a:moveTo>
                  <a:pt x="198586" y="57861"/>
                </a:moveTo>
                <a:lnTo>
                  <a:pt x="187934" y="57861"/>
                </a:lnTo>
                <a:lnTo>
                  <a:pt x="187934" y="69037"/>
                </a:lnTo>
                <a:lnTo>
                  <a:pt x="198569" y="69037"/>
                </a:lnTo>
                <a:lnTo>
                  <a:pt x="198586" y="57861"/>
                </a:lnTo>
                <a:close/>
              </a:path>
              <a:path w="564515" h="107314">
                <a:moveTo>
                  <a:pt x="238400" y="44513"/>
                </a:moveTo>
                <a:lnTo>
                  <a:pt x="215201" y="44513"/>
                </a:lnTo>
                <a:lnTo>
                  <a:pt x="217769" y="45148"/>
                </a:lnTo>
                <a:lnTo>
                  <a:pt x="217619" y="45148"/>
                </a:lnTo>
                <a:lnTo>
                  <a:pt x="219481" y="46253"/>
                </a:lnTo>
                <a:lnTo>
                  <a:pt x="221487" y="47383"/>
                </a:lnTo>
                <a:lnTo>
                  <a:pt x="223062" y="48945"/>
                </a:lnTo>
                <a:lnTo>
                  <a:pt x="225310" y="52959"/>
                </a:lnTo>
                <a:lnTo>
                  <a:pt x="225882" y="55257"/>
                </a:lnTo>
                <a:lnTo>
                  <a:pt x="225882" y="57861"/>
                </a:lnTo>
                <a:lnTo>
                  <a:pt x="198586" y="57861"/>
                </a:lnTo>
                <a:lnTo>
                  <a:pt x="198569" y="69037"/>
                </a:lnTo>
                <a:lnTo>
                  <a:pt x="242862" y="69037"/>
                </a:lnTo>
                <a:lnTo>
                  <a:pt x="242752" y="57861"/>
                </a:lnTo>
                <a:lnTo>
                  <a:pt x="242087" y="53721"/>
                </a:lnTo>
                <a:lnTo>
                  <a:pt x="238988" y="45440"/>
                </a:lnTo>
                <a:lnTo>
                  <a:pt x="238400" y="44513"/>
                </a:lnTo>
                <a:close/>
              </a:path>
              <a:path w="564515" h="107314">
                <a:moveTo>
                  <a:pt x="274002" y="32004"/>
                </a:moveTo>
                <a:lnTo>
                  <a:pt x="256501" y="32004"/>
                </a:lnTo>
                <a:lnTo>
                  <a:pt x="256501" y="96951"/>
                </a:lnTo>
                <a:lnTo>
                  <a:pt x="274548" y="96951"/>
                </a:lnTo>
                <a:lnTo>
                  <a:pt x="274548" y="57492"/>
                </a:lnTo>
                <a:lnTo>
                  <a:pt x="275145" y="55143"/>
                </a:lnTo>
                <a:lnTo>
                  <a:pt x="285331" y="46723"/>
                </a:lnTo>
                <a:lnTo>
                  <a:pt x="295986" y="46723"/>
                </a:lnTo>
                <a:lnTo>
                  <a:pt x="295986" y="43243"/>
                </a:lnTo>
                <a:lnTo>
                  <a:pt x="274002" y="43243"/>
                </a:lnTo>
                <a:lnTo>
                  <a:pt x="274002" y="32004"/>
                </a:lnTo>
                <a:close/>
              </a:path>
              <a:path w="564515" h="107314">
                <a:moveTo>
                  <a:pt x="295986" y="46723"/>
                </a:moveTo>
                <a:lnTo>
                  <a:pt x="290969" y="46723"/>
                </a:lnTo>
                <a:lnTo>
                  <a:pt x="294528" y="47205"/>
                </a:lnTo>
                <a:lnTo>
                  <a:pt x="294379" y="47205"/>
                </a:lnTo>
                <a:lnTo>
                  <a:pt x="295135" y="47345"/>
                </a:lnTo>
                <a:lnTo>
                  <a:pt x="295986" y="47599"/>
                </a:lnTo>
                <a:lnTo>
                  <a:pt x="295986" y="46723"/>
                </a:lnTo>
                <a:close/>
              </a:path>
              <a:path w="564515" h="107314">
                <a:moveTo>
                  <a:pt x="294271" y="31242"/>
                </a:moveTo>
                <a:lnTo>
                  <a:pt x="285802" y="31242"/>
                </a:lnTo>
                <a:lnTo>
                  <a:pt x="283451" y="32004"/>
                </a:lnTo>
                <a:lnTo>
                  <a:pt x="277850" y="36156"/>
                </a:lnTo>
                <a:lnTo>
                  <a:pt x="275869" y="39204"/>
                </a:lnTo>
                <a:lnTo>
                  <a:pt x="274675" y="43243"/>
                </a:lnTo>
                <a:lnTo>
                  <a:pt x="295986" y="43243"/>
                </a:lnTo>
                <a:lnTo>
                  <a:pt x="295986" y="31597"/>
                </a:lnTo>
                <a:lnTo>
                  <a:pt x="295198" y="31394"/>
                </a:lnTo>
                <a:lnTo>
                  <a:pt x="294271" y="31242"/>
                </a:lnTo>
                <a:close/>
              </a:path>
              <a:path w="564515" h="107314">
                <a:moveTo>
                  <a:pt x="374980" y="0"/>
                </a:moveTo>
                <a:lnTo>
                  <a:pt x="357746" y="0"/>
                </a:lnTo>
                <a:lnTo>
                  <a:pt x="353681" y="5771"/>
                </a:lnTo>
                <a:lnTo>
                  <a:pt x="340888" y="45859"/>
                </a:lnTo>
                <a:lnTo>
                  <a:pt x="340626" y="53581"/>
                </a:lnTo>
                <a:lnTo>
                  <a:pt x="340853" y="60274"/>
                </a:lnTo>
                <a:lnTo>
                  <a:pt x="340888" y="61320"/>
                </a:lnTo>
                <a:lnTo>
                  <a:pt x="353681" y="101423"/>
                </a:lnTo>
                <a:lnTo>
                  <a:pt x="357746" y="107200"/>
                </a:lnTo>
                <a:lnTo>
                  <a:pt x="374980" y="107200"/>
                </a:lnTo>
                <a:lnTo>
                  <a:pt x="372046" y="103479"/>
                </a:lnTo>
                <a:lnTo>
                  <a:pt x="369392" y="98691"/>
                </a:lnTo>
                <a:lnTo>
                  <a:pt x="359501" y="61320"/>
                </a:lnTo>
                <a:lnTo>
                  <a:pt x="359397" y="48552"/>
                </a:lnTo>
                <a:lnTo>
                  <a:pt x="359790" y="43484"/>
                </a:lnTo>
                <a:lnTo>
                  <a:pt x="368846" y="10248"/>
                </a:lnTo>
                <a:lnTo>
                  <a:pt x="370725" y="6210"/>
                </a:lnTo>
                <a:lnTo>
                  <a:pt x="372783" y="2794"/>
                </a:lnTo>
                <a:lnTo>
                  <a:pt x="374980" y="0"/>
                </a:lnTo>
                <a:close/>
              </a:path>
              <a:path w="564515" h="107314">
                <a:moveTo>
                  <a:pt x="445096" y="10198"/>
                </a:moveTo>
                <a:lnTo>
                  <a:pt x="387654" y="10198"/>
                </a:lnTo>
                <a:lnTo>
                  <a:pt x="387654" y="96951"/>
                </a:lnTo>
                <a:lnTo>
                  <a:pt x="405993" y="96951"/>
                </a:lnTo>
                <a:lnTo>
                  <a:pt x="405993" y="61112"/>
                </a:lnTo>
                <a:lnTo>
                  <a:pt x="441286" y="61112"/>
                </a:lnTo>
                <a:lnTo>
                  <a:pt x="441286" y="45999"/>
                </a:lnTo>
                <a:lnTo>
                  <a:pt x="405993" y="45999"/>
                </a:lnTo>
                <a:lnTo>
                  <a:pt x="405993" y="25323"/>
                </a:lnTo>
                <a:lnTo>
                  <a:pt x="445096" y="25323"/>
                </a:lnTo>
                <a:lnTo>
                  <a:pt x="445096" y="10198"/>
                </a:lnTo>
                <a:close/>
              </a:path>
              <a:path w="564515" h="107314">
                <a:moveTo>
                  <a:pt x="517753" y="10198"/>
                </a:moveTo>
                <a:lnTo>
                  <a:pt x="459295" y="10198"/>
                </a:lnTo>
                <a:lnTo>
                  <a:pt x="459295" y="96951"/>
                </a:lnTo>
                <a:lnTo>
                  <a:pt x="517918" y="96951"/>
                </a:lnTo>
                <a:lnTo>
                  <a:pt x="517918" y="81826"/>
                </a:lnTo>
                <a:lnTo>
                  <a:pt x="477634" y="81826"/>
                </a:lnTo>
                <a:lnTo>
                  <a:pt x="477634" y="61112"/>
                </a:lnTo>
                <a:lnTo>
                  <a:pt x="514743" y="61112"/>
                </a:lnTo>
                <a:lnTo>
                  <a:pt x="514743" y="45999"/>
                </a:lnTo>
                <a:lnTo>
                  <a:pt x="477634" y="45999"/>
                </a:lnTo>
                <a:lnTo>
                  <a:pt x="477634" y="25323"/>
                </a:lnTo>
                <a:lnTo>
                  <a:pt x="517753" y="25323"/>
                </a:lnTo>
                <a:lnTo>
                  <a:pt x="517753" y="10198"/>
                </a:lnTo>
                <a:close/>
              </a:path>
              <a:path w="564515" h="107314">
                <a:moveTo>
                  <a:pt x="547154" y="0"/>
                </a:moveTo>
                <a:lnTo>
                  <a:pt x="529920" y="0"/>
                </a:lnTo>
                <a:lnTo>
                  <a:pt x="532853" y="3721"/>
                </a:lnTo>
                <a:lnTo>
                  <a:pt x="535495" y="8509"/>
                </a:lnTo>
                <a:lnTo>
                  <a:pt x="537832" y="14351"/>
                </a:lnTo>
                <a:lnTo>
                  <a:pt x="540207" y="20167"/>
                </a:lnTo>
                <a:lnTo>
                  <a:pt x="542074" y="26492"/>
                </a:lnTo>
                <a:lnTo>
                  <a:pt x="543432" y="33324"/>
                </a:lnTo>
                <a:lnTo>
                  <a:pt x="544817" y="40132"/>
                </a:lnTo>
                <a:lnTo>
                  <a:pt x="545398" y="45859"/>
                </a:lnTo>
                <a:lnTo>
                  <a:pt x="539597" y="88506"/>
                </a:lnTo>
                <a:lnTo>
                  <a:pt x="529920" y="107200"/>
                </a:lnTo>
                <a:lnTo>
                  <a:pt x="547154" y="107200"/>
                </a:lnTo>
                <a:lnTo>
                  <a:pt x="563214" y="68743"/>
                </a:lnTo>
                <a:lnTo>
                  <a:pt x="564273" y="53581"/>
                </a:lnTo>
                <a:lnTo>
                  <a:pt x="564044" y="46888"/>
                </a:lnTo>
                <a:lnTo>
                  <a:pt x="551216" y="5771"/>
                </a:lnTo>
                <a:lnTo>
                  <a:pt x="547154" y="0"/>
                </a:lnTo>
                <a:close/>
              </a:path>
            </a:pathLst>
          </a:custGeom>
          <a:solidFill>
            <a:srgbClr val="5208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5370947" y="1602336"/>
            <a:ext cx="886460" cy="76200"/>
          </a:xfrm>
          <a:custGeom>
            <a:avLst/>
            <a:gdLst/>
            <a:ahLst/>
            <a:cxnLst/>
            <a:rect l="l" t="t" r="r" b="b"/>
            <a:pathLst>
              <a:path w="886460" h="76200">
                <a:moveTo>
                  <a:pt x="77546" y="45123"/>
                </a:moveTo>
                <a:lnTo>
                  <a:pt x="0" y="44742"/>
                </a:lnTo>
                <a:lnTo>
                  <a:pt x="76" y="25679"/>
                </a:lnTo>
                <a:lnTo>
                  <a:pt x="77622" y="26060"/>
                </a:lnTo>
                <a:lnTo>
                  <a:pt x="77546" y="45123"/>
                </a:lnTo>
                <a:close/>
              </a:path>
              <a:path w="886460" h="76200">
                <a:moveTo>
                  <a:pt x="213245" y="45504"/>
                </a:moveTo>
                <a:lnTo>
                  <a:pt x="135699" y="45250"/>
                </a:lnTo>
                <a:lnTo>
                  <a:pt x="135788" y="26187"/>
                </a:lnTo>
                <a:lnTo>
                  <a:pt x="213334" y="26441"/>
                </a:lnTo>
                <a:lnTo>
                  <a:pt x="213245" y="45504"/>
                </a:lnTo>
                <a:close/>
              </a:path>
              <a:path w="886460" h="76200">
                <a:moveTo>
                  <a:pt x="348957" y="46012"/>
                </a:moveTo>
                <a:lnTo>
                  <a:pt x="271411" y="45758"/>
                </a:lnTo>
                <a:lnTo>
                  <a:pt x="271475" y="26695"/>
                </a:lnTo>
                <a:lnTo>
                  <a:pt x="349021" y="26949"/>
                </a:lnTo>
                <a:lnTo>
                  <a:pt x="348957" y="46012"/>
                </a:lnTo>
                <a:close/>
              </a:path>
              <a:path w="886460" h="76200">
                <a:moveTo>
                  <a:pt x="484670" y="46520"/>
                </a:moveTo>
                <a:lnTo>
                  <a:pt x="407111" y="46266"/>
                </a:lnTo>
                <a:lnTo>
                  <a:pt x="407187" y="27203"/>
                </a:lnTo>
                <a:lnTo>
                  <a:pt x="484733" y="27457"/>
                </a:lnTo>
                <a:lnTo>
                  <a:pt x="484670" y="46520"/>
                </a:lnTo>
                <a:close/>
              </a:path>
              <a:path w="886460" h="76200">
                <a:moveTo>
                  <a:pt x="620369" y="46901"/>
                </a:moveTo>
                <a:lnTo>
                  <a:pt x="542823" y="46647"/>
                </a:lnTo>
                <a:lnTo>
                  <a:pt x="542886" y="27584"/>
                </a:lnTo>
                <a:lnTo>
                  <a:pt x="620433" y="27838"/>
                </a:lnTo>
                <a:lnTo>
                  <a:pt x="620369" y="46901"/>
                </a:lnTo>
                <a:close/>
              </a:path>
              <a:path w="886460" h="76200">
                <a:moveTo>
                  <a:pt x="756119" y="47409"/>
                </a:moveTo>
                <a:lnTo>
                  <a:pt x="678535" y="47155"/>
                </a:lnTo>
                <a:lnTo>
                  <a:pt x="678599" y="28092"/>
                </a:lnTo>
                <a:lnTo>
                  <a:pt x="756119" y="28346"/>
                </a:lnTo>
                <a:lnTo>
                  <a:pt x="756119" y="47409"/>
                </a:lnTo>
                <a:close/>
              </a:path>
              <a:path w="886460" h="76200">
                <a:moveTo>
                  <a:pt x="808456" y="76136"/>
                </a:moveTo>
                <a:lnTo>
                  <a:pt x="808556" y="47663"/>
                </a:lnTo>
                <a:lnTo>
                  <a:pt x="808623" y="28600"/>
                </a:lnTo>
                <a:lnTo>
                  <a:pt x="808723" y="0"/>
                </a:lnTo>
                <a:lnTo>
                  <a:pt x="866387" y="28600"/>
                </a:lnTo>
                <a:lnTo>
                  <a:pt x="814273" y="28600"/>
                </a:lnTo>
                <a:lnTo>
                  <a:pt x="814273" y="47663"/>
                </a:lnTo>
                <a:lnTo>
                  <a:pt x="867051" y="47663"/>
                </a:lnTo>
                <a:lnTo>
                  <a:pt x="808456" y="76136"/>
                </a:lnTo>
                <a:close/>
              </a:path>
              <a:path w="886460" h="76200">
                <a:moveTo>
                  <a:pt x="821512" y="47663"/>
                </a:moveTo>
                <a:lnTo>
                  <a:pt x="814273" y="47663"/>
                </a:lnTo>
                <a:lnTo>
                  <a:pt x="814273" y="28600"/>
                </a:lnTo>
                <a:lnTo>
                  <a:pt x="821639" y="28600"/>
                </a:lnTo>
                <a:lnTo>
                  <a:pt x="821512" y="47663"/>
                </a:lnTo>
                <a:close/>
              </a:path>
              <a:path w="886460" h="76200">
                <a:moveTo>
                  <a:pt x="867051" y="47663"/>
                </a:moveTo>
                <a:lnTo>
                  <a:pt x="821512" y="47663"/>
                </a:lnTo>
                <a:lnTo>
                  <a:pt x="821639" y="28600"/>
                </a:lnTo>
                <a:lnTo>
                  <a:pt x="866387" y="28600"/>
                </a:lnTo>
                <a:lnTo>
                  <a:pt x="886129" y="38392"/>
                </a:lnTo>
                <a:lnTo>
                  <a:pt x="867051" y="47663"/>
                </a:lnTo>
                <a:close/>
              </a:path>
            </a:pathLst>
          </a:custGeom>
          <a:solidFill>
            <a:srgbClr val="F549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6679586" y="1599928"/>
            <a:ext cx="574040" cy="76835"/>
          </a:xfrm>
          <a:custGeom>
            <a:avLst/>
            <a:gdLst/>
            <a:ahLst/>
            <a:cxnLst/>
            <a:rect l="l" t="t" r="r" b="b"/>
            <a:pathLst>
              <a:path w="574040" h="76835">
                <a:moveTo>
                  <a:pt x="0" y="50330"/>
                </a:moveTo>
                <a:lnTo>
                  <a:pt x="0" y="31267"/>
                </a:lnTo>
                <a:lnTo>
                  <a:pt x="77546" y="30759"/>
                </a:lnTo>
                <a:lnTo>
                  <a:pt x="77546" y="49822"/>
                </a:lnTo>
                <a:lnTo>
                  <a:pt x="0" y="50330"/>
                </a:lnTo>
                <a:close/>
              </a:path>
              <a:path w="574040" h="76835">
                <a:moveTo>
                  <a:pt x="135712" y="49568"/>
                </a:moveTo>
                <a:lnTo>
                  <a:pt x="135712" y="30505"/>
                </a:lnTo>
                <a:lnTo>
                  <a:pt x="213258" y="30124"/>
                </a:lnTo>
                <a:lnTo>
                  <a:pt x="213258" y="49187"/>
                </a:lnTo>
                <a:lnTo>
                  <a:pt x="135712" y="49568"/>
                </a:lnTo>
                <a:close/>
              </a:path>
              <a:path w="574040" h="76835">
                <a:moveTo>
                  <a:pt x="271411" y="48806"/>
                </a:moveTo>
                <a:lnTo>
                  <a:pt x="271411" y="29743"/>
                </a:lnTo>
                <a:lnTo>
                  <a:pt x="348957" y="29362"/>
                </a:lnTo>
                <a:lnTo>
                  <a:pt x="348957" y="48425"/>
                </a:lnTo>
                <a:lnTo>
                  <a:pt x="271411" y="48806"/>
                </a:lnTo>
                <a:close/>
              </a:path>
              <a:path w="574040" h="76835">
                <a:moveTo>
                  <a:pt x="407123" y="48044"/>
                </a:moveTo>
                <a:lnTo>
                  <a:pt x="407123" y="28981"/>
                </a:lnTo>
                <a:lnTo>
                  <a:pt x="484670" y="28600"/>
                </a:lnTo>
                <a:lnTo>
                  <a:pt x="484670" y="47663"/>
                </a:lnTo>
                <a:lnTo>
                  <a:pt x="407123" y="48044"/>
                </a:lnTo>
                <a:close/>
              </a:path>
              <a:path w="574040" h="76835">
                <a:moveTo>
                  <a:pt x="496163" y="76263"/>
                </a:moveTo>
                <a:lnTo>
                  <a:pt x="495782" y="0"/>
                </a:lnTo>
                <a:lnTo>
                  <a:pt x="573455" y="37617"/>
                </a:lnTo>
                <a:lnTo>
                  <a:pt x="496163" y="76263"/>
                </a:lnTo>
                <a:close/>
              </a:path>
            </a:pathLst>
          </a:custGeom>
          <a:solidFill>
            <a:srgbClr val="F549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7803881" y="1607683"/>
            <a:ext cx="559435" cy="76835"/>
          </a:xfrm>
          <a:custGeom>
            <a:avLst/>
            <a:gdLst/>
            <a:ahLst/>
            <a:cxnLst/>
            <a:rect l="l" t="t" r="r" b="b"/>
            <a:pathLst>
              <a:path w="559434" h="76835">
                <a:moveTo>
                  <a:pt x="77546" y="40792"/>
                </a:moveTo>
                <a:lnTo>
                  <a:pt x="0" y="39395"/>
                </a:lnTo>
                <a:lnTo>
                  <a:pt x="236" y="21729"/>
                </a:lnTo>
                <a:lnTo>
                  <a:pt x="253" y="20459"/>
                </a:lnTo>
                <a:lnTo>
                  <a:pt x="77800" y="21729"/>
                </a:lnTo>
                <a:lnTo>
                  <a:pt x="77564" y="39395"/>
                </a:lnTo>
                <a:lnTo>
                  <a:pt x="77546" y="40792"/>
                </a:lnTo>
                <a:close/>
              </a:path>
              <a:path w="559434" h="76835">
                <a:moveTo>
                  <a:pt x="213118" y="43078"/>
                </a:moveTo>
                <a:lnTo>
                  <a:pt x="135699" y="41808"/>
                </a:lnTo>
                <a:lnTo>
                  <a:pt x="135948" y="24015"/>
                </a:lnTo>
                <a:lnTo>
                  <a:pt x="135966" y="22745"/>
                </a:lnTo>
                <a:lnTo>
                  <a:pt x="213512" y="24015"/>
                </a:lnTo>
                <a:lnTo>
                  <a:pt x="213144" y="41808"/>
                </a:lnTo>
                <a:lnTo>
                  <a:pt x="213118" y="43078"/>
                </a:lnTo>
                <a:close/>
              </a:path>
              <a:path w="559434" h="76835">
                <a:moveTo>
                  <a:pt x="348830" y="45377"/>
                </a:moveTo>
                <a:lnTo>
                  <a:pt x="271284" y="44094"/>
                </a:lnTo>
                <a:lnTo>
                  <a:pt x="271637" y="26428"/>
                </a:lnTo>
                <a:lnTo>
                  <a:pt x="271665" y="25031"/>
                </a:lnTo>
                <a:lnTo>
                  <a:pt x="349211" y="26428"/>
                </a:lnTo>
                <a:lnTo>
                  <a:pt x="348856" y="44094"/>
                </a:lnTo>
                <a:lnTo>
                  <a:pt x="348830" y="45377"/>
                </a:lnTo>
                <a:close/>
              </a:path>
              <a:path w="559434" h="76835">
                <a:moveTo>
                  <a:pt x="480783" y="76263"/>
                </a:moveTo>
                <a:lnTo>
                  <a:pt x="482206" y="0"/>
                </a:lnTo>
                <a:lnTo>
                  <a:pt x="537985" y="28668"/>
                </a:lnTo>
                <a:lnTo>
                  <a:pt x="484925" y="28668"/>
                </a:lnTo>
                <a:lnTo>
                  <a:pt x="484559" y="46393"/>
                </a:lnTo>
                <a:lnTo>
                  <a:pt x="484531" y="47732"/>
                </a:lnTo>
                <a:lnTo>
                  <a:pt x="541604" y="47732"/>
                </a:lnTo>
                <a:lnTo>
                  <a:pt x="480783" y="76263"/>
                </a:lnTo>
                <a:close/>
              </a:path>
              <a:path w="559434" h="76835">
                <a:moveTo>
                  <a:pt x="481316" y="47732"/>
                </a:moveTo>
                <a:lnTo>
                  <a:pt x="406984" y="46393"/>
                </a:lnTo>
                <a:lnTo>
                  <a:pt x="407350" y="28668"/>
                </a:lnTo>
                <a:lnTo>
                  <a:pt x="407377" y="27317"/>
                </a:lnTo>
                <a:lnTo>
                  <a:pt x="481671" y="28668"/>
                </a:lnTo>
                <a:lnTo>
                  <a:pt x="481341" y="46393"/>
                </a:lnTo>
                <a:lnTo>
                  <a:pt x="481316" y="47732"/>
                </a:lnTo>
                <a:close/>
              </a:path>
              <a:path w="559434" h="76835">
                <a:moveTo>
                  <a:pt x="541604" y="47732"/>
                </a:moveTo>
                <a:lnTo>
                  <a:pt x="484531" y="47732"/>
                </a:lnTo>
                <a:lnTo>
                  <a:pt x="484925" y="28668"/>
                </a:lnTo>
                <a:lnTo>
                  <a:pt x="537985" y="28668"/>
                </a:lnTo>
                <a:lnTo>
                  <a:pt x="559104" y="39522"/>
                </a:lnTo>
                <a:lnTo>
                  <a:pt x="541604" y="47732"/>
                </a:lnTo>
                <a:close/>
              </a:path>
            </a:pathLst>
          </a:custGeom>
          <a:solidFill>
            <a:srgbClr val="F5495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7" name="object 18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816764" y="974893"/>
            <a:ext cx="2557691" cy="120408"/>
          </a:xfrm>
          <a:prstGeom prst="rect">
            <a:avLst/>
          </a:prstGeom>
        </p:spPr>
      </p:pic>
      <p:grpSp>
        <p:nvGrpSpPr>
          <p:cNvPr id="188" name="object 188"/>
          <p:cNvGrpSpPr/>
          <p:nvPr/>
        </p:nvGrpSpPr>
        <p:grpSpPr>
          <a:xfrm>
            <a:off x="4695471" y="852296"/>
            <a:ext cx="4263390" cy="567690"/>
            <a:chOff x="4695471" y="852296"/>
            <a:chExt cx="4263390" cy="567690"/>
          </a:xfrm>
        </p:grpSpPr>
        <p:pic>
          <p:nvPicPr>
            <p:cNvPr id="189" name="object 18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120588" y="1200557"/>
              <a:ext cx="3838003" cy="124117"/>
            </a:xfrm>
            <a:prstGeom prst="rect">
              <a:avLst/>
            </a:prstGeom>
          </p:spPr>
        </p:pic>
        <p:pic>
          <p:nvPicPr>
            <p:cNvPr id="190" name="object 19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786021" y="915903"/>
              <a:ext cx="411962" cy="395604"/>
            </a:xfrm>
            <a:prstGeom prst="rect">
              <a:avLst/>
            </a:prstGeom>
          </p:spPr>
        </p:pic>
        <p:pic>
          <p:nvPicPr>
            <p:cNvPr id="191" name="object 19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695471" y="852296"/>
              <a:ext cx="489508" cy="567194"/>
            </a:xfrm>
            <a:prstGeom prst="rect">
              <a:avLst/>
            </a:prstGeom>
          </p:spPr>
        </p:pic>
        <p:sp>
          <p:nvSpPr>
            <p:cNvPr id="192" name="object 192"/>
            <p:cNvSpPr/>
            <p:nvPr/>
          </p:nvSpPr>
          <p:spPr>
            <a:xfrm>
              <a:off x="4863628" y="966790"/>
              <a:ext cx="281305" cy="267335"/>
            </a:xfrm>
            <a:custGeom>
              <a:avLst/>
              <a:gdLst/>
              <a:ahLst/>
              <a:cxnLst/>
              <a:rect l="l" t="t" r="r" b="b"/>
              <a:pathLst>
                <a:path w="281304" h="267334">
                  <a:moveTo>
                    <a:pt x="140550" y="266776"/>
                  </a:moveTo>
                  <a:lnTo>
                    <a:pt x="96126" y="259974"/>
                  </a:lnTo>
                  <a:lnTo>
                    <a:pt x="57544" y="241033"/>
                  </a:lnTo>
                  <a:lnTo>
                    <a:pt x="27118" y="212148"/>
                  </a:lnTo>
                  <a:lnTo>
                    <a:pt x="7165" y="175513"/>
                  </a:lnTo>
                  <a:lnTo>
                    <a:pt x="0" y="133324"/>
                  </a:lnTo>
                  <a:lnTo>
                    <a:pt x="7165" y="91197"/>
                  </a:lnTo>
                  <a:lnTo>
                    <a:pt x="27118" y="54600"/>
                  </a:lnTo>
                  <a:lnTo>
                    <a:pt x="57544" y="25734"/>
                  </a:lnTo>
                  <a:lnTo>
                    <a:pt x="96126" y="6800"/>
                  </a:lnTo>
                  <a:lnTo>
                    <a:pt x="140550" y="0"/>
                  </a:lnTo>
                  <a:lnTo>
                    <a:pt x="184975" y="6800"/>
                  </a:lnTo>
                  <a:lnTo>
                    <a:pt x="223557" y="25734"/>
                  </a:lnTo>
                  <a:lnTo>
                    <a:pt x="253983" y="54600"/>
                  </a:lnTo>
                  <a:lnTo>
                    <a:pt x="273936" y="91197"/>
                  </a:lnTo>
                  <a:lnTo>
                    <a:pt x="281101" y="133324"/>
                  </a:lnTo>
                  <a:lnTo>
                    <a:pt x="273936" y="175513"/>
                  </a:lnTo>
                  <a:lnTo>
                    <a:pt x="253983" y="212148"/>
                  </a:lnTo>
                  <a:lnTo>
                    <a:pt x="223557" y="241033"/>
                  </a:lnTo>
                  <a:lnTo>
                    <a:pt x="184975" y="259974"/>
                  </a:lnTo>
                  <a:lnTo>
                    <a:pt x="140550" y="266776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3" name="object 19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60713" y="1038143"/>
              <a:ext cx="93370" cy="130962"/>
            </a:xfrm>
            <a:prstGeom prst="rect">
              <a:avLst/>
            </a:prstGeom>
          </p:spPr>
        </p:pic>
      </p:grpSp>
      <p:grpSp>
        <p:nvGrpSpPr>
          <p:cNvPr id="194" name="object 194"/>
          <p:cNvGrpSpPr/>
          <p:nvPr/>
        </p:nvGrpSpPr>
        <p:grpSpPr>
          <a:xfrm>
            <a:off x="4610217" y="2149897"/>
            <a:ext cx="2101850" cy="2813050"/>
            <a:chOff x="4610217" y="2149897"/>
            <a:chExt cx="2101850" cy="2813050"/>
          </a:xfrm>
        </p:grpSpPr>
        <p:sp>
          <p:nvSpPr>
            <p:cNvPr id="195" name="object 195"/>
            <p:cNvSpPr/>
            <p:nvPr/>
          </p:nvSpPr>
          <p:spPr>
            <a:xfrm>
              <a:off x="4622800" y="2282888"/>
              <a:ext cx="2082800" cy="2679700"/>
            </a:xfrm>
            <a:custGeom>
              <a:avLst/>
              <a:gdLst/>
              <a:ahLst/>
              <a:cxnLst/>
              <a:rect l="l" t="t" r="r" b="b"/>
              <a:pathLst>
                <a:path w="2082800" h="2679700">
                  <a:moveTo>
                    <a:pt x="19558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6" y="37196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2552700"/>
                  </a:lnTo>
                  <a:lnTo>
                    <a:pt x="9980" y="2602134"/>
                  </a:lnTo>
                  <a:lnTo>
                    <a:pt x="37196" y="2642503"/>
                  </a:lnTo>
                  <a:lnTo>
                    <a:pt x="77565" y="2669719"/>
                  </a:lnTo>
                  <a:lnTo>
                    <a:pt x="127000" y="2679700"/>
                  </a:lnTo>
                  <a:lnTo>
                    <a:pt x="1955800" y="2679700"/>
                  </a:lnTo>
                  <a:lnTo>
                    <a:pt x="2005234" y="2669719"/>
                  </a:lnTo>
                  <a:lnTo>
                    <a:pt x="2045603" y="2642503"/>
                  </a:lnTo>
                  <a:lnTo>
                    <a:pt x="2072819" y="2602134"/>
                  </a:lnTo>
                  <a:lnTo>
                    <a:pt x="2082800" y="2552700"/>
                  </a:lnTo>
                  <a:lnTo>
                    <a:pt x="2082800" y="127000"/>
                  </a:lnTo>
                  <a:lnTo>
                    <a:pt x="2072819" y="77565"/>
                  </a:lnTo>
                  <a:lnTo>
                    <a:pt x="2045603" y="37196"/>
                  </a:lnTo>
                  <a:lnTo>
                    <a:pt x="2005234" y="9980"/>
                  </a:lnTo>
                  <a:lnTo>
                    <a:pt x="1955800" y="0"/>
                  </a:lnTo>
                  <a:close/>
                </a:path>
              </a:pathLst>
            </a:custGeom>
            <a:solidFill>
              <a:srgbClr val="FBE3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4622799" y="2282888"/>
              <a:ext cx="2082800" cy="2679700"/>
            </a:xfrm>
            <a:custGeom>
              <a:avLst/>
              <a:gdLst/>
              <a:ahLst/>
              <a:cxnLst/>
              <a:rect l="l" t="t" r="r" b="b"/>
              <a:pathLst>
                <a:path w="2082800" h="2679700">
                  <a:moveTo>
                    <a:pt x="114376" y="2672702"/>
                  </a:moveTo>
                  <a:lnTo>
                    <a:pt x="113920" y="2677059"/>
                  </a:lnTo>
                  <a:lnTo>
                    <a:pt x="127000" y="2679700"/>
                  </a:lnTo>
                  <a:lnTo>
                    <a:pt x="127000" y="2673350"/>
                  </a:lnTo>
                  <a:lnTo>
                    <a:pt x="122732" y="2673350"/>
                  </a:lnTo>
                  <a:lnTo>
                    <a:pt x="118529" y="2673134"/>
                  </a:lnTo>
                  <a:lnTo>
                    <a:pt x="114376" y="2672702"/>
                  </a:lnTo>
                  <a:close/>
                </a:path>
                <a:path w="2082800" h="2679700">
                  <a:moveTo>
                    <a:pt x="139611" y="2667000"/>
                  </a:moveTo>
                  <a:lnTo>
                    <a:pt x="127000" y="2667000"/>
                  </a:lnTo>
                  <a:lnTo>
                    <a:pt x="127000" y="2679700"/>
                  </a:lnTo>
                  <a:lnTo>
                    <a:pt x="139611" y="2679700"/>
                  </a:lnTo>
                  <a:lnTo>
                    <a:pt x="139611" y="2667000"/>
                  </a:lnTo>
                  <a:close/>
                </a:path>
                <a:path w="2082800" h="2679700">
                  <a:moveTo>
                    <a:pt x="115036" y="2666377"/>
                  </a:moveTo>
                  <a:lnTo>
                    <a:pt x="114376" y="2672702"/>
                  </a:lnTo>
                  <a:lnTo>
                    <a:pt x="118529" y="2673134"/>
                  </a:lnTo>
                  <a:lnTo>
                    <a:pt x="122732" y="2673350"/>
                  </a:lnTo>
                  <a:lnTo>
                    <a:pt x="127000" y="2673350"/>
                  </a:lnTo>
                  <a:lnTo>
                    <a:pt x="127000" y="2667000"/>
                  </a:lnTo>
                  <a:lnTo>
                    <a:pt x="122948" y="2667000"/>
                  </a:lnTo>
                  <a:lnTo>
                    <a:pt x="118960" y="2666784"/>
                  </a:lnTo>
                  <a:lnTo>
                    <a:pt x="115036" y="2666377"/>
                  </a:lnTo>
                  <a:close/>
                </a:path>
                <a:path w="2082800" h="2679700">
                  <a:moveTo>
                    <a:pt x="56083" y="2650324"/>
                  </a:moveTo>
                  <a:lnTo>
                    <a:pt x="53685" y="2653620"/>
                  </a:lnTo>
                  <a:lnTo>
                    <a:pt x="75519" y="2668340"/>
                  </a:lnTo>
                  <a:lnTo>
                    <a:pt x="77913" y="2662951"/>
                  </a:lnTo>
                  <a:lnTo>
                    <a:pt x="70180" y="2659494"/>
                  </a:lnTo>
                  <a:lnTo>
                    <a:pt x="62865" y="2655252"/>
                  </a:lnTo>
                  <a:lnTo>
                    <a:pt x="56083" y="2650324"/>
                  </a:lnTo>
                  <a:close/>
                </a:path>
                <a:path w="2082800" h="2679700">
                  <a:moveTo>
                    <a:pt x="59817" y="2645181"/>
                  </a:moveTo>
                  <a:lnTo>
                    <a:pt x="56083" y="2650324"/>
                  </a:lnTo>
                  <a:lnTo>
                    <a:pt x="62865" y="2655252"/>
                  </a:lnTo>
                  <a:lnTo>
                    <a:pt x="70180" y="2659494"/>
                  </a:lnTo>
                  <a:lnTo>
                    <a:pt x="77919" y="2662951"/>
                  </a:lnTo>
                  <a:lnTo>
                    <a:pt x="80505" y="2657144"/>
                  </a:lnTo>
                  <a:lnTo>
                    <a:pt x="73177" y="2653880"/>
                  </a:lnTo>
                  <a:lnTo>
                    <a:pt x="66243" y="2649855"/>
                  </a:lnTo>
                  <a:lnTo>
                    <a:pt x="59817" y="2645181"/>
                  </a:lnTo>
                  <a:close/>
                </a:path>
                <a:path w="2082800" h="2679700">
                  <a:moveTo>
                    <a:pt x="16751" y="2601785"/>
                  </a:moveTo>
                  <a:lnTo>
                    <a:pt x="11359" y="2604180"/>
                  </a:lnTo>
                  <a:lnTo>
                    <a:pt x="26080" y="2626015"/>
                  </a:lnTo>
                  <a:lnTo>
                    <a:pt x="29370" y="2623619"/>
                  </a:lnTo>
                  <a:lnTo>
                    <a:pt x="24447" y="2616835"/>
                  </a:lnTo>
                  <a:lnTo>
                    <a:pt x="20205" y="2609519"/>
                  </a:lnTo>
                  <a:lnTo>
                    <a:pt x="16751" y="2601785"/>
                  </a:lnTo>
                  <a:close/>
                </a:path>
                <a:path w="2082800" h="2679700">
                  <a:moveTo>
                    <a:pt x="22555" y="2599194"/>
                  </a:moveTo>
                  <a:lnTo>
                    <a:pt x="16751" y="2601785"/>
                  </a:lnTo>
                  <a:lnTo>
                    <a:pt x="20205" y="2609519"/>
                  </a:lnTo>
                  <a:lnTo>
                    <a:pt x="24447" y="2616835"/>
                  </a:lnTo>
                  <a:lnTo>
                    <a:pt x="29377" y="2623619"/>
                  </a:lnTo>
                  <a:lnTo>
                    <a:pt x="34518" y="2619883"/>
                  </a:lnTo>
                  <a:lnTo>
                    <a:pt x="29845" y="2613456"/>
                  </a:lnTo>
                  <a:lnTo>
                    <a:pt x="25819" y="2606522"/>
                  </a:lnTo>
                  <a:lnTo>
                    <a:pt x="22555" y="2599194"/>
                  </a:lnTo>
                  <a:close/>
                </a:path>
                <a:path w="2082800" h="2679700">
                  <a:moveTo>
                    <a:pt x="6350" y="2539936"/>
                  </a:moveTo>
                  <a:lnTo>
                    <a:pt x="0" y="2539936"/>
                  </a:lnTo>
                  <a:lnTo>
                    <a:pt x="0" y="2552700"/>
                  </a:lnTo>
                  <a:lnTo>
                    <a:pt x="2548" y="2565324"/>
                  </a:lnTo>
                  <a:lnTo>
                    <a:pt x="2640" y="2565779"/>
                  </a:lnTo>
                  <a:lnTo>
                    <a:pt x="6991" y="2565324"/>
                  </a:lnTo>
                  <a:lnTo>
                    <a:pt x="6565" y="2561170"/>
                  </a:lnTo>
                  <a:lnTo>
                    <a:pt x="6350" y="2556967"/>
                  </a:lnTo>
                  <a:lnTo>
                    <a:pt x="6350" y="2539936"/>
                  </a:lnTo>
                  <a:close/>
                </a:path>
                <a:path w="2082800" h="2679700">
                  <a:moveTo>
                    <a:pt x="12700" y="2539936"/>
                  </a:moveTo>
                  <a:lnTo>
                    <a:pt x="6350" y="2539936"/>
                  </a:lnTo>
                  <a:lnTo>
                    <a:pt x="6350" y="2556967"/>
                  </a:lnTo>
                  <a:lnTo>
                    <a:pt x="6543" y="2560739"/>
                  </a:lnTo>
                  <a:lnTo>
                    <a:pt x="6565" y="2561170"/>
                  </a:lnTo>
                  <a:lnTo>
                    <a:pt x="6929" y="2564663"/>
                  </a:lnTo>
                  <a:lnTo>
                    <a:pt x="6997" y="2565324"/>
                  </a:lnTo>
                  <a:lnTo>
                    <a:pt x="13322" y="2564663"/>
                  </a:lnTo>
                  <a:lnTo>
                    <a:pt x="12960" y="2561170"/>
                  </a:lnTo>
                  <a:lnTo>
                    <a:pt x="12915" y="2560739"/>
                  </a:lnTo>
                  <a:lnTo>
                    <a:pt x="12711" y="2556967"/>
                  </a:lnTo>
                  <a:lnTo>
                    <a:pt x="12700" y="2539936"/>
                  </a:lnTo>
                  <a:close/>
                </a:path>
                <a:path w="2082800" h="2679700">
                  <a:moveTo>
                    <a:pt x="6350" y="2476093"/>
                  </a:moveTo>
                  <a:lnTo>
                    <a:pt x="0" y="2476093"/>
                  </a:lnTo>
                  <a:lnTo>
                    <a:pt x="0" y="2501633"/>
                  </a:lnTo>
                  <a:lnTo>
                    <a:pt x="6350" y="2501633"/>
                  </a:lnTo>
                  <a:lnTo>
                    <a:pt x="6350" y="2476093"/>
                  </a:lnTo>
                  <a:close/>
                </a:path>
                <a:path w="2082800" h="2679700">
                  <a:moveTo>
                    <a:pt x="12700" y="2476093"/>
                  </a:moveTo>
                  <a:lnTo>
                    <a:pt x="6350" y="2476093"/>
                  </a:lnTo>
                  <a:lnTo>
                    <a:pt x="6350" y="2501633"/>
                  </a:lnTo>
                  <a:lnTo>
                    <a:pt x="12700" y="2501633"/>
                  </a:lnTo>
                  <a:lnTo>
                    <a:pt x="12700" y="2476093"/>
                  </a:lnTo>
                  <a:close/>
                </a:path>
                <a:path w="2082800" h="2679700">
                  <a:moveTo>
                    <a:pt x="6350" y="2412263"/>
                  </a:moveTo>
                  <a:lnTo>
                    <a:pt x="0" y="2412263"/>
                  </a:lnTo>
                  <a:lnTo>
                    <a:pt x="0" y="2437803"/>
                  </a:lnTo>
                  <a:lnTo>
                    <a:pt x="6350" y="2437803"/>
                  </a:lnTo>
                  <a:lnTo>
                    <a:pt x="6350" y="2412263"/>
                  </a:lnTo>
                  <a:close/>
                </a:path>
                <a:path w="2082800" h="2679700">
                  <a:moveTo>
                    <a:pt x="12700" y="2412263"/>
                  </a:moveTo>
                  <a:lnTo>
                    <a:pt x="6350" y="2412263"/>
                  </a:lnTo>
                  <a:lnTo>
                    <a:pt x="6350" y="2437803"/>
                  </a:lnTo>
                  <a:lnTo>
                    <a:pt x="12700" y="2437803"/>
                  </a:lnTo>
                  <a:lnTo>
                    <a:pt x="12700" y="2412263"/>
                  </a:lnTo>
                  <a:close/>
                </a:path>
                <a:path w="2082800" h="2679700">
                  <a:moveTo>
                    <a:pt x="6350" y="2348433"/>
                  </a:moveTo>
                  <a:lnTo>
                    <a:pt x="0" y="2348433"/>
                  </a:lnTo>
                  <a:lnTo>
                    <a:pt x="0" y="2373960"/>
                  </a:lnTo>
                  <a:lnTo>
                    <a:pt x="6350" y="2373960"/>
                  </a:lnTo>
                  <a:lnTo>
                    <a:pt x="6350" y="2348433"/>
                  </a:lnTo>
                  <a:close/>
                </a:path>
                <a:path w="2082800" h="2679700">
                  <a:moveTo>
                    <a:pt x="12700" y="2348433"/>
                  </a:moveTo>
                  <a:lnTo>
                    <a:pt x="6350" y="2348433"/>
                  </a:lnTo>
                  <a:lnTo>
                    <a:pt x="6350" y="2373960"/>
                  </a:lnTo>
                  <a:lnTo>
                    <a:pt x="12700" y="2373960"/>
                  </a:lnTo>
                  <a:lnTo>
                    <a:pt x="12700" y="2348433"/>
                  </a:lnTo>
                  <a:close/>
                </a:path>
                <a:path w="2082800" h="2679700">
                  <a:moveTo>
                    <a:pt x="6350" y="2284590"/>
                  </a:moveTo>
                  <a:lnTo>
                    <a:pt x="0" y="2284590"/>
                  </a:lnTo>
                  <a:lnTo>
                    <a:pt x="0" y="2310130"/>
                  </a:lnTo>
                  <a:lnTo>
                    <a:pt x="6350" y="2310130"/>
                  </a:lnTo>
                  <a:lnTo>
                    <a:pt x="6350" y="2284590"/>
                  </a:lnTo>
                  <a:close/>
                </a:path>
                <a:path w="2082800" h="2679700">
                  <a:moveTo>
                    <a:pt x="12700" y="2284590"/>
                  </a:moveTo>
                  <a:lnTo>
                    <a:pt x="6350" y="2284590"/>
                  </a:lnTo>
                  <a:lnTo>
                    <a:pt x="6350" y="2310130"/>
                  </a:lnTo>
                  <a:lnTo>
                    <a:pt x="12700" y="2310130"/>
                  </a:lnTo>
                  <a:lnTo>
                    <a:pt x="12700" y="2284590"/>
                  </a:lnTo>
                  <a:close/>
                </a:path>
                <a:path w="2082800" h="2679700">
                  <a:moveTo>
                    <a:pt x="6350" y="2220760"/>
                  </a:moveTo>
                  <a:lnTo>
                    <a:pt x="0" y="2220760"/>
                  </a:lnTo>
                  <a:lnTo>
                    <a:pt x="0" y="2246299"/>
                  </a:lnTo>
                  <a:lnTo>
                    <a:pt x="6350" y="2246299"/>
                  </a:lnTo>
                  <a:lnTo>
                    <a:pt x="6350" y="2220760"/>
                  </a:lnTo>
                  <a:close/>
                </a:path>
                <a:path w="2082800" h="2679700">
                  <a:moveTo>
                    <a:pt x="12700" y="2220760"/>
                  </a:moveTo>
                  <a:lnTo>
                    <a:pt x="6350" y="2220760"/>
                  </a:lnTo>
                  <a:lnTo>
                    <a:pt x="6350" y="2246299"/>
                  </a:lnTo>
                  <a:lnTo>
                    <a:pt x="12700" y="2246299"/>
                  </a:lnTo>
                  <a:lnTo>
                    <a:pt x="12700" y="2220760"/>
                  </a:lnTo>
                  <a:close/>
                </a:path>
                <a:path w="2082800" h="2679700">
                  <a:moveTo>
                    <a:pt x="6350" y="2156929"/>
                  </a:moveTo>
                  <a:lnTo>
                    <a:pt x="0" y="2156929"/>
                  </a:lnTo>
                  <a:lnTo>
                    <a:pt x="0" y="2182456"/>
                  </a:lnTo>
                  <a:lnTo>
                    <a:pt x="6350" y="2182456"/>
                  </a:lnTo>
                  <a:lnTo>
                    <a:pt x="6350" y="2156929"/>
                  </a:lnTo>
                  <a:close/>
                </a:path>
                <a:path w="2082800" h="2679700">
                  <a:moveTo>
                    <a:pt x="12700" y="2156929"/>
                  </a:moveTo>
                  <a:lnTo>
                    <a:pt x="6350" y="2156929"/>
                  </a:lnTo>
                  <a:lnTo>
                    <a:pt x="6350" y="2182456"/>
                  </a:lnTo>
                  <a:lnTo>
                    <a:pt x="12700" y="2182456"/>
                  </a:lnTo>
                  <a:lnTo>
                    <a:pt x="12700" y="2156929"/>
                  </a:lnTo>
                  <a:close/>
                </a:path>
                <a:path w="2082800" h="2679700">
                  <a:moveTo>
                    <a:pt x="6350" y="2093099"/>
                  </a:moveTo>
                  <a:lnTo>
                    <a:pt x="0" y="2093099"/>
                  </a:lnTo>
                  <a:lnTo>
                    <a:pt x="0" y="2118626"/>
                  </a:lnTo>
                  <a:lnTo>
                    <a:pt x="6350" y="2118626"/>
                  </a:lnTo>
                  <a:lnTo>
                    <a:pt x="6350" y="2093099"/>
                  </a:lnTo>
                  <a:close/>
                </a:path>
                <a:path w="2082800" h="2679700">
                  <a:moveTo>
                    <a:pt x="12700" y="2093099"/>
                  </a:moveTo>
                  <a:lnTo>
                    <a:pt x="6350" y="2093099"/>
                  </a:lnTo>
                  <a:lnTo>
                    <a:pt x="6350" y="2118626"/>
                  </a:lnTo>
                  <a:lnTo>
                    <a:pt x="12700" y="2118626"/>
                  </a:lnTo>
                  <a:lnTo>
                    <a:pt x="12700" y="2093099"/>
                  </a:lnTo>
                  <a:close/>
                </a:path>
                <a:path w="2082800" h="2679700">
                  <a:moveTo>
                    <a:pt x="6350" y="2029256"/>
                  </a:moveTo>
                  <a:lnTo>
                    <a:pt x="0" y="2029256"/>
                  </a:lnTo>
                  <a:lnTo>
                    <a:pt x="0" y="2054796"/>
                  </a:lnTo>
                  <a:lnTo>
                    <a:pt x="6350" y="2054796"/>
                  </a:lnTo>
                  <a:lnTo>
                    <a:pt x="6350" y="2029256"/>
                  </a:lnTo>
                  <a:close/>
                </a:path>
                <a:path w="2082800" h="2679700">
                  <a:moveTo>
                    <a:pt x="12700" y="2029256"/>
                  </a:moveTo>
                  <a:lnTo>
                    <a:pt x="6350" y="2029256"/>
                  </a:lnTo>
                  <a:lnTo>
                    <a:pt x="6350" y="2054796"/>
                  </a:lnTo>
                  <a:lnTo>
                    <a:pt x="12700" y="2054796"/>
                  </a:lnTo>
                  <a:lnTo>
                    <a:pt x="12700" y="2029256"/>
                  </a:lnTo>
                  <a:close/>
                </a:path>
                <a:path w="2082800" h="2679700">
                  <a:moveTo>
                    <a:pt x="6350" y="1965426"/>
                  </a:moveTo>
                  <a:lnTo>
                    <a:pt x="0" y="1965426"/>
                  </a:lnTo>
                  <a:lnTo>
                    <a:pt x="0" y="1990953"/>
                  </a:lnTo>
                  <a:lnTo>
                    <a:pt x="6350" y="1990953"/>
                  </a:lnTo>
                  <a:lnTo>
                    <a:pt x="6350" y="1965426"/>
                  </a:lnTo>
                  <a:close/>
                </a:path>
                <a:path w="2082800" h="2679700">
                  <a:moveTo>
                    <a:pt x="12700" y="1965426"/>
                  </a:moveTo>
                  <a:lnTo>
                    <a:pt x="6350" y="1965426"/>
                  </a:lnTo>
                  <a:lnTo>
                    <a:pt x="6350" y="1990953"/>
                  </a:lnTo>
                  <a:lnTo>
                    <a:pt x="12700" y="1990953"/>
                  </a:lnTo>
                  <a:lnTo>
                    <a:pt x="12700" y="1965426"/>
                  </a:lnTo>
                  <a:close/>
                </a:path>
                <a:path w="2082800" h="2679700">
                  <a:moveTo>
                    <a:pt x="6350" y="1901596"/>
                  </a:moveTo>
                  <a:lnTo>
                    <a:pt x="0" y="1901596"/>
                  </a:lnTo>
                  <a:lnTo>
                    <a:pt x="0" y="1927123"/>
                  </a:lnTo>
                  <a:lnTo>
                    <a:pt x="6350" y="1927123"/>
                  </a:lnTo>
                  <a:lnTo>
                    <a:pt x="6350" y="1901596"/>
                  </a:lnTo>
                  <a:close/>
                </a:path>
                <a:path w="2082800" h="2679700">
                  <a:moveTo>
                    <a:pt x="12700" y="1901596"/>
                  </a:moveTo>
                  <a:lnTo>
                    <a:pt x="6350" y="1901596"/>
                  </a:lnTo>
                  <a:lnTo>
                    <a:pt x="6350" y="1927123"/>
                  </a:lnTo>
                  <a:lnTo>
                    <a:pt x="12700" y="1927123"/>
                  </a:lnTo>
                  <a:lnTo>
                    <a:pt x="12700" y="1901596"/>
                  </a:lnTo>
                  <a:close/>
                </a:path>
                <a:path w="2082800" h="2679700">
                  <a:moveTo>
                    <a:pt x="6350" y="1837753"/>
                  </a:moveTo>
                  <a:lnTo>
                    <a:pt x="0" y="1837753"/>
                  </a:lnTo>
                  <a:lnTo>
                    <a:pt x="0" y="1863293"/>
                  </a:lnTo>
                  <a:lnTo>
                    <a:pt x="6350" y="1863293"/>
                  </a:lnTo>
                  <a:lnTo>
                    <a:pt x="6350" y="1837753"/>
                  </a:lnTo>
                  <a:close/>
                </a:path>
                <a:path w="2082800" h="2679700">
                  <a:moveTo>
                    <a:pt x="12700" y="1837753"/>
                  </a:moveTo>
                  <a:lnTo>
                    <a:pt x="6350" y="1837753"/>
                  </a:lnTo>
                  <a:lnTo>
                    <a:pt x="6350" y="1863293"/>
                  </a:lnTo>
                  <a:lnTo>
                    <a:pt x="12700" y="1863293"/>
                  </a:lnTo>
                  <a:lnTo>
                    <a:pt x="12700" y="1837753"/>
                  </a:lnTo>
                  <a:close/>
                </a:path>
                <a:path w="2082800" h="2679700">
                  <a:moveTo>
                    <a:pt x="6350" y="1773923"/>
                  </a:moveTo>
                  <a:lnTo>
                    <a:pt x="0" y="1773923"/>
                  </a:lnTo>
                  <a:lnTo>
                    <a:pt x="0" y="1799450"/>
                  </a:lnTo>
                  <a:lnTo>
                    <a:pt x="6350" y="1799450"/>
                  </a:lnTo>
                  <a:lnTo>
                    <a:pt x="6350" y="1773923"/>
                  </a:lnTo>
                  <a:close/>
                </a:path>
                <a:path w="2082800" h="2679700">
                  <a:moveTo>
                    <a:pt x="12700" y="1773923"/>
                  </a:moveTo>
                  <a:lnTo>
                    <a:pt x="6350" y="1773923"/>
                  </a:lnTo>
                  <a:lnTo>
                    <a:pt x="6350" y="1799450"/>
                  </a:lnTo>
                  <a:lnTo>
                    <a:pt x="12700" y="1799450"/>
                  </a:lnTo>
                  <a:lnTo>
                    <a:pt x="12700" y="1773923"/>
                  </a:lnTo>
                  <a:close/>
                </a:path>
                <a:path w="2082800" h="2679700">
                  <a:moveTo>
                    <a:pt x="6350" y="1710093"/>
                  </a:moveTo>
                  <a:lnTo>
                    <a:pt x="0" y="1710093"/>
                  </a:lnTo>
                  <a:lnTo>
                    <a:pt x="0" y="1735620"/>
                  </a:lnTo>
                  <a:lnTo>
                    <a:pt x="6350" y="1735620"/>
                  </a:lnTo>
                  <a:lnTo>
                    <a:pt x="6350" y="1710093"/>
                  </a:lnTo>
                  <a:close/>
                </a:path>
                <a:path w="2082800" h="2679700">
                  <a:moveTo>
                    <a:pt x="12700" y="1710093"/>
                  </a:moveTo>
                  <a:lnTo>
                    <a:pt x="6350" y="1710093"/>
                  </a:lnTo>
                  <a:lnTo>
                    <a:pt x="6350" y="1735620"/>
                  </a:lnTo>
                  <a:lnTo>
                    <a:pt x="12700" y="1735620"/>
                  </a:lnTo>
                  <a:lnTo>
                    <a:pt x="12700" y="1710093"/>
                  </a:lnTo>
                  <a:close/>
                </a:path>
                <a:path w="2082800" h="2679700">
                  <a:moveTo>
                    <a:pt x="6350" y="1646250"/>
                  </a:moveTo>
                  <a:lnTo>
                    <a:pt x="0" y="1646250"/>
                  </a:lnTo>
                  <a:lnTo>
                    <a:pt x="0" y="1671789"/>
                  </a:lnTo>
                  <a:lnTo>
                    <a:pt x="6350" y="1671789"/>
                  </a:lnTo>
                  <a:lnTo>
                    <a:pt x="6350" y="1646250"/>
                  </a:lnTo>
                  <a:close/>
                </a:path>
                <a:path w="2082800" h="2679700">
                  <a:moveTo>
                    <a:pt x="12700" y="1646250"/>
                  </a:moveTo>
                  <a:lnTo>
                    <a:pt x="6350" y="1646250"/>
                  </a:lnTo>
                  <a:lnTo>
                    <a:pt x="6350" y="1671789"/>
                  </a:lnTo>
                  <a:lnTo>
                    <a:pt x="12700" y="1671789"/>
                  </a:lnTo>
                  <a:lnTo>
                    <a:pt x="12700" y="1646250"/>
                  </a:lnTo>
                  <a:close/>
                </a:path>
                <a:path w="2082800" h="2679700">
                  <a:moveTo>
                    <a:pt x="6350" y="1582420"/>
                  </a:moveTo>
                  <a:lnTo>
                    <a:pt x="0" y="1582420"/>
                  </a:lnTo>
                  <a:lnTo>
                    <a:pt x="0" y="1607959"/>
                  </a:lnTo>
                  <a:lnTo>
                    <a:pt x="6350" y="1607959"/>
                  </a:lnTo>
                  <a:lnTo>
                    <a:pt x="6350" y="1582420"/>
                  </a:lnTo>
                  <a:close/>
                </a:path>
                <a:path w="2082800" h="2679700">
                  <a:moveTo>
                    <a:pt x="12700" y="1582420"/>
                  </a:moveTo>
                  <a:lnTo>
                    <a:pt x="6350" y="1582420"/>
                  </a:lnTo>
                  <a:lnTo>
                    <a:pt x="6350" y="1607959"/>
                  </a:lnTo>
                  <a:lnTo>
                    <a:pt x="12700" y="1607959"/>
                  </a:lnTo>
                  <a:lnTo>
                    <a:pt x="12700" y="1582420"/>
                  </a:lnTo>
                  <a:close/>
                </a:path>
                <a:path w="2082800" h="2679700">
                  <a:moveTo>
                    <a:pt x="6350" y="1518589"/>
                  </a:moveTo>
                  <a:lnTo>
                    <a:pt x="0" y="1518589"/>
                  </a:lnTo>
                  <a:lnTo>
                    <a:pt x="0" y="1544116"/>
                  </a:lnTo>
                  <a:lnTo>
                    <a:pt x="6350" y="1544116"/>
                  </a:lnTo>
                  <a:lnTo>
                    <a:pt x="6350" y="1518589"/>
                  </a:lnTo>
                  <a:close/>
                </a:path>
                <a:path w="2082800" h="2679700">
                  <a:moveTo>
                    <a:pt x="12700" y="1518589"/>
                  </a:moveTo>
                  <a:lnTo>
                    <a:pt x="6350" y="1518589"/>
                  </a:lnTo>
                  <a:lnTo>
                    <a:pt x="6350" y="1544116"/>
                  </a:lnTo>
                  <a:lnTo>
                    <a:pt x="12700" y="1544116"/>
                  </a:lnTo>
                  <a:lnTo>
                    <a:pt x="12700" y="1518589"/>
                  </a:lnTo>
                  <a:close/>
                </a:path>
                <a:path w="2082800" h="2679700">
                  <a:moveTo>
                    <a:pt x="6350" y="1454746"/>
                  </a:moveTo>
                  <a:lnTo>
                    <a:pt x="0" y="1454746"/>
                  </a:lnTo>
                  <a:lnTo>
                    <a:pt x="0" y="1480286"/>
                  </a:lnTo>
                  <a:lnTo>
                    <a:pt x="6350" y="1480286"/>
                  </a:lnTo>
                  <a:lnTo>
                    <a:pt x="6350" y="1454746"/>
                  </a:lnTo>
                  <a:close/>
                </a:path>
                <a:path w="2082800" h="2679700">
                  <a:moveTo>
                    <a:pt x="12700" y="1454746"/>
                  </a:moveTo>
                  <a:lnTo>
                    <a:pt x="6350" y="1454746"/>
                  </a:lnTo>
                  <a:lnTo>
                    <a:pt x="6350" y="1480286"/>
                  </a:lnTo>
                  <a:lnTo>
                    <a:pt x="12700" y="1480286"/>
                  </a:lnTo>
                  <a:lnTo>
                    <a:pt x="12700" y="1454746"/>
                  </a:lnTo>
                  <a:close/>
                </a:path>
                <a:path w="2082800" h="2679700">
                  <a:moveTo>
                    <a:pt x="6350" y="1390916"/>
                  </a:moveTo>
                  <a:lnTo>
                    <a:pt x="0" y="1390916"/>
                  </a:lnTo>
                  <a:lnTo>
                    <a:pt x="0" y="1416456"/>
                  </a:lnTo>
                  <a:lnTo>
                    <a:pt x="6350" y="1416456"/>
                  </a:lnTo>
                  <a:lnTo>
                    <a:pt x="6350" y="1390916"/>
                  </a:lnTo>
                  <a:close/>
                </a:path>
                <a:path w="2082800" h="2679700">
                  <a:moveTo>
                    <a:pt x="12700" y="1390916"/>
                  </a:moveTo>
                  <a:lnTo>
                    <a:pt x="6350" y="1390916"/>
                  </a:lnTo>
                  <a:lnTo>
                    <a:pt x="6350" y="1416456"/>
                  </a:lnTo>
                  <a:lnTo>
                    <a:pt x="12700" y="1416456"/>
                  </a:lnTo>
                  <a:lnTo>
                    <a:pt x="12700" y="1390916"/>
                  </a:lnTo>
                  <a:close/>
                </a:path>
                <a:path w="2082800" h="2679700">
                  <a:moveTo>
                    <a:pt x="6350" y="1327086"/>
                  </a:moveTo>
                  <a:lnTo>
                    <a:pt x="0" y="1327086"/>
                  </a:lnTo>
                  <a:lnTo>
                    <a:pt x="0" y="1352613"/>
                  </a:lnTo>
                  <a:lnTo>
                    <a:pt x="6350" y="1352613"/>
                  </a:lnTo>
                  <a:lnTo>
                    <a:pt x="6350" y="1327086"/>
                  </a:lnTo>
                  <a:close/>
                </a:path>
                <a:path w="2082800" h="2679700">
                  <a:moveTo>
                    <a:pt x="12700" y="1327086"/>
                  </a:moveTo>
                  <a:lnTo>
                    <a:pt x="6350" y="1327086"/>
                  </a:lnTo>
                  <a:lnTo>
                    <a:pt x="6350" y="1352613"/>
                  </a:lnTo>
                  <a:lnTo>
                    <a:pt x="12700" y="1352613"/>
                  </a:lnTo>
                  <a:lnTo>
                    <a:pt x="12700" y="1327086"/>
                  </a:lnTo>
                  <a:close/>
                </a:path>
                <a:path w="2082800" h="2679700">
                  <a:moveTo>
                    <a:pt x="6350" y="1263243"/>
                  </a:moveTo>
                  <a:lnTo>
                    <a:pt x="0" y="1263243"/>
                  </a:lnTo>
                  <a:lnTo>
                    <a:pt x="0" y="1288783"/>
                  </a:lnTo>
                  <a:lnTo>
                    <a:pt x="6350" y="1288783"/>
                  </a:lnTo>
                  <a:lnTo>
                    <a:pt x="6350" y="1263243"/>
                  </a:lnTo>
                  <a:close/>
                </a:path>
                <a:path w="2082800" h="2679700">
                  <a:moveTo>
                    <a:pt x="12700" y="1263243"/>
                  </a:moveTo>
                  <a:lnTo>
                    <a:pt x="6350" y="1263243"/>
                  </a:lnTo>
                  <a:lnTo>
                    <a:pt x="6350" y="1288783"/>
                  </a:lnTo>
                  <a:lnTo>
                    <a:pt x="12700" y="1288783"/>
                  </a:lnTo>
                  <a:lnTo>
                    <a:pt x="12700" y="1263243"/>
                  </a:lnTo>
                  <a:close/>
                </a:path>
                <a:path w="2082800" h="2679700">
                  <a:moveTo>
                    <a:pt x="6350" y="1199413"/>
                  </a:moveTo>
                  <a:lnTo>
                    <a:pt x="0" y="1199413"/>
                  </a:lnTo>
                  <a:lnTo>
                    <a:pt x="0" y="1224953"/>
                  </a:lnTo>
                  <a:lnTo>
                    <a:pt x="6350" y="1224953"/>
                  </a:lnTo>
                  <a:lnTo>
                    <a:pt x="6350" y="1199413"/>
                  </a:lnTo>
                  <a:close/>
                </a:path>
                <a:path w="2082800" h="2679700">
                  <a:moveTo>
                    <a:pt x="12700" y="1199413"/>
                  </a:moveTo>
                  <a:lnTo>
                    <a:pt x="6350" y="1199413"/>
                  </a:lnTo>
                  <a:lnTo>
                    <a:pt x="6350" y="1224953"/>
                  </a:lnTo>
                  <a:lnTo>
                    <a:pt x="12700" y="1224953"/>
                  </a:lnTo>
                  <a:lnTo>
                    <a:pt x="12700" y="1199413"/>
                  </a:lnTo>
                  <a:close/>
                </a:path>
                <a:path w="2082800" h="2679700">
                  <a:moveTo>
                    <a:pt x="6350" y="1135583"/>
                  </a:moveTo>
                  <a:lnTo>
                    <a:pt x="0" y="1135583"/>
                  </a:lnTo>
                  <a:lnTo>
                    <a:pt x="0" y="1161110"/>
                  </a:lnTo>
                  <a:lnTo>
                    <a:pt x="6350" y="1161110"/>
                  </a:lnTo>
                  <a:lnTo>
                    <a:pt x="6350" y="1135583"/>
                  </a:lnTo>
                  <a:close/>
                </a:path>
                <a:path w="2082800" h="2679700">
                  <a:moveTo>
                    <a:pt x="12700" y="1135583"/>
                  </a:moveTo>
                  <a:lnTo>
                    <a:pt x="6350" y="1135583"/>
                  </a:lnTo>
                  <a:lnTo>
                    <a:pt x="6350" y="1161110"/>
                  </a:lnTo>
                  <a:lnTo>
                    <a:pt x="12700" y="1161110"/>
                  </a:lnTo>
                  <a:lnTo>
                    <a:pt x="12700" y="1135583"/>
                  </a:lnTo>
                  <a:close/>
                </a:path>
                <a:path w="2082800" h="2679700">
                  <a:moveTo>
                    <a:pt x="6350" y="1071740"/>
                  </a:moveTo>
                  <a:lnTo>
                    <a:pt x="0" y="1071740"/>
                  </a:lnTo>
                  <a:lnTo>
                    <a:pt x="0" y="1097280"/>
                  </a:lnTo>
                  <a:lnTo>
                    <a:pt x="6350" y="1097280"/>
                  </a:lnTo>
                  <a:lnTo>
                    <a:pt x="6350" y="1071740"/>
                  </a:lnTo>
                  <a:close/>
                </a:path>
                <a:path w="2082800" h="2679700">
                  <a:moveTo>
                    <a:pt x="12700" y="1071740"/>
                  </a:moveTo>
                  <a:lnTo>
                    <a:pt x="6350" y="1071740"/>
                  </a:lnTo>
                  <a:lnTo>
                    <a:pt x="6350" y="1097280"/>
                  </a:lnTo>
                  <a:lnTo>
                    <a:pt x="12700" y="1097280"/>
                  </a:lnTo>
                  <a:lnTo>
                    <a:pt x="12700" y="1071740"/>
                  </a:lnTo>
                  <a:close/>
                </a:path>
                <a:path w="2082800" h="2679700">
                  <a:moveTo>
                    <a:pt x="6350" y="1007910"/>
                  </a:moveTo>
                  <a:lnTo>
                    <a:pt x="0" y="1007910"/>
                  </a:lnTo>
                  <a:lnTo>
                    <a:pt x="0" y="1033449"/>
                  </a:lnTo>
                  <a:lnTo>
                    <a:pt x="6350" y="1033449"/>
                  </a:lnTo>
                  <a:lnTo>
                    <a:pt x="6350" y="1007910"/>
                  </a:lnTo>
                  <a:close/>
                </a:path>
                <a:path w="2082800" h="2679700">
                  <a:moveTo>
                    <a:pt x="12700" y="1007910"/>
                  </a:moveTo>
                  <a:lnTo>
                    <a:pt x="6350" y="1007910"/>
                  </a:lnTo>
                  <a:lnTo>
                    <a:pt x="6350" y="1033449"/>
                  </a:lnTo>
                  <a:lnTo>
                    <a:pt x="12700" y="1033449"/>
                  </a:lnTo>
                  <a:lnTo>
                    <a:pt x="12700" y="1007910"/>
                  </a:lnTo>
                  <a:close/>
                </a:path>
                <a:path w="2082800" h="2679700">
                  <a:moveTo>
                    <a:pt x="6350" y="944079"/>
                  </a:moveTo>
                  <a:lnTo>
                    <a:pt x="0" y="944079"/>
                  </a:lnTo>
                  <a:lnTo>
                    <a:pt x="0" y="969606"/>
                  </a:lnTo>
                  <a:lnTo>
                    <a:pt x="6350" y="969606"/>
                  </a:lnTo>
                  <a:lnTo>
                    <a:pt x="6350" y="944079"/>
                  </a:lnTo>
                  <a:close/>
                </a:path>
                <a:path w="2082800" h="2679700">
                  <a:moveTo>
                    <a:pt x="12700" y="944079"/>
                  </a:moveTo>
                  <a:lnTo>
                    <a:pt x="6350" y="944079"/>
                  </a:lnTo>
                  <a:lnTo>
                    <a:pt x="6350" y="969606"/>
                  </a:lnTo>
                  <a:lnTo>
                    <a:pt x="12700" y="969606"/>
                  </a:lnTo>
                  <a:lnTo>
                    <a:pt x="12700" y="944079"/>
                  </a:lnTo>
                  <a:close/>
                </a:path>
                <a:path w="2082800" h="2679700">
                  <a:moveTo>
                    <a:pt x="6350" y="880237"/>
                  </a:moveTo>
                  <a:lnTo>
                    <a:pt x="0" y="880237"/>
                  </a:lnTo>
                  <a:lnTo>
                    <a:pt x="0" y="905776"/>
                  </a:lnTo>
                  <a:lnTo>
                    <a:pt x="6350" y="905776"/>
                  </a:lnTo>
                  <a:lnTo>
                    <a:pt x="6350" y="880237"/>
                  </a:lnTo>
                  <a:close/>
                </a:path>
                <a:path w="2082800" h="2679700">
                  <a:moveTo>
                    <a:pt x="12700" y="880237"/>
                  </a:moveTo>
                  <a:lnTo>
                    <a:pt x="6350" y="880237"/>
                  </a:lnTo>
                  <a:lnTo>
                    <a:pt x="6350" y="905776"/>
                  </a:lnTo>
                  <a:lnTo>
                    <a:pt x="12700" y="905776"/>
                  </a:lnTo>
                  <a:lnTo>
                    <a:pt x="12700" y="880237"/>
                  </a:lnTo>
                  <a:close/>
                </a:path>
                <a:path w="2082800" h="2679700">
                  <a:moveTo>
                    <a:pt x="6350" y="816406"/>
                  </a:moveTo>
                  <a:lnTo>
                    <a:pt x="0" y="816406"/>
                  </a:lnTo>
                  <a:lnTo>
                    <a:pt x="0" y="841946"/>
                  </a:lnTo>
                  <a:lnTo>
                    <a:pt x="6350" y="841946"/>
                  </a:lnTo>
                  <a:lnTo>
                    <a:pt x="6350" y="816406"/>
                  </a:lnTo>
                  <a:close/>
                </a:path>
                <a:path w="2082800" h="2679700">
                  <a:moveTo>
                    <a:pt x="12700" y="816406"/>
                  </a:moveTo>
                  <a:lnTo>
                    <a:pt x="6350" y="816406"/>
                  </a:lnTo>
                  <a:lnTo>
                    <a:pt x="6350" y="841946"/>
                  </a:lnTo>
                  <a:lnTo>
                    <a:pt x="12700" y="841946"/>
                  </a:lnTo>
                  <a:lnTo>
                    <a:pt x="12700" y="816406"/>
                  </a:lnTo>
                  <a:close/>
                </a:path>
                <a:path w="2082800" h="2679700">
                  <a:moveTo>
                    <a:pt x="6350" y="752576"/>
                  </a:moveTo>
                  <a:lnTo>
                    <a:pt x="0" y="752576"/>
                  </a:lnTo>
                  <a:lnTo>
                    <a:pt x="0" y="778103"/>
                  </a:lnTo>
                  <a:lnTo>
                    <a:pt x="6350" y="778103"/>
                  </a:lnTo>
                  <a:lnTo>
                    <a:pt x="6350" y="752576"/>
                  </a:lnTo>
                  <a:close/>
                </a:path>
                <a:path w="2082800" h="2679700">
                  <a:moveTo>
                    <a:pt x="12700" y="752576"/>
                  </a:moveTo>
                  <a:lnTo>
                    <a:pt x="6350" y="752576"/>
                  </a:lnTo>
                  <a:lnTo>
                    <a:pt x="6350" y="778103"/>
                  </a:lnTo>
                  <a:lnTo>
                    <a:pt x="12700" y="778103"/>
                  </a:lnTo>
                  <a:lnTo>
                    <a:pt x="12700" y="752576"/>
                  </a:lnTo>
                  <a:close/>
                </a:path>
                <a:path w="2082800" h="2679700">
                  <a:moveTo>
                    <a:pt x="6350" y="688746"/>
                  </a:moveTo>
                  <a:lnTo>
                    <a:pt x="0" y="688746"/>
                  </a:lnTo>
                  <a:lnTo>
                    <a:pt x="0" y="714273"/>
                  </a:lnTo>
                  <a:lnTo>
                    <a:pt x="6350" y="714273"/>
                  </a:lnTo>
                  <a:lnTo>
                    <a:pt x="6350" y="688746"/>
                  </a:lnTo>
                  <a:close/>
                </a:path>
                <a:path w="2082800" h="2679700">
                  <a:moveTo>
                    <a:pt x="12700" y="688746"/>
                  </a:moveTo>
                  <a:lnTo>
                    <a:pt x="6350" y="688746"/>
                  </a:lnTo>
                  <a:lnTo>
                    <a:pt x="6350" y="714273"/>
                  </a:lnTo>
                  <a:lnTo>
                    <a:pt x="12700" y="714273"/>
                  </a:lnTo>
                  <a:lnTo>
                    <a:pt x="12700" y="688746"/>
                  </a:lnTo>
                  <a:close/>
                </a:path>
                <a:path w="2082800" h="2679700">
                  <a:moveTo>
                    <a:pt x="6350" y="624903"/>
                  </a:moveTo>
                  <a:lnTo>
                    <a:pt x="0" y="624903"/>
                  </a:lnTo>
                  <a:lnTo>
                    <a:pt x="0" y="650443"/>
                  </a:lnTo>
                  <a:lnTo>
                    <a:pt x="6350" y="650443"/>
                  </a:lnTo>
                  <a:lnTo>
                    <a:pt x="6350" y="624903"/>
                  </a:lnTo>
                  <a:close/>
                </a:path>
                <a:path w="2082800" h="2679700">
                  <a:moveTo>
                    <a:pt x="12700" y="624903"/>
                  </a:moveTo>
                  <a:lnTo>
                    <a:pt x="6350" y="624903"/>
                  </a:lnTo>
                  <a:lnTo>
                    <a:pt x="6350" y="650443"/>
                  </a:lnTo>
                  <a:lnTo>
                    <a:pt x="12700" y="650443"/>
                  </a:lnTo>
                  <a:lnTo>
                    <a:pt x="12700" y="624903"/>
                  </a:lnTo>
                  <a:close/>
                </a:path>
                <a:path w="2082800" h="2679700">
                  <a:moveTo>
                    <a:pt x="6350" y="561073"/>
                  </a:moveTo>
                  <a:lnTo>
                    <a:pt x="0" y="561073"/>
                  </a:lnTo>
                  <a:lnTo>
                    <a:pt x="0" y="586600"/>
                  </a:lnTo>
                  <a:lnTo>
                    <a:pt x="6350" y="586600"/>
                  </a:lnTo>
                  <a:lnTo>
                    <a:pt x="6350" y="561073"/>
                  </a:lnTo>
                  <a:close/>
                </a:path>
                <a:path w="2082800" h="2679700">
                  <a:moveTo>
                    <a:pt x="12700" y="561073"/>
                  </a:moveTo>
                  <a:lnTo>
                    <a:pt x="6350" y="561073"/>
                  </a:lnTo>
                  <a:lnTo>
                    <a:pt x="6350" y="586600"/>
                  </a:lnTo>
                  <a:lnTo>
                    <a:pt x="12700" y="586600"/>
                  </a:lnTo>
                  <a:lnTo>
                    <a:pt x="12700" y="561073"/>
                  </a:lnTo>
                  <a:close/>
                </a:path>
                <a:path w="2082800" h="2679700">
                  <a:moveTo>
                    <a:pt x="6350" y="497243"/>
                  </a:moveTo>
                  <a:lnTo>
                    <a:pt x="0" y="497243"/>
                  </a:lnTo>
                  <a:lnTo>
                    <a:pt x="0" y="522770"/>
                  </a:lnTo>
                  <a:lnTo>
                    <a:pt x="6350" y="522770"/>
                  </a:lnTo>
                  <a:lnTo>
                    <a:pt x="6350" y="497243"/>
                  </a:lnTo>
                  <a:close/>
                </a:path>
                <a:path w="2082800" h="2679700">
                  <a:moveTo>
                    <a:pt x="12700" y="497243"/>
                  </a:moveTo>
                  <a:lnTo>
                    <a:pt x="6350" y="497243"/>
                  </a:lnTo>
                  <a:lnTo>
                    <a:pt x="6350" y="522770"/>
                  </a:lnTo>
                  <a:lnTo>
                    <a:pt x="12700" y="522770"/>
                  </a:lnTo>
                  <a:lnTo>
                    <a:pt x="12700" y="497243"/>
                  </a:lnTo>
                  <a:close/>
                </a:path>
                <a:path w="2082800" h="2679700">
                  <a:moveTo>
                    <a:pt x="6350" y="433400"/>
                  </a:moveTo>
                  <a:lnTo>
                    <a:pt x="0" y="433400"/>
                  </a:lnTo>
                  <a:lnTo>
                    <a:pt x="0" y="458939"/>
                  </a:lnTo>
                  <a:lnTo>
                    <a:pt x="6350" y="458939"/>
                  </a:lnTo>
                  <a:lnTo>
                    <a:pt x="6350" y="433400"/>
                  </a:lnTo>
                  <a:close/>
                </a:path>
                <a:path w="2082800" h="2679700">
                  <a:moveTo>
                    <a:pt x="12700" y="433400"/>
                  </a:moveTo>
                  <a:lnTo>
                    <a:pt x="6350" y="433400"/>
                  </a:lnTo>
                  <a:lnTo>
                    <a:pt x="6350" y="458939"/>
                  </a:lnTo>
                  <a:lnTo>
                    <a:pt x="12700" y="458939"/>
                  </a:lnTo>
                  <a:lnTo>
                    <a:pt x="12700" y="433400"/>
                  </a:lnTo>
                  <a:close/>
                </a:path>
                <a:path w="2082800" h="2679700">
                  <a:moveTo>
                    <a:pt x="6350" y="369570"/>
                  </a:moveTo>
                  <a:lnTo>
                    <a:pt x="0" y="369570"/>
                  </a:lnTo>
                  <a:lnTo>
                    <a:pt x="0" y="395097"/>
                  </a:lnTo>
                  <a:lnTo>
                    <a:pt x="6350" y="395097"/>
                  </a:lnTo>
                  <a:lnTo>
                    <a:pt x="6350" y="369570"/>
                  </a:lnTo>
                  <a:close/>
                </a:path>
                <a:path w="2082800" h="2679700">
                  <a:moveTo>
                    <a:pt x="12700" y="369570"/>
                  </a:moveTo>
                  <a:lnTo>
                    <a:pt x="6350" y="369570"/>
                  </a:lnTo>
                  <a:lnTo>
                    <a:pt x="6350" y="395097"/>
                  </a:lnTo>
                  <a:lnTo>
                    <a:pt x="12700" y="395097"/>
                  </a:lnTo>
                  <a:lnTo>
                    <a:pt x="12700" y="369570"/>
                  </a:lnTo>
                  <a:close/>
                </a:path>
                <a:path w="2082800" h="2679700">
                  <a:moveTo>
                    <a:pt x="6350" y="305739"/>
                  </a:moveTo>
                  <a:lnTo>
                    <a:pt x="0" y="305739"/>
                  </a:lnTo>
                  <a:lnTo>
                    <a:pt x="0" y="331266"/>
                  </a:lnTo>
                  <a:lnTo>
                    <a:pt x="6350" y="331266"/>
                  </a:lnTo>
                  <a:lnTo>
                    <a:pt x="6350" y="305739"/>
                  </a:lnTo>
                  <a:close/>
                </a:path>
                <a:path w="2082800" h="2679700">
                  <a:moveTo>
                    <a:pt x="12700" y="305739"/>
                  </a:moveTo>
                  <a:lnTo>
                    <a:pt x="6350" y="305739"/>
                  </a:lnTo>
                  <a:lnTo>
                    <a:pt x="6350" y="331266"/>
                  </a:lnTo>
                  <a:lnTo>
                    <a:pt x="12700" y="331266"/>
                  </a:lnTo>
                  <a:lnTo>
                    <a:pt x="12700" y="305739"/>
                  </a:lnTo>
                  <a:close/>
                </a:path>
                <a:path w="2082800" h="2679700">
                  <a:moveTo>
                    <a:pt x="6350" y="241896"/>
                  </a:moveTo>
                  <a:lnTo>
                    <a:pt x="0" y="241896"/>
                  </a:lnTo>
                  <a:lnTo>
                    <a:pt x="0" y="267436"/>
                  </a:lnTo>
                  <a:lnTo>
                    <a:pt x="6350" y="267436"/>
                  </a:lnTo>
                  <a:lnTo>
                    <a:pt x="6350" y="241896"/>
                  </a:lnTo>
                  <a:close/>
                </a:path>
                <a:path w="2082800" h="2679700">
                  <a:moveTo>
                    <a:pt x="12700" y="241896"/>
                  </a:moveTo>
                  <a:lnTo>
                    <a:pt x="6350" y="241896"/>
                  </a:lnTo>
                  <a:lnTo>
                    <a:pt x="6350" y="267436"/>
                  </a:lnTo>
                  <a:lnTo>
                    <a:pt x="12700" y="267436"/>
                  </a:lnTo>
                  <a:lnTo>
                    <a:pt x="12700" y="241896"/>
                  </a:lnTo>
                  <a:close/>
                </a:path>
                <a:path w="2082800" h="2679700">
                  <a:moveTo>
                    <a:pt x="6350" y="178066"/>
                  </a:moveTo>
                  <a:lnTo>
                    <a:pt x="0" y="178066"/>
                  </a:lnTo>
                  <a:lnTo>
                    <a:pt x="0" y="203593"/>
                  </a:lnTo>
                  <a:lnTo>
                    <a:pt x="6350" y="203593"/>
                  </a:lnTo>
                  <a:lnTo>
                    <a:pt x="6350" y="178066"/>
                  </a:lnTo>
                  <a:close/>
                </a:path>
                <a:path w="2082800" h="2679700">
                  <a:moveTo>
                    <a:pt x="12700" y="178066"/>
                  </a:moveTo>
                  <a:lnTo>
                    <a:pt x="6350" y="178066"/>
                  </a:lnTo>
                  <a:lnTo>
                    <a:pt x="6350" y="203593"/>
                  </a:lnTo>
                  <a:lnTo>
                    <a:pt x="12700" y="203593"/>
                  </a:lnTo>
                  <a:lnTo>
                    <a:pt x="12700" y="178066"/>
                  </a:lnTo>
                  <a:close/>
                </a:path>
                <a:path w="2082800" h="2679700">
                  <a:moveTo>
                    <a:pt x="2640" y="113920"/>
                  </a:moveTo>
                  <a:lnTo>
                    <a:pt x="0" y="127000"/>
                  </a:lnTo>
                  <a:lnTo>
                    <a:pt x="0" y="139763"/>
                  </a:lnTo>
                  <a:lnTo>
                    <a:pt x="6350" y="139763"/>
                  </a:lnTo>
                  <a:lnTo>
                    <a:pt x="6350" y="122732"/>
                  </a:lnTo>
                  <a:lnTo>
                    <a:pt x="6543" y="118960"/>
                  </a:lnTo>
                  <a:lnTo>
                    <a:pt x="6565" y="118529"/>
                  </a:lnTo>
                  <a:lnTo>
                    <a:pt x="6929" y="115036"/>
                  </a:lnTo>
                  <a:lnTo>
                    <a:pt x="6997" y="114376"/>
                  </a:lnTo>
                  <a:lnTo>
                    <a:pt x="2640" y="113920"/>
                  </a:lnTo>
                  <a:close/>
                </a:path>
                <a:path w="2082800" h="2679700">
                  <a:moveTo>
                    <a:pt x="7004" y="114376"/>
                  </a:moveTo>
                  <a:lnTo>
                    <a:pt x="6565" y="118529"/>
                  </a:lnTo>
                  <a:lnTo>
                    <a:pt x="6350" y="122732"/>
                  </a:lnTo>
                  <a:lnTo>
                    <a:pt x="6350" y="139763"/>
                  </a:lnTo>
                  <a:lnTo>
                    <a:pt x="12700" y="139763"/>
                  </a:lnTo>
                  <a:lnTo>
                    <a:pt x="12711" y="122732"/>
                  </a:lnTo>
                  <a:lnTo>
                    <a:pt x="12915" y="118960"/>
                  </a:lnTo>
                  <a:lnTo>
                    <a:pt x="13322" y="115036"/>
                  </a:lnTo>
                  <a:lnTo>
                    <a:pt x="7004" y="114376"/>
                  </a:lnTo>
                  <a:close/>
                </a:path>
                <a:path w="2082800" h="2679700">
                  <a:moveTo>
                    <a:pt x="29381" y="56083"/>
                  </a:moveTo>
                  <a:lnTo>
                    <a:pt x="24447" y="62865"/>
                  </a:lnTo>
                  <a:lnTo>
                    <a:pt x="20205" y="70180"/>
                  </a:lnTo>
                  <a:lnTo>
                    <a:pt x="16748" y="77919"/>
                  </a:lnTo>
                  <a:lnTo>
                    <a:pt x="22555" y="80505"/>
                  </a:lnTo>
                  <a:lnTo>
                    <a:pt x="25819" y="73177"/>
                  </a:lnTo>
                  <a:lnTo>
                    <a:pt x="29845" y="66243"/>
                  </a:lnTo>
                  <a:lnTo>
                    <a:pt x="34518" y="59817"/>
                  </a:lnTo>
                  <a:lnTo>
                    <a:pt x="29381" y="56083"/>
                  </a:lnTo>
                  <a:close/>
                </a:path>
                <a:path w="2082800" h="2679700">
                  <a:moveTo>
                    <a:pt x="26079" y="53685"/>
                  </a:moveTo>
                  <a:lnTo>
                    <a:pt x="11360" y="75519"/>
                  </a:lnTo>
                  <a:lnTo>
                    <a:pt x="16763" y="77919"/>
                  </a:lnTo>
                  <a:lnTo>
                    <a:pt x="20205" y="70180"/>
                  </a:lnTo>
                  <a:lnTo>
                    <a:pt x="24447" y="62865"/>
                  </a:lnTo>
                  <a:lnTo>
                    <a:pt x="29375" y="56083"/>
                  </a:lnTo>
                  <a:lnTo>
                    <a:pt x="26079" y="53685"/>
                  </a:lnTo>
                  <a:close/>
                </a:path>
                <a:path w="2082800" h="2679700">
                  <a:moveTo>
                    <a:pt x="77920" y="16751"/>
                  </a:moveTo>
                  <a:lnTo>
                    <a:pt x="70180" y="20205"/>
                  </a:lnTo>
                  <a:lnTo>
                    <a:pt x="62865" y="24447"/>
                  </a:lnTo>
                  <a:lnTo>
                    <a:pt x="56080" y="29377"/>
                  </a:lnTo>
                  <a:lnTo>
                    <a:pt x="59817" y="34518"/>
                  </a:lnTo>
                  <a:lnTo>
                    <a:pt x="66243" y="29845"/>
                  </a:lnTo>
                  <a:lnTo>
                    <a:pt x="73177" y="25819"/>
                  </a:lnTo>
                  <a:lnTo>
                    <a:pt x="80505" y="22555"/>
                  </a:lnTo>
                  <a:lnTo>
                    <a:pt x="77920" y="16751"/>
                  </a:lnTo>
                  <a:close/>
                </a:path>
                <a:path w="2082800" h="2679700">
                  <a:moveTo>
                    <a:pt x="75519" y="11359"/>
                  </a:moveTo>
                  <a:lnTo>
                    <a:pt x="53685" y="26080"/>
                  </a:lnTo>
                  <a:lnTo>
                    <a:pt x="56084" y="29377"/>
                  </a:lnTo>
                  <a:lnTo>
                    <a:pt x="62865" y="24447"/>
                  </a:lnTo>
                  <a:lnTo>
                    <a:pt x="70180" y="20205"/>
                  </a:lnTo>
                  <a:lnTo>
                    <a:pt x="77914" y="16751"/>
                  </a:lnTo>
                  <a:lnTo>
                    <a:pt x="75519" y="11359"/>
                  </a:lnTo>
                  <a:close/>
                </a:path>
                <a:path w="2082800" h="2679700">
                  <a:moveTo>
                    <a:pt x="127000" y="6350"/>
                  </a:moveTo>
                  <a:lnTo>
                    <a:pt x="122732" y="6350"/>
                  </a:lnTo>
                  <a:lnTo>
                    <a:pt x="118529" y="6565"/>
                  </a:lnTo>
                  <a:lnTo>
                    <a:pt x="114375" y="6997"/>
                  </a:lnTo>
                  <a:lnTo>
                    <a:pt x="114971" y="12700"/>
                  </a:lnTo>
                  <a:lnTo>
                    <a:pt x="115036" y="13322"/>
                  </a:lnTo>
                  <a:lnTo>
                    <a:pt x="118960" y="12915"/>
                  </a:lnTo>
                  <a:lnTo>
                    <a:pt x="122948" y="12700"/>
                  </a:lnTo>
                  <a:lnTo>
                    <a:pt x="127000" y="12700"/>
                  </a:lnTo>
                  <a:lnTo>
                    <a:pt x="127000" y="6350"/>
                  </a:lnTo>
                  <a:close/>
                </a:path>
                <a:path w="2082800" h="2679700">
                  <a:moveTo>
                    <a:pt x="139611" y="0"/>
                  </a:moveTo>
                  <a:lnTo>
                    <a:pt x="127000" y="0"/>
                  </a:lnTo>
                  <a:lnTo>
                    <a:pt x="127000" y="12700"/>
                  </a:lnTo>
                  <a:lnTo>
                    <a:pt x="139611" y="12700"/>
                  </a:lnTo>
                  <a:lnTo>
                    <a:pt x="139611" y="0"/>
                  </a:lnTo>
                  <a:close/>
                </a:path>
                <a:path w="2082800" h="2679700">
                  <a:moveTo>
                    <a:pt x="127000" y="0"/>
                  </a:moveTo>
                  <a:lnTo>
                    <a:pt x="113920" y="2640"/>
                  </a:lnTo>
                  <a:lnTo>
                    <a:pt x="114308" y="6350"/>
                  </a:lnTo>
                  <a:lnTo>
                    <a:pt x="114376" y="6997"/>
                  </a:lnTo>
                  <a:lnTo>
                    <a:pt x="118529" y="6565"/>
                  </a:lnTo>
                  <a:lnTo>
                    <a:pt x="122732" y="6350"/>
                  </a:lnTo>
                  <a:lnTo>
                    <a:pt x="127000" y="6350"/>
                  </a:lnTo>
                  <a:lnTo>
                    <a:pt x="127000" y="0"/>
                  </a:lnTo>
                  <a:close/>
                </a:path>
                <a:path w="2082800" h="2679700">
                  <a:moveTo>
                    <a:pt x="202679" y="0"/>
                  </a:moveTo>
                  <a:lnTo>
                    <a:pt x="177444" y="0"/>
                  </a:lnTo>
                  <a:lnTo>
                    <a:pt x="177444" y="12700"/>
                  </a:lnTo>
                  <a:lnTo>
                    <a:pt x="202679" y="12700"/>
                  </a:lnTo>
                  <a:lnTo>
                    <a:pt x="202679" y="0"/>
                  </a:lnTo>
                  <a:close/>
                </a:path>
                <a:path w="2082800" h="2679700">
                  <a:moveTo>
                    <a:pt x="265734" y="0"/>
                  </a:moveTo>
                  <a:lnTo>
                    <a:pt x="240512" y="0"/>
                  </a:lnTo>
                  <a:lnTo>
                    <a:pt x="240512" y="12700"/>
                  </a:lnTo>
                  <a:lnTo>
                    <a:pt x="265734" y="12700"/>
                  </a:lnTo>
                  <a:lnTo>
                    <a:pt x="265734" y="0"/>
                  </a:lnTo>
                  <a:close/>
                </a:path>
                <a:path w="2082800" h="2679700">
                  <a:moveTo>
                    <a:pt x="328803" y="0"/>
                  </a:moveTo>
                  <a:lnTo>
                    <a:pt x="303568" y="0"/>
                  </a:lnTo>
                  <a:lnTo>
                    <a:pt x="303568" y="12700"/>
                  </a:lnTo>
                  <a:lnTo>
                    <a:pt x="328803" y="12700"/>
                  </a:lnTo>
                  <a:lnTo>
                    <a:pt x="328803" y="0"/>
                  </a:lnTo>
                  <a:close/>
                </a:path>
                <a:path w="2082800" h="2679700">
                  <a:moveTo>
                    <a:pt x="391858" y="0"/>
                  </a:moveTo>
                  <a:lnTo>
                    <a:pt x="366636" y="0"/>
                  </a:lnTo>
                  <a:lnTo>
                    <a:pt x="366636" y="12700"/>
                  </a:lnTo>
                  <a:lnTo>
                    <a:pt x="391858" y="12700"/>
                  </a:lnTo>
                  <a:lnTo>
                    <a:pt x="391858" y="0"/>
                  </a:lnTo>
                  <a:close/>
                </a:path>
                <a:path w="2082800" h="2679700">
                  <a:moveTo>
                    <a:pt x="454926" y="0"/>
                  </a:moveTo>
                  <a:lnTo>
                    <a:pt x="429691" y="0"/>
                  </a:lnTo>
                  <a:lnTo>
                    <a:pt x="429691" y="12700"/>
                  </a:lnTo>
                  <a:lnTo>
                    <a:pt x="454926" y="12700"/>
                  </a:lnTo>
                  <a:lnTo>
                    <a:pt x="454926" y="0"/>
                  </a:lnTo>
                  <a:close/>
                </a:path>
                <a:path w="2082800" h="2679700">
                  <a:moveTo>
                    <a:pt x="517982" y="0"/>
                  </a:moveTo>
                  <a:lnTo>
                    <a:pt x="492760" y="0"/>
                  </a:lnTo>
                  <a:lnTo>
                    <a:pt x="492760" y="12700"/>
                  </a:lnTo>
                  <a:lnTo>
                    <a:pt x="517982" y="12700"/>
                  </a:lnTo>
                  <a:lnTo>
                    <a:pt x="517982" y="0"/>
                  </a:lnTo>
                  <a:close/>
                </a:path>
                <a:path w="2082800" h="2679700">
                  <a:moveTo>
                    <a:pt x="581050" y="0"/>
                  </a:moveTo>
                  <a:lnTo>
                    <a:pt x="555828" y="0"/>
                  </a:lnTo>
                  <a:lnTo>
                    <a:pt x="555828" y="12700"/>
                  </a:lnTo>
                  <a:lnTo>
                    <a:pt x="581050" y="12700"/>
                  </a:lnTo>
                  <a:lnTo>
                    <a:pt x="581050" y="0"/>
                  </a:lnTo>
                  <a:close/>
                </a:path>
                <a:path w="2082800" h="2679700">
                  <a:moveTo>
                    <a:pt x="644105" y="0"/>
                  </a:moveTo>
                  <a:lnTo>
                    <a:pt x="618883" y="0"/>
                  </a:lnTo>
                  <a:lnTo>
                    <a:pt x="618883" y="12700"/>
                  </a:lnTo>
                  <a:lnTo>
                    <a:pt x="644105" y="12700"/>
                  </a:lnTo>
                  <a:lnTo>
                    <a:pt x="644105" y="0"/>
                  </a:lnTo>
                  <a:close/>
                </a:path>
                <a:path w="2082800" h="2679700">
                  <a:moveTo>
                    <a:pt x="707174" y="0"/>
                  </a:moveTo>
                  <a:lnTo>
                    <a:pt x="681951" y="0"/>
                  </a:lnTo>
                  <a:lnTo>
                    <a:pt x="681951" y="12700"/>
                  </a:lnTo>
                  <a:lnTo>
                    <a:pt x="707174" y="12700"/>
                  </a:lnTo>
                  <a:lnTo>
                    <a:pt x="707174" y="0"/>
                  </a:lnTo>
                  <a:close/>
                </a:path>
                <a:path w="2082800" h="2679700">
                  <a:moveTo>
                    <a:pt x="770229" y="0"/>
                  </a:moveTo>
                  <a:lnTo>
                    <a:pt x="745007" y="0"/>
                  </a:lnTo>
                  <a:lnTo>
                    <a:pt x="745007" y="12700"/>
                  </a:lnTo>
                  <a:lnTo>
                    <a:pt x="770229" y="12700"/>
                  </a:lnTo>
                  <a:lnTo>
                    <a:pt x="770229" y="0"/>
                  </a:lnTo>
                  <a:close/>
                </a:path>
                <a:path w="2082800" h="2679700">
                  <a:moveTo>
                    <a:pt x="833297" y="0"/>
                  </a:moveTo>
                  <a:lnTo>
                    <a:pt x="808075" y="0"/>
                  </a:lnTo>
                  <a:lnTo>
                    <a:pt x="808075" y="12700"/>
                  </a:lnTo>
                  <a:lnTo>
                    <a:pt x="833297" y="12700"/>
                  </a:lnTo>
                  <a:lnTo>
                    <a:pt x="833297" y="0"/>
                  </a:lnTo>
                  <a:close/>
                </a:path>
                <a:path w="2082800" h="2679700">
                  <a:moveTo>
                    <a:pt x="896353" y="0"/>
                  </a:moveTo>
                  <a:lnTo>
                    <a:pt x="871131" y="0"/>
                  </a:lnTo>
                  <a:lnTo>
                    <a:pt x="871131" y="12700"/>
                  </a:lnTo>
                  <a:lnTo>
                    <a:pt x="896353" y="12700"/>
                  </a:lnTo>
                  <a:lnTo>
                    <a:pt x="896353" y="0"/>
                  </a:lnTo>
                  <a:close/>
                </a:path>
                <a:path w="2082800" h="2679700">
                  <a:moveTo>
                    <a:pt x="959421" y="0"/>
                  </a:moveTo>
                  <a:lnTo>
                    <a:pt x="934199" y="0"/>
                  </a:lnTo>
                  <a:lnTo>
                    <a:pt x="934199" y="12700"/>
                  </a:lnTo>
                  <a:lnTo>
                    <a:pt x="959421" y="12700"/>
                  </a:lnTo>
                  <a:lnTo>
                    <a:pt x="959421" y="0"/>
                  </a:lnTo>
                  <a:close/>
                </a:path>
                <a:path w="2082800" h="2679700">
                  <a:moveTo>
                    <a:pt x="1022477" y="0"/>
                  </a:moveTo>
                  <a:lnTo>
                    <a:pt x="997254" y="0"/>
                  </a:lnTo>
                  <a:lnTo>
                    <a:pt x="997254" y="12700"/>
                  </a:lnTo>
                  <a:lnTo>
                    <a:pt x="1022477" y="12700"/>
                  </a:lnTo>
                  <a:lnTo>
                    <a:pt x="1022477" y="0"/>
                  </a:lnTo>
                  <a:close/>
                </a:path>
                <a:path w="2082800" h="2679700">
                  <a:moveTo>
                    <a:pt x="1085545" y="0"/>
                  </a:moveTo>
                  <a:lnTo>
                    <a:pt x="1060323" y="0"/>
                  </a:lnTo>
                  <a:lnTo>
                    <a:pt x="1060323" y="12700"/>
                  </a:lnTo>
                  <a:lnTo>
                    <a:pt x="1085545" y="12700"/>
                  </a:lnTo>
                  <a:lnTo>
                    <a:pt x="1085545" y="0"/>
                  </a:lnTo>
                  <a:close/>
                </a:path>
                <a:path w="2082800" h="2679700">
                  <a:moveTo>
                    <a:pt x="1148600" y="0"/>
                  </a:moveTo>
                  <a:lnTo>
                    <a:pt x="1123378" y="0"/>
                  </a:lnTo>
                  <a:lnTo>
                    <a:pt x="1123378" y="12700"/>
                  </a:lnTo>
                  <a:lnTo>
                    <a:pt x="1148600" y="12700"/>
                  </a:lnTo>
                  <a:lnTo>
                    <a:pt x="1148600" y="0"/>
                  </a:lnTo>
                  <a:close/>
                </a:path>
                <a:path w="2082800" h="2679700">
                  <a:moveTo>
                    <a:pt x="1211668" y="0"/>
                  </a:moveTo>
                  <a:lnTo>
                    <a:pt x="1186446" y="0"/>
                  </a:lnTo>
                  <a:lnTo>
                    <a:pt x="1186446" y="12700"/>
                  </a:lnTo>
                  <a:lnTo>
                    <a:pt x="1211668" y="12700"/>
                  </a:lnTo>
                  <a:lnTo>
                    <a:pt x="1211668" y="0"/>
                  </a:lnTo>
                  <a:close/>
                </a:path>
                <a:path w="2082800" h="2679700">
                  <a:moveTo>
                    <a:pt x="1274724" y="0"/>
                  </a:moveTo>
                  <a:lnTo>
                    <a:pt x="1249502" y="0"/>
                  </a:lnTo>
                  <a:lnTo>
                    <a:pt x="1249502" y="12700"/>
                  </a:lnTo>
                  <a:lnTo>
                    <a:pt x="1274724" y="12700"/>
                  </a:lnTo>
                  <a:lnTo>
                    <a:pt x="1274724" y="0"/>
                  </a:lnTo>
                  <a:close/>
                </a:path>
                <a:path w="2082800" h="2679700">
                  <a:moveTo>
                    <a:pt x="1337792" y="0"/>
                  </a:moveTo>
                  <a:lnTo>
                    <a:pt x="1312570" y="0"/>
                  </a:lnTo>
                  <a:lnTo>
                    <a:pt x="1312570" y="12700"/>
                  </a:lnTo>
                  <a:lnTo>
                    <a:pt x="1337792" y="12700"/>
                  </a:lnTo>
                  <a:lnTo>
                    <a:pt x="1337792" y="0"/>
                  </a:lnTo>
                  <a:close/>
                </a:path>
                <a:path w="2082800" h="2679700">
                  <a:moveTo>
                    <a:pt x="1400848" y="0"/>
                  </a:moveTo>
                  <a:lnTo>
                    <a:pt x="1375625" y="0"/>
                  </a:lnTo>
                  <a:lnTo>
                    <a:pt x="1375625" y="12700"/>
                  </a:lnTo>
                  <a:lnTo>
                    <a:pt x="1400848" y="12700"/>
                  </a:lnTo>
                  <a:lnTo>
                    <a:pt x="1400848" y="0"/>
                  </a:lnTo>
                  <a:close/>
                </a:path>
                <a:path w="2082800" h="2679700">
                  <a:moveTo>
                    <a:pt x="1463916" y="0"/>
                  </a:moveTo>
                  <a:lnTo>
                    <a:pt x="1438694" y="0"/>
                  </a:lnTo>
                  <a:lnTo>
                    <a:pt x="1438694" y="12700"/>
                  </a:lnTo>
                  <a:lnTo>
                    <a:pt x="1463916" y="12700"/>
                  </a:lnTo>
                  <a:lnTo>
                    <a:pt x="1463916" y="0"/>
                  </a:lnTo>
                  <a:close/>
                </a:path>
                <a:path w="2082800" h="2679700">
                  <a:moveTo>
                    <a:pt x="1526971" y="0"/>
                  </a:moveTo>
                  <a:lnTo>
                    <a:pt x="1501749" y="0"/>
                  </a:lnTo>
                  <a:lnTo>
                    <a:pt x="1501749" y="12700"/>
                  </a:lnTo>
                  <a:lnTo>
                    <a:pt x="1526971" y="12700"/>
                  </a:lnTo>
                  <a:lnTo>
                    <a:pt x="1526971" y="0"/>
                  </a:lnTo>
                  <a:close/>
                </a:path>
                <a:path w="2082800" h="2679700">
                  <a:moveTo>
                    <a:pt x="1590040" y="0"/>
                  </a:moveTo>
                  <a:lnTo>
                    <a:pt x="1564817" y="0"/>
                  </a:lnTo>
                  <a:lnTo>
                    <a:pt x="1564817" y="12700"/>
                  </a:lnTo>
                  <a:lnTo>
                    <a:pt x="1590040" y="12700"/>
                  </a:lnTo>
                  <a:lnTo>
                    <a:pt x="1590040" y="0"/>
                  </a:lnTo>
                  <a:close/>
                </a:path>
                <a:path w="2082800" h="2679700">
                  <a:moveTo>
                    <a:pt x="1653095" y="0"/>
                  </a:moveTo>
                  <a:lnTo>
                    <a:pt x="1627873" y="0"/>
                  </a:lnTo>
                  <a:lnTo>
                    <a:pt x="1627873" y="12700"/>
                  </a:lnTo>
                  <a:lnTo>
                    <a:pt x="1653095" y="12700"/>
                  </a:lnTo>
                  <a:lnTo>
                    <a:pt x="1653095" y="0"/>
                  </a:lnTo>
                  <a:close/>
                </a:path>
                <a:path w="2082800" h="2679700">
                  <a:moveTo>
                    <a:pt x="1716163" y="0"/>
                  </a:moveTo>
                  <a:lnTo>
                    <a:pt x="1690941" y="0"/>
                  </a:lnTo>
                  <a:lnTo>
                    <a:pt x="1690941" y="12700"/>
                  </a:lnTo>
                  <a:lnTo>
                    <a:pt x="1716163" y="12700"/>
                  </a:lnTo>
                  <a:lnTo>
                    <a:pt x="1716163" y="0"/>
                  </a:lnTo>
                  <a:close/>
                </a:path>
                <a:path w="2082800" h="2679700">
                  <a:moveTo>
                    <a:pt x="1779231" y="0"/>
                  </a:moveTo>
                  <a:lnTo>
                    <a:pt x="1753997" y="0"/>
                  </a:lnTo>
                  <a:lnTo>
                    <a:pt x="1753997" y="12700"/>
                  </a:lnTo>
                  <a:lnTo>
                    <a:pt x="1779231" y="12700"/>
                  </a:lnTo>
                  <a:lnTo>
                    <a:pt x="1779231" y="0"/>
                  </a:lnTo>
                  <a:close/>
                </a:path>
                <a:path w="2082800" h="2679700">
                  <a:moveTo>
                    <a:pt x="1842287" y="0"/>
                  </a:moveTo>
                  <a:lnTo>
                    <a:pt x="1817065" y="0"/>
                  </a:lnTo>
                  <a:lnTo>
                    <a:pt x="1817065" y="12700"/>
                  </a:lnTo>
                  <a:lnTo>
                    <a:pt x="1842287" y="12700"/>
                  </a:lnTo>
                  <a:lnTo>
                    <a:pt x="1842287" y="0"/>
                  </a:lnTo>
                  <a:close/>
                </a:path>
                <a:path w="2082800" h="2679700">
                  <a:moveTo>
                    <a:pt x="1905355" y="0"/>
                  </a:moveTo>
                  <a:lnTo>
                    <a:pt x="1880120" y="0"/>
                  </a:lnTo>
                  <a:lnTo>
                    <a:pt x="1880120" y="12700"/>
                  </a:lnTo>
                  <a:lnTo>
                    <a:pt x="1905355" y="12700"/>
                  </a:lnTo>
                  <a:lnTo>
                    <a:pt x="1905355" y="0"/>
                  </a:lnTo>
                  <a:close/>
                </a:path>
                <a:path w="2082800" h="2679700">
                  <a:moveTo>
                    <a:pt x="1955800" y="0"/>
                  </a:moveTo>
                  <a:lnTo>
                    <a:pt x="1955800" y="12700"/>
                  </a:lnTo>
                  <a:lnTo>
                    <a:pt x="1959851" y="12700"/>
                  </a:lnTo>
                  <a:lnTo>
                    <a:pt x="1963839" y="12915"/>
                  </a:lnTo>
                  <a:lnTo>
                    <a:pt x="1967763" y="13322"/>
                  </a:lnTo>
                  <a:lnTo>
                    <a:pt x="1968424" y="6997"/>
                  </a:lnTo>
                  <a:lnTo>
                    <a:pt x="1964270" y="6565"/>
                  </a:lnTo>
                  <a:lnTo>
                    <a:pt x="1960067" y="6350"/>
                  </a:lnTo>
                  <a:lnTo>
                    <a:pt x="1968491" y="6350"/>
                  </a:lnTo>
                  <a:lnTo>
                    <a:pt x="1968879" y="2640"/>
                  </a:lnTo>
                  <a:lnTo>
                    <a:pt x="1955800" y="0"/>
                  </a:lnTo>
                  <a:close/>
                </a:path>
                <a:path w="2082800" h="2679700">
                  <a:moveTo>
                    <a:pt x="1955800" y="0"/>
                  </a:moveTo>
                  <a:lnTo>
                    <a:pt x="1943188" y="0"/>
                  </a:lnTo>
                  <a:lnTo>
                    <a:pt x="1943188" y="12700"/>
                  </a:lnTo>
                  <a:lnTo>
                    <a:pt x="1955800" y="12700"/>
                  </a:lnTo>
                  <a:lnTo>
                    <a:pt x="1955800" y="0"/>
                  </a:lnTo>
                  <a:close/>
                </a:path>
                <a:path w="2082800" h="2679700">
                  <a:moveTo>
                    <a:pt x="1968491" y="6350"/>
                  </a:moveTo>
                  <a:lnTo>
                    <a:pt x="1960067" y="6350"/>
                  </a:lnTo>
                  <a:lnTo>
                    <a:pt x="1964270" y="6565"/>
                  </a:lnTo>
                  <a:lnTo>
                    <a:pt x="1968424" y="6997"/>
                  </a:lnTo>
                  <a:lnTo>
                    <a:pt x="1968491" y="6350"/>
                  </a:lnTo>
                  <a:close/>
                </a:path>
                <a:path w="2082800" h="2679700">
                  <a:moveTo>
                    <a:pt x="2004885" y="16751"/>
                  </a:moveTo>
                  <a:lnTo>
                    <a:pt x="2002294" y="22555"/>
                  </a:lnTo>
                  <a:lnTo>
                    <a:pt x="2009622" y="25819"/>
                  </a:lnTo>
                  <a:lnTo>
                    <a:pt x="2016556" y="29845"/>
                  </a:lnTo>
                  <a:lnTo>
                    <a:pt x="2022983" y="34518"/>
                  </a:lnTo>
                  <a:lnTo>
                    <a:pt x="2026719" y="29377"/>
                  </a:lnTo>
                  <a:lnTo>
                    <a:pt x="2019935" y="24447"/>
                  </a:lnTo>
                  <a:lnTo>
                    <a:pt x="2012619" y="20205"/>
                  </a:lnTo>
                  <a:lnTo>
                    <a:pt x="2004885" y="16751"/>
                  </a:lnTo>
                  <a:close/>
                </a:path>
                <a:path w="2082800" h="2679700">
                  <a:moveTo>
                    <a:pt x="2007280" y="11359"/>
                  </a:moveTo>
                  <a:lnTo>
                    <a:pt x="2004885" y="16751"/>
                  </a:lnTo>
                  <a:lnTo>
                    <a:pt x="2012619" y="20205"/>
                  </a:lnTo>
                  <a:lnTo>
                    <a:pt x="2019935" y="24447"/>
                  </a:lnTo>
                  <a:lnTo>
                    <a:pt x="2026719" y="29377"/>
                  </a:lnTo>
                  <a:lnTo>
                    <a:pt x="2029114" y="26080"/>
                  </a:lnTo>
                  <a:lnTo>
                    <a:pt x="2007280" y="11359"/>
                  </a:lnTo>
                  <a:close/>
                </a:path>
                <a:path w="2082800" h="2679700">
                  <a:moveTo>
                    <a:pt x="2053424" y="56083"/>
                  </a:moveTo>
                  <a:lnTo>
                    <a:pt x="2048281" y="59817"/>
                  </a:lnTo>
                  <a:lnTo>
                    <a:pt x="2052955" y="66243"/>
                  </a:lnTo>
                  <a:lnTo>
                    <a:pt x="2056980" y="73177"/>
                  </a:lnTo>
                  <a:lnTo>
                    <a:pt x="2060244" y="80505"/>
                  </a:lnTo>
                  <a:lnTo>
                    <a:pt x="2066051" y="77919"/>
                  </a:lnTo>
                  <a:lnTo>
                    <a:pt x="2062594" y="70180"/>
                  </a:lnTo>
                  <a:lnTo>
                    <a:pt x="2058352" y="62865"/>
                  </a:lnTo>
                  <a:lnTo>
                    <a:pt x="2053424" y="56083"/>
                  </a:lnTo>
                  <a:close/>
                </a:path>
                <a:path w="2082800" h="2679700">
                  <a:moveTo>
                    <a:pt x="2056720" y="53685"/>
                  </a:moveTo>
                  <a:lnTo>
                    <a:pt x="2053424" y="56083"/>
                  </a:lnTo>
                  <a:lnTo>
                    <a:pt x="2058352" y="62865"/>
                  </a:lnTo>
                  <a:lnTo>
                    <a:pt x="2062594" y="70180"/>
                  </a:lnTo>
                  <a:lnTo>
                    <a:pt x="2066051" y="77919"/>
                  </a:lnTo>
                  <a:lnTo>
                    <a:pt x="2071440" y="75519"/>
                  </a:lnTo>
                  <a:lnTo>
                    <a:pt x="2056720" y="53685"/>
                  </a:lnTo>
                  <a:close/>
                </a:path>
                <a:path w="2082800" h="2679700">
                  <a:moveTo>
                    <a:pt x="2075802" y="114376"/>
                  </a:moveTo>
                  <a:lnTo>
                    <a:pt x="2069477" y="115036"/>
                  </a:lnTo>
                  <a:lnTo>
                    <a:pt x="2069839" y="118529"/>
                  </a:lnTo>
                  <a:lnTo>
                    <a:pt x="2069884" y="118960"/>
                  </a:lnTo>
                  <a:lnTo>
                    <a:pt x="2070088" y="122732"/>
                  </a:lnTo>
                  <a:lnTo>
                    <a:pt x="2070100" y="139763"/>
                  </a:lnTo>
                  <a:lnTo>
                    <a:pt x="2076450" y="139763"/>
                  </a:lnTo>
                  <a:lnTo>
                    <a:pt x="2076450" y="122732"/>
                  </a:lnTo>
                  <a:lnTo>
                    <a:pt x="2076256" y="118960"/>
                  </a:lnTo>
                  <a:lnTo>
                    <a:pt x="2076234" y="118529"/>
                  </a:lnTo>
                  <a:lnTo>
                    <a:pt x="2075870" y="115036"/>
                  </a:lnTo>
                  <a:lnTo>
                    <a:pt x="2075802" y="114376"/>
                  </a:lnTo>
                  <a:close/>
                </a:path>
                <a:path w="2082800" h="2679700">
                  <a:moveTo>
                    <a:pt x="2080159" y="113920"/>
                  </a:moveTo>
                  <a:lnTo>
                    <a:pt x="2075802" y="114376"/>
                  </a:lnTo>
                  <a:lnTo>
                    <a:pt x="2076234" y="118529"/>
                  </a:lnTo>
                  <a:lnTo>
                    <a:pt x="2076450" y="122732"/>
                  </a:lnTo>
                  <a:lnTo>
                    <a:pt x="2076450" y="139763"/>
                  </a:lnTo>
                  <a:lnTo>
                    <a:pt x="2082800" y="139763"/>
                  </a:lnTo>
                  <a:lnTo>
                    <a:pt x="2082800" y="127000"/>
                  </a:lnTo>
                  <a:lnTo>
                    <a:pt x="2080251" y="114376"/>
                  </a:lnTo>
                  <a:lnTo>
                    <a:pt x="2080159" y="113920"/>
                  </a:lnTo>
                  <a:close/>
                </a:path>
                <a:path w="2082800" h="2679700">
                  <a:moveTo>
                    <a:pt x="2076450" y="178066"/>
                  </a:moveTo>
                  <a:lnTo>
                    <a:pt x="2070100" y="178066"/>
                  </a:lnTo>
                  <a:lnTo>
                    <a:pt x="2070100" y="203606"/>
                  </a:lnTo>
                  <a:lnTo>
                    <a:pt x="2076450" y="203606"/>
                  </a:lnTo>
                  <a:lnTo>
                    <a:pt x="2076450" y="178066"/>
                  </a:lnTo>
                  <a:close/>
                </a:path>
                <a:path w="2082800" h="2679700">
                  <a:moveTo>
                    <a:pt x="2082800" y="178066"/>
                  </a:moveTo>
                  <a:lnTo>
                    <a:pt x="2076450" y="178066"/>
                  </a:lnTo>
                  <a:lnTo>
                    <a:pt x="2076450" y="203606"/>
                  </a:lnTo>
                  <a:lnTo>
                    <a:pt x="2082800" y="203606"/>
                  </a:lnTo>
                  <a:lnTo>
                    <a:pt x="2082800" y="178066"/>
                  </a:lnTo>
                  <a:close/>
                </a:path>
                <a:path w="2082800" h="2679700">
                  <a:moveTo>
                    <a:pt x="2076450" y="241896"/>
                  </a:moveTo>
                  <a:lnTo>
                    <a:pt x="2070100" y="241896"/>
                  </a:lnTo>
                  <a:lnTo>
                    <a:pt x="2070100" y="267436"/>
                  </a:lnTo>
                  <a:lnTo>
                    <a:pt x="2076450" y="267436"/>
                  </a:lnTo>
                  <a:lnTo>
                    <a:pt x="2076450" y="241896"/>
                  </a:lnTo>
                  <a:close/>
                </a:path>
                <a:path w="2082800" h="2679700">
                  <a:moveTo>
                    <a:pt x="2082800" y="241896"/>
                  </a:moveTo>
                  <a:lnTo>
                    <a:pt x="2076450" y="241896"/>
                  </a:lnTo>
                  <a:lnTo>
                    <a:pt x="2076450" y="267436"/>
                  </a:lnTo>
                  <a:lnTo>
                    <a:pt x="2082800" y="267436"/>
                  </a:lnTo>
                  <a:lnTo>
                    <a:pt x="2082800" y="241896"/>
                  </a:lnTo>
                  <a:close/>
                </a:path>
                <a:path w="2082800" h="2679700">
                  <a:moveTo>
                    <a:pt x="2076450" y="305739"/>
                  </a:moveTo>
                  <a:lnTo>
                    <a:pt x="2070100" y="305739"/>
                  </a:lnTo>
                  <a:lnTo>
                    <a:pt x="2070100" y="331266"/>
                  </a:lnTo>
                  <a:lnTo>
                    <a:pt x="2076450" y="331266"/>
                  </a:lnTo>
                  <a:lnTo>
                    <a:pt x="2076450" y="305739"/>
                  </a:lnTo>
                  <a:close/>
                </a:path>
                <a:path w="2082800" h="2679700">
                  <a:moveTo>
                    <a:pt x="2082800" y="305739"/>
                  </a:moveTo>
                  <a:lnTo>
                    <a:pt x="2076450" y="305739"/>
                  </a:lnTo>
                  <a:lnTo>
                    <a:pt x="2076450" y="331266"/>
                  </a:lnTo>
                  <a:lnTo>
                    <a:pt x="2082800" y="331266"/>
                  </a:lnTo>
                  <a:lnTo>
                    <a:pt x="2082800" y="305739"/>
                  </a:lnTo>
                  <a:close/>
                </a:path>
                <a:path w="2082800" h="2679700">
                  <a:moveTo>
                    <a:pt x="2076450" y="369570"/>
                  </a:moveTo>
                  <a:lnTo>
                    <a:pt x="2070100" y="369570"/>
                  </a:lnTo>
                  <a:lnTo>
                    <a:pt x="2070100" y="395109"/>
                  </a:lnTo>
                  <a:lnTo>
                    <a:pt x="2076450" y="395109"/>
                  </a:lnTo>
                  <a:lnTo>
                    <a:pt x="2076450" y="369570"/>
                  </a:lnTo>
                  <a:close/>
                </a:path>
                <a:path w="2082800" h="2679700">
                  <a:moveTo>
                    <a:pt x="2082800" y="369570"/>
                  </a:moveTo>
                  <a:lnTo>
                    <a:pt x="2076450" y="369570"/>
                  </a:lnTo>
                  <a:lnTo>
                    <a:pt x="2076450" y="395109"/>
                  </a:lnTo>
                  <a:lnTo>
                    <a:pt x="2082800" y="395109"/>
                  </a:lnTo>
                  <a:lnTo>
                    <a:pt x="2082800" y="369570"/>
                  </a:lnTo>
                  <a:close/>
                </a:path>
                <a:path w="2082800" h="2679700">
                  <a:moveTo>
                    <a:pt x="2076450" y="433400"/>
                  </a:moveTo>
                  <a:lnTo>
                    <a:pt x="2070100" y="433400"/>
                  </a:lnTo>
                  <a:lnTo>
                    <a:pt x="2070100" y="458939"/>
                  </a:lnTo>
                  <a:lnTo>
                    <a:pt x="2076450" y="458939"/>
                  </a:lnTo>
                  <a:lnTo>
                    <a:pt x="2076450" y="433400"/>
                  </a:lnTo>
                  <a:close/>
                </a:path>
                <a:path w="2082800" h="2679700">
                  <a:moveTo>
                    <a:pt x="2082800" y="433400"/>
                  </a:moveTo>
                  <a:lnTo>
                    <a:pt x="2076450" y="433400"/>
                  </a:lnTo>
                  <a:lnTo>
                    <a:pt x="2076450" y="458939"/>
                  </a:lnTo>
                  <a:lnTo>
                    <a:pt x="2082800" y="458939"/>
                  </a:lnTo>
                  <a:lnTo>
                    <a:pt x="2082800" y="433400"/>
                  </a:lnTo>
                  <a:close/>
                </a:path>
                <a:path w="2082800" h="2679700">
                  <a:moveTo>
                    <a:pt x="2076450" y="497243"/>
                  </a:moveTo>
                  <a:lnTo>
                    <a:pt x="2070100" y="497243"/>
                  </a:lnTo>
                  <a:lnTo>
                    <a:pt x="2070100" y="522770"/>
                  </a:lnTo>
                  <a:lnTo>
                    <a:pt x="2076450" y="522770"/>
                  </a:lnTo>
                  <a:lnTo>
                    <a:pt x="2076450" y="497243"/>
                  </a:lnTo>
                  <a:close/>
                </a:path>
                <a:path w="2082800" h="2679700">
                  <a:moveTo>
                    <a:pt x="2082800" y="497243"/>
                  </a:moveTo>
                  <a:lnTo>
                    <a:pt x="2076450" y="497243"/>
                  </a:lnTo>
                  <a:lnTo>
                    <a:pt x="2076450" y="522770"/>
                  </a:lnTo>
                  <a:lnTo>
                    <a:pt x="2082800" y="522770"/>
                  </a:lnTo>
                  <a:lnTo>
                    <a:pt x="2082800" y="497243"/>
                  </a:lnTo>
                  <a:close/>
                </a:path>
                <a:path w="2082800" h="2679700">
                  <a:moveTo>
                    <a:pt x="2076450" y="561073"/>
                  </a:moveTo>
                  <a:lnTo>
                    <a:pt x="2070100" y="561073"/>
                  </a:lnTo>
                  <a:lnTo>
                    <a:pt x="2070100" y="586600"/>
                  </a:lnTo>
                  <a:lnTo>
                    <a:pt x="2076450" y="586600"/>
                  </a:lnTo>
                  <a:lnTo>
                    <a:pt x="2076450" y="561073"/>
                  </a:lnTo>
                  <a:close/>
                </a:path>
                <a:path w="2082800" h="2679700">
                  <a:moveTo>
                    <a:pt x="2082800" y="561073"/>
                  </a:moveTo>
                  <a:lnTo>
                    <a:pt x="2076450" y="561073"/>
                  </a:lnTo>
                  <a:lnTo>
                    <a:pt x="2076450" y="586600"/>
                  </a:lnTo>
                  <a:lnTo>
                    <a:pt x="2082800" y="586600"/>
                  </a:lnTo>
                  <a:lnTo>
                    <a:pt x="2082800" y="561073"/>
                  </a:lnTo>
                  <a:close/>
                </a:path>
                <a:path w="2082800" h="2679700">
                  <a:moveTo>
                    <a:pt x="2076450" y="624903"/>
                  </a:moveTo>
                  <a:lnTo>
                    <a:pt x="2070100" y="624903"/>
                  </a:lnTo>
                  <a:lnTo>
                    <a:pt x="2070100" y="650443"/>
                  </a:lnTo>
                  <a:lnTo>
                    <a:pt x="2076450" y="650443"/>
                  </a:lnTo>
                  <a:lnTo>
                    <a:pt x="2076450" y="624903"/>
                  </a:lnTo>
                  <a:close/>
                </a:path>
                <a:path w="2082800" h="2679700">
                  <a:moveTo>
                    <a:pt x="2082800" y="624903"/>
                  </a:moveTo>
                  <a:lnTo>
                    <a:pt x="2076450" y="624903"/>
                  </a:lnTo>
                  <a:lnTo>
                    <a:pt x="2076450" y="650443"/>
                  </a:lnTo>
                  <a:lnTo>
                    <a:pt x="2082800" y="650443"/>
                  </a:lnTo>
                  <a:lnTo>
                    <a:pt x="2082800" y="624903"/>
                  </a:lnTo>
                  <a:close/>
                </a:path>
                <a:path w="2082800" h="2679700">
                  <a:moveTo>
                    <a:pt x="2076450" y="688746"/>
                  </a:moveTo>
                  <a:lnTo>
                    <a:pt x="2070100" y="688746"/>
                  </a:lnTo>
                  <a:lnTo>
                    <a:pt x="2070100" y="714273"/>
                  </a:lnTo>
                  <a:lnTo>
                    <a:pt x="2076450" y="714273"/>
                  </a:lnTo>
                  <a:lnTo>
                    <a:pt x="2076450" y="688746"/>
                  </a:lnTo>
                  <a:close/>
                </a:path>
                <a:path w="2082800" h="2679700">
                  <a:moveTo>
                    <a:pt x="2082800" y="688746"/>
                  </a:moveTo>
                  <a:lnTo>
                    <a:pt x="2076450" y="688746"/>
                  </a:lnTo>
                  <a:lnTo>
                    <a:pt x="2076450" y="714273"/>
                  </a:lnTo>
                  <a:lnTo>
                    <a:pt x="2082800" y="714273"/>
                  </a:lnTo>
                  <a:lnTo>
                    <a:pt x="2082800" y="688746"/>
                  </a:lnTo>
                  <a:close/>
                </a:path>
                <a:path w="2082800" h="2679700">
                  <a:moveTo>
                    <a:pt x="2076450" y="752576"/>
                  </a:moveTo>
                  <a:lnTo>
                    <a:pt x="2070100" y="752576"/>
                  </a:lnTo>
                  <a:lnTo>
                    <a:pt x="2070100" y="778103"/>
                  </a:lnTo>
                  <a:lnTo>
                    <a:pt x="2076450" y="778103"/>
                  </a:lnTo>
                  <a:lnTo>
                    <a:pt x="2076450" y="752576"/>
                  </a:lnTo>
                  <a:close/>
                </a:path>
                <a:path w="2082800" h="2679700">
                  <a:moveTo>
                    <a:pt x="2082800" y="752576"/>
                  </a:moveTo>
                  <a:lnTo>
                    <a:pt x="2076450" y="752576"/>
                  </a:lnTo>
                  <a:lnTo>
                    <a:pt x="2076450" y="778103"/>
                  </a:lnTo>
                  <a:lnTo>
                    <a:pt x="2082800" y="778103"/>
                  </a:lnTo>
                  <a:lnTo>
                    <a:pt x="2082800" y="752576"/>
                  </a:lnTo>
                  <a:close/>
                </a:path>
                <a:path w="2082800" h="2679700">
                  <a:moveTo>
                    <a:pt x="2076450" y="816406"/>
                  </a:moveTo>
                  <a:lnTo>
                    <a:pt x="2070100" y="816406"/>
                  </a:lnTo>
                  <a:lnTo>
                    <a:pt x="2070100" y="841946"/>
                  </a:lnTo>
                  <a:lnTo>
                    <a:pt x="2076450" y="841946"/>
                  </a:lnTo>
                  <a:lnTo>
                    <a:pt x="2076450" y="816406"/>
                  </a:lnTo>
                  <a:close/>
                </a:path>
                <a:path w="2082800" h="2679700">
                  <a:moveTo>
                    <a:pt x="2082800" y="816406"/>
                  </a:moveTo>
                  <a:lnTo>
                    <a:pt x="2076450" y="816406"/>
                  </a:lnTo>
                  <a:lnTo>
                    <a:pt x="2076450" y="841946"/>
                  </a:lnTo>
                  <a:lnTo>
                    <a:pt x="2082800" y="841946"/>
                  </a:lnTo>
                  <a:lnTo>
                    <a:pt x="2082800" y="816406"/>
                  </a:lnTo>
                  <a:close/>
                </a:path>
                <a:path w="2082800" h="2679700">
                  <a:moveTo>
                    <a:pt x="2076450" y="880249"/>
                  </a:moveTo>
                  <a:lnTo>
                    <a:pt x="2070100" y="880249"/>
                  </a:lnTo>
                  <a:lnTo>
                    <a:pt x="2070100" y="905776"/>
                  </a:lnTo>
                  <a:lnTo>
                    <a:pt x="2076450" y="905776"/>
                  </a:lnTo>
                  <a:lnTo>
                    <a:pt x="2076450" y="880249"/>
                  </a:lnTo>
                  <a:close/>
                </a:path>
                <a:path w="2082800" h="2679700">
                  <a:moveTo>
                    <a:pt x="2082800" y="880249"/>
                  </a:moveTo>
                  <a:lnTo>
                    <a:pt x="2076450" y="880249"/>
                  </a:lnTo>
                  <a:lnTo>
                    <a:pt x="2076450" y="905776"/>
                  </a:lnTo>
                  <a:lnTo>
                    <a:pt x="2082800" y="905776"/>
                  </a:lnTo>
                  <a:lnTo>
                    <a:pt x="2082800" y="880249"/>
                  </a:lnTo>
                  <a:close/>
                </a:path>
                <a:path w="2082800" h="2679700">
                  <a:moveTo>
                    <a:pt x="2076450" y="944079"/>
                  </a:moveTo>
                  <a:lnTo>
                    <a:pt x="2070100" y="944079"/>
                  </a:lnTo>
                  <a:lnTo>
                    <a:pt x="2070100" y="969606"/>
                  </a:lnTo>
                  <a:lnTo>
                    <a:pt x="2076450" y="969606"/>
                  </a:lnTo>
                  <a:lnTo>
                    <a:pt x="2076450" y="944079"/>
                  </a:lnTo>
                  <a:close/>
                </a:path>
                <a:path w="2082800" h="2679700">
                  <a:moveTo>
                    <a:pt x="2082800" y="944079"/>
                  </a:moveTo>
                  <a:lnTo>
                    <a:pt x="2076450" y="944079"/>
                  </a:lnTo>
                  <a:lnTo>
                    <a:pt x="2076450" y="969606"/>
                  </a:lnTo>
                  <a:lnTo>
                    <a:pt x="2082800" y="969606"/>
                  </a:lnTo>
                  <a:lnTo>
                    <a:pt x="2082800" y="944079"/>
                  </a:lnTo>
                  <a:close/>
                </a:path>
                <a:path w="2082800" h="2679700">
                  <a:moveTo>
                    <a:pt x="2076450" y="1007910"/>
                  </a:moveTo>
                  <a:lnTo>
                    <a:pt x="2070100" y="1007910"/>
                  </a:lnTo>
                  <a:lnTo>
                    <a:pt x="2070100" y="1033449"/>
                  </a:lnTo>
                  <a:lnTo>
                    <a:pt x="2076450" y="1033449"/>
                  </a:lnTo>
                  <a:lnTo>
                    <a:pt x="2076450" y="1007910"/>
                  </a:lnTo>
                  <a:close/>
                </a:path>
                <a:path w="2082800" h="2679700">
                  <a:moveTo>
                    <a:pt x="2082800" y="1007910"/>
                  </a:moveTo>
                  <a:lnTo>
                    <a:pt x="2076450" y="1007910"/>
                  </a:lnTo>
                  <a:lnTo>
                    <a:pt x="2076450" y="1033449"/>
                  </a:lnTo>
                  <a:lnTo>
                    <a:pt x="2082800" y="1033449"/>
                  </a:lnTo>
                  <a:lnTo>
                    <a:pt x="2082800" y="1007910"/>
                  </a:lnTo>
                  <a:close/>
                </a:path>
                <a:path w="2082800" h="2679700">
                  <a:moveTo>
                    <a:pt x="2076450" y="1071740"/>
                  </a:moveTo>
                  <a:lnTo>
                    <a:pt x="2070100" y="1071740"/>
                  </a:lnTo>
                  <a:lnTo>
                    <a:pt x="2070100" y="1097280"/>
                  </a:lnTo>
                  <a:lnTo>
                    <a:pt x="2076450" y="1097280"/>
                  </a:lnTo>
                  <a:lnTo>
                    <a:pt x="2076450" y="1071740"/>
                  </a:lnTo>
                  <a:close/>
                </a:path>
                <a:path w="2082800" h="2679700">
                  <a:moveTo>
                    <a:pt x="2082800" y="1071740"/>
                  </a:moveTo>
                  <a:lnTo>
                    <a:pt x="2076450" y="1071740"/>
                  </a:lnTo>
                  <a:lnTo>
                    <a:pt x="2076450" y="1097280"/>
                  </a:lnTo>
                  <a:lnTo>
                    <a:pt x="2082800" y="1097280"/>
                  </a:lnTo>
                  <a:lnTo>
                    <a:pt x="2082800" y="1071740"/>
                  </a:lnTo>
                  <a:close/>
                </a:path>
                <a:path w="2082800" h="2679700">
                  <a:moveTo>
                    <a:pt x="2076450" y="1135583"/>
                  </a:moveTo>
                  <a:lnTo>
                    <a:pt x="2070100" y="1135583"/>
                  </a:lnTo>
                  <a:lnTo>
                    <a:pt x="2070100" y="1161110"/>
                  </a:lnTo>
                  <a:lnTo>
                    <a:pt x="2076450" y="1161110"/>
                  </a:lnTo>
                  <a:lnTo>
                    <a:pt x="2076450" y="1135583"/>
                  </a:lnTo>
                  <a:close/>
                </a:path>
                <a:path w="2082800" h="2679700">
                  <a:moveTo>
                    <a:pt x="2082800" y="1135583"/>
                  </a:moveTo>
                  <a:lnTo>
                    <a:pt x="2076450" y="1135583"/>
                  </a:lnTo>
                  <a:lnTo>
                    <a:pt x="2076450" y="1161110"/>
                  </a:lnTo>
                  <a:lnTo>
                    <a:pt x="2082800" y="1161110"/>
                  </a:lnTo>
                  <a:lnTo>
                    <a:pt x="2082800" y="1135583"/>
                  </a:lnTo>
                  <a:close/>
                </a:path>
                <a:path w="2082800" h="2679700">
                  <a:moveTo>
                    <a:pt x="2076450" y="1199413"/>
                  </a:moveTo>
                  <a:lnTo>
                    <a:pt x="2070100" y="1199413"/>
                  </a:lnTo>
                  <a:lnTo>
                    <a:pt x="2070100" y="1224953"/>
                  </a:lnTo>
                  <a:lnTo>
                    <a:pt x="2076450" y="1224953"/>
                  </a:lnTo>
                  <a:lnTo>
                    <a:pt x="2076450" y="1199413"/>
                  </a:lnTo>
                  <a:close/>
                </a:path>
                <a:path w="2082800" h="2679700">
                  <a:moveTo>
                    <a:pt x="2082800" y="1199413"/>
                  </a:moveTo>
                  <a:lnTo>
                    <a:pt x="2076450" y="1199413"/>
                  </a:lnTo>
                  <a:lnTo>
                    <a:pt x="2076450" y="1224953"/>
                  </a:lnTo>
                  <a:lnTo>
                    <a:pt x="2082800" y="1224953"/>
                  </a:lnTo>
                  <a:lnTo>
                    <a:pt x="2082800" y="1199413"/>
                  </a:lnTo>
                  <a:close/>
                </a:path>
                <a:path w="2082800" h="2679700">
                  <a:moveTo>
                    <a:pt x="2076450" y="1263243"/>
                  </a:moveTo>
                  <a:lnTo>
                    <a:pt x="2070100" y="1263243"/>
                  </a:lnTo>
                  <a:lnTo>
                    <a:pt x="2070100" y="1288783"/>
                  </a:lnTo>
                  <a:lnTo>
                    <a:pt x="2076450" y="1288783"/>
                  </a:lnTo>
                  <a:lnTo>
                    <a:pt x="2076450" y="1263243"/>
                  </a:lnTo>
                  <a:close/>
                </a:path>
                <a:path w="2082800" h="2679700">
                  <a:moveTo>
                    <a:pt x="2082800" y="1263243"/>
                  </a:moveTo>
                  <a:lnTo>
                    <a:pt x="2076450" y="1263243"/>
                  </a:lnTo>
                  <a:lnTo>
                    <a:pt x="2076450" y="1288783"/>
                  </a:lnTo>
                  <a:lnTo>
                    <a:pt x="2082800" y="1288783"/>
                  </a:lnTo>
                  <a:lnTo>
                    <a:pt x="2082800" y="1263243"/>
                  </a:lnTo>
                  <a:close/>
                </a:path>
                <a:path w="2082800" h="2679700">
                  <a:moveTo>
                    <a:pt x="2076450" y="1327086"/>
                  </a:moveTo>
                  <a:lnTo>
                    <a:pt x="2070100" y="1327086"/>
                  </a:lnTo>
                  <a:lnTo>
                    <a:pt x="2070100" y="1352613"/>
                  </a:lnTo>
                  <a:lnTo>
                    <a:pt x="2076450" y="1352613"/>
                  </a:lnTo>
                  <a:lnTo>
                    <a:pt x="2076450" y="1327086"/>
                  </a:lnTo>
                  <a:close/>
                </a:path>
                <a:path w="2082800" h="2679700">
                  <a:moveTo>
                    <a:pt x="2082800" y="1327086"/>
                  </a:moveTo>
                  <a:lnTo>
                    <a:pt x="2076450" y="1327086"/>
                  </a:lnTo>
                  <a:lnTo>
                    <a:pt x="2076450" y="1352613"/>
                  </a:lnTo>
                  <a:lnTo>
                    <a:pt x="2082800" y="1352613"/>
                  </a:lnTo>
                  <a:lnTo>
                    <a:pt x="2082800" y="1327086"/>
                  </a:lnTo>
                  <a:close/>
                </a:path>
                <a:path w="2082800" h="2679700">
                  <a:moveTo>
                    <a:pt x="2076450" y="1390916"/>
                  </a:moveTo>
                  <a:lnTo>
                    <a:pt x="2070100" y="1390916"/>
                  </a:lnTo>
                  <a:lnTo>
                    <a:pt x="2070100" y="1416456"/>
                  </a:lnTo>
                  <a:lnTo>
                    <a:pt x="2076450" y="1416456"/>
                  </a:lnTo>
                  <a:lnTo>
                    <a:pt x="2076450" y="1390916"/>
                  </a:lnTo>
                  <a:close/>
                </a:path>
                <a:path w="2082800" h="2679700">
                  <a:moveTo>
                    <a:pt x="2082800" y="1390916"/>
                  </a:moveTo>
                  <a:lnTo>
                    <a:pt x="2076450" y="1390916"/>
                  </a:lnTo>
                  <a:lnTo>
                    <a:pt x="2076450" y="1416456"/>
                  </a:lnTo>
                  <a:lnTo>
                    <a:pt x="2082800" y="1416456"/>
                  </a:lnTo>
                  <a:lnTo>
                    <a:pt x="2082800" y="1390916"/>
                  </a:lnTo>
                  <a:close/>
                </a:path>
                <a:path w="2082800" h="2679700">
                  <a:moveTo>
                    <a:pt x="2076450" y="1454746"/>
                  </a:moveTo>
                  <a:lnTo>
                    <a:pt x="2070100" y="1454746"/>
                  </a:lnTo>
                  <a:lnTo>
                    <a:pt x="2070100" y="1480286"/>
                  </a:lnTo>
                  <a:lnTo>
                    <a:pt x="2076450" y="1480286"/>
                  </a:lnTo>
                  <a:lnTo>
                    <a:pt x="2076450" y="1454746"/>
                  </a:lnTo>
                  <a:close/>
                </a:path>
                <a:path w="2082800" h="2679700">
                  <a:moveTo>
                    <a:pt x="2082800" y="1454746"/>
                  </a:moveTo>
                  <a:lnTo>
                    <a:pt x="2076450" y="1454746"/>
                  </a:lnTo>
                  <a:lnTo>
                    <a:pt x="2076450" y="1480286"/>
                  </a:lnTo>
                  <a:lnTo>
                    <a:pt x="2082800" y="1480286"/>
                  </a:lnTo>
                  <a:lnTo>
                    <a:pt x="2082800" y="1454746"/>
                  </a:lnTo>
                  <a:close/>
                </a:path>
                <a:path w="2082800" h="2679700">
                  <a:moveTo>
                    <a:pt x="2076450" y="1518589"/>
                  </a:moveTo>
                  <a:lnTo>
                    <a:pt x="2070100" y="1518589"/>
                  </a:lnTo>
                  <a:lnTo>
                    <a:pt x="2070100" y="1544116"/>
                  </a:lnTo>
                  <a:lnTo>
                    <a:pt x="2076450" y="1544116"/>
                  </a:lnTo>
                  <a:lnTo>
                    <a:pt x="2076450" y="1518589"/>
                  </a:lnTo>
                  <a:close/>
                </a:path>
                <a:path w="2082800" h="2679700">
                  <a:moveTo>
                    <a:pt x="2082800" y="1518589"/>
                  </a:moveTo>
                  <a:lnTo>
                    <a:pt x="2076450" y="1518589"/>
                  </a:lnTo>
                  <a:lnTo>
                    <a:pt x="2076450" y="1544116"/>
                  </a:lnTo>
                  <a:lnTo>
                    <a:pt x="2082800" y="1544116"/>
                  </a:lnTo>
                  <a:lnTo>
                    <a:pt x="2082800" y="1518589"/>
                  </a:lnTo>
                  <a:close/>
                </a:path>
                <a:path w="2082800" h="2679700">
                  <a:moveTo>
                    <a:pt x="2076450" y="1582420"/>
                  </a:moveTo>
                  <a:lnTo>
                    <a:pt x="2070100" y="1582420"/>
                  </a:lnTo>
                  <a:lnTo>
                    <a:pt x="2070100" y="1607959"/>
                  </a:lnTo>
                  <a:lnTo>
                    <a:pt x="2076450" y="1607959"/>
                  </a:lnTo>
                  <a:lnTo>
                    <a:pt x="2076450" y="1582420"/>
                  </a:lnTo>
                  <a:close/>
                </a:path>
                <a:path w="2082800" h="2679700">
                  <a:moveTo>
                    <a:pt x="2082800" y="1582420"/>
                  </a:moveTo>
                  <a:lnTo>
                    <a:pt x="2076450" y="1582420"/>
                  </a:lnTo>
                  <a:lnTo>
                    <a:pt x="2076450" y="1607959"/>
                  </a:lnTo>
                  <a:lnTo>
                    <a:pt x="2082800" y="1607959"/>
                  </a:lnTo>
                  <a:lnTo>
                    <a:pt x="2082800" y="1582420"/>
                  </a:lnTo>
                  <a:close/>
                </a:path>
                <a:path w="2082800" h="2679700">
                  <a:moveTo>
                    <a:pt x="2076450" y="1646250"/>
                  </a:moveTo>
                  <a:lnTo>
                    <a:pt x="2070100" y="1646250"/>
                  </a:lnTo>
                  <a:lnTo>
                    <a:pt x="2070100" y="1671789"/>
                  </a:lnTo>
                  <a:lnTo>
                    <a:pt x="2076450" y="1671789"/>
                  </a:lnTo>
                  <a:lnTo>
                    <a:pt x="2076450" y="1646250"/>
                  </a:lnTo>
                  <a:close/>
                </a:path>
                <a:path w="2082800" h="2679700">
                  <a:moveTo>
                    <a:pt x="2082800" y="1646250"/>
                  </a:moveTo>
                  <a:lnTo>
                    <a:pt x="2076450" y="1646250"/>
                  </a:lnTo>
                  <a:lnTo>
                    <a:pt x="2076450" y="1671789"/>
                  </a:lnTo>
                  <a:lnTo>
                    <a:pt x="2082800" y="1671789"/>
                  </a:lnTo>
                  <a:lnTo>
                    <a:pt x="2082800" y="1646250"/>
                  </a:lnTo>
                  <a:close/>
                </a:path>
                <a:path w="2082800" h="2679700">
                  <a:moveTo>
                    <a:pt x="2076450" y="1710093"/>
                  </a:moveTo>
                  <a:lnTo>
                    <a:pt x="2070100" y="1710093"/>
                  </a:lnTo>
                  <a:lnTo>
                    <a:pt x="2070100" y="1735620"/>
                  </a:lnTo>
                  <a:lnTo>
                    <a:pt x="2076450" y="1735620"/>
                  </a:lnTo>
                  <a:lnTo>
                    <a:pt x="2076450" y="1710093"/>
                  </a:lnTo>
                  <a:close/>
                </a:path>
                <a:path w="2082800" h="2679700">
                  <a:moveTo>
                    <a:pt x="2082800" y="1710093"/>
                  </a:moveTo>
                  <a:lnTo>
                    <a:pt x="2076450" y="1710093"/>
                  </a:lnTo>
                  <a:lnTo>
                    <a:pt x="2076450" y="1735620"/>
                  </a:lnTo>
                  <a:lnTo>
                    <a:pt x="2082800" y="1735620"/>
                  </a:lnTo>
                  <a:lnTo>
                    <a:pt x="2082800" y="1710093"/>
                  </a:lnTo>
                  <a:close/>
                </a:path>
                <a:path w="2082800" h="2679700">
                  <a:moveTo>
                    <a:pt x="2076450" y="1773923"/>
                  </a:moveTo>
                  <a:lnTo>
                    <a:pt x="2070100" y="1773923"/>
                  </a:lnTo>
                  <a:lnTo>
                    <a:pt x="2070100" y="1799463"/>
                  </a:lnTo>
                  <a:lnTo>
                    <a:pt x="2076450" y="1799463"/>
                  </a:lnTo>
                  <a:lnTo>
                    <a:pt x="2076450" y="1773923"/>
                  </a:lnTo>
                  <a:close/>
                </a:path>
                <a:path w="2082800" h="2679700">
                  <a:moveTo>
                    <a:pt x="2082800" y="1773923"/>
                  </a:moveTo>
                  <a:lnTo>
                    <a:pt x="2076450" y="1773923"/>
                  </a:lnTo>
                  <a:lnTo>
                    <a:pt x="2076450" y="1799463"/>
                  </a:lnTo>
                  <a:lnTo>
                    <a:pt x="2082800" y="1799463"/>
                  </a:lnTo>
                  <a:lnTo>
                    <a:pt x="2082800" y="1773923"/>
                  </a:lnTo>
                  <a:close/>
                </a:path>
                <a:path w="2082800" h="2679700">
                  <a:moveTo>
                    <a:pt x="2076450" y="1837753"/>
                  </a:moveTo>
                  <a:lnTo>
                    <a:pt x="2070100" y="1837753"/>
                  </a:lnTo>
                  <a:lnTo>
                    <a:pt x="2070100" y="1863293"/>
                  </a:lnTo>
                  <a:lnTo>
                    <a:pt x="2076450" y="1863293"/>
                  </a:lnTo>
                  <a:lnTo>
                    <a:pt x="2076450" y="1837753"/>
                  </a:lnTo>
                  <a:close/>
                </a:path>
                <a:path w="2082800" h="2679700">
                  <a:moveTo>
                    <a:pt x="2082800" y="1837753"/>
                  </a:moveTo>
                  <a:lnTo>
                    <a:pt x="2076450" y="1837753"/>
                  </a:lnTo>
                  <a:lnTo>
                    <a:pt x="2076450" y="1863293"/>
                  </a:lnTo>
                  <a:lnTo>
                    <a:pt x="2082800" y="1863293"/>
                  </a:lnTo>
                  <a:lnTo>
                    <a:pt x="2082800" y="1837753"/>
                  </a:lnTo>
                  <a:close/>
                </a:path>
                <a:path w="2082800" h="2679700">
                  <a:moveTo>
                    <a:pt x="2076450" y="1901596"/>
                  </a:moveTo>
                  <a:lnTo>
                    <a:pt x="2070100" y="1901596"/>
                  </a:lnTo>
                  <a:lnTo>
                    <a:pt x="2070100" y="1927123"/>
                  </a:lnTo>
                  <a:lnTo>
                    <a:pt x="2076450" y="1927123"/>
                  </a:lnTo>
                  <a:lnTo>
                    <a:pt x="2076450" y="1901596"/>
                  </a:lnTo>
                  <a:close/>
                </a:path>
                <a:path w="2082800" h="2679700">
                  <a:moveTo>
                    <a:pt x="2082800" y="1901596"/>
                  </a:moveTo>
                  <a:lnTo>
                    <a:pt x="2076450" y="1901596"/>
                  </a:lnTo>
                  <a:lnTo>
                    <a:pt x="2076450" y="1927123"/>
                  </a:lnTo>
                  <a:lnTo>
                    <a:pt x="2082800" y="1927123"/>
                  </a:lnTo>
                  <a:lnTo>
                    <a:pt x="2082800" y="1901596"/>
                  </a:lnTo>
                  <a:close/>
                </a:path>
                <a:path w="2082800" h="2679700">
                  <a:moveTo>
                    <a:pt x="2076450" y="1965426"/>
                  </a:moveTo>
                  <a:lnTo>
                    <a:pt x="2070100" y="1965426"/>
                  </a:lnTo>
                  <a:lnTo>
                    <a:pt x="2070100" y="1990953"/>
                  </a:lnTo>
                  <a:lnTo>
                    <a:pt x="2076450" y="1990953"/>
                  </a:lnTo>
                  <a:lnTo>
                    <a:pt x="2076450" y="1965426"/>
                  </a:lnTo>
                  <a:close/>
                </a:path>
                <a:path w="2082800" h="2679700">
                  <a:moveTo>
                    <a:pt x="2082800" y="1965426"/>
                  </a:moveTo>
                  <a:lnTo>
                    <a:pt x="2076450" y="1965426"/>
                  </a:lnTo>
                  <a:lnTo>
                    <a:pt x="2076450" y="1990953"/>
                  </a:lnTo>
                  <a:lnTo>
                    <a:pt x="2082800" y="1990953"/>
                  </a:lnTo>
                  <a:lnTo>
                    <a:pt x="2082800" y="1965426"/>
                  </a:lnTo>
                  <a:close/>
                </a:path>
                <a:path w="2082800" h="2679700">
                  <a:moveTo>
                    <a:pt x="2076450" y="2029256"/>
                  </a:moveTo>
                  <a:lnTo>
                    <a:pt x="2070100" y="2029256"/>
                  </a:lnTo>
                  <a:lnTo>
                    <a:pt x="2070100" y="2054796"/>
                  </a:lnTo>
                  <a:lnTo>
                    <a:pt x="2076450" y="2054796"/>
                  </a:lnTo>
                  <a:lnTo>
                    <a:pt x="2076450" y="2029256"/>
                  </a:lnTo>
                  <a:close/>
                </a:path>
                <a:path w="2082800" h="2679700">
                  <a:moveTo>
                    <a:pt x="2082800" y="2029256"/>
                  </a:moveTo>
                  <a:lnTo>
                    <a:pt x="2076450" y="2029256"/>
                  </a:lnTo>
                  <a:lnTo>
                    <a:pt x="2076450" y="2054796"/>
                  </a:lnTo>
                  <a:lnTo>
                    <a:pt x="2082800" y="2054796"/>
                  </a:lnTo>
                  <a:lnTo>
                    <a:pt x="2082800" y="2029256"/>
                  </a:lnTo>
                  <a:close/>
                </a:path>
                <a:path w="2082800" h="2679700">
                  <a:moveTo>
                    <a:pt x="2076450" y="2093099"/>
                  </a:moveTo>
                  <a:lnTo>
                    <a:pt x="2070100" y="2093099"/>
                  </a:lnTo>
                  <a:lnTo>
                    <a:pt x="2070100" y="2118626"/>
                  </a:lnTo>
                  <a:lnTo>
                    <a:pt x="2076450" y="2118626"/>
                  </a:lnTo>
                  <a:lnTo>
                    <a:pt x="2076450" y="2093099"/>
                  </a:lnTo>
                  <a:close/>
                </a:path>
                <a:path w="2082800" h="2679700">
                  <a:moveTo>
                    <a:pt x="2082800" y="2093099"/>
                  </a:moveTo>
                  <a:lnTo>
                    <a:pt x="2076450" y="2093099"/>
                  </a:lnTo>
                  <a:lnTo>
                    <a:pt x="2076450" y="2118626"/>
                  </a:lnTo>
                  <a:lnTo>
                    <a:pt x="2082800" y="2118626"/>
                  </a:lnTo>
                  <a:lnTo>
                    <a:pt x="2082800" y="2093099"/>
                  </a:lnTo>
                  <a:close/>
                </a:path>
                <a:path w="2082800" h="2679700">
                  <a:moveTo>
                    <a:pt x="2076450" y="2156929"/>
                  </a:moveTo>
                  <a:lnTo>
                    <a:pt x="2070100" y="2156929"/>
                  </a:lnTo>
                  <a:lnTo>
                    <a:pt x="2070100" y="2182456"/>
                  </a:lnTo>
                  <a:lnTo>
                    <a:pt x="2076450" y="2182456"/>
                  </a:lnTo>
                  <a:lnTo>
                    <a:pt x="2076450" y="2156929"/>
                  </a:lnTo>
                  <a:close/>
                </a:path>
                <a:path w="2082800" h="2679700">
                  <a:moveTo>
                    <a:pt x="2082800" y="2156929"/>
                  </a:moveTo>
                  <a:lnTo>
                    <a:pt x="2076450" y="2156929"/>
                  </a:lnTo>
                  <a:lnTo>
                    <a:pt x="2076450" y="2182456"/>
                  </a:lnTo>
                  <a:lnTo>
                    <a:pt x="2082800" y="2182456"/>
                  </a:lnTo>
                  <a:lnTo>
                    <a:pt x="2082800" y="2156929"/>
                  </a:lnTo>
                  <a:close/>
                </a:path>
                <a:path w="2082800" h="2679700">
                  <a:moveTo>
                    <a:pt x="2076450" y="2220760"/>
                  </a:moveTo>
                  <a:lnTo>
                    <a:pt x="2070100" y="2220760"/>
                  </a:lnTo>
                  <a:lnTo>
                    <a:pt x="2070100" y="2246299"/>
                  </a:lnTo>
                  <a:lnTo>
                    <a:pt x="2076450" y="2246299"/>
                  </a:lnTo>
                  <a:lnTo>
                    <a:pt x="2076450" y="2220760"/>
                  </a:lnTo>
                  <a:close/>
                </a:path>
                <a:path w="2082800" h="2679700">
                  <a:moveTo>
                    <a:pt x="2082800" y="2220760"/>
                  </a:moveTo>
                  <a:lnTo>
                    <a:pt x="2076450" y="2220760"/>
                  </a:lnTo>
                  <a:lnTo>
                    <a:pt x="2076450" y="2246299"/>
                  </a:lnTo>
                  <a:lnTo>
                    <a:pt x="2082800" y="2246299"/>
                  </a:lnTo>
                  <a:lnTo>
                    <a:pt x="2082800" y="2220760"/>
                  </a:lnTo>
                  <a:close/>
                </a:path>
                <a:path w="2082800" h="2679700">
                  <a:moveTo>
                    <a:pt x="2076450" y="2284603"/>
                  </a:moveTo>
                  <a:lnTo>
                    <a:pt x="2070100" y="2284603"/>
                  </a:lnTo>
                  <a:lnTo>
                    <a:pt x="2070100" y="2310130"/>
                  </a:lnTo>
                  <a:lnTo>
                    <a:pt x="2076450" y="2310130"/>
                  </a:lnTo>
                  <a:lnTo>
                    <a:pt x="2076450" y="2284603"/>
                  </a:lnTo>
                  <a:close/>
                </a:path>
                <a:path w="2082800" h="2679700">
                  <a:moveTo>
                    <a:pt x="2082800" y="2284603"/>
                  </a:moveTo>
                  <a:lnTo>
                    <a:pt x="2076450" y="2284603"/>
                  </a:lnTo>
                  <a:lnTo>
                    <a:pt x="2076450" y="2310130"/>
                  </a:lnTo>
                  <a:lnTo>
                    <a:pt x="2082800" y="2310130"/>
                  </a:lnTo>
                  <a:lnTo>
                    <a:pt x="2082800" y="2284603"/>
                  </a:lnTo>
                  <a:close/>
                </a:path>
                <a:path w="2082800" h="2679700">
                  <a:moveTo>
                    <a:pt x="2076450" y="2348433"/>
                  </a:moveTo>
                  <a:lnTo>
                    <a:pt x="2070100" y="2348433"/>
                  </a:lnTo>
                  <a:lnTo>
                    <a:pt x="2070100" y="2373960"/>
                  </a:lnTo>
                  <a:lnTo>
                    <a:pt x="2076450" y="2373960"/>
                  </a:lnTo>
                  <a:lnTo>
                    <a:pt x="2076450" y="2348433"/>
                  </a:lnTo>
                  <a:close/>
                </a:path>
                <a:path w="2082800" h="2679700">
                  <a:moveTo>
                    <a:pt x="2082800" y="2348433"/>
                  </a:moveTo>
                  <a:lnTo>
                    <a:pt x="2076450" y="2348433"/>
                  </a:lnTo>
                  <a:lnTo>
                    <a:pt x="2076450" y="2373960"/>
                  </a:lnTo>
                  <a:lnTo>
                    <a:pt x="2082800" y="2373960"/>
                  </a:lnTo>
                  <a:lnTo>
                    <a:pt x="2082800" y="2348433"/>
                  </a:lnTo>
                  <a:close/>
                </a:path>
                <a:path w="2082800" h="2679700">
                  <a:moveTo>
                    <a:pt x="2076450" y="2412263"/>
                  </a:moveTo>
                  <a:lnTo>
                    <a:pt x="2070100" y="2412263"/>
                  </a:lnTo>
                  <a:lnTo>
                    <a:pt x="2070100" y="2437803"/>
                  </a:lnTo>
                  <a:lnTo>
                    <a:pt x="2076450" y="2437803"/>
                  </a:lnTo>
                  <a:lnTo>
                    <a:pt x="2076450" y="2412263"/>
                  </a:lnTo>
                  <a:close/>
                </a:path>
                <a:path w="2082800" h="2679700">
                  <a:moveTo>
                    <a:pt x="2082800" y="2412263"/>
                  </a:moveTo>
                  <a:lnTo>
                    <a:pt x="2076450" y="2412263"/>
                  </a:lnTo>
                  <a:lnTo>
                    <a:pt x="2076450" y="2437803"/>
                  </a:lnTo>
                  <a:lnTo>
                    <a:pt x="2082800" y="2437803"/>
                  </a:lnTo>
                  <a:lnTo>
                    <a:pt x="2082800" y="2412263"/>
                  </a:lnTo>
                  <a:close/>
                </a:path>
                <a:path w="2082800" h="2679700">
                  <a:moveTo>
                    <a:pt x="2076450" y="2476106"/>
                  </a:moveTo>
                  <a:lnTo>
                    <a:pt x="2070100" y="2476106"/>
                  </a:lnTo>
                  <a:lnTo>
                    <a:pt x="2070100" y="2501633"/>
                  </a:lnTo>
                  <a:lnTo>
                    <a:pt x="2076450" y="2501633"/>
                  </a:lnTo>
                  <a:lnTo>
                    <a:pt x="2076450" y="2476106"/>
                  </a:lnTo>
                  <a:close/>
                </a:path>
                <a:path w="2082800" h="2679700">
                  <a:moveTo>
                    <a:pt x="2082800" y="2476106"/>
                  </a:moveTo>
                  <a:lnTo>
                    <a:pt x="2076450" y="2476106"/>
                  </a:lnTo>
                  <a:lnTo>
                    <a:pt x="2076450" y="2501633"/>
                  </a:lnTo>
                  <a:lnTo>
                    <a:pt x="2082800" y="2501633"/>
                  </a:lnTo>
                  <a:lnTo>
                    <a:pt x="2082800" y="2476106"/>
                  </a:lnTo>
                  <a:close/>
                </a:path>
                <a:path w="2082800" h="2679700">
                  <a:moveTo>
                    <a:pt x="2082800" y="2539936"/>
                  </a:moveTo>
                  <a:lnTo>
                    <a:pt x="2076450" y="2539936"/>
                  </a:lnTo>
                  <a:lnTo>
                    <a:pt x="2076450" y="2556967"/>
                  </a:lnTo>
                  <a:lnTo>
                    <a:pt x="2076256" y="2560739"/>
                  </a:lnTo>
                  <a:lnTo>
                    <a:pt x="2076234" y="2561170"/>
                  </a:lnTo>
                  <a:lnTo>
                    <a:pt x="2075870" y="2564663"/>
                  </a:lnTo>
                  <a:lnTo>
                    <a:pt x="2075808" y="2565324"/>
                  </a:lnTo>
                  <a:lnTo>
                    <a:pt x="2080161" y="2565779"/>
                  </a:lnTo>
                  <a:lnTo>
                    <a:pt x="2082799" y="2552700"/>
                  </a:lnTo>
                  <a:lnTo>
                    <a:pt x="2082800" y="2539936"/>
                  </a:lnTo>
                  <a:close/>
                </a:path>
                <a:path w="2082800" h="2679700">
                  <a:moveTo>
                    <a:pt x="2076450" y="2539936"/>
                  </a:moveTo>
                  <a:lnTo>
                    <a:pt x="2070100" y="2539936"/>
                  </a:lnTo>
                  <a:lnTo>
                    <a:pt x="2070088" y="2556967"/>
                  </a:lnTo>
                  <a:lnTo>
                    <a:pt x="2069884" y="2560739"/>
                  </a:lnTo>
                  <a:lnTo>
                    <a:pt x="2069477" y="2564663"/>
                  </a:lnTo>
                  <a:lnTo>
                    <a:pt x="2075802" y="2565324"/>
                  </a:lnTo>
                  <a:lnTo>
                    <a:pt x="2076234" y="2561170"/>
                  </a:lnTo>
                  <a:lnTo>
                    <a:pt x="2076450" y="2556967"/>
                  </a:lnTo>
                  <a:lnTo>
                    <a:pt x="2076450" y="2539936"/>
                  </a:lnTo>
                  <a:close/>
                </a:path>
                <a:path w="2082800" h="2679700">
                  <a:moveTo>
                    <a:pt x="2066048" y="2601785"/>
                  </a:moveTo>
                  <a:lnTo>
                    <a:pt x="2062594" y="2609519"/>
                  </a:lnTo>
                  <a:lnTo>
                    <a:pt x="2058352" y="2616835"/>
                  </a:lnTo>
                  <a:lnTo>
                    <a:pt x="2053429" y="2623619"/>
                  </a:lnTo>
                  <a:lnTo>
                    <a:pt x="2056721" y="2626015"/>
                  </a:lnTo>
                  <a:lnTo>
                    <a:pt x="2071440" y="2604180"/>
                  </a:lnTo>
                  <a:lnTo>
                    <a:pt x="2066048" y="2601785"/>
                  </a:lnTo>
                  <a:close/>
                </a:path>
                <a:path w="2082800" h="2679700">
                  <a:moveTo>
                    <a:pt x="2060244" y="2599194"/>
                  </a:moveTo>
                  <a:lnTo>
                    <a:pt x="2056980" y="2606522"/>
                  </a:lnTo>
                  <a:lnTo>
                    <a:pt x="2052955" y="2613456"/>
                  </a:lnTo>
                  <a:lnTo>
                    <a:pt x="2048281" y="2619883"/>
                  </a:lnTo>
                  <a:lnTo>
                    <a:pt x="2053422" y="2623619"/>
                  </a:lnTo>
                  <a:lnTo>
                    <a:pt x="2058352" y="2616835"/>
                  </a:lnTo>
                  <a:lnTo>
                    <a:pt x="2062594" y="2609519"/>
                  </a:lnTo>
                  <a:lnTo>
                    <a:pt x="2066048" y="2601785"/>
                  </a:lnTo>
                  <a:lnTo>
                    <a:pt x="2060244" y="2599194"/>
                  </a:lnTo>
                  <a:close/>
                </a:path>
                <a:path w="2082800" h="2679700">
                  <a:moveTo>
                    <a:pt x="2026716" y="2650324"/>
                  </a:moveTo>
                  <a:lnTo>
                    <a:pt x="2019935" y="2655252"/>
                  </a:lnTo>
                  <a:lnTo>
                    <a:pt x="2012619" y="2659494"/>
                  </a:lnTo>
                  <a:lnTo>
                    <a:pt x="2004886" y="2662951"/>
                  </a:lnTo>
                  <a:lnTo>
                    <a:pt x="2007280" y="2668340"/>
                  </a:lnTo>
                  <a:lnTo>
                    <a:pt x="2029114" y="2653620"/>
                  </a:lnTo>
                  <a:lnTo>
                    <a:pt x="2026716" y="2650324"/>
                  </a:lnTo>
                  <a:close/>
                </a:path>
                <a:path w="2082800" h="2679700">
                  <a:moveTo>
                    <a:pt x="2022983" y="2645181"/>
                  </a:moveTo>
                  <a:lnTo>
                    <a:pt x="2016556" y="2649855"/>
                  </a:lnTo>
                  <a:lnTo>
                    <a:pt x="2009622" y="2653880"/>
                  </a:lnTo>
                  <a:lnTo>
                    <a:pt x="2002294" y="2657144"/>
                  </a:lnTo>
                  <a:lnTo>
                    <a:pt x="2004880" y="2662951"/>
                  </a:lnTo>
                  <a:lnTo>
                    <a:pt x="2012619" y="2659494"/>
                  </a:lnTo>
                  <a:lnTo>
                    <a:pt x="2019935" y="2655252"/>
                  </a:lnTo>
                  <a:lnTo>
                    <a:pt x="2026716" y="2650324"/>
                  </a:lnTo>
                  <a:lnTo>
                    <a:pt x="2022983" y="2645181"/>
                  </a:lnTo>
                  <a:close/>
                </a:path>
                <a:path w="2082800" h="2679700">
                  <a:moveTo>
                    <a:pt x="1955800" y="2667000"/>
                  </a:moveTo>
                  <a:lnTo>
                    <a:pt x="1943188" y="2667000"/>
                  </a:lnTo>
                  <a:lnTo>
                    <a:pt x="1943188" y="2679700"/>
                  </a:lnTo>
                  <a:lnTo>
                    <a:pt x="1955800" y="2679700"/>
                  </a:lnTo>
                  <a:lnTo>
                    <a:pt x="1955800" y="2667000"/>
                  </a:lnTo>
                  <a:close/>
                </a:path>
                <a:path w="2082800" h="2679700">
                  <a:moveTo>
                    <a:pt x="1967763" y="2666377"/>
                  </a:moveTo>
                  <a:lnTo>
                    <a:pt x="1963839" y="2666784"/>
                  </a:lnTo>
                  <a:lnTo>
                    <a:pt x="1959851" y="2667000"/>
                  </a:lnTo>
                  <a:lnTo>
                    <a:pt x="1955800" y="2667000"/>
                  </a:lnTo>
                  <a:lnTo>
                    <a:pt x="1955800" y="2679700"/>
                  </a:lnTo>
                  <a:lnTo>
                    <a:pt x="1968879" y="2677059"/>
                  </a:lnTo>
                  <a:lnTo>
                    <a:pt x="1968491" y="2673350"/>
                  </a:lnTo>
                  <a:lnTo>
                    <a:pt x="1960067" y="2673350"/>
                  </a:lnTo>
                  <a:lnTo>
                    <a:pt x="1964270" y="2673134"/>
                  </a:lnTo>
                  <a:lnTo>
                    <a:pt x="1968423" y="2672702"/>
                  </a:lnTo>
                  <a:lnTo>
                    <a:pt x="1967828" y="2667000"/>
                  </a:lnTo>
                  <a:lnTo>
                    <a:pt x="1967763" y="2666377"/>
                  </a:lnTo>
                  <a:close/>
                </a:path>
                <a:path w="2082800" h="2679700">
                  <a:moveTo>
                    <a:pt x="1968423" y="2672702"/>
                  </a:moveTo>
                  <a:lnTo>
                    <a:pt x="1964270" y="2673134"/>
                  </a:lnTo>
                  <a:lnTo>
                    <a:pt x="1960067" y="2673350"/>
                  </a:lnTo>
                  <a:lnTo>
                    <a:pt x="1968491" y="2673350"/>
                  </a:lnTo>
                  <a:lnTo>
                    <a:pt x="1968423" y="2672702"/>
                  </a:lnTo>
                  <a:close/>
                </a:path>
                <a:path w="2082800" h="2679700">
                  <a:moveTo>
                    <a:pt x="1905355" y="2667000"/>
                  </a:moveTo>
                  <a:lnTo>
                    <a:pt x="1880120" y="2667000"/>
                  </a:lnTo>
                  <a:lnTo>
                    <a:pt x="1880120" y="2679700"/>
                  </a:lnTo>
                  <a:lnTo>
                    <a:pt x="1905355" y="2679700"/>
                  </a:lnTo>
                  <a:lnTo>
                    <a:pt x="1905355" y="2667000"/>
                  </a:lnTo>
                  <a:close/>
                </a:path>
                <a:path w="2082800" h="2679700">
                  <a:moveTo>
                    <a:pt x="1842287" y="2667000"/>
                  </a:moveTo>
                  <a:lnTo>
                    <a:pt x="1817065" y="2667000"/>
                  </a:lnTo>
                  <a:lnTo>
                    <a:pt x="1817065" y="2679700"/>
                  </a:lnTo>
                  <a:lnTo>
                    <a:pt x="1842287" y="2679700"/>
                  </a:lnTo>
                  <a:lnTo>
                    <a:pt x="1842287" y="2667000"/>
                  </a:lnTo>
                  <a:close/>
                </a:path>
                <a:path w="2082800" h="2679700">
                  <a:moveTo>
                    <a:pt x="1779231" y="2667000"/>
                  </a:moveTo>
                  <a:lnTo>
                    <a:pt x="1753997" y="2667000"/>
                  </a:lnTo>
                  <a:lnTo>
                    <a:pt x="1753997" y="2679700"/>
                  </a:lnTo>
                  <a:lnTo>
                    <a:pt x="1779231" y="2679700"/>
                  </a:lnTo>
                  <a:lnTo>
                    <a:pt x="1779231" y="2667000"/>
                  </a:lnTo>
                  <a:close/>
                </a:path>
                <a:path w="2082800" h="2679700">
                  <a:moveTo>
                    <a:pt x="1716163" y="2667000"/>
                  </a:moveTo>
                  <a:lnTo>
                    <a:pt x="1690941" y="2667000"/>
                  </a:lnTo>
                  <a:lnTo>
                    <a:pt x="1690941" y="2679700"/>
                  </a:lnTo>
                  <a:lnTo>
                    <a:pt x="1716163" y="2679700"/>
                  </a:lnTo>
                  <a:lnTo>
                    <a:pt x="1716163" y="2667000"/>
                  </a:lnTo>
                  <a:close/>
                </a:path>
                <a:path w="2082800" h="2679700">
                  <a:moveTo>
                    <a:pt x="1653108" y="2667000"/>
                  </a:moveTo>
                  <a:lnTo>
                    <a:pt x="1627873" y="2667000"/>
                  </a:lnTo>
                  <a:lnTo>
                    <a:pt x="1627873" y="2679700"/>
                  </a:lnTo>
                  <a:lnTo>
                    <a:pt x="1653108" y="2679700"/>
                  </a:lnTo>
                  <a:lnTo>
                    <a:pt x="1653108" y="2667000"/>
                  </a:lnTo>
                  <a:close/>
                </a:path>
                <a:path w="2082800" h="2679700">
                  <a:moveTo>
                    <a:pt x="1590040" y="2667000"/>
                  </a:moveTo>
                  <a:lnTo>
                    <a:pt x="1564817" y="2667000"/>
                  </a:lnTo>
                  <a:lnTo>
                    <a:pt x="1564817" y="2679700"/>
                  </a:lnTo>
                  <a:lnTo>
                    <a:pt x="1590040" y="2679700"/>
                  </a:lnTo>
                  <a:lnTo>
                    <a:pt x="1590040" y="2667000"/>
                  </a:lnTo>
                  <a:close/>
                </a:path>
                <a:path w="2082800" h="2679700">
                  <a:moveTo>
                    <a:pt x="1526971" y="2667000"/>
                  </a:moveTo>
                  <a:lnTo>
                    <a:pt x="1501749" y="2667000"/>
                  </a:lnTo>
                  <a:lnTo>
                    <a:pt x="1501749" y="2679700"/>
                  </a:lnTo>
                  <a:lnTo>
                    <a:pt x="1526971" y="2679700"/>
                  </a:lnTo>
                  <a:lnTo>
                    <a:pt x="1526971" y="2667000"/>
                  </a:lnTo>
                  <a:close/>
                </a:path>
                <a:path w="2082800" h="2679700">
                  <a:moveTo>
                    <a:pt x="1463916" y="2667000"/>
                  </a:moveTo>
                  <a:lnTo>
                    <a:pt x="1438694" y="2667000"/>
                  </a:lnTo>
                  <a:lnTo>
                    <a:pt x="1438694" y="2679700"/>
                  </a:lnTo>
                  <a:lnTo>
                    <a:pt x="1463916" y="2679700"/>
                  </a:lnTo>
                  <a:lnTo>
                    <a:pt x="1463916" y="2667000"/>
                  </a:lnTo>
                  <a:close/>
                </a:path>
                <a:path w="2082800" h="2679700">
                  <a:moveTo>
                    <a:pt x="1400848" y="2667000"/>
                  </a:moveTo>
                  <a:lnTo>
                    <a:pt x="1375625" y="2667000"/>
                  </a:lnTo>
                  <a:lnTo>
                    <a:pt x="1375625" y="2679700"/>
                  </a:lnTo>
                  <a:lnTo>
                    <a:pt x="1400848" y="2679700"/>
                  </a:lnTo>
                  <a:lnTo>
                    <a:pt x="1400848" y="2667000"/>
                  </a:lnTo>
                  <a:close/>
                </a:path>
                <a:path w="2082800" h="2679700">
                  <a:moveTo>
                    <a:pt x="1337792" y="2667000"/>
                  </a:moveTo>
                  <a:lnTo>
                    <a:pt x="1312570" y="2667000"/>
                  </a:lnTo>
                  <a:lnTo>
                    <a:pt x="1312570" y="2679700"/>
                  </a:lnTo>
                  <a:lnTo>
                    <a:pt x="1337792" y="2679700"/>
                  </a:lnTo>
                  <a:lnTo>
                    <a:pt x="1337792" y="2667000"/>
                  </a:lnTo>
                  <a:close/>
                </a:path>
                <a:path w="2082800" h="2679700">
                  <a:moveTo>
                    <a:pt x="1274724" y="2667000"/>
                  </a:moveTo>
                  <a:lnTo>
                    <a:pt x="1249502" y="2667000"/>
                  </a:lnTo>
                  <a:lnTo>
                    <a:pt x="1249502" y="2679700"/>
                  </a:lnTo>
                  <a:lnTo>
                    <a:pt x="1274724" y="2679700"/>
                  </a:lnTo>
                  <a:lnTo>
                    <a:pt x="1274724" y="2667000"/>
                  </a:lnTo>
                  <a:close/>
                </a:path>
                <a:path w="2082800" h="2679700">
                  <a:moveTo>
                    <a:pt x="1211668" y="2667000"/>
                  </a:moveTo>
                  <a:lnTo>
                    <a:pt x="1186446" y="2667000"/>
                  </a:lnTo>
                  <a:lnTo>
                    <a:pt x="1186446" y="2679700"/>
                  </a:lnTo>
                  <a:lnTo>
                    <a:pt x="1211668" y="2679700"/>
                  </a:lnTo>
                  <a:lnTo>
                    <a:pt x="1211668" y="2667000"/>
                  </a:lnTo>
                  <a:close/>
                </a:path>
                <a:path w="2082800" h="2679700">
                  <a:moveTo>
                    <a:pt x="1148600" y="2667000"/>
                  </a:moveTo>
                  <a:lnTo>
                    <a:pt x="1123378" y="2667000"/>
                  </a:lnTo>
                  <a:lnTo>
                    <a:pt x="1123378" y="2679700"/>
                  </a:lnTo>
                  <a:lnTo>
                    <a:pt x="1148600" y="2679700"/>
                  </a:lnTo>
                  <a:lnTo>
                    <a:pt x="1148600" y="2667000"/>
                  </a:lnTo>
                  <a:close/>
                </a:path>
                <a:path w="2082800" h="2679700">
                  <a:moveTo>
                    <a:pt x="1085545" y="2667000"/>
                  </a:moveTo>
                  <a:lnTo>
                    <a:pt x="1060323" y="2667000"/>
                  </a:lnTo>
                  <a:lnTo>
                    <a:pt x="1060323" y="2679700"/>
                  </a:lnTo>
                  <a:lnTo>
                    <a:pt x="1085545" y="2679700"/>
                  </a:lnTo>
                  <a:lnTo>
                    <a:pt x="1085545" y="2667000"/>
                  </a:lnTo>
                  <a:close/>
                </a:path>
                <a:path w="2082800" h="2679700">
                  <a:moveTo>
                    <a:pt x="1022477" y="2667000"/>
                  </a:moveTo>
                  <a:lnTo>
                    <a:pt x="997254" y="2667000"/>
                  </a:lnTo>
                  <a:lnTo>
                    <a:pt x="997254" y="2679700"/>
                  </a:lnTo>
                  <a:lnTo>
                    <a:pt x="1022477" y="2679700"/>
                  </a:lnTo>
                  <a:lnTo>
                    <a:pt x="1022477" y="2667000"/>
                  </a:lnTo>
                  <a:close/>
                </a:path>
                <a:path w="2082800" h="2679700">
                  <a:moveTo>
                    <a:pt x="959421" y="2667000"/>
                  </a:moveTo>
                  <a:lnTo>
                    <a:pt x="934199" y="2667000"/>
                  </a:lnTo>
                  <a:lnTo>
                    <a:pt x="934199" y="2679700"/>
                  </a:lnTo>
                  <a:lnTo>
                    <a:pt x="959421" y="2679700"/>
                  </a:lnTo>
                  <a:lnTo>
                    <a:pt x="959421" y="2667000"/>
                  </a:lnTo>
                  <a:close/>
                </a:path>
                <a:path w="2082800" h="2679700">
                  <a:moveTo>
                    <a:pt x="896353" y="2667000"/>
                  </a:moveTo>
                  <a:lnTo>
                    <a:pt x="871131" y="2667000"/>
                  </a:lnTo>
                  <a:lnTo>
                    <a:pt x="871131" y="2679700"/>
                  </a:lnTo>
                  <a:lnTo>
                    <a:pt x="896353" y="2679700"/>
                  </a:lnTo>
                  <a:lnTo>
                    <a:pt x="896353" y="2667000"/>
                  </a:lnTo>
                  <a:close/>
                </a:path>
                <a:path w="2082800" h="2679700">
                  <a:moveTo>
                    <a:pt x="833297" y="2667000"/>
                  </a:moveTo>
                  <a:lnTo>
                    <a:pt x="808075" y="2667000"/>
                  </a:lnTo>
                  <a:lnTo>
                    <a:pt x="808075" y="2679700"/>
                  </a:lnTo>
                  <a:lnTo>
                    <a:pt x="833297" y="2679700"/>
                  </a:lnTo>
                  <a:lnTo>
                    <a:pt x="833297" y="2667000"/>
                  </a:lnTo>
                  <a:close/>
                </a:path>
                <a:path w="2082800" h="2679700">
                  <a:moveTo>
                    <a:pt x="770229" y="2667000"/>
                  </a:moveTo>
                  <a:lnTo>
                    <a:pt x="745007" y="2667000"/>
                  </a:lnTo>
                  <a:lnTo>
                    <a:pt x="745007" y="2679700"/>
                  </a:lnTo>
                  <a:lnTo>
                    <a:pt x="770229" y="2679700"/>
                  </a:lnTo>
                  <a:lnTo>
                    <a:pt x="770229" y="2667000"/>
                  </a:lnTo>
                  <a:close/>
                </a:path>
                <a:path w="2082800" h="2679700">
                  <a:moveTo>
                    <a:pt x="707174" y="2667000"/>
                  </a:moveTo>
                  <a:lnTo>
                    <a:pt x="681951" y="2667000"/>
                  </a:lnTo>
                  <a:lnTo>
                    <a:pt x="681951" y="2679700"/>
                  </a:lnTo>
                  <a:lnTo>
                    <a:pt x="707174" y="2679700"/>
                  </a:lnTo>
                  <a:lnTo>
                    <a:pt x="707174" y="2667000"/>
                  </a:lnTo>
                  <a:close/>
                </a:path>
                <a:path w="2082800" h="2679700">
                  <a:moveTo>
                    <a:pt x="644105" y="2667000"/>
                  </a:moveTo>
                  <a:lnTo>
                    <a:pt x="618883" y="2667000"/>
                  </a:lnTo>
                  <a:lnTo>
                    <a:pt x="618883" y="2679700"/>
                  </a:lnTo>
                  <a:lnTo>
                    <a:pt x="644105" y="2679700"/>
                  </a:lnTo>
                  <a:lnTo>
                    <a:pt x="644105" y="2667000"/>
                  </a:lnTo>
                  <a:close/>
                </a:path>
                <a:path w="2082800" h="2679700">
                  <a:moveTo>
                    <a:pt x="581050" y="2667000"/>
                  </a:moveTo>
                  <a:lnTo>
                    <a:pt x="555828" y="2667000"/>
                  </a:lnTo>
                  <a:lnTo>
                    <a:pt x="555828" y="2679700"/>
                  </a:lnTo>
                  <a:lnTo>
                    <a:pt x="581050" y="2679700"/>
                  </a:lnTo>
                  <a:lnTo>
                    <a:pt x="581050" y="2667000"/>
                  </a:lnTo>
                  <a:close/>
                </a:path>
                <a:path w="2082800" h="2679700">
                  <a:moveTo>
                    <a:pt x="517982" y="2667000"/>
                  </a:moveTo>
                  <a:lnTo>
                    <a:pt x="492760" y="2667000"/>
                  </a:lnTo>
                  <a:lnTo>
                    <a:pt x="492760" y="2679700"/>
                  </a:lnTo>
                  <a:lnTo>
                    <a:pt x="517982" y="2679700"/>
                  </a:lnTo>
                  <a:lnTo>
                    <a:pt x="517982" y="2667000"/>
                  </a:lnTo>
                  <a:close/>
                </a:path>
                <a:path w="2082800" h="2679700">
                  <a:moveTo>
                    <a:pt x="454926" y="2667000"/>
                  </a:moveTo>
                  <a:lnTo>
                    <a:pt x="429704" y="2667000"/>
                  </a:lnTo>
                  <a:lnTo>
                    <a:pt x="429704" y="2679700"/>
                  </a:lnTo>
                  <a:lnTo>
                    <a:pt x="454926" y="2679700"/>
                  </a:lnTo>
                  <a:lnTo>
                    <a:pt x="454926" y="2667000"/>
                  </a:lnTo>
                  <a:close/>
                </a:path>
                <a:path w="2082800" h="2679700">
                  <a:moveTo>
                    <a:pt x="391858" y="2667000"/>
                  </a:moveTo>
                  <a:lnTo>
                    <a:pt x="366636" y="2667000"/>
                  </a:lnTo>
                  <a:lnTo>
                    <a:pt x="366636" y="2679700"/>
                  </a:lnTo>
                  <a:lnTo>
                    <a:pt x="391858" y="2679700"/>
                  </a:lnTo>
                  <a:lnTo>
                    <a:pt x="391858" y="2667000"/>
                  </a:lnTo>
                  <a:close/>
                </a:path>
                <a:path w="2082800" h="2679700">
                  <a:moveTo>
                    <a:pt x="328803" y="2667000"/>
                  </a:moveTo>
                  <a:lnTo>
                    <a:pt x="303568" y="2667000"/>
                  </a:lnTo>
                  <a:lnTo>
                    <a:pt x="303568" y="2679700"/>
                  </a:lnTo>
                  <a:lnTo>
                    <a:pt x="328803" y="2679700"/>
                  </a:lnTo>
                  <a:lnTo>
                    <a:pt x="328803" y="2667000"/>
                  </a:lnTo>
                  <a:close/>
                </a:path>
                <a:path w="2082800" h="2679700">
                  <a:moveTo>
                    <a:pt x="265734" y="2667000"/>
                  </a:moveTo>
                  <a:lnTo>
                    <a:pt x="240512" y="2667000"/>
                  </a:lnTo>
                  <a:lnTo>
                    <a:pt x="240512" y="2679700"/>
                  </a:lnTo>
                  <a:lnTo>
                    <a:pt x="265734" y="2679700"/>
                  </a:lnTo>
                  <a:lnTo>
                    <a:pt x="265734" y="2667000"/>
                  </a:lnTo>
                  <a:close/>
                </a:path>
                <a:path w="2082800" h="2679700">
                  <a:moveTo>
                    <a:pt x="202679" y="2667000"/>
                  </a:moveTo>
                  <a:lnTo>
                    <a:pt x="177444" y="2667000"/>
                  </a:lnTo>
                  <a:lnTo>
                    <a:pt x="177444" y="2679700"/>
                  </a:lnTo>
                  <a:lnTo>
                    <a:pt x="202679" y="2679700"/>
                  </a:lnTo>
                  <a:lnTo>
                    <a:pt x="202679" y="2667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7" name="object 19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610217" y="2149897"/>
              <a:ext cx="2101608" cy="301967"/>
            </a:xfrm>
            <a:prstGeom prst="rect">
              <a:avLst/>
            </a:prstGeom>
          </p:spPr>
        </p:pic>
      </p:grpSp>
      <p:grpSp>
        <p:nvGrpSpPr>
          <p:cNvPr id="198" name="object 198"/>
          <p:cNvGrpSpPr/>
          <p:nvPr/>
        </p:nvGrpSpPr>
        <p:grpSpPr>
          <a:xfrm>
            <a:off x="6913153" y="2137176"/>
            <a:ext cx="2101850" cy="2825750"/>
            <a:chOff x="6913153" y="2137176"/>
            <a:chExt cx="2101850" cy="2825750"/>
          </a:xfrm>
        </p:grpSpPr>
        <p:sp>
          <p:nvSpPr>
            <p:cNvPr id="199" name="object 199"/>
            <p:cNvSpPr/>
            <p:nvPr/>
          </p:nvSpPr>
          <p:spPr>
            <a:xfrm>
              <a:off x="6921500" y="2282888"/>
              <a:ext cx="2070100" cy="2679700"/>
            </a:xfrm>
            <a:custGeom>
              <a:avLst/>
              <a:gdLst/>
              <a:ahLst/>
              <a:cxnLst/>
              <a:rect l="l" t="t" r="r" b="b"/>
              <a:pathLst>
                <a:path w="2070100" h="2679700">
                  <a:moveTo>
                    <a:pt x="19431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6" y="37196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2552700"/>
                  </a:lnTo>
                  <a:lnTo>
                    <a:pt x="9980" y="2602134"/>
                  </a:lnTo>
                  <a:lnTo>
                    <a:pt x="37196" y="2642503"/>
                  </a:lnTo>
                  <a:lnTo>
                    <a:pt x="77565" y="2669719"/>
                  </a:lnTo>
                  <a:lnTo>
                    <a:pt x="127000" y="2679700"/>
                  </a:lnTo>
                  <a:lnTo>
                    <a:pt x="1943100" y="2679700"/>
                  </a:lnTo>
                  <a:lnTo>
                    <a:pt x="1992534" y="2669719"/>
                  </a:lnTo>
                  <a:lnTo>
                    <a:pt x="2032903" y="2642503"/>
                  </a:lnTo>
                  <a:lnTo>
                    <a:pt x="2060119" y="2602134"/>
                  </a:lnTo>
                  <a:lnTo>
                    <a:pt x="2070100" y="2552700"/>
                  </a:lnTo>
                  <a:lnTo>
                    <a:pt x="2070100" y="127000"/>
                  </a:lnTo>
                  <a:lnTo>
                    <a:pt x="2060119" y="77565"/>
                  </a:lnTo>
                  <a:lnTo>
                    <a:pt x="2032903" y="37196"/>
                  </a:lnTo>
                  <a:lnTo>
                    <a:pt x="1992534" y="9980"/>
                  </a:lnTo>
                  <a:lnTo>
                    <a:pt x="1943100" y="0"/>
                  </a:lnTo>
                  <a:close/>
                </a:path>
              </a:pathLst>
            </a:custGeom>
            <a:solidFill>
              <a:srgbClr val="FBE3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6921499" y="2282888"/>
              <a:ext cx="2070100" cy="2679700"/>
            </a:xfrm>
            <a:custGeom>
              <a:avLst/>
              <a:gdLst/>
              <a:ahLst/>
              <a:cxnLst/>
              <a:rect l="l" t="t" r="r" b="b"/>
              <a:pathLst>
                <a:path w="2070100" h="2679700">
                  <a:moveTo>
                    <a:pt x="114376" y="2672702"/>
                  </a:moveTo>
                  <a:lnTo>
                    <a:pt x="113920" y="2677059"/>
                  </a:lnTo>
                  <a:lnTo>
                    <a:pt x="127000" y="2679700"/>
                  </a:lnTo>
                  <a:lnTo>
                    <a:pt x="127000" y="2673350"/>
                  </a:lnTo>
                  <a:lnTo>
                    <a:pt x="122732" y="2673350"/>
                  </a:lnTo>
                  <a:lnTo>
                    <a:pt x="118529" y="2673134"/>
                  </a:lnTo>
                  <a:lnTo>
                    <a:pt x="114376" y="2672702"/>
                  </a:lnTo>
                  <a:close/>
                </a:path>
                <a:path w="2070100" h="2679700">
                  <a:moveTo>
                    <a:pt x="139522" y="2667000"/>
                  </a:moveTo>
                  <a:lnTo>
                    <a:pt x="127000" y="2667000"/>
                  </a:lnTo>
                  <a:lnTo>
                    <a:pt x="127000" y="2679700"/>
                  </a:lnTo>
                  <a:lnTo>
                    <a:pt x="139522" y="2679700"/>
                  </a:lnTo>
                  <a:lnTo>
                    <a:pt x="139522" y="2667000"/>
                  </a:lnTo>
                  <a:close/>
                </a:path>
                <a:path w="2070100" h="2679700">
                  <a:moveTo>
                    <a:pt x="115036" y="2666377"/>
                  </a:moveTo>
                  <a:lnTo>
                    <a:pt x="114376" y="2672702"/>
                  </a:lnTo>
                  <a:lnTo>
                    <a:pt x="118529" y="2673134"/>
                  </a:lnTo>
                  <a:lnTo>
                    <a:pt x="122732" y="2673350"/>
                  </a:lnTo>
                  <a:lnTo>
                    <a:pt x="127000" y="2673350"/>
                  </a:lnTo>
                  <a:lnTo>
                    <a:pt x="127000" y="2667000"/>
                  </a:lnTo>
                  <a:lnTo>
                    <a:pt x="122948" y="2667000"/>
                  </a:lnTo>
                  <a:lnTo>
                    <a:pt x="118960" y="2666784"/>
                  </a:lnTo>
                  <a:lnTo>
                    <a:pt x="115036" y="2666377"/>
                  </a:lnTo>
                  <a:close/>
                </a:path>
                <a:path w="2070100" h="2679700">
                  <a:moveTo>
                    <a:pt x="56083" y="2650324"/>
                  </a:moveTo>
                  <a:lnTo>
                    <a:pt x="53685" y="2653620"/>
                  </a:lnTo>
                  <a:lnTo>
                    <a:pt x="75519" y="2668340"/>
                  </a:lnTo>
                  <a:lnTo>
                    <a:pt x="77913" y="2662951"/>
                  </a:lnTo>
                  <a:lnTo>
                    <a:pt x="70180" y="2659494"/>
                  </a:lnTo>
                  <a:lnTo>
                    <a:pt x="62865" y="2655252"/>
                  </a:lnTo>
                  <a:lnTo>
                    <a:pt x="56083" y="2650324"/>
                  </a:lnTo>
                  <a:close/>
                </a:path>
                <a:path w="2070100" h="2679700">
                  <a:moveTo>
                    <a:pt x="59817" y="2645181"/>
                  </a:moveTo>
                  <a:lnTo>
                    <a:pt x="56083" y="2650324"/>
                  </a:lnTo>
                  <a:lnTo>
                    <a:pt x="62865" y="2655252"/>
                  </a:lnTo>
                  <a:lnTo>
                    <a:pt x="70180" y="2659494"/>
                  </a:lnTo>
                  <a:lnTo>
                    <a:pt x="77919" y="2662951"/>
                  </a:lnTo>
                  <a:lnTo>
                    <a:pt x="80505" y="2657144"/>
                  </a:lnTo>
                  <a:lnTo>
                    <a:pt x="73177" y="2653880"/>
                  </a:lnTo>
                  <a:lnTo>
                    <a:pt x="66243" y="2649855"/>
                  </a:lnTo>
                  <a:lnTo>
                    <a:pt x="59817" y="2645181"/>
                  </a:lnTo>
                  <a:close/>
                </a:path>
                <a:path w="2070100" h="2679700">
                  <a:moveTo>
                    <a:pt x="16751" y="2601785"/>
                  </a:moveTo>
                  <a:lnTo>
                    <a:pt x="11359" y="2604180"/>
                  </a:lnTo>
                  <a:lnTo>
                    <a:pt x="26080" y="2626015"/>
                  </a:lnTo>
                  <a:lnTo>
                    <a:pt x="29370" y="2623619"/>
                  </a:lnTo>
                  <a:lnTo>
                    <a:pt x="24447" y="2616835"/>
                  </a:lnTo>
                  <a:lnTo>
                    <a:pt x="20205" y="2609519"/>
                  </a:lnTo>
                  <a:lnTo>
                    <a:pt x="16751" y="2601785"/>
                  </a:lnTo>
                  <a:close/>
                </a:path>
                <a:path w="2070100" h="2679700">
                  <a:moveTo>
                    <a:pt x="22555" y="2599194"/>
                  </a:moveTo>
                  <a:lnTo>
                    <a:pt x="16751" y="2601785"/>
                  </a:lnTo>
                  <a:lnTo>
                    <a:pt x="20205" y="2609519"/>
                  </a:lnTo>
                  <a:lnTo>
                    <a:pt x="24447" y="2616835"/>
                  </a:lnTo>
                  <a:lnTo>
                    <a:pt x="29377" y="2623619"/>
                  </a:lnTo>
                  <a:lnTo>
                    <a:pt x="34518" y="2619883"/>
                  </a:lnTo>
                  <a:lnTo>
                    <a:pt x="29845" y="2613456"/>
                  </a:lnTo>
                  <a:lnTo>
                    <a:pt x="25819" y="2606522"/>
                  </a:lnTo>
                  <a:lnTo>
                    <a:pt x="22555" y="2599194"/>
                  </a:lnTo>
                  <a:close/>
                </a:path>
                <a:path w="2070100" h="2679700">
                  <a:moveTo>
                    <a:pt x="6350" y="2539936"/>
                  </a:moveTo>
                  <a:lnTo>
                    <a:pt x="0" y="2539936"/>
                  </a:lnTo>
                  <a:lnTo>
                    <a:pt x="0" y="2552700"/>
                  </a:lnTo>
                  <a:lnTo>
                    <a:pt x="2548" y="2565324"/>
                  </a:lnTo>
                  <a:lnTo>
                    <a:pt x="2640" y="2565779"/>
                  </a:lnTo>
                  <a:lnTo>
                    <a:pt x="6991" y="2565324"/>
                  </a:lnTo>
                  <a:lnTo>
                    <a:pt x="6565" y="2561170"/>
                  </a:lnTo>
                  <a:lnTo>
                    <a:pt x="6350" y="2556967"/>
                  </a:lnTo>
                  <a:lnTo>
                    <a:pt x="6350" y="2539936"/>
                  </a:lnTo>
                  <a:close/>
                </a:path>
                <a:path w="2070100" h="2679700">
                  <a:moveTo>
                    <a:pt x="12700" y="2539936"/>
                  </a:moveTo>
                  <a:lnTo>
                    <a:pt x="6350" y="2539936"/>
                  </a:lnTo>
                  <a:lnTo>
                    <a:pt x="6350" y="2556967"/>
                  </a:lnTo>
                  <a:lnTo>
                    <a:pt x="6543" y="2560739"/>
                  </a:lnTo>
                  <a:lnTo>
                    <a:pt x="6565" y="2561170"/>
                  </a:lnTo>
                  <a:lnTo>
                    <a:pt x="6929" y="2564663"/>
                  </a:lnTo>
                  <a:lnTo>
                    <a:pt x="6997" y="2565324"/>
                  </a:lnTo>
                  <a:lnTo>
                    <a:pt x="13322" y="2564663"/>
                  </a:lnTo>
                  <a:lnTo>
                    <a:pt x="12960" y="2561170"/>
                  </a:lnTo>
                  <a:lnTo>
                    <a:pt x="12915" y="2560739"/>
                  </a:lnTo>
                  <a:lnTo>
                    <a:pt x="12711" y="2556967"/>
                  </a:lnTo>
                  <a:lnTo>
                    <a:pt x="12700" y="2539936"/>
                  </a:lnTo>
                  <a:close/>
                </a:path>
                <a:path w="2070100" h="2679700">
                  <a:moveTo>
                    <a:pt x="6350" y="2476093"/>
                  </a:moveTo>
                  <a:lnTo>
                    <a:pt x="0" y="2476093"/>
                  </a:lnTo>
                  <a:lnTo>
                    <a:pt x="0" y="2501633"/>
                  </a:lnTo>
                  <a:lnTo>
                    <a:pt x="6350" y="2501633"/>
                  </a:lnTo>
                  <a:lnTo>
                    <a:pt x="6350" y="2476093"/>
                  </a:lnTo>
                  <a:close/>
                </a:path>
                <a:path w="2070100" h="2679700">
                  <a:moveTo>
                    <a:pt x="12700" y="2476093"/>
                  </a:moveTo>
                  <a:lnTo>
                    <a:pt x="6350" y="2476093"/>
                  </a:lnTo>
                  <a:lnTo>
                    <a:pt x="6350" y="2501633"/>
                  </a:lnTo>
                  <a:lnTo>
                    <a:pt x="12700" y="2501633"/>
                  </a:lnTo>
                  <a:lnTo>
                    <a:pt x="12700" y="2476093"/>
                  </a:lnTo>
                  <a:close/>
                </a:path>
                <a:path w="2070100" h="2679700">
                  <a:moveTo>
                    <a:pt x="6350" y="2412263"/>
                  </a:moveTo>
                  <a:lnTo>
                    <a:pt x="0" y="2412263"/>
                  </a:lnTo>
                  <a:lnTo>
                    <a:pt x="0" y="2437803"/>
                  </a:lnTo>
                  <a:lnTo>
                    <a:pt x="6350" y="2437803"/>
                  </a:lnTo>
                  <a:lnTo>
                    <a:pt x="6350" y="2412263"/>
                  </a:lnTo>
                  <a:close/>
                </a:path>
                <a:path w="2070100" h="2679700">
                  <a:moveTo>
                    <a:pt x="12700" y="2412263"/>
                  </a:moveTo>
                  <a:lnTo>
                    <a:pt x="6350" y="2412263"/>
                  </a:lnTo>
                  <a:lnTo>
                    <a:pt x="6350" y="2437803"/>
                  </a:lnTo>
                  <a:lnTo>
                    <a:pt x="12700" y="2437803"/>
                  </a:lnTo>
                  <a:lnTo>
                    <a:pt x="12700" y="2412263"/>
                  </a:lnTo>
                  <a:close/>
                </a:path>
                <a:path w="2070100" h="2679700">
                  <a:moveTo>
                    <a:pt x="6350" y="2348433"/>
                  </a:moveTo>
                  <a:lnTo>
                    <a:pt x="0" y="2348433"/>
                  </a:lnTo>
                  <a:lnTo>
                    <a:pt x="0" y="2373960"/>
                  </a:lnTo>
                  <a:lnTo>
                    <a:pt x="6350" y="2373960"/>
                  </a:lnTo>
                  <a:lnTo>
                    <a:pt x="6350" y="2348433"/>
                  </a:lnTo>
                  <a:close/>
                </a:path>
                <a:path w="2070100" h="2679700">
                  <a:moveTo>
                    <a:pt x="12700" y="2348433"/>
                  </a:moveTo>
                  <a:lnTo>
                    <a:pt x="6350" y="2348433"/>
                  </a:lnTo>
                  <a:lnTo>
                    <a:pt x="6350" y="2373960"/>
                  </a:lnTo>
                  <a:lnTo>
                    <a:pt x="12700" y="2373960"/>
                  </a:lnTo>
                  <a:lnTo>
                    <a:pt x="12700" y="2348433"/>
                  </a:lnTo>
                  <a:close/>
                </a:path>
                <a:path w="2070100" h="2679700">
                  <a:moveTo>
                    <a:pt x="6350" y="2284590"/>
                  </a:moveTo>
                  <a:lnTo>
                    <a:pt x="0" y="2284590"/>
                  </a:lnTo>
                  <a:lnTo>
                    <a:pt x="0" y="2310130"/>
                  </a:lnTo>
                  <a:lnTo>
                    <a:pt x="6350" y="2310130"/>
                  </a:lnTo>
                  <a:lnTo>
                    <a:pt x="6350" y="2284590"/>
                  </a:lnTo>
                  <a:close/>
                </a:path>
                <a:path w="2070100" h="2679700">
                  <a:moveTo>
                    <a:pt x="12700" y="2284590"/>
                  </a:moveTo>
                  <a:lnTo>
                    <a:pt x="6350" y="2284590"/>
                  </a:lnTo>
                  <a:lnTo>
                    <a:pt x="6350" y="2310130"/>
                  </a:lnTo>
                  <a:lnTo>
                    <a:pt x="12700" y="2310130"/>
                  </a:lnTo>
                  <a:lnTo>
                    <a:pt x="12700" y="2284590"/>
                  </a:lnTo>
                  <a:close/>
                </a:path>
                <a:path w="2070100" h="2679700">
                  <a:moveTo>
                    <a:pt x="6350" y="2220760"/>
                  </a:moveTo>
                  <a:lnTo>
                    <a:pt x="0" y="2220760"/>
                  </a:lnTo>
                  <a:lnTo>
                    <a:pt x="0" y="2246299"/>
                  </a:lnTo>
                  <a:lnTo>
                    <a:pt x="6350" y="2246299"/>
                  </a:lnTo>
                  <a:lnTo>
                    <a:pt x="6350" y="2220760"/>
                  </a:lnTo>
                  <a:close/>
                </a:path>
                <a:path w="2070100" h="2679700">
                  <a:moveTo>
                    <a:pt x="12700" y="2220760"/>
                  </a:moveTo>
                  <a:lnTo>
                    <a:pt x="6350" y="2220760"/>
                  </a:lnTo>
                  <a:lnTo>
                    <a:pt x="6350" y="2246299"/>
                  </a:lnTo>
                  <a:lnTo>
                    <a:pt x="12700" y="2246299"/>
                  </a:lnTo>
                  <a:lnTo>
                    <a:pt x="12700" y="2220760"/>
                  </a:lnTo>
                  <a:close/>
                </a:path>
                <a:path w="2070100" h="2679700">
                  <a:moveTo>
                    <a:pt x="6350" y="2156929"/>
                  </a:moveTo>
                  <a:lnTo>
                    <a:pt x="0" y="2156929"/>
                  </a:lnTo>
                  <a:lnTo>
                    <a:pt x="0" y="2182456"/>
                  </a:lnTo>
                  <a:lnTo>
                    <a:pt x="6350" y="2182456"/>
                  </a:lnTo>
                  <a:lnTo>
                    <a:pt x="6350" y="2156929"/>
                  </a:lnTo>
                  <a:close/>
                </a:path>
                <a:path w="2070100" h="2679700">
                  <a:moveTo>
                    <a:pt x="12700" y="2156929"/>
                  </a:moveTo>
                  <a:lnTo>
                    <a:pt x="6350" y="2156929"/>
                  </a:lnTo>
                  <a:lnTo>
                    <a:pt x="6350" y="2182456"/>
                  </a:lnTo>
                  <a:lnTo>
                    <a:pt x="12700" y="2182456"/>
                  </a:lnTo>
                  <a:lnTo>
                    <a:pt x="12700" y="2156929"/>
                  </a:lnTo>
                  <a:close/>
                </a:path>
                <a:path w="2070100" h="2679700">
                  <a:moveTo>
                    <a:pt x="6350" y="2093099"/>
                  </a:moveTo>
                  <a:lnTo>
                    <a:pt x="0" y="2093099"/>
                  </a:lnTo>
                  <a:lnTo>
                    <a:pt x="0" y="2118626"/>
                  </a:lnTo>
                  <a:lnTo>
                    <a:pt x="6350" y="2118626"/>
                  </a:lnTo>
                  <a:lnTo>
                    <a:pt x="6350" y="2093099"/>
                  </a:lnTo>
                  <a:close/>
                </a:path>
                <a:path w="2070100" h="2679700">
                  <a:moveTo>
                    <a:pt x="12700" y="2093099"/>
                  </a:moveTo>
                  <a:lnTo>
                    <a:pt x="6350" y="2093099"/>
                  </a:lnTo>
                  <a:lnTo>
                    <a:pt x="6350" y="2118626"/>
                  </a:lnTo>
                  <a:lnTo>
                    <a:pt x="12700" y="2118626"/>
                  </a:lnTo>
                  <a:lnTo>
                    <a:pt x="12700" y="2093099"/>
                  </a:lnTo>
                  <a:close/>
                </a:path>
                <a:path w="2070100" h="2679700">
                  <a:moveTo>
                    <a:pt x="6350" y="2029256"/>
                  </a:moveTo>
                  <a:lnTo>
                    <a:pt x="0" y="2029256"/>
                  </a:lnTo>
                  <a:lnTo>
                    <a:pt x="0" y="2054796"/>
                  </a:lnTo>
                  <a:lnTo>
                    <a:pt x="6350" y="2054796"/>
                  </a:lnTo>
                  <a:lnTo>
                    <a:pt x="6350" y="2029256"/>
                  </a:lnTo>
                  <a:close/>
                </a:path>
                <a:path w="2070100" h="2679700">
                  <a:moveTo>
                    <a:pt x="12700" y="2029256"/>
                  </a:moveTo>
                  <a:lnTo>
                    <a:pt x="6350" y="2029256"/>
                  </a:lnTo>
                  <a:lnTo>
                    <a:pt x="6350" y="2054796"/>
                  </a:lnTo>
                  <a:lnTo>
                    <a:pt x="12700" y="2054796"/>
                  </a:lnTo>
                  <a:lnTo>
                    <a:pt x="12700" y="2029256"/>
                  </a:lnTo>
                  <a:close/>
                </a:path>
                <a:path w="2070100" h="2679700">
                  <a:moveTo>
                    <a:pt x="6350" y="1965426"/>
                  </a:moveTo>
                  <a:lnTo>
                    <a:pt x="0" y="1965426"/>
                  </a:lnTo>
                  <a:lnTo>
                    <a:pt x="0" y="1990953"/>
                  </a:lnTo>
                  <a:lnTo>
                    <a:pt x="6350" y="1990953"/>
                  </a:lnTo>
                  <a:lnTo>
                    <a:pt x="6350" y="1965426"/>
                  </a:lnTo>
                  <a:close/>
                </a:path>
                <a:path w="2070100" h="2679700">
                  <a:moveTo>
                    <a:pt x="12700" y="1965426"/>
                  </a:moveTo>
                  <a:lnTo>
                    <a:pt x="6350" y="1965426"/>
                  </a:lnTo>
                  <a:lnTo>
                    <a:pt x="6350" y="1990953"/>
                  </a:lnTo>
                  <a:lnTo>
                    <a:pt x="12700" y="1990953"/>
                  </a:lnTo>
                  <a:lnTo>
                    <a:pt x="12700" y="1965426"/>
                  </a:lnTo>
                  <a:close/>
                </a:path>
                <a:path w="2070100" h="2679700">
                  <a:moveTo>
                    <a:pt x="6350" y="1901596"/>
                  </a:moveTo>
                  <a:lnTo>
                    <a:pt x="0" y="1901596"/>
                  </a:lnTo>
                  <a:lnTo>
                    <a:pt x="0" y="1927123"/>
                  </a:lnTo>
                  <a:lnTo>
                    <a:pt x="6350" y="1927123"/>
                  </a:lnTo>
                  <a:lnTo>
                    <a:pt x="6350" y="1901596"/>
                  </a:lnTo>
                  <a:close/>
                </a:path>
                <a:path w="2070100" h="2679700">
                  <a:moveTo>
                    <a:pt x="12700" y="1901596"/>
                  </a:moveTo>
                  <a:lnTo>
                    <a:pt x="6350" y="1901596"/>
                  </a:lnTo>
                  <a:lnTo>
                    <a:pt x="6350" y="1927123"/>
                  </a:lnTo>
                  <a:lnTo>
                    <a:pt x="12700" y="1927123"/>
                  </a:lnTo>
                  <a:lnTo>
                    <a:pt x="12700" y="1901596"/>
                  </a:lnTo>
                  <a:close/>
                </a:path>
                <a:path w="2070100" h="2679700">
                  <a:moveTo>
                    <a:pt x="6350" y="1837753"/>
                  </a:moveTo>
                  <a:lnTo>
                    <a:pt x="0" y="1837753"/>
                  </a:lnTo>
                  <a:lnTo>
                    <a:pt x="0" y="1863293"/>
                  </a:lnTo>
                  <a:lnTo>
                    <a:pt x="6350" y="1863293"/>
                  </a:lnTo>
                  <a:lnTo>
                    <a:pt x="6350" y="1837753"/>
                  </a:lnTo>
                  <a:close/>
                </a:path>
                <a:path w="2070100" h="2679700">
                  <a:moveTo>
                    <a:pt x="12700" y="1837753"/>
                  </a:moveTo>
                  <a:lnTo>
                    <a:pt x="6350" y="1837753"/>
                  </a:lnTo>
                  <a:lnTo>
                    <a:pt x="6350" y="1863293"/>
                  </a:lnTo>
                  <a:lnTo>
                    <a:pt x="12700" y="1863293"/>
                  </a:lnTo>
                  <a:lnTo>
                    <a:pt x="12700" y="1837753"/>
                  </a:lnTo>
                  <a:close/>
                </a:path>
                <a:path w="2070100" h="2679700">
                  <a:moveTo>
                    <a:pt x="6350" y="1773923"/>
                  </a:moveTo>
                  <a:lnTo>
                    <a:pt x="0" y="1773923"/>
                  </a:lnTo>
                  <a:lnTo>
                    <a:pt x="0" y="1799450"/>
                  </a:lnTo>
                  <a:lnTo>
                    <a:pt x="6350" y="1799450"/>
                  </a:lnTo>
                  <a:lnTo>
                    <a:pt x="6350" y="1773923"/>
                  </a:lnTo>
                  <a:close/>
                </a:path>
                <a:path w="2070100" h="2679700">
                  <a:moveTo>
                    <a:pt x="12700" y="1773923"/>
                  </a:moveTo>
                  <a:lnTo>
                    <a:pt x="6350" y="1773923"/>
                  </a:lnTo>
                  <a:lnTo>
                    <a:pt x="6350" y="1799450"/>
                  </a:lnTo>
                  <a:lnTo>
                    <a:pt x="12700" y="1799450"/>
                  </a:lnTo>
                  <a:lnTo>
                    <a:pt x="12700" y="1773923"/>
                  </a:lnTo>
                  <a:close/>
                </a:path>
                <a:path w="2070100" h="2679700">
                  <a:moveTo>
                    <a:pt x="6350" y="1710093"/>
                  </a:moveTo>
                  <a:lnTo>
                    <a:pt x="0" y="1710093"/>
                  </a:lnTo>
                  <a:lnTo>
                    <a:pt x="0" y="1735620"/>
                  </a:lnTo>
                  <a:lnTo>
                    <a:pt x="6350" y="1735620"/>
                  </a:lnTo>
                  <a:lnTo>
                    <a:pt x="6350" y="1710093"/>
                  </a:lnTo>
                  <a:close/>
                </a:path>
                <a:path w="2070100" h="2679700">
                  <a:moveTo>
                    <a:pt x="12700" y="1710093"/>
                  </a:moveTo>
                  <a:lnTo>
                    <a:pt x="6350" y="1710093"/>
                  </a:lnTo>
                  <a:lnTo>
                    <a:pt x="6350" y="1735620"/>
                  </a:lnTo>
                  <a:lnTo>
                    <a:pt x="12700" y="1735620"/>
                  </a:lnTo>
                  <a:lnTo>
                    <a:pt x="12700" y="1710093"/>
                  </a:lnTo>
                  <a:close/>
                </a:path>
                <a:path w="2070100" h="2679700">
                  <a:moveTo>
                    <a:pt x="6350" y="1646250"/>
                  </a:moveTo>
                  <a:lnTo>
                    <a:pt x="0" y="1646250"/>
                  </a:lnTo>
                  <a:lnTo>
                    <a:pt x="0" y="1671789"/>
                  </a:lnTo>
                  <a:lnTo>
                    <a:pt x="6350" y="1671789"/>
                  </a:lnTo>
                  <a:lnTo>
                    <a:pt x="6350" y="1646250"/>
                  </a:lnTo>
                  <a:close/>
                </a:path>
                <a:path w="2070100" h="2679700">
                  <a:moveTo>
                    <a:pt x="12700" y="1646250"/>
                  </a:moveTo>
                  <a:lnTo>
                    <a:pt x="6350" y="1646250"/>
                  </a:lnTo>
                  <a:lnTo>
                    <a:pt x="6350" y="1671789"/>
                  </a:lnTo>
                  <a:lnTo>
                    <a:pt x="12700" y="1671789"/>
                  </a:lnTo>
                  <a:lnTo>
                    <a:pt x="12700" y="1646250"/>
                  </a:lnTo>
                  <a:close/>
                </a:path>
                <a:path w="2070100" h="2679700">
                  <a:moveTo>
                    <a:pt x="6350" y="1582420"/>
                  </a:moveTo>
                  <a:lnTo>
                    <a:pt x="0" y="1582420"/>
                  </a:lnTo>
                  <a:lnTo>
                    <a:pt x="0" y="1607959"/>
                  </a:lnTo>
                  <a:lnTo>
                    <a:pt x="6350" y="1607959"/>
                  </a:lnTo>
                  <a:lnTo>
                    <a:pt x="6350" y="1582420"/>
                  </a:lnTo>
                  <a:close/>
                </a:path>
                <a:path w="2070100" h="2679700">
                  <a:moveTo>
                    <a:pt x="12700" y="1582420"/>
                  </a:moveTo>
                  <a:lnTo>
                    <a:pt x="6350" y="1582420"/>
                  </a:lnTo>
                  <a:lnTo>
                    <a:pt x="6350" y="1607959"/>
                  </a:lnTo>
                  <a:lnTo>
                    <a:pt x="12700" y="1607959"/>
                  </a:lnTo>
                  <a:lnTo>
                    <a:pt x="12700" y="1582420"/>
                  </a:lnTo>
                  <a:close/>
                </a:path>
                <a:path w="2070100" h="2679700">
                  <a:moveTo>
                    <a:pt x="6350" y="1518589"/>
                  </a:moveTo>
                  <a:lnTo>
                    <a:pt x="0" y="1518589"/>
                  </a:lnTo>
                  <a:lnTo>
                    <a:pt x="0" y="1544116"/>
                  </a:lnTo>
                  <a:lnTo>
                    <a:pt x="6350" y="1544116"/>
                  </a:lnTo>
                  <a:lnTo>
                    <a:pt x="6350" y="1518589"/>
                  </a:lnTo>
                  <a:close/>
                </a:path>
                <a:path w="2070100" h="2679700">
                  <a:moveTo>
                    <a:pt x="12700" y="1518589"/>
                  </a:moveTo>
                  <a:lnTo>
                    <a:pt x="6350" y="1518589"/>
                  </a:lnTo>
                  <a:lnTo>
                    <a:pt x="6350" y="1544116"/>
                  </a:lnTo>
                  <a:lnTo>
                    <a:pt x="12700" y="1544116"/>
                  </a:lnTo>
                  <a:lnTo>
                    <a:pt x="12700" y="1518589"/>
                  </a:lnTo>
                  <a:close/>
                </a:path>
                <a:path w="2070100" h="2679700">
                  <a:moveTo>
                    <a:pt x="6350" y="1454746"/>
                  </a:moveTo>
                  <a:lnTo>
                    <a:pt x="0" y="1454746"/>
                  </a:lnTo>
                  <a:lnTo>
                    <a:pt x="0" y="1480286"/>
                  </a:lnTo>
                  <a:lnTo>
                    <a:pt x="6350" y="1480286"/>
                  </a:lnTo>
                  <a:lnTo>
                    <a:pt x="6350" y="1454746"/>
                  </a:lnTo>
                  <a:close/>
                </a:path>
                <a:path w="2070100" h="2679700">
                  <a:moveTo>
                    <a:pt x="12700" y="1454746"/>
                  </a:moveTo>
                  <a:lnTo>
                    <a:pt x="6350" y="1454746"/>
                  </a:lnTo>
                  <a:lnTo>
                    <a:pt x="6350" y="1480286"/>
                  </a:lnTo>
                  <a:lnTo>
                    <a:pt x="12700" y="1480286"/>
                  </a:lnTo>
                  <a:lnTo>
                    <a:pt x="12700" y="1454746"/>
                  </a:lnTo>
                  <a:close/>
                </a:path>
                <a:path w="2070100" h="2679700">
                  <a:moveTo>
                    <a:pt x="6350" y="1390916"/>
                  </a:moveTo>
                  <a:lnTo>
                    <a:pt x="0" y="1390916"/>
                  </a:lnTo>
                  <a:lnTo>
                    <a:pt x="0" y="1416456"/>
                  </a:lnTo>
                  <a:lnTo>
                    <a:pt x="6350" y="1416456"/>
                  </a:lnTo>
                  <a:lnTo>
                    <a:pt x="6350" y="1390916"/>
                  </a:lnTo>
                  <a:close/>
                </a:path>
                <a:path w="2070100" h="2679700">
                  <a:moveTo>
                    <a:pt x="12700" y="1390916"/>
                  </a:moveTo>
                  <a:lnTo>
                    <a:pt x="6350" y="1390916"/>
                  </a:lnTo>
                  <a:lnTo>
                    <a:pt x="6350" y="1416456"/>
                  </a:lnTo>
                  <a:lnTo>
                    <a:pt x="12700" y="1416456"/>
                  </a:lnTo>
                  <a:lnTo>
                    <a:pt x="12700" y="1390916"/>
                  </a:lnTo>
                  <a:close/>
                </a:path>
                <a:path w="2070100" h="2679700">
                  <a:moveTo>
                    <a:pt x="6350" y="1327086"/>
                  </a:moveTo>
                  <a:lnTo>
                    <a:pt x="0" y="1327086"/>
                  </a:lnTo>
                  <a:lnTo>
                    <a:pt x="0" y="1352613"/>
                  </a:lnTo>
                  <a:lnTo>
                    <a:pt x="6350" y="1352613"/>
                  </a:lnTo>
                  <a:lnTo>
                    <a:pt x="6350" y="1327086"/>
                  </a:lnTo>
                  <a:close/>
                </a:path>
                <a:path w="2070100" h="2679700">
                  <a:moveTo>
                    <a:pt x="12700" y="1327086"/>
                  </a:moveTo>
                  <a:lnTo>
                    <a:pt x="6350" y="1327086"/>
                  </a:lnTo>
                  <a:lnTo>
                    <a:pt x="6350" y="1352613"/>
                  </a:lnTo>
                  <a:lnTo>
                    <a:pt x="12700" y="1352613"/>
                  </a:lnTo>
                  <a:lnTo>
                    <a:pt x="12700" y="1327086"/>
                  </a:lnTo>
                  <a:close/>
                </a:path>
                <a:path w="2070100" h="2679700">
                  <a:moveTo>
                    <a:pt x="6350" y="1263243"/>
                  </a:moveTo>
                  <a:lnTo>
                    <a:pt x="0" y="1263243"/>
                  </a:lnTo>
                  <a:lnTo>
                    <a:pt x="0" y="1288783"/>
                  </a:lnTo>
                  <a:lnTo>
                    <a:pt x="6350" y="1288783"/>
                  </a:lnTo>
                  <a:lnTo>
                    <a:pt x="6350" y="1263243"/>
                  </a:lnTo>
                  <a:close/>
                </a:path>
                <a:path w="2070100" h="2679700">
                  <a:moveTo>
                    <a:pt x="12700" y="1263243"/>
                  </a:moveTo>
                  <a:lnTo>
                    <a:pt x="6350" y="1263243"/>
                  </a:lnTo>
                  <a:lnTo>
                    <a:pt x="6350" y="1288783"/>
                  </a:lnTo>
                  <a:lnTo>
                    <a:pt x="12700" y="1288783"/>
                  </a:lnTo>
                  <a:lnTo>
                    <a:pt x="12700" y="1263243"/>
                  </a:lnTo>
                  <a:close/>
                </a:path>
                <a:path w="2070100" h="2679700">
                  <a:moveTo>
                    <a:pt x="6350" y="1199413"/>
                  </a:moveTo>
                  <a:lnTo>
                    <a:pt x="0" y="1199413"/>
                  </a:lnTo>
                  <a:lnTo>
                    <a:pt x="0" y="1224953"/>
                  </a:lnTo>
                  <a:lnTo>
                    <a:pt x="6350" y="1224953"/>
                  </a:lnTo>
                  <a:lnTo>
                    <a:pt x="6350" y="1199413"/>
                  </a:lnTo>
                  <a:close/>
                </a:path>
                <a:path w="2070100" h="2679700">
                  <a:moveTo>
                    <a:pt x="12700" y="1199413"/>
                  </a:moveTo>
                  <a:lnTo>
                    <a:pt x="6350" y="1199413"/>
                  </a:lnTo>
                  <a:lnTo>
                    <a:pt x="6350" y="1224953"/>
                  </a:lnTo>
                  <a:lnTo>
                    <a:pt x="12700" y="1224953"/>
                  </a:lnTo>
                  <a:lnTo>
                    <a:pt x="12700" y="1199413"/>
                  </a:lnTo>
                  <a:close/>
                </a:path>
                <a:path w="2070100" h="2679700">
                  <a:moveTo>
                    <a:pt x="6350" y="1135583"/>
                  </a:moveTo>
                  <a:lnTo>
                    <a:pt x="0" y="1135583"/>
                  </a:lnTo>
                  <a:lnTo>
                    <a:pt x="0" y="1161110"/>
                  </a:lnTo>
                  <a:lnTo>
                    <a:pt x="6350" y="1161110"/>
                  </a:lnTo>
                  <a:lnTo>
                    <a:pt x="6350" y="1135583"/>
                  </a:lnTo>
                  <a:close/>
                </a:path>
                <a:path w="2070100" h="2679700">
                  <a:moveTo>
                    <a:pt x="12700" y="1135583"/>
                  </a:moveTo>
                  <a:lnTo>
                    <a:pt x="6350" y="1135583"/>
                  </a:lnTo>
                  <a:lnTo>
                    <a:pt x="6350" y="1161110"/>
                  </a:lnTo>
                  <a:lnTo>
                    <a:pt x="12700" y="1161110"/>
                  </a:lnTo>
                  <a:lnTo>
                    <a:pt x="12700" y="1135583"/>
                  </a:lnTo>
                  <a:close/>
                </a:path>
                <a:path w="2070100" h="2679700">
                  <a:moveTo>
                    <a:pt x="6350" y="1071740"/>
                  </a:moveTo>
                  <a:lnTo>
                    <a:pt x="0" y="1071740"/>
                  </a:lnTo>
                  <a:lnTo>
                    <a:pt x="0" y="1097280"/>
                  </a:lnTo>
                  <a:lnTo>
                    <a:pt x="6350" y="1097280"/>
                  </a:lnTo>
                  <a:lnTo>
                    <a:pt x="6350" y="1071740"/>
                  </a:lnTo>
                  <a:close/>
                </a:path>
                <a:path w="2070100" h="2679700">
                  <a:moveTo>
                    <a:pt x="12700" y="1071740"/>
                  </a:moveTo>
                  <a:lnTo>
                    <a:pt x="6350" y="1071740"/>
                  </a:lnTo>
                  <a:lnTo>
                    <a:pt x="6350" y="1097280"/>
                  </a:lnTo>
                  <a:lnTo>
                    <a:pt x="12700" y="1097280"/>
                  </a:lnTo>
                  <a:lnTo>
                    <a:pt x="12700" y="1071740"/>
                  </a:lnTo>
                  <a:close/>
                </a:path>
                <a:path w="2070100" h="2679700">
                  <a:moveTo>
                    <a:pt x="6350" y="1007910"/>
                  </a:moveTo>
                  <a:lnTo>
                    <a:pt x="0" y="1007910"/>
                  </a:lnTo>
                  <a:lnTo>
                    <a:pt x="0" y="1033449"/>
                  </a:lnTo>
                  <a:lnTo>
                    <a:pt x="6350" y="1033449"/>
                  </a:lnTo>
                  <a:lnTo>
                    <a:pt x="6350" y="1007910"/>
                  </a:lnTo>
                  <a:close/>
                </a:path>
                <a:path w="2070100" h="2679700">
                  <a:moveTo>
                    <a:pt x="12700" y="1007910"/>
                  </a:moveTo>
                  <a:lnTo>
                    <a:pt x="6350" y="1007910"/>
                  </a:lnTo>
                  <a:lnTo>
                    <a:pt x="6350" y="1033449"/>
                  </a:lnTo>
                  <a:lnTo>
                    <a:pt x="12700" y="1033449"/>
                  </a:lnTo>
                  <a:lnTo>
                    <a:pt x="12700" y="1007910"/>
                  </a:lnTo>
                  <a:close/>
                </a:path>
                <a:path w="2070100" h="2679700">
                  <a:moveTo>
                    <a:pt x="6350" y="944079"/>
                  </a:moveTo>
                  <a:lnTo>
                    <a:pt x="0" y="944079"/>
                  </a:lnTo>
                  <a:lnTo>
                    <a:pt x="0" y="969606"/>
                  </a:lnTo>
                  <a:lnTo>
                    <a:pt x="6350" y="969606"/>
                  </a:lnTo>
                  <a:lnTo>
                    <a:pt x="6350" y="944079"/>
                  </a:lnTo>
                  <a:close/>
                </a:path>
                <a:path w="2070100" h="2679700">
                  <a:moveTo>
                    <a:pt x="12700" y="944079"/>
                  </a:moveTo>
                  <a:lnTo>
                    <a:pt x="6350" y="944079"/>
                  </a:lnTo>
                  <a:lnTo>
                    <a:pt x="6350" y="969606"/>
                  </a:lnTo>
                  <a:lnTo>
                    <a:pt x="12700" y="969606"/>
                  </a:lnTo>
                  <a:lnTo>
                    <a:pt x="12700" y="944079"/>
                  </a:lnTo>
                  <a:close/>
                </a:path>
                <a:path w="2070100" h="2679700">
                  <a:moveTo>
                    <a:pt x="6350" y="880237"/>
                  </a:moveTo>
                  <a:lnTo>
                    <a:pt x="0" y="880237"/>
                  </a:lnTo>
                  <a:lnTo>
                    <a:pt x="0" y="905776"/>
                  </a:lnTo>
                  <a:lnTo>
                    <a:pt x="6350" y="905776"/>
                  </a:lnTo>
                  <a:lnTo>
                    <a:pt x="6350" y="880237"/>
                  </a:lnTo>
                  <a:close/>
                </a:path>
                <a:path w="2070100" h="2679700">
                  <a:moveTo>
                    <a:pt x="12700" y="880237"/>
                  </a:moveTo>
                  <a:lnTo>
                    <a:pt x="6350" y="880237"/>
                  </a:lnTo>
                  <a:lnTo>
                    <a:pt x="6350" y="905776"/>
                  </a:lnTo>
                  <a:lnTo>
                    <a:pt x="12700" y="905776"/>
                  </a:lnTo>
                  <a:lnTo>
                    <a:pt x="12700" y="880237"/>
                  </a:lnTo>
                  <a:close/>
                </a:path>
                <a:path w="2070100" h="2679700">
                  <a:moveTo>
                    <a:pt x="6350" y="816406"/>
                  </a:moveTo>
                  <a:lnTo>
                    <a:pt x="0" y="816406"/>
                  </a:lnTo>
                  <a:lnTo>
                    <a:pt x="0" y="841946"/>
                  </a:lnTo>
                  <a:lnTo>
                    <a:pt x="6350" y="841946"/>
                  </a:lnTo>
                  <a:lnTo>
                    <a:pt x="6350" y="816406"/>
                  </a:lnTo>
                  <a:close/>
                </a:path>
                <a:path w="2070100" h="2679700">
                  <a:moveTo>
                    <a:pt x="12700" y="816406"/>
                  </a:moveTo>
                  <a:lnTo>
                    <a:pt x="6350" y="816406"/>
                  </a:lnTo>
                  <a:lnTo>
                    <a:pt x="6350" y="841946"/>
                  </a:lnTo>
                  <a:lnTo>
                    <a:pt x="12700" y="841946"/>
                  </a:lnTo>
                  <a:lnTo>
                    <a:pt x="12700" y="816406"/>
                  </a:lnTo>
                  <a:close/>
                </a:path>
                <a:path w="2070100" h="2679700">
                  <a:moveTo>
                    <a:pt x="6350" y="752576"/>
                  </a:moveTo>
                  <a:lnTo>
                    <a:pt x="0" y="752576"/>
                  </a:lnTo>
                  <a:lnTo>
                    <a:pt x="0" y="778103"/>
                  </a:lnTo>
                  <a:lnTo>
                    <a:pt x="6350" y="778103"/>
                  </a:lnTo>
                  <a:lnTo>
                    <a:pt x="6350" y="752576"/>
                  </a:lnTo>
                  <a:close/>
                </a:path>
                <a:path w="2070100" h="2679700">
                  <a:moveTo>
                    <a:pt x="12700" y="752576"/>
                  </a:moveTo>
                  <a:lnTo>
                    <a:pt x="6350" y="752576"/>
                  </a:lnTo>
                  <a:lnTo>
                    <a:pt x="6350" y="778103"/>
                  </a:lnTo>
                  <a:lnTo>
                    <a:pt x="12700" y="778103"/>
                  </a:lnTo>
                  <a:lnTo>
                    <a:pt x="12700" y="752576"/>
                  </a:lnTo>
                  <a:close/>
                </a:path>
                <a:path w="2070100" h="2679700">
                  <a:moveTo>
                    <a:pt x="6350" y="688746"/>
                  </a:moveTo>
                  <a:lnTo>
                    <a:pt x="0" y="688746"/>
                  </a:lnTo>
                  <a:lnTo>
                    <a:pt x="0" y="714273"/>
                  </a:lnTo>
                  <a:lnTo>
                    <a:pt x="6350" y="714273"/>
                  </a:lnTo>
                  <a:lnTo>
                    <a:pt x="6350" y="688746"/>
                  </a:lnTo>
                  <a:close/>
                </a:path>
                <a:path w="2070100" h="2679700">
                  <a:moveTo>
                    <a:pt x="12700" y="688746"/>
                  </a:moveTo>
                  <a:lnTo>
                    <a:pt x="6350" y="688746"/>
                  </a:lnTo>
                  <a:lnTo>
                    <a:pt x="6350" y="714273"/>
                  </a:lnTo>
                  <a:lnTo>
                    <a:pt x="12700" y="714273"/>
                  </a:lnTo>
                  <a:lnTo>
                    <a:pt x="12700" y="688746"/>
                  </a:lnTo>
                  <a:close/>
                </a:path>
                <a:path w="2070100" h="2679700">
                  <a:moveTo>
                    <a:pt x="6350" y="624903"/>
                  </a:moveTo>
                  <a:lnTo>
                    <a:pt x="0" y="624903"/>
                  </a:lnTo>
                  <a:lnTo>
                    <a:pt x="0" y="650443"/>
                  </a:lnTo>
                  <a:lnTo>
                    <a:pt x="6350" y="650443"/>
                  </a:lnTo>
                  <a:lnTo>
                    <a:pt x="6350" y="624903"/>
                  </a:lnTo>
                  <a:close/>
                </a:path>
                <a:path w="2070100" h="2679700">
                  <a:moveTo>
                    <a:pt x="12700" y="624903"/>
                  </a:moveTo>
                  <a:lnTo>
                    <a:pt x="6350" y="624903"/>
                  </a:lnTo>
                  <a:lnTo>
                    <a:pt x="6350" y="650443"/>
                  </a:lnTo>
                  <a:lnTo>
                    <a:pt x="12700" y="650443"/>
                  </a:lnTo>
                  <a:lnTo>
                    <a:pt x="12700" y="624903"/>
                  </a:lnTo>
                  <a:close/>
                </a:path>
                <a:path w="2070100" h="2679700">
                  <a:moveTo>
                    <a:pt x="6350" y="561073"/>
                  </a:moveTo>
                  <a:lnTo>
                    <a:pt x="0" y="561073"/>
                  </a:lnTo>
                  <a:lnTo>
                    <a:pt x="0" y="586600"/>
                  </a:lnTo>
                  <a:lnTo>
                    <a:pt x="6350" y="586600"/>
                  </a:lnTo>
                  <a:lnTo>
                    <a:pt x="6350" y="561073"/>
                  </a:lnTo>
                  <a:close/>
                </a:path>
                <a:path w="2070100" h="2679700">
                  <a:moveTo>
                    <a:pt x="12700" y="561073"/>
                  </a:moveTo>
                  <a:lnTo>
                    <a:pt x="6350" y="561073"/>
                  </a:lnTo>
                  <a:lnTo>
                    <a:pt x="6350" y="586600"/>
                  </a:lnTo>
                  <a:lnTo>
                    <a:pt x="12700" y="586600"/>
                  </a:lnTo>
                  <a:lnTo>
                    <a:pt x="12700" y="561073"/>
                  </a:lnTo>
                  <a:close/>
                </a:path>
                <a:path w="2070100" h="2679700">
                  <a:moveTo>
                    <a:pt x="6350" y="497243"/>
                  </a:moveTo>
                  <a:lnTo>
                    <a:pt x="0" y="497243"/>
                  </a:lnTo>
                  <a:lnTo>
                    <a:pt x="0" y="522770"/>
                  </a:lnTo>
                  <a:lnTo>
                    <a:pt x="6350" y="522770"/>
                  </a:lnTo>
                  <a:lnTo>
                    <a:pt x="6350" y="497243"/>
                  </a:lnTo>
                  <a:close/>
                </a:path>
                <a:path w="2070100" h="2679700">
                  <a:moveTo>
                    <a:pt x="12700" y="497243"/>
                  </a:moveTo>
                  <a:lnTo>
                    <a:pt x="6350" y="497243"/>
                  </a:lnTo>
                  <a:lnTo>
                    <a:pt x="6350" y="522770"/>
                  </a:lnTo>
                  <a:lnTo>
                    <a:pt x="12700" y="522770"/>
                  </a:lnTo>
                  <a:lnTo>
                    <a:pt x="12700" y="497243"/>
                  </a:lnTo>
                  <a:close/>
                </a:path>
                <a:path w="2070100" h="2679700">
                  <a:moveTo>
                    <a:pt x="6350" y="433400"/>
                  </a:moveTo>
                  <a:lnTo>
                    <a:pt x="0" y="433400"/>
                  </a:lnTo>
                  <a:lnTo>
                    <a:pt x="0" y="458939"/>
                  </a:lnTo>
                  <a:lnTo>
                    <a:pt x="6350" y="458939"/>
                  </a:lnTo>
                  <a:lnTo>
                    <a:pt x="6350" y="433400"/>
                  </a:lnTo>
                  <a:close/>
                </a:path>
                <a:path w="2070100" h="2679700">
                  <a:moveTo>
                    <a:pt x="12700" y="433400"/>
                  </a:moveTo>
                  <a:lnTo>
                    <a:pt x="6350" y="433400"/>
                  </a:lnTo>
                  <a:lnTo>
                    <a:pt x="6350" y="458939"/>
                  </a:lnTo>
                  <a:lnTo>
                    <a:pt x="12700" y="458939"/>
                  </a:lnTo>
                  <a:lnTo>
                    <a:pt x="12700" y="433400"/>
                  </a:lnTo>
                  <a:close/>
                </a:path>
                <a:path w="2070100" h="2679700">
                  <a:moveTo>
                    <a:pt x="6350" y="369570"/>
                  </a:moveTo>
                  <a:lnTo>
                    <a:pt x="0" y="369570"/>
                  </a:lnTo>
                  <a:lnTo>
                    <a:pt x="0" y="395097"/>
                  </a:lnTo>
                  <a:lnTo>
                    <a:pt x="6350" y="395097"/>
                  </a:lnTo>
                  <a:lnTo>
                    <a:pt x="6350" y="369570"/>
                  </a:lnTo>
                  <a:close/>
                </a:path>
                <a:path w="2070100" h="2679700">
                  <a:moveTo>
                    <a:pt x="12700" y="369570"/>
                  </a:moveTo>
                  <a:lnTo>
                    <a:pt x="6350" y="369570"/>
                  </a:lnTo>
                  <a:lnTo>
                    <a:pt x="6350" y="395097"/>
                  </a:lnTo>
                  <a:lnTo>
                    <a:pt x="12700" y="395097"/>
                  </a:lnTo>
                  <a:lnTo>
                    <a:pt x="12700" y="369570"/>
                  </a:lnTo>
                  <a:close/>
                </a:path>
                <a:path w="2070100" h="2679700">
                  <a:moveTo>
                    <a:pt x="6350" y="305739"/>
                  </a:moveTo>
                  <a:lnTo>
                    <a:pt x="0" y="305739"/>
                  </a:lnTo>
                  <a:lnTo>
                    <a:pt x="0" y="331266"/>
                  </a:lnTo>
                  <a:lnTo>
                    <a:pt x="6350" y="331266"/>
                  </a:lnTo>
                  <a:lnTo>
                    <a:pt x="6350" y="305739"/>
                  </a:lnTo>
                  <a:close/>
                </a:path>
                <a:path w="2070100" h="2679700">
                  <a:moveTo>
                    <a:pt x="12700" y="305739"/>
                  </a:moveTo>
                  <a:lnTo>
                    <a:pt x="6350" y="305739"/>
                  </a:lnTo>
                  <a:lnTo>
                    <a:pt x="6350" y="331266"/>
                  </a:lnTo>
                  <a:lnTo>
                    <a:pt x="12700" y="331266"/>
                  </a:lnTo>
                  <a:lnTo>
                    <a:pt x="12700" y="305739"/>
                  </a:lnTo>
                  <a:close/>
                </a:path>
                <a:path w="2070100" h="2679700">
                  <a:moveTo>
                    <a:pt x="6350" y="241896"/>
                  </a:moveTo>
                  <a:lnTo>
                    <a:pt x="0" y="241896"/>
                  </a:lnTo>
                  <a:lnTo>
                    <a:pt x="0" y="267436"/>
                  </a:lnTo>
                  <a:lnTo>
                    <a:pt x="6350" y="267436"/>
                  </a:lnTo>
                  <a:lnTo>
                    <a:pt x="6350" y="241896"/>
                  </a:lnTo>
                  <a:close/>
                </a:path>
                <a:path w="2070100" h="2679700">
                  <a:moveTo>
                    <a:pt x="12700" y="241896"/>
                  </a:moveTo>
                  <a:lnTo>
                    <a:pt x="6350" y="241896"/>
                  </a:lnTo>
                  <a:lnTo>
                    <a:pt x="6350" y="267436"/>
                  </a:lnTo>
                  <a:lnTo>
                    <a:pt x="12700" y="267436"/>
                  </a:lnTo>
                  <a:lnTo>
                    <a:pt x="12700" y="241896"/>
                  </a:lnTo>
                  <a:close/>
                </a:path>
                <a:path w="2070100" h="2679700">
                  <a:moveTo>
                    <a:pt x="6350" y="178066"/>
                  </a:moveTo>
                  <a:lnTo>
                    <a:pt x="0" y="178066"/>
                  </a:lnTo>
                  <a:lnTo>
                    <a:pt x="0" y="203593"/>
                  </a:lnTo>
                  <a:lnTo>
                    <a:pt x="6350" y="203593"/>
                  </a:lnTo>
                  <a:lnTo>
                    <a:pt x="6350" y="178066"/>
                  </a:lnTo>
                  <a:close/>
                </a:path>
                <a:path w="2070100" h="2679700">
                  <a:moveTo>
                    <a:pt x="12700" y="178066"/>
                  </a:moveTo>
                  <a:lnTo>
                    <a:pt x="6350" y="178066"/>
                  </a:lnTo>
                  <a:lnTo>
                    <a:pt x="6350" y="203593"/>
                  </a:lnTo>
                  <a:lnTo>
                    <a:pt x="12700" y="203593"/>
                  </a:lnTo>
                  <a:lnTo>
                    <a:pt x="12700" y="178066"/>
                  </a:lnTo>
                  <a:close/>
                </a:path>
                <a:path w="2070100" h="2679700">
                  <a:moveTo>
                    <a:pt x="2640" y="113920"/>
                  </a:moveTo>
                  <a:lnTo>
                    <a:pt x="0" y="127000"/>
                  </a:lnTo>
                  <a:lnTo>
                    <a:pt x="0" y="139763"/>
                  </a:lnTo>
                  <a:lnTo>
                    <a:pt x="6350" y="139763"/>
                  </a:lnTo>
                  <a:lnTo>
                    <a:pt x="6350" y="122732"/>
                  </a:lnTo>
                  <a:lnTo>
                    <a:pt x="6543" y="118960"/>
                  </a:lnTo>
                  <a:lnTo>
                    <a:pt x="6565" y="118529"/>
                  </a:lnTo>
                  <a:lnTo>
                    <a:pt x="6929" y="115036"/>
                  </a:lnTo>
                  <a:lnTo>
                    <a:pt x="6997" y="114376"/>
                  </a:lnTo>
                  <a:lnTo>
                    <a:pt x="2640" y="113920"/>
                  </a:lnTo>
                  <a:close/>
                </a:path>
                <a:path w="2070100" h="2679700">
                  <a:moveTo>
                    <a:pt x="7004" y="114376"/>
                  </a:moveTo>
                  <a:lnTo>
                    <a:pt x="6565" y="118529"/>
                  </a:lnTo>
                  <a:lnTo>
                    <a:pt x="6350" y="122732"/>
                  </a:lnTo>
                  <a:lnTo>
                    <a:pt x="6350" y="139763"/>
                  </a:lnTo>
                  <a:lnTo>
                    <a:pt x="12700" y="139763"/>
                  </a:lnTo>
                  <a:lnTo>
                    <a:pt x="12711" y="122732"/>
                  </a:lnTo>
                  <a:lnTo>
                    <a:pt x="12915" y="118960"/>
                  </a:lnTo>
                  <a:lnTo>
                    <a:pt x="13322" y="115036"/>
                  </a:lnTo>
                  <a:lnTo>
                    <a:pt x="7004" y="114376"/>
                  </a:lnTo>
                  <a:close/>
                </a:path>
                <a:path w="2070100" h="2679700">
                  <a:moveTo>
                    <a:pt x="29381" y="56083"/>
                  </a:moveTo>
                  <a:lnTo>
                    <a:pt x="24447" y="62865"/>
                  </a:lnTo>
                  <a:lnTo>
                    <a:pt x="20205" y="70180"/>
                  </a:lnTo>
                  <a:lnTo>
                    <a:pt x="16748" y="77919"/>
                  </a:lnTo>
                  <a:lnTo>
                    <a:pt x="22555" y="80505"/>
                  </a:lnTo>
                  <a:lnTo>
                    <a:pt x="25819" y="73177"/>
                  </a:lnTo>
                  <a:lnTo>
                    <a:pt x="29845" y="66243"/>
                  </a:lnTo>
                  <a:lnTo>
                    <a:pt x="34518" y="59817"/>
                  </a:lnTo>
                  <a:lnTo>
                    <a:pt x="29381" y="56083"/>
                  </a:lnTo>
                  <a:close/>
                </a:path>
                <a:path w="2070100" h="2679700">
                  <a:moveTo>
                    <a:pt x="26079" y="53685"/>
                  </a:moveTo>
                  <a:lnTo>
                    <a:pt x="11360" y="75519"/>
                  </a:lnTo>
                  <a:lnTo>
                    <a:pt x="16763" y="77919"/>
                  </a:lnTo>
                  <a:lnTo>
                    <a:pt x="20205" y="70180"/>
                  </a:lnTo>
                  <a:lnTo>
                    <a:pt x="24447" y="62865"/>
                  </a:lnTo>
                  <a:lnTo>
                    <a:pt x="29375" y="56083"/>
                  </a:lnTo>
                  <a:lnTo>
                    <a:pt x="26079" y="53685"/>
                  </a:lnTo>
                  <a:close/>
                </a:path>
                <a:path w="2070100" h="2679700">
                  <a:moveTo>
                    <a:pt x="77920" y="16751"/>
                  </a:moveTo>
                  <a:lnTo>
                    <a:pt x="70180" y="20205"/>
                  </a:lnTo>
                  <a:lnTo>
                    <a:pt x="62865" y="24447"/>
                  </a:lnTo>
                  <a:lnTo>
                    <a:pt x="56080" y="29377"/>
                  </a:lnTo>
                  <a:lnTo>
                    <a:pt x="59817" y="34518"/>
                  </a:lnTo>
                  <a:lnTo>
                    <a:pt x="66243" y="29845"/>
                  </a:lnTo>
                  <a:lnTo>
                    <a:pt x="73177" y="25819"/>
                  </a:lnTo>
                  <a:lnTo>
                    <a:pt x="80505" y="22555"/>
                  </a:lnTo>
                  <a:lnTo>
                    <a:pt x="77920" y="16751"/>
                  </a:lnTo>
                  <a:close/>
                </a:path>
                <a:path w="2070100" h="2679700">
                  <a:moveTo>
                    <a:pt x="75519" y="11359"/>
                  </a:moveTo>
                  <a:lnTo>
                    <a:pt x="53685" y="26080"/>
                  </a:lnTo>
                  <a:lnTo>
                    <a:pt x="56084" y="29377"/>
                  </a:lnTo>
                  <a:lnTo>
                    <a:pt x="62865" y="24447"/>
                  </a:lnTo>
                  <a:lnTo>
                    <a:pt x="70180" y="20205"/>
                  </a:lnTo>
                  <a:lnTo>
                    <a:pt x="77914" y="16751"/>
                  </a:lnTo>
                  <a:lnTo>
                    <a:pt x="75519" y="11359"/>
                  </a:lnTo>
                  <a:close/>
                </a:path>
                <a:path w="2070100" h="2679700">
                  <a:moveTo>
                    <a:pt x="127000" y="6350"/>
                  </a:moveTo>
                  <a:lnTo>
                    <a:pt x="122732" y="6350"/>
                  </a:lnTo>
                  <a:lnTo>
                    <a:pt x="118529" y="6565"/>
                  </a:lnTo>
                  <a:lnTo>
                    <a:pt x="114375" y="6997"/>
                  </a:lnTo>
                  <a:lnTo>
                    <a:pt x="114971" y="12700"/>
                  </a:lnTo>
                  <a:lnTo>
                    <a:pt x="115036" y="13322"/>
                  </a:lnTo>
                  <a:lnTo>
                    <a:pt x="118960" y="12915"/>
                  </a:lnTo>
                  <a:lnTo>
                    <a:pt x="122948" y="12700"/>
                  </a:lnTo>
                  <a:lnTo>
                    <a:pt x="127000" y="12700"/>
                  </a:lnTo>
                  <a:lnTo>
                    <a:pt x="127000" y="6350"/>
                  </a:lnTo>
                  <a:close/>
                </a:path>
                <a:path w="2070100" h="2679700">
                  <a:moveTo>
                    <a:pt x="139522" y="0"/>
                  </a:moveTo>
                  <a:lnTo>
                    <a:pt x="127000" y="0"/>
                  </a:lnTo>
                  <a:lnTo>
                    <a:pt x="127000" y="12700"/>
                  </a:lnTo>
                  <a:lnTo>
                    <a:pt x="139522" y="12700"/>
                  </a:lnTo>
                  <a:lnTo>
                    <a:pt x="139522" y="0"/>
                  </a:lnTo>
                  <a:close/>
                </a:path>
                <a:path w="2070100" h="2679700">
                  <a:moveTo>
                    <a:pt x="127000" y="0"/>
                  </a:moveTo>
                  <a:lnTo>
                    <a:pt x="113920" y="2640"/>
                  </a:lnTo>
                  <a:lnTo>
                    <a:pt x="114308" y="6350"/>
                  </a:lnTo>
                  <a:lnTo>
                    <a:pt x="114376" y="6997"/>
                  </a:lnTo>
                  <a:lnTo>
                    <a:pt x="118529" y="6565"/>
                  </a:lnTo>
                  <a:lnTo>
                    <a:pt x="122732" y="6350"/>
                  </a:lnTo>
                  <a:lnTo>
                    <a:pt x="127000" y="6350"/>
                  </a:lnTo>
                  <a:lnTo>
                    <a:pt x="127000" y="0"/>
                  </a:lnTo>
                  <a:close/>
                </a:path>
                <a:path w="2070100" h="2679700">
                  <a:moveTo>
                    <a:pt x="202145" y="0"/>
                  </a:moveTo>
                  <a:lnTo>
                    <a:pt x="177101" y="0"/>
                  </a:lnTo>
                  <a:lnTo>
                    <a:pt x="177101" y="12700"/>
                  </a:lnTo>
                  <a:lnTo>
                    <a:pt x="202145" y="12700"/>
                  </a:lnTo>
                  <a:lnTo>
                    <a:pt x="202145" y="0"/>
                  </a:lnTo>
                  <a:close/>
                </a:path>
                <a:path w="2070100" h="2679700">
                  <a:moveTo>
                    <a:pt x="264769" y="0"/>
                  </a:moveTo>
                  <a:lnTo>
                    <a:pt x="239725" y="0"/>
                  </a:lnTo>
                  <a:lnTo>
                    <a:pt x="239725" y="12700"/>
                  </a:lnTo>
                  <a:lnTo>
                    <a:pt x="264769" y="12700"/>
                  </a:lnTo>
                  <a:lnTo>
                    <a:pt x="264769" y="0"/>
                  </a:lnTo>
                  <a:close/>
                </a:path>
                <a:path w="2070100" h="2679700">
                  <a:moveTo>
                    <a:pt x="327393" y="0"/>
                  </a:moveTo>
                  <a:lnTo>
                    <a:pt x="302348" y="0"/>
                  </a:lnTo>
                  <a:lnTo>
                    <a:pt x="302348" y="12700"/>
                  </a:lnTo>
                  <a:lnTo>
                    <a:pt x="327393" y="12700"/>
                  </a:lnTo>
                  <a:lnTo>
                    <a:pt x="327393" y="0"/>
                  </a:lnTo>
                  <a:close/>
                </a:path>
                <a:path w="2070100" h="2679700">
                  <a:moveTo>
                    <a:pt x="390017" y="0"/>
                  </a:moveTo>
                  <a:lnTo>
                    <a:pt x="364972" y="0"/>
                  </a:lnTo>
                  <a:lnTo>
                    <a:pt x="364972" y="12700"/>
                  </a:lnTo>
                  <a:lnTo>
                    <a:pt x="390017" y="12700"/>
                  </a:lnTo>
                  <a:lnTo>
                    <a:pt x="390017" y="0"/>
                  </a:lnTo>
                  <a:close/>
                </a:path>
                <a:path w="2070100" h="2679700">
                  <a:moveTo>
                    <a:pt x="452640" y="0"/>
                  </a:moveTo>
                  <a:lnTo>
                    <a:pt x="427596" y="0"/>
                  </a:lnTo>
                  <a:lnTo>
                    <a:pt x="427596" y="12700"/>
                  </a:lnTo>
                  <a:lnTo>
                    <a:pt x="452640" y="12700"/>
                  </a:lnTo>
                  <a:lnTo>
                    <a:pt x="452640" y="0"/>
                  </a:lnTo>
                  <a:close/>
                </a:path>
                <a:path w="2070100" h="2679700">
                  <a:moveTo>
                    <a:pt x="515264" y="0"/>
                  </a:moveTo>
                  <a:lnTo>
                    <a:pt x="490220" y="0"/>
                  </a:lnTo>
                  <a:lnTo>
                    <a:pt x="490220" y="12700"/>
                  </a:lnTo>
                  <a:lnTo>
                    <a:pt x="515264" y="12700"/>
                  </a:lnTo>
                  <a:lnTo>
                    <a:pt x="515264" y="0"/>
                  </a:lnTo>
                  <a:close/>
                </a:path>
                <a:path w="2070100" h="2679700">
                  <a:moveTo>
                    <a:pt x="577888" y="0"/>
                  </a:moveTo>
                  <a:lnTo>
                    <a:pt x="552843" y="0"/>
                  </a:lnTo>
                  <a:lnTo>
                    <a:pt x="552843" y="12700"/>
                  </a:lnTo>
                  <a:lnTo>
                    <a:pt x="577888" y="12700"/>
                  </a:lnTo>
                  <a:lnTo>
                    <a:pt x="577888" y="0"/>
                  </a:lnTo>
                  <a:close/>
                </a:path>
                <a:path w="2070100" h="2679700">
                  <a:moveTo>
                    <a:pt x="640511" y="0"/>
                  </a:moveTo>
                  <a:lnTo>
                    <a:pt x="615467" y="0"/>
                  </a:lnTo>
                  <a:lnTo>
                    <a:pt x="615467" y="12700"/>
                  </a:lnTo>
                  <a:lnTo>
                    <a:pt x="640511" y="12700"/>
                  </a:lnTo>
                  <a:lnTo>
                    <a:pt x="640511" y="0"/>
                  </a:lnTo>
                  <a:close/>
                </a:path>
                <a:path w="2070100" h="2679700">
                  <a:moveTo>
                    <a:pt x="703148" y="0"/>
                  </a:moveTo>
                  <a:lnTo>
                    <a:pt x="678091" y="0"/>
                  </a:lnTo>
                  <a:lnTo>
                    <a:pt x="678091" y="12700"/>
                  </a:lnTo>
                  <a:lnTo>
                    <a:pt x="703148" y="12700"/>
                  </a:lnTo>
                  <a:lnTo>
                    <a:pt x="703148" y="0"/>
                  </a:lnTo>
                  <a:close/>
                </a:path>
                <a:path w="2070100" h="2679700">
                  <a:moveTo>
                    <a:pt x="765771" y="0"/>
                  </a:moveTo>
                  <a:lnTo>
                    <a:pt x="740714" y="0"/>
                  </a:lnTo>
                  <a:lnTo>
                    <a:pt x="740714" y="12700"/>
                  </a:lnTo>
                  <a:lnTo>
                    <a:pt x="765771" y="12700"/>
                  </a:lnTo>
                  <a:lnTo>
                    <a:pt x="765771" y="0"/>
                  </a:lnTo>
                  <a:close/>
                </a:path>
                <a:path w="2070100" h="2679700">
                  <a:moveTo>
                    <a:pt x="828395" y="0"/>
                  </a:moveTo>
                  <a:lnTo>
                    <a:pt x="803338" y="0"/>
                  </a:lnTo>
                  <a:lnTo>
                    <a:pt x="803338" y="12700"/>
                  </a:lnTo>
                  <a:lnTo>
                    <a:pt x="828395" y="12700"/>
                  </a:lnTo>
                  <a:lnTo>
                    <a:pt x="828395" y="0"/>
                  </a:lnTo>
                  <a:close/>
                </a:path>
                <a:path w="2070100" h="2679700">
                  <a:moveTo>
                    <a:pt x="891019" y="0"/>
                  </a:moveTo>
                  <a:lnTo>
                    <a:pt x="865962" y="0"/>
                  </a:lnTo>
                  <a:lnTo>
                    <a:pt x="865962" y="12700"/>
                  </a:lnTo>
                  <a:lnTo>
                    <a:pt x="891019" y="12700"/>
                  </a:lnTo>
                  <a:lnTo>
                    <a:pt x="891019" y="0"/>
                  </a:lnTo>
                  <a:close/>
                </a:path>
                <a:path w="2070100" h="2679700">
                  <a:moveTo>
                    <a:pt x="953643" y="0"/>
                  </a:moveTo>
                  <a:lnTo>
                    <a:pt x="928585" y="0"/>
                  </a:lnTo>
                  <a:lnTo>
                    <a:pt x="928585" y="12700"/>
                  </a:lnTo>
                  <a:lnTo>
                    <a:pt x="953643" y="12700"/>
                  </a:lnTo>
                  <a:lnTo>
                    <a:pt x="953643" y="0"/>
                  </a:lnTo>
                  <a:close/>
                </a:path>
                <a:path w="2070100" h="2679700">
                  <a:moveTo>
                    <a:pt x="1016266" y="0"/>
                  </a:moveTo>
                  <a:lnTo>
                    <a:pt x="991209" y="0"/>
                  </a:lnTo>
                  <a:lnTo>
                    <a:pt x="991209" y="12700"/>
                  </a:lnTo>
                  <a:lnTo>
                    <a:pt x="1016266" y="12700"/>
                  </a:lnTo>
                  <a:lnTo>
                    <a:pt x="1016266" y="0"/>
                  </a:lnTo>
                  <a:close/>
                </a:path>
                <a:path w="2070100" h="2679700">
                  <a:moveTo>
                    <a:pt x="1078890" y="0"/>
                  </a:moveTo>
                  <a:lnTo>
                    <a:pt x="1053833" y="0"/>
                  </a:lnTo>
                  <a:lnTo>
                    <a:pt x="1053833" y="12700"/>
                  </a:lnTo>
                  <a:lnTo>
                    <a:pt x="1078890" y="12700"/>
                  </a:lnTo>
                  <a:lnTo>
                    <a:pt x="1078890" y="0"/>
                  </a:lnTo>
                  <a:close/>
                </a:path>
                <a:path w="2070100" h="2679700">
                  <a:moveTo>
                    <a:pt x="1141514" y="0"/>
                  </a:moveTo>
                  <a:lnTo>
                    <a:pt x="1116457" y="0"/>
                  </a:lnTo>
                  <a:lnTo>
                    <a:pt x="1116457" y="12700"/>
                  </a:lnTo>
                  <a:lnTo>
                    <a:pt x="1141514" y="12700"/>
                  </a:lnTo>
                  <a:lnTo>
                    <a:pt x="1141514" y="0"/>
                  </a:lnTo>
                  <a:close/>
                </a:path>
                <a:path w="2070100" h="2679700">
                  <a:moveTo>
                    <a:pt x="1204137" y="0"/>
                  </a:moveTo>
                  <a:lnTo>
                    <a:pt x="1179080" y="0"/>
                  </a:lnTo>
                  <a:lnTo>
                    <a:pt x="1179080" y="12700"/>
                  </a:lnTo>
                  <a:lnTo>
                    <a:pt x="1204137" y="12700"/>
                  </a:lnTo>
                  <a:lnTo>
                    <a:pt x="1204137" y="0"/>
                  </a:lnTo>
                  <a:close/>
                </a:path>
                <a:path w="2070100" h="2679700">
                  <a:moveTo>
                    <a:pt x="1266761" y="0"/>
                  </a:moveTo>
                  <a:lnTo>
                    <a:pt x="1241704" y="0"/>
                  </a:lnTo>
                  <a:lnTo>
                    <a:pt x="1241704" y="12700"/>
                  </a:lnTo>
                  <a:lnTo>
                    <a:pt x="1266761" y="12700"/>
                  </a:lnTo>
                  <a:lnTo>
                    <a:pt x="1266761" y="0"/>
                  </a:lnTo>
                  <a:close/>
                </a:path>
                <a:path w="2070100" h="2679700">
                  <a:moveTo>
                    <a:pt x="1329385" y="0"/>
                  </a:moveTo>
                  <a:lnTo>
                    <a:pt x="1304328" y="0"/>
                  </a:lnTo>
                  <a:lnTo>
                    <a:pt x="1304328" y="12700"/>
                  </a:lnTo>
                  <a:lnTo>
                    <a:pt x="1329385" y="12700"/>
                  </a:lnTo>
                  <a:lnTo>
                    <a:pt x="1329385" y="0"/>
                  </a:lnTo>
                  <a:close/>
                </a:path>
                <a:path w="2070100" h="2679700">
                  <a:moveTo>
                    <a:pt x="1392008" y="0"/>
                  </a:moveTo>
                  <a:lnTo>
                    <a:pt x="1366951" y="0"/>
                  </a:lnTo>
                  <a:lnTo>
                    <a:pt x="1366951" y="12700"/>
                  </a:lnTo>
                  <a:lnTo>
                    <a:pt x="1392008" y="12700"/>
                  </a:lnTo>
                  <a:lnTo>
                    <a:pt x="1392008" y="0"/>
                  </a:lnTo>
                  <a:close/>
                </a:path>
                <a:path w="2070100" h="2679700">
                  <a:moveTo>
                    <a:pt x="1454632" y="0"/>
                  </a:moveTo>
                  <a:lnTo>
                    <a:pt x="1429575" y="0"/>
                  </a:lnTo>
                  <a:lnTo>
                    <a:pt x="1429575" y="12700"/>
                  </a:lnTo>
                  <a:lnTo>
                    <a:pt x="1454632" y="12700"/>
                  </a:lnTo>
                  <a:lnTo>
                    <a:pt x="1454632" y="0"/>
                  </a:lnTo>
                  <a:close/>
                </a:path>
                <a:path w="2070100" h="2679700">
                  <a:moveTo>
                    <a:pt x="1517256" y="0"/>
                  </a:moveTo>
                  <a:lnTo>
                    <a:pt x="1492211" y="0"/>
                  </a:lnTo>
                  <a:lnTo>
                    <a:pt x="1492211" y="12700"/>
                  </a:lnTo>
                  <a:lnTo>
                    <a:pt x="1517256" y="12700"/>
                  </a:lnTo>
                  <a:lnTo>
                    <a:pt x="1517256" y="0"/>
                  </a:lnTo>
                  <a:close/>
                </a:path>
                <a:path w="2070100" h="2679700">
                  <a:moveTo>
                    <a:pt x="1579880" y="0"/>
                  </a:moveTo>
                  <a:lnTo>
                    <a:pt x="1554835" y="0"/>
                  </a:lnTo>
                  <a:lnTo>
                    <a:pt x="1554835" y="12700"/>
                  </a:lnTo>
                  <a:lnTo>
                    <a:pt x="1579880" y="12700"/>
                  </a:lnTo>
                  <a:lnTo>
                    <a:pt x="1579880" y="0"/>
                  </a:lnTo>
                  <a:close/>
                </a:path>
                <a:path w="2070100" h="2679700">
                  <a:moveTo>
                    <a:pt x="1642503" y="0"/>
                  </a:moveTo>
                  <a:lnTo>
                    <a:pt x="1617459" y="0"/>
                  </a:lnTo>
                  <a:lnTo>
                    <a:pt x="1617459" y="12700"/>
                  </a:lnTo>
                  <a:lnTo>
                    <a:pt x="1642503" y="12700"/>
                  </a:lnTo>
                  <a:lnTo>
                    <a:pt x="1642503" y="0"/>
                  </a:lnTo>
                  <a:close/>
                </a:path>
                <a:path w="2070100" h="2679700">
                  <a:moveTo>
                    <a:pt x="1705127" y="0"/>
                  </a:moveTo>
                  <a:lnTo>
                    <a:pt x="1680083" y="0"/>
                  </a:lnTo>
                  <a:lnTo>
                    <a:pt x="1680083" y="12700"/>
                  </a:lnTo>
                  <a:lnTo>
                    <a:pt x="1705127" y="12700"/>
                  </a:lnTo>
                  <a:lnTo>
                    <a:pt x="1705127" y="0"/>
                  </a:lnTo>
                  <a:close/>
                </a:path>
                <a:path w="2070100" h="2679700">
                  <a:moveTo>
                    <a:pt x="1767751" y="0"/>
                  </a:moveTo>
                  <a:lnTo>
                    <a:pt x="1742706" y="0"/>
                  </a:lnTo>
                  <a:lnTo>
                    <a:pt x="1742706" y="12700"/>
                  </a:lnTo>
                  <a:lnTo>
                    <a:pt x="1767751" y="12700"/>
                  </a:lnTo>
                  <a:lnTo>
                    <a:pt x="1767751" y="0"/>
                  </a:lnTo>
                  <a:close/>
                </a:path>
                <a:path w="2070100" h="2679700">
                  <a:moveTo>
                    <a:pt x="1830374" y="0"/>
                  </a:moveTo>
                  <a:lnTo>
                    <a:pt x="1805330" y="0"/>
                  </a:lnTo>
                  <a:lnTo>
                    <a:pt x="1805330" y="12700"/>
                  </a:lnTo>
                  <a:lnTo>
                    <a:pt x="1830374" y="12700"/>
                  </a:lnTo>
                  <a:lnTo>
                    <a:pt x="1830374" y="0"/>
                  </a:lnTo>
                  <a:close/>
                </a:path>
                <a:path w="2070100" h="2679700">
                  <a:moveTo>
                    <a:pt x="1892998" y="0"/>
                  </a:moveTo>
                  <a:lnTo>
                    <a:pt x="1867954" y="0"/>
                  </a:lnTo>
                  <a:lnTo>
                    <a:pt x="1867954" y="12700"/>
                  </a:lnTo>
                  <a:lnTo>
                    <a:pt x="1892998" y="12700"/>
                  </a:lnTo>
                  <a:lnTo>
                    <a:pt x="1892998" y="0"/>
                  </a:lnTo>
                  <a:close/>
                </a:path>
                <a:path w="2070100" h="2679700">
                  <a:moveTo>
                    <a:pt x="1943100" y="0"/>
                  </a:moveTo>
                  <a:lnTo>
                    <a:pt x="1943100" y="12700"/>
                  </a:lnTo>
                  <a:lnTo>
                    <a:pt x="1947151" y="12700"/>
                  </a:lnTo>
                  <a:lnTo>
                    <a:pt x="1951139" y="12915"/>
                  </a:lnTo>
                  <a:lnTo>
                    <a:pt x="1955063" y="13322"/>
                  </a:lnTo>
                  <a:lnTo>
                    <a:pt x="1955724" y="6997"/>
                  </a:lnTo>
                  <a:lnTo>
                    <a:pt x="1951570" y="6565"/>
                  </a:lnTo>
                  <a:lnTo>
                    <a:pt x="1947367" y="6350"/>
                  </a:lnTo>
                  <a:lnTo>
                    <a:pt x="1955791" y="6350"/>
                  </a:lnTo>
                  <a:lnTo>
                    <a:pt x="1956179" y="2640"/>
                  </a:lnTo>
                  <a:lnTo>
                    <a:pt x="1943100" y="0"/>
                  </a:lnTo>
                  <a:close/>
                </a:path>
                <a:path w="2070100" h="2679700">
                  <a:moveTo>
                    <a:pt x="1943100" y="0"/>
                  </a:moveTo>
                  <a:lnTo>
                    <a:pt x="1930577" y="0"/>
                  </a:lnTo>
                  <a:lnTo>
                    <a:pt x="1930577" y="12700"/>
                  </a:lnTo>
                  <a:lnTo>
                    <a:pt x="1943100" y="12700"/>
                  </a:lnTo>
                  <a:lnTo>
                    <a:pt x="1943100" y="0"/>
                  </a:lnTo>
                  <a:close/>
                </a:path>
                <a:path w="2070100" h="2679700">
                  <a:moveTo>
                    <a:pt x="1955791" y="6350"/>
                  </a:moveTo>
                  <a:lnTo>
                    <a:pt x="1947367" y="6350"/>
                  </a:lnTo>
                  <a:lnTo>
                    <a:pt x="1951570" y="6565"/>
                  </a:lnTo>
                  <a:lnTo>
                    <a:pt x="1955724" y="6997"/>
                  </a:lnTo>
                  <a:lnTo>
                    <a:pt x="1955791" y="6350"/>
                  </a:lnTo>
                  <a:close/>
                </a:path>
                <a:path w="2070100" h="2679700">
                  <a:moveTo>
                    <a:pt x="1992185" y="16751"/>
                  </a:moveTo>
                  <a:lnTo>
                    <a:pt x="1989594" y="22555"/>
                  </a:lnTo>
                  <a:lnTo>
                    <a:pt x="1996922" y="25819"/>
                  </a:lnTo>
                  <a:lnTo>
                    <a:pt x="2003856" y="29845"/>
                  </a:lnTo>
                  <a:lnTo>
                    <a:pt x="2010283" y="34518"/>
                  </a:lnTo>
                  <a:lnTo>
                    <a:pt x="2014019" y="29377"/>
                  </a:lnTo>
                  <a:lnTo>
                    <a:pt x="2007235" y="24447"/>
                  </a:lnTo>
                  <a:lnTo>
                    <a:pt x="1999919" y="20205"/>
                  </a:lnTo>
                  <a:lnTo>
                    <a:pt x="1992185" y="16751"/>
                  </a:lnTo>
                  <a:close/>
                </a:path>
                <a:path w="2070100" h="2679700">
                  <a:moveTo>
                    <a:pt x="1994580" y="11359"/>
                  </a:moveTo>
                  <a:lnTo>
                    <a:pt x="1992185" y="16751"/>
                  </a:lnTo>
                  <a:lnTo>
                    <a:pt x="1999919" y="20205"/>
                  </a:lnTo>
                  <a:lnTo>
                    <a:pt x="2007235" y="24447"/>
                  </a:lnTo>
                  <a:lnTo>
                    <a:pt x="2014019" y="29377"/>
                  </a:lnTo>
                  <a:lnTo>
                    <a:pt x="2016414" y="26080"/>
                  </a:lnTo>
                  <a:lnTo>
                    <a:pt x="1994580" y="11359"/>
                  </a:lnTo>
                  <a:close/>
                </a:path>
                <a:path w="2070100" h="2679700">
                  <a:moveTo>
                    <a:pt x="2040724" y="56083"/>
                  </a:moveTo>
                  <a:lnTo>
                    <a:pt x="2035581" y="59817"/>
                  </a:lnTo>
                  <a:lnTo>
                    <a:pt x="2040255" y="66243"/>
                  </a:lnTo>
                  <a:lnTo>
                    <a:pt x="2044280" y="73177"/>
                  </a:lnTo>
                  <a:lnTo>
                    <a:pt x="2047544" y="80505"/>
                  </a:lnTo>
                  <a:lnTo>
                    <a:pt x="2053351" y="77919"/>
                  </a:lnTo>
                  <a:lnTo>
                    <a:pt x="2049894" y="70180"/>
                  </a:lnTo>
                  <a:lnTo>
                    <a:pt x="2045652" y="62865"/>
                  </a:lnTo>
                  <a:lnTo>
                    <a:pt x="2040724" y="56083"/>
                  </a:lnTo>
                  <a:close/>
                </a:path>
                <a:path w="2070100" h="2679700">
                  <a:moveTo>
                    <a:pt x="2044020" y="53685"/>
                  </a:moveTo>
                  <a:lnTo>
                    <a:pt x="2040724" y="56083"/>
                  </a:lnTo>
                  <a:lnTo>
                    <a:pt x="2045652" y="62865"/>
                  </a:lnTo>
                  <a:lnTo>
                    <a:pt x="2049894" y="70180"/>
                  </a:lnTo>
                  <a:lnTo>
                    <a:pt x="2053351" y="77919"/>
                  </a:lnTo>
                  <a:lnTo>
                    <a:pt x="2058740" y="75519"/>
                  </a:lnTo>
                  <a:lnTo>
                    <a:pt x="2044020" y="53685"/>
                  </a:lnTo>
                  <a:close/>
                </a:path>
                <a:path w="2070100" h="2679700">
                  <a:moveTo>
                    <a:pt x="2063102" y="114376"/>
                  </a:moveTo>
                  <a:lnTo>
                    <a:pt x="2056777" y="115036"/>
                  </a:lnTo>
                  <a:lnTo>
                    <a:pt x="2057139" y="118529"/>
                  </a:lnTo>
                  <a:lnTo>
                    <a:pt x="2057184" y="118960"/>
                  </a:lnTo>
                  <a:lnTo>
                    <a:pt x="2057388" y="122732"/>
                  </a:lnTo>
                  <a:lnTo>
                    <a:pt x="2057400" y="139763"/>
                  </a:lnTo>
                  <a:lnTo>
                    <a:pt x="2063750" y="139763"/>
                  </a:lnTo>
                  <a:lnTo>
                    <a:pt x="2063750" y="122732"/>
                  </a:lnTo>
                  <a:lnTo>
                    <a:pt x="2063556" y="118960"/>
                  </a:lnTo>
                  <a:lnTo>
                    <a:pt x="2063534" y="118529"/>
                  </a:lnTo>
                  <a:lnTo>
                    <a:pt x="2063170" y="115036"/>
                  </a:lnTo>
                  <a:lnTo>
                    <a:pt x="2063102" y="114376"/>
                  </a:lnTo>
                  <a:close/>
                </a:path>
                <a:path w="2070100" h="2679700">
                  <a:moveTo>
                    <a:pt x="2067459" y="113920"/>
                  </a:moveTo>
                  <a:lnTo>
                    <a:pt x="2063102" y="114376"/>
                  </a:lnTo>
                  <a:lnTo>
                    <a:pt x="2063534" y="118529"/>
                  </a:lnTo>
                  <a:lnTo>
                    <a:pt x="2063750" y="122732"/>
                  </a:lnTo>
                  <a:lnTo>
                    <a:pt x="2063750" y="139763"/>
                  </a:lnTo>
                  <a:lnTo>
                    <a:pt x="2070100" y="139763"/>
                  </a:lnTo>
                  <a:lnTo>
                    <a:pt x="2070100" y="127000"/>
                  </a:lnTo>
                  <a:lnTo>
                    <a:pt x="2067551" y="114376"/>
                  </a:lnTo>
                  <a:lnTo>
                    <a:pt x="2067459" y="113920"/>
                  </a:lnTo>
                  <a:close/>
                </a:path>
                <a:path w="2070100" h="2679700">
                  <a:moveTo>
                    <a:pt x="2063750" y="178066"/>
                  </a:moveTo>
                  <a:lnTo>
                    <a:pt x="2057400" y="178066"/>
                  </a:lnTo>
                  <a:lnTo>
                    <a:pt x="2057400" y="203606"/>
                  </a:lnTo>
                  <a:lnTo>
                    <a:pt x="2063750" y="203606"/>
                  </a:lnTo>
                  <a:lnTo>
                    <a:pt x="2063750" y="178066"/>
                  </a:lnTo>
                  <a:close/>
                </a:path>
                <a:path w="2070100" h="2679700">
                  <a:moveTo>
                    <a:pt x="2070100" y="178066"/>
                  </a:moveTo>
                  <a:lnTo>
                    <a:pt x="2063750" y="178066"/>
                  </a:lnTo>
                  <a:lnTo>
                    <a:pt x="2063750" y="203606"/>
                  </a:lnTo>
                  <a:lnTo>
                    <a:pt x="2070100" y="203606"/>
                  </a:lnTo>
                  <a:lnTo>
                    <a:pt x="2070100" y="178066"/>
                  </a:lnTo>
                  <a:close/>
                </a:path>
                <a:path w="2070100" h="2679700">
                  <a:moveTo>
                    <a:pt x="2063750" y="241896"/>
                  </a:moveTo>
                  <a:lnTo>
                    <a:pt x="2057400" y="241896"/>
                  </a:lnTo>
                  <a:lnTo>
                    <a:pt x="2057400" y="267436"/>
                  </a:lnTo>
                  <a:lnTo>
                    <a:pt x="2063750" y="267436"/>
                  </a:lnTo>
                  <a:lnTo>
                    <a:pt x="2063750" y="241896"/>
                  </a:lnTo>
                  <a:close/>
                </a:path>
                <a:path w="2070100" h="2679700">
                  <a:moveTo>
                    <a:pt x="2070100" y="241896"/>
                  </a:moveTo>
                  <a:lnTo>
                    <a:pt x="2063750" y="241896"/>
                  </a:lnTo>
                  <a:lnTo>
                    <a:pt x="2063750" y="267436"/>
                  </a:lnTo>
                  <a:lnTo>
                    <a:pt x="2070100" y="267436"/>
                  </a:lnTo>
                  <a:lnTo>
                    <a:pt x="2070100" y="241896"/>
                  </a:lnTo>
                  <a:close/>
                </a:path>
                <a:path w="2070100" h="2679700">
                  <a:moveTo>
                    <a:pt x="2063750" y="305739"/>
                  </a:moveTo>
                  <a:lnTo>
                    <a:pt x="2057400" y="305739"/>
                  </a:lnTo>
                  <a:lnTo>
                    <a:pt x="2057400" y="331266"/>
                  </a:lnTo>
                  <a:lnTo>
                    <a:pt x="2063750" y="331266"/>
                  </a:lnTo>
                  <a:lnTo>
                    <a:pt x="2063750" y="305739"/>
                  </a:lnTo>
                  <a:close/>
                </a:path>
                <a:path w="2070100" h="2679700">
                  <a:moveTo>
                    <a:pt x="2070100" y="305739"/>
                  </a:moveTo>
                  <a:lnTo>
                    <a:pt x="2063750" y="305739"/>
                  </a:lnTo>
                  <a:lnTo>
                    <a:pt x="2063750" y="331266"/>
                  </a:lnTo>
                  <a:lnTo>
                    <a:pt x="2070100" y="331266"/>
                  </a:lnTo>
                  <a:lnTo>
                    <a:pt x="2070100" y="305739"/>
                  </a:lnTo>
                  <a:close/>
                </a:path>
                <a:path w="2070100" h="2679700">
                  <a:moveTo>
                    <a:pt x="2063750" y="369570"/>
                  </a:moveTo>
                  <a:lnTo>
                    <a:pt x="2057400" y="369570"/>
                  </a:lnTo>
                  <a:lnTo>
                    <a:pt x="2057400" y="395109"/>
                  </a:lnTo>
                  <a:lnTo>
                    <a:pt x="2063750" y="395109"/>
                  </a:lnTo>
                  <a:lnTo>
                    <a:pt x="2063750" y="369570"/>
                  </a:lnTo>
                  <a:close/>
                </a:path>
                <a:path w="2070100" h="2679700">
                  <a:moveTo>
                    <a:pt x="2070100" y="369570"/>
                  </a:moveTo>
                  <a:lnTo>
                    <a:pt x="2063750" y="369570"/>
                  </a:lnTo>
                  <a:lnTo>
                    <a:pt x="2063750" y="395109"/>
                  </a:lnTo>
                  <a:lnTo>
                    <a:pt x="2070100" y="395109"/>
                  </a:lnTo>
                  <a:lnTo>
                    <a:pt x="2070100" y="369570"/>
                  </a:lnTo>
                  <a:close/>
                </a:path>
                <a:path w="2070100" h="2679700">
                  <a:moveTo>
                    <a:pt x="2063750" y="433400"/>
                  </a:moveTo>
                  <a:lnTo>
                    <a:pt x="2057400" y="433400"/>
                  </a:lnTo>
                  <a:lnTo>
                    <a:pt x="2057400" y="458939"/>
                  </a:lnTo>
                  <a:lnTo>
                    <a:pt x="2063750" y="458939"/>
                  </a:lnTo>
                  <a:lnTo>
                    <a:pt x="2063750" y="433400"/>
                  </a:lnTo>
                  <a:close/>
                </a:path>
                <a:path w="2070100" h="2679700">
                  <a:moveTo>
                    <a:pt x="2070100" y="433400"/>
                  </a:moveTo>
                  <a:lnTo>
                    <a:pt x="2063750" y="433400"/>
                  </a:lnTo>
                  <a:lnTo>
                    <a:pt x="2063750" y="458939"/>
                  </a:lnTo>
                  <a:lnTo>
                    <a:pt x="2070100" y="458939"/>
                  </a:lnTo>
                  <a:lnTo>
                    <a:pt x="2070100" y="433400"/>
                  </a:lnTo>
                  <a:close/>
                </a:path>
                <a:path w="2070100" h="2679700">
                  <a:moveTo>
                    <a:pt x="2063750" y="497243"/>
                  </a:moveTo>
                  <a:lnTo>
                    <a:pt x="2057400" y="497243"/>
                  </a:lnTo>
                  <a:lnTo>
                    <a:pt x="2057400" y="522770"/>
                  </a:lnTo>
                  <a:lnTo>
                    <a:pt x="2063750" y="522770"/>
                  </a:lnTo>
                  <a:lnTo>
                    <a:pt x="2063750" y="497243"/>
                  </a:lnTo>
                  <a:close/>
                </a:path>
                <a:path w="2070100" h="2679700">
                  <a:moveTo>
                    <a:pt x="2070100" y="497243"/>
                  </a:moveTo>
                  <a:lnTo>
                    <a:pt x="2063750" y="497243"/>
                  </a:lnTo>
                  <a:lnTo>
                    <a:pt x="2063750" y="522770"/>
                  </a:lnTo>
                  <a:lnTo>
                    <a:pt x="2070100" y="522770"/>
                  </a:lnTo>
                  <a:lnTo>
                    <a:pt x="2070100" y="497243"/>
                  </a:lnTo>
                  <a:close/>
                </a:path>
                <a:path w="2070100" h="2679700">
                  <a:moveTo>
                    <a:pt x="2063750" y="561073"/>
                  </a:moveTo>
                  <a:lnTo>
                    <a:pt x="2057400" y="561073"/>
                  </a:lnTo>
                  <a:lnTo>
                    <a:pt x="2057400" y="586600"/>
                  </a:lnTo>
                  <a:lnTo>
                    <a:pt x="2063750" y="586600"/>
                  </a:lnTo>
                  <a:lnTo>
                    <a:pt x="2063750" y="561073"/>
                  </a:lnTo>
                  <a:close/>
                </a:path>
                <a:path w="2070100" h="2679700">
                  <a:moveTo>
                    <a:pt x="2070100" y="561073"/>
                  </a:moveTo>
                  <a:lnTo>
                    <a:pt x="2063750" y="561073"/>
                  </a:lnTo>
                  <a:lnTo>
                    <a:pt x="2063750" y="586600"/>
                  </a:lnTo>
                  <a:lnTo>
                    <a:pt x="2070100" y="586600"/>
                  </a:lnTo>
                  <a:lnTo>
                    <a:pt x="2070100" y="561073"/>
                  </a:lnTo>
                  <a:close/>
                </a:path>
                <a:path w="2070100" h="2679700">
                  <a:moveTo>
                    <a:pt x="2063750" y="624903"/>
                  </a:moveTo>
                  <a:lnTo>
                    <a:pt x="2057400" y="624903"/>
                  </a:lnTo>
                  <a:lnTo>
                    <a:pt x="2057400" y="650443"/>
                  </a:lnTo>
                  <a:lnTo>
                    <a:pt x="2063750" y="650443"/>
                  </a:lnTo>
                  <a:lnTo>
                    <a:pt x="2063750" y="624903"/>
                  </a:lnTo>
                  <a:close/>
                </a:path>
                <a:path w="2070100" h="2679700">
                  <a:moveTo>
                    <a:pt x="2070100" y="624903"/>
                  </a:moveTo>
                  <a:lnTo>
                    <a:pt x="2063750" y="624903"/>
                  </a:lnTo>
                  <a:lnTo>
                    <a:pt x="2063750" y="650443"/>
                  </a:lnTo>
                  <a:lnTo>
                    <a:pt x="2070100" y="650443"/>
                  </a:lnTo>
                  <a:lnTo>
                    <a:pt x="2070100" y="624903"/>
                  </a:lnTo>
                  <a:close/>
                </a:path>
                <a:path w="2070100" h="2679700">
                  <a:moveTo>
                    <a:pt x="2063750" y="688746"/>
                  </a:moveTo>
                  <a:lnTo>
                    <a:pt x="2057400" y="688746"/>
                  </a:lnTo>
                  <a:lnTo>
                    <a:pt x="2057400" y="714273"/>
                  </a:lnTo>
                  <a:lnTo>
                    <a:pt x="2063750" y="714273"/>
                  </a:lnTo>
                  <a:lnTo>
                    <a:pt x="2063750" y="688746"/>
                  </a:lnTo>
                  <a:close/>
                </a:path>
                <a:path w="2070100" h="2679700">
                  <a:moveTo>
                    <a:pt x="2070100" y="688746"/>
                  </a:moveTo>
                  <a:lnTo>
                    <a:pt x="2063750" y="688746"/>
                  </a:lnTo>
                  <a:lnTo>
                    <a:pt x="2063750" y="714273"/>
                  </a:lnTo>
                  <a:lnTo>
                    <a:pt x="2070100" y="714273"/>
                  </a:lnTo>
                  <a:lnTo>
                    <a:pt x="2070100" y="688746"/>
                  </a:lnTo>
                  <a:close/>
                </a:path>
                <a:path w="2070100" h="2679700">
                  <a:moveTo>
                    <a:pt x="2063750" y="752576"/>
                  </a:moveTo>
                  <a:lnTo>
                    <a:pt x="2057400" y="752576"/>
                  </a:lnTo>
                  <a:lnTo>
                    <a:pt x="2057400" y="778103"/>
                  </a:lnTo>
                  <a:lnTo>
                    <a:pt x="2063750" y="778103"/>
                  </a:lnTo>
                  <a:lnTo>
                    <a:pt x="2063750" y="752576"/>
                  </a:lnTo>
                  <a:close/>
                </a:path>
                <a:path w="2070100" h="2679700">
                  <a:moveTo>
                    <a:pt x="2070100" y="752576"/>
                  </a:moveTo>
                  <a:lnTo>
                    <a:pt x="2063750" y="752576"/>
                  </a:lnTo>
                  <a:lnTo>
                    <a:pt x="2063750" y="778103"/>
                  </a:lnTo>
                  <a:lnTo>
                    <a:pt x="2070100" y="778103"/>
                  </a:lnTo>
                  <a:lnTo>
                    <a:pt x="2070100" y="752576"/>
                  </a:lnTo>
                  <a:close/>
                </a:path>
                <a:path w="2070100" h="2679700">
                  <a:moveTo>
                    <a:pt x="2063750" y="816406"/>
                  </a:moveTo>
                  <a:lnTo>
                    <a:pt x="2057400" y="816406"/>
                  </a:lnTo>
                  <a:lnTo>
                    <a:pt x="2057400" y="841946"/>
                  </a:lnTo>
                  <a:lnTo>
                    <a:pt x="2063750" y="841946"/>
                  </a:lnTo>
                  <a:lnTo>
                    <a:pt x="2063750" y="816406"/>
                  </a:lnTo>
                  <a:close/>
                </a:path>
                <a:path w="2070100" h="2679700">
                  <a:moveTo>
                    <a:pt x="2070100" y="816406"/>
                  </a:moveTo>
                  <a:lnTo>
                    <a:pt x="2063750" y="816406"/>
                  </a:lnTo>
                  <a:lnTo>
                    <a:pt x="2063750" y="841946"/>
                  </a:lnTo>
                  <a:lnTo>
                    <a:pt x="2070100" y="841946"/>
                  </a:lnTo>
                  <a:lnTo>
                    <a:pt x="2070100" y="816406"/>
                  </a:lnTo>
                  <a:close/>
                </a:path>
                <a:path w="2070100" h="2679700">
                  <a:moveTo>
                    <a:pt x="2063750" y="880249"/>
                  </a:moveTo>
                  <a:lnTo>
                    <a:pt x="2057400" y="880249"/>
                  </a:lnTo>
                  <a:lnTo>
                    <a:pt x="2057400" y="905776"/>
                  </a:lnTo>
                  <a:lnTo>
                    <a:pt x="2063750" y="905776"/>
                  </a:lnTo>
                  <a:lnTo>
                    <a:pt x="2063750" y="880249"/>
                  </a:lnTo>
                  <a:close/>
                </a:path>
                <a:path w="2070100" h="2679700">
                  <a:moveTo>
                    <a:pt x="2070100" y="880249"/>
                  </a:moveTo>
                  <a:lnTo>
                    <a:pt x="2063750" y="880249"/>
                  </a:lnTo>
                  <a:lnTo>
                    <a:pt x="2063750" y="905776"/>
                  </a:lnTo>
                  <a:lnTo>
                    <a:pt x="2070100" y="905776"/>
                  </a:lnTo>
                  <a:lnTo>
                    <a:pt x="2070100" y="880249"/>
                  </a:lnTo>
                  <a:close/>
                </a:path>
                <a:path w="2070100" h="2679700">
                  <a:moveTo>
                    <a:pt x="2063750" y="944079"/>
                  </a:moveTo>
                  <a:lnTo>
                    <a:pt x="2057400" y="944079"/>
                  </a:lnTo>
                  <a:lnTo>
                    <a:pt x="2057400" y="969606"/>
                  </a:lnTo>
                  <a:lnTo>
                    <a:pt x="2063750" y="969606"/>
                  </a:lnTo>
                  <a:lnTo>
                    <a:pt x="2063750" y="944079"/>
                  </a:lnTo>
                  <a:close/>
                </a:path>
                <a:path w="2070100" h="2679700">
                  <a:moveTo>
                    <a:pt x="2070100" y="944079"/>
                  </a:moveTo>
                  <a:lnTo>
                    <a:pt x="2063750" y="944079"/>
                  </a:lnTo>
                  <a:lnTo>
                    <a:pt x="2063750" y="969606"/>
                  </a:lnTo>
                  <a:lnTo>
                    <a:pt x="2070100" y="969606"/>
                  </a:lnTo>
                  <a:lnTo>
                    <a:pt x="2070100" y="944079"/>
                  </a:lnTo>
                  <a:close/>
                </a:path>
                <a:path w="2070100" h="2679700">
                  <a:moveTo>
                    <a:pt x="2063750" y="1007910"/>
                  </a:moveTo>
                  <a:lnTo>
                    <a:pt x="2057400" y="1007910"/>
                  </a:lnTo>
                  <a:lnTo>
                    <a:pt x="2057400" y="1033449"/>
                  </a:lnTo>
                  <a:lnTo>
                    <a:pt x="2063750" y="1033449"/>
                  </a:lnTo>
                  <a:lnTo>
                    <a:pt x="2063750" y="1007910"/>
                  </a:lnTo>
                  <a:close/>
                </a:path>
                <a:path w="2070100" h="2679700">
                  <a:moveTo>
                    <a:pt x="2070100" y="1007910"/>
                  </a:moveTo>
                  <a:lnTo>
                    <a:pt x="2063750" y="1007910"/>
                  </a:lnTo>
                  <a:lnTo>
                    <a:pt x="2063750" y="1033449"/>
                  </a:lnTo>
                  <a:lnTo>
                    <a:pt x="2070100" y="1033449"/>
                  </a:lnTo>
                  <a:lnTo>
                    <a:pt x="2070100" y="1007910"/>
                  </a:lnTo>
                  <a:close/>
                </a:path>
                <a:path w="2070100" h="2679700">
                  <a:moveTo>
                    <a:pt x="2063750" y="1071740"/>
                  </a:moveTo>
                  <a:lnTo>
                    <a:pt x="2057400" y="1071740"/>
                  </a:lnTo>
                  <a:lnTo>
                    <a:pt x="2057400" y="1097280"/>
                  </a:lnTo>
                  <a:lnTo>
                    <a:pt x="2063750" y="1097280"/>
                  </a:lnTo>
                  <a:lnTo>
                    <a:pt x="2063750" y="1071740"/>
                  </a:lnTo>
                  <a:close/>
                </a:path>
                <a:path w="2070100" h="2679700">
                  <a:moveTo>
                    <a:pt x="2070100" y="1071740"/>
                  </a:moveTo>
                  <a:lnTo>
                    <a:pt x="2063750" y="1071740"/>
                  </a:lnTo>
                  <a:lnTo>
                    <a:pt x="2063750" y="1097280"/>
                  </a:lnTo>
                  <a:lnTo>
                    <a:pt x="2070100" y="1097280"/>
                  </a:lnTo>
                  <a:lnTo>
                    <a:pt x="2070100" y="1071740"/>
                  </a:lnTo>
                  <a:close/>
                </a:path>
                <a:path w="2070100" h="2679700">
                  <a:moveTo>
                    <a:pt x="2063750" y="1135583"/>
                  </a:moveTo>
                  <a:lnTo>
                    <a:pt x="2057400" y="1135583"/>
                  </a:lnTo>
                  <a:lnTo>
                    <a:pt x="2057400" y="1161110"/>
                  </a:lnTo>
                  <a:lnTo>
                    <a:pt x="2063750" y="1161110"/>
                  </a:lnTo>
                  <a:lnTo>
                    <a:pt x="2063750" y="1135583"/>
                  </a:lnTo>
                  <a:close/>
                </a:path>
                <a:path w="2070100" h="2679700">
                  <a:moveTo>
                    <a:pt x="2070100" y="1135583"/>
                  </a:moveTo>
                  <a:lnTo>
                    <a:pt x="2063750" y="1135583"/>
                  </a:lnTo>
                  <a:lnTo>
                    <a:pt x="2063750" y="1161110"/>
                  </a:lnTo>
                  <a:lnTo>
                    <a:pt x="2070100" y="1161110"/>
                  </a:lnTo>
                  <a:lnTo>
                    <a:pt x="2070100" y="1135583"/>
                  </a:lnTo>
                  <a:close/>
                </a:path>
                <a:path w="2070100" h="2679700">
                  <a:moveTo>
                    <a:pt x="2063750" y="1199413"/>
                  </a:moveTo>
                  <a:lnTo>
                    <a:pt x="2057400" y="1199413"/>
                  </a:lnTo>
                  <a:lnTo>
                    <a:pt x="2057400" y="1224953"/>
                  </a:lnTo>
                  <a:lnTo>
                    <a:pt x="2063750" y="1224953"/>
                  </a:lnTo>
                  <a:lnTo>
                    <a:pt x="2063750" y="1199413"/>
                  </a:lnTo>
                  <a:close/>
                </a:path>
                <a:path w="2070100" h="2679700">
                  <a:moveTo>
                    <a:pt x="2070100" y="1199413"/>
                  </a:moveTo>
                  <a:lnTo>
                    <a:pt x="2063750" y="1199413"/>
                  </a:lnTo>
                  <a:lnTo>
                    <a:pt x="2063750" y="1224953"/>
                  </a:lnTo>
                  <a:lnTo>
                    <a:pt x="2070100" y="1224953"/>
                  </a:lnTo>
                  <a:lnTo>
                    <a:pt x="2070100" y="1199413"/>
                  </a:lnTo>
                  <a:close/>
                </a:path>
                <a:path w="2070100" h="2679700">
                  <a:moveTo>
                    <a:pt x="2063750" y="1263243"/>
                  </a:moveTo>
                  <a:lnTo>
                    <a:pt x="2057400" y="1263243"/>
                  </a:lnTo>
                  <a:lnTo>
                    <a:pt x="2057400" y="1288783"/>
                  </a:lnTo>
                  <a:lnTo>
                    <a:pt x="2063750" y="1288783"/>
                  </a:lnTo>
                  <a:lnTo>
                    <a:pt x="2063750" y="1263243"/>
                  </a:lnTo>
                  <a:close/>
                </a:path>
                <a:path w="2070100" h="2679700">
                  <a:moveTo>
                    <a:pt x="2070100" y="1263243"/>
                  </a:moveTo>
                  <a:lnTo>
                    <a:pt x="2063750" y="1263243"/>
                  </a:lnTo>
                  <a:lnTo>
                    <a:pt x="2063750" y="1288783"/>
                  </a:lnTo>
                  <a:lnTo>
                    <a:pt x="2070100" y="1288783"/>
                  </a:lnTo>
                  <a:lnTo>
                    <a:pt x="2070100" y="1263243"/>
                  </a:lnTo>
                  <a:close/>
                </a:path>
                <a:path w="2070100" h="2679700">
                  <a:moveTo>
                    <a:pt x="2063750" y="1327086"/>
                  </a:moveTo>
                  <a:lnTo>
                    <a:pt x="2057400" y="1327086"/>
                  </a:lnTo>
                  <a:lnTo>
                    <a:pt x="2057400" y="1352613"/>
                  </a:lnTo>
                  <a:lnTo>
                    <a:pt x="2063750" y="1352613"/>
                  </a:lnTo>
                  <a:lnTo>
                    <a:pt x="2063750" y="1327086"/>
                  </a:lnTo>
                  <a:close/>
                </a:path>
                <a:path w="2070100" h="2679700">
                  <a:moveTo>
                    <a:pt x="2070100" y="1327086"/>
                  </a:moveTo>
                  <a:lnTo>
                    <a:pt x="2063750" y="1327086"/>
                  </a:lnTo>
                  <a:lnTo>
                    <a:pt x="2063750" y="1352613"/>
                  </a:lnTo>
                  <a:lnTo>
                    <a:pt x="2070100" y="1352613"/>
                  </a:lnTo>
                  <a:lnTo>
                    <a:pt x="2070100" y="1327086"/>
                  </a:lnTo>
                  <a:close/>
                </a:path>
                <a:path w="2070100" h="2679700">
                  <a:moveTo>
                    <a:pt x="2063750" y="1390916"/>
                  </a:moveTo>
                  <a:lnTo>
                    <a:pt x="2057400" y="1390916"/>
                  </a:lnTo>
                  <a:lnTo>
                    <a:pt x="2057400" y="1416456"/>
                  </a:lnTo>
                  <a:lnTo>
                    <a:pt x="2063750" y="1416456"/>
                  </a:lnTo>
                  <a:lnTo>
                    <a:pt x="2063750" y="1390916"/>
                  </a:lnTo>
                  <a:close/>
                </a:path>
                <a:path w="2070100" h="2679700">
                  <a:moveTo>
                    <a:pt x="2070100" y="1390916"/>
                  </a:moveTo>
                  <a:lnTo>
                    <a:pt x="2063750" y="1390916"/>
                  </a:lnTo>
                  <a:lnTo>
                    <a:pt x="2063750" y="1416456"/>
                  </a:lnTo>
                  <a:lnTo>
                    <a:pt x="2070100" y="1416456"/>
                  </a:lnTo>
                  <a:lnTo>
                    <a:pt x="2070100" y="1390916"/>
                  </a:lnTo>
                  <a:close/>
                </a:path>
                <a:path w="2070100" h="2679700">
                  <a:moveTo>
                    <a:pt x="2063750" y="1454746"/>
                  </a:moveTo>
                  <a:lnTo>
                    <a:pt x="2057400" y="1454746"/>
                  </a:lnTo>
                  <a:lnTo>
                    <a:pt x="2057400" y="1480286"/>
                  </a:lnTo>
                  <a:lnTo>
                    <a:pt x="2063750" y="1480286"/>
                  </a:lnTo>
                  <a:lnTo>
                    <a:pt x="2063750" y="1454746"/>
                  </a:lnTo>
                  <a:close/>
                </a:path>
                <a:path w="2070100" h="2679700">
                  <a:moveTo>
                    <a:pt x="2070100" y="1454746"/>
                  </a:moveTo>
                  <a:lnTo>
                    <a:pt x="2063750" y="1454746"/>
                  </a:lnTo>
                  <a:lnTo>
                    <a:pt x="2063750" y="1480286"/>
                  </a:lnTo>
                  <a:lnTo>
                    <a:pt x="2070100" y="1480286"/>
                  </a:lnTo>
                  <a:lnTo>
                    <a:pt x="2070100" y="1454746"/>
                  </a:lnTo>
                  <a:close/>
                </a:path>
                <a:path w="2070100" h="2679700">
                  <a:moveTo>
                    <a:pt x="2063750" y="1518589"/>
                  </a:moveTo>
                  <a:lnTo>
                    <a:pt x="2057400" y="1518589"/>
                  </a:lnTo>
                  <a:lnTo>
                    <a:pt x="2057400" y="1544116"/>
                  </a:lnTo>
                  <a:lnTo>
                    <a:pt x="2063750" y="1544116"/>
                  </a:lnTo>
                  <a:lnTo>
                    <a:pt x="2063750" y="1518589"/>
                  </a:lnTo>
                  <a:close/>
                </a:path>
                <a:path w="2070100" h="2679700">
                  <a:moveTo>
                    <a:pt x="2070100" y="1518589"/>
                  </a:moveTo>
                  <a:lnTo>
                    <a:pt x="2063750" y="1518589"/>
                  </a:lnTo>
                  <a:lnTo>
                    <a:pt x="2063750" y="1544116"/>
                  </a:lnTo>
                  <a:lnTo>
                    <a:pt x="2070100" y="1544116"/>
                  </a:lnTo>
                  <a:lnTo>
                    <a:pt x="2070100" y="1518589"/>
                  </a:lnTo>
                  <a:close/>
                </a:path>
                <a:path w="2070100" h="2679700">
                  <a:moveTo>
                    <a:pt x="2063750" y="1582420"/>
                  </a:moveTo>
                  <a:lnTo>
                    <a:pt x="2057400" y="1582420"/>
                  </a:lnTo>
                  <a:lnTo>
                    <a:pt x="2057400" y="1607959"/>
                  </a:lnTo>
                  <a:lnTo>
                    <a:pt x="2063750" y="1607959"/>
                  </a:lnTo>
                  <a:lnTo>
                    <a:pt x="2063750" y="1582420"/>
                  </a:lnTo>
                  <a:close/>
                </a:path>
                <a:path w="2070100" h="2679700">
                  <a:moveTo>
                    <a:pt x="2070100" y="1582420"/>
                  </a:moveTo>
                  <a:lnTo>
                    <a:pt x="2063750" y="1582420"/>
                  </a:lnTo>
                  <a:lnTo>
                    <a:pt x="2063750" y="1607959"/>
                  </a:lnTo>
                  <a:lnTo>
                    <a:pt x="2070100" y="1607959"/>
                  </a:lnTo>
                  <a:lnTo>
                    <a:pt x="2070100" y="1582420"/>
                  </a:lnTo>
                  <a:close/>
                </a:path>
                <a:path w="2070100" h="2679700">
                  <a:moveTo>
                    <a:pt x="2063750" y="1646250"/>
                  </a:moveTo>
                  <a:lnTo>
                    <a:pt x="2057400" y="1646250"/>
                  </a:lnTo>
                  <a:lnTo>
                    <a:pt x="2057400" y="1671789"/>
                  </a:lnTo>
                  <a:lnTo>
                    <a:pt x="2063750" y="1671789"/>
                  </a:lnTo>
                  <a:lnTo>
                    <a:pt x="2063750" y="1646250"/>
                  </a:lnTo>
                  <a:close/>
                </a:path>
                <a:path w="2070100" h="2679700">
                  <a:moveTo>
                    <a:pt x="2070100" y="1646250"/>
                  </a:moveTo>
                  <a:lnTo>
                    <a:pt x="2063750" y="1646250"/>
                  </a:lnTo>
                  <a:lnTo>
                    <a:pt x="2063750" y="1671789"/>
                  </a:lnTo>
                  <a:lnTo>
                    <a:pt x="2070100" y="1671789"/>
                  </a:lnTo>
                  <a:lnTo>
                    <a:pt x="2070100" y="1646250"/>
                  </a:lnTo>
                  <a:close/>
                </a:path>
                <a:path w="2070100" h="2679700">
                  <a:moveTo>
                    <a:pt x="2063750" y="1710093"/>
                  </a:moveTo>
                  <a:lnTo>
                    <a:pt x="2057400" y="1710093"/>
                  </a:lnTo>
                  <a:lnTo>
                    <a:pt x="2057400" y="1735620"/>
                  </a:lnTo>
                  <a:lnTo>
                    <a:pt x="2063750" y="1735620"/>
                  </a:lnTo>
                  <a:lnTo>
                    <a:pt x="2063750" y="1710093"/>
                  </a:lnTo>
                  <a:close/>
                </a:path>
                <a:path w="2070100" h="2679700">
                  <a:moveTo>
                    <a:pt x="2070100" y="1710093"/>
                  </a:moveTo>
                  <a:lnTo>
                    <a:pt x="2063750" y="1710093"/>
                  </a:lnTo>
                  <a:lnTo>
                    <a:pt x="2063750" y="1735620"/>
                  </a:lnTo>
                  <a:lnTo>
                    <a:pt x="2070100" y="1735620"/>
                  </a:lnTo>
                  <a:lnTo>
                    <a:pt x="2070100" y="1710093"/>
                  </a:lnTo>
                  <a:close/>
                </a:path>
                <a:path w="2070100" h="2679700">
                  <a:moveTo>
                    <a:pt x="2063750" y="1773923"/>
                  </a:moveTo>
                  <a:lnTo>
                    <a:pt x="2057400" y="1773923"/>
                  </a:lnTo>
                  <a:lnTo>
                    <a:pt x="2057400" y="1799463"/>
                  </a:lnTo>
                  <a:lnTo>
                    <a:pt x="2063750" y="1799463"/>
                  </a:lnTo>
                  <a:lnTo>
                    <a:pt x="2063750" y="1773923"/>
                  </a:lnTo>
                  <a:close/>
                </a:path>
                <a:path w="2070100" h="2679700">
                  <a:moveTo>
                    <a:pt x="2070100" y="1773923"/>
                  </a:moveTo>
                  <a:lnTo>
                    <a:pt x="2063750" y="1773923"/>
                  </a:lnTo>
                  <a:lnTo>
                    <a:pt x="2063750" y="1799463"/>
                  </a:lnTo>
                  <a:lnTo>
                    <a:pt x="2070100" y="1799463"/>
                  </a:lnTo>
                  <a:lnTo>
                    <a:pt x="2070100" y="1773923"/>
                  </a:lnTo>
                  <a:close/>
                </a:path>
                <a:path w="2070100" h="2679700">
                  <a:moveTo>
                    <a:pt x="2063750" y="1837753"/>
                  </a:moveTo>
                  <a:lnTo>
                    <a:pt x="2057400" y="1837753"/>
                  </a:lnTo>
                  <a:lnTo>
                    <a:pt x="2057400" y="1863293"/>
                  </a:lnTo>
                  <a:lnTo>
                    <a:pt x="2063750" y="1863293"/>
                  </a:lnTo>
                  <a:lnTo>
                    <a:pt x="2063750" y="1837753"/>
                  </a:lnTo>
                  <a:close/>
                </a:path>
                <a:path w="2070100" h="2679700">
                  <a:moveTo>
                    <a:pt x="2070100" y="1837753"/>
                  </a:moveTo>
                  <a:lnTo>
                    <a:pt x="2063750" y="1837753"/>
                  </a:lnTo>
                  <a:lnTo>
                    <a:pt x="2063750" y="1863293"/>
                  </a:lnTo>
                  <a:lnTo>
                    <a:pt x="2070100" y="1863293"/>
                  </a:lnTo>
                  <a:lnTo>
                    <a:pt x="2070100" y="1837753"/>
                  </a:lnTo>
                  <a:close/>
                </a:path>
                <a:path w="2070100" h="2679700">
                  <a:moveTo>
                    <a:pt x="2063750" y="1901596"/>
                  </a:moveTo>
                  <a:lnTo>
                    <a:pt x="2057400" y="1901596"/>
                  </a:lnTo>
                  <a:lnTo>
                    <a:pt x="2057400" y="1927123"/>
                  </a:lnTo>
                  <a:lnTo>
                    <a:pt x="2063750" y="1927123"/>
                  </a:lnTo>
                  <a:lnTo>
                    <a:pt x="2063750" y="1901596"/>
                  </a:lnTo>
                  <a:close/>
                </a:path>
                <a:path w="2070100" h="2679700">
                  <a:moveTo>
                    <a:pt x="2070100" y="1901596"/>
                  </a:moveTo>
                  <a:lnTo>
                    <a:pt x="2063750" y="1901596"/>
                  </a:lnTo>
                  <a:lnTo>
                    <a:pt x="2063750" y="1927123"/>
                  </a:lnTo>
                  <a:lnTo>
                    <a:pt x="2070100" y="1927123"/>
                  </a:lnTo>
                  <a:lnTo>
                    <a:pt x="2070100" y="1901596"/>
                  </a:lnTo>
                  <a:close/>
                </a:path>
                <a:path w="2070100" h="2679700">
                  <a:moveTo>
                    <a:pt x="2063750" y="1965426"/>
                  </a:moveTo>
                  <a:lnTo>
                    <a:pt x="2057400" y="1965426"/>
                  </a:lnTo>
                  <a:lnTo>
                    <a:pt x="2057400" y="1990953"/>
                  </a:lnTo>
                  <a:lnTo>
                    <a:pt x="2063750" y="1990953"/>
                  </a:lnTo>
                  <a:lnTo>
                    <a:pt x="2063750" y="1965426"/>
                  </a:lnTo>
                  <a:close/>
                </a:path>
                <a:path w="2070100" h="2679700">
                  <a:moveTo>
                    <a:pt x="2070100" y="1965426"/>
                  </a:moveTo>
                  <a:lnTo>
                    <a:pt x="2063750" y="1965426"/>
                  </a:lnTo>
                  <a:lnTo>
                    <a:pt x="2063750" y="1990953"/>
                  </a:lnTo>
                  <a:lnTo>
                    <a:pt x="2070100" y="1990953"/>
                  </a:lnTo>
                  <a:lnTo>
                    <a:pt x="2070100" y="1965426"/>
                  </a:lnTo>
                  <a:close/>
                </a:path>
                <a:path w="2070100" h="2679700">
                  <a:moveTo>
                    <a:pt x="2063750" y="2029256"/>
                  </a:moveTo>
                  <a:lnTo>
                    <a:pt x="2057400" y="2029256"/>
                  </a:lnTo>
                  <a:lnTo>
                    <a:pt x="2057400" y="2054796"/>
                  </a:lnTo>
                  <a:lnTo>
                    <a:pt x="2063750" y="2054796"/>
                  </a:lnTo>
                  <a:lnTo>
                    <a:pt x="2063750" y="2029256"/>
                  </a:lnTo>
                  <a:close/>
                </a:path>
                <a:path w="2070100" h="2679700">
                  <a:moveTo>
                    <a:pt x="2070100" y="2029256"/>
                  </a:moveTo>
                  <a:lnTo>
                    <a:pt x="2063750" y="2029256"/>
                  </a:lnTo>
                  <a:lnTo>
                    <a:pt x="2063750" y="2054796"/>
                  </a:lnTo>
                  <a:lnTo>
                    <a:pt x="2070100" y="2054796"/>
                  </a:lnTo>
                  <a:lnTo>
                    <a:pt x="2070100" y="2029256"/>
                  </a:lnTo>
                  <a:close/>
                </a:path>
                <a:path w="2070100" h="2679700">
                  <a:moveTo>
                    <a:pt x="2063750" y="2093099"/>
                  </a:moveTo>
                  <a:lnTo>
                    <a:pt x="2057400" y="2093099"/>
                  </a:lnTo>
                  <a:lnTo>
                    <a:pt x="2057400" y="2118626"/>
                  </a:lnTo>
                  <a:lnTo>
                    <a:pt x="2063750" y="2118626"/>
                  </a:lnTo>
                  <a:lnTo>
                    <a:pt x="2063750" y="2093099"/>
                  </a:lnTo>
                  <a:close/>
                </a:path>
                <a:path w="2070100" h="2679700">
                  <a:moveTo>
                    <a:pt x="2070100" y="2093099"/>
                  </a:moveTo>
                  <a:lnTo>
                    <a:pt x="2063750" y="2093099"/>
                  </a:lnTo>
                  <a:lnTo>
                    <a:pt x="2063750" y="2118626"/>
                  </a:lnTo>
                  <a:lnTo>
                    <a:pt x="2070100" y="2118626"/>
                  </a:lnTo>
                  <a:lnTo>
                    <a:pt x="2070100" y="2093099"/>
                  </a:lnTo>
                  <a:close/>
                </a:path>
                <a:path w="2070100" h="2679700">
                  <a:moveTo>
                    <a:pt x="2063750" y="2156929"/>
                  </a:moveTo>
                  <a:lnTo>
                    <a:pt x="2057400" y="2156929"/>
                  </a:lnTo>
                  <a:lnTo>
                    <a:pt x="2057400" y="2182456"/>
                  </a:lnTo>
                  <a:lnTo>
                    <a:pt x="2063750" y="2182456"/>
                  </a:lnTo>
                  <a:lnTo>
                    <a:pt x="2063750" y="2156929"/>
                  </a:lnTo>
                  <a:close/>
                </a:path>
                <a:path w="2070100" h="2679700">
                  <a:moveTo>
                    <a:pt x="2070100" y="2156929"/>
                  </a:moveTo>
                  <a:lnTo>
                    <a:pt x="2063750" y="2156929"/>
                  </a:lnTo>
                  <a:lnTo>
                    <a:pt x="2063750" y="2182456"/>
                  </a:lnTo>
                  <a:lnTo>
                    <a:pt x="2070100" y="2182456"/>
                  </a:lnTo>
                  <a:lnTo>
                    <a:pt x="2070100" y="2156929"/>
                  </a:lnTo>
                  <a:close/>
                </a:path>
                <a:path w="2070100" h="2679700">
                  <a:moveTo>
                    <a:pt x="2063750" y="2220760"/>
                  </a:moveTo>
                  <a:lnTo>
                    <a:pt x="2057400" y="2220760"/>
                  </a:lnTo>
                  <a:lnTo>
                    <a:pt x="2057400" y="2246299"/>
                  </a:lnTo>
                  <a:lnTo>
                    <a:pt x="2063750" y="2246299"/>
                  </a:lnTo>
                  <a:lnTo>
                    <a:pt x="2063750" y="2220760"/>
                  </a:lnTo>
                  <a:close/>
                </a:path>
                <a:path w="2070100" h="2679700">
                  <a:moveTo>
                    <a:pt x="2070100" y="2220760"/>
                  </a:moveTo>
                  <a:lnTo>
                    <a:pt x="2063750" y="2220760"/>
                  </a:lnTo>
                  <a:lnTo>
                    <a:pt x="2063750" y="2246299"/>
                  </a:lnTo>
                  <a:lnTo>
                    <a:pt x="2070100" y="2246299"/>
                  </a:lnTo>
                  <a:lnTo>
                    <a:pt x="2070100" y="2220760"/>
                  </a:lnTo>
                  <a:close/>
                </a:path>
                <a:path w="2070100" h="2679700">
                  <a:moveTo>
                    <a:pt x="2063750" y="2284603"/>
                  </a:moveTo>
                  <a:lnTo>
                    <a:pt x="2057400" y="2284603"/>
                  </a:lnTo>
                  <a:lnTo>
                    <a:pt x="2057400" y="2310130"/>
                  </a:lnTo>
                  <a:lnTo>
                    <a:pt x="2063750" y="2310130"/>
                  </a:lnTo>
                  <a:lnTo>
                    <a:pt x="2063750" y="2284603"/>
                  </a:lnTo>
                  <a:close/>
                </a:path>
                <a:path w="2070100" h="2679700">
                  <a:moveTo>
                    <a:pt x="2070100" y="2284603"/>
                  </a:moveTo>
                  <a:lnTo>
                    <a:pt x="2063750" y="2284603"/>
                  </a:lnTo>
                  <a:lnTo>
                    <a:pt x="2063750" y="2310130"/>
                  </a:lnTo>
                  <a:lnTo>
                    <a:pt x="2070100" y="2310130"/>
                  </a:lnTo>
                  <a:lnTo>
                    <a:pt x="2070100" y="2284603"/>
                  </a:lnTo>
                  <a:close/>
                </a:path>
                <a:path w="2070100" h="2679700">
                  <a:moveTo>
                    <a:pt x="2063750" y="2348433"/>
                  </a:moveTo>
                  <a:lnTo>
                    <a:pt x="2057400" y="2348433"/>
                  </a:lnTo>
                  <a:lnTo>
                    <a:pt x="2057400" y="2373960"/>
                  </a:lnTo>
                  <a:lnTo>
                    <a:pt x="2063750" y="2373960"/>
                  </a:lnTo>
                  <a:lnTo>
                    <a:pt x="2063750" y="2348433"/>
                  </a:lnTo>
                  <a:close/>
                </a:path>
                <a:path w="2070100" h="2679700">
                  <a:moveTo>
                    <a:pt x="2070100" y="2348433"/>
                  </a:moveTo>
                  <a:lnTo>
                    <a:pt x="2063750" y="2348433"/>
                  </a:lnTo>
                  <a:lnTo>
                    <a:pt x="2063750" y="2373960"/>
                  </a:lnTo>
                  <a:lnTo>
                    <a:pt x="2070100" y="2373960"/>
                  </a:lnTo>
                  <a:lnTo>
                    <a:pt x="2070100" y="2348433"/>
                  </a:lnTo>
                  <a:close/>
                </a:path>
                <a:path w="2070100" h="2679700">
                  <a:moveTo>
                    <a:pt x="2063750" y="2412263"/>
                  </a:moveTo>
                  <a:lnTo>
                    <a:pt x="2057400" y="2412263"/>
                  </a:lnTo>
                  <a:lnTo>
                    <a:pt x="2057400" y="2437803"/>
                  </a:lnTo>
                  <a:lnTo>
                    <a:pt x="2063750" y="2437803"/>
                  </a:lnTo>
                  <a:lnTo>
                    <a:pt x="2063750" y="2412263"/>
                  </a:lnTo>
                  <a:close/>
                </a:path>
                <a:path w="2070100" h="2679700">
                  <a:moveTo>
                    <a:pt x="2070100" y="2412263"/>
                  </a:moveTo>
                  <a:lnTo>
                    <a:pt x="2063750" y="2412263"/>
                  </a:lnTo>
                  <a:lnTo>
                    <a:pt x="2063750" y="2437803"/>
                  </a:lnTo>
                  <a:lnTo>
                    <a:pt x="2070100" y="2437803"/>
                  </a:lnTo>
                  <a:lnTo>
                    <a:pt x="2070100" y="2412263"/>
                  </a:lnTo>
                  <a:close/>
                </a:path>
                <a:path w="2070100" h="2679700">
                  <a:moveTo>
                    <a:pt x="2063750" y="2476106"/>
                  </a:moveTo>
                  <a:lnTo>
                    <a:pt x="2057400" y="2476106"/>
                  </a:lnTo>
                  <a:lnTo>
                    <a:pt x="2057400" y="2501633"/>
                  </a:lnTo>
                  <a:lnTo>
                    <a:pt x="2063750" y="2501633"/>
                  </a:lnTo>
                  <a:lnTo>
                    <a:pt x="2063750" y="2476106"/>
                  </a:lnTo>
                  <a:close/>
                </a:path>
                <a:path w="2070100" h="2679700">
                  <a:moveTo>
                    <a:pt x="2070100" y="2476106"/>
                  </a:moveTo>
                  <a:lnTo>
                    <a:pt x="2063750" y="2476106"/>
                  </a:lnTo>
                  <a:lnTo>
                    <a:pt x="2063750" y="2501633"/>
                  </a:lnTo>
                  <a:lnTo>
                    <a:pt x="2070100" y="2501633"/>
                  </a:lnTo>
                  <a:lnTo>
                    <a:pt x="2070100" y="2476106"/>
                  </a:lnTo>
                  <a:close/>
                </a:path>
                <a:path w="2070100" h="2679700">
                  <a:moveTo>
                    <a:pt x="2070100" y="2539936"/>
                  </a:moveTo>
                  <a:lnTo>
                    <a:pt x="2063750" y="2539936"/>
                  </a:lnTo>
                  <a:lnTo>
                    <a:pt x="2063750" y="2556967"/>
                  </a:lnTo>
                  <a:lnTo>
                    <a:pt x="2063556" y="2560739"/>
                  </a:lnTo>
                  <a:lnTo>
                    <a:pt x="2063534" y="2561170"/>
                  </a:lnTo>
                  <a:lnTo>
                    <a:pt x="2063170" y="2564663"/>
                  </a:lnTo>
                  <a:lnTo>
                    <a:pt x="2063108" y="2565324"/>
                  </a:lnTo>
                  <a:lnTo>
                    <a:pt x="2067461" y="2565779"/>
                  </a:lnTo>
                  <a:lnTo>
                    <a:pt x="2070099" y="2552700"/>
                  </a:lnTo>
                  <a:lnTo>
                    <a:pt x="2070100" y="2539936"/>
                  </a:lnTo>
                  <a:close/>
                </a:path>
                <a:path w="2070100" h="2679700">
                  <a:moveTo>
                    <a:pt x="2063750" y="2539936"/>
                  </a:moveTo>
                  <a:lnTo>
                    <a:pt x="2057400" y="2539936"/>
                  </a:lnTo>
                  <a:lnTo>
                    <a:pt x="2057388" y="2556967"/>
                  </a:lnTo>
                  <a:lnTo>
                    <a:pt x="2057184" y="2560739"/>
                  </a:lnTo>
                  <a:lnTo>
                    <a:pt x="2056777" y="2564663"/>
                  </a:lnTo>
                  <a:lnTo>
                    <a:pt x="2063102" y="2565324"/>
                  </a:lnTo>
                  <a:lnTo>
                    <a:pt x="2063534" y="2561170"/>
                  </a:lnTo>
                  <a:lnTo>
                    <a:pt x="2063750" y="2556967"/>
                  </a:lnTo>
                  <a:lnTo>
                    <a:pt x="2063750" y="2539936"/>
                  </a:lnTo>
                  <a:close/>
                </a:path>
                <a:path w="2070100" h="2679700">
                  <a:moveTo>
                    <a:pt x="2053348" y="2601785"/>
                  </a:moveTo>
                  <a:lnTo>
                    <a:pt x="2049894" y="2609519"/>
                  </a:lnTo>
                  <a:lnTo>
                    <a:pt x="2045652" y="2616835"/>
                  </a:lnTo>
                  <a:lnTo>
                    <a:pt x="2040729" y="2623619"/>
                  </a:lnTo>
                  <a:lnTo>
                    <a:pt x="2044021" y="2626015"/>
                  </a:lnTo>
                  <a:lnTo>
                    <a:pt x="2058740" y="2604180"/>
                  </a:lnTo>
                  <a:lnTo>
                    <a:pt x="2053348" y="2601785"/>
                  </a:lnTo>
                  <a:close/>
                </a:path>
                <a:path w="2070100" h="2679700">
                  <a:moveTo>
                    <a:pt x="2047544" y="2599194"/>
                  </a:moveTo>
                  <a:lnTo>
                    <a:pt x="2044280" y="2606522"/>
                  </a:lnTo>
                  <a:lnTo>
                    <a:pt x="2040255" y="2613456"/>
                  </a:lnTo>
                  <a:lnTo>
                    <a:pt x="2035581" y="2619883"/>
                  </a:lnTo>
                  <a:lnTo>
                    <a:pt x="2040722" y="2623619"/>
                  </a:lnTo>
                  <a:lnTo>
                    <a:pt x="2045652" y="2616835"/>
                  </a:lnTo>
                  <a:lnTo>
                    <a:pt x="2049894" y="2609519"/>
                  </a:lnTo>
                  <a:lnTo>
                    <a:pt x="2053348" y="2601785"/>
                  </a:lnTo>
                  <a:lnTo>
                    <a:pt x="2047544" y="2599194"/>
                  </a:lnTo>
                  <a:close/>
                </a:path>
                <a:path w="2070100" h="2679700">
                  <a:moveTo>
                    <a:pt x="2014016" y="2650324"/>
                  </a:moveTo>
                  <a:lnTo>
                    <a:pt x="2007235" y="2655252"/>
                  </a:lnTo>
                  <a:lnTo>
                    <a:pt x="1999919" y="2659494"/>
                  </a:lnTo>
                  <a:lnTo>
                    <a:pt x="1992186" y="2662951"/>
                  </a:lnTo>
                  <a:lnTo>
                    <a:pt x="1994580" y="2668340"/>
                  </a:lnTo>
                  <a:lnTo>
                    <a:pt x="2016414" y="2653620"/>
                  </a:lnTo>
                  <a:lnTo>
                    <a:pt x="2014016" y="2650324"/>
                  </a:lnTo>
                  <a:close/>
                </a:path>
                <a:path w="2070100" h="2679700">
                  <a:moveTo>
                    <a:pt x="2010283" y="2645181"/>
                  </a:moveTo>
                  <a:lnTo>
                    <a:pt x="2003856" y="2649855"/>
                  </a:lnTo>
                  <a:lnTo>
                    <a:pt x="1996922" y="2653880"/>
                  </a:lnTo>
                  <a:lnTo>
                    <a:pt x="1989594" y="2657144"/>
                  </a:lnTo>
                  <a:lnTo>
                    <a:pt x="1992180" y="2662951"/>
                  </a:lnTo>
                  <a:lnTo>
                    <a:pt x="1999919" y="2659494"/>
                  </a:lnTo>
                  <a:lnTo>
                    <a:pt x="2007235" y="2655252"/>
                  </a:lnTo>
                  <a:lnTo>
                    <a:pt x="2014016" y="2650324"/>
                  </a:lnTo>
                  <a:lnTo>
                    <a:pt x="2010283" y="2645181"/>
                  </a:lnTo>
                  <a:close/>
                </a:path>
                <a:path w="2070100" h="2679700">
                  <a:moveTo>
                    <a:pt x="1943100" y="2667000"/>
                  </a:moveTo>
                  <a:lnTo>
                    <a:pt x="1930577" y="2667000"/>
                  </a:lnTo>
                  <a:lnTo>
                    <a:pt x="1930577" y="2679700"/>
                  </a:lnTo>
                  <a:lnTo>
                    <a:pt x="1943100" y="2679700"/>
                  </a:lnTo>
                  <a:lnTo>
                    <a:pt x="1943100" y="2667000"/>
                  </a:lnTo>
                  <a:close/>
                </a:path>
                <a:path w="2070100" h="2679700">
                  <a:moveTo>
                    <a:pt x="1955063" y="2666377"/>
                  </a:moveTo>
                  <a:lnTo>
                    <a:pt x="1951139" y="2666784"/>
                  </a:lnTo>
                  <a:lnTo>
                    <a:pt x="1947151" y="2667000"/>
                  </a:lnTo>
                  <a:lnTo>
                    <a:pt x="1943100" y="2667000"/>
                  </a:lnTo>
                  <a:lnTo>
                    <a:pt x="1943100" y="2679700"/>
                  </a:lnTo>
                  <a:lnTo>
                    <a:pt x="1956179" y="2677059"/>
                  </a:lnTo>
                  <a:lnTo>
                    <a:pt x="1955791" y="2673350"/>
                  </a:lnTo>
                  <a:lnTo>
                    <a:pt x="1947367" y="2673350"/>
                  </a:lnTo>
                  <a:lnTo>
                    <a:pt x="1951570" y="2673134"/>
                  </a:lnTo>
                  <a:lnTo>
                    <a:pt x="1955723" y="2672702"/>
                  </a:lnTo>
                  <a:lnTo>
                    <a:pt x="1955128" y="2667000"/>
                  </a:lnTo>
                  <a:lnTo>
                    <a:pt x="1955063" y="2666377"/>
                  </a:lnTo>
                  <a:close/>
                </a:path>
                <a:path w="2070100" h="2679700">
                  <a:moveTo>
                    <a:pt x="1955723" y="2672702"/>
                  </a:moveTo>
                  <a:lnTo>
                    <a:pt x="1951570" y="2673134"/>
                  </a:lnTo>
                  <a:lnTo>
                    <a:pt x="1947367" y="2673350"/>
                  </a:lnTo>
                  <a:lnTo>
                    <a:pt x="1955791" y="2673350"/>
                  </a:lnTo>
                  <a:lnTo>
                    <a:pt x="1955723" y="2672702"/>
                  </a:lnTo>
                  <a:close/>
                </a:path>
                <a:path w="2070100" h="2679700">
                  <a:moveTo>
                    <a:pt x="1892998" y="2667000"/>
                  </a:moveTo>
                  <a:lnTo>
                    <a:pt x="1867954" y="2667000"/>
                  </a:lnTo>
                  <a:lnTo>
                    <a:pt x="1867954" y="2679700"/>
                  </a:lnTo>
                  <a:lnTo>
                    <a:pt x="1892998" y="2679700"/>
                  </a:lnTo>
                  <a:lnTo>
                    <a:pt x="1892998" y="2667000"/>
                  </a:lnTo>
                  <a:close/>
                </a:path>
                <a:path w="2070100" h="2679700">
                  <a:moveTo>
                    <a:pt x="1830374" y="2667000"/>
                  </a:moveTo>
                  <a:lnTo>
                    <a:pt x="1805330" y="2667000"/>
                  </a:lnTo>
                  <a:lnTo>
                    <a:pt x="1805330" y="2679700"/>
                  </a:lnTo>
                  <a:lnTo>
                    <a:pt x="1830374" y="2679700"/>
                  </a:lnTo>
                  <a:lnTo>
                    <a:pt x="1830374" y="2667000"/>
                  </a:lnTo>
                  <a:close/>
                </a:path>
                <a:path w="2070100" h="2679700">
                  <a:moveTo>
                    <a:pt x="1767751" y="2667000"/>
                  </a:moveTo>
                  <a:lnTo>
                    <a:pt x="1742706" y="2667000"/>
                  </a:lnTo>
                  <a:lnTo>
                    <a:pt x="1742706" y="2679700"/>
                  </a:lnTo>
                  <a:lnTo>
                    <a:pt x="1767751" y="2679700"/>
                  </a:lnTo>
                  <a:lnTo>
                    <a:pt x="1767751" y="2667000"/>
                  </a:lnTo>
                  <a:close/>
                </a:path>
                <a:path w="2070100" h="2679700">
                  <a:moveTo>
                    <a:pt x="1705127" y="2667000"/>
                  </a:moveTo>
                  <a:lnTo>
                    <a:pt x="1680083" y="2667000"/>
                  </a:lnTo>
                  <a:lnTo>
                    <a:pt x="1680083" y="2679700"/>
                  </a:lnTo>
                  <a:lnTo>
                    <a:pt x="1705127" y="2679700"/>
                  </a:lnTo>
                  <a:lnTo>
                    <a:pt x="1705127" y="2667000"/>
                  </a:lnTo>
                  <a:close/>
                </a:path>
                <a:path w="2070100" h="2679700">
                  <a:moveTo>
                    <a:pt x="1642503" y="2667000"/>
                  </a:moveTo>
                  <a:lnTo>
                    <a:pt x="1617459" y="2667000"/>
                  </a:lnTo>
                  <a:lnTo>
                    <a:pt x="1617459" y="2679700"/>
                  </a:lnTo>
                  <a:lnTo>
                    <a:pt x="1642503" y="2679700"/>
                  </a:lnTo>
                  <a:lnTo>
                    <a:pt x="1642503" y="2667000"/>
                  </a:lnTo>
                  <a:close/>
                </a:path>
                <a:path w="2070100" h="2679700">
                  <a:moveTo>
                    <a:pt x="1579880" y="2667000"/>
                  </a:moveTo>
                  <a:lnTo>
                    <a:pt x="1554835" y="2667000"/>
                  </a:lnTo>
                  <a:lnTo>
                    <a:pt x="1554835" y="2679700"/>
                  </a:lnTo>
                  <a:lnTo>
                    <a:pt x="1579880" y="2679700"/>
                  </a:lnTo>
                  <a:lnTo>
                    <a:pt x="1579880" y="2667000"/>
                  </a:lnTo>
                  <a:close/>
                </a:path>
                <a:path w="2070100" h="2679700">
                  <a:moveTo>
                    <a:pt x="1517256" y="2667000"/>
                  </a:moveTo>
                  <a:lnTo>
                    <a:pt x="1492211" y="2667000"/>
                  </a:lnTo>
                  <a:lnTo>
                    <a:pt x="1492211" y="2679700"/>
                  </a:lnTo>
                  <a:lnTo>
                    <a:pt x="1517256" y="2679700"/>
                  </a:lnTo>
                  <a:lnTo>
                    <a:pt x="1517256" y="2667000"/>
                  </a:lnTo>
                  <a:close/>
                </a:path>
                <a:path w="2070100" h="2679700">
                  <a:moveTo>
                    <a:pt x="1454632" y="2667000"/>
                  </a:moveTo>
                  <a:lnTo>
                    <a:pt x="1429588" y="2667000"/>
                  </a:lnTo>
                  <a:lnTo>
                    <a:pt x="1429588" y="2679700"/>
                  </a:lnTo>
                  <a:lnTo>
                    <a:pt x="1454632" y="2679700"/>
                  </a:lnTo>
                  <a:lnTo>
                    <a:pt x="1454632" y="2667000"/>
                  </a:lnTo>
                  <a:close/>
                </a:path>
                <a:path w="2070100" h="2679700">
                  <a:moveTo>
                    <a:pt x="1392008" y="2667000"/>
                  </a:moveTo>
                  <a:lnTo>
                    <a:pt x="1366951" y="2667000"/>
                  </a:lnTo>
                  <a:lnTo>
                    <a:pt x="1366951" y="2679700"/>
                  </a:lnTo>
                  <a:lnTo>
                    <a:pt x="1392008" y="2679700"/>
                  </a:lnTo>
                  <a:lnTo>
                    <a:pt x="1392008" y="2667000"/>
                  </a:lnTo>
                  <a:close/>
                </a:path>
                <a:path w="2070100" h="2679700">
                  <a:moveTo>
                    <a:pt x="1329385" y="2667000"/>
                  </a:moveTo>
                  <a:lnTo>
                    <a:pt x="1304328" y="2667000"/>
                  </a:lnTo>
                  <a:lnTo>
                    <a:pt x="1304328" y="2679700"/>
                  </a:lnTo>
                  <a:lnTo>
                    <a:pt x="1329385" y="2679700"/>
                  </a:lnTo>
                  <a:lnTo>
                    <a:pt x="1329385" y="2667000"/>
                  </a:lnTo>
                  <a:close/>
                </a:path>
                <a:path w="2070100" h="2679700">
                  <a:moveTo>
                    <a:pt x="1266761" y="2667000"/>
                  </a:moveTo>
                  <a:lnTo>
                    <a:pt x="1241704" y="2667000"/>
                  </a:lnTo>
                  <a:lnTo>
                    <a:pt x="1241704" y="2679700"/>
                  </a:lnTo>
                  <a:lnTo>
                    <a:pt x="1266761" y="2679700"/>
                  </a:lnTo>
                  <a:lnTo>
                    <a:pt x="1266761" y="2667000"/>
                  </a:lnTo>
                  <a:close/>
                </a:path>
                <a:path w="2070100" h="2679700">
                  <a:moveTo>
                    <a:pt x="1204137" y="2667000"/>
                  </a:moveTo>
                  <a:lnTo>
                    <a:pt x="1179080" y="2667000"/>
                  </a:lnTo>
                  <a:lnTo>
                    <a:pt x="1179080" y="2679700"/>
                  </a:lnTo>
                  <a:lnTo>
                    <a:pt x="1204137" y="2679700"/>
                  </a:lnTo>
                  <a:lnTo>
                    <a:pt x="1204137" y="2667000"/>
                  </a:lnTo>
                  <a:close/>
                </a:path>
                <a:path w="2070100" h="2679700">
                  <a:moveTo>
                    <a:pt x="1141514" y="2667000"/>
                  </a:moveTo>
                  <a:lnTo>
                    <a:pt x="1116457" y="2667000"/>
                  </a:lnTo>
                  <a:lnTo>
                    <a:pt x="1116457" y="2679700"/>
                  </a:lnTo>
                  <a:lnTo>
                    <a:pt x="1141514" y="2679700"/>
                  </a:lnTo>
                  <a:lnTo>
                    <a:pt x="1141514" y="2667000"/>
                  </a:lnTo>
                  <a:close/>
                </a:path>
                <a:path w="2070100" h="2679700">
                  <a:moveTo>
                    <a:pt x="1078890" y="2667000"/>
                  </a:moveTo>
                  <a:lnTo>
                    <a:pt x="1053833" y="2667000"/>
                  </a:lnTo>
                  <a:lnTo>
                    <a:pt x="1053833" y="2679700"/>
                  </a:lnTo>
                  <a:lnTo>
                    <a:pt x="1078890" y="2679700"/>
                  </a:lnTo>
                  <a:lnTo>
                    <a:pt x="1078890" y="2667000"/>
                  </a:lnTo>
                  <a:close/>
                </a:path>
                <a:path w="2070100" h="2679700">
                  <a:moveTo>
                    <a:pt x="1016266" y="2667000"/>
                  </a:moveTo>
                  <a:lnTo>
                    <a:pt x="991209" y="2667000"/>
                  </a:lnTo>
                  <a:lnTo>
                    <a:pt x="991209" y="2679700"/>
                  </a:lnTo>
                  <a:lnTo>
                    <a:pt x="1016266" y="2679700"/>
                  </a:lnTo>
                  <a:lnTo>
                    <a:pt x="1016266" y="2667000"/>
                  </a:lnTo>
                  <a:close/>
                </a:path>
                <a:path w="2070100" h="2679700">
                  <a:moveTo>
                    <a:pt x="953643" y="2667000"/>
                  </a:moveTo>
                  <a:lnTo>
                    <a:pt x="928585" y="2667000"/>
                  </a:lnTo>
                  <a:lnTo>
                    <a:pt x="928585" y="2679700"/>
                  </a:lnTo>
                  <a:lnTo>
                    <a:pt x="953643" y="2679700"/>
                  </a:lnTo>
                  <a:lnTo>
                    <a:pt x="953643" y="2667000"/>
                  </a:lnTo>
                  <a:close/>
                </a:path>
                <a:path w="2070100" h="2679700">
                  <a:moveTo>
                    <a:pt x="891019" y="2667000"/>
                  </a:moveTo>
                  <a:lnTo>
                    <a:pt x="865962" y="2667000"/>
                  </a:lnTo>
                  <a:lnTo>
                    <a:pt x="865962" y="2679700"/>
                  </a:lnTo>
                  <a:lnTo>
                    <a:pt x="891019" y="2679700"/>
                  </a:lnTo>
                  <a:lnTo>
                    <a:pt x="891019" y="2667000"/>
                  </a:lnTo>
                  <a:close/>
                </a:path>
                <a:path w="2070100" h="2679700">
                  <a:moveTo>
                    <a:pt x="828395" y="2667000"/>
                  </a:moveTo>
                  <a:lnTo>
                    <a:pt x="803338" y="2667000"/>
                  </a:lnTo>
                  <a:lnTo>
                    <a:pt x="803338" y="2679700"/>
                  </a:lnTo>
                  <a:lnTo>
                    <a:pt x="828395" y="2679700"/>
                  </a:lnTo>
                  <a:lnTo>
                    <a:pt x="828395" y="2667000"/>
                  </a:lnTo>
                  <a:close/>
                </a:path>
                <a:path w="2070100" h="2679700">
                  <a:moveTo>
                    <a:pt x="765771" y="2667000"/>
                  </a:moveTo>
                  <a:lnTo>
                    <a:pt x="740714" y="2667000"/>
                  </a:lnTo>
                  <a:lnTo>
                    <a:pt x="740714" y="2679700"/>
                  </a:lnTo>
                  <a:lnTo>
                    <a:pt x="765771" y="2679700"/>
                  </a:lnTo>
                  <a:lnTo>
                    <a:pt x="765771" y="2667000"/>
                  </a:lnTo>
                  <a:close/>
                </a:path>
                <a:path w="2070100" h="2679700">
                  <a:moveTo>
                    <a:pt x="703148" y="2667000"/>
                  </a:moveTo>
                  <a:lnTo>
                    <a:pt x="678091" y="2667000"/>
                  </a:lnTo>
                  <a:lnTo>
                    <a:pt x="678091" y="2679700"/>
                  </a:lnTo>
                  <a:lnTo>
                    <a:pt x="703148" y="2679700"/>
                  </a:lnTo>
                  <a:lnTo>
                    <a:pt x="703148" y="2667000"/>
                  </a:lnTo>
                  <a:close/>
                </a:path>
                <a:path w="2070100" h="2679700">
                  <a:moveTo>
                    <a:pt x="640524" y="2667000"/>
                  </a:moveTo>
                  <a:lnTo>
                    <a:pt x="615467" y="2667000"/>
                  </a:lnTo>
                  <a:lnTo>
                    <a:pt x="615467" y="2679700"/>
                  </a:lnTo>
                  <a:lnTo>
                    <a:pt x="640524" y="2679700"/>
                  </a:lnTo>
                  <a:lnTo>
                    <a:pt x="640524" y="2667000"/>
                  </a:lnTo>
                  <a:close/>
                </a:path>
                <a:path w="2070100" h="2679700">
                  <a:moveTo>
                    <a:pt x="577888" y="2667000"/>
                  </a:moveTo>
                  <a:lnTo>
                    <a:pt x="552843" y="2667000"/>
                  </a:lnTo>
                  <a:lnTo>
                    <a:pt x="552843" y="2679700"/>
                  </a:lnTo>
                  <a:lnTo>
                    <a:pt x="577888" y="2679700"/>
                  </a:lnTo>
                  <a:lnTo>
                    <a:pt x="577888" y="2667000"/>
                  </a:lnTo>
                  <a:close/>
                </a:path>
                <a:path w="2070100" h="2679700">
                  <a:moveTo>
                    <a:pt x="515264" y="2667000"/>
                  </a:moveTo>
                  <a:lnTo>
                    <a:pt x="490220" y="2667000"/>
                  </a:lnTo>
                  <a:lnTo>
                    <a:pt x="490220" y="2679700"/>
                  </a:lnTo>
                  <a:lnTo>
                    <a:pt x="515264" y="2679700"/>
                  </a:lnTo>
                  <a:lnTo>
                    <a:pt x="515264" y="2667000"/>
                  </a:lnTo>
                  <a:close/>
                </a:path>
                <a:path w="2070100" h="2679700">
                  <a:moveTo>
                    <a:pt x="452640" y="2667000"/>
                  </a:moveTo>
                  <a:lnTo>
                    <a:pt x="427596" y="2667000"/>
                  </a:lnTo>
                  <a:lnTo>
                    <a:pt x="427596" y="2679700"/>
                  </a:lnTo>
                  <a:lnTo>
                    <a:pt x="452640" y="2679700"/>
                  </a:lnTo>
                  <a:lnTo>
                    <a:pt x="452640" y="2667000"/>
                  </a:lnTo>
                  <a:close/>
                </a:path>
                <a:path w="2070100" h="2679700">
                  <a:moveTo>
                    <a:pt x="390017" y="2667000"/>
                  </a:moveTo>
                  <a:lnTo>
                    <a:pt x="364972" y="2667000"/>
                  </a:lnTo>
                  <a:lnTo>
                    <a:pt x="364972" y="2679700"/>
                  </a:lnTo>
                  <a:lnTo>
                    <a:pt x="390017" y="2679700"/>
                  </a:lnTo>
                  <a:lnTo>
                    <a:pt x="390017" y="2667000"/>
                  </a:lnTo>
                  <a:close/>
                </a:path>
                <a:path w="2070100" h="2679700">
                  <a:moveTo>
                    <a:pt x="327393" y="2667000"/>
                  </a:moveTo>
                  <a:lnTo>
                    <a:pt x="302348" y="2667000"/>
                  </a:lnTo>
                  <a:lnTo>
                    <a:pt x="302348" y="2679700"/>
                  </a:lnTo>
                  <a:lnTo>
                    <a:pt x="327393" y="2679700"/>
                  </a:lnTo>
                  <a:lnTo>
                    <a:pt x="327393" y="2667000"/>
                  </a:lnTo>
                  <a:close/>
                </a:path>
                <a:path w="2070100" h="2679700">
                  <a:moveTo>
                    <a:pt x="264769" y="2667000"/>
                  </a:moveTo>
                  <a:lnTo>
                    <a:pt x="239725" y="2667000"/>
                  </a:lnTo>
                  <a:lnTo>
                    <a:pt x="239725" y="2679700"/>
                  </a:lnTo>
                  <a:lnTo>
                    <a:pt x="264769" y="2679700"/>
                  </a:lnTo>
                  <a:lnTo>
                    <a:pt x="264769" y="2667000"/>
                  </a:lnTo>
                  <a:close/>
                </a:path>
                <a:path w="2070100" h="2679700">
                  <a:moveTo>
                    <a:pt x="202145" y="2667000"/>
                  </a:moveTo>
                  <a:lnTo>
                    <a:pt x="177101" y="2667000"/>
                  </a:lnTo>
                  <a:lnTo>
                    <a:pt x="177101" y="2679700"/>
                  </a:lnTo>
                  <a:lnTo>
                    <a:pt x="202145" y="2679700"/>
                  </a:lnTo>
                  <a:lnTo>
                    <a:pt x="202145" y="2667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1" name="object 20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035800" y="3365500"/>
              <a:ext cx="1866900" cy="571500"/>
            </a:xfrm>
            <a:prstGeom prst="rect">
              <a:avLst/>
            </a:prstGeom>
          </p:spPr>
        </p:pic>
        <p:sp>
          <p:nvSpPr>
            <p:cNvPr id="202" name="object 202"/>
            <p:cNvSpPr/>
            <p:nvPr/>
          </p:nvSpPr>
          <p:spPr>
            <a:xfrm>
              <a:off x="6922678" y="2146701"/>
              <a:ext cx="2082800" cy="283210"/>
            </a:xfrm>
            <a:custGeom>
              <a:avLst/>
              <a:gdLst/>
              <a:ahLst/>
              <a:cxnLst/>
              <a:rect l="l" t="t" r="r" b="b"/>
              <a:pathLst>
                <a:path w="2082800" h="283210">
                  <a:moveTo>
                    <a:pt x="2030145" y="282917"/>
                  </a:moveTo>
                  <a:lnTo>
                    <a:pt x="52552" y="282917"/>
                  </a:lnTo>
                  <a:lnTo>
                    <a:pt x="32055" y="279220"/>
                  </a:lnTo>
                  <a:lnTo>
                    <a:pt x="15355" y="269132"/>
                  </a:lnTo>
                  <a:lnTo>
                    <a:pt x="4116" y="254157"/>
                  </a:lnTo>
                  <a:lnTo>
                    <a:pt x="0" y="235800"/>
                  </a:lnTo>
                  <a:lnTo>
                    <a:pt x="0" y="47116"/>
                  </a:lnTo>
                  <a:lnTo>
                    <a:pt x="4116" y="28766"/>
                  </a:lnTo>
                  <a:lnTo>
                    <a:pt x="15355" y="13790"/>
                  </a:lnTo>
                  <a:lnTo>
                    <a:pt x="32055" y="3699"/>
                  </a:lnTo>
                  <a:lnTo>
                    <a:pt x="52552" y="0"/>
                  </a:lnTo>
                  <a:lnTo>
                    <a:pt x="2030145" y="0"/>
                  </a:lnTo>
                  <a:lnTo>
                    <a:pt x="2050561" y="3699"/>
                  </a:lnTo>
                  <a:lnTo>
                    <a:pt x="2067220" y="13790"/>
                  </a:lnTo>
                  <a:lnTo>
                    <a:pt x="2078444" y="28766"/>
                  </a:lnTo>
                  <a:lnTo>
                    <a:pt x="2082558" y="47116"/>
                  </a:lnTo>
                  <a:lnTo>
                    <a:pt x="2082558" y="235800"/>
                  </a:lnTo>
                  <a:lnTo>
                    <a:pt x="2078444" y="254157"/>
                  </a:lnTo>
                  <a:lnTo>
                    <a:pt x="2067220" y="269132"/>
                  </a:lnTo>
                  <a:lnTo>
                    <a:pt x="2050561" y="279220"/>
                  </a:lnTo>
                  <a:lnTo>
                    <a:pt x="2030145" y="282917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6913153" y="2137176"/>
              <a:ext cx="2101850" cy="302260"/>
            </a:xfrm>
            <a:custGeom>
              <a:avLst/>
              <a:gdLst/>
              <a:ahLst/>
              <a:cxnLst/>
              <a:rect l="l" t="t" r="r" b="b"/>
              <a:pathLst>
                <a:path w="2101850" h="302260">
                  <a:moveTo>
                    <a:pt x="62077" y="301967"/>
                  </a:moveTo>
                  <a:lnTo>
                    <a:pt x="38294" y="297652"/>
                  </a:lnTo>
                  <a:lnTo>
                    <a:pt x="18519" y="285738"/>
                  </a:lnTo>
                  <a:lnTo>
                    <a:pt x="5004" y="267779"/>
                  </a:lnTo>
                  <a:lnTo>
                    <a:pt x="0" y="245325"/>
                  </a:lnTo>
                  <a:lnTo>
                    <a:pt x="0" y="56641"/>
                  </a:lnTo>
                  <a:lnTo>
                    <a:pt x="5006" y="34182"/>
                  </a:lnTo>
                  <a:lnTo>
                    <a:pt x="18522" y="16224"/>
                  </a:lnTo>
                  <a:lnTo>
                    <a:pt x="38297" y="4314"/>
                  </a:lnTo>
                  <a:lnTo>
                    <a:pt x="62077" y="0"/>
                  </a:lnTo>
                  <a:lnTo>
                    <a:pt x="62077" y="19049"/>
                  </a:lnTo>
                  <a:lnTo>
                    <a:pt x="44879" y="22130"/>
                  </a:lnTo>
                  <a:lnTo>
                    <a:pt x="31251" y="30397"/>
                  </a:lnTo>
                  <a:lnTo>
                    <a:pt x="22281" y="42388"/>
                  </a:lnTo>
                  <a:lnTo>
                    <a:pt x="19050" y="56641"/>
                  </a:lnTo>
                  <a:lnTo>
                    <a:pt x="19050" y="245325"/>
                  </a:lnTo>
                  <a:lnTo>
                    <a:pt x="22277" y="259573"/>
                  </a:lnTo>
                  <a:lnTo>
                    <a:pt x="31243" y="271565"/>
                  </a:lnTo>
                  <a:lnTo>
                    <a:pt x="44869" y="279835"/>
                  </a:lnTo>
                  <a:lnTo>
                    <a:pt x="62077" y="282917"/>
                  </a:lnTo>
                  <a:lnTo>
                    <a:pt x="62077" y="301967"/>
                  </a:lnTo>
                  <a:close/>
                </a:path>
                <a:path w="2101850" h="302260">
                  <a:moveTo>
                    <a:pt x="2039670" y="19049"/>
                  </a:moveTo>
                  <a:lnTo>
                    <a:pt x="62077" y="19049"/>
                  </a:lnTo>
                  <a:lnTo>
                    <a:pt x="62077" y="0"/>
                  </a:lnTo>
                  <a:lnTo>
                    <a:pt x="2039670" y="0"/>
                  </a:lnTo>
                  <a:lnTo>
                    <a:pt x="2039670" y="19049"/>
                  </a:lnTo>
                  <a:close/>
                </a:path>
                <a:path w="2101850" h="302260">
                  <a:moveTo>
                    <a:pt x="2039670" y="301967"/>
                  </a:moveTo>
                  <a:lnTo>
                    <a:pt x="2039670" y="282917"/>
                  </a:lnTo>
                  <a:lnTo>
                    <a:pt x="2056795" y="279835"/>
                  </a:lnTo>
                  <a:lnTo>
                    <a:pt x="2070381" y="271565"/>
                  </a:lnTo>
                  <a:lnTo>
                    <a:pt x="2079332" y="259573"/>
                  </a:lnTo>
                  <a:lnTo>
                    <a:pt x="2082558" y="245325"/>
                  </a:lnTo>
                  <a:lnTo>
                    <a:pt x="2082558" y="56641"/>
                  </a:lnTo>
                  <a:lnTo>
                    <a:pt x="2079331" y="42388"/>
                  </a:lnTo>
                  <a:lnTo>
                    <a:pt x="2070377" y="30397"/>
                  </a:lnTo>
                  <a:lnTo>
                    <a:pt x="2056792" y="22130"/>
                  </a:lnTo>
                  <a:lnTo>
                    <a:pt x="2039670" y="19049"/>
                  </a:lnTo>
                  <a:lnTo>
                    <a:pt x="2039670" y="0"/>
                  </a:lnTo>
                  <a:lnTo>
                    <a:pt x="2063370" y="4314"/>
                  </a:lnTo>
                  <a:lnTo>
                    <a:pt x="2083104" y="16224"/>
                  </a:lnTo>
                  <a:lnTo>
                    <a:pt x="2096604" y="34182"/>
                  </a:lnTo>
                  <a:lnTo>
                    <a:pt x="2101608" y="56641"/>
                  </a:lnTo>
                  <a:lnTo>
                    <a:pt x="2101608" y="245325"/>
                  </a:lnTo>
                  <a:lnTo>
                    <a:pt x="2096608" y="267779"/>
                  </a:lnTo>
                  <a:lnTo>
                    <a:pt x="2083112" y="285738"/>
                  </a:lnTo>
                  <a:lnTo>
                    <a:pt x="2063380" y="297652"/>
                  </a:lnTo>
                  <a:lnTo>
                    <a:pt x="2039670" y="301967"/>
                  </a:lnTo>
                  <a:close/>
                </a:path>
                <a:path w="2101850" h="302260">
                  <a:moveTo>
                    <a:pt x="2039670" y="301967"/>
                  </a:moveTo>
                  <a:lnTo>
                    <a:pt x="62077" y="301967"/>
                  </a:lnTo>
                  <a:lnTo>
                    <a:pt x="62077" y="282917"/>
                  </a:lnTo>
                  <a:lnTo>
                    <a:pt x="2039670" y="282917"/>
                  </a:lnTo>
                  <a:lnTo>
                    <a:pt x="2039670" y="301967"/>
                  </a:lnTo>
                  <a:close/>
                </a:path>
              </a:pathLst>
            </a:custGeom>
            <a:solidFill>
              <a:srgbClr val="E13E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4" name="object 204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4686300" y="2524188"/>
            <a:ext cx="1866900" cy="787400"/>
          </a:xfrm>
          <a:prstGeom prst="rect">
            <a:avLst/>
          </a:prstGeom>
        </p:spPr>
      </p:pic>
      <p:pic>
        <p:nvPicPr>
          <p:cNvPr id="205" name="object 205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023100" y="2511488"/>
            <a:ext cx="1866900" cy="787400"/>
          </a:xfrm>
          <a:prstGeom prst="rect">
            <a:avLst/>
          </a:prstGeom>
        </p:spPr>
      </p:pic>
      <p:pic>
        <p:nvPicPr>
          <p:cNvPr id="206" name="object 20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686300" y="3365500"/>
            <a:ext cx="1866900" cy="546100"/>
          </a:xfrm>
          <a:prstGeom prst="rect">
            <a:avLst/>
          </a:prstGeom>
        </p:spPr>
      </p:pic>
      <p:pic>
        <p:nvPicPr>
          <p:cNvPr id="207" name="object 20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699000" y="4216400"/>
            <a:ext cx="1841500" cy="685800"/>
          </a:xfrm>
          <a:prstGeom prst="rect">
            <a:avLst/>
          </a:prstGeom>
        </p:spPr>
      </p:pic>
      <p:pic>
        <p:nvPicPr>
          <p:cNvPr id="208" name="object 20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7048500" y="4178300"/>
            <a:ext cx="1841500" cy="685800"/>
          </a:xfrm>
          <a:prstGeom prst="rect">
            <a:avLst/>
          </a:prstGeom>
        </p:spPr>
      </p:pic>
      <p:sp>
        <p:nvSpPr>
          <p:cNvPr id="209" name="object 209"/>
          <p:cNvSpPr/>
          <p:nvPr/>
        </p:nvSpPr>
        <p:spPr>
          <a:xfrm>
            <a:off x="5651500" y="5041900"/>
            <a:ext cx="0" cy="2692400"/>
          </a:xfrm>
          <a:custGeom>
            <a:avLst/>
            <a:gdLst/>
            <a:ahLst/>
            <a:cxnLst/>
            <a:rect l="l" t="t" r="r" b="b"/>
            <a:pathLst>
              <a:path h="2692400">
                <a:moveTo>
                  <a:pt x="0" y="0"/>
                </a:moveTo>
                <a:lnTo>
                  <a:pt x="0" y="2692400"/>
                </a:lnTo>
              </a:path>
            </a:pathLst>
          </a:custGeom>
          <a:ln w="19050">
            <a:solidFill>
              <a:srgbClr val="590948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9359900" y="5054600"/>
            <a:ext cx="0" cy="2692400"/>
          </a:xfrm>
          <a:custGeom>
            <a:avLst/>
            <a:gdLst/>
            <a:ahLst/>
            <a:cxnLst/>
            <a:rect l="l" t="t" r="r" b="b"/>
            <a:pathLst>
              <a:path h="2692400">
                <a:moveTo>
                  <a:pt x="0" y="0"/>
                </a:moveTo>
                <a:lnTo>
                  <a:pt x="0" y="2692400"/>
                </a:lnTo>
              </a:path>
            </a:pathLst>
          </a:custGeom>
          <a:ln w="19050">
            <a:solidFill>
              <a:srgbClr val="590948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13930248" y="941237"/>
            <a:ext cx="0" cy="3994785"/>
          </a:xfrm>
          <a:custGeom>
            <a:avLst/>
            <a:gdLst/>
            <a:ahLst/>
            <a:cxnLst/>
            <a:rect l="l" t="t" r="r" b="b"/>
            <a:pathLst>
              <a:path h="3994785">
                <a:moveTo>
                  <a:pt x="0" y="0"/>
                </a:moveTo>
                <a:lnTo>
                  <a:pt x="0" y="3994353"/>
                </a:lnTo>
              </a:path>
            </a:pathLst>
          </a:custGeom>
          <a:ln w="44920">
            <a:solidFill>
              <a:srgbClr val="590948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2" name="object 212"/>
          <p:cNvGrpSpPr/>
          <p:nvPr/>
        </p:nvGrpSpPr>
        <p:grpSpPr>
          <a:xfrm>
            <a:off x="9352136" y="900060"/>
            <a:ext cx="4372610" cy="1020444"/>
            <a:chOff x="9352136" y="900060"/>
            <a:chExt cx="4372610" cy="1020444"/>
          </a:xfrm>
        </p:grpSpPr>
        <p:sp>
          <p:nvSpPr>
            <p:cNvPr id="213" name="object 213"/>
            <p:cNvSpPr/>
            <p:nvPr/>
          </p:nvSpPr>
          <p:spPr>
            <a:xfrm>
              <a:off x="9352136" y="900060"/>
              <a:ext cx="4372610" cy="509270"/>
            </a:xfrm>
            <a:custGeom>
              <a:avLst/>
              <a:gdLst/>
              <a:ahLst/>
              <a:cxnLst/>
              <a:rect l="l" t="t" r="r" b="b"/>
              <a:pathLst>
                <a:path w="4372609" h="509269">
                  <a:moveTo>
                    <a:pt x="4372089" y="508838"/>
                  </a:moveTo>
                  <a:lnTo>
                    <a:pt x="0" y="508838"/>
                  </a:lnTo>
                  <a:lnTo>
                    <a:pt x="0" y="0"/>
                  </a:lnTo>
                  <a:lnTo>
                    <a:pt x="4372089" y="0"/>
                  </a:lnTo>
                  <a:lnTo>
                    <a:pt x="4372089" y="508838"/>
                  </a:lnTo>
                  <a:close/>
                </a:path>
              </a:pathLst>
            </a:custGeom>
            <a:solidFill>
              <a:srgbClr val="FBE3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4" name="object 2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60042" y="1446971"/>
              <a:ext cx="518411" cy="473298"/>
            </a:xfrm>
            <a:prstGeom prst="rect">
              <a:avLst/>
            </a:prstGeom>
          </p:spPr>
        </p:pic>
        <p:pic>
          <p:nvPicPr>
            <p:cNvPr id="215" name="object 2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10842" y="1446971"/>
              <a:ext cx="416812" cy="371698"/>
            </a:xfrm>
            <a:prstGeom prst="rect">
              <a:avLst/>
            </a:prstGeom>
          </p:spPr>
        </p:pic>
        <p:pic>
          <p:nvPicPr>
            <p:cNvPr id="216" name="object 2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68645" y="1446971"/>
              <a:ext cx="518411" cy="473298"/>
            </a:xfrm>
            <a:prstGeom prst="rect">
              <a:avLst/>
            </a:prstGeom>
          </p:spPr>
        </p:pic>
        <p:pic>
          <p:nvPicPr>
            <p:cNvPr id="217" name="object 2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19445" y="1446971"/>
              <a:ext cx="416812" cy="371698"/>
            </a:xfrm>
            <a:prstGeom prst="rect">
              <a:avLst/>
            </a:prstGeom>
          </p:spPr>
        </p:pic>
      </p:grpSp>
      <p:pic>
        <p:nvPicPr>
          <p:cNvPr id="218" name="object 218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9656297" y="1989795"/>
            <a:ext cx="699363" cy="89204"/>
          </a:xfrm>
          <a:prstGeom prst="rect">
            <a:avLst/>
          </a:prstGeom>
        </p:spPr>
      </p:pic>
      <p:pic>
        <p:nvPicPr>
          <p:cNvPr id="219" name="object 219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0895964" y="1994284"/>
            <a:ext cx="540600" cy="257987"/>
          </a:xfrm>
          <a:prstGeom prst="rect">
            <a:avLst/>
          </a:prstGeom>
        </p:spPr>
      </p:pic>
      <p:pic>
        <p:nvPicPr>
          <p:cNvPr id="220" name="object 2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984954" y="1988142"/>
            <a:ext cx="609574" cy="89204"/>
          </a:xfrm>
          <a:prstGeom prst="rect">
            <a:avLst/>
          </a:prstGeom>
        </p:spPr>
      </p:pic>
      <p:grpSp>
        <p:nvGrpSpPr>
          <p:cNvPr id="221" name="object 221"/>
          <p:cNvGrpSpPr/>
          <p:nvPr/>
        </p:nvGrpSpPr>
        <p:grpSpPr>
          <a:xfrm>
            <a:off x="11857353" y="1370735"/>
            <a:ext cx="654685" cy="626110"/>
            <a:chOff x="11857353" y="1370735"/>
            <a:chExt cx="654685" cy="626110"/>
          </a:xfrm>
        </p:grpSpPr>
        <p:pic>
          <p:nvPicPr>
            <p:cNvPr id="222" name="object 2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857353" y="1370735"/>
              <a:ext cx="654118" cy="625795"/>
            </a:xfrm>
            <a:prstGeom prst="rect">
              <a:avLst/>
            </a:prstGeom>
          </p:spPr>
        </p:pic>
        <p:pic>
          <p:nvPicPr>
            <p:cNvPr id="223" name="object 2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908153" y="1370739"/>
              <a:ext cx="552513" cy="524192"/>
            </a:xfrm>
            <a:prstGeom prst="rect">
              <a:avLst/>
            </a:prstGeom>
          </p:spPr>
        </p:pic>
      </p:grpSp>
      <p:grpSp>
        <p:nvGrpSpPr>
          <p:cNvPr id="224" name="object 224"/>
          <p:cNvGrpSpPr/>
          <p:nvPr/>
        </p:nvGrpSpPr>
        <p:grpSpPr>
          <a:xfrm>
            <a:off x="12972076" y="1380268"/>
            <a:ext cx="654685" cy="626110"/>
            <a:chOff x="12972076" y="1380268"/>
            <a:chExt cx="654685" cy="626110"/>
          </a:xfrm>
        </p:grpSpPr>
        <p:pic>
          <p:nvPicPr>
            <p:cNvPr id="225" name="object 2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972076" y="1380268"/>
              <a:ext cx="654118" cy="625795"/>
            </a:xfrm>
            <a:prstGeom prst="rect">
              <a:avLst/>
            </a:prstGeom>
          </p:spPr>
        </p:pic>
        <p:pic>
          <p:nvPicPr>
            <p:cNvPr id="226" name="object 2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022876" y="1380271"/>
              <a:ext cx="552513" cy="524192"/>
            </a:xfrm>
            <a:prstGeom prst="rect">
              <a:avLst/>
            </a:prstGeom>
          </p:spPr>
        </p:pic>
      </p:grpSp>
      <p:sp>
        <p:nvSpPr>
          <p:cNvPr id="227" name="object 227"/>
          <p:cNvSpPr/>
          <p:nvPr/>
        </p:nvSpPr>
        <p:spPr>
          <a:xfrm>
            <a:off x="11922543" y="1979506"/>
            <a:ext cx="564515" cy="107314"/>
          </a:xfrm>
          <a:custGeom>
            <a:avLst/>
            <a:gdLst/>
            <a:ahLst/>
            <a:cxnLst/>
            <a:rect l="l" t="t" r="r" b="b"/>
            <a:pathLst>
              <a:path w="564515" h="107314">
                <a:moveTo>
                  <a:pt x="41109" y="10198"/>
                </a:moveTo>
                <a:lnTo>
                  <a:pt x="0" y="10198"/>
                </a:lnTo>
                <a:lnTo>
                  <a:pt x="0" y="96951"/>
                </a:lnTo>
                <a:lnTo>
                  <a:pt x="43548" y="96951"/>
                </a:lnTo>
                <a:lnTo>
                  <a:pt x="49021" y="95910"/>
                </a:lnTo>
                <a:lnTo>
                  <a:pt x="57886" y="91732"/>
                </a:lnTo>
                <a:lnTo>
                  <a:pt x="61226" y="88887"/>
                </a:lnTo>
                <a:lnTo>
                  <a:pt x="65604" y="81953"/>
                </a:lnTo>
                <a:lnTo>
                  <a:pt x="18338" y="81953"/>
                </a:lnTo>
                <a:lnTo>
                  <a:pt x="18338" y="58915"/>
                </a:lnTo>
                <a:lnTo>
                  <a:pt x="62469" y="58915"/>
                </a:lnTo>
                <a:lnTo>
                  <a:pt x="60045" y="56438"/>
                </a:lnTo>
                <a:lnTo>
                  <a:pt x="54254" y="52997"/>
                </a:lnTo>
                <a:lnTo>
                  <a:pt x="51168" y="52070"/>
                </a:lnTo>
                <a:lnTo>
                  <a:pt x="47866" y="51930"/>
                </a:lnTo>
                <a:lnTo>
                  <a:pt x="47866" y="51079"/>
                </a:lnTo>
                <a:lnTo>
                  <a:pt x="50876" y="50406"/>
                </a:lnTo>
                <a:lnTo>
                  <a:pt x="53568" y="49250"/>
                </a:lnTo>
                <a:lnTo>
                  <a:pt x="57559" y="46507"/>
                </a:lnTo>
                <a:lnTo>
                  <a:pt x="18338" y="46507"/>
                </a:lnTo>
                <a:lnTo>
                  <a:pt x="18338" y="25031"/>
                </a:lnTo>
                <a:lnTo>
                  <a:pt x="62676" y="25031"/>
                </a:lnTo>
                <a:lnTo>
                  <a:pt x="62458" y="24257"/>
                </a:lnTo>
                <a:lnTo>
                  <a:pt x="58165" y="17564"/>
                </a:lnTo>
                <a:lnTo>
                  <a:pt x="54965" y="14935"/>
                </a:lnTo>
                <a:lnTo>
                  <a:pt x="46431" y="11150"/>
                </a:lnTo>
                <a:lnTo>
                  <a:pt x="41109" y="10198"/>
                </a:lnTo>
                <a:close/>
              </a:path>
              <a:path w="564515" h="107314">
                <a:moveTo>
                  <a:pt x="62444" y="58915"/>
                </a:moveTo>
                <a:lnTo>
                  <a:pt x="36652" y="58915"/>
                </a:lnTo>
                <a:lnTo>
                  <a:pt x="39179" y="59436"/>
                </a:lnTo>
                <a:lnTo>
                  <a:pt x="43446" y="61531"/>
                </a:lnTo>
                <a:lnTo>
                  <a:pt x="45097" y="62966"/>
                </a:lnTo>
                <a:lnTo>
                  <a:pt x="47409" y="66636"/>
                </a:lnTo>
                <a:lnTo>
                  <a:pt x="47993" y="68757"/>
                </a:lnTo>
                <a:lnTo>
                  <a:pt x="47993" y="74434"/>
                </a:lnTo>
                <a:lnTo>
                  <a:pt x="46812" y="77063"/>
                </a:lnTo>
                <a:lnTo>
                  <a:pt x="42125" y="80987"/>
                </a:lnTo>
                <a:lnTo>
                  <a:pt x="38404" y="81953"/>
                </a:lnTo>
                <a:lnTo>
                  <a:pt x="65604" y="81953"/>
                </a:lnTo>
                <a:lnTo>
                  <a:pt x="65773" y="81686"/>
                </a:lnTo>
                <a:lnTo>
                  <a:pt x="66916" y="77584"/>
                </a:lnTo>
                <a:lnTo>
                  <a:pt x="66916" y="68757"/>
                </a:lnTo>
                <a:lnTo>
                  <a:pt x="66014" y="65036"/>
                </a:lnTo>
                <a:lnTo>
                  <a:pt x="62444" y="58915"/>
                </a:lnTo>
                <a:close/>
              </a:path>
              <a:path w="564515" h="107314">
                <a:moveTo>
                  <a:pt x="62676" y="25031"/>
                </a:moveTo>
                <a:lnTo>
                  <a:pt x="36334" y="25031"/>
                </a:lnTo>
                <a:lnTo>
                  <a:pt x="39471" y="25984"/>
                </a:lnTo>
                <a:lnTo>
                  <a:pt x="43903" y="29832"/>
                </a:lnTo>
                <a:lnTo>
                  <a:pt x="45021" y="32359"/>
                </a:lnTo>
                <a:lnTo>
                  <a:pt x="45021" y="37782"/>
                </a:lnTo>
                <a:lnTo>
                  <a:pt x="44449" y="39738"/>
                </a:lnTo>
                <a:lnTo>
                  <a:pt x="43281" y="41376"/>
                </a:lnTo>
                <a:lnTo>
                  <a:pt x="42151" y="43014"/>
                </a:lnTo>
                <a:lnTo>
                  <a:pt x="40601" y="44284"/>
                </a:lnTo>
                <a:lnTo>
                  <a:pt x="36677" y="46062"/>
                </a:lnTo>
                <a:lnTo>
                  <a:pt x="34442" y="46507"/>
                </a:lnTo>
                <a:lnTo>
                  <a:pt x="57559" y="46507"/>
                </a:lnTo>
                <a:lnTo>
                  <a:pt x="58206" y="46062"/>
                </a:lnTo>
                <a:lnTo>
                  <a:pt x="60147" y="43916"/>
                </a:lnTo>
                <a:lnTo>
                  <a:pt x="62852" y="38811"/>
                </a:lnTo>
                <a:lnTo>
                  <a:pt x="63538" y="35826"/>
                </a:lnTo>
                <a:lnTo>
                  <a:pt x="63538" y="28092"/>
                </a:lnTo>
                <a:lnTo>
                  <a:pt x="62676" y="25031"/>
                </a:lnTo>
                <a:close/>
              </a:path>
              <a:path w="564515" h="107314">
                <a:moveTo>
                  <a:pt x="98424" y="31889"/>
                </a:moveTo>
                <a:lnTo>
                  <a:pt x="80378" y="31889"/>
                </a:lnTo>
                <a:lnTo>
                  <a:pt x="80378" y="96951"/>
                </a:lnTo>
                <a:lnTo>
                  <a:pt x="98424" y="96951"/>
                </a:lnTo>
                <a:lnTo>
                  <a:pt x="98424" y="31889"/>
                </a:lnTo>
                <a:close/>
              </a:path>
              <a:path w="564515" h="107314">
                <a:moveTo>
                  <a:pt x="92125" y="5245"/>
                </a:moveTo>
                <a:lnTo>
                  <a:pt x="86766" y="5245"/>
                </a:lnTo>
                <a:lnTo>
                  <a:pt x="84467" y="6146"/>
                </a:lnTo>
                <a:lnTo>
                  <a:pt x="80644" y="9740"/>
                </a:lnTo>
                <a:lnTo>
                  <a:pt x="79705" y="11874"/>
                </a:lnTo>
                <a:lnTo>
                  <a:pt x="79705" y="16865"/>
                </a:lnTo>
                <a:lnTo>
                  <a:pt x="80644" y="19024"/>
                </a:lnTo>
                <a:lnTo>
                  <a:pt x="82537" y="20828"/>
                </a:lnTo>
                <a:lnTo>
                  <a:pt x="84467" y="22618"/>
                </a:lnTo>
                <a:lnTo>
                  <a:pt x="86766" y="23507"/>
                </a:lnTo>
                <a:lnTo>
                  <a:pt x="92125" y="23507"/>
                </a:lnTo>
                <a:lnTo>
                  <a:pt x="94411" y="22618"/>
                </a:lnTo>
                <a:lnTo>
                  <a:pt x="98221" y="19024"/>
                </a:lnTo>
                <a:lnTo>
                  <a:pt x="99186" y="16865"/>
                </a:lnTo>
                <a:lnTo>
                  <a:pt x="99186" y="11874"/>
                </a:lnTo>
                <a:lnTo>
                  <a:pt x="98221" y="9740"/>
                </a:lnTo>
                <a:lnTo>
                  <a:pt x="96304" y="7962"/>
                </a:lnTo>
                <a:lnTo>
                  <a:pt x="94411" y="6146"/>
                </a:lnTo>
                <a:lnTo>
                  <a:pt x="92125" y="5245"/>
                </a:lnTo>
                <a:close/>
              </a:path>
              <a:path w="564515" h="107314">
                <a:moveTo>
                  <a:pt x="132791" y="10198"/>
                </a:moveTo>
                <a:lnTo>
                  <a:pt x="114744" y="10198"/>
                </a:lnTo>
                <a:lnTo>
                  <a:pt x="114744" y="96951"/>
                </a:lnTo>
                <a:lnTo>
                  <a:pt x="132791" y="96951"/>
                </a:lnTo>
                <a:lnTo>
                  <a:pt x="132791" y="78232"/>
                </a:lnTo>
                <a:lnTo>
                  <a:pt x="131089" y="78232"/>
                </a:lnTo>
                <a:lnTo>
                  <a:pt x="131140" y="56578"/>
                </a:lnTo>
                <a:lnTo>
                  <a:pt x="132791" y="56578"/>
                </a:lnTo>
                <a:lnTo>
                  <a:pt x="132791" y="10198"/>
                </a:lnTo>
                <a:close/>
              </a:path>
              <a:path w="564515" h="107314">
                <a:moveTo>
                  <a:pt x="151188" y="60072"/>
                </a:moveTo>
                <a:lnTo>
                  <a:pt x="147319" y="64592"/>
                </a:lnTo>
                <a:lnTo>
                  <a:pt x="143040" y="64592"/>
                </a:lnTo>
                <a:lnTo>
                  <a:pt x="137675" y="70714"/>
                </a:lnTo>
                <a:lnTo>
                  <a:pt x="155409" y="96951"/>
                </a:lnTo>
                <a:lnTo>
                  <a:pt x="176542" y="96951"/>
                </a:lnTo>
                <a:lnTo>
                  <a:pt x="151188" y="60072"/>
                </a:lnTo>
                <a:close/>
              </a:path>
              <a:path w="564515" h="107314">
                <a:moveTo>
                  <a:pt x="132791" y="56578"/>
                </a:moveTo>
                <a:lnTo>
                  <a:pt x="131140" y="56578"/>
                </a:lnTo>
                <a:lnTo>
                  <a:pt x="131089" y="78232"/>
                </a:lnTo>
                <a:lnTo>
                  <a:pt x="132791" y="76289"/>
                </a:lnTo>
                <a:lnTo>
                  <a:pt x="132791" y="56578"/>
                </a:lnTo>
                <a:close/>
              </a:path>
              <a:path w="564515" h="107314">
                <a:moveTo>
                  <a:pt x="132791" y="76289"/>
                </a:moveTo>
                <a:lnTo>
                  <a:pt x="131089" y="78232"/>
                </a:lnTo>
                <a:lnTo>
                  <a:pt x="132791" y="78232"/>
                </a:lnTo>
                <a:lnTo>
                  <a:pt x="132791" y="76289"/>
                </a:lnTo>
                <a:close/>
              </a:path>
              <a:path w="564515" h="107314">
                <a:moveTo>
                  <a:pt x="175310" y="31889"/>
                </a:moveTo>
                <a:lnTo>
                  <a:pt x="154597" y="31889"/>
                </a:lnTo>
                <a:lnTo>
                  <a:pt x="133769" y="56578"/>
                </a:lnTo>
                <a:lnTo>
                  <a:pt x="132791" y="56578"/>
                </a:lnTo>
                <a:lnTo>
                  <a:pt x="132791" y="76289"/>
                </a:lnTo>
                <a:lnTo>
                  <a:pt x="137675" y="70714"/>
                </a:lnTo>
                <a:lnTo>
                  <a:pt x="136258" y="68618"/>
                </a:lnTo>
                <a:lnTo>
                  <a:pt x="148297" y="55867"/>
                </a:lnTo>
                <a:lnTo>
                  <a:pt x="154787" y="55867"/>
                </a:lnTo>
                <a:lnTo>
                  <a:pt x="175310" y="31889"/>
                </a:lnTo>
                <a:close/>
              </a:path>
              <a:path w="564515" h="107314">
                <a:moveTo>
                  <a:pt x="148297" y="55867"/>
                </a:moveTo>
                <a:lnTo>
                  <a:pt x="136258" y="68618"/>
                </a:lnTo>
                <a:lnTo>
                  <a:pt x="137675" y="70714"/>
                </a:lnTo>
                <a:lnTo>
                  <a:pt x="143040" y="64592"/>
                </a:lnTo>
                <a:lnTo>
                  <a:pt x="147319" y="64592"/>
                </a:lnTo>
                <a:lnTo>
                  <a:pt x="151188" y="60072"/>
                </a:lnTo>
                <a:lnTo>
                  <a:pt x="148297" y="55867"/>
                </a:lnTo>
                <a:close/>
              </a:path>
              <a:path w="564515" h="107314">
                <a:moveTo>
                  <a:pt x="154787" y="55867"/>
                </a:moveTo>
                <a:lnTo>
                  <a:pt x="148297" y="55867"/>
                </a:lnTo>
                <a:lnTo>
                  <a:pt x="151188" y="60072"/>
                </a:lnTo>
                <a:lnTo>
                  <a:pt x="154787" y="55867"/>
                </a:lnTo>
                <a:close/>
              </a:path>
              <a:path w="564515" h="107314">
                <a:moveTo>
                  <a:pt x="216573" y="31038"/>
                </a:moveTo>
                <a:lnTo>
                  <a:pt x="205905" y="31038"/>
                </a:lnTo>
                <a:lnTo>
                  <a:pt x="200342" y="32448"/>
                </a:lnTo>
                <a:lnTo>
                  <a:pt x="180733" y="71577"/>
                </a:lnTo>
                <a:lnTo>
                  <a:pt x="181962" y="77216"/>
                </a:lnTo>
                <a:lnTo>
                  <a:pt x="182029" y="77520"/>
                </a:lnTo>
                <a:lnTo>
                  <a:pt x="206311" y="98221"/>
                </a:lnTo>
                <a:lnTo>
                  <a:pt x="218363" y="98221"/>
                </a:lnTo>
                <a:lnTo>
                  <a:pt x="240438" y="84747"/>
                </a:lnTo>
                <a:lnTo>
                  <a:pt x="210273" y="84747"/>
                </a:lnTo>
                <a:lnTo>
                  <a:pt x="207670" y="84112"/>
                </a:lnTo>
                <a:lnTo>
                  <a:pt x="203263" y="81572"/>
                </a:lnTo>
                <a:lnTo>
                  <a:pt x="201548" y="79768"/>
                </a:lnTo>
                <a:lnTo>
                  <a:pt x="199148" y="75082"/>
                </a:lnTo>
                <a:lnTo>
                  <a:pt x="198564" y="72301"/>
                </a:lnTo>
                <a:lnTo>
                  <a:pt x="198569" y="69037"/>
                </a:lnTo>
                <a:lnTo>
                  <a:pt x="187934" y="69037"/>
                </a:lnTo>
                <a:lnTo>
                  <a:pt x="187934" y="57861"/>
                </a:lnTo>
                <a:lnTo>
                  <a:pt x="198586" y="57861"/>
                </a:lnTo>
                <a:lnTo>
                  <a:pt x="198589" y="55880"/>
                </a:lnTo>
                <a:lnTo>
                  <a:pt x="199153" y="53721"/>
                </a:lnTo>
                <a:lnTo>
                  <a:pt x="199199" y="53543"/>
                </a:lnTo>
                <a:lnTo>
                  <a:pt x="201561" y="49339"/>
                </a:lnTo>
                <a:lnTo>
                  <a:pt x="203199" y="47663"/>
                </a:lnTo>
                <a:lnTo>
                  <a:pt x="207416" y="45148"/>
                </a:lnTo>
                <a:lnTo>
                  <a:pt x="209842" y="44513"/>
                </a:lnTo>
                <a:lnTo>
                  <a:pt x="238400" y="44513"/>
                </a:lnTo>
                <a:lnTo>
                  <a:pt x="236828" y="42037"/>
                </a:lnTo>
                <a:lnTo>
                  <a:pt x="231241" y="36525"/>
                </a:lnTo>
                <a:lnTo>
                  <a:pt x="228003" y="34467"/>
                </a:lnTo>
                <a:lnTo>
                  <a:pt x="224269" y="33121"/>
                </a:lnTo>
                <a:lnTo>
                  <a:pt x="220573" y="31737"/>
                </a:lnTo>
                <a:lnTo>
                  <a:pt x="216573" y="31038"/>
                </a:lnTo>
                <a:close/>
              </a:path>
              <a:path w="564515" h="107314">
                <a:moveTo>
                  <a:pt x="225793" y="77216"/>
                </a:moveTo>
                <a:lnTo>
                  <a:pt x="215303" y="84747"/>
                </a:lnTo>
                <a:lnTo>
                  <a:pt x="240438" y="84747"/>
                </a:lnTo>
                <a:lnTo>
                  <a:pt x="241554" y="82499"/>
                </a:lnTo>
                <a:lnTo>
                  <a:pt x="241642" y="82321"/>
                </a:lnTo>
                <a:lnTo>
                  <a:pt x="242367" y="78854"/>
                </a:lnTo>
                <a:lnTo>
                  <a:pt x="242481" y="78308"/>
                </a:lnTo>
                <a:lnTo>
                  <a:pt x="225793" y="77216"/>
                </a:lnTo>
                <a:close/>
              </a:path>
              <a:path w="564515" h="107314">
                <a:moveTo>
                  <a:pt x="198586" y="57861"/>
                </a:moveTo>
                <a:lnTo>
                  <a:pt x="187934" y="57861"/>
                </a:lnTo>
                <a:lnTo>
                  <a:pt x="187934" y="69037"/>
                </a:lnTo>
                <a:lnTo>
                  <a:pt x="198569" y="69037"/>
                </a:lnTo>
                <a:lnTo>
                  <a:pt x="198586" y="57861"/>
                </a:lnTo>
                <a:close/>
              </a:path>
              <a:path w="564515" h="107314">
                <a:moveTo>
                  <a:pt x="238400" y="44513"/>
                </a:moveTo>
                <a:lnTo>
                  <a:pt x="215201" y="44513"/>
                </a:lnTo>
                <a:lnTo>
                  <a:pt x="217769" y="45148"/>
                </a:lnTo>
                <a:lnTo>
                  <a:pt x="217619" y="45148"/>
                </a:lnTo>
                <a:lnTo>
                  <a:pt x="219481" y="46253"/>
                </a:lnTo>
                <a:lnTo>
                  <a:pt x="221487" y="47383"/>
                </a:lnTo>
                <a:lnTo>
                  <a:pt x="223062" y="48945"/>
                </a:lnTo>
                <a:lnTo>
                  <a:pt x="225310" y="52959"/>
                </a:lnTo>
                <a:lnTo>
                  <a:pt x="225882" y="55257"/>
                </a:lnTo>
                <a:lnTo>
                  <a:pt x="225882" y="57861"/>
                </a:lnTo>
                <a:lnTo>
                  <a:pt x="198586" y="57861"/>
                </a:lnTo>
                <a:lnTo>
                  <a:pt x="198569" y="69037"/>
                </a:lnTo>
                <a:lnTo>
                  <a:pt x="242862" y="69037"/>
                </a:lnTo>
                <a:lnTo>
                  <a:pt x="242752" y="57861"/>
                </a:lnTo>
                <a:lnTo>
                  <a:pt x="242087" y="53721"/>
                </a:lnTo>
                <a:lnTo>
                  <a:pt x="238988" y="45440"/>
                </a:lnTo>
                <a:lnTo>
                  <a:pt x="238400" y="44513"/>
                </a:lnTo>
                <a:close/>
              </a:path>
              <a:path w="564515" h="107314">
                <a:moveTo>
                  <a:pt x="274002" y="32004"/>
                </a:moveTo>
                <a:lnTo>
                  <a:pt x="256501" y="32004"/>
                </a:lnTo>
                <a:lnTo>
                  <a:pt x="256501" y="96951"/>
                </a:lnTo>
                <a:lnTo>
                  <a:pt x="274548" y="96951"/>
                </a:lnTo>
                <a:lnTo>
                  <a:pt x="274548" y="57492"/>
                </a:lnTo>
                <a:lnTo>
                  <a:pt x="275145" y="55143"/>
                </a:lnTo>
                <a:lnTo>
                  <a:pt x="285331" y="46723"/>
                </a:lnTo>
                <a:lnTo>
                  <a:pt x="295986" y="46723"/>
                </a:lnTo>
                <a:lnTo>
                  <a:pt x="295986" y="43243"/>
                </a:lnTo>
                <a:lnTo>
                  <a:pt x="274002" y="43243"/>
                </a:lnTo>
                <a:lnTo>
                  <a:pt x="274002" y="32004"/>
                </a:lnTo>
                <a:close/>
              </a:path>
              <a:path w="564515" h="107314">
                <a:moveTo>
                  <a:pt x="295986" y="46723"/>
                </a:moveTo>
                <a:lnTo>
                  <a:pt x="290969" y="46723"/>
                </a:lnTo>
                <a:lnTo>
                  <a:pt x="294528" y="47205"/>
                </a:lnTo>
                <a:lnTo>
                  <a:pt x="294379" y="47205"/>
                </a:lnTo>
                <a:lnTo>
                  <a:pt x="295135" y="47345"/>
                </a:lnTo>
                <a:lnTo>
                  <a:pt x="295986" y="47599"/>
                </a:lnTo>
                <a:lnTo>
                  <a:pt x="295986" y="46723"/>
                </a:lnTo>
                <a:close/>
              </a:path>
              <a:path w="564515" h="107314">
                <a:moveTo>
                  <a:pt x="294271" y="31242"/>
                </a:moveTo>
                <a:lnTo>
                  <a:pt x="285802" y="31242"/>
                </a:lnTo>
                <a:lnTo>
                  <a:pt x="283451" y="32004"/>
                </a:lnTo>
                <a:lnTo>
                  <a:pt x="277850" y="36156"/>
                </a:lnTo>
                <a:lnTo>
                  <a:pt x="275869" y="39204"/>
                </a:lnTo>
                <a:lnTo>
                  <a:pt x="274675" y="43243"/>
                </a:lnTo>
                <a:lnTo>
                  <a:pt x="295986" y="43243"/>
                </a:lnTo>
                <a:lnTo>
                  <a:pt x="295986" y="31597"/>
                </a:lnTo>
                <a:lnTo>
                  <a:pt x="295198" y="31394"/>
                </a:lnTo>
                <a:lnTo>
                  <a:pt x="294271" y="31242"/>
                </a:lnTo>
                <a:close/>
              </a:path>
              <a:path w="564515" h="107314">
                <a:moveTo>
                  <a:pt x="374980" y="0"/>
                </a:moveTo>
                <a:lnTo>
                  <a:pt x="357746" y="0"/>
                </a:lnTo>
                <a:lnTo>
                  <a:pt x="353681" y="5771"/>
                </a:lnTo>
                <a:lnTo>
                  <a:pt x="340888" y="45859"/>
                </a:lnTo>
                <a:lnTo>
                  <a:pt x="340626" y="53581"/>
                </a:lnTo>
                <a:lnTo>
                  <a:pt x="340853" y="60274"/>
                </a:lnTo>
                <a:lnTo>
                  <a:pt x="340888" y="61320"/>
                </a:lnTo>
                <a:lnTo>
                  <a:pt x="353681" y="101423"/>
                </a:lnTo>
                <a:lnTo>
                  <a:pt x="357746" y="107200"/>
                </a:lnTo>
                <a:lnTo>
                  <a:pt x="374980" y="107200"/>
                </a:lnTo>
                <a:lnTo>
                  <a:pt x="372046" y="103479"/>
                </a:lnTo>
                <a:lnTo>
                  <a:pt x="369392" y="98691"/>
                </a:lnTo>
                <a:lnTo>
                  <a:pt x="359501" y="61320"/>
                </a:lnTo>
                <a:lnTo>
                  <a:pt x="359397" y="48552"/>
                </a:lnTo>
                <a:lnTo>
                  <a:pt x="359790" y="43484"/>
                </a:lnTo>
                <a:lnTo>
                  <a:pt x="368846" y="10248"/>
                </a:lnTo>
                <a:lnTo>
                  <a:pt x="370725" y="6210"/>
                </a:lnTo>
                <a:lnTo>
                  <a:pt x="372783" y="2794"/>
                </a:lnTo>
                <a:lnTo>
                  <a:pt x="374980" y="0"/>
                </a:lnTo>
                <a:close/>
              </a:path>
              <a:path w="564515" h="107314">
                <a:moveTo>
                  <a:pt x="445096" y="10198"/>
                </a:moveTo>
                <a:lnTo>
                  <a:pt x="387654" y="10198"/>
                </a:lnTo>
                <a:lnTo>
                  <a:pt x="387654" y="96951"/>
                </a:lnTo>
                <a:lnTo>
                  <a:pt x="405993" y="96951"/>
                </a:lnTo>
                <a:lnTo>
                  <a:pt x="405993" y="61112"/>
                </a:lnTo>
                <a:lnTo>
                  <a:pt x="441286" y="61112"/>
                </a:lnTo>
                <a:lnTo>
                  <a:pt x="441286" y="45999"/>
                </a:lnTo>
                <a:lnTo>
                  <a:pt x="405993" y="45999"/>
                </a:lnTo>
                <a:lnTo>
                  <a:pt x="405993" y="25323"/>
                </a:lnTo>
                <a:lnTo>
                  <a:pt x="445096" y="25323"/>
                </a:lnTo>
                <a:lnTo>
                  <a:pt x="445096" y="10198"/>
                </a:lnTo>
                <a:close/>
              </a:path>
              <a:path w="564515" h="107314">
                <a:moveTo>
                  <a:pt x="517753" y="10198"/>
                </a:moveTo>
                <a:lnTo>
                  <a:pt x="459295" y="10198"/>
                </a:lnTo>
                <a:lnTo>
                  <a:pt x="459295" y="96951"/>
                </a:lnTo>
                <a:lnTo>
                  <a:pt x="517918" y="96951"/>
                </a:lnTo>
                <a:lnTo>
                  <a:pt x="517918" y="81826"/>
                </a:lnTo>
                <a:lnTo>
                  <a:pt x="477634" y="81826"/>
                </a:lnTo>
                <a:lnTo>
                  <a:pt x="477634" y="61112"/>
                </a:lnTo>
                <a:lnTo>
                  <a:pt x="514743" y="61112"/>
                </a:lnTo>
                <a:lnTo>
                  <a:pt x="514743" y="45999"/>
                </a:lnTo>
                <a:lnTo>
                  <a:pt x="477634" y="45999"/>
                </a:lnTo>
                <a:lnTo>
                  <a:pt x="477634" y="25323"/>
                </a:lnTo>
                <a:lnTo>
                  <a:pt x="517753" y="25323"/>
                </a:lnTo>
                <a:lnTo>
                  <a:pt x="517753" y="10198"/>
                </a:lnTo>
                <a:close/>
              </a:path>
              <a:path w="564515" h="107314">
                <a:moveTo>
                  <a:pt x="547154" y="0"/>
                </a:moveTo>
                <a:lnTo>
                  <a:pt x="529920" y="0"/>
                </a:lnTo>
                <a:lnTo>
                  <a:pt x="532853" y="3721"/>
                </a:lnTo>
                <a:lnTo>
                  <a:pt x="535495" y="8509"/>
                </a:lnTo>
                <a:lnTo>
                  <a:pt x="537832" y="14351"/>
                </a:lnTo>
                <a:lnTo>
                  <a:pt x="540207" y="20167"/>
                </a:lnTo>
                <a:lnTo>
                  <a:pt x="542074" y="26492"/>
                </a:lnTo>
                <a:lnTo>
                  <a:pt x="543432" y="33324"/>
                </a:lnTo>
                <a:lnTo>
                  <a:pt x="544817" y="40132"/>
                </a:lnTo>
                <a:lnTo>
                  <a:pt x="545398" y="45859"/>
                </a:lnTo>
                <a:lnTo>
                  <a:pt x="539597" y="88506"/>
                </a:lnTo>
                <a:lnTo>
                  <a:pt x="529920" y="107200"/>
                </a:lnTo>
                <a:lnTo>
                  <a:pt x="547154" y="107200"/>
                </a:lnTo>
                <a:lnTo>
                  <a:pt x="563214" y="68743"/>
                </a:lnTo>
                <a:lnTo>
                  <a:pt x="564273" y="53581"/>
                </a:lnTo>
                <a:lnTo>
                  <a:pt x="564044" y="46888"/>
                </a:lnTo>
                <a:lnTo>
                  <a:pt x="551216" y="5771"/>
                </a:lnTo>
                <a:lnTo>
                  <a:pt x="547154" y="0"/>
                </a:lnTo>
                <a:close/>
              </a:path>
            </a:pathLst>
          </a:custGeom>
          <a:solidFill>
            <a:srgbClr val="5208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10027612" y="1602337"/>
            <a:ext cx="886460" cy="76200"/>
          </a:xfrm>
          <a:custGeom>
            <a:avLst/>
            <a:gdLst/>
            <a:ahLst/>
            <a:cxnLst/>
            <a:rect l="l" t="t" r="r" b="b"/>
            <a:pathLst>
              <a:path w="886459" h="76200">
                <a:moveTo>
                  <a:pt x="77546" y="45123"/>
                </a:moveTo>
                <a:lnTo>
                  <a:pt x="0" y="44742"/>
                </a:lnTo>
                <a:lnTo>
                  <a:pt x="76" y="25679"/>
                </a:lnTo>
                <a:lnTo>
                  <a:pt x="77622" y="26060"/>
                </a:lnTo>
                <a:lnTo>
                  <a:pt x="77546" y="45123"/>
                </a:lnTo>
                <a:close/>
              </a:path>
              <a:path w="886459" h="76200">
                <a:moveTo>
                  <a:pt x="213245" y="45504"/>
                </a:moveTo>
                <a:lnTo>
                  <a:pt x="135699" y="45250"/>
                </a:lnTo>
                <a:lnTo>
                  <a:pt x="135788" y="26187"/>
                </a:lnTo>
                <a:lnTo>
                  <a:pt x="213334" y="26441"/>
                </a:lnTo>
                <a:lnTo>
                  <a:pt x="213245" y="45504"/>
                </a:lnTo>
                <a:close/>
              </a:path>
              <a:path w="886459" h="76200">
                <a:moveTo>
                  <a:pt x="348957" y="46012"/>
                </a:moveTo>
                <a:lnTo>
                  <a:pt x="271411" y="45758"/>
                </a:lnTo>
                <a:lnTo>
                  <a:pt x="271475" y="26695"/>
                </a:lnTo>
                <a:lnTo>
                  <a:pt x="349021" y="26949"/>
                </a:lnTo>
                <a:lnTo>
                  <a:pt x="348957" y="46012"/>
                </a:lnTo>
                <a:close/>
              </a:path>
              <a:path w="886459" h="76200">
                <a:moveTo>
                  <a:pt x="484670" y="46520"/>
                </a:moveTo>
                <a:lnTo>
                  <a:pt x="407111" y="46266"/>
                </a:lnTo>
                <a:lnTo>
                  <a:pt x="407187" y="27203"/>
                </a:lnTo>
                <a:lnTo>
                  <a:pt x="484733" y="27457"/>
                </a:lnTo>
                <a:lnTo>
                  <a:pt x="484670" y="46520"/>
                </a:lnTo>
                <a:close/>
              </a:path>
              <a:path w="886459" h="76200">
                <a:moveTo>
                  <a:pt x="620369" y="46901"/>
                </a:moveTo>
                <a:lnTo>
                  <a:pt x="542823" y="46647"/>
                </a:lnTo>
                <a:lnTo>
                  <a:pt x="542886" y="27584"/>
                </a:lnTo>
                <a:lnTo>
                  <a:pt x="620433" y="27838"/>
                </a:lnTo>
                <a:lnTo>
                  <a:pt x="620369" y="46901"/>
                </a:lnTo>
                <a:close/>
              </a:path>
              <a:path w="886459" h="76200">
                <a:moveTo>
                  <a:pt x="756119" y="47409"/>
                </a:moveTo>
                <a:lnTo>
                  <a:pt x="678535" y="47155"/>
                </a:lnTo>
                <a:lnTo>
                  <a:pt x="678599" y="28092"/>
                </a:lnTo>
                <a:lnTo>
                  <a:pt x="756119" y="28346"/>
                </a:lnTo>
                <a:lnTo>
                  <a:pt x="756119" y="47409"/>
                </a:lnTo>
                <a:close/>
              </a:path>
              <a:path w="886459" h="76200">
                <a:moveTo>
                  <a:pt x="808456" y="76136"/>
                </a:moveTo>
                <a:lnTo>
                  <a:pt x="808556" y="47663"/>
                </a:lnTo>
                <a:lnTo>
                  <a:pt x="808623" y="28600"/>
                </a:lnTo>
                <a:lnTo>
                  <a:pt x="808723" y="0"/>
                </a:lnTo>
                <a:lnTo>
                  <a:pt x="866387" y="28600"/>
                </a:lnTo>
                <a:lnTo>
                  <a:pt x="814273" y="28600"/>
                </a:lnTo>
                <a:lnTo>
                  <a:pt x="814273" y="47663"/>
                </a:lnTo>
                <a:lnTo>
                  <a:pt x="867051" y="47663"/>
                </a:lnTo>
                <a:lnTo>
                  <a:pt x="808456" y="76136"/>
                </a:lnTo>
                <a:close/>
              </a:path>
              <a:path w="886459" h="76200">
                <a:moveTo>
                  <a:pt x="821512" y="47663"/>
                </a:moveTo>
                <a:lnTo>
                  <a:pt x="814273" y="47663"/>
                </a:lnTo>
                <a:lnTo>
                  <a:pt x="814273" y="28600"/>
                </a:lnTo>
                <a:lnTo>
                  <a:pt x="821639" y="28600"/>
                </a:lnTo>
                <a:lnTo>
                  <a:pt x="821512" y="47663"/>
                </a:lnTo>
                <a:close/>
              </a:path>
              <a:path w="886459" h="76200">
                <a:moveTo>
                  <a:pt x="867051" y="47663"/>
                </a:moveTo>
                <a:lnTo>
                  <a:pt x="821512" y="47663"/>
                </a:lnTo>
                <a:lnTo>
                  <a:pt x="821639" y="28600"/>
                </a:lnTo>
                <a:lnTo>
                  <a:pt x="866387" y="28600"/>
                </a:lnTo>
                <a:lnTo>
                  <a:pt x="886129" y="38392"/>
                </a:lnTo>
                <a:lnTo>
                  <a:pt x="867051" y="47663"/>
                </a:lnTo>
                <a:close/>
              </a:path>
            </a:pathLst>
          </a:custGeom>
          <a:solidFill>
            <a:srgbClr val="F549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11336250" y="1599929"/>
            <a:ext cx="574040" cy="76835"/>
          </a:xfrm>
          <a:custGeom>
            <a:avLst/>
            <a:gdLst/>
            <a:ahLst/>
            <a:cxnLst/>
            <a:rect l="l" t="t" r="r" b="b"/>
            <a:pathLst>
              <a:path w="574040" h="76835">
                <a:moveTo>
                  <a:pt x="0" y="50330"/>
                </a:moveTo>
                <a:lnTo>
                  <a:pt x="0" y="31267"/>
                </a:lnTo>
                <a:lnTo>
                  <a:pt x="77546" y="30759"/>
                </a:lnTo>
                <a:lnTo>
                  <a:pt x="77546" y="49822"/>
                </a:lnTo>
                <a:lnTo>
                  <a:pt x="0" y="50330"/>
                </a:lnTo>
                <a:close/>
              </a:path>
              <a:path w="574040" h="76835">
                <a:moveTo>
                  <a:pt x="135712" y="49568"/>
                </a:moveTo>
                <a:lnTo>
                  <a:pt x="135712" y="30505"/>
                </a:lnTo>
                <a:lnTo>
                  <a:pt x="213258" y="30124"/>
                </a:lnTo>
                <a:lnTo>
                  <a:pt x="213258" y="49187"/>
                </a:lnTo>
                <a:lnTo>
                  <a:pt x="135712" y="49568"/>
                </a:lnTo>
                <a:close/>
              </a:path>
              <a:path w="574040" h="76835">
                <a:moveTo>
                  <a:pt x="271411" y="48806"/>
                </a:moveTo>
                <a:lnTo>
                  <a:pt x="271411" y="29743"/>
                </a:lnTo>
                <a:lnTo>
                  <a:pt x="348957" y="29362"/>
                </a:lnTo>
                <a:lnTo>
                  <a:pt x="348957" y="48425"/>
                </a:lnTo>
                <a:lnTo>
                  <a:pt x="271411" y="48806"/>
                </a:lnTo>
                <a:close/>
              </a:path>
              <a:path w="574040" h="76835">
                <a:moveTo>
                  <a:pt x="407123" y="48044"/>
                </a:moveTo>
                <a:lnTo>
                  <a:pt x="407123" y="28981"/>
                </a:lnTo>
                <a:lnTo>
                  <a:pt x="484670" y="28600"/>
                </a:lnTo>
                <a:lnTo>
                  <a:pt x="484670" y="47663"/>
                </a:lnTo>
                <a:lnTo>
                  <a:pt x="407123" y="48044"/>
                </a:lnTo>
                <a:close/>
              </a:path>
              <a:path w="574040" h="76835">
                <a:moveTo>
                  <a:pt x="496163" y="76263"/>
                </a:moveTo>
                <a:lnTo>
                  <a:pt x="495782" y="0"/>
                </a:lnTo>
                <a:lnTo>
                  <a:pt x="573455" y="37617"/>
                </a:lnTo>
                <a:lnTo>
                  <a:pt x="496163" y="76263"/>
                </a:lnTo>
                <a:close/>
              </a:path>
            </a:pathLst>
          </a:custGeom>
          <a:solidFill>
            <a:srgbClr val="F549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12460545" y="1607683"/>
            <a:ext cx="559435" cy="76835"/>
          </a:xfrm>
          <a:custGeom>
            <a:avLst/>
            <a:gdLst/>
            <a:ahLst/>
            <a:cxnLst/>
            <a:rect l="l" t="t" r="r" b="b"/>
            <a:pathLst>
              <a:path w="559434" h="76835">
                <a:moveTo>
                  <a:pt x="77546" y="40792"/>
                </a:moveTo>
                <a:lnTo>
                  <a:pt x="0" y="39395"/>
                </a:lnTo>
                <a:lnTo>
                  <a:pt x="236" y="21729"/>
                </a:lnTo>
                <a:lnTo>
                  <a:pt x="253" y="20459"/>
                </a:lnTo>
                <a:lnTo>
                  <a:pt x="77800" y="21729"/>
                </a:lnTo>
                <a:lnTo>
                  <a:pt x="77564" y="39395"/>
                </a:lnTo>
                <a:lnTo>
                  <a:pt x="77546" y="40792"/>
                </a:lnTo>
                <a:close/>
              </a:path>
              <a:path w="559434" h="76835">
                <a:moveTo>
                  <a:pt x="213118" y="43078"/>
                </a:moveTo>
                <a:lnTo>
                  <a:pt x="135699" y="41808"/>
                </a:lnTo>
                <a:lnTo>
                  <a:pt x="135948" y="24015"/>
                </a:lnTo>
                <a:lnTo>
                  <a:pt x="135966" y="22745"/>
                </a:lnTo>
                <a:lnTo>
                  <a:pt x="213512" y="24015"/>
                </a:lnTo>
                <a:lnTo>
                  <a:pt x="213144" y="41808"/>
                </a:lnTo>
                <a:lnTo>
                  <a:pt x="213118" y="43078"/>
                </a:lnTo>
                <a:close/>
              </a:path>
              <a:path w="559434" h="76835">
                <a:moveTo>
                  <a:pt x="348830" y="45377"/>
                </a:moveTo>
                <a:lnTo>
                  <a:pt x="271284" y="44094"/>
                </a:lnTo>
                <a:lnTo>
                  <a:pt x="271637" y="26428"/>
                </a:lnTo>
                <a:lnTo>
                  <a:pt x="271665" y="25031"/>
                </a:lnTo>
                <a:lnTo>
                  <a:pt x="349211" y="26428"/>
                </a:lnTo>
                <a:lnTo>
                  <a:pt x="348856" y="44094"/>
                </a:lnTo>
                <a:lnTo>
                  <a:pt x="348830" y="45377"/>
                </a:lnTo>
                <a:close/>
              </a:path>
              <a:path w="559434" h="76835">
                <a:moveTo>
                  <a:pt x="480783" y="76263"/>
                </a:moveTo>
                <a:lnTo>
                  <a:pt x="482206" y="0"/>
                </a:lnTo>
                <a:lnTo>
                  <a:pt x="537985" y="28668"/>
                </a:lnTo>
                <a:lnTo>
                  <a:pt x="484925" y="28668"/>
                </a:lnTo>
                <a:lnTo>
                  <a:pt x="484559" y="46393"/>
                </a:lnTo>
                <a:lnTo>
                  <a:pt x="484531" y="47732"/>
                </a:lnTo>
                <a:lnTo>
                  <a:pt x="541604" y="47732"/>
                </a:lnTo>
                <a:lnTo>
                  <a:pt x="480783" y="76263"/>
                </a:lnTo>
                <a:close/>
              </a:path>
              <a:path w="559434" h="76835">
                <a:moveTo>
                  <a:pt x="481316" y="47732"/>
                </a:moveTo>
                <a:lnTo>
                  <a:pt x="406984" y="46393"/>
                </a:lnTo>
                <a:lnTo>
                  <a:pt x="407350" y="28668"/>
                </a:lnTo>
                <a:lnTo>
                  <a:pt x="407377" y="27317"/>
                </a:lnTo>
                <a:lnTo>
                  <a:pt x="481671" y="28668"/>
                </a:lnTo>
                <a:lnTo>
                  <a:pt x="481341" y="46393"/>
                </a:lnTo>
                <a:lnTo>
                  <a:pt x="481316" y="47732"/>
                </a:lnTo>
                <a:close/>
              </a:path>
              <a:path w="559434" h="76835">
                <a:moveTo>
                  <a:pt x="541604" y="47732"/>
                </a:moveTo>
                <a:lnTo>
                  <a:pt x="484531" y="47732"/>
                </a:lnTo>
                <a:lnTo>
                  <a:pt x="484925" y="28668"/>
                </a:lnTo>
                <a:lnTo>
                  <a:pt x="537985" y="28668"/>
                </a:lnTo>
                <a:lnTo>
                  <a:pt x="559104" y="39522"/>
                </a:lnTo>
                <a:lnTo>
                  <a:pt x="541604" y="47732"/>
                </a:lnTo>
                <a:close/>
              </a:path>
            </a:pathLst>
          </a:custGeom>
          <a:solidFill>
            <a:srgbClr val="F549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11327150" y="987614"/>
            <a:ext cx="787400" cy="120650"/>
          </a:xfrm>
          <a:custGeom>
            <a:avLst/>
            <a:gdLst/>
            <a:ahLst/>
            <a:cxnLst/>
            <a:rect l="l" t="t" r="r" b="b"/>
            <a:pathLst>
              <a:path w="787400" h="120650">
                <a:moveTo>
                  <a:pt x="57200" y="1600"/>
                </a:moveTo>
                <a:lnTo>
                  <a:pt x="0" y="1600"/>
                </a:lnTo>
                <a:lnTo>
                  <a:pt x="0" y="118808"/>
                </a:lnTo>
                <a:lnTo>
                  <a:pt x="28333" y="118808"/>
                </a:lnTo>
                <a:lnTo>
                  <a:pt x="28333" y="78689"/>
                </a:lnTo>
                <a:lnTo>
                  <a:pt x="16941" y="78689"/>
                </a:lnTo>
                <a:lnTo>
                  <a:pt x="16941" y="56375"/>
                </a:lnTo>
                <a:lnTo>
                  <a:pt x="28333" y="56375"/>
                </a:lnTo>
                <a:lnTo>
                  <a:pt x="28333" y="24434"/>
                </a:lnTo>
                <a:lnTo>
                  <a:pt x="88687" y="24434"/>
                </a:lnTo>
                <a:lnTo>
                  <a:pt x="82486" y="13982"/>
                </a:lnTo>
                <a:lnTo>
                  <a:pt x="77546" y="9486"/>
                </a:lnTo>
                <a:lnTo>
                  <a:pt x="64770" y="3187"/>
                </a:lnTo>
                <a:lnTo>
                  <a:pt x="57200" y="1600"/>
                </a:lnTo>
                <a:close/>
              </a:path>
              <a:path w="787400" h="120650">
                <a:moveTo>
                  <a:pt x="65989" y="65239"/>
                </a:moveTo>
                <a:lnTo>
                  <a:pt x="35661" y="65239"/>
                </a:lnTo>
                <a:lnTo>
                  <a:pt x="64274" y="118808"/>
                </a:lnTo>
                <a:lnTo>
                  <a:pt x="95173" y="118808"/>
                </a:lnTo>
                <a:lnTo>
                  <a:pt x="73316" y="78689"/>
                </a:lnTo>
                <a:lnTo>
                  <a:pt x="56489" y="78689"/>
                </a:lnTo>
                <a:lnTo>
                  <a:pt x="64211" y="77228"/>
                </a:lnTo>
                <a:lnTo>
                  <a:pt x="70875" y="74207"/>
                </a:lnTo>
                <a:lnTo>
                  <a:pt x="65989" y="65239"/>
                </a:lnTo>
                <a:close/>
              </a:path>
              <a:path w="787400" h="120650">
                <a:moveTo>
                  <a:pt x="28333" y="56375"/>
                </a:moveTo>
                <a:lnTo>
                  <a:pt x="16941" y="56375"/>
                </a:lnTo>
                <a:lnTo>
                  <a:pt x="16941" y="78689"/>
                </a:lnTo>
                <a:lnTo>
                  <a:pt x="28333" y="78689"/>
                </a:lnTo>
                <a:lnTo>
                  <a:pt x="28333" y="56375"/>
                </a:lnTo>
                <a:close/>
              </a:path>
              <a:path w="787400" h="120650">
                <a:moveTo>
                  <a:pt x="88687" y="24434"/>
                </a:moveTo>
                <a:lnTo>
                  <a:pt x="46532" y="24434"/>
                </a:lnTo>
                <a:lnTo>
                  <a:pt x="50101" y="25044"/>
                </a:lnTo>
                <a:lnTo>
                  <a:pt x="52997" y="26276"/>
                </a:lnTo>
                <a:lnTo>
                  <a:pt x="55892" y="27457"/>
                </a:lnTo>
                <a:lnTo>
                  <a:pt x="58089" y="29248"/>
                </a:lnTo>
                <a:lnTo>
                  <a:pt x="59575" y="31648"/>
                </a:lnTo>
                <a:lnTo>
                  <a:pt x="61074" y="34010"/>
                </a:lnTo>
                <a:lnTo>
                  <a:pt x="61810" y="37007"/>
                </a:lnTo>
                <a:lnTo>
                  <a:pt x="61810" y="44259"/>
                </a:lnTo>
                <a:lnTo>
                  <a:pt x="46570" y="56375"/>
                </a:lnTo>
                <a:lnTo>
                  <a:pt x="28333" y="56375"/>
                </a:lnTo>
                <a:lnTo>
                  <a:pt x="28333" y="78689"/>
                </a:lnTo>
                <a:lnTo>
                  <a:pt x="42845" y="78689"/>
                </a:lnTo>
                <a:lnTo>
                  <a:pt x="35661" y="65239"/>
                </a:lnTo>
                <a:lnTo>
                  <a:pt x="83401" y="65239"/>
                </a:lnTo>
                <a:lnTo>
                  <a:pt x="85852" y="61353"/>
                </a:lnTo>
                <a:lnTo>
                  <a:pt x="89300" y="55816"/>
                </a:lnTo>
                <a:lnTo>
                  <a:pt x="89395" y="55664"/>
                </a:lnTo>
                <a:lnTo>
                  <a:pt x="91173" y="48755"/>
                </a:lnTo>
                <a:lnTo>
                  <a:pt x="91173" y="32626"/>
                </a:lnTo>
                <a:lnTo>
                  <a:pt x="89433" y="25692"/>
                </a:lnTo>
                <a:lnTo>
                  <a:pt x="88687" y="24434"/>
                </a:lnTo>
                <a:close/>
              </a:path>
              <a:path w="787400" h="120650">
                <a:moveTo>
                  <a:pt x="70875" y="74207"/>
                </a:moveTo>
                <a:lnTo>
                  <a:pt x="64211" y="77228"/>
                </a:lnTo>
                <a:lnTo>
                  <a:pt x="56489" y="78689"/>
                </a:lnTo>
                <a:lnTo>
                  <a:pt x="73316" y="78689"/>
                </a:lnTo>
                <a:lnTo>
                  <a:pt x="70875" y="74207"/>
                </a:lnTo>
                <a:close/>
              </a:path>
              <a:path w="787400" h="120650">
                <a:moveTo>
                  <a:pt x="83401" y="65239"/>
                </a:moveTo>
                <a:lnTo>
                  <a:pt x="65989" y="65239"/>
                </a:lnTo>
                <a:lnTo>
                  <a:pt x="70875" y="74207"/>
                </a:lnTo>
                <a:lnTo>
                  <a:pt x="77266" y="71310"/>
                </a:lnTo>
                <a:lnTo>
                  <a:pt x="82296" y="66992"/>
                </a:lnTo>
                <a:lnTo>
                  <a:pt x="83401" y="65239"/>
                </a:lnTo>
                <a:close/>
              </a:path>
              <a:path w="787400" h="120650">
                <a:moveTo>
                  <a:pt x="191579" y="1600"/>
                </a:moveTo>
                <a:lnTo>
                  <a:pt x="109855" y="1600"/>
                </a:lnTo>
                <a:lnTo>
                  <a:pt x="109855" y="118808"/>
                </a:lnTo>
                <a:lnTo>
                  <a:pt x="191579" y="118808"/>
                </a:lnTo>
                <a:lnTo>
                  <a:pt x="191579" y="95808"/>
                </a:lnTo>
                <a:lnTo>
                  <a:pt x="138188" y="95808"/>
                </a:lnTo>
                <a:lnTo>
                  <a:pt x="138188" y="71704"/>
                </a:lnTo>
                <a:lnTo>
                  <a:pt x="187401" y="71704"/>
                </a:lnTo>
                <a:lnTo>
                  <a:pt x="187401" y="48641"/>
                </a:lnTo>
                <a:lnTo>
                  <a:pt x="138188" y="48641"/>
                </a:lnTo>
                <a:lnTo>
                  <a:pt x="138188" y="24612"/>
                </a:lnTo>
                <a:lnTo>
                  <a:pt x="191579" y="24612"/>
                </a:lnTo>
                <a:lnTo>
                  <a:pt x="191579" y="1600"/>
                </a:lnTo>
                <a:close/>
              </a:path>
              <a:path w="787400" h="120650">
                <a:moveTo>
                  <a:pt x="273875" y="0"/>
                </a:moveTo>
                <a:lnTo>
                  <a:pt x="266776" y="0"/>
                </a:lnTo>
                <a:lnTo>
                  <a:pt x="259154" y="435"/>
                </a:lnTo>
                <a:lnTo>
                  <a:pt x="222606" y="21097"/>
                </a:lnTo>
                <a:lnTo>
                  <a:pt x="211213" y="60210"/>
                </a:lnTo>
                <a:lnTo>
                  <a:pt x="211593" y="67995"/>
                </a:lnTo>
                <a:lnTo>
                  <a:pt x="211666" y="69485"/>
                </a:lnTo>
                <a:lnTo>
                  <a:pt x="227058" y="104786"/>
                </a:lnTo>
                <a:lnTo>
                  <a:pt x="266776" y="120408"/>
                </a:lnTo>
                <a:lnTo>
                  <a:pt x="274828" y="120408"/>
                </a:lnTo>
                <a:lnTo>
                  <a:pt x="311848" y="98145"/>
                </a:lnTo>
                <a:lnTo>
                  <a:pt x="313129" y="95567"/>
                </a:lnTo>
                <a:lnTo>
                  <a:pt x="261772" y="95567"/>
                </a:lnTo>
                <a:lnTo>
                  <a:pt x="256946" y="94259"/>
                </a:lnTo>
                <a:lnTo>
                  <a:pt x="240106" y="67995"/>
                </a:lnTo>
                <a:lnTo>
                  <a:pt x="240106" y="52730"/>
                </a:lnTo>
                <a:lnTo>
                  <a:pt x="261835" y="24841"/>
                </a:lnTo>
                <a:lnTo>
                  <a:pt x="313261" y="24841"/>
                </a:lnTo>
                <a:lnTo>
                  <a:pt x="310667" y="19900"/>
                </a:lnTo>
                <a:lnTo>
                  <a:pt x="306946" y="15303"/>
                </a:lnTo>
                <a:lnTo>
                  <a:pt x="297789" y="7785"/>
                </a:lnTo>
                <a:lnTo>
                  <a:pt x="292493" y="4927"/>
                </a:lnTo>
                <a:lnTo>
                  <a:pt x="280441" y="990"/>
                </a:lnTo>
                <a:lnTo>
                  <a:pt x="273875" y="0"/>
                </a:lnTo>
                <a:close/>
              </a:path>
              <a:path w="787400" h="120650">
                <a:moveTo>
                  <a:pt x="290245" y="77609"/>
                </a:moveTo>
                <a:lnTo>
                  <a:pt x="289864" y="79781"/>
                </a:lnTo>
                <a:lnTo>
                  <a:pt x="289750" y="80429"/>
                </a:lnTo>
                <a:lnTo>
                  <a:pt x="288848" y="82969"/>
                </a:lnTo>
                <a:lnTo>
                  <a:pt x="270471" y="95567"/>
                </a:lnTo>
                <a:lnTo>
                  <a:pt x="313129" y="95567"/>
                </a:lnTo>
                <a:lnTo>
                  <a:pt x="316852" y="88074"/>
                </a:lnTo>
                <a:lnTo>
                  <a:pt x="318363" y="82969"/>
                </a:lnTo>
                <a:lnTo>
                  <a:pt x="318834" y="78031"/>
                </a:lnTo>
                <a:lnTo>
                  <a:pt x="318858" y="77774"/>
                </a:lnTo>
                <a:lnTo>
                  <a:pt x="290245" y="77609"/>
                </a:lnTo>
                <a:close/>
              </a:path>
              <a:path w="787400" h="120650">
                <a:moveTo>
                  <a:pt x="313261" y="24841"/>
                </a:moveTo>
                <a:lnTo>
                  <a:pt x="270725" y="24841"/>
                </a:lnTo>
                <a:lnTo>
                  <a:pt x="273646" y="25298"/>
                </a:lnTo>
                <a:lnTo>
                  <a:pt x="276314" y="26225"/>
                </a:lnTo>
                <a:lnTo>
                  <a:pt x="290245" y="44069"/>
                </a:lnTo>
                <a:lnTo>
                  <a:pt x="318858" y="44069"/>
                </a:lnTo>
                <a:lnTo>
                  <a:pt x="318173" y="37045"/>
                </a:lnTo>
                <a:lnTo>
                  <a:pt x="316395" y="30810"/>
                </a:lnTo>
                <a:lnTo>
                  <a:pt x="313261" y="24841"/>
                </a:lnTo>
                <a:close/>
              </a:path>
              <a:path w="787400" h="120650">
                <a:moveTo>
                  <a:pt x="392861" y="0"/>
                </a:moveTo>
                <a:lnTo>
                  <a:pt x="353080" y="15582"/>
                </a:lnTo>
                <a:lnTo>
                  <a:pt x="337418" y="50904"/>
                </a:lnTo>
                <a:lnTo>
                  <a:pt x="336956" y="60210"/>
                </a:lnTo>
                <a:lnTo>
                  <a:pt x="337335" y="67830"/>
                </a:lnTo>
                <a:lnTo>
                  <a:pt x="353183" y="104832"/>
                </a:lnTo>
                <a:lnTo>
                  <a:pt x="392861" y="120408"/>
                </a:lnTo>
                <a:lnTo>
                  <a:pt x="400536" y="119972"/>
                </a:lnTo>
                <a:lnTo>
                  <a:pt x="437348" y="99321"/>
                </a:lnTo>
                <a:lnTo>
                  <a:pt x="439756" y="95567"/>
                </a:lnTo>
                <a:lnTo>
                  <a:pt x="387261" y="95567"/>
                </a:lnTo>
                <a:lnTo>
                  <a:pt x="382435" y="94221"/>
                </a:lnTo>
                <a:lnTo>
                  <a:pt x="365848" y="67830"/>
                </a:lnTo>
                <a:lnTo>
                  <a:pt x="365848" y="52578"/>
                </a:lnTo>
                <a:lnTo>
                  <a:pt x="387261" y="24841"/>
                </a:lnTo>
                <a:lnTo>
                  <a:pt x="439748" y="24841"/>
                </a:lnTo>
                <a:lnTo>
                  <a:pt x="437348" y="21097"/>
                </a:lnTo>
                <a:lnTo>
                  <a:pt x="400536" y="435"/>
                </a:lnTo>
                <a:lnTo>
                  <a:pt x="392861" y="0"/>
                </a:lnTo>
                <a:close/>
              </a:path>
              <a:path w="787400" h="120650">
                <a:moveTo>
                  <a:pt x="439748" y="24841"/>
                </a:moveTo>
                <a:lnTo>
                  <a:pt x="398513" y="24841"/>
                </a:lnTo>
                <a:lnTo>
                  <a:pt x="403339" y="26187"/>
                </a:lnTo>
                <a:lnTo>
                  <a:pt x="407339" y="28905"/>
                </a:lnTo>
                <a:lnTo>
                  <a:pt x="411391" y="31610"/>
                </a:lnTo>
                <a:lnTo>
                  <a:pt x="414477" y="35598"/>
                </a:lnTo>
                <a:lnTo>
                  <a:pt x="416610" y="40868"/>
                </a:lnTo>
                <a:lnTo>
                  <a:pt x="418795" y="46126"/>
                </a:lnTo>
                <a:lnTo>
                  <a:pt x="419874" y="52578"/>
                </a:lnTo>
                <a:lnTo>
                  <a:pt x="419874" y="67830"/>
                </a:lnTo>
                <a:lnTo>
                  <a:pt x="418795" y="74282"/>
                </a:lnTo>
                <a:lnTo>
                  <a:pt x="416610" y="79552"/>
                </a:lnTo>
                <a:lnTo>
                  <a:pt x="414477" y="84810"/>
                </a:lnTo>
                <a:lnTo>
                  <a:pt x="411391" y="88798"/>
                </a:lnTo>
                <a:lnTo>
                  <a:pt x="403339" y="94221"/>
                </a:lnTo>
                <a:lnTo>
                  <a:pt x="398513" y="95567"/>
                </a:lnTo>
                <a:lnTo>
                  <a:pt x="439756" y="95567"/>
                </a:lnTo>
                <a:lnTo>
                  <a:pt x="448830" y="60210"/>
                </a:lnTo>
                <a:lnTo>
                  <a:pt x="448449" y="52578"/>
                </a:lnTo>
                <a:lnTo>
                  <a:pt x="448366" y="50904"/>
                </a:lnTo>
                <a:lnTo>
                  <a:pt x="446973" y="42338"/>
                </a:lnTo>
                <a:lnTo>
                  <a:pt x="444651" y="34511"/>
                </a:lnTo>
                <a:lnTo>
                  <a:pt x="441401" y="27419"/>
                </a:lnTo>
                <a:lnTo>
                  <a:pt x="439748" y="24841"/>
                </a:lnTo>
                <a:close/>
              </a:path>
              <a:path w="787400" h="120650">
                <a:moveTo>
                  <a:pt x="488213" y="1600"/>
                </a:moveTo>
                <a:lnTo>
                  <a:pt x="456501" y="1600"/>
                </a:lnTo>
                <a:lnTo>
                  <a:pt x="496049" y="118808"/>
                </a:lnTo>
                <a:lnTo>
                  <a:pt x="533768" y="118808"/>
                </a:lnTo>
                <a:lnTo>
                  <a:pt x="544344" y="87452"/>
                </a:lnTo>
                <a:lnTo>
                  <a:pt x="514413" y="87452"/>
                </a:lnTo>
                <a:lnTo>
                  <a:pt x="488213" y="1600"/>
                </a:lnTo>
                <a:close/>
              </a:path>
              <a:path w="787400" h="120650">
                <a:moveTo>
                  <a:pt x="573303" y="1600"/>
                </a:moveTo>
                <a:lnTo>
                  <a:pt x="541604" y="1600"/>
                </a:lnTo>
                <a:lnTo>
                  <a:pt x="515391" y="87452"/>
                </a:lnTo>
                <a:lnTo>
                  <a:pt x="544344" y="87452"/>
                </a:lnTo>
                <a:lnTo>
                  <a:pt x="573303" y="1600"/>
                </a:lnTo>
                <a:close/>
              </a:path>
              <a:path w="787400" h="120650">
                <a:moveTo>
                  <a:pt x="670801" y="1600"/>
                </a:moveTo>
                <a:lnTo>
                  <a:pt x="589076" y="1600"/>
                </a:lnTo>
                <a:lnTo>
                  <a:pt x="589076" y="118808"/>
                </a:lnTo>
                <a:lnTo>
                  <a:pt x="670801" y="118808"/>
                </a:lnTo>
                <a:lnTo>
                  <a:pt x="670801" y="95808"/>
                </a:lnTo>
                <a:lnTo>
                  <a:pt x="617397" y="95808"/>
                </a:lnTo>
                <a:lnTo>
                  <a:pt x="617397" y="71704"/>
                </a:lnTo>
                <a:lnTo>
                  <a:pt x="666623" y="71704"/>
                </a:lnTo>
                <a:lnTo>
                  <a:pt x="666623" y="48641"/>
                </a:lnTo>
                <a:lnTo>
                  <a:pt x="617397" y="48641"/>
                </a:lnTo>
                <a:lnTo>
                  <a:pt x="617397" y="24612"/>
                </a:lnTo>
                <a:lnTo>
                  <a:pt x="670801" y="24612"/>
                </a:lnTo>
                <a:lnTo>
                  <a:pt x="670801" y="1600"/>
                </a:lnTo>
                <a:close/>
              </a:path>
              <a:path w="787400" h="120650">
                <a:moveTo>
                  <a:pt x="748880" y="1600"/>
                </a:moveTo>
                <a:lnTo>
                  <a:pt x="691680" y="1600"/>
                </a:lnTo>
                <a:lnTo>
                  <a:pt x="691680" y="118808"/>
                </a:lnTo>
                <a:lnTo>
                  <a:pt x="720013" y="118808"/>
                </a:lnTo>
                <a:lnTo>
                  <a:pt x="720013" y="78689"/>
                </a:lnTo>
                <a:lnTo>
                  <a:pt x="708621" y="78689"/>
                </a:lnTo>
                <a:lnTo>
                  <a:pt x="708621" y="56375"/>
                </a:lnTo>
                <a:lnTo>
                  <a:pt x="720013" y="56375"/>
                </a:lnTo>
                <a:lnTo>
                  <a:pt x="720013" y="24434"/>
                </a:lnTo>
                <a:lnTo>
                  <a:pt x="780367" y="24434"/>
                </a:lnTo>
                <a:lnTo>
                  <a:pt x="774166" y="13982"/>
                </a:lnTo>
                <a:lnTo>
                  <a:pt x="769226" y="9486"/>
                </a:lnTo>
                <a:lnTo>
                  <a:pt x="756450" y="3187"/>
                </a:lnTo>
                <a:lnTo>
                  <a:pt x="748880" y="1600"/>
                </a:lnTo>
                <a:close/>
              </a:path>
              <a:path w="787400" h="120650">
                <a:moveTo>
                  <a:pt x="757669" y="65239"/>
                </a:moveTo>
                <a:lnTo>
                  <a:pt x="727341" y="65239"/>
                </a:lnTo>
                <a:lnTo>
                  <a:pt x="755954" y="118808"/>
                </a:lnTo>
                <a:lnTo>
                  <a:pt x="786853" y="118808"/>
                </a:lnTo>
                <a:lnTo>
                  <a:pt x="764996" y="78689"/>
                </a:lnTo>
                <a:lnTo>
                  <a:pt x="748169" y="78689"/>
                </a:lnTo>
                <a:lnTo>
                  <a:pt x="755891" y="77228"/>
                </a:lnTo>
                <a:lnTo>
                  <a:pt x="762555" y="74207"/>
                </a:lnTo>
                <a:lnTo>
                  <a:pt x="757669" y="65239"/>
                </a:lnTo>
                <a:close/>
              </a:path>
              <a:path w="787400" h="120650">
                <a:moveTo>
                  <a:pt x="720013" y="56375"/>
                </a:moveTo>
                <a:lnTo>
                  <a:pt x="708621" y="56375"/>
                </a:lnTo>
                <a:lnTo>
                  <a:pt x="708621" y="78689"/>
                </a:lnTo>
                <a:lnTo>
                  <a:pt x="720013" y="78689"/>
                </a:lnTo>
                <a:lnTo>
                  <a:pt x="720013" y="56375"/>
                </a:lnTo>
                <a:close/>
              </a:path>
              <a:path w="787400" h="120650">
                <a:moveTo>
                  <a:pt x="780367" y="24434"/>
                </a:moveTo>
                <a:lnTo>
                  <a:pt x="738212" y="24434"/>
                </a:lnTo>
                <a:lnTo>
                  <a:pt x="741781" y="25044"/>
                </a:lnTo>
                <a:lnTo>
                  <a:pt x="744677" y="26276"/>
                </a:lnTo>
                <a:lnTo>
                  <a:pt x="747572" y="27457"/>
                </a:lnTo>
                <a:lnTo>
                  <a:pt x="749769" y="29248"/>
                </a:lnTo>
                <a:lnTo>
                  <a:pt x="752741" y="34010"/>
                </a:lnTo>
                <a:lnTo>
                  <a:pt x="753491" y="37007"/>
                </a:lnTo>
                <a:lnTo>
                  <a:pt x="753491" y="44259"/>
                </a:lnTo>
                <a:lnTo>
                  <a:pt x="738251" y="56375"/>
                </a:lnTo>
                <a:lnTo>
                  <a:pt x="720013" y="56375"/>
                </a:lnTo>
                <a:lnTo>
                  <a:pt x="720013" y="78689"/>
                </a:lnTo>
                <a:lnTo>
                  <a:pt x="734525" y="78689"/>
                </a:lnTo>
                <a:lnTo>
                  <a:pt x="727341" y="65239"/>
                </a:lnTo>
                <a:lnTo>
                  <a:pt x="775081" y="65239"/>
                </a:lnTo>
                <a:lnTo>
                  <a:pt x="777532" y="61353"/>
                </a:lnTo>
                <a:lnTo>
                  <a:pt x="780980" y="55816"/>
                </a:lnTo>
                <a:lnTo>
                  <a:pt x="781075" y="55664"/>
                </a:lnTo>
                <a:lnTo>
                  <a:pt x="782853" y="48755"/>
                </a:lnTo>
                <a:lnTo>
                  <a:pt x="782853" y="32626"/>
                </a:lnTo>
                <a:lnTo>
                  <a:pt x="781113" y="25692"/>
                </a:lnTo>
                <a:lnTo>
                  <a:pt x="780367" y="24434"/>
                </a:lnTo>
                <a:close/>
              </a:path>
              <a:path w="787400" h="120650">
                <a:moveTo>
                  <a:pt x="762555" y="74207"/>
                </a:moveTo>
                <a:lnTo>
                  <a:pt x="755891" y="77228"/>
                </a:lnTo>
                <a:lnTo>
                  <a:pt x="748169" y="78689"/>
                </a:lnTo>
                <a:lnTo>
                  <a:pt x="764996" y="78689"/>
                </a:lnTo>
                <a:lnTo>
                  <a:pt x="762555" y="74207"/>
                </a:lnTo>
                <a:close/>
              </a:path>
              <a:path w="787400" h="120650">
                <a:moveTo>
                  <a:pt x="775081" y="65239"/>
                </a:moveTo>
                <a:lnTo>
                  <a:pt x="757669" y="65239"/>
                </a:lnTo>
                <a:lnTo>
                  <a:pt x="762555" y="74207"/>
                </a:lnTo>
                <a:lnTo>
                  <a:pt x="768946" y="71310"/>
                </a:lnTo>
                <a:lnTo>
                  <a:pt x="773976" y="66992"/>
                </a:lnTo>
                <a:lnTo>
                  <a:pt x="775081" y="65239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2" name="object 23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0194534" y="1184251"/>
            <a:ext cx="3246920" cy="159473"/>
          </a:xfrm>
          <a:prstGeom prst="rect">
            <a:avLst/>
          </a:prstGeom>
        </p:spPr>
      </p:pic>
      <p:grpSp>
        <p:nvGrpSpPr>
          <p:cNvPr id="233" name="object 233"/>
          <p:cNvGrpSpPr/>
          <p:nvPr/>
        </p:nvGrpSpPr>
        <p:grpSpPr>
          <a:xfrm>
            <a:off x="9352136" y="852296"/>
            <a:ext cx="502920" cy="567690"/>
            <a:chOff x="9352136" y="852296"/>
            <a:chExt cx="502920" cy="567690"/>
          </a:xfrm>
        </p:grpSpPr>
        <p:pic>
          <p:nvPicPr>
            <p:cNvPr id="234" name="object 2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442685" y="915903"/>
              <a:ext cx="411962" cy="395604"/>
            </a:xfrm>
            <a:prstGeom prst="rect">
              <a:avLst/>
            </a:prstGeom>
          </p:spPr>
        </p:pic>
        <p:pic>
          <p:nvPicPr>
            <p:cNvPr id="235" name="object 2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352136" y="852296"/>
              <a:ext cx="489508" cy="567194"/>
            </a:xfrm>
            <a:prstGeom prst="rect">
              <a:avLst/>
            </a:prstGeom>
          </p:spPr>
        </p:pic>
        <p:sp>
          <p:nvSpPr>
            <p:cNvPr id="236" name="object 236"/>
            <p:cNvSpPr/>
            <p:nvPr/>
          </p:nvSpPr>
          <p:spPr>
            <a:xfrm>
              <a:off x="9520299" y="966790"/>
              <a:ext cx="281305" cy="267335"/>
            </a:xfrm>
            <a:custGeom>
              <a:avLst/>
              <a:gdLst/>
              <a:ahLst/>
              <a:cxnLst/>
              <a:rect l="l" t="t" r="r" b="b"/>
              <a:pathLst>
                <a:path w="281304" h="267334">
                  <a:moveTo>
                    <a:pt x="140550" y="266776"/>
                  </a:moveTo>
                  <a:lnTo>
                    <a:pt x="96126" y="259974"/>
                  </a:lnTo>
                  <a:lnTo>
                    <a:pt x="57544" y="241033"/>
                  </a:lnTo>
                  <a:lnTo>
                    <a:pt x="27118" y="212148"/>
                  </a:lnTo>
                  <a:lnTo>
                    <a:pt x="7165" y="175513"/>
                  </a:lnTo>
                  <a:lnTo>
                    <a:pt x="0" y="133324"/>
                  </a:lnTo>
                  <a:lnTo>
                    <a:pt x="7165" y="91197"/>
                  </a:lnTo>
                  <a:lnTo>
                    <a:pt x="27118" y="54600"/>
                  </a:lnTo>
                  <a:lnTo>
                    <a:pt x="57544" y="25734"/>
                  </a:lnTo>
                  <a:lnTo>
                    <a:pt x="96126" y="6800"/>
                  </a:lnTo>
                  <a:lnTo>
                    <a:pt x="140550" y="0"/>
                  </a:lnTo>
                  <a:lnTo>
                    <a:pt x="184975" y="6800"/>
                  </a:lnTo>
                  <a:lnTo>
                    <a:pt x="223557" y="25734"/>
                  </a:lnTo>
                  <a:lnTo>
                    <a:pt x="253983" y="54600"/>
                  </a:lnTo>
                  <a:lnTo>
                    <a:pt x="273936" y="91197"/>
                  </a:lnTo>
                  <a:lnTo>
                    <a:pt x="281101" y="133324"/>
                  </a:lnTo>
                  <a:lnTo>
                    <a:pt x="273936" y="175513"/>
                  </a:lnTo>
                  <a:lnTo>
                    <a:pt x="253983" y="212148"/>
                  </a:lnTo>
                  <a:lnTo>
                    <a:pt x="223557" y="241033"/>
                  </a:lnTo>
                  <a:lnTo>
                    <a:pt x="184975" y="259974"/>
                  </a:lnTo>
                  <a:lnTo>
                    <a:pt x="140550" y="266776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7" name="object 23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617383" y="1038143"/>
              <a:ext cx="98780" cy="132727"/>
            </a:xfrm>
            <a:prstGeom prst="rect">
              <a:avLst/>
            </a:prstGeom>
          </p:spPr>
        </p:pic>
      </p:grpSp>
      <p:grpSp>
        <p:nvGrpSpPr>
          <p:cNvPr id="238" name="object 238"/>
          <p:cNvGrpSpPr/>
          <p:nvPr/>
        </p:nvGrpSpPr>
        <p:grpSpPr>
          <a:xfrm>
            <a:off x="9177982" y="2149898"/>
            <a:ext cx="2101850" cy="2813050"/>
            <a:chOff x="9177982" y="2149898"/>
            <a:chExt cx="2101850" cy="2813050"/>
          </a:xfrm>
        </p:grpSpPr>
        <p:sp>
          <p:nvSpPr>
            <p:cNvPr id="239" name="object 239"/>
            <p:cNvSpPr/>
            <p:nvPr/>
          </p:nvSpPr>
          <p:spPr>
            <a:xfrm>
              <a:off x="9194800" y="2282888"/>
              <a:ext cx="2082800" cy="2679700"/>
            </a:xfrm>
            <a:custGeom>
              <a:avLst/>
              <a:gdLst/>
              <a:ahLst/>
              <a:cxnLst/>
              <a:rect l="l" t="t" r="r" b="b"/>
              <a:pathLst>
                <a:path w="2082800" h="2679700">
                  <a:moveTo>
                    <a:pt x="19558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6" y="37196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2552700"/>
                  </a:lnTo>
                  <a:lnTo>
                    <a:pt x="9980" y="2602134"/>
                  </a:lnTo>
                  <a:lnTo>
                    <a:pt x="37196" y="2642503"/>
                  </a:lnTo>
                  <a:lnTo>
                    <a:pt x="77565" y="2669719"/>
                  </a:lnTo>
                  <a:lnTo>
                    <a:pt x="127000" y="2679700"/>
                  </a:lnTo>
                  <a:lnTo>
                    <a:pt x="1955800" y="2679700"/>
                  </a:lnTo>
                  <a:lnTo>
                    <a:pt x="2005234" y="2669719"/>
                  </a:lnTo>
                  <a:lnTo>
                    <a:pt x="2045603" y="2642503"/>
                  </a:lnTo>
                  <a:lnTo>
                    <a:pt x="2072819" y="2602134"/>
                  </a:lnTo>
                  <a:lnTo>
                    <a:pt x="2082800" y="2552700"/>
                  </a:lnTo>
                  <a:lnTo>
                    <a:pt x="2082800" y="127000"/>
                  </a:lnTo>
                  <a:lnTo>
                    <a:pt x="2072819" y="77565"/>
                  </a:lnTo>
                  <a:lnTo>
                    <a:pt x="2045603" y="37196"/>
                  </a:lnTo>
                  <a:lnTo>
                    <a:pt x="2005234" y="9980"/>
                  </a:lnTo>
                  <a:lnTo>
                    <a:pt x="1955800" y="0"/>
                  </a:lnTo>
                  <a:close/>
                </a:path>
              </a:pathLst>
            </a:custGeom>
            <a:solidFill>
              <a:srgbClr val="FBE3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9194799" y="2282888"/>
              <a:ext cx="2082800" cy="2679700"/>
            </a:xfrm>
            <a:custGeom>
              <a:avLst/>
              <a:gdLst/>
              <a:ahLst/>
              <a:cxnLst/>
              <a:rect l="l" t="t" r="r" b="b"/>
              <a:pathLst>
                <a:path w="2082800" h="2679700">
                  <a:moveTo>
                    <a:pt x="114376" y="2672702"/>
                  </a:moveTo>
                  <a:lnTo>
                    <a:pt x="113920" y="2677059"/>
                  </a:lnTo>
                  <a:lnTo>
                    <a:pt x="127000" y="2679700"/>
                  </a:lnTo>
                  <a:lnTo>
                    <a:pt x="127000" y="2673350"/>
                  </a:lnTo>
                  <a:lnTo>
                    <a:pt x="122732" y="2673350"/>
                  </a:lnTo>
                  <a:lnTo>
                    <a:pt x="118529" y="2673134"/>
                  </a:lnTo>
                  <a:lnTo>
                    <a:pt x="114376" y="2672702"/>
                  </a:lnTo>
                  <a:close/>
                </a:path>
                <a:path w="2082800" h="2679700">
                  <a:moveTo>
                    <a:pt x="139611" y="2667000"/>
                  </a:moveTo>
                  <a:lnTo>
                    <a:pt x="127000" y="2667000"/>
                  </a:lnTo>
                  <a:lnTo>
                    <a:pt x="127000" y="2679700"/>
                  </a:lnTo>
                  <a:lnTo>
                    <a:pt x="139611" y="2679700"/>
                  </a:lnTo>
                  <a:lnTo>
                    <a:pt x="139611" y="2667000"/>
                  </a:lnTo>
                  <a:close/>
                </a:path>
                <a:path w="2082800" h="2679700">
                  <a:moveTo>
                    <a:pt x="115036" y="2666377"/>
                  </a:moveTo>
                  <a:lnTo>
                    <a:pt x="114376" y="2672702"/>
                  </a:lnTo>
                  <a:lnTo>
                    <a:pt x="118529" y="2673134"/>
                  </a:lnTo>
                  <a:lnTo>
                    <a:pt x="122732" y="2673350"/>
                  </a:lnTo>
                  <a:lnTo>
                    <a:pt x="127000" y="2673350"/>
                  </a:lnTo>
                  <a:lnTo>
                    <a:pt x="127000" y="2667000"/>
                  </a:lnTo>
                  <a:lnTo>
                    <a:pt x="122948" y="2667000"/>
                  </a:lnTo>
                  <a:lnTo>
                    <a:pt x="118960" y="2666784"/>
                  </a:lnTo>
                  <a:lnTo>
                    <a:pt x="115036" y="2666377"/>
                  </a:lnTo>
                  <a:close/>
                </a:path>
                <a:path w="2082800" h="2679700">
                  <a:moveTo>
                    <a:pt x="56083" y="2650324"/>
                  </a:moveTo>
                  <a:lnTo>
                    <a:pt x="53685" y="2653620"/>
                  </a:lnTo>
                  <a:lnTo>
                    <a:pt x="75519" y="2668340"/>
                  </a:lnTo>
                  <a:lnTo>
                    <a:pt x="77913" y="2662951"/>
                  </a:lnTo>
                  <a:lnTo>
                    <a:pt x="70180" y="2659494"/>
                  </a:lnTo>
                  <a:lnTo>
                    <a:pt x="62865" y="2655252"/>
                  </a:lnTo>
                  <a:lnTo>
                    <a:pt x="56083" y="2650324"/>
                  </a:lnTo>
                  <a:close/>
                </a:path>
                <a:path w="2082800" h="2679700">
                  <a:moveTo>
                    <a:pt x="59817" y="2645181"/>
                  </a:moveTo>
                  <a:lnTo>
                    <a:pt x="56083" y="2650324"/>
                  </a:lnTo>
                  <a:lnTo>
                    <a:pt x="62865" y="2655252"/>
                  </a:lnTo>
                  <a:lnTo>
                    <a:pt x="70180" y="2659494"/>
                  </a:lnTo>
                  <a:lnTo>
                    <a:pt x="77919" y="2662951"/>
                  </a:lnTo>
                  <a:lnTo>
                    <a:pt x="80505" y="2657144"/>
                  </a:lnTo>
                  <a:lnTo>
                    <a:pt x="73177" y="2653880"/>
                  </a:lnTo>
                  <a:lnTo>
                    <a:pt x="66243" y="2649855"/>
                  </a:lnTo>
                  <a:lnTo>
                    <a:pt x="59817" y="2645181"/>
                  </a:lnTo>
                  <a:close/>
                </a:path>
                <a:path w="2082800" h="2679700">
                  <a:moveTo>
                    <a:pt x="16751" y="2601785"/>
                  </a:moveTo>
                  <a:lnTo>
                    <a:pt x="11359" y="2604180"/>
                  </a:lnTo>
                  <a:lnTo>
                    <a:pt x="26080" y="2626015"/>
                  </a:lnTo>
                  <a:lnTo>
                    <a:pt x="29370" y="2623619"/>
                  </a:lnTo>
                  <a:lnTo>
                    <a:pt x="24447" y="2616835"/>
                  </a:lnTo>
                  <a:lnTo>
                    <a:pt x="20205" y="2609519"/>
                  </a:lnTo>
                  <a:lnTo>
                    <a:pt x="16751" y="2601785"/>
                  </a:lnTo>
                  <a:close/>
                </a:path>
                <a:path w="2082800" h="2679700">
                  <a:moveTo>
                    <a:pt x="22555" y="2599194"/>
                  </a:moveTo>
                  <a:lnTo>
                    <a:pt x="16751" y="2601785"/>
                  </a:lnTo>
                  <a:lnTo>
                    <a:pt x="20205" y="2609519"/>
                  </a:lnTo>
                  <a:lnTo>
                    <a:pt x="24447" y="2616835"/>
                  </a:lnTo>
                  <a:lnTo>
                    <a:pt x="29377" y="2623619"/>
                  </a:lnTo>
                  <a:lnTo>
                    <a:pt x="34518" y="2619883"/>
                  </a:lnTo>
                  <a:lnTo>
                    <a:pt x="29845" y="2613456"/>
                  </a:lnTo>
                  <a:lnTo>
                    <a:pt x="25819" y="2606522"/>
                  </a:lnTo>
                  <a:lnTo>
                    <a:pt x="22555" y="2599194"/>
                  </a:lnTo>
                  <a:close/>
                </a:path>
                <a:path w="2082800" h="2679700">
                  <a:moveTo>
                    <a:pt x="6350" y="2539936"/>
                  </a:moveTo>
                  <a:lnTo>
                    <a:pt x="0" y="2539936"/>
                  </a:lnTo>
                  <a:lnTo>
                    <a:pt x="0" y="2552700"/>
                  </a:lnTo>
                  <a:lnTo>
                    <a:pt x="2548" y="2565324"/>
                  </a:lnTo>
                  <a:lnTo>
                    <a:pt x="2640" y="2565779"/>
                  </a:lnTo>
                  <a:lnTo>
                    <a:pt x="6991" y="2565324"/>
                  </a:lnTo>
                  <a:lnTo>
                    <a:pt x="6565" y="2561170"/>
                  </a:lnTo>
                  <a:lnTo>
                    <a:pt x="6350" y="2556967"/>
                  </a:lnTo>
                  <a:lnTo>
                    <a:pt x="6350" y="2539936"/>
                  </a:lnTo>
                  <a:close/>
                </a:path>
                <a:path w="2082800" h="2679700">
                  <a:moveTo>
                    <a:pt x="12700" y="2539936"/>
                  </a:moveTo>
                  <a:lnTo>
                    <a:pt x="6350" y="2539936"/>
                  </a:lnTo>
                  <a:lnTo>
                    <a:pt x="6350" y="2556967"/>
                  </a:lnTo>
                  <a:lnTo>
                    <a:pt x="6543" y="2560739"/>
                  </a:lnTo>
                  <a:lnTo>
                    <a:pt x="6565" y="2561170"/>
                  </a:lnTo>
                  <a:lnTo>
                    <a:pt x="6929" y="2564663"/>
                  </a:lnTo>
                  <a:lnTo>
                    <a:pt x="6997" y="2565324"/>
                  </a:lnTo>
                  <a:lnTo>
                    <a:pt x="13322" y="2564663"/>
                  </a:lnTo>
                  <a:lnTo>
                    <a:pt x="12960" y="2561170"/>
                  </a:lnTo>
                  <a:lnTo>
                    <a:pt x="12915" y="2560739"/>
                  </a:lnTo>
                  <a:lnTo>
                    <a:pt x="12711" y="2556967"/>
                  </a:lnTo>
                  <a:lnTo>
                    <a:pt x="12700" y="2539936"/>
                  </a:lnTo>
                  <a:close/>
                </a:path>
                <a:path w="2082800" h="2679700">
                  <a:moveTo>
                    <a:pt x="6350" y="2476093"/>
                  </a:moveTo>
                  <a:lnTo>
                    <a:pt x="0" y="2476093"/>
                  </a:lnTo>
                  <a:lnTo>
                    <a:pt x="0" y="2501633"/>
                  </a:lnTo>
                  <a:lnTo>
                    <a:pt x="6350" y="2501633"/>
                  </a:lnTo>
                  <a:lnTo>
                    <a:pt x="6350" y="2476093"/>
                  </a:lnTo>
                  <a:close/>
                </a:path>
                <a:path w="2082800" h="2679700">
                  <a:moveTo>
                    <a:pt x="12700" y="2476093"/>
                  </a:moveTo>
                  <a:lnTo>
                    <a:pt x="6350" y="2476093"/>
                  </a:lnTo>
                  <a:lnTo>
                    <a:pt x="6350" y="2501633"/>
                  </a:lnTo>
                  <a:lnTo>
                    <a:pt x="12700" y="2501633"/>
                  </a:lnTo>
                  <a:lnTo>
                    <a:pt x="12700" y="2476093"/>
                  </a:lnTo>
                  <a:close/>
                </a:path>
                <a:path w="2082800" h="2679700">
                  <a:moveTo>
                    <a:pt x="6350" y="2412263"/>
                  </a:moveTo>
                  <a:lnTo>
                    <a:pt x="0" y="2412263"/>
                  </a:lnTo>
                  <a:lnTo>
                    <a:pt x="0" y="2437803"/>
                  </a:lnTo>
                  <a:lnTo>
                    <a:pt x="6350" y="2437803"/>
                  </a:lnTo>
                  <a:lnTo>
                    <a:pt x="6350" y="2412263"/>
                  </a:lnTo>
                  <a:close/>
                </a:path>
                <a:path w="2082800" h="2679700">
                  <a:moveTo>
                    <a:pt x="12700" y="2412263"/>
                  </a:moveTo>
                  <a:lnTo>
                    <a:pt x="6350" y="2412263"/>
                  </a:lnTo>
                  <a:lnTo>
                    <a:pt x="6350" y="2437803"/>
                  </a:lnTo>
                  <a:lnTo>
                    <a:pt x="12700" y="2437803"/>
                  </a:lnTo>
                  <a:lnTo>
                    <a:pt x="12700" y="2412263"/>
                  </a:lnTo>
                  <a:close/>
                </a:path>
                <a:path w="2082800" h="2679700">
                  <a:moveTo>
                    <a:pt x="6350" y="2348433"/>
                  </a:moveTo>
                  <a:lnTo>
                    <a:pt x="0" y="2348433"/>
                  </a:lnTo>
                  <a:lnTo>
                    <a:pt x="0" y="2373960"/>
                  </a:lnTo>
                  <a:lnTo>
                    <a:pt x="6350" y="2373960"/>
                  </a:lnTo>
                  <a:lnTo>
                    <a:pt x="6350" y="2348433"/>
                  </a:lnTo>
                  <a:close/>
                </a:path>
                <a:path w="2082800" h="2679700">
                  <a:moveTo>
                    <a:pt x="12700" y="2348433"/>
                  </a:moveTo>
                  <a:lnTo>
                    <a:pt x="6350" y="2348433"/>
                  </a:lnTo>
                  <a:lnTo>
                    <a:pt x="6350" y="2373960"/>
                  </a:lnTo>
                  <a:lnTo>
                    <a:pt x="12700" y="2373960"/>
                  </a:lnTo>
                  <a:lnTo>
                    <a:pt x="12700" y="2348433"/>
                  </a:lnTo>
                  <a:close/>
                </a:path>
                <a:path w="2082800" h="2679700">
                  <a:moveTo>
                    <a:pt x="6350" y="2284590"/>
                  </a:moveTo>
                  <a:lnTo>
                    <a:pt x="0" y="2284590"/>
                  </a:lnTo>
                  <a:lnTo>
                    <a:pt x="0" y="2310130"/>
                  </a:lnTo>
                  <a:lnTo>
                    <a:pt x="6350" y="2310130"/>
                  </a:lnTo>
                  <a:lnTo>
                    <a:pt x="6350" y="2284590"/>
                  </a:lnTo>
                  <a:close/>
                </a:path>
                <a:path w="2082800" h="2679700">
                  <a:moveTo>
                    <a:pt x="12700" y="2284590"/>
                  </a:moveTo>
                  <a:lnTo>
                    <a:pt x="6350" y="2284590"/>
                  </a:lnTo>
                  <a:lnTo>
                    <a:pt x="6350" y="2310130"/>
                  </a:lnTo>
                  <a:lnTo>
                    <a:pt x="12700" y="2310130"/>
                  </a:lnTo>
                  <a:lnTo>
                    <a:pt x="12700" y="2284590"/>
                  </a:lnTo>
                  <a:close/>
                </a:path>
                <a:path w="2082800" h="2679700">
                  <a:moveTo>
                    <a:pt x="6350" y="2220760"/>
                  </a:moveTo>
                  <a:lnTo>
                    <a:pt x="0" y="2220760"/>
                  </a:lnTo>
                  <a:lnTo>
                    <a:pt x="0" y="2246299"/>
                  </a:lnTo>
                  <a:lnTo>
                    <a:pt x="6350" y="2246299"/>
                  </a:lnTo>
                  <a:lnTo>
                    <a:pt x="6350" y="2220760"/>
                  </a:lnTo>
                  <a:close/>
                </a:path>
                <a:path w="2082800" h="2679700">
                  <a:moveTo>
                    <a:pt x="12700" y="2220760"/>
                  </a:moveTo>
                  <a:lnTo>
                    <a:pt x="6350" y="2220760"/>
                  </a:lnTo>
                  <a:lnTo>
                    <a:pt x="6350" y="2246299"/>
                  </a:lnTo>
                  <a:lnTo>
                    <a:pt x="12700" y="2246299"/>
                  </a:lnTo>
                  <a:lnTo>
                    <a:pt x="12700" y="2220760"/>
                  </a:lnTo>
                  <a:close/>
                </a:path>
                <a:path w="2082800" h="2679700">
                  <a:moveTo>
                    <a:pt x="6350" y="2156929"/>
                  </a:moveTo>
                  <a:lnTo>
                    <a:pt x="0" y="2156929"/>
                  </a:lnTo>
                  <a:lnTo>
                    <a:pt x="0" y="2182456"/>
                  </a:lnTo>
                  <a:lnTo>
                    <a:pt x="6350" y="2182456"/>
                  </a:lnTo>
                  <a:lnTo>
                    <a:pt x="6350" y="2156929"/>
                  </a:lnTo>
                  <a:close/>
                </a:path>
                <a:path w="2082800" h="2679700">
                  <a:moveTo>
                    <a:pt x="12700" y="2156929"/>
                  </a:moveTo>
                  <a:lnTo>
                    <a:pt x="6350" y="2156929"/>
                  </a:lnTo>
                  <a:lnTo>
                    <a:pt x="6350" y="2182456"/>
                  </a:lnTo>
                  <a:lnTo>
                    <a:pt x="12700" y="2182456"/>
                  </a:lnTo>
                  <a:lnTo>
                    <a:pt x="12700" y="2156929"/>
                  </a:lnTo>
                  <a:close/>
                </a:path>
                <a:path w="2082800" h="2679700">
                  <a:moveTo>
                    <a:pt x="6350" y="2093099"/>
                  </a:moveTo>
                  <a:lnTo>
                    <a:pt x="0" y="2093099"/>
                  </a:lnTo>
                  <a:lnTo>
                    <a:pt x="0" y="2118626"/>
                  </a:lnTo>
                  <a:lnTo>
                    <a:pt x="6350" y="2118626"/>
                  </a:lnTo>
                  <a:lnTo>
                    <a:pt x="6350" y="2093099"/>
                  </a:lnTo>
                  <a:close/>
                </a:path>
                <a:path w="2082800" h="2679700">
                  <a:moveTo>
                    <a:pt x="12700" y="2093099"/>
                  </a:moveTo>
                  <a:lnTo>
                    <a:pt x="6350" y="2093099"/>
                  </a:lnTo>
                  <a:lnTo>
                    <a:pt x="6350" y="2118626"/>
                  </a:lnTo>
                  <a:lnTo>
                    <a:pt x="12700" y="2118626"/>
                  </a:lnTo>
                  <a:lnTo>
                    <a:pt x="12700" y="2093099"/>
                  </a:lnTo>
                  <a:close/>
                </a:path>
                <a:path w="2082800" h="2679700">
                  <a:moveTo>
                    <a:pt x="6350" y="2029256"/>
                  </a:moveTo>
                  <a:lnTo>
                    <a:pt x="0" y="2029256"/>
                  </a:lnTo>
                  <a:lnTo>
                    <a:pt x="0" y="2054796"/>
                  </a:lnTo>
                  <a:lnTo>
                    <a:pt x="6350" y="2054796"/>
                  </a:lnTo>
                  <a:lnTo>
                    <a:pt x="6350" y="2029256"/>
                  </a:lnTo>
                  <a:close/>
                </a:path>
                <a:path w="2082800" h="2679700">
                  <a:moveTo>
                    <a:pt x="12700" y="2029256"/>
                  </a:moveTo>
                  <a:lnTo>
                    <a:pt x="6350" y="2029256"/>
                  </a:lnTo>
                  <a:lnTo>
                    <a:pt x="6350" y="2054796"/>
                  </a:lnTo>
                  <a:lnTo>
                    <a:pt x="12700" y="2054796"/>
                  </a:lnTo>
                  <a:lnTo>
                    <a:pt x="12700" y="2029256"/>
                  </a:lnTo>
                  <a:close/>
                </a:path>
                <a:path w="2082800" h="2679700">
                  <a:moveTo>
                    <a:pt x="6350" y="1965426"/>
                  </a:moveTo>
                  <a:lnTo>
                    <a:pt x="0" y="1965426"/>
                  </a:lnTo>
                  <a:lnTo>
                    <a:pt x="0" y="1990953"/>
                  </a:lnTo>
                  <a:lnTo>
                    <a:pt x="6350" y="1990953"/>
                  </a:lnTo>
                  <a:lnTo>
                    <a:pt x="6350" y="1965426"/>
                  </a:lnTo>
                  <a:close/>
                </a:path>
                <a:path w="2082800" h="2679700">
                  <a:moveTo>
                    <a:pt x="12700" y="1965426"/>
                  </a:moveTo>
                  <a:lnTo>
                    <a:pt x="6350" y="1965426"/>
                  </a:lnTo>
                  <a:lnTo>
                    <a:pt x="6350" y="1990953"/>
                  </a:lnTo>
                  <a:lnTo>
                    <a:pt x="12700" y="1990953"/>
                  </a:lnTo>
                  <a:lnTo>
                    <a:pt x="12700" y="1965426"/>
                  </a:lnTo>
                  <a:close/>
                </a:path>
                <a:path w="2082800" h="2679700">
                  <a:moveTo>
                    <a:pt x="6350" y="1901596"/>
                  </a:moveTo>
                  <a:lnTo>
                    <a:pt x="0" y="1901596"/>
                  </a:lnTo>
                  <a:lnTo>
                    <a:pt x="0" y="1927123"/>
                  </a:lnTo>
                  <a:lnTo>
                    <a:pt x="6350" y="1927123"/>
                  </a:lnTo>
                  <a:lnTo>
                    <a:pt x="6350" y="1901596"/>
                  </a:lnTo>
                  <a:close/>
                </a:path>
                <a:path w="2082800" h="2679700">
                  <a:moveTo>
                    <a:pt x="12700" y="1901596"/>
                  </a:moveTo>
                  <a:lnTo>
                    <a:pt x="6350" y="1901596"/>
                  </a:lnTo>
                  <a:lnTo>
                    <a:pt x="6350" y="1927123"/>
                  </a:lnTo>
                  <a:lnTo>
                    <a:pt x="12700" y="1927123"/>
                  </a:lnTo>
                  <a:lnTo>
                    <a:pt x="12700" y="1901596"/>
                  </a:lnTo>
                  <a:close/>
                </a:path>
                <a:path w="2082800" h="2679700">
                  <a:moveTo>
                    <a:pt x="6350" y="1837753"/>
                  </a:moveTo>
                  <a:lnTo>
                    <a:pt x="0" y="1837753"/>
                  </a:lnTo>
                  <a:lnTo>
                    <a:pt x="0" y="1863293"/>
                  </a:lnTo>
                  <a:lnTo>
                    <a:pt x="6350" y="1863293"/>
                  </a:lnTo>
                  <a:lnTo>
                    <a:pt x="6350" y="1837753"/>
                  </a:lnTo>
                  <a:close/>
                </a:path>
                <a:path w="2082800" h="2679700">
                  <a:moveTo>
                    <a:pt x="12700" y="1837753"/>
                  </a:moveTo>
                  <a:lnTo>
                    <a:pt x="6350" y="1837753"/>
                  </a:lnTo>
                  <a:lnTo>
                    <a:pt x="6350" y="1863293"/>
                  </a:lnTo>
                  <a:lnTo>
                    <a:pt x="12700" y="1863293"/>
                  </a:lnTo>
                  <a:lnTo>
                    <a:pt x="12700" y="1837753"/>
                  </a:lnTo>
                  <a:close/>
                </a:path>
                <a:path w="2082800" h="2679700">
                  <a:moveTo>
                    <a:pt x="6350" y="1773923"/>
                  </a:moveTo>
                  <a:lnTo>
                    <a:pt x="0" y="1773923"/>
                  </a:lnTo>
                  <a:lnTo>
                    <a:pt x="0" y="1799450"/>
                  </a:lnTo>
                  <a:lnTo>
                    <a:pt x="6350" y="1799450"/>
                  </a:lnTo>
                  <a:lnTo>
                    <a:pt x="6350" y="1773923"/>
                  </a:lnTo>
                  <a:close/>
                </a:path>
                <a:path w="2082800" h="2679700">
                  <a:moveTo>
                    <a:pt x="12700" y="1773923"/>
                  </a:moveTo>
                  <a:lnTo>
                    <a:pt x="6350" y="1773923"/>
                  </a:lnTo>
                  <a:lnTo>
                    <a:pt x="6350" y="1799450"/>
                  </a:lnTo>
                  <a:lnTo>
                    <a:pt x="12700" y="1799450"/>
                  </a:lnTo>
                  <a:lnTo>
                    <a:pt x="12700" y="1773923"/>
                  </a:lnTo>
                  <a:close/>
                </a:path>
                <a:path w="2082800" h="2679700">
                  <a:moveTo>
                    <a:pt x="6350" y="1710093"/>
                  </a:moveTo>
                  <a:lnTo>
                    <a:pt x="0" y="1710093"/>
                  </a:lnTo>
                  <a:lnTo>
                    <a:pt x="0" y="1735620"/>
                  </a:lnTo>
                  <a:lnTo>
                    <a:pt x="6350" y="1735620"/>
                  </a:lnTo>
                  <a:lnTo>
                    <a:pt x="6350" y="1710093"/>
                  </a:lnTo>
                  <a:close/>
                </a:path>
                <a:path w="2082800" h="2679700">
                  <a:moveTo>
                    <a:pt x="12700" y="1710093"/>
                  </a:moveTo>
                  <a:lnTo>
                    <a:pt x="6350" y="1710093"/>
                  </a:lnTo>
                  <a:lnTo>
                    <a:pt x="6350" y="1735620"/>
                  </a:lnTo>
                  <a:lnTo>
                    <a:pt x="12700" y="1735620"/>
                  </a:lnTo>
                  <a:lnTo>
                    <a:pt x="12700" y="1710093"/>
                  </a:lnTo>
                  <a:close/>
                </a:path>
                <a:path w="2082800" h="2679700">
                  <a:moveTo>
                    <a:pt x="6350" y="1646250"/>
                  </a:moveTo>
                  <a:lnTo>
                    <a:pt x="0" y="1646250"/>
                  </a:lnTo>
                  <a:lnTo>
                    <a:pt x="0" y="1671789"/>
                  </a:lnTo>
                  <a:lnTo>
                    <a:pt x="6350" y="1671789"/>
                  </a:lnTo>
                  <a:lnTo>
                    <a:pt x="6350" y="1646250"/>
                  </a:lnTo>
                  <a:close/>
                </a:path>
                <a:path w="2082800" h="2679700">
                  <a:moveTo>
                    <a:pt x="12700" y="1646250"/>
                  </a:moveTo>
                  <a:lnTo>
                    <a:pt x="6350" y="1646250"/>
                  </a:lnTo>
                  <a:lnTo>
                    <a:pt x="6350" y="1671789"/>
                  </a:lnTo>
                  <a:lnTo>
                    <a:pt x="12700" y="1671789"/>
                  </a:lnTo>
                  <a:lnTo>
                    <a:pt x="12700" y="1646250"/>
                  </a:lnTo>
                  <a:close/>
                </a:path>
                <a:path w="2082800" h="2679700">
                  <a:moveTo>
                    <a:pt x="6350" y="1582420"/>
                  </a:moveTo>
                  <a:lnTo>
                    <a:pt x="0" y="1582420"/>
                  </a:lnTo>
                  <a:lnTo>
                    <a:pt x="0" y="1607959"/>
                  </a:lnTo>
                  <a:lnTo>
                    <a:pt x="6350" y="1607959"/>
                  </a:lnTo>
                  <a:lnTo>
                    <a:pt x="6350" y="1582420"/>
                  </a:lnTo>
                  <a:close/>
                </a:path>
                <a:path w="2082800" h="2679700">
                  <a:moveTo>
                    <a:pt x="12700" y="1582420"/>
                  </a:moveTo>
                  <a:lnTo>
                    <a:pt x="6350" y="1582420"/>
                  </a:lnTo>
                  <a:lnTo>
                    <a:pt x="6350" y="1607959"/>
                  </a:lnTo>
                  <a:lnTo>
                    <a:pt x="12700" y="1607959"/>
                  </a:lnTo>
                  <a:lnTo>
                    <a:pt x="12700" y="1582420"/>
                  </a:lnTo>
                  <a:close/>
                </a:path>
                <a:path w="2082800" h="2679700">
                  <a:moveTo>
                    <a:pt x="6350" y="1518589"/>
                  </a:moveTo>
                  <a:lnTo>
                    <a:pt x="0" y="1518589"/>
                  </a:lnTo>
                  <a:lnTo>
                    <a:pt x="0" y="1544116"/>
                  </a:lnTo>
                  <a:lnTo>
                    <a:pt x="6350" y="1544116"/>
                  </a:lnTo>
                  <a:lnTo>
                    <a:pt x="6350" y="1518589"/>
                  </a:lnTo>
                  <a:close/>
                </a:path>
                <a:path w="2082800" h="2679700">
                  <a:moveTo>
                    <a:pt x="12700" y="1518589"/>
                  </a:moveTo>
                  <a:lnTo>
                    <a:pt x="6350" y="1518589"/>
                  </a:lnTo>
                  <a:lnTo>
                    <a:pt x="6350" y="1544116"/>
                  </a:lnTo>
                  <a:lnTo>
                    <a:pt x="12700" y="1544116"/>
                  </a:lnTo>
                  <a:lnTo>
                    <a:pt x="12700" y="1518589"/>
                  </a:lnTo>
                  <a:close/>
                </a:path>
                <a:path w="2082800" h="2679700">
                  <a:moveTo>
                    <a:pt x="6350" y="1454746"/>
                  </a:moveTo>
                  <a:lnTo>
                    <a:pt x="0" y="1454746"/>
                  </a:lnTo>
                  <a:lnTo>
                    <a:pt x="0" y="1480286"/>
                  </a:lnTo>
                  <a:lnTo>
                    <a:pt x="6350" y="1480286"/>
                  </a:lnTo>
                  <a:lnTo>
                    <a:pt x="6350" y="1454746"/>
                  </a:lnTo>
                  <a:close/>
                </a:path>
                <a:path w="2082800" h="2679700">
                  <a:moveTo>
                    <a:pt x="12700" y="1454746"/>
                  </a:moveTo>
                  <a:lnTo>
                    <a:pt x="6350" y="1454746"/>
                  </a:lnTo>
                  <a:lnTo>
                    <a:pt x="6350" y="1480286"/>
                  </a:lnTo>
                  <a:lnTo>
                    <a:pt x="12700" y="1480286"/>
                  </a:lnTo>
                  <a:lnTo>
                    <a:pt x="12700" y="1454746"/>
                  </a:lnTo>
                  <a:close/>
                </a:path>
                <a:path w="2082800" h="2679700">
                  <a:moveTo>
                    <a:pt x="6350" y="1390916"/>
                  </a:moveTo>
                  <a:lnTo>
                    <a:pt x="0" y="1390916"/>
                  </a:lnTo>
                  <a:lnTo>
                    <a:pt x="0" y="1416456"/>
                  </a:lnTo>
                  <a:lnTo>
                    <a:pt x="6350" y="1416456"/>
                  </a:lnTo>
                  <a:lnTo>
                    <a:pt x="6350" y="1390916"/>
                  </a:lnTo>
                  <a:close/>
                </a:path>
                <a:path w="2082800" h="2679700">
                  <a:moveTo>
                    <a:pt x="12700" y="1390916"/>
                  </a:moveTo>
                  <a:lnTo>
                    <a:pt x="6350" y="1390916"/>
                  </a:lnTo>
                  <a:lnTo>
                    <a:pt x="6350" y="1416456"/>
                  </a:lnTo>
                  <a:lnTo>
                    <a:pt x="12700" y="1416456"/>
                  </a:lnTo>
                  <a:lnTo>
                    <a:pt x="12700" y="1390916"/>
                  </a:lnTo>
                  <a:close/>
                </a:path>
                <a:path w="2082800" h="2679700">
                  <a:moveTo>
                    <a:pt x="6350" y="1327086"/>
                  </a:moveTo>
                  <a:lnTo>
                    <a:pt x="0" y="1327086"/>
                  </a:lnTo>
                  <a:lnTo>
                    <a:pt x="0" y="1352613"/>
                  </a:lnTo>
                  <a:lnTo>
                    <a:pt x="6350" y="1352613"/>
                  </a:lnTo>
                  <a:lnTo>
                    <a:pt x="6350" y="1327086"/>
                  </a:lnTo>
                  <a:close/>
                </a:path>
                <a:path w="2082800" h="2679700">
                  <a:moveTo>
                    <a:pt x="12700" y="1327086"/>
                  </a:moveTo>
                  <a:lnTo>
                    <a:pt x="6350" y="1327086"/>
                  </a:lnTo>
                  <a:lnTo>
                    <a:pt x="6350" y="1352613"/>
                  </a:lnTo>
                  <a:lnTo>
                    <a:pt x="12700" y="1352613"/>
                  </a:lnTo>
                  <a:lnTo>
                    <a:pt x="12700" y="1327086"/>
                  </a:lnTo>
                  <a:close/>
                </a:path>
                <a:path w="2082800" h="2679700">
                  <a:moveTo>
                    <a:pt x="6350" y="1263243"/>
                  </a:moveTo>
                  <a:lnTo>
                    <a:pt x="0" y="1263243"/>
                  </a:lnTo>
                  <a:lnTo>
                    <a:pt x="0" y="1288783"/>
                  </a:lnTo>
                  <a:lnTo>
                    <a:pt x="6350" y="1288783"/>
                  </a:lnTo>
                  <a:lnTo>
                    <a:pt x="6350" y="1263243"/>
                  </a:lnTo>
                  <a:close/>
                </a:path>
                <a:path w="2082800" h="2679700">
                  <a:moveTo>
                    <a:pt x="12700" y="1263243"/>
                  </a:moveTo>
                  <a:lnTo>
                    <a:pt x="6350" y="1263243"/>
                  </a:lnTo>
                  <a:lnTo>
                    <a:pt x="6350" y="1288783"/>
                  </a:lnTo>
                  <a:lnTo>
                    <a:pt x="12700" y="1288783"/>
                  </a:lnTo>
                  <a:lnTo>
                    <a:pt x="12700" y="1263243"/>
                  </a:lnTo>
                  <a:close/>
                </a:path>
                <a:path w="2082800" h="2679700">
                  <a:moveTo>
                    <a:pt x="6350" y="1199413"/>
                  </a:moveTo>
                  <a:lnTo>
                    <a:pt x="0" y="1199413"/>
                  </a:lnTo>
                  <a:lnTo>
                    <a:pt x="0" y="1224953"/>
                  </a:lnTo>
                  <a:lnTo>
                    <a:pt x="6350" y="1224953"/>
                  </a:lnTo>
                  <a:lnTo>
                    <a:pt x="6350" y="1199413"/>
                  </a:lnTo>
                  <a:close/>
                </a:path>
                <a:path w="2082800" h="2679700">
                  <a:moveTo>
                    <a:pt x="12700" y="1199413"/>
                  </a:moveTo>
                  <a:lnTo>
                    <a:pt x="6350" y="1199413"/>
                  </a:lnTo>
                  <a:lnTo>
                    <a:pt x="6350" y="1224953"/>
                  </a:lnTo>
                  <a:lnTo>
                    <a:pt x="12700" y="1224953"/>
                  </a:lnTo>
                  <a:lnTo>
                    <a:pt x="12700" y="1199413"/>
                  </a:lnTo>
                  <a:close/>
                </a:path>
                <a:path w="2082800" h="2679700">
                  <a:moveTo>
                    <a:pt x="6350" y="1135583"/>
                  </a:moveTo>
                  <a:lnTo>
                    <a:pt x="0" y="1135583"/>
                  </a:lnTo>
                  <a:lnTo>
                    <a:pt x="0" y="1161110"/>
                  </a:lnTo>
                  <a:lnTo>
                    <a:pt x="6350" y="1161110"/>
                  </a:lnTo>
                  <a:lnTo>
                    <a:pt x="6350" y="1135583"/>
                  </a:lnTo>
                  <a:close/>
                </a:path>
                <a:path w="2082800" h="2679700">
                  <a:moveTo>
                    <a:pt x="12700" y="1135583"/>
                  </a:moveTo>
                  <a:lnTo>
                    <a:pt x="6350" y="1135583"/>
                  </a:lnTo>
                  <a:lnTo>
                    <a:pt x="6350" y="1161110"/>
                  </a:lnTo>
                  <a:lnTo>
                    <a:pt x="12700" y="1161110"/>
                  </a:lnTo>
                  <a:lnTo>
                    <a:pt x="12700" y="1135583"/>
                  </a:lnTo>
                  <a:close/>
                </a:path>
                <a:path w="2082800" h="2679700">
                  <a:moveTo>
                    <a:pt x="6350" y="1071740"/>
                  </a:moveTo>
                  <a:lnTo>
                    <a:pt x="0" y="1071740"/>
                  </a:lnTo>
                  <a:lnTo>
                    <a:pt x="0" y="1097280"/>
                  </a:lnTo>
                  <a:lnTo>
                    <a:pt x="6350" y="1097280"/>
                  </a:lnTo>
                  <a:lnTo>
                    <a:pt x="6350" y="1071740"/>
                  </a:lnTo>
                  <a:close/>
                </a:path>
                <a:path w="2082800" h="2679700">
                  <a:moveTo>
                    <a:pt x="12700" y="1071740"/>
                  </a:moveTo>
                  <a:lnTo>
                    <a:pt x="6350" y="1071740"/>
                  </a:lnTo>
                  <a:lnTo>
                    <a:pt x="6350" y="1097280"/>
                  </a:lnTo>
                  <a:lnTo>
                    <a:pt x="12700" y="1097280"/>
                  </a:lnTo>
                  <a:lnTo>
                    <a:pt x="12700" y="1071740"/>
                  </a:lnTo>
                  <a:close/>
                </a:path>
                <a:path w="2082800" h="2679700">
                  <a:moveTo>
                    <a:pt x="6350" y="1007910"/>
                  </a:moveTo>
                  <a:lnTo>
                    <a:pt x="0" y="1007910"/>
                  </a:lnTo>
                  <a:lnTo>
                    <a:pt x="0" y="1033449"/>
                  </a:lnTo>
                  <a:lnTo>
                    <a:pt x="6350" y="1033449"/>
                  </a:lnTo>
                  <a:lnTo>
                    <a:pt x="6350" y="1007910"/>
                  </a:lnTo>
                  <a:close/>
                </a:path>
                <a:path w="2082800" h="2679700">
                  <a:moveTo>
                    <a:pt x="12700" y="1007910"/>
                  </a:moveTo>
                  <a:lnTo>
                    <a:pt x="6350" y="1007910"/>
                  </a:lnTo>
                  <a:lnTo>
                    <a:pt x="6350" y="1033449"/>
                  </a:lnTo>
                  <a:lnTo>
                    <a:pt x="12700" y="1033449"/>
                  </a:lnTo>
                  <a:lnTo>
                    <a:pt x="12700" y="1007910"/>
                  </a:lnTo>
                  <a:close/>
                </a:path>
                <a:path w="2082800" h="2679700">
                  <a:moveTo>
                    <a:pt x="6350" y="944079"/>
                  </a:moveTo>
                  <a:lnTo>
                    <a:pt x="0" y="944079"/>
                  </a:lnTo>
                  <a:lnTo>
                    <a:pt x="0" y="969606"/>
                  </a:lnTo>
                  <a:lnTo>
                    <a:pt x="6350" y="969606"/>
                  </a:lnTo>
                  <a:lnTo>
                    <a:pt x="6350" y="944079"/>
                  </a:lnTo>
                  <a:close/>
                </a:path>
                <a:path w="2082800" h="2679700">
                  <a:moveTo>
                    <a:pt x="12700" y="944079"/>
                  </a:moveTo>
                  <a:lnTo>
                    <a:pt x="6350" y="944079"/>
                  </a:lnTo>
                  <a:lnTo>
                    <a:pt x="6350" y="969606"/>
                  </a:lnTo>
                  <a:lnTo>
                    <a:pt x="12700" y="969606"/>
                  </a:lnTo>
                  <a:lnTo>
                    <a:pt x="12700" y="944079"/>
                  </a:lnTo>
                  <a:close/>
                </a:path>
                <a:path w="2082800" h="2679700">
                  <a:moveTo>
                    <a:pt x="6350" y="880237"/>
                  </a:moveTo>
                  <a:lnTo>
                    <a:pt x="0" y="880237"/>
                  </a:lnTo>
                  <a:lnTo>
                    <a:pt x="0" y="905776"/>
                  </a:lnTo>
                  <a:lnTo>
                    <a:pt x="6350" y="905776"/>
                  </a:lnTo>
                  <a:lnTo>
                    <a:pt x="6350" y="880237"/>
                  </a:lnTo>
                  <a:close/>
                </a:path>
                <a:path w="2082800" h="2679700">
                  <a:moveTo>
                    <a:pt x="12700" y="880237"/>
                  </a:moveTo>
                  <a:lnTo>
                    <a:pt x="6350" y="880237"/>
                  </a:lnTo>
                  <a:lnTo>
                    <a:pt x="6350" y="905776"/>
                  </a:lnTo>
                  <a:lnTo>
                    <a:pt x="12700" y="905776"/>
                  </a:lnTo>
                  <a:lnTo>
                    <a:pt x="12700" y="880237"/>
                  </a:lnTo>
                  <a:close/>
                </a:path>
                <a:path w="2082800" h="2679700">
                  <a:moveTo>
                    <a:pt x="6350" y="816406"/>
                  </a:moveTo>
                  <a:lnTo>
                    <a:pt x="0" y="816406"/>
                  </a:lnTo>
                  <a:lnTo>
                    <a:pt x="0" y="841946"/>
                  </a:lnTo>
                  <a:lnTo>
                    <a:pt x="6350" y="841946"/>
                  </a:lnTo>
                  <a:lnTo>
                    <a:pt x="6350" y="816406"/>
                  </a:lnTo>
                  <a:close/>
                </a:path>
                <a:path w="2082800" h="2679700">
                  <a:moveTo>
                    <a:pt x="12700" y="816406"/>
                  </a:moveTo>
                  <a:lnTo>
                    <a:pt x="6350" y="816406"/>
                  </a:lnTo>
                  <a:lnTo>
                    <a:pt x="6350" y="841946"/>
                  </a:lnTo>
                  <a:lnTo>
                    <a:pt x="12700" y="841946"/>
                  </a:lnTo>
                  <a:lnTo>
                    <a:pt x="12700" y="816406"/>
                  </a:lnTo>
                  <a:close/>
                </a:path>
                <a:path w="2082800" h="2679700">
                  <a:moveTo>
                    <a:pt x="6350" y="752576"/>
                  </a:moveTo>
                  <a:lnTo>
                    <a:pt x="0" y="752576"/>
                  </a:lnTo>
                  <a:lnTo>
                    <a:pt x="0" y="778103"/>
                  </a:lnTo>
                  <a:lnTo>
                    <a:pt x="6350" y="778103"/>
                  </a:lnTo>
                  <a:lnTo>
                    <a:pt x="6350" y="752576"/>
                  </a:lnTo>
                  <a:close/>
                </a:path>
                <a:path w="2082800" h="2679700">
                  <a:moveTo>
                    <a:pt x="12700" y="752576"/>
                  </a:moveTo>
                  <a:lnTo>
                    <a:pt x="6350" y="752576"/>
                  </a:lnTo>
                  <a:lnTo>
                    <a:pt x="6350" y="778103"/>
                  </a:lnTo>
                  <a:lnTo>
                    <a:pt x="12700" y="778103"/>
                  </a:lnTo>
                  <a:lnTo>
                    <a:pt x="12700" y="752576"/>
                  </a:lnTo>
                  <a:close/>
                </a:path>
                <a:path w="2082800" h="2679700">
                  <a:moveTo>
                    <a:pt x="6350" y="688746"/>
                  </a:moveTo>
                  <a:lnTo>
                    <a:pt x="0" y="688746"/>
                  </a:lnTo>
                  <a:lnTo>
                    <a:pt x="0" y="714273"/>
                  </a:lnTo>
                  <a:lnTo>
                    <a:pt x="6350" y="714273"/>
                  </a:lnTo>
                  <a:lnTo>
                    <a:pt x="6350" y="688746"/>
                  </a:lnTo>
                  <a:close/>
                </a:path>
                <a:path w="2082800" h="2679700">
                  <a:moveTo>
                    <a:pt x="12700" y="688746"/>
                  </a:moveTo>
                  <a:lnTo>
                    <a:pt x="6350" y="688746"/>
                  </a:lnTo>
                  <a:lnTo>
                    <a:pt x="6350" y="714273"/>
                  </a:lnTo>
                  <a:lnTo>
                    <a:pt x="12700" y="714273"/>
                  </a:lnTo>
                  <a:lnTo>
                    <a:pt x="12700" y="688746"/>
                  </a:lnTo>
                  <a:close/>
                </a:path>
                <a:path w="2082800" h="2679700">
                  <a:moveTo>
                    <a:pt x="6350" y="624903"/>
                  </a:moveTo>
                  <a:lnTo>
                    <a:pt x="0" y="624903"/>
                  </a:lnTo>
                  <a:lnTo>
                    <a:pt x="0" y="650443"/>
                  </a:lnTo>
                  <a:lnTo>
                    <a:pt x="6350" y="650443"/>
                  </a:lnTo>
                  <a:lnTo>
                    <a:pt x="6350" y="624903"/>
                  </a:lnTo>
                  <a:close/>
                </a:path>
                <a:path w="2082800" h="2679700">
                  <a:moveTo>
                    <a:pt x="12700" y="624903"/>
                  </a:moveTo>
                  <a:lnTo>
                    <a:pt x="6350" y="624903"/>
                  </a:lnTo>
                  <a:lnTo>
                    <a:pt x="6350" y="650443"/>
                  </a:lnTo>
                  <a:lnTo>
                    <a:pt x="12700" y="650443"/>
                  </a:lnTo>
                  <a:lnTo>
                    <a:pt x="12700" y="624903"/>
                  </a:lnTo>
                  <a:close/>
                </a:path>
                <a:path w="2082800" h="2679700">
                  <a:moveTo>
                    <a:pt x="6350" y="561073"/>
                  </a:moveTo>
                  <a:lnTo>
                    <a:pt x="0" y="561073"/>
                  </a:lnTo>
                  <a:lnTo>
                    <a:pt x="0" y="586600"/>
                  </a:lnTo>
                  <a:lnTo>
                    <a:pt x="6350" y="586600"/>
                  </a:lnTo>
                  <a:lnTo>
                    <a:pt x="6350" y="561073"/>
                  </a:lnTo>
                  <a:close/>
                </a:path>
                <a:path w="2082800" h="2679700">
                  <a:moveTo>
                    <a:pt x="12700" y="561073"/>
                  </a:moveTo>
                  <a:lnTo>
                    <a:pt x="6350" y="561073"/>
                  </a:lnTo>
                  <a:lnTo>
                    <a:pt x="6350" y="586600"/>
                  </a:lnTo>
                  <a:lnTo>
                    <a:pt x="12700" y="586600"/>
                  </a:lnTo>
                  <a:lnTo>
                    <a:pt x="12700" y="561073"/>
                  </a:lnTo>
                  <a:close/>
                </a:path>
                <a:path w="2082800" h="2679700">
                  <a:moveTo>
                    <a:pt x="6350" y="497243"/>
                  </a:moveTo>
                  <a:lnTo>
                    <a:pt x="0" y="497243"/>
                  </a:lnTo>
                  <a:lnTo>
                    <a:pt x="0" y="522770"/>
                  </a:lnTo>
                  <a:lnTo>
                    <a:pt x="6350" y="522770"/>
                  </a:lnTo>
                  <a:lnTo>
                    <a:pt x="6350" y="497243"/>
                  </a:lnTo>
                  <a:close/>
                </a:path>
                <a:path w="2082800" h="2679700">
                  <a:moveTo>
                    <a:pt x="12700" y="497243"/>
                  </a:moveTo>
                  <a:lnTo>
                    <a:pt x="6350" y="497243"/>
                  </a:lnTo>
                  <a:lnTo>
                    <a:pt x="6350" y="522770"/>
                  </a:lnTo>
                  <a:lnTo>
                    <a:pt x="12700" y="522770"/>
                  </a:lnTo>
                  <a:lnTo>
                    <a:pt x="12700" y="497243"/>
                  </a:lnTo>
                  <a:close/>
                </a:path>
                <a:path w="2082800" h="2679700">
                  <a:moveTo>
                    <a:pt x="6350" y="433400"/>
                  </a:moveTo>
                  <a:lnTo>
                    <a:pt x="0" y="433400"/>
                  </a:lnTo>
                  <a:lnTo>
                    <a:pt x="0" y="458939"/>
                  </a:lnTo>
                  <a:lnTo>
                    <a:pt x="6350" y="458939"/>
                  </a:lnTo>
                  <a:lnTo>
                    <a:pt x="6350" y="433400"/>
                  </a:lnTo>
                  <a:close/>
                </a:path>
                <a:path w="2082800" h="2679700">
                  <a:moveTo>
                    <a:pt x="12700" y="433400"/>
                  </a:moveTo>
                  <a:lnTo>
                    <a:pt x="6350" y="433400"/>
                  </a:lnTo>
                  <a:lnTo>
                    <a:pt x="6350" y="458939"/>
                  </a:lnTo>
                  <a:lnTo>
                    <a:pt x="12700" y="458939"/>
                  </a:lnTo>
                  <a:lnTo>
                    <a:pt x="12700" y="433400"/>
                  </a:lnTo>
                  <a:close/>
                </a:path>
                <a:path w="2082800" h="2679700">
                  <a:moveTo>
                    <a:pt x="6350" y="369570"/>
                  </a:moveTo>
                  <a:lnTo>
                    <a:pt x="0" y="369570"/>
                  </a:lnTo>
                  <a:lnTo>
                    <a:pt x="0" y="395097"/>
                  </a:lnTo>
                  <a:lnTo>
                    <a:pt x="6350" y="395097"/>
                  </a:lnTo>
                  <a:lnTo>
                    <a:pt x="6350" y="369570"/>
                  </a:lnTo>
                  <a:close/>
                </a:path>
                <a:path w="2082800" h="2679700">
                  <a:moveTo>
                    <a:pt x="12700" y="369570"/>
                  </a:moveTo>
                  <a:lnTo>
                    <a:pt x="6350" y="369570"/>
                  </a:lnTo>
                  <a:lnTo>
                    <a:pt x="6350" y="395097"/>
                  </a:lnTo>
                  <a:lnTo>
                    <a:pt x="12700" y="395097"/>
                  </a:lnTo>
                  <a:lnTo>
                    <a:pt x="12700" y="369570"/>
                  </a:lnTo>
                  <a:close/>
                </a:path>
                <a:path w="2082800" h="2679700">
                  <a:moveTo>
                    <a:pt x="6350" y="305739"/>
                  </a:moveTo>
                  <a:lnTo>
                    <a:pt x="0" y="305739"/>
                  </a:lnTo>
                  <a:lnTo>
                    <a:pt x="0" y="331266"/>
                  </a:lnTo>
                  <a:lnTo>
                    <a:pt x="6350" y="331266"/>
                  </a:lnTo>
                  <a:lnTo>
                    <a:pt x="6350" y="305739"/>
                  </a:lnTo>
                  <a:close/>
                </a:path>
                <a:path w="2082800" h="2679700">
                  <a:moveTo>
                    <a:pt x="12700" y="305739"/>
                  </a:moveTo>
                  <a:lnTo>
                    <a:pt x="6350" y="305739"/>
                  </a:lnTo>
                  <a:lnTo>
                    <a:pt x="6350" y="331266"/>
                  </a:lnTo>
                  <a:lnTo>
                    <a:pt x="12700" y="331266"/>
                  </a:lnTo>
                  <a:lnTo>
                    <a:pt x="12700" y="305739"/>
                  </a:lnTo>
                  <a:close/>
                </a:path>
                <a:path w="2082800" h="2679700">
                  <a:moveTo>
                    <a:pt x="6350" y="241896"/>
                  </a:moveTo>
                  <a:lnTo>
                    <a:pt x="0" y="241896"/>
                  </a:lnTo>
                  <a:lnTo>
                    <a:pt x="0" y="267436"/>
                  </a:lnTo>
                  <a:lnTo>
                    <a:pt x="6350" y="267436"/>
                  </a:lnTo>
                  <a:lnTo>
                    <a:pt x="6350" y="241896"/>
                  </a:lnTo>
                  <a:close/>
                </a:path>
                <a:path w="2082800" h="2679700">
                  <a:moveTo>
                    <a:pt x="12700" y="241896"/>
                  </a:moveTo>
                  <a:lnTo>
                    <a:pt x="6350" y="241896"/>
                  </a:lnTo>
                  <a:lnTo>
                    <a:pt x="6350" y="267436"/>
                  </a:lnTo>
                  <a:lnTo>
                    <a:pt x="12700" y="267436"/>
                  </a:lnTo>
                  <a:lnTo>
                    <a:pt x="12700" y="241896"/>
                  </a:lnTo>
                  <a:close/>
                </a:path>
                <a:path w="2082800" h="2679700">
                  <a:moveTo>
                    <a:pt x="6350" y="178066"/>
                  </a:moveTo>
                  <a:lnTo>
                    <a:pt x="0" y="178066"/>
                  </a:lnTo>
                  <a:lnTo>
                    <a:pt x="0" y="203593"/>
                  </a:lnTo>
                  <a:lnTo>
                    <a:pt x="6350" y="203593"/>
                  </a:lnTo>
                  <a:lnTo>
                    <a:pt x="6350" y="178066"/>
                  </a:lnTo>
                  <a:close/>
                </a:path>
                <a:path w="2082800" h="2679700">
                  <a:moveTo>
                    <a:pt x="12700" y="178066"/>
                  </a:moveTo>
                  <a:lnTo>
                    <a:pt x="6350" y="178066"/>
                  </a:lnTo>
                  <a:lnTo>
                    <a:pt x="6350" y="203593"/>
                  </a:lnTo>
                  <a:lnTo>
                    <a:pt x="12700" y="203593"/>
                  </a:lnTo>
                  <a:lnTo>
                    <a:pt x="12700" y="178066"/>
                  </a:lnTo>
                  <a:close/>
                </a:path>
                <a:path w="2082800" h="2679700">
                  <a:moveTo>
                    <a:pt x="2640" y="113920"/>
                  </a:moveTo>
                  <a:lnTo>
                    <a:pt x="0" y="127000"/>
                  </a:lnTo>
                  <a:lnTo>
                    <a:pt x="0" y="139763"/>
                  </a:lnTo>
                  <a:lnTo>
                    <a:pt x="6350" y="139763"/>
                  </a:lnTo>
                  <a:lnTo>
                    <a:pt x="6350" y="122732"/>
                  </a:lnTo>
                  <a:lnTo>
                    <a:pt x="6543" y="118960"/>
                  </a:lnTo>
                  <a:lnTo>
                    <a:pt x="6565" y="118529"/>
                  </a:lnTo>
                  <a:lnTo>
                    <a:pt x="6929" y="115036"/>
                  </a:lnTo>
                  <a:lnTo>
                    <a:pt x="6997" y="114376"/>
                  </a:lnTo>
                  <a:lnTo>
                    <a:pt x="2640" y="113920"/>
                  </a:lnTo>
                  <a:close/>
                </a:path>
                <a:path w="2082800" h="2679700">
                  <a:moveTo>
                    <a:pt x="7004" y="114376"/>
                  </a:moveTo>
                  <a:lnTo>
                    <a:pt x="6565" y="118529"/>
                  </a:lnTo>
                  <a:lnTo>
                    <a:pt x="6350" y="122732"/>
                  </a:lnTo>
                  <a:lnTo>
                    <a:pt x="6350" y="139763"/>
                  </a:lnTo>
                  <a:lnTo>
                    <a:pt x="12700" y="139763"/>
                  </a:lnTo>
                  <a:lnTo>
                    <a:pt x="12711" y="122732"/>
                  </a:lnTo>
                  <a:lnTo>
                    <a:pt x="12915" y="118960"/>
                  </a:lnTo>
                  <a:lnTo>
                    <a:pt x="13322" y="115036"/>
                  </a:lnTo>
                  <a:lnTo>
                    <a:pt x="7004" y="114376"/>
                  </a:lnTo>
                  <a:close/>
                </a:path>
                <a:path w="2082800" h="2679700">
                  <a:moveTo>
                    <a:pt x="29381" y="56083"/>
                  </a:moveTo>
                  <a:lnTo>
                    <a:pt x="24447" y="62865"/>
                  </a:lnTo>
                  <a:lnTo>
                    <a:pt x="20205" y="70180"/>
                  </a:lnTo>
                  <a:lnTo>
                    <a:pt x="16748" y="77919"/>
                  </a:lnTo>
                  <a:lnTo>
                    <a:pt x="22555" y="80505"/>
                  </a:lnTo>
                  <a:lnTo>
                    <a:pt x="25819" y="73177"/>
                  </a:lnTo>
                  <a:lnTo>
                    <a:pt x="29845" y="66243"/>
                  </a:lnTo>
                  <a:lnTo>
                    <a:pt x="34518" y="59817"/>
                  </a:lnTo>
                  <a:lnTo>
                    <a:pt x="29381" y="56083"/>
                  </a:lnTo>
                  <a:close/>
                </a:path>
                <a:path w="2082800" h="2679700">
                  <a:moveTo>
                    <a:pt x="26079" y="53685"/>
                  </a:moveTo>
                  <a:lnTo>
                    <a:pt x="11360" y="75519"/>
                  </a:lnTo>
                  <a:lnTo>
                    <a:pt x="16763" y="77919"/>
                  </a:lnTo>
                  <a:lnTo>
                    <a:pt x="20205" y="70180"/>
                  </a:lnTo>
                  <a:lnTo>
                    <a:pt x="24447" y="62865"/>
                  </a:lnTo>
                  <a:lnTo>
                    <a:pt x="29375" y="56083"/>
                  </a:lnTo>
                  <a:lnTo>
                    <a:pt x="26079" y="53685"/>
                  </a:lnTo>
                  <a:close/>
                </a:path>
                <a:path w="2082800" h="2679700">
                  <a:moveTo>
                    <a:pt x="77920" y="16751"/>
                  </a:moveTo>
                  <a:lnTo>
                    <a:pt x="70180" y="20205"/>
                  </a:lnTo>
                  <a:lnTo>
                    <a:pt x="62865" y="24447"/>
                  </a:lnTo>
                  <a:lnTo>
                    <a:pt x="56080" y="29377"/>
                  </a:lnTo>
                  <a:lnTo>
                    <a:pt x="59817" y="34518"/>
                  </a:lnTo>
                  <a:lnTo>
                    <a:pt x="66243" y="29845"/>
                  </a:lnTo>
                  <a:lnTo>
                    <a:pt x="73177" y="25819"/>
                  </a:lnTo>
                  <a:lnTo>
                    <a:pt x="80505" y="22555"/>
                  </a:lnTo>
                  <a:lnTo>
                    <a:pt x="77920" y="16751"/>
                  </a:lnTo>
                  <a:close/>
                </a:path>
                <a:path w="2082800" h="2679700">
                  <a:moveTo>
                    <a:pt x="75519" y="11359"/>
                  </a:moveTo>
                  <a:lnTo>
                    <a:pt x="53685" y="26080"/>
                  </a:lnTo>
                  <a:lnTo>
                    <a:pt x="56084" y="29377"/>
                  </a:lnTo>
                  <a:lnTo>
                    <a:pt x="62865" y="24447"/>
                  </a:lnTo>
                  <a:lnTo>
                    <a:pt x="70180" y="20205"/>
                  </a:lnTo>
                  <a:lnTo>
                    <a:pt x="77914" y="16751"/>
                  </a:lnTo>
                  <a:lnTo>
                    <a:pt x="75519" y="11359"/>
                  </a:lnTo>
                  <a:close/>
                </a:path>
                <a:path w="2082800" h="2679700">
                  <a:moveTo>
                    <a:pt x="127000" y="6350"/>
                  </a:moveTo>
                  <a:lnTo>
                    <a:pt x="122732" y="6350"/>
                  </a:lnTo>
                  <a:lnTo>
                    <a:pt x="118529" y="6565"/>
                  </a:lnTo>
                  <a:lnTo>
                    <a:pt x="114375" y="6997"/>
                  </a:lnTo>
                  <a:lnTo>
                    <a:pt x="114971" y="12700"/>
                  </a:lnTo>
                  <a:lnTo>
                    <a:pt x="115036" y="13322"/>
                  </a:lnTo>
                  <a:lnTo>
                    <a:pt x="118960" y="12915"/>
                  </a:lnTo>
                  <a:lnTo>
                    <a:pt x="122948" y="12700"/>
                  </a:lnTo>
                  <a:lnTo>
                    <a:pt x="127000" y="12700"/>
                  </a:lnTo>
                  <a:lnTo>
                    <a:pt x="127000" y="6350"/>
                  </a:lnTo>
                  <a:close/>
                </a:path>
                <a:path w="2082800" h="2679700">
                  <a:moveTo>
                    <a:pt x="139611" y="0"/>
                  </a:moveTo>
                  <a:lnTo>
                    <a:pt x="127000" y="0"/>
                  </a:lnTo>
                  <a:lnTo>
                    <a:pt x="127000" y="12700"/>
                  </a:lnTo>
                  <a:lnTo>
                    <a:pt x="139611" y="12700"/>
                  </a:lnTo>
                  <a:lnTo>
                    <a:pt x="139611" y="0"/>
                  </a:lnTo>
                  <a:close/>
                </a:path>
                <a:path w="2082800" h="2679700">
                  <a:moveTo>
                    <a:pt x="127000" y="0"/>
                  </a:moveTo>
                  <a:lnTo>
                    <a:pt x="113920" y="2640"/>
                  </a:lnTo>
                  <a:lnTo>
                    <a:pt x="114308" y="6350"/>
                  </a:lnTo>
                  <a:lnTo>
                    <a:pt x="114376" y="6997"/>
                  </a:lnTo>
                  <a:lnTo>
                    <a:pt x="118529" y="6565"/>
                  </a:lnTo>
                  <a:lnTo>
                    <a:pt x="122732" y="6350"/>
                  </a:lnTo>
                  <a:lnTo>
                    <a:pt x="127000" y="6350"/>
                  </a:lnTo>
                  <a:lnTo>
                    <a:pt x="127000" y="0"/>
                  </a:lnTo>
                  <a:close/>
                </a:path>
                <a:path w="2082800" h="2679700">
                  <a:moveTo>
                    <a:pt x="202679" y="0"/>
                  </a:moveTo>
                  <a:lnTo>
                    <a:pt x="177444" y="0"/>
                  </a:lnTo>
                  <a:lnTo>
                    <a:pt x="177444" y="12700"/>
                  </a:lnTo>
                  <a:lnTo>
                    <a:pt x="202679" y="12700"/>
                  </a:lnTo>
                  <a:lnTo>
                    <a:pt x="202679" y="0"/>
                  </a:lnTo>
                  <a:close/>
                </a:path>
                <a:path w="2082800" h="2679700">
                  <a:moveTo>
                    <a:pt x="265734" y="0"/>
                  </a:moveTo>
                  <a:lnTo>
                    <a:pt x="240512" y="0"/>
                  </a:lnTo>
                  <a:lnTo>
                    <a:pt x="240512" y="12700"/>
                  </a:lnTo>
                  <a:lnTo>
                    <a:pt x="265734" y="12700"/>
                  </a:lnTo>
                  <a:lnTo>
                    <a:pt x="265734" y="0"/>
                  </a:lnTo>
                  <a:close/>
                </a:path>
                <a:path w="2082800" h="2679700">
                  <a:moveTo>
                    <a:pt x="328803" y="0"/>
                  </a:moveTo>
                  <a:lnTo>
                    <a:pt x="303568" y="0"/>
                  </a:lnTo>
                  <a:lnTo>
                    <a:pt x="303568" y="12700"/>
                  </a:lnTo>
                  <a:lnTo>
                    <a:pt x="328803" y="12700"/>
                  </a:lnTo>
                  <a:lnTo>
                    <a:pt x="328803" y="0"/>
                  </a:lnTo>
                  <a:close/>
                </a:path>
                <a:path w="2082800" h="2679700">
                  <a:moveTo>
                    <a:pt x="391858" y="0"/>
                  </a:moveTo>
                  <a:lnTo>
                    <a:pt x="366636" y="0"/>
                  </a:lnTo>
                  <a:lnTo>
                    <a:pt x="366636" y="12700"/>
                  </a:lnTo>
                  <a:lnTo>
                    <a:pt x="391858" y="12700"/>
                  </a:lnTo>
                  <a:lnTo>
                    <a:pt x="391858" y="0"/>
                  </a:lnTo>
                  <a:close/>
                </a:path>
                <a:path w="2082800" h="2679700">
                  <a:moveTo>
                    <a:pt x="454926" y="0"/>
                  </a:moveTo>
                  <a:lnTo>
                    <a:pt x="429691" y="0"/>
                  </a:lnTo>
                  <a:lnTo>
                    <a:pt x="429691" y="12700"/>
                  </a:lnTo>
                  <a:lnTo>
                    <a:pt x="454926" y="12700"/>
                  </a:lnTo>
                  <a:lnTo>
                    <a:pt x="454926" y="0"/>
                  </a:lnTo>
                  <a:close/>
                </a:path>
                <a:path w="2082800" h="2679700">
                  <a:moveTo>
                    <a:pt x="517982" y="0"/>
                  </a:moveTo>
                  <a:lnTo>
                    <a:pt x="492760" y="0"/>
                  </a:lnTo>
                  <a:lnTo>
                    <a:pt x="492760" y="12700"/>
                  </a:lnTo>
                  <a:lnTo>
                    <a:pt x="517982" y="12700"/>
                  </a:lnTo>
                  <a:lnTo>
                    <a:pt x="517982" y="0"/>
                  </a:lnTo>
                  <a:close/>
                </a:path>
                <a:path w="2082800" h="2679700">
                  <a:moveTo>
                    <a:pt x="581050" y="0"/>
                  </a:moveTo>
                  <a:lnTo>
                    <a:pt x="555828" y="0"/>
                  </a:lnTo>
                  <a:lnTo>
                    <a:pt x="555828" y="12700"/>
                  </a:lnTo>
                  <a:lnTo>
                    <a:pt x="581050" y="12700"/>
                  </a:lnTo>
                  <a:lnTo>
                    <a:pt x="581050" y="0"/>
                  </a:lnTo>
                  <a:close/>
                </a:path>
                <a:path w="2082800" h="2679700">
                  <a:moveTo>
                    <a:pt x="644105" y="0"/>
                  </a:moveTo>
                  <a:lnTo>
                    <a:pt x="618883" y="0"/>
                  </a:lnTo>
                  <a:lnTo>
                    <a:pt x="618883" y="12700"/>
                  </a:lnTo>
                  <a:lnTo>
                    <a:pt x="644105" y="12700"/>
                  </a:lnTo>
                  <a:lnTo>
                    <a:pt x="644105" y="0"/>
                  </a:lnTo>
                  <a:close/>
                </a:path>
                <a:path w="2082800" h="2679700">
                  <a:moveTo>
                    <a:pt x="707174" y="0"/>
                  </a:moveTo>
                  <a:lnTo>
                    <a:pt x="681951" y="0"/>
                  </a:lnTo>
                  <a:lnTo>
                    <a:pt x="681951" y="12700"/>
                  </a:lnTo>
                  <a:lnTo>
                    <a:pt x="707174" y="12700"/>
                  </a:lnTo>
                  <a:lnTo>
                    <a:pt x="707174" y="0"/>
                  </a:lnTo>
                  <a:close/>
                </a:path>
                <a:path w="2082800" h="2679700">
                  <a:moveTo>
                    <a:pt x="770229" y="0"/>
                  </a:moveTo>
                  <a:lnTo>
                    <a:pt x="745007" y="0"/>
                  </a:lnTo>
                  <a:lnTo>
                    <a:pt x="745007" y="12700"/>
                  </a:lnTo>
                  <a:lnTo>
                    <a:pt x="770229" y="12700"/>
                  </a:lnTo>
                  <a:lnTo>
                    <a:pt x="770229" y="0"/>
                  </a:lnTo>
                  <a:close/>
                </a:path>
                <a:path w="2082800" h="2679700">
                  <a:moveTo>
                    <a:pt x="833297" y="0"/>
                  </a:moveTo>
                  <a:lnTo>
                    <a:pt x="808075" y="0"/>
                  </a:lnTo>
                  <a:lnTo>
                    <a:pt x="808075" y="12700"/>
                  </a:lnTo>
                  <a:lnTo>
                    <a:pt x="833297" y="12700"/>
                  </a:lnTo>
                  <a:lnTo>
                    <a:pt x="833297" y="0"/>
                  </a:lnTo>
                  <a:close/>
                </a:path>
                <a:path w="2082800" h="2679700">
                  <a:moveTo>
                    <a:pt x="896353" y="0"/>
                  </a:moveTo>
                  <a:lnTo>
                    <a:pt x="871131" y="0"/>
                  </a:lnTo>
                  <a:lnTo>
                    <a:pt x="871131" y="12700"/>
                  </a:lnTo>
                  <a:lnTo>
                    <a:pt x="896353" y="12700"/>
                  </a:lnTo>
                  <a:lnTo>
                    <a:pt x="896353" y="0"/>
                  </a:lnTo>
                  <a:close/>
                </a:path>
                <a:path w="2082800" h="2679700">
                  <a:moveTo>
                    <a:pt x="959421" y="0"/>
                  </a:moveTo>
                  <a:lnTo>
                    <a:pt x="934199" y="0"/>
                  </a:lnTo>
                  <a:lnTo>
                    <a:pt x="934199" y="12700"/>
                  </a:lnTo>
                  <a:lnTo>
                    <a:pt x="959421" y="12700"/>
                  </a:lnTo>
                  <a:lnTo>
                    <a:pt x="959421" y="0"/>
                  </a:lnTo>
                  <a:close/>
                </a:path>
                <a:path w="2082800" h="2679700">
                  <a:moveTo>
                    <a:pt x="1022477" y="0"/>
                  </a:moveTo>
                  <a:lnTo>
                    <a:pt x="997254" y="0"/>
                  </a:lnTo>
                  <a:lnTo>
                    <a:pt x="997254" y="12700"/>
                  </a:lnTo>
                  <a:lnTo>
                    <a:pt x="1022477" y="12700"/>
                  </a:lnTo>
                  <a:lnTo>
                    <a:pt x="1022477" y="0"/>
                  </a:lnTo>
                  <a:close/>
                </a:path>
                <a:path w="2082800" h="2679700">
                  <a:moveTo>
                    <a:pt x="1085545" y="0"/>
                  </a:moveTo>
                  <a:lnTo>
                    <a:pt x="1060323" y="0"/>
                  </a:lnTo>
                  <a:lnTo>
                    <a:pt x="1060323" y="12700"/>
                  </a:lnTo>
                  <a:lnTo>
                    <a:pt x="1085545" y="12700"/>
                  </a:lnTo>
                  <a:lnTo>
                    <a:pt x="1085545" y="0"/>
                  </a:lnTo>
                  <a:close/>
                </a:path>
                <a:path w="2082800" h="2679700">
                  <a:moveTo>
                    <a:pt x="1148600" y="0"/>
                  </a:moveTo>
                  <a:lnTo>
                    <a:pt x="1123378" y="0"/>
                  </a:lnTo>
                  <a:lnTo>
                    <a:pt x="1123378" y="12700"/>
                  </a:lnTo>
                  <a:lnTo>
                    <a:pt x="1148600" y="12700"/>
                  </a:lnTo>
                  <a:lnTo>
                    <a:pt x="1148600" y="0"/>
                  </a:lnTo>
                  <a:close/>
                </a:path>
                <a:path w="2082800" h="2679700">
                  <a:moveTo>
                    <a:pt x="1211668" y="0"/>
                  </a:moveTo>
                  <a:lnTo>
                    <a:pt x="1186446" y="0"/>
                  </a:lnTo>
                  <a:lnTo>
                    <a:pt x="1186446" y="12700"/>
                  </a:lnTo>
                  <a:lnTo>
                    <a:pt x="1211668" y="12700"/>
                  </a:lnTo>
                  <a:lnTo>
                    <a:pt x="1211668" y="0"/>
                  </a:lnTo>
                  <a:close/>
                </a:path>
                <a:path w="2082800" h="2679700">
                  <a:moveTo>
                    <a:pt x="1274724" y="0"/>
                  </a:moveTo>
                  <a:lnTo>
                    <a:pt x="1249502" y="0"/>
                  </a:lnTo>
                  <a:lnTo>
                    <a:pt x="1249502" y="12700"/>
                  </a:lnTo>
                  <a:lnTo>
                    <a:pt x="1274724" y="12700"/>
                  </a:lnTo>
                  <a:lnTo>
                    <a:pt x="1274724" y="0"/>
                  </a:lnTo>
                  <a:close/>
                </a:path>
                <a:path w="2082800" h="2679700">
                  <a:moveTo>
                    <a:pt x="1337792" y="0"/>
                  </a:moveTo>
                  <a:lnTo>
                    <a:pt x="1312570" y="0"/>
                  </a:lnTo>
                  <a:lnTo>
                    <a:pt x="1312570" y="12700"/>
                  </a:lnTo>
                  <a:lnTo>
                    <a:pt x="1337792" y="12700"/>
                  </a:lnTo>
                  <a:lnTo>
                    <a:pt x="1337792" y="0"/>
                  </a:lnTo>
                  <a:close/>
                </a:path>
                <a:path w="2082800" h="2679700">
                  <a:moveTo>
                    <a:pt x="1400848" y="0"/>
                  </a:moveTo>
                  <a:lnTo>
                    <a:pt x="1375625" y="0"/>
                  </a:lnTo>
                  <a:lnTo>
                    <a:pt x="1375625" y="12700"/>
                  </a:lnTo>
                  <a:lnTo>
                    <a:pt x="1400848" y="12700"/>
                  </a:lnTo>
                  <a:lnTo>
                    <a:pt x="1400848" y="0"/>
                  </a:lnTo>
                  <a:close/>
                </a:path>
                <a:path w="2082800" h="2679700">
                  <a:moveTo>
                    <a:pt x="1463916" y="0"/>
                  </a:moveTo>
                  <a:lnTo>
                    <a:pt x="1438694" y="0"/>
                  </a:lnTo>
                  <a:lnTo>
                    <a:pt x="1438694" y="12700"/>
                  </a:lnTo>
                  <a:lnTo>
                    <a:pt x="1463916" y="12700"/>
                  </a:lnTo>
                  <a:lnTo>
                    <a:pt x="1463916" y="0"/>
                  </a:lnTo>
                  <a:close/>
                </a:path>
                <a:path w="2082800" h="2679700">
                  <a:moveTo>
                    <a:pt x="1526971" y="0"/>
                  </a:moveTo>
                  <a:lnTo>
                    <a:pt x="1501749" y="0"/>
                  </a:lnTo>
                  <a:lnTo>
                    <a:pt x="1501749" y="12700"/>
                  </a:lnTo>
                  <a:lnTo>
                    <a:pt x="1526971" y="12700"/>
                  </a:lnTo>
                  <a:lnTo>
                    <a:pt x="1526971" y="0"/>
                  </a:lnTo>
                  <a:close/>
                </a:path>
                <a:path w="2082800" h="2679700">
                  <a:moveTo>
                    <a:pt x="1590040" y="0"/>
                  </a:moveTo>
                  <a:lnTo>
                    <a:pt x="1564817" y="0"/>
                  </a:lnTo>
                  <a:lnTo>
                    <a:pt x="1564817" y="12700"/>
                  </a:lnTo>
                  <a:lnTo>
                    <a:pt x="1590040" y="12700"/>
                  </a:lnTo>
                  <a:lnTo>
                    <a:pt x="1590040" y="0"/>
                  </a:lnTo>
                  <a:close/>
                </a:path>
                <a:path w="2082800" h="2679700">
                  <a:moveTo>
                    <a:pt x="1653095" y="0"/>
                  </a:moveTo>
                  <a:lnTo>
                    <a:pt x="1627873" y="0"/>
                  </a:lnTo>
                  <a:lnTo>
                    <a:pt x="1627873" y="12700"/>
                  </a:lnTo>
                  <a:lnTo>
                    <a:pt x="1653095" y="12700"/>
                  </a:lnTo>
                  <a:lnTo>
                    <a:pt x="1653095" y="0"/>
                  </a:lnTo>
                  <a:close/>
                </a:path>
                <a:path w="2082800" h="2679700">
                  <a:moveTo>
                    <a:pt x="1716163" y="0"/>
                  </a:moveTo>
                  <a:lnTo>
                    <a:pt x="1690941" y="0"/>
                  </a:lnTo>
                  <a:lnTo>
                    <a:pt x="1690941" y="12700"/>
                  </a:lnTo>
                  <a:lnTo>
                    <a:pt x="1716163" y="12700"/>
                  </a:lnTo>
                  <a:lnTo>
                    <a:pt x="1716163" y="0"/>
                  </a:lnTo>
                  <a:close/>
                </a:path>
                <a:path w="2082800" h="2679700">
                  <a:moveTo>
                    <a:pt x="1779231" y="0"/>
                  </a:moveTo>
                  <a:lnTo>
                    <a:pt x="1753997" y="0"/>
                  </a:lnTo>
                  <a:lnTo>
                    <a:pt x="1753997" y="12700"/>
                  </a:lnTo>
                  <a:lnTo>
                    <a:pt x="1779231" y="12700"/>
                  </a:lnTo>
                  <a:lnTo>
                    <a:pt x="1779231" y="0"/>
                  </a:lnTo>
                  <a:close/>
                </a:path>
                <a:path w="2082800" h="2679700">
                  <a:moveTo>
                    <a:pt x="1842287" y="0"/>
                  </a:moveTo>
                  <a:lnTo>
                    <a:pt x="1817065" y="0"/>
                  </a:lnTo>
                  <a:lnTo>
                    <a:pt x="1817065" y="12700"/>
                  </a:lnTo>
                  <a:lnTo>
                    <a:pt x="1842287" y="12700"/>
                  </a:lnTo>
                  <a:lnTo>
                    <a:pt x="1842287" y="0"/>
                  </a:lnTo>
                  <a:close/>
                </a:path>
                <a:path w="2082800" h="2679700">
                  <a:moveTo>
                    <a:pt x="1905355" y="0"/>
                  </a:moveTo>
                  <a:lnTo>
                    <a:pt x="1880120" y="0"/>
                  </a:lnTo>
                  <a:lnTo>
                    <a:pt x="1880120" y="12700"/>
                  </a:lnTo>
                  <a:lnTo>
                    <a:pt x="1905355" y="12700"/>
                  </a:lnTo>
                  <a:lnTo>
                    <a:pt x="1905355" y="0"/>
                  </a:lnTo>
                  <a:close/>
                </a:path>
                <a:path w="2082800" h="2679700">
                  <a:moveTo>
                    <a:pt x="1955800" y="0"/>
                  </a:moveTo>
                  <a:lnTo>
                    <a:pt x="1955800" y="12700"/>
                  </a:lnTo>
                  <a:lnTo>
                    <a:pt x="1959851" y="12700"/>
                  </a:lnTo>
                  <a:lnTo>
                    <a:pt x="1963839" y="12915"/>
                  </a:lnTo>
                  <a:lnTo>
                    <a:pt x="1967763" y="13322"/>
                  </a:lnTo>
                  <a:lnTo>
                    <a:pt x="1968424" y="6997"/>
                  </a:lnTo>
                  <a:lnTo>
                    <a:pt x="1964270" y="6565"/>
                  </a:lnTo>
                  <a:lnTo>
                    <a:pt x="1960067" y="6350"/>
                  </a:lnTo>
                  <a:lnTo>
                    <a:pt x="1968491" y="6350"/>
                  </a:lnTo>
                  <a:lnTo>
                    <a:pt x="1968879" y="2640"/>
                  </a:lnTo>
                  <a:lnTo>
                    <a:pt x="1955800" y="0"/>
                  </a:lnTo>
                  <a:close/>
                </a:path>
                <a:path w="2082800" h="2679700">
                  <a:moveTo>
                    <a:pt x="1955800" y="0"/>
                  </a:moveTo>
                  <a:lnTo>
                    <a:pt x="1943188" y="0"/>
                  </a:lnTo>
                  <a:lnTo>
                    <a:pt x="1943188" y="12700"/>
                  </a:lnTo>
                  <a:lnTo>
                    <a:pt x="1955800" y="12700"/>
                  </a:lnTo>
                  <a:lnTo>
                    <a:pt x="1955800" y="0"/>
                  </a:lnTo>
                  <a:close/>
                </a:path>
                <a:path w="2082800" h="2679700">
                  <a:moveTo>
                    <a:pt x="1968491" y="6350"/>
                  </a:moveTo>
                  <a:lnTo>
                    <a:pt x="1960067" y="6350"/>
                  </a:lnTo>
                  <a:lnTo>
                    <a:pt x="1964270" y="6565"/>
                  </a:lnTo>
                  <a:lnTo>
                    <a:pt x="1968424" y="6997"/>
                  </a:lnTo>
                  <a:lnTo>
                    <a:pt x="1968491" y="6350"/>
                  </a:lnTo>
                  <a:close/>
                </a:path>
                <a:path w="2082800" h="2679700">
                  <a:moveTo>
                    <a:pt x="2004885" y="16751"/>
                  </a:moveTo>
                  <a:lnTo>
                    <a:pt x="2002294" y="22555"/>
                  </a:lnTo>
                  <a:lnTo>
                    <a:pt x="2009622" y="25819"/>
                  </a:lnTo>
                  <a:lnTo>
                    <a:pt x="2016556" y="29845"/>
                  </a:lnTo>
                  <a:lnTo>
                    <a:pt x="2022983" y="34518"/>
                  </a:lnTo>
                  <a:lnTo>
                    <a:pt x="2026719" y="29377"/>
                  </a:lnTo>
                  <a:lnTo>
                    <a:pt x="2019935" y="24447"/>
                  </a:lnTo>
                  <a:lnTo>
                    <a:pt x="2012619" y="20205"/>
                  </a:lnTo>
                  <a:lnTo>
                    <a:pt x="2004885" y="16751"/>
                  </a:lnTo>
                  <a:close/>
                </a:path>
                <a:path w="2082800" h="2679700">
                  <a:moveTo>
                    <a:pt x="2007280" y="11359"/>
                  </a:moveTo>
                  <a:lnTo>
                    <a:pt x="2004885" y="16751"/>
                  </a:lnTo>
                  <a:lnTo>
                    <a:pt x="2012619" y="20205"/>
                  </a:lnTo>
                  <a:lnTo>
                    <a:pt x="2019935" y="24447"/>
                  </a:lnTo>
                  <a:lnTo>
                    <a:pt x="2026719" y="29377"/>
                  </a:lnTo>
                  <a:lnTo>
                    <a:pt x="2029114" y="26080"/>
                  </a:lnTo>
                  <a:lnTo>
                    <a:pt x="2007280" y="11359"/>
                  </a:lnTo>
                  <a:close/>
                </a:path>
                <a:path w="2082800" h="2679700">
                  <a:moveTo>
                    <a:pt x="2053424" y="56083"/>
                  </a:moveTo>
                  <a:lnTo>
                    <a:pt x="2048281" y="59817"/>
                  </a:lnTo>
                  <a:lnTo>
                    <a:pt x="2052955" y="66243"/>
                  </a:lnTo>
                  <a:lnTo>
                    <a:pt x="2056980" y="73177"/>
                  </a:lnTo>
                  <a:lnTo>
                    <a:pt x="2060244" y="80505"/>
                  </a:lnTo>
                  <a:lnTo>
                    <a:pt x="2066051" y="77919"/>
                  </a:lnTo>
                  <a:lnTo>
                    <a:pt x="2062594" y="70180"/>
                  </a:lnTo>
                  <a:lnTo>
                    <a:pt x="2058352" y="62865"/>
                  </a:lnTo>
                  <a:lnTo>
                    <a:pt x="2053424" y="56083"/>
                  </a:lnTo>
                  <a:close/>
                </a:path>
                <a:path w="2082800" h="2679700">
                  <a:moveTo>
                    <a:pt x="2056720" y="53685"/>
                  </a:moveTo>
                  <a:lnTo>
                    <a:pt x="2053424" y="56083"/>
                  </a:lnTo>
                  <a:lnTo>
                    <a:pt x="2058352" y="62865"/>
                  </a:lnTo>
                  <a:lnTo>
                    <a:pt x="2062594" y="70180"/>
                  </a:lnTo>
                  <a:lnTo>
                    <a:pt x="2066051" y="77919"/>
                  </a:lnTo>
                  <a:lnTo>
                    <a:pt x="2071440" y="75519"/>
                  </a:lnTo>
                  <a:lnTo>
                    <a:pt x="2056720" y="53685"/>
                  </a:lnTo>
                  <a:close/>
                </a:path>
                <a:path w="2082800" h="2679700">
                  <a:moveTo>
                    <a:pt x="2075802" y="114376"/>
                  </a:moveTo>
                  <a:lnTo>
                    <a:pt x="2069477" y="115036"/>
                  </a:lnTo>
                  <a:lnTo>
                    <a:pt x="2069839" y="118529"/>
                  </a:lnTo>
                  <a:lnTo>
                    <a:pt x="2069884" y="118960"/>
                  </a:lnTo>
                  <a:lnTo>
                    <a:pt x="2070088" y="122732"/>
                  </a:lnTo>
                  <a:lnTo>
                    <a:pt x="2070100" y="139763"/>
                  </a:lnTo>
                  <a:lnTo>
                    <a:pt x="2076450" y="139763"/>
                  </a:lnTo>
                  <a:lnTo>
                    <a:pt x="2076450" y="122732"/>
                  </a:lnTo>
                  <a:lnTo>
                    <a:pt x="2076256" y="118960"/>
                  </a:lnTo>
                  <a:lnTo>
                    <a:pt x="2076234" y="118529"/>
                  </a:lnTo>
                  <a:lnTo>
                    <a:pt x="2075870" y="115036"/>
                  </a:lnTo>
                  <a:lnTo>
                    <a:pt x="2075802" y="114376"/>
                  </a:lnTo>
                  <a:close/>
                </a:path>
                <a:path w="2082800" h="2679700">
                  <a:moveTo>
                    <a:pt x="2080159" y="113920"/>
                  </a:moveTo>
                  <a:lnTo>
                    <a:pt x="2075802" y="114376"/>
                  </a:lnTo>
                  <a:lnTo>
                    <a:pt x="2076234" y="118529"/>
                  </a:lnTo>
                  <a:lnTo>
                    <a:pt x="2076450" y="122732"/>
                  </a:lnTo>
                  <a:lnTo>
                    <a:pt x="2076450" y="139763"/>
                  </a:lnTo>
                  <a:lnTo>
                    <a:pt x="2082800" y="139763"/>
                  </a:lnTo>
                  <a:lnTo>
                    <a:pt x="2082800" y="127000"/>
                  </a:lnTo>
                  <a:lnTo>
                    <a:pt x="2080251" y="114376"/>
                  </a:lnTo>
                  <a:lnTo>
                    <a:pt x="2080159" y="113920"/>
                  </a:lnTo>
                  <a:close/>
                </a:path>
                <a:path w="2082800" h="2679700">
                  <a:moveTo>
                    <a:pt x="2076450" y="178066"/>
                  </a:moveTo>
                  <a:lnTo>
                    <a:pt x="2070100" y="178066"/>
                  </a:lnTo>
                  <a:lnTo>
                    <a:pt x="2070100" y="203606"/>
                  </a:lnTo>
                  <a:lnTo>
                    <a:pt x="2076450" y="203606"/>
                  </a:lnTo>
                  <a:lnTo>
                    <a:pt x="2076450" y="178066"/>
                  </a:lnTo>
                  <a:close/>
                </a:path>
                <a:path w="2082800" h="2679700">
                  <a:moveTo>
                    <a:pt x="2082800" y="178066"/>
                  </a:moveTo>
                  <a:lnTo>
                    <a:pt x="2076450" y="178066"/>
                  </a:lnTo>
                  <a:lnTo>
                    <a:pt x="2076450" y="203606"/>
                  </a:lnTo>
                  <a:lnTo>
                    <a:pt x="2082800" y="203606"/>
                  </a:lnTo>
                  <a:lnTo>
                    <a:pt x="2082800" y="178066"/>
                  </a:lnTo>
                  <a:close/>
                </a:path>
                <a:path w="2082800" h="2679700">
                  <a:moveTo>
                    <a:pt x="2076450" y="241896"/>
                  </a:moveTo>
                  <a:lnTo>
                    <a:pt x="2070100" y="241896"/>
                  </a:lnTo>
                  <a:lnTo>
                    <a:pt x="2070100" y="267436"/>
                  </a:lnTo>
                  <a:lnTo>
                    <a:pt x="2076450" y="267436"/>
                  </a:lnTo>
                  <a:lnTo>
                    <a:pt x="2076450" y="241896"/>
                  </a:lnTo>
                  <a:close/>
                </a:path>
                <a:path w="2082800" h="2679700">
                  <a:moveTo>
                    <a:pt x="2082800" y="241896"/>
                  </a:moveTo>
                  <a:lnTo>
                    <a:pt x="2076450" y="241896"/>
                  </a:lnTo>
                  <a:lnTo>
                    <a:pt x="2076450" y="267436"/>
                  </a:lnTo>
                  <a:lnTo>
                    <a:pt x="2082800" y="267436"/>
                  </a:lnTo>
                  <a:lnTo>
                    <a:pt x="2082800" y="241896"/>
                  </a:lnTo>
                  <a:close/>
                </a:path>
                <a:path w="2082800" h="2679700">
                  <a:moveTo>
                    <a:pt x="2076450" y="305739"/>
                  </a:moveTo>
                  <a:lnTo>
                    <a:pt x="2070100" y="305739"/>
                  </a:lnTo>
                  <a:lnTo>
                    <a:pt x="2070100" y="331266"/>
                  </a:lnTo>
                  <a:lnTo>
                    <a:pt x="2076450" y="331266"/>
                  </a:lnTo>
                  <a:lnTo>
                    <a:pt x="2076450" y="305739"/>
                  </a:lnTo>
                  <a:close/>
                </a:path>
                <a:path w="2082800" h="2679700">
                  <a:moveTo>
                    <a:pt x="2082800" y="305739"/>
                  </a:moveTo>
                  <a:lnTo>
                    <a:pt x="2076450" y="305739"/>
                  </a:lnTo>
                  <a:lnTo>
                    <a:pt x="2076450" y="331266"/>
                  </a:lnTo>
                  <a:lnTo>
                    <a:pt x="2082800" y="331266"/>
                  </a:lnTo>
                  <a:lnTo>
                    <a:pt x="2082800" y="305739"/>
                  </a:lnTo>
                  <a:close/>
                </a:path>
                <a:path w="2082800" h="2679700">
                  <a:moveTo>
                    <a:pt x="2076450" y="369570"/>
                  </a:moveTo>
                  <a:lnTo>
                    <a:pt x="2070100" y="369570"/>
                  </a:lnTo>
                  <a:lnTo>
                    <a:pt x="2070100" y="395109"/>
                  </a:lnTo>
                  <a:lnTo>
                    <a:pt x="2076450" y="395109"/>
                  </a:lnTo>
                  <a:lnTo>
                    <a:pt x="2076450" y="369570"/>
                  </a:lnTo>
                  <a:close/>
                </a:path>
                <a:path w="2082800" h="2679700">
                  <a:moveTo>
                    <a:pt x="2082800" y="369570"/>
                  </a:moveTo>
                  <a:lnTo>
                    <a:pt x="2076450" y="369570"/>
                  </a:lnTo>
                  <a:lnTo>
                    <a:pt x="2076450" y="395109"/>
                  </a:lnTo>
                  <a:lnTo>
                    <a:pt x="2082800" y="395109"/>
                  </a:lnTo>
                  <a:lnTo>
                    <a:pt x="2082800" y="369570"/>
                  </a:lnTo>
                  <a:close/>
                </a:path>
                <a:path w="2082800" h="2679700">
                  <a:moveTo>
                    <a:pt x="2076450" y="433400"/>
                  </a:moveTo>
                  <a:lnTo>
                    <a:pt x="2070100" y="433400"/>
                  </a:lnTo>
                  <a:lnTo>
                    <a:pt x="2070100" y="458939"/>
                  </a:lnTo>
                  <a:lnTo>
                    <a:pt x="2076450" y="458939"/>
                  </a:lnTo>
                  <a:lnTo>
                    <a:pt x="2076450" y="433400"/>
                  </a:lnTo>
                  <a:close/>
                </a:path>
                <a:path w="2082800" h="2679700">
                  <a:moveTo>
                    <a:pt x="2082800" y="433400"/>
                  </a:moveTo>
                  <a:lnTo>
                    <a:pt x="2076450" y="433400"/>
                  </a:lnTo>
                  <a:lnTo>
                    <a:pt x="2076450" y="458939"/>
                  </a:lnTo>
                  <a:lnTo>
                    <a:pt x="2082800" y="458939"/>
                  </a:lnTo>
                  <a:lnTo>
                    <a:pt x="2082800" y="433400"/>
                  </a:lnTo>
                  <a:close/>
                </a:path>
                <a:path w="2082800" h="2679700">
                  <a:moveTo>
                    <a:pt x="2076450" y="497243"/>
                  </a:moveTo>
                  <a:lnTo>
                    <a:pt x="2070100" y="497243"/>
                  </a:lnTo>
                  <a:lnTo>
                    <a:pt x="2070100" y="522770"/>
                  </a:lnTo>
                  <a:lnTo>
                    <a:pt x="2076450" y="522770"/>
                  </a:lnTo>
                  <a:lnTo>
                    <a:pt x="2076450" y="497243"/>
                  </a:lnTo>
                  <a:close/>
                </a:path>
                <a:path w="2082800" h="2679700">
                  <a:moveTo>
                    <a:pt x="2082800" y="497243"/>
                  </a:moveTo>
                  <a:lnTo>
                    <a:pt x="2076450" y="497243"/>
                  </a:lnTo>
                  <a:lnTo>
                    <a:pt x="2076450" y="522770"/>
                  </a:lnTo>
                  <a:lnTo>
                    <a:pt x="2082800" y="522770"/>
                  </a:lnTo>
                  <a:lnTo>
                    <a:pt x="2082800" y="497243"/>
                  </a:lnTo>
                  <a:close/>
                </a:path>
                <a:path w="2082800" h="2679700">
                  <a:moveTo>
                    <a:pt x="2076450" y="561073"/>
                  </a:moveTo>
                  <a:lnTo>
                    <a:pt x="2070100" y="561073"/>
                  </a:lnTo>
                  <a:lnTo>
                    <a:pt x="2070100" y="586600"/>
                  </a:lnTo>
                  <a:lnTo>
                    <a:pt x="2076450" y="586600"/>
                  </a:lnTo>
                  <a:lnTo>
                    <a:pt x="2076450" y="561073"/>
                  </a:lnTo>
                  <a:close/>
                </a:path>
                <a:path w="2082800" h="2679700">
                  <a:moveTo>
                    <a:pt x="2082800" y="561073"/>
                  </a:moveTo>
                  <a:lnTo>
                    <a:pt x="2076450" y="561073"/>
                  </a:lnTo>
                  <a:lnTo>
                    <a:pt x="2076450" y="586600"/>
                  </a:lnTo>
                  <a:lnTo>
                    <a:pt x="2082800" y="586600"/>
                  </a:lnTo>
                  <a:lnTo>
                    <a:pt x="2082800" y="561073"/>
                  </a:lnTo>
                  <a:close/>
                </a:path>
                <a:path w="2082800" h="2679700">
                  <a:moveTo>
                    <a:pt x="2076450" y="624903"/>
                  </a:moveTo>
                  <a:lnTo>
                    <a:pt x="2070100" y="624903"/>
                  </a:lnTo>
                  <a:lnTo>
                    <a:pt x="2070100" y="650443"/>
                  </a:lnTo>
                  <a:lnTo>
                    <a:pt x="2076450" y="650443"/>
                  </a:lnTo>
                  <a:lnTo>
                    <a:pt x="2076450" y="624903"/>
                  </a:lnTo>
                  <a:close/>
                </a:path>
                <a:path w="2082800" h="2679700">
                  <a:moveTo>
                    <a:pt x="2082800" y="624903"/>
                  </a:moveTo>
                  <a:lnTo>
                    <a:pt x="2076450" y="624903"/>
                  </a:lnTo>
                  <a:lnTo>
                    <a:pt x="2076450" y="650443"/>
                  </a:lnTo>
                  <a:lnTo>
                    <a:pt x="2082800" y="650443"/>
                  </a:lnTo>
                  <a:lnTo>
                    <a:pt x="2082800" y="624903"/>
                  </a:lnTo>
                  <a:close/>
                </a:path>
                <a:path w="2082800" h="2679700">
                  <a:moveTo>
                    <a:pt x="2076450" y="688746"/>
                  </a:moveTo>
                  <a:lnTo>
                    <a:pt x="2070100" y="688746"/>
                  </a:lnTo>
                  <a:lnTo>
                    <a:pt x="2070100" y="714273"/>
                  </a:lnTo>
                  <a:lnTo>
                    <a:pt x="2076450" y="714273"/>
                  </a:lnTo>
                  <a:lnTo>
                    <a:pt x="2076450" y="688746"/>
                  </a:lnTo>
                  <a:close/>
                </a:path>
                <a:path w="2082800" h="2679700">
                  <a:moveTo>
                    <a:pt x="2082800" y="688746"/>
                  </a:moveTo>
                  <a:lnTo>
                    <a:pt x="2076450" y="688746"/>
                  </a:lnTo>
                  <a:lnTo>
                    <a:pt x="2076450" y="714273"/>
                  </a:lnTo>
                  <a:lnTo>
                    <a:pt x="2082800" y="714273"/>
                  </a:lnTo>
                  <a:lnTo>
                    <a:pt x="2082800" y="688746"/>
                  </a:lnTo>
                  <a:close/>
                </a:path>
                <a:path w="2082800" h="2679700">
                  <a:moveTo>
                    <a:pt x="2076450" y="752576"/>
                  </a:moveTo>
                  <a:lnTo>
                    <a:pt x="2070100" y="752576"/>
                  </a:lnTo>
                  <a:lnTo>
                    <a:pt x="2070100" y="778103"/>
                  </a:lnTo>
                  <a:lnTo>
                    <a:pt x="2076450" y="778103"/>
                  </a:lnTo>
                  <a:lnTo>
                    <a:pt x="2076450" y="752576"/>
                  </a:lnTo>
                  <a:close/>
                </a:path>
                <a:path w="2082800" h="2679700">
                  <a:moveTo>
                    <a:pt x="2082800" y="752576"/>
                  </a:moveTo>
                  <a:lnTo>
                    <a:pt x="2076450" y="752576"/>
                  </a:lnTo>
                  <a:lnTo>
                    <a:pt x="2076450" y="778103"/>
                  </a:lnTo>
                  <a:lnTo>
                    <a:pt x="2082800" y="778103"/>
                  </a:lnTo>
                  <a:lnTo>
                    <a:pt x="2082800" y="752576"/>
                  </a:lnTo>
                  <a:close/>
                </a:path>
                <a:path w="2082800" h="2679700">
                  <a:moveTo>
                    <a:pt x="2076450" y="816406"/>
                  </a:moveTo>
                  <a:lnTo>
                    <a:pt x="2070100" y="816406"/>
                  </a:lnTo>
                  <a:lnTo>
                    <a:pt x="2070100" y="841946"/>
                  </a:lnTo>
                  <a:lnTo>
                    <a:pt x="2076450" y="841946"/>
                  </a:lnTo>
                  <a:lnTo>
                    <a:pt x="2076450" y="816406"/>
                  </a:lnTo>
                  <a:close/>
                </a:path>
                <a:path w="2082800" h="2679700">
                  <a:moveTo>
                    <a:pt x="2082800" y="816406"/>
                  </a:moveTo>
                  <a:lnTo>
                    <a:pt x="2076450" y="816406"/>
                  </a:lnTo>
                  <a:lnTo>
                    <a:pt x="2076450" y="841946"/>
                  </a:lnTo>
                  <a:lnTo>
                    <a:pt x="2082800" y="841946"/>
                  </a:lnTo>
                  <a:lnTo>
                    <a:pt x="2082800" y="816406"/>
                  </a:lnTo>
                  <a:close/>
                </a:path>
                <a:path w="2082800" h="2679700">
                  <a:moveTo>
                    <a:pt x="2076450" y="880249"/>
                  </a:moveTo>
                  <a:lnTo>
                    <a:pt x="2070100" y="880249"/>
                  </a:lnTo>
                  <a:lnTo>
                    <a:pt x="2070100" y="905776"/>
                  </a:lnTo>
                  <a:lnTo>
                    <a:pt x="2076450" y="905776"/>
                  </a:lnTo>
                  <a:lnTo>
                    <a:pt x="2076450" y="880249"/>
                  </a:lnTo>
                  <a:close/>
                </a:path>
                <a:path w="2082800" h="2679700">
                  <a:moveTo>
                    <a:pt x="2082800" y="880249"/>
                  </a:moveTo>
                  <a:lnTo>
                    <a:pt x="2076450" y="880249"/>
                  </a:lnTo>
                  <a:lnTo>
                    <a:pt x="2076450" y="905776"/>
                  </a:lnTo>
                  <a:lnTo>
                    <a:pt x="2082800" y="905776"/>
                  </a:lnTo>
                  <a:lnTo>
                    <a:pt x="2082800" y="880249"/>
                  </a:lnTo>
                  <a:close/>
                </a:path>
                <a:path w="2082800" h="2679700">
                  <a:moveTo>
                    <a:pt x="2076450" y="944079"/>
                  </a:moveTo>
                  <a:lnTo>
                    <a:pt x="2070100" y="944079"/>
                  </a:lnTo>
                  <a:lnTo>
                    <a:pt x="2070100" y="969606"/>
                  </a:lnTo>
                  <a:lnTo>
                    <a:pt x="2076450" y="969606"/>
                  </a:lnTo>
                  <a:lnTo>
                    <a:pt x="2076450" y="944079"/>
                  </a:lnTo>
                  <a:close/>
                </a:path>
                <a:path w="2082800" h="2679700">
                  <a:moveTo>
                    <a:pt x="2082800" y="944079"/>
                  </a:moveTo>
                  <a:lnTo>
                    <a:pt x="2076450" y="944079"/>
                  </a:lnTo>
                  <a:lnTo>
                    <a:pt x="2076450" y="969606"/>
                  </a:lnTo>
                  <a:lnTo>
                    <a:pt x="2082800" y="969606"/>
                  </a:lnTo>
                  <a:lnTo>
                    <a:pt x="2082800" y="944079"/>
                  </a:lnTo>
                  <a:close/>
                </a:path>
                <a:path w="2082800" h="2679700">
                  <a:moveTo>
                    <a:pt x="2076450" y="1007910"/>
                  </a:moveTo>
                  <a:lnTo>
                    <a:pt x="2070100" y="1007910"/>
                  </a:lnTo>
                  <a:lnTo>
                    <a:pt x="2070100" y="1033449"/>
                  </a:lnTo>
                  <a:lnTo>
                    <a:pt x="2076450" y="1033449"/>
                  </a:lnTo>
                  <a:lnTo>
                    <a:pt x="2076450" y="1007910"/>
                  </a:lnTo>
                  <a:close/>
                </a:path>
                <a:path w="2082800" h="2679700">
                  <a:moveTo>
                    <a:pt x="2082800" y="1007910"/>
                  </a:moveTo>
                  <a:lnTo>
                    <a:pt x="2076450" y="1007910"/>
                  </a:lnTo>
                  <a:lnTo>
                    <a:pt x="2076450" y="1033449"/>
                  </a:lnTo>
                  <a:lnTo>
                    <a:pt x="2082800" y="1033449"/>
                  </a:lnTo>
                  <a:lnTo>
                    <a:pt x="2082800" y="1007910"/>
                  </a:lnTo>
                  <a:close/>
                </a:path>
                <a:path w="2082800" h="2679700">
                  <a:moveTo>
                    <a:pt x="2076450" y="1071740"/>
                  </a:moveTo>
                  <a:lnTo>
                    <a:pt x="2070100" y="1071740"/>
                  </a:lnTo>
                  <a:lnTo>
                    <a:pt x="2070100" y="1097280"/>
                  </a:lnTo>
                  <a:lnTo>
                    <a:pt x="2076450" y="1097280"/>
                  </a:lnTo>
                  <a:lnTo>
                    <a:pt x="2076450" y="1071740"/>
                  </a:lnTo>
                  <a:close/>
                </a:path>
                <a:path w="2082800" h="2679700">
                  <a:moveTo>
                    <a:pt x="2082800" y="1071740"/>
                  </a:moveTo>
                  <a:lnTo>
                    <a:pt x="2076450" y="1071740"/>
                  </a:lnTo>
                  <a:lnTo>
                    <a:pt x="2076450" y="1097280"/>
                  </a:lnTo>
                  <a:lnTo>
                    <a:pt x="2082800" y="1097280"/>
                  </a:lnTo>
                  <a:lnTo>
                    <a:pt x="2082800" y="1071740"/>
                  </a:lnTo>
                  <a:close/>
                </a:path>
                <a:path w="2082800" h="2679700">
                  <a:moveTo>
                    <a:pt x="2076450" y="1135583"/>
                  </a:moveTo>
                  <a:lnTo>
                    <a:pt x="2070100" y="1135583"/>
                  </a:lnTo>
                  <a:lnTo>
                    <a:pt x="2070100" y="1161110"/>
                  </a:lnTo>
                  <a:lnTo>
                    <a:pt x="2076450" y="1161110"/>
                  </a:lnTo>
                  <a:lnTo>
                    <a:pt x="2076450" y="1135583"/>
                  </a:lnTo>
                  <a:close/>
                </a:path>
                <a:path w="2082800" h="2679700">
                  <a:moveTo>
                    <a:pt x="2082800" y="1135583"/>
                  </a:moveTo>
                  <a:lnTo>
                    <a:pt x="2076450" y="1135583"/>
                  </a:lnTo>
                  <a:lnTo>
                    <a:pt x="2076450" y="1161110"/>
                  </a:lnTo>
                  <a:lnTo>
                    <a:pt x="2082800" y="1161110"/>
                  </a:lnTo>
                  <a:lnTo>
                    <a:pt x="2082800" y="1135583"/>
                  </a:lnTo>
                  <a:close/>
                </a:path>
                <a:path w="2082800" h="2679700">
                  <a:moveTo>
                    <a:pt x="2076450" y="1199413"/>
                  </a:moveTo>
                  <a:lnTo>
                    <a:pt x="2070100" y="1199413"/>
                  </a:lnTo>
                  <a:lnTo>
                    <a:pt x="2070100" y="1224953"/>
                  </a:lnTo>
                  <a:lnTo>
                    <a:pt x="2076450" y="1224953"/>
                  </a:lnTo>
                  <a:lnTo>
                    <a:pt x="2076450" y="1199413"/>
                  </a:lnTo>
                  <a:close/>
                </a:path>
                <a:path w="2082800" h="2679700">
                  <a:moveTo>
                    <a:pt x="2082800" y="1199413"/>
                  </a:moveTo>
                  <a:lnTo>
                    <a:pt x="2076450" y="1199413"/>
                  </a:lnTo>
                  <a:lnTo>
                    <a:pt x="2076450" y="1224953"/>
                  </a:lnTo>
                  <a:lnTo>
                    <a:pt x="2082800" y="1224953"/>
                  </a:lnTo>
                  <a:lnTo>
                    <a:pt x="2082800" y="1199413"/>
                  </a:lnTo>
                  <a:close/>
                </a:path>
                <a:path w="2082800" h="2679700">
                  <a:moveTo>
                    <a:pt x="2076450" y="1263243"/>
                  </a:moveTo>
                  <a:lnTo>
                    <a:pt x="2070100" y="1263243"/>
                  </a:lnTo>
                  <a:lnTo>
                    <a:pt x="2070100" y="1288783"/>
                  </a:lnTo>
                  <a:lnTo>
                    <a:pt x="2076450" y="1288783"/>
                  </a:lnTo>
                  <a:lnTo>
                    <a:pt x="2076450" y="1263243"/>
                  </a:lnTo>
                  <a:close/>
                </a:path>
                <a:path w="2082800" h="2679700">
                  <a:moveTo>
                    <a:pt x="2082800" y="1263243"/>
                  </a:moveTo>
                  <a:lnTo>
                    <a:pt x="2076450" y="1263243"/>
                  </a:lnTo>
                  <a:lnTo>
                    <a:pt x="2076450" y="1288783"/>
                  </a:lnTo>
                  <a:lnTo>
                    <a:pt x="2082800" y="1288783"/>
                  </a:lnTo>
                  <a:lnTo>
                    <a:pt x="2082800" y="1263243"/>
                  </a:lnTo>
                  <a:close/>
                </a:path>
                <a:path w="2082800" h="2679700">
                  <a:moveTo>
                    <a:pt x="2076450" y="1327086"/>
                  </a:moveTo>
                  <a:lnTo>
                    <a:pt x="2070100" y="1327086"/>
                  </a:lnTo>
                  <a:lnTo>
                    <a:pt x="2070100" y="1352613"/>
                  </a:lnTo>
                  <a:lnTo>
                    <a:pt x="2076450" y="1352613"/>
                  </a:lnTo>
                  <a:lnTo>
                    <a:pt x="2076450" y="1327086"/>
                  </a:lnTo>
                  <a:close/>
                </a:path>
                <a:path w="2082800" h="2679700">
                  <a:moveTo>
                    <a:pt x="2082800" y="1327086"/>
                  </a:moveTo>
                  <a:lnTo>
                    <a:pt x="2076450" y="1327086"/>
                  </a:lnTo>
                  <a:lnTo>
                    <a:pt x="2076450" y="1352613"/>
                  </a:lnTo>
                  <a:lnTo>
                    <a:pt x="2082800" y="1352613"/>
                  </a:lnTo>
                  <a:lnTo>
                    <a:pt x="2082800" y="1327086"/>
                  </a:lnTo>
                  <a:close/>
                </a:path>
                <a:path w="2082800" h="2679700">
                  <a:moveTo>
                    <a:pt x="2076450" y="1390916"/>
                  </a:moveTo>
                  <a:lnTo>
                    <a:pt x="2070100" y="1390916"/>
                  </a:lnTo>
                  <a:lnTo>
                    <a:pt x="2070100" y="1416456"/>
                  </a:lnTo>
                  <a:lnTo>
                    <a:pt x="2076450" y="1416456"/>
                  </a:lnTo>
                  <a:lnTo>
                    <a:pt x="2076450" y="1390916"/>
                  </a:lnTo>
                  <a:close/>
                </a:path>
                <a:path w="2082800" h="2679700">
                  <a:moveTo>
                    <a:pt x="2082800" y="1390916"/>
                  </a:moveTo>
                  <a:lnTo>
                    <a:pt x="2076450" y="1390916"/>
                  </a:lnTo>
                  <a:lnTo>
                    <a:pt x="2076450" y="1416456"/>
                  </a:lnTo>
                  <a:lnTo>
                    <a:pt x="2082800" y="1416456"/>
                  </a:lnTo>
                  <a:lnTo>
                    <a:pt x="2082800" y="1390916"/>
                  </a:lnTo>
                  <a:close/>
                </a:path>
                <a:path w="2082800" h="2679700">
                  <a:moveTo>
                    <a:pt x="2076450" y="1454746"/>
                  </a:moveTo>
                  <a:lnTo>
                    <a:pt x="2070100" y="1454746"/>
                  </a:lnTo>
                  <a:lnTo>
                    <a:pt x="2070100" y="1480286"/>
                  </a:lnTo>
                  <a:lnTo>
                    <a:pt x="2076450" y="1480286"/>
                  </a:lnTo>
                  <a:lnTo>
                    <a:pt x="2076450" y="1454746"/>
                  </a:lnTo>
                  <a:close/>
                </a:path>
                <a:path w="2082800" h="2679700">
                  <a:moveTo>
                    <a:pt x="2082800" y="1454746"/>
                  </a:moveTo>
                  <a:lnTo>
                    <a:pt x="2076450" y="1454746"/>
                  </a:lnTo>
                  <a:lnTo>
                    <a:pt x="2076450" y="1480286"/>
                  </a:lnTo>
                  <a:lnTo>
                    <a:pt x="2082800" y="1480286"/>
                  </a:lnTo>
                  <a:lnTo>
                    <a:pt x="2082800" y="1454746"/>
                  </a:lnTo>
                  <a:close/>
                </a:path>
                <a:path w="2082800" h="2679700">
                  <a:moveTo>
                    <a:pt x="2076450" y="1518589"/>
                  </a:moveTo>
                  <a:lnTo>
                    <a:pt x="2070100" y="1518589"/>
                  </a:lnTo>
                  <a:lnTo>
                    <a:pt x="2070100" y="1544116"/>
                  </a:lnTo>
                  <a:lnTo>
                    <a:pt x="2076450" y="1544116"/>
                  </a:lnTo>
                  <a:lnTo>
                    <a:pt x="2076450" y="1518589"/>
                  </a:lnTo>
                  <a:close/>
                </a:path>
                <a:path w="2082800" h="2679700">
                  <a:moveTo>
                    <a:pt x="2082800" y="1518589"/>
                  </a:moveTo>
                  <a:lnTo>
                    <a:pt x="2076450" y="1518589"/>
                  </a:lnTo>
                  <a:lnTo>
                    <a:pt x="2076450" y="1544116"/>
                  </a:lnTo>
                  <a:lnTo>
                    <a:pt x="2082800" y="1544116"/>
                  </a:lnTo>
                  <a:lnTo>
                    <a:pt x="2082800" y="1518589"/>
                  </a:lnTo>
                  <a:close/>
                </a:path>
                <a:path w="2082800" h="2679700">
                  <a:moveTo>
                    <a:pt x="2076450" y="1582420"/>
                  </a:moveTo>
                  <a:lnTo>
                    <a:pt x="2070100" y="1582420"/>
                  </a:lnTo>
                  <a:lnTo>
                    <a:pt x="2070100" y="1607959"/>
                  </a:lnTo>
                  <a:lnTo>
                    <a:pt x="2076450" y="1607959"/>
                  </a:lnTo>
                  <a:lnTo>
                    <a:pt x="2076450" y="1582420"/>
                  </a:lnTo>
                  <a:close/>
                </a:path>
                <a:path w="2082800" h="2679700">
                  <a:moveTo>
                    <a:pt x="2082800" y="1582420"/>
                  </a:moveTo>
                  <a:lnTo>
                    <a:pt x="2076450" y="1582420"/>
                  </a:lnTo>
                  <a:lnTo>
                    <a:pt x="2076450" y="1607959"/>
                  </a:lnTo>
                  <a:lnTo>
                    <a:pt x="2082800" y="1607959"/>
                  </a:lnTo>
                  <a:lnTo>
                    <a:pt x="2082800" y="1582420"/>
                  </a:lnTo>
                  <a:close/>
                </a:path>
                <a:path w="2082800" h="2679700">
                  <a:moveTo>
                    <a:pt x="2076450" y="1646250"/>
                  </a:moveTo>
                  <a:lnTo>
                    <a:pt x="2070100" y="1646250"/>
                  </a:lnTo>
                  <a:lnTo>
                    <a:pt x="2070100" y="1671789"/>
                  </a:lnTo>
                  <a:lnTo>
                    <a:pt x="2076450" y="1671789"/>
                  </a:lnTo>
                  <a:lnTo>
                    <a:pt x="2076450" y="1646250"/>
                  </a:lnTo>
                  <a:close/>
                </a:path>
                <a:path w="2082800" h="2679700">
                  <a:moveTo>
                    <a:pt x="2082800" y="1646250"/>
                  </a:moveTo>
                  <a:lnTo>
                    <a:pt x="2076450" y="1646250"/>
                  </a:lnTo>
                  <a:lnTo>
                    <a:pt x="2076450" y="1671789"/>
                  </a:lnTo>
                  <a:lnTo>
                    <a:pt x="2082800" y="1671789"/>
                  </a:lnTo>
                  <a:lnTo>
                    <a:pt x="2082800" y="1646250"/>
                  </a:lnTo>
                  <a:close/>
                </a:path>
                <a:path w="2082800" h="2679700">
                  <a:moveTo>
                    <a:pt x="2076450" y="1710093"/>
                  </a:moveTo>
                  <a:lnTo>
                    <a:pt x="2070100" y="1710093"/>
                  </a:lnTo>
                  <a:lnTo>
                    <a:pt x="2070100" y="1735620"/>
                  </a:lnTo>
                  <a:lnTo>
                    <a:pt x="2076450" y="1735620"/>
                  </a:lnTo>
                  <a:lnTo>
                    <a:pt x="2076450" y="1710093"/>
                  </a:lnTo>
                  <a:close/>
                </a:path>
                <a:path w="2082800" h="2679700">
                  <a:moveTo>
                    <a:pt x="2082800" y="1710093"/>
                  </a:moveTo>
                  <a:lnTo>
                    <a:pt x="2076450" y="1710093"/>
                  </a:lnTo>
                  <a:lnTo>
                    <a:pt x="2076450" y="1735620"/>
                  </a:lnTo>
                  <a:lnTo>
                    <a:pt x="2082800" y="1735620"/>
                  </a:lnTo>
                  <a:lnTo>
                    <a:pt x="2082800" y="1710093"/>
                  </a:lnTo>
                  <a:close/>
                </a:path>
                <a:path w="2082800" h="2679700">
                  <a:moveTo>
                    <a:pt x="2076450" y="1773923"/>
                  </a:moveTo>
                  <a:lnTo>
                    <a:pt x="2070100" y="1773923"/>
                  </a:lnTo>
                  <a:lnTo>
                    <a:pt x="2070100" y="1799463"/>
                  </a:lnTo>
                  <a:lnTo>
                    <a:pt x="2076450" y="1799463"/>
                  </a:lnTo>
                  <a:lnTo>
                    <a:pt x="2076450" y="1773923"/>
                  </a:lnTo>
                  <a:close/>
                </a:path>
                <a:path w="2082800" h="2679700">
                  <a:moveTo>
                    <a:pt x="2082800" y="1773923"/>
                  </a:moveTo>
                  <a:lnTo>
                    <a:pt x="2076450" y="1773923"/>
                  </a:lnTo>
                  <a:lnTo>
                    <a:pt x="2076450" y="1799463"/>
                  </a:lnTo>
                  <a:lnTo>
                    <a:pt x="2082800" y="1799463"/>
                  </a:lnTo>
                  <a:lnTo>
                    <a:pt x="2082800" y="1773923"/>
                  </a:lnTo>
                  <a:close/>
                </a:path>
                <a:path w="2082800" h="2679700">
                  <a:moveTo>
                    <a:pt x="2076450" y="1837753"/>
                  </a:moveTo>
                  <a:lnTo>
                    <a:pt x="2070100" y="1837753"/>
                  </a:lnTo>
                  <a:lnTo>
                    <a:pt x="2070100" y="1863293"/>
                  </a:lnTo>
                  <a:lnTo>
                    <a:pt x="2076450" y="1863293"/>
                  </a:lnTo>
                  <a:lnTo>
                    <a:pt x="2076450" y="1837753"/>
                  </a:lnTo>
                  <a:close/>
                </a:path>
                <a:path w="2082800" h="2679700">
                  <a:moveTo>
                    <a:pt x="2082800" y="1837753"/>
                  </a:moveTo>
                  <a:lnTo>
                    <a:pt x="2076450" y="1837753"/>
                  </a:lnTo>
                  <a:lnTo>
                    <a:pt x="2076450" y="1863293"/>
                  </a:lnTo>
                  <a:lnTo>
                    <a:pt x="2082800" y="1863293"/>
                  </a:lnTo>
                  <a:lnTo>
                    <a:pt x="2082800" y="1837753"/>
                  </a:lnTo>
                  <a:close/>
                </a:path>
                <a:path w="2082800" h="2679700">
                  <a:moveTo>
                    <a:pt x="2076450" y="1901596"/>
                  </a:moveTo>
                  <a:lnTo>
                    <a:pt x="2070100" y="1901596"/>
                  </a:lnTo>
                  <a:lnTo>
                    <a:pt x="2070100" y="1927123"/>
                  </a:lnTo>
                  <a:lnTo>
                    <a:pt x="2076450" y="1927123"/>
                  </a:lnTo>
                  <a:lnTo>
                    <a:pt x="2076450" y="1901596"/>
                  </a:lnTo>
                  <a:close/>
                </a:path>
                <a:path w="2082800" h="2679700">
                  <a:moveTo>
                    <a:pt x="2082800" y="1901596"/>
                  </a:moveTo>
                  <a:lnTo>
                    <a:pt x="2076450" y="1901596"/>
                  </a:lnTo>
                  <a:lnTo>
                    <a:pt x="2076450" y="1927123"/>
                  </a:lnTo>
                  <a:lnTo>
                    <a:pt x="2082800" y="1927123"/>
                  </a:lnTo>
                  <a:lnTo>
                    <a:pt x="2082800" y="1901596"/>
                  </a:lnTo>
                  <a:close/>
                </a:path>
                <a:path w="2082800" h="2679700">
                  <a:moveTo>
                    <a:pt x="2076450" y="1965426"/>
                  </a:moveTo>
                  <a:lnTo>
                    <a:pt x="2070100" y="1965426"/>
                  </a:lnTo>
                  <a:lnTo>
                    <a:pt x="2070100" y="1990953"/>
                  </a:lnTo>
                  <a:lnTo>
                    <a:pt x="2076450" y="1990953"/>
                  </a:lnTo>
                  <a:lnTo>
                    <a:pt x="2076450" y="1965426"/>
                  </a:lnTo>
                  <a:close/>
                </a:path>
                <a:path w="2082800" h="2679700">
                  <a:moveTo>
                    <a:pt x="2082800" y="1965426"/>
                  </a:moveTo>
                  <a:lnTo>
                    <a:pt x="2076450" y="1965426"/>
                  </a:lnTo>
                  <a:lnTo>
                    <a:pt x="2076450" y="1990953"/>
                  </a:lnTo>
                  <a:lnTo>
                    <a:pt x="2082800" y="1990953"/>
                  </a:lnTo>
                  <a:lnTo>
                    <a:pt x="2082800" y="1965426"/>
                  </a:lnTo>
                  <a:close/>
                </a:path>
                <a:path w="2082800" h="2679700">
                  <a:moveTo>
                    <a:pt x="2076450" y="2029256"/>
                  </a:moveTo>
                  <a:lnTo>
                    <a:pt x="2070100" y="2029256"/>
                  </a:lnTo>
                  <a:lnTo>
                    <a:pt x="2070100" y="2054796"/>
                  </a:lnTo>
                  <a:lnTo>
                    <a:pt x="2076450" y="2054796"/>
                  </a:lnTo>
                  <a:lnTo>
                    <a:pt x="2076450" y="2029256"/>
                  </a:lnTo>
                  <a:close/>
                </a:path>
                <a:path w="2082800" h="2679700">
                  <a:moveTo>
                    <a:pt x="2082800" y="2029256"/>
                  </a:moveTo>
                  <a:lnTo>
                    <a:pt x="2076450" y="2029256"/>
                  </a:lnTo>
                  <a:lnTo>
                    <a:pt x="2076450" y="2054796"/>
                  </a:lnTo>
                  <a:lnTo>
                    <a:pt x="2082800" y="2054796"/>
                  </a:lnTo>
                  <a:lnTo>
                    <a:pt x="2082800" y="2029256"/>
                  </a:lnTo>
                  <a:close/>
                </a:path>
                <a:path w="2082800" h="2679700">
                  <a:moveTo>
                    <a:pt x="2076450" y="2093099"/>
                  </a:moveTo>
                  <a:lnTo>
                    <a:pt x="2070100" y="2093099"/>
                  </a:lnTo>
                  <a:lnTo>
                    <a:pt x="2070100" y="2118626"/>
                  </a:lnTo>
                  <a:lnTo>
                    <a:pt x="2076450" y="2118626"/>
                  </a:lnTo>
                  <a:lnTo>
                    <a:pt x="2076450" y="2093099"/>
                  </a:lnTo>
                  <a:close/>
                </a:path>
                <a:path w="2082800" h="2679700">
                  <a:moveTo>
                    <a:pt x="2082800" y="2093099"/>
                  </a:moveTo>
                  <a:lnTo>
                    <a:pt x="2076450" y="2093099"/>
                  </a:lnTo>
                  <a:lnTo>
                    <a:pt x="2076450" y="2118626"/>
                  </a:lnTo>
                  <a:lnTo>
                    <a:pt x="2082800" y="2118626"/>
                  </a:lnTo>
                  <a:lnTo>
                    <a:pt x="2082800" y="2093099"/>
                  </a:lnTo>
                  <a:close/>
                </a:path>
                <a:path w="2082800" h="2679700">
                  <a:moveTo>
                    <a:pt x="2076450" y="2156929"/>
                  </a:moveTo>
                  <a:lnTo>
                    <a:pt x="2070100" y="2156929"/>
                  </a:lnTo>
                  <a:lnTo>
                    <a:pt x="2070100" y="2182456"/>
                  </a:lnTo>
                  <a:lnTo>
                    <a:pt x="2076450" y="2182456"/>
                  </a:lnTo>
                  <a:lnTo>
                    <a:pt x="2076450" y="2156929"/>
                  </a:lnTo>
                  <a:close/>
                </a:path>
                <a:path w="2082800" h="2679700">
                  <a:moveTo>
                    <a:pt x="2082800" y="2156929"/>
                  </a:moveTo>
                  <a:lnTo>
                    <a:pt x="2076450" y="2156929"/>
                  </a:lnTo>
                  <a:lnTo>
                    <a:pt x="2076450" y="2182456"/>
                  </a:lnTo>
                  <a:lnTo>
                    <a:pt x="2082800" y="2182456"/>
                  </a:lnTo>
                  <a:lnTo>
                    <a:pt x="2082800" y="2156929"/>
                  </a:lnTo>
                  <a:close/>
                </a:path>
                <a:path w="2082800" h="2679700">
                  <a:moveTo>
                    <a:pt x="2076450" y="2220760"/>
                  </a:moveTo>
                  <a:lnTo>
                    <a:pt x="2070100" y="2220760"/>
                  </a:lnTo>
                  <a:lnTo>
                    <a:pt x="2070100" y="2246299"/>
                  </a:lnTo>
                  <a:lnTo>
                    <a:pt x="2076450" y="2246299"/>
                  </a:lnTo>
                  <a:lnTo>
                    <a:pt x="2076450" y="2220760"/>
                  </a:lnTo>
                  <a:close/>
                </a:path>
                <a:path w="2082800" h="2679700">
                  <a:moveTo>
                    <a:pt x="2082800" y="2220760"/>
                  </a:moveTo>
                  <a:lnTo>
                    <a:pt x="2076450" y="2220760"/>
                  </a:lnTo>
                  <a:lnTo>
                    <a:pt x="2076450" y="2246299"/>
                  </a:lnTo>
                  <a:lnTo>
                    <a:pt x="2082800" y="2246299"/>
                  </a:lnTo>
                  <a:lnTo>
                    <a:pt x="2082800" y="2220760"/>
                  </a:lnTo>
                  <a:close/>
                </a:path>
                <a:path w="2082800" h="2679700">
                  <a:moveTo>
                    <a:pt x="2076450" y="2284603"/>
                  </a:moveTo>
                  <a:lnTo>
                    <a:pt x="2070100" y="2284603"/>
                  </a:lnTo>
                  <a:lnTo>
                    <a:pt x="2070100" y="2310130"/>
                  </a:lnTo>
                  <a:lnTo>
                    <a:pt x="2076450" y="2310130"/>
                  </a:lnTo>
                  <a:lnTo>
                    <a:pt x="2076450" y="2284603"/>
                  </a:lnTo>
                  <a:close/>
                </a:path>
                <a:path w="2082800" h="2679700">
                  <a:moveTo>
                    <a:pt x="2082800" y="2284603"/>
                  </a:moveTo>
                  <a:lnTo>
                    <a:pt x="2076450" y="2284603"/>
                  </a:lnTo>
                  <a:lnTo>
                    <a:pt x="2076450" y="2310130"/>
                  </a:lnTo>
                  <a:lnTo>
                    <a:pt x="2082800" y="2310130"/>
                  </a:lnTo>
                  <a:lnTo>
                    <a:pt x="2082800" y="2284603"/>
                  </a:lnTo>
                  <a:close/>
                </a:path>
                <a:path w="2082800" h="2679700">
                  <a:moveTo>
                    <a:pt x="2076450" y="2348433"/>
                  </a:moveTo>
                  <a:lnTo>
                    <a:pt x="2070100" y="2348433"/>
                  </a:lnTo>
                  <a:lnTo>
                    <a:pt x="2070100" y="2373960"/>
                  </a:lnTo>
                  <a:lnTo>
                    <a:pt x="2076450" y="2373960"/>
                  </a:lnTo>
                  <a:lnTo>
                    <a:pt x="2076450" y="2348433"/>
                  </a:lnTo>
                  <a:close/>
                </a:path>
                <a:path w="2082800" h="2679700">
                  <a:moveTo>
                    <a:pt x="2082800" y="2348433"/>
                  </a:moveTo>
                  <a:lnTo>
                    <a:pt x="2076450" y="2348433"/>
                  </a:lnTo>
                  <a:lnTo>
                    <a:pt x="2076450" y="2373960"/>
                  </a:lnTo>
                  <a:lnTo>
                    <a:pt x="2082800" y="2373960"/>
                  </a:lnTo>
                  <a:lnTo>
                    <a:pt x="2082800" y="2348433"/>
                  </a:lnTo>
                  <a:close/>
                </a:path>
                <a:path w="2082800" h="2679700">
                  <a:moveTo>
                    <a:pt x="2076450" y="2412263"/>
                  </a:moveTo>
                  <a:lnTo>
                    <a:pt x="2070100" y="2412263"/>
                  </a:lnTo>
                  <a:lnTo>
                    <a:pt x="2070100" y="2437803"/>
                  </a:lnTo>
                  <a:lnTo>
                    <a:pt x="2076450" y="2437803"/>
                  </a:lnTo>
                  <a:lnTo>
                    <a:pt x="2076450" y="2412263"/>
                  </a:lnTo>
                  <a:close/>
                </a:path>
                <a:path w="2082800" h="2679700">
                  <a:moveTo>
                    <a:pt x="2082800" y="2412263"/>
                  </a:moveTo>
                  <a:lnTo>
                    <a:pt x="2076450" y="2412263"/>
                  </a:lnTo>
                  <a:lnTo>
                    <a:pt x="2076450" y="2437803"/>
                  </a:lnTo>
                  <a:lnTo>
                    <a:pt x="2082800" y="2437803"/>
                  </a:lnTo>
                  <a:lnTo>
                    <a:pt x="2082800" y="2412263"/>
                  </a:lnTo>
                  <a:close/>
                </a:path>
                <a:path w="2082800" h="2679700">
                  <a:moveTo>
                    <a:pt x="2076450" y="2476106"/>
                  </a:moveTo>
                  <a:lnTo>
                    <a:pt x="2070100" y="2476106"/>
                  </a:lnTo>
                  <a:lnTo>
                    <a:pt x="2070100" y="2501633"/>
                  </a:lnTo>
                  <a:lnTo>
                    <a:pt x="2076450" y="2501633"/>
                  </a:lnTo>
                  <a:lnTo>
                    <a:pt x="2076450" y="2476106"/>
                  </a:lnTo>
                  <a:close/>
                </a:path>
                <a:path w="2082800" h="2679700">
                  <a:moveTo>
                    <a:pt x="2082800" y="2476106"/>
                  </a:moveTo>
                  <a:lnTo>
                    <a:pt x="2076450" y="2476106"/>
                  </a:lnTo>
                  <a:lnTo>
                    <a:pt x="2076450" y="2501633"/>
                  </a:lnTo>
                  <a:lnTo>
                    <a:pt x="2082800" y="2501633"/>
                  </a:lnTo>
                  <a:lnTo>
                    <a:pt x="2082800" y="2476106"/>
                  </a:lnTo>
                  <a:close/>
                </a:path>
                <a:path w="2082800" h="2679700">
                  <a:moveTo>
                    <a:pt x="2082800" y="2539936"/>
                  </a:moveTo>
                  <a:lnTo>
                    <a:pt x="2076450" y="2539936"/>
                  </a:lnTo>
                  <a:lnTo>
                    <a:pt x="2076450" y="2556967"/>
                  </a:lnTo>
                  <a:lnTo>
                    <a:pt x="2076256" y="2560739"/>
                  </a:lnTo>
                  <a:lnTo>
                    <a:pt x="2076234" y="2561170"/>
                  </a:lnTo>
                  <a:lnTo>
                    <a:pt x="2075870" y="2564663"/>
                  </a:lnTo>
                  <a:lnTo>
                    <a:pt x="2075808" y="2565324"/>
                  </a:lnTo>
                  <a:lnTo>
                    <a:pt x="2080161" y="2565779"/>
                  </a:lnTo>
                  <a:lnTo>
                    <a:pt x="2082799" y="2552700"/>
                  </a:lnTo>
                  <a:lnTo>
                    <a:pt x="2082800" y="2539936"/>
                  </a:lnTo>
                  <a:close/>
                </a:path>
                <a:path w="2082800" h="2679700">
                  <a:moveTo>
                    <a:pt x="2076450" y="2539936"/>
                  </a:moveTo>
                  <a:lnTo>
                    <a:pt x="2070100" y="2539936"/>
                  </a:lnTo>
                  <a:lnTo>
                    <a:pt x="2070088" y="2556967"/>
                  </a:lnTo>
                  <a:lnTo>
                    <a:pt x="2069884" y="2560739"/>
                  </a:lnTo>
                  <a:lnTo>
                    <a:pt x="2069477" y="2564663"/>
                  </a:lnTo>
                  <a:lnTo>
                    <a:pt x="2075802" y="2565324"/>
                  </a:lnTo>
                  <a:lnTo>
                    <a:pt x="2076234" y="2561170"/>
                  </a:lnTo>
                  <a:lnTo>
                    <a:pt x="2076450" y="2556967"/>
                  </a:lnTo>
                  <a:lnTo>
                    <a:pt x="2076450" y="2539936"/>
                  </a:lnTo>
                  <a:close/>
                </a:path>
                <a:path w="2082800" h="2679700">
                  <a:moveTo>
                    <a:pt x="2066048" y="2601785"/>
                  </a:moveTo>
                  <a:lnTo>
                    <a:pt x="2062594" y="2609519"/>
                  </a:lnTo>
                  <a:lnTo>
                    <a:pt x="2058352" y="2616835"/>
                  </a:lnTo>
                  <a:lnTo>
                    <a:pt x="2053429" y="2623619"/>
                  </a:lnTo>
                  <a:lnTo>
                    <a:pt x="2056721" y="2626015"/>
                  </a:lnTo>
                  <a:lnTo>
                    <a:pt x="2071440" y="2604180"/>
                  </a:lnTo>
                  <a:lnTo>
                    <a:pt x="2066048" y="2601785"/>
                  </a:lnTo>
                  <a:close/>
                </a:path>
                <a:path w="2082800" h="2679700">
                  <a:moveTo>
                    <a:pt x="2060244" y="2599194"/>
                  </a:moveTo>
                  <a:lnTo>
                    <a:pt x="2056980" y="2606522"/>
                  </a:lnTo>
                  <a:lnTo>
                    <a:pt x="2052955" y="2613456"/>
                  </a:lnTo>
                  <a:lnTo>
                    <a:pt x="2048281" y="2619883"/>
                  </a:lnTo>
                  <a:lnTo>
                    <a:pt x="2053422" y="2623619"/>
                  </a:lnTo>
                  <a:lnTo>
                    <a:pt x="2058352" y="2616835"/>
                  </a:lnTo>
                  <a:lnTo>
                    <a:pt x="2062594" y="2609519"/>
                  </a:lnTo>
                  <a:lnTo>
                    <a:pt x="2066048" y="2601785"/>
                  </a:lnTo>
                  <a:lnTo>
                    <a:pt x="2060244" y="2599194"/>
                  </a:lnTo>
                  <a:close/>
                </a:path>
                <a:path w="2082800" h="2679700">
                  <a:moveTo>
                    <a:pt x="2026716" y="2650324"/>
                  </a:moveTo>
                  <a:lnTo>
                    <a:pt x="2019935" y="2655252"/>
                  </a:lnTo>
                  <a:lnTo>
                    <a:pt x="2012619" y="2659494"/>
                  </a:lnTo>
                  <a:lnTo>
                    <a:pt x="2004886" y="2662951"/>
                  </a:lnTo>
                  <a:lnTo>
                    <a:pt x="2007280" y="2668340"/>
                  </a:lnTo>
                  <a:lnTo>
                    <a:pt x="2029114" y="2653620"/>
                  </a:lnTo>
                  <a:lnTo>
                    <a:pt x="2026716" y="2650324"/>
                  </a:lnTo>
                  <a:close/>
                </a:path>
                <a:path w="2082800" h="2679700">
                  <a:moveTo>
                    <a:pt x="2022983" y="2645181"/>
                  </a:moveTo>
                  <a:lnTo>
                    <a:pt x="2016556" y="2649855"/>
                  </a:lnTo>
                  <a:lnTo>
                    <a:pt x="2009622" y="2653880"/>
                  </a:lnTo>
                  <a:lnTo>
                    <a:pt x="2002294" y="2657144"/>
                  </a:lnTo>
                  <a:lnTo>
                    <a:pt x="2004880" y="2662951"/>
                  </a:lnTo>
                  <a:lnTo>
                    <a:pt x="2012619" y="2659494"/>
                  </a:lnTo>
                  <a:lnTo>
                    <a:pt x="2019935" y="2655252"/>
                  </a:lnTo>
                  <a:lnTo>
                    <a:pt x="2026716" y="2650324"/>
                  </a:lnTo>
                  <a:lnTo>
                    <a:pt x="2022983" y="2645181"/>
                  </a:lnTo>
                  <a:close/>
                </a:path>
                <a:path w="2082800" h="2679700">
                  <a:moveTo>
                    <a:pt x="1955800" y="2667000"/>
                  </a:moveTo>
                  <a:lnTo>
                    <a:pt x="1943188" y="2667000"/>
                  </a:lnTo>
                  <a:lnTo>
                    <a:pt x="1943188" y="2679700"/>
                  </a:lnTo>
                  <a:lnTo>
                    <a:pt x="1955800" y="2679700"/>
                  </a:lnTo>
                  <a:lnTo>
                    <a:pt x="1955800" y="2667000"/>
                  </a:lnTo>
                  <a:close/>
                </a:path>
                <a:path w="2082800" h="2679700">
                  <a:moveTo>
                    <a:pt x="1967763" y="2666377"/>
                  </a:moveTo>
                  <a:lnTo>
                    <a:pt x="1963839" y="2666784"/>
                  </a:lnTo>
                  <a:lnTo>
                    <a:pt x="1959851" y="2667000"/>
                  </a:lnTo>
                  <a:lnTo>
                    <a:pt x="1955800" y="2667000"/>
                  </a:lnTo>
                  <a:lnTo>
                    <a:pt x="1955800" y="2679700"/>
                  </a:lnTo>
                  <a:lnTo>
                    <a:pt x="1968879" y="2677059"/>
                  </a:lnTo>
                  <a:lnTo>
                    <a:pt x="1968491" y="2673350"/>
                  </a:lnTo>
                  <a:lnTo>
                    <a:pt x="1960067" y="2673350"/>
                  </a:lnTo>
                  <a:lnTo>
                    <a:pt x="1964270" y="2673134"/>
                  </a:lnTo>
                  <a:lnTo>
                    <a:pt x="1968423" y="2672702"/>
                  </a:lnTo>
                  <a:lnTo>
                    <a:pt x="1967828" y="2667000"/>
                  </a:lnTo>
                  <a:lnTo>
                    <a:pt x="1967763" y="2666377"/>
                  </a:lnTo>
                  <a:close/>
                </a:path>
                <a:path w="2082800" h="2679700">
                  <a:moveTo>
                    <a:pt x="1968423" y="2672702"/>
                  </a:moveTo>
                  <a:lnTo>
                    <a:pt x="1964270" y="2673134"/>
                  </a:lnTo>
                  <a:lnTo>
                    <a:pt x="1960067" y="2673350"/>
                  </a:lnTo>
                  <a:lnTo>
                    <a:pt x="1968491" y="2673350"/>
                  </a:lnTo>
                  <a:lnTo>
                    <a:pt x="1968423" y="2672702"/>
                  </a:lnTo>
                  <a:close/>
                </a:path>
                <a:path w="2082800" h="2679700">
                  <a:moveTo>
                    <a:pt x="1905355" y="2667000"/>
                  </a:moveTo>
                  <a:lnTo>
                    <a:pt x="1880120" y="2667000"/>
                  </a:lnTo>
                  <a:lnTo>
                    <a:pt x="1880120" y="2679700"/>
                  </a:lnTo>
                  <a:lnTo>
                    <a:pt x="1905355" y="2679700"/>
                  </a:lnTo>
                  <a:lnTo>
                    <a:pt x="1905355" y="2667000"/>
                  </a:lnTo>
                  <a:close/>
                </a:path>
                <a:path w="2082800" h="2679700">
                  <a:moveTo>
                    <a:pt x="1842287" y="2667000"/>
                  </a:moveTo>
                  <a:lnTo>
                    <a:pt x="1817065" y="2667000"/>
                  </a:lnTo>
                  <a:lnTo>
                    <a:pt x="1817065" y="2679700"/>
                  </a:lnTo>
                  <a:lnTo>
                    <a:pt x="1842287" y="2679700"/>
                  </a:lnTo>
                  <a:lnTo>
                    <a:pt x="1842287" y="2667000"/>
                  </a:lnTo>
                  <a:close/>
                </a:path>
                <a:path w="2082800" h="2679700">
                  <a:moveTo>
                    <a:pt x="1779231" y="2667000"/>
                  </a:moveTo>
                  <a:lnTo>
                    <a:pt x="1753997" y="2667000"/>
                  </a:lnTo>
                  <a:lnTo>
                    <a:pt x="1753997" y="2679700"/>
                  </a:lnTo>
                  <a:lnTo>
                    <a:pt x="1779231" y="2679700"/>
                  </a:lnTo>
                  <a:lnTo>
                    <a:pt x="1779231" y="2667000"/>
                  </a:lnTo>
                  <a:close/>
                </a:path>
                <a:path w="2082800" h="2679700">
                  <a:moveTo>
                    <a:pt x="1716163" y="2667000"/>
                  </a:moveTo>
                  <a:lnTo>
                    <a:pt x="1690941" y="2667000"/>
                  </a:lnTo>
                  <a:lnTo>
                    <a:pt x="1690941" y="2679700"/>
                  </a:lnTo>
                  <a:lnTo>
                    <a:pt x="1716163" y="2679700"/>
                  </a:lnTo>
                  <a:lnTo>
                    <a:pt x="1716163" y="2667000"/>
                  </a:lnTo>
                  <a:close/>
                </a:path>
                <a:path w="2082800" h="2679700">
                  <a:moveTo>
                    <a:pt x="1653108" y="2667000"/>
                  </a:moveTo>
                  <a:lnTo>
                    <a:pt x="1627873" y="2667000"/>
                  </a:lnTo>
                  <a:lnTo>
                    <a:pt x="1627873" y="2679700"/>
                  </a:lnTo>
                  <a:lnTo>
                    <a:pt x="1653108" y="2679700"/>
                  </a:lnTo>
                  <a:lnTo>
                    <a:pt x="1653108" y="2667000"/>
                  </a:lnTo>
                  <a:close/>
                </a:path>
                <a:path w="2082800" h="2679700">
                  <a:moveTo>
                    <a:pt x="1590040" y="2667000"/>
                  </a:moveTo>
                  <a:lnTo>
                    <a:pt x="1564817" y="2667000"/>
                  </a:lnTo>
                  <a:lnTo>
                    <a:pt x="1564817" y="2679700"/>
                  </a:lnTo>
                  <a:lnTo>
                    <a:pt x="1590040" y="2679700"/>
                  </a:lnTo>
                  <a:lnTo>
                    <a:pt x="1590040" y="2667000"/>
                  </a:lnTo>
                  <a:close/>
                </a:path>
                <a:path w="2082800" h="2679700">
                  <a:moveTo>
                    <a:pt x="1526971" y="2667000"/>
                  </a:moveTo>
                  <a:lnTo>
                    <a:pt x="1501749" y="2667000"/>
                  </a:lnTo>
                  <a:lnTo>
                    <a:pt x="1501749" y="2679700"/>
                  </a:lnTo>
                  <a:lnTo>
                    <a:pt x="1526971" y="2679700"/>
                  </a:lnTo>
                  <a:lnTo>
                    <a:pt x="1526971" y="2667000"/>
                  </a:lnTo>
                  <a:close/>
                </a:path>
                <a:path w="2082800" h="2679700">
                  <a:moveTo>
                    <a:pt x="1463916" y="2667000"/>
                  </a:moveTo>
                  <a:lnTo>
                    <a:pt x="1438694" y="2667000"/>
                  </a:lnTo>
                  <a:lnTo>
                    <a:pt x="1438694" y="2679700"/>
                  </a:lnTo>
                  <a:lnTo>
                    <a:pt x="1463916" y="2679700"/>
                  </a:lnTo>
                  <a:lnTo>
                    <a:pt x="1463916" y="2667000"/>
                  </a:lnTo>
                  <a:close/>
                </a:path>
                <a:path w="2082800" h="2679700">
                  <a:moveTo>
                    <a:pt x="1400848" y="2667000"/>
                  </a:moveTo>
                  <a:lnTo>
                    <a:pt x="1375625" y="2667000"/>
                  </a:lnTo>
                  <a:lnTo>
                    <a:pt x="1375625" y="2679700"/>
                  </a:lnTo>
                  <a:lnTo>
                    <a:pt x="1400848" y="2679700"/>
                  </a:lnTo>
                  <a:lnTo>
                    <a:pt x="1400848" y="2667000"/>
                  </a:lnTo>
                  <a:close/>
                </a:path>
                <a:path w="2082800" h="2679700">
                  <a:moveTo>
                    <a:pt x="1337792" y="2667000"/>
                  </a:moveTo>
                  <a:lnTo>
                    <a:pt x="1312570" y="2667000"/>
                  </a:lnTo>
                  <a:lnTo>
                    <a:pt x="1312570" y="2679700"/>
                  </a:lnTo>
                  <a:lnTo>
                    <a:pt x="1337792" y="2679700"/>
                  </a:lnTo>
                  <a:lnTo>
                    <a:pt x="1337792" y="2667000"/>
                  </a:lnTo>
                  <a:close/>
                </a:path>
                <a:path w="2082800" h="2679700">
                  <a:moveTo>
                    <a:pt x="1274724" y="2667000"/>
                  </a:moveTo>
                  <a:lnTo>
                    <a:pt x="1249502" y="2667000"/>
                  </a:lnTo>
                  <a:lnTo>
                    <a:pt x="1249502" y="2679700"/>
                  </a:lnTo>
                  <a:lnTo>
                    <a:pt x="1274724" y="2679700"/>
                  </a:lnTo>
                  <a:lnTo>
                    <a:pt x="1274724" y="2667000"/>
                  </a:lnTo>
                  <a:close/>
                </a:path>
                <a:path w="2082800" h="2679700">
                  <a:moveTo>
                    <a:pt x="1211668" y="2667000"/>
                  </a:moveTo>
                  <a:lnTo>
                    <a:pt x="1186446" y="2667000"/>
                  </a:lnTo>
                  <a:lnTo>
                    <a:pt x="1186446" y="2679700"/>
                  </a:lnTo>
                  <a:lnTo>
                    <a:pt x="1211668" y="2679700"/>
                  </a:lnTo>
                  <a:lnTo>
                    <a:pt x="1211668" y="2667000"/>
                  </a:lnTo>
                  <a:close/>
                </a:path>
                <a:path w="2082800" h="2679700">
                  <a:moveTo>
                    <a:pt x="1148600" y="2667000"/>
                  </a:moveTo>
                  <a:lnTo>
                    <a:pt x="1123378" y="2667000"/>
                  </a:lnTo>
                  <a:lnTo>
                    <a:pt x="1123378" y="2679700"/>
                  </a:lnTo>
                  <a:lnTo>
                    <a:pt x="1148600" y="2679700"/>
                  </a:lnTo>
                  <a:lnTo>
                    <a:pt x="1148600" y="2667000"/>
                  </a:lnTo>
                  <a:close/>
                </a:path>
                <a:path w="2082800" h="2679700">
                  <a:moveTo>
                    <a:pt x="1085545" y="2667000"/>
                  </a:moveTo>
                  <a:lnTo>
                    <a:pt x="1060323" y="2667000"/>
                  </a:lnTo>
                  <a:lnTo>
                    <a:pt x="1060323" y="2679700"/>
                  </a:lnTo>
                  <a:lnTo>
                    <a:pt x="1085545" y="2679700"/>
                  </a:lnTo>
                  <a:lnTo>
                    <a:pt x="1085545" y="2667000"/>
                  </a:lnTo>
                  <a:close/>
                </a:path>
                <a:path w="2082800" h="2679700">
                  <a:moveTo>
                    <a:pt x="1022477" y="2667000"/>
                  </a:moveTo>
                  <a:lnTo>
                    <a:pt x="997254" y="2667000"/>
                  </a:lnTo>
                  <a:lnTo>
                    <a:pt x="997254" y="2679700"/>
                  </a:lnTo>
                  <a:lnTo>
                    <a:pt x="1022477" y="2679700"/>
                  </a:lnTo>
                  <a:lnTo>
                    <a:pt x="1022477" y="2667000"/>
                  </a:lnTo>
                  <a:close/>
                </a:path>
                <a:path w="2082800" h="2679700">
                  <a:moveTo>
                    <a:pt x="959421" y="2667000"/>
                  </a:moveTo>
                  <a:lnTo>
                    <a:pt x="934199" y="2667000"/>
                  </a:lnTo>
                  <a:lnTo>
                    <a:pt x="934199" y="2679700"/>
                  </a:lnTo>
                  <a:lnTo>
                    <a:pt x="959421" y="2679700"/>
                  </a:lnTo>
                  <a:lnTo>
                    <a:pt x="959421" y="2667000"/>
                  </a:lnTo>
                  <a:close/>
                </a:path>
                <a:path w="2082800" h="2679700">
                  <a:moveTo>
                    <a:pt x="896353" y="2667000"/>
                  </a:moveTo>
                  <a:lnTo>
                    <a:pt x="871131" y="2667000"/>
                  </a:lnTo>
                  <a:lnTo>
                    <a:pt x="871131" y="2679700"/>
                  </a:lnTo>
                  <a:lnTo>
                    <a:pt x="896353" y="2679700"/>
                  </a:lnTo>
                  <a:lnTo>
                    <a:pt x="896353" y="2667000"/>
                  </a:lnTo>
                  <a:close/>
                </a:path>
                <a:path w="2082800" h="2679700">
                  <a:moveTo>
                    <a:pt x="833297" y="2667000"/>
                  </a:moveTo>
                  <a:lnTo>
                    <a:pt x="808075" y="2667000"/>
                  </a:lnTo>
                  <a:lnTo>
                    <a:pt x="808075" y="2679700"/>
                  </a:lnTo>
                  <a:lnTo>
                    <a:pt x="833297" y="2679700"/>
                  </a:lnTo>
                  <a:lnTo>
                    <a:pt x="833297" y="2667000"/>
                  </a:lnTo>
                  <a:close/>
                </a:path>
                <a:path w="2082800" h="2679700">
                  <a:moveTo>
                    <a:pt x="770229" y="2667000"/>
                  </a:moveTo>
                  <a:lnTo>
                    <a:pt x="745007" y="2667000"/>
                  </a:lnTo>
                  <a:lnTo>
                    <a:pt x="745007" y="2679700"/>
                  </a:lnTo>
                  <a:lnTo>
                    <a:pt x="770229" y="2679700"/>
                  </a:lnTo>
                  <a:lnTo>
                    <a:pt x="770229" y="2667000"/>
                  </a:lnTo>
                  <a:close/>
                </a:path>
                <a:path w="2082800" h="2679700">
                  <a:moveTo>
                    <a:pt x="707174" y="2667000"/>
                  </a:moveTo>
                  <a:lnTo>
                    <a:pt x="681951" y="2667000"/>
                  </a:lnTo>
                  <a:lnTo>
                    <a:pt x="681951" y="2679700"/>
                  </a:lnTo>
                  <a:lnTo>
                    <a:pt x="707174" y="2679700"/>
                  </a:lnTo>
                  <a:lnTo>
                    <a:pt x="707174" y="2667000"/>
                  </a:lnTo>
                  <a:close/>
                </a:path>
                <a:path w="2082800" h="2679700">
                  <a:moveTo>
                    <a:pt x="644105" y="2667000"/>
                  </a:moveTo>
                  <a:lnTo>
                    <a:pt x="618883" y="2667000"/>
                  </a:lnTo>
                  <a:lnTo>
                    <a:pt x="618883" y="2679700"/>
                  </a:lnTo>
                  <a:lnTo>
                    <a:pt x="644105" y="2679700"/>
                  </a:lnTo>
                  <a:lnTo>
                    <a:pt x="644105" y="2667000"/>
                  </a:lnTo>
                  <a:close/>
                </a:path>
                <a:path w="2082800" h="2679700">
                  <a:moveTo>
                    <a:pt x="581050" y="2667000"/>
                  </a:moveTo>
                  <a:lnTo>
                    <a:pt x="555828" y="2667000"/>
                  </a:lnTo>
                  <a:lnTo>
                    <a:pt x="555828" y="2679700"/>
                  </a:lnTo>
                  <a:lnTo>
                    <a:pt x="581050" y="2679700"/>
                  </a:lnTo>
                  <a:lnTo>
                    <a:pt x="581050" y="2667000"/>
                  </a:lnTo>
                  <a:close/>
                </a:path>
                <a:path w="2082800" h="2679700">
                  <a:moveTo>
                    <a:pt x="517982" y="2667000"/>
                  </a:moveTo>
                  <a:lnTo>
                    <a:pt x="492760" y="2667000"/>
                  </a:lnTo>
                  <a:lnTo>
                    <a:pt x="492760" y="2679700"/>
                  </a:lnTo>
                  <a:lnTo>
                    <a:pt x="517982" y="2679700"/>
                  </a:lnTo>
                  <a:lnTo>
                    <a:pt x="517982" y="2667000"/>
                  </a:lnTo>
                  <a:close/>
                </a:path>
                <a:path w="2082800" h="2679700">
                  <a:moveTo>
                    <a:pt x="454926" y="2667000"/>
                  </a:moveTo>
                  <a:lnTo>
                    <a:pt x="429704" y="2667000"/>
                  </a:lnTo>
                  <a:lnTo>
                    <a:pt x="429704" y="2679700"/>
                  </a:lnTo>
                  <a:lnTo>
                    <a:pt x="454926" y="2679700"/>
                  </a:lnTo>
                  <a:lnTo>
                    <a:pt x="454926" y="2667000"/>
                  </a:lnTo>
                  <a:close/>
                </a:path>
                <a:path w="2082800" h="2679700">
                  <a:moveTo>
                    <a:pt x="391858" y="2667000"/>
                  </a:moveTo>
                  <a:lnTo>
                    <a:pt x="366636" y="2667000"/>
                  </a:lnTo>
                  <a:lnTo>
                    <a:pt x="366636" y="2679700"/>
                  </a:lnTo>
                  <a:lnTo>
                    <a:pt x="391858" y="2679700"/>
                  </a:lnTo>
                  <a:lnTo>
                    <a:pt x="391858" y="2667000"/>
                  </a:lnTo>
                  <a:close/>
                </a:path>
                <a:path w="2082800" h="2679700">
                  <a:moveTo>
                    <a:pt x="328803" y="2667000"/>
                  </a:moveTo>
                  <a:lnTo>
                    <a:pt x="303568" y="2667000"/>
                  </a:lnTo>
                  <a:lnTo>
                    <a:pt x="303568" y="2679700"/>
                  </a:lnTo>
                  <a:lnTo>
                    <a:pt x="328803" y="2679700"/>
                  </a:lnTo>
                  <a:lnTo>
                    <a:pt x="328803" y="2667000"/>
                  </a:lnTo>
                  <a:close/>
                </a:path>
                <a:path w="2082800" h="2679700">
                  <a:moveTo>
                    <a:pt x="265734" y="2667000"/>
                  </a:moveTo>
                  <a:lnTo>
                    <a:pt x="240512" y="2667000"/>
                  </a:lnTo>
                  <a:lnTo>
                    <a:pt x="240512" y="2679700"/>
                  </a:lnTo>
                  <a:lnTo>
                    <a:pt x="265734" y="2679700"/>
                  </a:lnTo>
                  <a:lnTo>
                    <a:pt x="265734" y="2667000"/>
                  </a:lnTo>
                  <a:close/>
                </a:path>
                <a:path w="2082800" h="2679700">
                  <a:moveTo>
                    <a:pt x="202679" y="2667000"/>
                  </a:moveTo>
                  <a:lnTo>
                    <a:pt x="177444" y="2667000"/>
                  </a:lnTo>
                  <a:lnTo>
                    <a:pt x="177444" y="2679700"/>
                  </a:lnTo>
                  <a:lnTo>
                    <a:pt x="202679" y="2679700"/>
                  </a:lnTo>
                  <a:lnTo>
                    <a:pt x="202679" y="2667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1" name="object 24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177982" y="2149898"/>
              <a:ext cx="2101608" cy="301967"/>
            </a:xfrm>
            <a:prstGeom prst="rect">
              <a:avLst/>
            </a:prstGeom>
          </p:spPr>
        </p:pic>
        <p:pic>
          <p:nvPicPr>
            <p:cNvPr id="242" name="object 24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258299" y="2524188"/>
              <a:ext cx="1866900" cy="787400"/>
            </a:xfrm>
            <a:prstGeom prst="rect">
              <a:avLst/>
            </a:prstGeom>
          </p:spPr>
        </p:pic>
        <p:pic>
          <p:nvPicPr>
            <p:cNvPr id="243" name="object 24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258300" y="3365500"/>
              <a:ext cx="1866900" cy="711200"/>
            </a:xfrm>
            <a:prstGeom prst="rect">
              <a:avLst/>
            </a:prstGeom>
          </p:spPr>
        </p:pic>
      </p:grpSp>
      <p:pic>
        <p:nvPicPr>
          <p:cNvPr id="244" name="object 244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7137603" y="2237838"/>
            <a:ext cx="1663293" cy="129806"/>
          </a:xfrm>
          <a:prstGeom prst="rect">
            <a:avLst/>
          </a:prstGeom>
        </p:spPr>
      </p:pic>
      <p:grpSp>
        <p:nvGrpSpPr>
          <p:cNvPr id="245" name="object 245"/>
          <p:cNvGrpSpPr/>
          <p:nvPr/>
        </p:nvGrpSpPr>
        <p:grpSpPr>
          <a:xfrm>
            <a:off x="228600" y="4216400"/>
            <a:ext cx="1841500" cy="685800"/>
            <a:chOff x="228600" y="4216400"/>
            <a:chExt cx="1841500" cy="685800"/>
          </a:xfrm>
        </p:grpSpPr>
        <p:sp>
          <p:nvSpPr>
            <p:cNvPr id="246" name="object 246"/>
            <p:cNvSpPr/>
            <p:nvPr/>
          </p:nvSpPr>
          <p:spPr>
            <a:xfrm>
              <a:off x="228600" y="4216400"/>
              <a:ext cx="1841500" cy="685800"/>
            </a:xfrm>
            <a:custGeom>
              <a:avLst/>
              <a:gdLst/>
              <a:ahLst/>
              <a:cxnLst/>
              <a:rect l="l" t="t" r="r" b="b"/>
              <a:pathLst>
                <a:path w="1841500" h="685800">
                  <a:moveTo>
                    <a:pt x="1765300" y="0"/>
                  </a:moveTo>
                  <a:lnTo>
                    <a:pt x="76200" y="0"/>
                  </a:lnTo>
                  <a:lnTo>
                    <a:pt x="46537" y="5987"/>
                  </a:lnTo>
                  <a:lnTo>
                    <a:pt x="22317" y="22317"/>
                  </a:lnTo>
                  <a:lnTo>
                    <a:pt x="5987" y="46537"/>
                  </a:lnTo>
                  <a:lnTo>
                    <a:pt x="0" y="76200"/>
                  </a:lnTo>
                  <a:lnTo>
                    <a:pt x="0" y="609600"/>
                  </a:lnTo>
                  <a:lnTo>
                    <a:pt x="5987" y="639262"/>
                  </a:lnTo>
                  <a:lnTo>
                    <a:pt x="22317" y="663482"/>
                  </a:lnTo>
                  <a:lnTo>
                    <a:pt x="46537" y="679812"/>
                  </a:lnTo>
                  <a:lnTo>
                    <a:pt x="76200" y="685800"/>
                  </a:lnTo>
                  <a:lnTo>
                    <a:pt x="1765300" y="685800"/>
                  </a:lnTo>
                  <a:lnTo>
                    <a:pt x="1794962" y="679812"/>
                  </a:lnTo>
                  <a:lnTo>
                    <a:pt x="1819182" y="663482"/>
                  </a:lnTo>
                  <a:lnTo>
                    <a:pt x="1835512" y="639262"/>
                  </a:lnTo>
                  <a:lnTo>
                    <a:pt x="1841500" y="609600"/>
                  </a:lnTo>
                  <a:lnTo>
                    <a:pt x="1841500" y="76200"/>
                  </a:lnTo>
                  <a:lnTo>
                    <a:pt x="1835512" y="46537"/>
                  </a:lnTo>
                  <a:lnTo>
                    <a:pt x="1819182" y="22317"/>
                  </a:lnTo>
                  <a:lnTo>
                    <a:pt x="1794962" y="5987"/>
                  </a:lnTo>
                  <a:lnTo>
                    <a:pt x="1765300" y="0"/>
                  </a:lnTo>
                  <a:close/>
                </a:path>
              </a:pathLst>
            </a:custGeom>
            <a:solidFill>
              <a:srgbClr val="FFDC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228600" y="4216400"/>
              <a:ext cx="1841500" cy="685800"/>
            </a:xfrm>
            <a:custGeom>
              <a:avLst/>
              <a:gdLst/>
              <a:ahLst/>
              <a:cxnLst/>
              <a:rect l="l" t="t" r="r" b="b"/>
              <a:pathLst>
                <a:path w="1841500" h="685800">
                  <a:moveTo>
                    <a:pt x="65265" y="678599"/>
                  </a:moveTo>
                  <a:lnTo>
                    <a:pt x="64501" y="683438"/>
                  </a:lnTo>
                  <a:lnTo>
                    <a:pt x="76199" y="685800"/>
                  </a:lnTo>
                  <a:lnTo>
                    <a:pt x="76199" y="679450"/>
                  </a:lnTo>
                  <a:lnTo>
                    <a:pt x="72478" y="679450"/>
                  </a:lnTo>
                  <a:lnTo>
                    <a:pt x="68821" y="679157"/>
                  </a:lnTo>
                  <a:lnTo>
                    <a:pt x="65265" y="678599"/>
                  </a:lnTo>
                  <a:close/>
                </a:path>
                <a:path w="1841500" h="685800">
                  <a:moveTo>
                    <a:pt x="88709" y="673100"/>
                  </a:moveTo>
                  <a:lnTo>
                    <a:pt x="76200" y="673100"/>
                  </a:lnTo>
                  <a:lnTo>
                    <a:pt x="76199" y="685800"/>
                  </a:lnTo>
                  <a:lnTo>
                    <a:pt x="88709" y="685800"/>
                  </a:lnTo>
                  <a:lnTo>
                    <a:pt x="88709" y="673100"/>
                  </a:lnTo>
                  <a:close/>
                </a:path>
                <a:path w="1841500" h="685800">
                  <a:moveTo>
                    <a:pt x="66243" y="672325"/>
                  </a:moveTo>
                  <a:lnTo>
                    <a:pt x="65265" y="678599"/>
                  </a:lnTo>
                  <a:lnTo>
                    <a:pt x="68821" y="679157"/>
                  </a:lnTo>
                  <a:lnTo>
                    <a:pt x="72478" y="679450"/>
                  </a:lnTo>
                  <a:lnTo>
                    <a:pt x="76199" y="679450"/>
                  </a:lnTo>
                  <a:lnTo>
                    <a:pt x="76200" y="673100"/>
                  </a:lnTo>
                  <a:lnTo>
                    <a:pt x="72809" y="673100"/>
                  </a:lnTo>
                  <a:lnTo>
                    <a:pt x="69481" y="672833"/>
                  </a:lnTo>
                  <a:lnTo>
                    <a:pt x="66243" y="672325"/>
                  </a:lnTo>
                  <a:close/>
                </a:path>
                <a:path w="1841500" h="685800">
                  <a:moveTo>
                    <a:pt x="19685" y="650659"/>
                  </a:moveTo>
                  <a:lnTo>
                    <a:pt x="15650" y="653594"/>
                  </a:lnTo>
                  <a:lnTo>
                    <a:pt x="22317" y="663482"/>
                  </a:lnTo>
                  <a:lnTo>
                    <a:pt x="32205" y="670149"/>
                  </a:lnTo>
                  <a:lnTo>
                    <a:pt x="35138" y="666118"/>
                  </a:lnTo>
                  <a:lnTo>
                    <a:pt x="29222" y="661809"/>
                  </a:lnTo>
                  <a:lnTo>
                    <a:pt x="23990" y="656577"/>
                  </a:lnTo>
                  <a:lnTo>
                    <a:pt x="19685" y="650659"/>
                  </a:lnTo>
                  <a:close/>
                </a:path>
                <a:path w="1841500" h="685800">
                  <a:moveTo>
                    <a:pt x="24815" y="646912"/>
                  </a:moveTo>
                  <a:lnTo>
                    <a:pt x="19685" y="650659"/>
                  </a:lnTo>
                  <a:lnTo>
                    <a:pt x="23990" y="656577"/>
                  </a:lnTo>
                  <a:lnTo>
                    <a:pt x="29222" y="661809"/>
                  </a:lnTo>
                  <a:lnTo>
                    <a:pt x="35145" y="666118"/>
                  </a:lnTo>
                  <a:lnTo>
                    <a:pt x="38887" y="660984"/>
                  </a:lnTo>
                  <a:lnTo>
                    <a:pt x="33489" y="657059"/>
                  </a:lnTo>
                  <a:lnTo>
                    <a:pt x="28740" y="652310"/>
                  </a:lnTo>
                  <a:lnTo>
                    <a:pt x="24815" y="646912"/>
                  </a:lnTo>
                  <a:close/>
                </a:path>
                <a:path w="1841500" h="685800">
                  <a:moveTo>
                    <a:pt x="6350" y="596264"/>
                  </a:moveTo>
                  <a:lnTo>
                    <a:pt x="0" y="596264"/>
                  </a:lnTo>
                  <a:lnTo>
                    <a:pt x="0" y="609600"/>
                  </a:lnTo>
                  <a:lnTo>
                    <a:pt x="2361" y="621300"/>
                  </a:lnTo>
                  <a:lnTo>
                    <a:pt x="7161" y="620540"/>
                  </a:lnTo>
                  <a:lnTo>
                    <a:pt x="7047" y="619556"/>
                  </a:lnTo>
                  <a:lnTo>
                    <a:pt x="6642" y="616978"/>
                  </a:lnTo>
                  <a:lnTo>
                    <a:pt x="6350" y="613321"/>
                  </a:lnTo>
                  <a:lnTo>
                    <a:pt x="6350" y="596264"/>
                  </a:lnTo>
                  <a:close/>
                </a:path>
                <a:path w="1841500" h="685800">
                  <a:moveTo>
                    <a:pt x="12700" y="596264"/>
                  </a:moveTo>
                  <a:lnTo>
                    <a:pt x="6350" y="596264"/>
                  </a:lnTo>
                  <a:lnTo>
                    <a:pt x="6350" y="613321"/>
                  </a:lnTo>
                  <a:lnTo>
                    <a:pt x="6589" y="616318"/>
                  </a:lnTo>
                  <a:lnTo>
                    <a:pt x="6642" y="616978"/>
                  </a:lnTo>
                  <a:lnTo>
                    <a:pt x="7201" y="620540"/>
                  </a:lnTo>
                  <a:lnTo>
                    <a:pt x="13474" y="619556"/>
                  </a:lnTo>
                  <a:lnTo>
                    <a:pt x="13070" y="616978"/>
                  </a:lnTo>
                  <a:lnTo>
                    <a:pt x="12966" y="616318"/>
                  </a:lnTo>
                  <a:lnTo>
                    <a:pt x="12726" y="613321"/>
                  </a:lnTo>
                  <a:lnTo>
                    <a:pt x="12700" y="596264"/>
                  </a:lnTo>
                  <a:close/>
                </a:path>
                <a:path w="1841500" h="685800">
                  <a:moveTo>
                    <a:pt x="6350" y="529589"/>
                  </a:moveTo>
                  <a:lnTo>
                    <a:pt x="0" y="529589"/>
                  </a:lnTo>
                  <a:lnTo>
                    <a:pt x="0" y="556260"/>
                  </a:lnTo>
                  <a:lnTo>
                    <a:pt x="6350" y="556260"/>
                  </a:lnTo>
                  <a:lnTo>
                    <a:pt x="6350" y="529589"/>
                  </a:lnTo>
                  <a:close/>
                </a:path>
                <a:path w="1841500" h="685800">
                  <a:moveTo>
                    <a:pt x="12700" y="529589"/>
                  </a:moveTo>
                  <a:lnTo>
                    <a:pt x="6350" y="529589"/>
                  </a:lnTo>
                  <a:lnTo>
                    <a:pt x="6350" y="556260"/>
                  </a:lnTo>
                  <a:lnTo>
                    <a:pt x="12700" y="556260"/>
                  </a:lnTo>
                  <a:lnTo>
                    <a:pt x="12700" y="529589"/>
                  </a:lnTo>
                  <a:close/>
                </a:path>
                <a:path w="1841500" h="685800">
                  <a:moveTo>
                    <a:pt x="6350" y="462914"/>
                  </a:moveTo>
                  <a:lnTo>
                    <a:pt x="0" y="462914"/>
                  </a:lnTo>
                  <a:lnTo>
                    <a:pt x="0" y="489585"/>
                  </a:lnTo>
                  <a:lnTo>
                    <a:pt x="6350" y="489585"/>
                  </a:lnTo>
                  <a:lnTo>
                    <a:pt x="6350" y="462914"/>
                  </a:lnTo>
                  <a:close/>
                </a:path>
                <a:path w="1841500" h="685800">
                  <a:moveTo>
                    <a:pt x="12700" y="462914"/>
                  </a:moveTo>
                  <a:lnTo>
                    <a:pt x="6350" y="462914"/>
                  </a:lnTo>
                  <a:lnTo>
                    <a:pt x="6350" y="489585"/>
                  </a:lnTo>
                  <a:lnTo>
                    <a:pt x="12700" y="489585"/>
                  </a:lnTo>
                  <a:lnTo>
                    <a:pt x="12700" y="462914"/>
                  </a:lnTo>
                  <a:close/>
                </a:path>
                <a:path w="1841500" h="685800">
                  <a:moveTo>
                    <a:pt x="6350" y="396239"/>
                  </a:moveTo>
                  <a:lnTo>
                    <a:pt x="0" y="396239"/>
                  </a:lnTo>
                  <a:lnTo>
                    <a:pt x="0" y="422910"/>
                  </a:lnTo>
                  <a:lnTo>
                    <a:pt x="6350" y="422910"/>
                  </a:lnTo>
                  <a:lnTo>
                    <a:pt x="6350" y="396239"/>
                  </a:lnTo>
                  <a:close/>
                </a:path>
                <a:path w="1841500" h="685800">
                  <a:moveTo>
                    <a:pt x="12700" y="396239"/>
                  </a:moveTo>
                  <a:lnTo>
                    <a:pt x="6350" y="396239"/>
                  </a:lnTo>
                  <a:lnTo>
                    <a:pt x="6350" y="422910"/>
                  </a:lnTo>
                  <a:lnTo>
                    <a:pt x="12700" y="422910"/>
                  </a:lnTo>
                  <a:lnTo>
                    <a:pt x="12700" y="396239"/>
                  </a:lnTo>
                  <a:close/>
                </a:path>
                <a:path w="1841500" h="685800">
                  <a:moveTo>
                    <a:pt x="6350" y="329564"/>
                  </a:moveTo>
                  <a:lnTo>
                    <a:pt x="0" y="329564"/>
                  </a:lnTo>
                  <a:lnTo>
                    <a:pt x="0" y="356235"/>
                  </a:lnTo>
                  <a:lnTo>
                    <a:pt x="6350" y="356235"/>
                  </a:lnTo>
                  <a:lnTo>
                    <a:pt x="6350" y="329564"/>
                  </a:lnTo>
                  <a:close/>
                </a:path>
                <a:path w="1841500" h="685800">
                  <a:moveTo>
                    <a:pt x="12700" y="329564"/>
                  </a:moveTo>
                  <a:lnTo>
                    <a:pt x="6350" y="329564"/>
                  </a:lnTo>
                  <a:lnTo>
                    <a:pt x="6350" y="356235"/>
                  </a:lnTo>
                  <a:lnTo>
                    <a:pt x="12700" y="356235"/>
                  </a:lnTo>
                  <a:lnTo>
                    <a:pt x="12700" y="329564"/>
                  </a:lnTo>
                  <a:close/>
                </a:path>
                <a:path w="1841500" h="685800">
                  <a:moveTo>
                    <a:pt x="6350" y="262889"/>
                  </a:moveTo>
                  <a:lnTo>
                    <a:pt x="0" y="262889"/>
                  </a:lnTo>
                  <a:lnTo>
                    <a:pt x="0" y="289560"/>
                  </a:lnTo>
                  <a:lnTo>
                    <a:pt x="6350" y="289560"/>
                  </a:lnTo>
                  <a:lnTo>
                    <a:pt x="6350" y="262889"/>
                  </a:lnTo>
                  <a:close/>
                </a:path>
                <a:path w="1841500" h="685800">
                  <a:moveTo>
                    <a:pt x="12700" y="262889"/>
                  </a:moveTo>
                  <a:lnTo>
                    <a:pt x="6350" y="262889"/>
                  </a:lnTo>
                  <a:lnTo>
                    <a:pt x="6350" y="289560"/>
                  </a:lnTo>
                  <a:lnTo>
                    <a:pt x="12700" y="289560"/>
                  </a:lnTo>
                  <a:lnTo>
                    <a:pt x="12700" y="262889"/>
                  </a:lnTo>
                  <a:close/>
                </a:path>
                <a:path w="1841500" h="685800">
                  <a:moveTo>
                    <a:pt x="6350" y="196214"/>
                  </a:moveTo>
                  <a:lnTo>
                    <a:pt x="0" y="196214"/>
                  </a:lnTo>
                  <a:lnTo>
                    <a:pt x="0" y="222885"/>
                  </a:lnTo>
                  <a:lnTo>
                    <a:pt x="6350" y="222885"/>
                  </a:lnTo>
                  <a:lnTo>
                    <a:pt x="6350" y="196214"/>
                  </a:lnTo>
                  <a:close/>
                </a:path>
                <a:path w="1841500" h="685800">
                  <a:moveTo>
                    <a:pt x="12700" y="196214"/>
                  </a:moveTo>
                  <a:lnTo>
                    <a:pt x="6350" y="196214"/>
                  </a:lnTo>
                  <a:lnTo>
                    <a:pt x="6350" y="222885"/>
                  </a:lnTo>
                  <a:lnTo>
                    <a:pt x="12700" y="222885"/>
                  </a:lnTo>
                  <a:lnTo>
                    <a:pt x="12700" y="196214"/>
                  </a:lnTo>
                  <a:close/>
                </a:path>
                <a:path w="1841500" h="685800">
                  <a:moveTo>
                    <a:pt x="6350" y="129539"/>
                  </a:moveTo>
                  <a:lnTo>
                    <a:pt x="0" y="129539"/>
                  </a:lnTo>
                  <a:lnTo>
                    <a:pt x="0" y="156210"/>
                  </a:lnTo>
                  <a:lnTo>
                    <a:pt x="6350" y="156210"/>
                  </a:lnTo>
                  <a:lnTo>
                    <a:pt x="6350" y="129539"/>
                  </a:lnTo>
                  <a:close/>
                </a:path>
                <a:path w="1841500" h="685800">
                  <a:moveTo>
                    <a:pt x="12700" y="129539"/>
                  </a:moveTo>
                  <a:lnTo>
                    <a:pt x="6350" y="129539"/>
                  </a:lnTo>
                  <a:lnTo>
                    <a:pt x="6350" y="156210"/>
                  </a:lnTo>
                  <a:lnTo>
                    <a:pt x="12700" y="156210"/>
                  </a:lnTo>
                  <a:lnTo>
                    <a:pt x="12700" y="129539"/>
                  </a:lnTo>
                  <a:close/>
                </a:path>
                <a:path w="1841500" h="685800">
                  <a:moveTo>
                    <a:pt x="2361" y="64501"/>
                  </a:moveTo>
                  <a:lnTo>
                    <a:pt x="0" y="76200"/>
                  </a:lnTo>
                  <a:lnTo>
                    <a:pt x="0" y="89535"/>
                  </a:lnTo>
                  <a:lnTo>
                    <a:pt x="6350" y="89535"/>
                  </a:lnTo>
                  <a:lnTo>
                    <a:pt x="6350" y="72478"/>
                  </a:lnTo>
                  <a:lnTo>
                    <a:pt x="6589" y="69481"/>
                  </a:lnTo>
                  <a:lnTo>
                    <a:pt x="6642" y="68821"/>
                  </a:lnTo>
                  <a:lnTo>
                    <a:pt x="7200" y="65265"/>
                  </a:lnTo>
                  <a:lnTo>
                    <a:pt x="2361" y="64501"/>
                  </a:lnTo>
                  <a:close/>
                </a:path>
                <a:path w="1841500" h="685800">
                  <a:moveTo>
                    <a:pt x="7241" y="65265"/>
                  </a:moveTo>
                  <a:lnTo>
                    <a:pt x="7047" y="66243"/>
                  </a:lnTo>
                  <a:lnTo>
                    <a:pt x="6642" y="68821"/>
                  </a:lnTo>
                  <a:lnTo>
                    <a:pt x="6350" y="72478"/>
                  </a:lnTo>
                  <a:lnTo>
                    <a:pt x="6350" y="89535"/>
                  </a:lnTo>
                  <a:lnTo>
                    <a:pt x="12700" y="89535"/>
                  </a:lnTo>
                  <a:lnTo>
                    <a:pt x="12726" y="72478"/>
                  </a:lnTo>
                  <a:lnTo>
                    <a:pt x="12966" y="69481"/>
                  </a:lnTo>
                  <a:lnTo>
                    <a:pt x="13474" y="66243"/>
                  </a:lnTo>
                  <a:lnTo>
                    <a:pt x="7241" y="65265"/>
                  </a:lnTo>
                  <a:close/>
                </a:path>
                <a:path w="1841500" h="685800">
                  <a:moveTo>
                    <a:pt x="35147" y="19685"/>
                  </a:moveTo>
                  <a:lnTo>
                    <a:pt x="29222" y="23990"/>
                  </a:lnTo>
                  <a:lnTo>
                    <a:pt x="23990" y="29222"/>
                  </a:lnTo>
                  <a:lnTo>
                    <a:pt x="19681" y="35145"/>
                  </a:lnTo>
                  <a:lnTo>
                    <a:pt x="24815" y="38887"/>
                  </a:lnTo>
                  <a:lnTo>
                    <a:pt x="28740" y="33489"/>
                  </a:lnTo>
                  <a:lnTo>
                    <a:pt x="33489" y="28740"/>
                  </a:lnTo>
                  <a:lnTo>
                    <a:pt x="38887" y="24815"/>
                  </a:lnTo>
                  <a:lnTo>
                    <a:pt x="35147" y="19685"/>
                  </a:lnTo>
                  <a:close/>
                </a:path>
                <a:path w="1841500" h="685800">
                  <a:moveTo>
                    <a:pt x="32205" y="15650"/>
                  </a:moveTo>
                  <a:lnTo>
                    <a:pt x="22317" y="22317"/>
                  </a:lnTo>
                  <a:lnTo>
                    <a:pt x="15651" y="32205"/>
                  </a:lnTo>
                  <a:lnTo>
                    <a:pt x="19690" y="35145"/>
                  </a:lnTo>
                  <a:lnTo>
                    <a:pt x="23990" y="29222"/>
                  </a:lnTo>
                  <a:lnTo>
                    <a:pt x="29222" y="23990"/>
                  </a:lnTo>
                  <a:lnTo>
                    <a:pt x="35140" y="19685"/>
                  </a:lnTo>
                  <a:lnTo>
                    <a:pt x="32205" y="15650"/>
                  </a:lnTo>
                  <a:close/>
                </a:path>
                <a:path w="1841500" h="685800">
                  <a:moveTo>
                    <a:pt x="76200" y="6350"/>
                  </a:moveTo>
                  <a:lnTo>
                    <a:pt x="72478" y="6350"/>
                  </a:lnTo>
                  <a:lnTo>
                    <a:pt x="68821" y="6642"/>
                  </a:lnTo>
                  <a:lnTo>
                    <a:pt x="65259" y="7201"/>
                  </a:lnTo>
                  <a:lnTo>
                    <a:pt x="66121" y="12700"/>
                  </a:lnTo>
                  <a:lnTo>
                    <a:pt x="66243" y="13474"/>
                  </a:lnTo>
                  <a:lnTo>
                    <a:pt x="69481" y="12966"/>
                  </a:lnTo>
                  <a:lnTo>
                    <a:pt x="72809" y="12700"/>
                  </a:lnTo>
                  <a:lnTo>
                    <a:pt x="76200" y="12700"/>
                  </a:lnTo>
                  <a:lnTo>
                    <a:pt x="76200" y="6350"/>
                  </a:lnTo>
                  <a:close/>
                </a:path>
                <a:path w="1841500" h="685800">
                  <a:moveTo>
                    <a:pt x="88709" y="0"/>
                  </a:moveTo>
                  <a:lnTo>
                    <a:pt x="76200" y="0"/>
                  </a:lnTo>
                  <a:lnTo>
                    <a:pt x="76200" y="12700"/>
                  </a:lnTo>
                  <a:lnTo>
                    <a:pt x="88709" y="12700"/>
                  </a:lnTo>
                  <a:lnTo>
                    <a:pt x="88709" y="0"/>
                  </a:lnTo>
                  <a:close/>
                </a:path>
                <a:path w="1841500" h="685800">
                  <a:moveTo>
                    <a:pt x="76200" y="0"/>
                  </a:moveTo>
                  <a:lnTo>
                    <a:pt x="64501" y="2361"/>
                  </a:lnTo>
                  <a:lnTo>
                    <a:pt x="65130" y="6350"/>
                  </a:lnTo>
                  <a:lnTo>
                    <a:pt x="65177" y="6642"/>
                  </a:lnTo>
                  <a:lnTo>
                    <a:pt x="65265" y="7201"/>
                  </a:lnTo>
                  <a:lnTo>
                    <a:pt x="68821" y="6642"/>
                  </a:lnTo>
                  <a:lnTo>
                    <a:pt x="72478" y="6350"/>
                  </a:lnTo>
                  <a:lnTo>
                    <a:pt x="76200" y="6350"/>
                  </a:lnTo>
                  <a:lnTo>
                    <a:pt x="76200" y="0"/>
                  </a:lnTo>
                  <a:close/>
                </a:path>
                <a:path w="1841500" h="685800">
                  <a:moveTo>
                    <a:pt x="151269" y="0"/>
                  </a:moveTo>
                  <a:lnTo>
                    <a:pt x="126250" y="0"/>
                  </a:lnTo>
                  <a:lnTo>
                    <a:pt x="126250" y="12700"/>
                  </a:lnTo>
                  <a:lnTo>
                    <a:pt x="151269" y="12700"/>
                  </a:lnTo>
                  <a:lnTo>
                    <a:pt x="151269" y="0"/>
                  </a:lnTo>
                  <a:close/>
                </a:path>
                <a:path w="1841500" h="685800">
                  <a:moveTo>
                    <a:pt x="213829" y="0"/>
                  </a:moveTo>
                  <a:lnTo>
                    <a:pt x="188810" y="0"/>
                  </a:lnTo>
                  <a:lnTo>
                    <a:pt x="188810" y="12700"/>
                  </a:lnTo>
                  <a:lnTo>
                    <a:pt x="213829" y="12700"/>
                  </a:lnTo>
                  <a:lnTo>
                    <a:pt x="213829" y="0"/>
                  </a:lnTo>
                  <a:close/>
                </a:path>
                <a:path w="1841500" h="685800">
                  <a:moveTo>
                    <a:pt x="276390" y="0"/>
                  </a:moveTo>
                  <a:lnTo>
                    <a:pt x="251371" y="0"/>
                  </a:lnTo>
                  <a:lnTo>
                    <a:pt x="251371" y="12700"/>
                  </a:lnTo>
                  <a:lnTo>
                    <a:pt x="276390" y="12700"/>
                  </a:lnTo>
                  <a:lnTo>
                    <a:pt x="276390" y="0"/>
                  </a:lnTo>
                  <a:close/>
                </a:path>
                <a:path w="1841500" h="685800">
                  <a:moveTo>
                    <a:pt x="338950" y="0"/>
                  </a:moveTo>
                  <a:lnTo>
                    <a:pt x="313931" y="0"/>
                  </a:lnTo>
                  <a:lnTo>
                    <a:pt x="313931" y="12700"/>
                  </a:lnTo>
                  <a:lnTo>
                    <a:pt x="338950" y="12700"/>
                  </a:lnTo>
                  <a:lnTo>
                    <a:pt x="338950" y="0"/>
                  </a:lnTo>
                  <a:close/>
                </a:path>
                <a:path w="1841500" h="685800">
                  <a:moveTo>
                    <a:pt x="401510" y="0"/>
                  </a:moveTo>
                  <a:lnTo>
                    <a:pt x="376478" y="0"/>
                  </a:lnTo>
                  <a:lnTo>
                    <a:pt x="376478" y="12700"/>
                  </a:lnTo>
                  <a:lnTo>
                    <a:pt x="401510" y="12700"/>
                  </a:lnTo>
                  <a:lnTo>
                    <a:pt x="401510" y="0"/>
                  </a:lnTo>
                  <a:close/>
                </a:path>
                <a:path w="1841500" h="685800">
                  <a:moveTo>
                    <a:pt x="464070" y="0"/>
                  </a:moveTo>
                  <a:lnTo>
                    <a:pt x="439039" y="0"/>
                  </a:lnTo>
                  <a:lnTo>
                    <a:pt x="439039" y="12700"/>
                  </a:lnTo>
                  <a:lnTo>
                    <a:pt x="464070" y="12700"/>
                  </a:lnTo>
                  <a:lnTo>
                    <a:pt x="464070" y="0"/>
                  </a:lnTo>
                  <a:close/>
                </a:path>
                <a:path w="1841500" h="685800">
                  <a:moveTo>
                    <a:pt x="526630" y="0"/>
                  </a:moveTo>
                  <a:lnTo>
                    <a:pt x="501599" y="0"/>
                  </a:lnTo>
                  <a:lnTo>
                    <a:pt x="501599" y="12700"/>
                  </a:lnTo>
                  <a:lnTo>
                    <a:pt x="526630" y="12700"/>
                  </a:lnTo>
                  <a:lnTo>
                    <a:pt x="526630" y="0"/>
                  </a:lnTo>
                  <a:close/>
                </a:path>
                <a:path w="1841500" h="685800">
                  <a:moveTo>
                    <a:pt x="589191" y="0"/>
                  </a:moveTo>
                  <a:lnTo>
                    <a:pt x="564159" y="0"/>
                  </a:lnTo>
                  <a:lnTo>
                    <a:pt x="564159" y="12700"/>
                  </a:lnTo>
                  <a:lnTo>
                    <a:pt x="589191" y="12700"/>
                  </a:lnTo>
                  <a:lnTo>
                    <a:pt x="589191" y="0"/>
                  </a:lnTo>
                  <a:close/>
                </a:path>
                <a:path w="1841500" h="685800">
                  <a:moveTo>
                    <a:pt x="651751" y="0"/>
                  </a:moveTo>
                  <a:lnTo>
                    <a:pt x="626719" y="0"/>
                  </a:lnTo>
                  <a:lnTo>
                    <a:pt x="626719" y="12700"/>
                  </a:lnTo>
                  <a:lnTo>
                    <a:pt x="651751" y="12700"/>
                  </a:lnTo>
                  <a:lnTo>
                    <a:pt x="651751" y="0"/>
                  </a:lnTo>
                  <a:close/>
                </a:path>
                <a:path w="1841500" h="685800">
                  <a:moveTo>
                    <a:pt x="714298" y="0"/>
                  </a:moveTo>
                  <a:lnTo>
                    <a:pt x="689279" y="0"/>
                  </a:lnTo>
                  <a:lnTo>
                    <a:pt x="689279" y="12700"/>
                  </a:lnTo>
                  <a:lnTo>
                    <a:pt x="714298" y="12700"/>
                  </a:lnTo>
                  <a:lnTo>
                    <a:pt x="714298" y="0"/>
                  </a:lnTo>
                  <a:close/>
                </a:path>
                <a:path w="1841500" h="685800">
                  <a:moveTo>
                    <a:pt x="776859" y="0"/>
                  </a:moveTo>
                  <a:lnTo>
                    <a:pt x="751840" y="0"/>
                  </a:lnTo>
                  <a:lnTo>
                    <a:pt x="751840" y="12700"/>
                  </a:lnTo>
                  <a:lnTo>
                    <a:pt x="776859" y="12700"/>
                  </a:lnTo>
                  <a:lnTo>
                    <a:pt x="776859" y="0"/>
                  </a:lnTo>
                  <a:close/>
                </a:path>
                <a:path w="1841500" h="685800">
                  <a:moveTo>
                    <a:pt x="839419" y="0"/>
                  </a:moveTo>
                  <a:lnTo>
                    <a:pt x="814400" y="0"/>
                  </a:lnTo>
                  <a:lnTo>
                    <a:pt x="814400" y="12700"/>
                  </a:lnTo>
                  <a:lnTo>
                    <a:pt x="839419" y="12700"/>
                  </a:lnTo>
                  <a:lnTo>
                    <a:pt x="839419" y="0"/>
                  </a:lnTo>
                  <a:close/>
                </a:path>
                <a:path w="1841500" h="685800">
                  <a:moveTo>
                    <a:pt x="901979" y="0"/>
                  </a:moveTo>
                  <a:lnTo>
                    <a:pt x="876960" y="0"/>
                  </a:lnTo>
                  <a:lnTo>
                    <a:pt x="876960" y="12700"/>
                  </a:lnTo>
                  <a:lnTo>
                    <a:pt x="901979" y="12700"/>
                  </a:lnTo>
                  <a:lnTo>
                    <a:pt x="901979" y="0"/>
                  </a:lnTo>
                  <a:close/>
                </a:path>
                <a:path w="1841500" h="685800">
                  <a:moveTo>
                    <a:pt x="964539" y="0"/>
                  </a:moveTo>
                  <a:lnTo>
                    <a:pt x="939520" y="0"/>
                  </a:lnTo>
                  <a:lnTo>
                    <a:pt x="939520" y="12700"/>
                  </a:lnTo>
                  <a:lnTo>
                    <a:pt x="964539" y="12700"/>
                  </a:lnTo>
                  <a:lnTo>
                    <a:pt x="964539" y="0"/>
                  </a:lnTo>
                  <a:close/>
                </a:path>
                <a:path w="1841500" h="685800">
                  <a:moveTo>
                    <a:pt x="1027099" y="0"/>
                  </a:moveTo>
                  <a:lnTo>
                    <a:pt x="1002080" y="0"/>
                  </a:lnTo>
                  <a:lnTo>
                    <a:pt x="1002080" y="12700"/>
                  </a:lnTo>
                  <a:lnTo>
                    <a:pt x="1027099" y="12700"/>
                  </a:lnTo>
                  <a:lnTo>
                    <a:pt x="1027099" y="0"/>
                  </a:lnTo>
                  <a:close/>
                </a:path>
                <a:path w="1841500" h="685800">
                  <a:moveTo>
                    <a:pt x="1089660" y="0"/>
                  </a:moveTo>
                  <a:lnTo>
                    <a:pt x="1064640" y="0"/>
                  </a:lnTo>
                  <a:lnTo>
                    <a:pt x="1064641" y="12700"/>
                  </a:lnTo>
                  <a:lnTo>
                    <a:pt x="1089660" y="12700"/>
                  </a:lnTo>
                  <a:lnTo>
                    <a:pt x="1089660" y="0"/>
                  </a:lnTo>
                  <a:close/>
                </a:path>
                <a:path w="1841500" h="685800">
                  <a:moveTo>
                    <a:pt x="1152220" y="0"/>
                  </a:moveTo>
                  <a:lnTo>
                    <a:pt x="1127201" y="0"/>
                  </a:lnTo>
                  <a:lnTo>
                    <a:pt x="1127201" y="12700"/>
                  </a:lnTo>
                  <a:lnTo>
                    <a:pt x="1152220" y="12700"/>
                  </a:lnTo>
                  <a:lnTo>
                    <a:pt x="1152220" y="0"/>
                  </a:lnTo>
                  <a:close/>
                </a:path>
                <a:path w="1841500" h="685800">
                  <a:moveTo>
                    <a:pt x="1214780" y="0"/>
                  </a:moveTo>
                  <a:lnTo>
                    <a:pt x="1189748" y="0"/>
                  </a:lnTo>
                  <a:lnTo>
                    <a:pt x="1189748" y="12700"/>
                  </a:lnTo>
                  <a:lnTo>
                    <a:pt x="1214780" y="12700"/>
                  </a:lnTo>
                  <a:lnTo>
                    <a:pt x="1214780" y="0"/>
                  </a:lnTo>
                  <a:close/>
                </a:path>
                <a:path w="1841500" h="685800">
                  <a:moveTo>
                    <a:pt x="1277340" y="0"/>
                  </a:moveTo>
                  <a:lnTo>
                    <a:pt x="1252308" y="0"/>
                  </a:lnTo>
                  <a:lnTo>
                    <a:pt x="1252308" y="12700"/>
                  </a:lnTo>
                  <a:lnTo>
                    <a:pt x="1277340" y="12700"/>
                  </a:lnTo>
                  <a:lnTo>
                    <a:pt x="1277340" y="0"/>
                  </a:lnTo>
                  <a:close/>
                </a:path>
                <a:path w="1841500" h="685800">
                  <a:moveTo>
                    <a:pt x="1339900" y="0"/>
                  </a:moveTo>
                  <a:lnTo>
                    <a:pt x="1314869" y="0"/>
                  </a:lnTo>
                  <a:lnTo>
                    <a:pt x="1314869" y="12700"/>
                  </a:lnTo>
                  <a:lnTo>
                    <a:pt x="1339900" y="12700"/>
                  </a:lnTo>
                  <a:lnTo>
                    <a:pt x="1339900" y="0"/>
                  </a:lnTo>
                  <a:close/>
                </a:path>
                <a:path w="1841500" h="685800">
                  <a:moveTo>
                    <a:pt x="1402461" y="0"/>
                  </a:moveTo>
                  <a:lnTo>
                    <a:pt x="1377429" y="0"/>
                  </a:lnTo>
                  <a:lnTo>
                    <a:pt x="1377429" y="12700"/>
                  </a:lnTo>
                  <a:lnTo>
                    <a:pt x="1402461" y="12700"/>
                  </a:lnTo>
                  <a:lnTo>
                    <a:pt x="1402461" y="0"/>
                  </a:lnTo>
                  <a:close/>
                </a:path>
                <a:path w="1841500" h="685800">
                  <a:moveTo>
                    <a:pt x="1465021" y="0"/>
                  </a:moveTo>
                  <a:lnTo>
                    <a:pt x="1439989" y="0"/>
                  </a:lnTo>
                  <a:lnTo>
                    <a:pt x="1439989" y="12700"/>
                  </a:lnTo>
                  <a:lnTo>
                    <a:pt x="1465021" y="12700"/>
                  </a:lnTo>
                  <a:lnTo>
                    <a:pt x="1465021" y="0"/>
                  </a:lnTo>
                  <a:close/>
                </a:path>
                <a:path w="1841500" h="685800">
                  <a:moveTo>
                    <a:pt x="1527568" y="0"/>
                  </a:moveTo>
                  <a:lnTo>
                    <a:pt x="1502549" y="0"/>
                  </a:lnTo>
                  <a:lnTo>
                    <a:pt x="1502549" y="12700"/>
                  </a:lnTo>
                  <a:lnTo>
                    <a:pt x="1527568" y="12700"/>
                  </a:lnTo>
                  <a:lnTo>
                    <a:pt x="1527568" y="0"/>
                  </a:lnTo>
                  <a:close/>
                </a:path>
                <a:path w="1841500" h="685800">
                  <a:moveTo>
                    <a:pt x="1590128" y="0"/>
                  </a:moveTo>
                  <a:lnTo>
                    <a:pt x="1565109" y="0"/>
                  </a:lnTo>
                  <a:lnTo>
                    <a:pt x="1565109" y="12700"/>
                  </a:lnTo>
                  <a:lnTo>
                    <a:pt x="1590128" y="12700"/>
                  </a:lnTo>
                  <a:lnTo>
                    <a:pt x="1590128" y="0"/>
                  </a:lnTo>
                  <a:close/>
                </a:path>
                <a:path w="1841500" h="685800">
                  <a:moveTo>
                    <a:pt x="1652689" y="0"/>
                  </a:moveTo>
                  <a:lnTo>
                    <a:pt x="1627670" y="0"/>
                  </a:lnTo>
                  <a:lnTo>
                    <a:pt x="1627670" y="12700"/>
                  </a:lnTo>
                  <a:lnTo>
                    <a:pt x="1652689" y="12700"/>
                  </a:lnTo>
                  <a:lnTo>
                    <a:pt x="1652689" y="0"/>
                  </a:lnTo>
                  <a:close/>
                </a:path>
                <a:path w="1841500" h="685800">
                  <a:moveTo>
                    <a:pt x="1715249" y="0"/>
                  </a:moveTo>
                  <a:lnTo>
                    <a:pt x="1690230" y="0"/>
                  </a:lnTo>
                  <a:lnTo>
                    <a:pt x="1690230" y="12700"/>
                  </a:lnTo>
                  <a:lnTo>
                    <a:pt x="1715249" y="12700"/>
                  </a:lnTo>
                  <a:lnTo>
                    <a:pt x="1715249" y="0"/>
                  </a:lnTo>
                  <a:close/>
                </a:path>
                <a:path w="1841500" h="685800">
                  <a:moveTo>
                    <a:pt x="1765300" y="0"/>
                  </a:moveTo>
                  <a:lnTo>
                    <a:pt x="1765300" y="12700"/>
                  </a:lnTo>
                  <a:lnTo>
                    <a:pt x="1768690" y="12700"/>
                  </a:lnTo>
                  <a:lnTo>
                    <a:pt x="1772018" y="12966"/>
                  </a:lnTo>
                  <a:lnTo>
                    <a:pt x="1775256" y="13474"/>
                  </a:lnTo>
                  <a:lnTo>
                    <a:pt x="1776240" y="7201"/>
                  </a:lnTo>
                  <a:lnTo>
                    <a:pt x="1772678" y="6642"/>
                  </a:lnTo>
                  <a:lnTo>
                    <a:pt x="1769021" y="6350"/>
                  </a:lnTo>
                  <a:lnTo>
                    <a:pt x="1776369" y="6350"/>
                  </a:lnTo>
                  <a:lnTo>
                    <a:pt x="1776998" y="2361"/>
                  </a:lnTo>
                  <a:lnTo>
                    <a:pt x="1765300" y="0"/>
                  </a:lnTo>
                  <a:close/>
                </a:path>
                <a:path w="1841500" h="685800">
                  <a:moveTo>
                    <a:pt x="1765300" y="0"/>
                  </a:moveTo>
                  <a:lnTo>
                    <a:pt x="1752790" y="0"/>
                  </a:lnTo>
                  <a:lnTo>
                    <a:pt x="1752790" y="12700"/>
                  </a:lnTo>
                  <a:lnTo>
                    <a:pt x="1765300" y="12700"/>
                  </a:lnTo>
                  <a:lnTo>
                    <a:pt x="1765300" y="0"/>
                  </a:lnTo>
                  <a:close/>
                </a:path>
                <a:path w="1841500" h="685800">
                  <a:moveTo>
                    <a:pt x="1776369" y="6350"/>
                  </a:moveTo>
                  <a:lnTo>
                    <a:pt x="1769021" y="6350"/>
                  </a:lnTo>
                  <a:lnTo>
                    <a:pt x="1772678" y="6642"/>
                  </a:lnTo>
                  <a:lnTo>
                    <a:pt x="1776240" y="7201"/>
                  </a:lnTo>
                  <a:lnTo>
                    <a:pt x="1776322" y="6642"/>
                  </a:lnTo>
                  <a:lnTo>
                    <a:pt x="1776369" y="6350"/>
                  </a:lnTo>
                  <a:close/>
                </a:path>
                <a:path w="1841500" h="685800">
                  <a:moveTo>
                    <a:pt x="1806359" y="19685"/>
                  </a:moveTo>
                  <a:lnTo>
                    <a:pt x="1802612" y="24815"/>
                  </a:lnTo>
                  <a:lnTo>
                    <a:pt x="1808010" y="28740"/>
                  </a:lnTo>
                  <a:lnTo>
                    <a:pt x="1812759" y="33489"/>
                  </a:lnTo>
                  <a:lnTo>
                    <a:pt x="1816684" y="38887"/>
                  </a:lnTo>
                  <a:lnTo>
                    <a:pt x="1821818" y="35145"/>
                  </a:lnTo>
                  <a:lnTo>
                    <a:pt x="1817509" y="29222"/>
                  </a:lnTo>
                  <a:lnTo>
                    <a:pt x="1812277" y="23990"/>
                  </a:lnTo>
                  <a:lnTo>
                    <a:pt x="1806359" y="19685"/>
                  </a:lnTo>
                  <a:close/>
                </a:path>
                <a:path w="1841500" h="685800">
                  <a:moveTo>
                    <a:pt x="1809294" y="15650"/>
                  </a:moveTo>
                  <a:lnTo>
                    <a:pt x="1806359" y="19685"/>
                  </a:lnTo>
                  <a:lnTo>
                    <a:pt x="1812277" y="23990"/>
                  </a:lnTo>
                  <a:lnTo>
                    <a:pt x="1817509" y="29222"/>
                  </a:lnTo>
                  <a:lnTo>
                    <a:pt x="1821818" y="35145"/>
                  </a:lnTo>
                  <a:lnTo>
                    <a:pt x="1825848" y="32205"/>
                  </a:lnTo>
                  <a:lnTo>
                    <a:pt x="1819182" y="22317"/>
                  </a:lnTo>
                  <a:lnTo>
                    <a:pt x="1809294" y="15650"/>
                  </a:lnTo>
                  <a:close/>
                </a:path>
                <a:path w="1841500" h="685800">
                  <a:moveTo>
                    <a:pt x="1834299" y="65265"/>
                  </a:moveTo>
                  <a:lnTo>
                    <a:pt x="1828025" y="66243"/>
                  </a:lnTo>
                  <a:lnTo>
                    <a:pt x="1828429" y="68821"/>
                  </a:lnTo>
                  <a:lnTo>
                    <a:pt x="1828533" y="69481"/>
                  </a:lnTo>
                  <a:lnTo>
                    <a:pt x="1828773" y="72478"/>
                  </a:lnTo>
                  <a:lnTo>
                    <a:pt x="1828800" y="89535"/>
                  </a:lnTo>
                  <a:lnTo>
                    <a:pt x="1835150" y="89535"/>
                  </a:lnTo>
                  <a:lnTo>
                    <a:pt x="1835150" y="72478"/>
                  </a:lnTo>
                  <a:lnTo>
                    <a:pt x="1834910" y="69481"/>
                  </a:lnTo>
                  <a:lnTo>
                    <a:pt x="1834857" y="68821"/>
                  </a:lnTo>
                  <a:lnTo>
                    <a:pt x="1834299" y="65265"/>
                  </a:lnTo>
                  <a:close/>
                </a:path>
                <a:path w="1841500" h="685800">
                  <a:moveTo>
                    <a:pt x="1839138" y="64501"/>
                  </a:moveTo>
                  <a:lnTo>
                    <a:pt x="1834299" y="65265"/>
                  </a:lnTo>
                  <a:lnTo>
                    <a:pt x="1834857" y="68821"/>
                  </a:lnTo>
                  <a:lnTo>
                    <a:pt x="1835150" y="72478"/>
                  </a:lnTo>
                  <a:lnTo>
                    <a:pt x="1835150" y="89535"/>
                  </a:lnTo>
                  <a:lnTo>
                    <a:pt x="1841500" y="89535"/>
                  </a:lnTo>
                  <a:lnTo>
                    <a:pt x="1841500" y="76200"/>
                  </a:lnTo>
                  <a:lnTo>
                    <a:pt x="1839138" y="64501"/>
                  </a:lnTo>
                  <a:close/>
                </a:path>
                <a:path w="1841500" h="685800">
                  <a:moveTo>
                    <a:pt x="1835150" y="129539"/>
                  </a:moveTo>
                  <a:lnTo>
                    <a:pt x="1828800" y="129539"/>
                  </a:lnTo>
                  <a:lnTo>
                    <a:pt x="1828800" y="156210"/>
                  </a:lnTo>
                  <a:lnTo>
                    <a:pt x="1835150" y="156210"/>
                  </a:lnTo>
                  <a:lnTo>
                    <a:pt x="1835150" y="129539"/>
                  </a:lnTo>
                  <a:close/>
                </a:path>
                <a:path w="1841500" h="685800">
                  <a:moveTo>
                    <a:pt x="1841500" y="129539"/>
                  </a:moveTo>
                  <a:lnTo>
                    <a:pt x="1835150" y="129539"/>
                  </a:lnTo>
                  <a:lnTo>
                    <a:pt x="1835150" y="156210"/>
                  </a:lnTo>
                  <a:lnTo>
                    <a:pt x="1841500" y="156210"/>
                  </a:lnTo>
                  <a:lnTo>
                    <a:pt x="1841500" y="129539"/>
                  </a:lnTo>
                  <a:close/>
                </a:path>
                <a:path w="1841500" h="685800">
                  <a:moveTo>
                    <a:pt x="1835150" y="196214"/>
                  </a:moveTo>
                  <a:lnTo>
                    <a:pt x="1828800" y="196214"/>
                  </a:lnTo>
                  <a:lnTo>
                    <a:pt x="1828800" y="222885"/>
                  </a:lnTo>
                  <a:lnTo>
                    <a:pt x="1835150" y="222885"/>
                  </a:lnTo>
                  <a:lnTo>
                    <a:pt x="1835150" y="196214"/>
                  </a:lnTo>
                  <a:close/>
                </a:path>
                <a:path w="1841500" h="685800">
                  <a:moveTo>
                    <a:pt x="1841500" y="196214"/>
                  </a:moveTo>
                  <a:lnTo>
                    <a:pt x="1835150" y="196214"/>
                  </a:lnTo>
                  <a:lnTo>
                    <a:pt x="1835150" y="222885"/>
                  </a:lnTo>
                  <a:lnTo>
                    <a:pt x="1841500" y="222885"/>
                  </a:lnTo>
                  <a:lnTo>
                    <a:pt x="1841500" y="196214"/>
                  </a:lnTo>
                  <a:close/>
                </a:path>
                <a:path w="1841500" h="685800">
                  <a:moveTo>
                    <a:pt x="1835150" y="262889"/>
                  </a:moveTo>
                  <a:lnTo>
                    <a:pt x="1828800" y="262889"/>
                  </a:lnTo>
                  <a:lnTo>
                    <a:pt x="1828800" y="289560"/>
                  </a:lnTo>
                  <a:lnTo>
                    <a:pt x="1835150" y="289560"/>
                  </a:lnTo>
                  <a:lnTo>
                    <a:pt x="1835150" y="262889"/>
                  </a:lnTo>
                  <a:close/>
                </a:path>
                <a:path w="1841500" h="685800">
                  <a:moveTo>
                    <a:pt x="1841500" y="262889"/>
                  </a:moveTo>
                  <a:lnTo>
                    <a:pt x="1835150" y="262889"/>
                  </a:lnTo>
                  <a:lnTo>
                    <a:pt x="1835150" y="289560"/>
                  </a:lnTo>
                  <a:lnTo>
                    <a:pt x="1841500" y="289560"/>
                  </a:lnTo>
                  <a:lnTo>
                    <a:pt x="1841500" y="262889"/>
                  </a:lnTo>
                  <a:close/>
                </a:path>
                <a:path w="1841500" h="685800">
                  <a:moveTo>
                    <a:pt x="1835150" y="329564"/>
                  </a:moveTo>
                  <a:lnTo>
                    <a:pt x="1828800" y="329564"/>
                  </a:lnTo>
                  <a:lnTo>
                    <a:pt x="1828800" y="356235"/>
                  </a:lnTo>
                  <a:lnTo>
                    <a:pt x="1835150" y="356235"/>
                  </a:lnTo>
                  <a:lnTo>
                    <a:pt x="1835150" y="329564"/>
                  </a:lnTo>
                  <a:close/>
                </a:path>
                <a:path w="1841500" h="685800">
                  <a:moveTo>
                    <a:pt x="1841500" y="329564"/>
                  </a:moveTo>
                  <a:lnTo>
                    <a:pt x="1835150" y="329564"/>
                  </a:lnTo>
                  <a:lnTo>
                    <a:pt x="1835150" y="356235"/>
                  </a:lnTo>
                  <a:lnTo>
                    <a:pt x="1841500" y="356235"/>
                  </a:lnTo>
                  <a:lnTo>
                    <a:pt x="1841500" y="329564"/>
                  </a:lnTo>
                  <a:close/>
                </a:path>
                <a:path w="1841500" h="685800">
                  <a:moveTo>
                    <a:pt x="1835150" y="396239"/>
                  </a:moveTo>
                  <a:lnTo>
                    <a:pt x="1828800" y="396239"/>
                  </a:lnTo>
                  <a:lnTo>
                    <a:pt x="1828800" y="422910"/>
                  </a:lnTo>
                  <a:lnTo>
                    <a:pt x="1835150" y="422910"/>
                  </a:lnTo>
                  <a:lnTo>
                    <a:pt x="1835150" y="396239"/>
                  </a:lnTo>
                  <a:close/>
                </a:path>
                <a:path w="1841500" h="685800">
                  <a:moveTo>
                    <a:pt x="1841500" y="396239"/>
                  </a:moveTo>
                  <a:lnTo>
                    <a:pt x="1835150" y="396239"/>
                  </a:lnTo>
                  <a:lnTo>
                    <a:pt x="1835150" y="422910"/>
                  </a:lnTo>
                  <a:lnTo>
                    <a:pt x="1841500" y="422910"/>
                  </a:lnTo>
                  <a:lnTo>
                    <a:pt x="1841500" y="396239"/>
                  </a:lnTo>
                  <a:close/>
                </a:path>
                <a:path w="1841500" h="685800">
                  <a:moveTo>
                    <a:pt x="1835150" y="462914"/>
                  </a:moveTo>
                  <a:lnTo>
                    <a:pt x="1828800" y="462914"/>
                  </a:lnTo>
                  <a:lnTo>
                    <a:pt x="1828800" y="489585"/>
                  </a:lnTo>
                  <a:lnTo>
                    <a:pt x="1835150" y="489585"/>
                  </a:lnTo>
                  <a:lnTo>
                    <a:pt x="1835150" y="462914"/>
                  </a:lnTo>
                  <a:close/>
                </a:path>
                <a:path w="1841500" h="685800">
                  <a:moveTo>
                    <a:pt x="1841500" y="462914"/>
                  </a:moveTo>
                  <a:lnTo>
                    <a:pt x="1835150" y="462914"/>
                  </a:lnTo>
                  <a:lnTo>
                    <a:pt x="1835150" y="489585"/>
                  </a:lnTo>
                  <a:lnTo>
                    <a:pt x="1841500" y="489585"/>
                  </a:lnTo>
                  <a:lnTo>
                    <a:pt x="1841500" y="462914"/>
                  </a:lnTo>
                  <a:close/>
                </a:path>
                <a:path w="1841500" h="685800">
                  <a:moveTo>
                    <a:pt x="1835150" y="529589"/>
                  </a:moveTo>
                  <a:lnTo>
                    <a:pt x="1828800" y="529589"/>
                  </a:lnTo>
                  <a:lnTo>
                    <a:pt x="1828800" y="556260"/>
                  </a:lnTo>
                  <a:lnTo>
                    <a:pt x="1835150" y="556260"/>
                  </a:lnTo>
                  <a:lnTo>
                    <a:pt x="1835150" y="529589"/>
                  </a:lnTo>
                  <a:close/>
                </a:path>
                <a:path w="1841500" h="685800">
                  <a:moveTo>
                    <a:pt x="1841500" y="529589"/>
                  </a:moveTo>
                  <a:lnTo>
                    <a:pt x="1835150" y="529589"/>
                  </a:lnTo>
                  <a:lnTo>
                    <a:pt x="1835150" y="556260"/>
                  </a:lnTo>
                  <a:lnTo>
                    <a:pt x="1841500" y="556260"/>
                  </a:lnTo>
                  <a:lnTo>
                    <a:pt x="1841500" y="529589"/>
                  </a:lnTo>
                  <a:close/>
                </a:path>
                <a:path w="1841500" h="685800">
                  <a:moveTo>
                    <a:pt x="1841500" y="596264"/>
                  </a:moveTo>
                  <a:lnTo>
                    <a:pt x="1835150" y="596264"/>
                  </a:lnTo>
                  <a:lnTo>
                    <a:pt x="1835150" y="613321"/>
                  </a:lnTo>
                  <a:lnTo>
                    <a:pt x="1834910" y="616318"/>
                  </a:lnTo>
                  <a:lnTo>
                    <a:pt x="1834857" y="616978"/>
                  </a:lnTo>
                  <a:lnTo>
                    <a:pt x="1834452" y="619556"/>
                  </a:lnTo>
                  <a:lnTo>
                    <a:pt x="1834338" y="620540"/>
                  </a:lnTo>
                  <a:lnTo>
                    <a:pt x="1839147" y="621300"/>
                  </a:lnTo>
                  <a:lnTo>
                    <a:pt x="1841500" y="609600"/>
                  </a:lnTo>
                  <a:lnTo>
                    <a:pt x="1841500" y="596264"/>
                  </a:lnTo>
                  <a:close/>
                </a:path>
                <a:path w="1841500" h="685800">
                  <a:moveTo>
                    <a:pt x="1835150" y="596264"/>
                  </a:moveTo>
                  <a:lnTo>
                    <a:pt x="1828800" y="596264"/>
                  </a:lnTo>
                  <a:lnTo>
                    <a:pt x="1828773" y="613321"/>
                  </a:lnTo>
                  <a:lnTo>
                    <a:pt x="1828533" y="616318"/>
                  </a:lnTo>
                  <a:lnTo>
                    <a:pt x="1828025" y="619556"/>
                  </a:lnTo>
                  <a:lnTo>
                    <a:pt x="1834298" y="620540"/>
                  </a:lnTo>
                  <a:lnTo>
                    <a:pt x="1834857" y="616978"/>
                  </a:lnTo>
                  <a:lnTo>
                    <a:pt x="1835150" y="613321"/>
                  </a:lnTo>
                  <a:lnTo>
                    <a:pt x="1835150" y="596264"/>
                  </a:lnTo>
                  <a:close/>
                </a:path>
                <a:path w="1841500" h="685800">
                  <a:moveTo>
                    <a:pt x="1821814" y="650659"/>
                  </a:moveTo>
                  <a:lnTo>
                    <a:pt x="1817509" y="656577"/>
                  </a:lnTo>
                  <a:lnTo>
                    <a:pt x="1812277" y="661809"/>
                  </a:lnTo>
                  <a:lnTo>
                    <a:pt x="1806361" y="666118"/>
                  </a:lnTo>
                  <a:lnTo>
                    <a:pt x="1809295" y="670149"/>
                  </a:lnTo>
                  <a:lnTo>
                    <a:pt x="1819182" y="663482"/>
                  </a:lnTo>
                  <a:lnTo>
                    <a:pt x="1825849" y="653594"/>
                  </a:lnTo>
                  <a:lnTo>
                    <a:pt x="1821814" y="650659"/>
                  </a:lnTo>
                  <a:close/>
                </a:path>
                <a:path w="1841500" h="685800">
                  <a:moveTo>
                    <a:pt x="1816684" y="646912"/>
                  </a:moveTo>
                  <a:lnTo>
                    <a:pt x="1812759" y="652310"/>
                  </a:lnTo>
                  <a:lnTo>
                    <a:pt x="1808010" y="657059"/>
                  </a:lnTo>
                  <a:lnTo>
                    <a:pt x="1802612" y="660984"/>
                  </a:lnTo>
                  <a:lnTo>
                    <a:pt x="1806354" y="666118"/>
                  </a:lnTo>
                  <a:lnTo>
                    <a:pt x="1812277" y="661809"/>
                  </a:lnTo>
                  <a:lnTo>
                    <a:pt x="1817509" y="656577"/>
                  </a:lnTo>
                  <a:lnTo>
                    <a:pt x="1821814" y="650659"/>
                  </a:lnTo>
                  <a:lnTo>
                    <a:pt x="1816684" y="646912"/>
                  </a:lnTo>
                  <a:close/>
                </a:path>
                <a:path w="1841500" h="685800">
                  <a:moveTo>
                    <a:pt x="1765300" y="673100"/>
                  </a:moveTo>
                  <a:lnTo>
                    <a:pt x="1752790" y="673100"/>
                  </a:lnTo>
                  <a:lnTo>
                    <a:pt x="1752790" y="685800"/>
                  </a:lnTo>
                  <a:lnTo>
                    <a:pt x="1765300" y="685800"/>
                  </a:lnTo>
                  <a:lnTo>
                    <a:pt x="1765300" y="673100"/>
                  </a:lnTo>
                  <a:close/>
                </a:path>
                <a:path w="1841500" h="685800">
                  <a:moveTo>
                    <a:pt x="1775256" y="672325"/>
                  </a:moveTo>
                  <a:lnTo>
                    <a:pt x="1772018" y="672833"/>
                  </a:lnTo>
                  <a:lnTo>
                    <a:pt x="1768690" y="673100"/>
                  </a:lnTo>
                  <a:lnTo>
                    <a:pt x="1765300" y="673100"/>
                  </a:lnTo>
                  <a:lnTo>
                    <a:pt x="1765300" y="685800"/>
                  </a:lnTo>
                  <a:lnTo>
                    <a:pt x="1776998" y="683438"/>
                  </a:lnTo>
                  <a:lnTo>
                    <a:pt x="1776369" y="679450"/>
                  </a:lnTo>
                  <a:lnTo>
                    <a:pt x="1769021" y="679450"/>
                  </a:lnTo>
                  <a:lnTo>
                    <a:pt x="1772678" y="679157"/>
                  </a:lnTo>
                  <a:lnTo>
                    <a:pt x="1776234" y="678599"/>
                  </a:lnTo>
                  <a:lnTo>
                    <a:pt x="1775378" y="673100"/>
                  </a:lnTo>
                  <a:lnTo>
                    <a:pt x="1775256" y="672325"/>
                  </a:lnTo>
                  <a:close/>
                </a:path>
                <a:path w="1841500" h="685800">
                  <a:moveTo>
                    <a:pt x="1776234" y="678599"/>
                  </a:moveTo>
                  <a:lnTo>
                    <a:pt x="1772678" y="679157"/>
                  </a:lnTo>
                  <a:lnTo>
                    <a:pt x="1769021" y="679450"/>
                  </a:lnTo>
                  <a:lnTo>
                    <a:pt x="1776369" y="679450"/>
                  </a:lnTo>
                  <a:lnTo>
                    <a:pt x="1776322" y="679157"/>
                  </a:lnTo>
                  <a:lnTo>
                    <a:pt x="1776234" y="678599"/>
                  </a:lnTo>
                  <a:close/>
                </a:path>
                <a:path w="1841500" h="685800">
                  <a:moveTo>
                    <a:pt x="1715249" y="673100"/>
                  </a:moveTo>
                  <a:lnTo>
                    <a:pt x="1690230" y="673100"/>
                  </a:lnTo>
                  <a:lnTo>
                    <a:pt x="1690230" y="685800"/>
                  </a:lnTo>
                  <a:lnTo>
                    <a:pt x="1715249" y="685800"/>
                  </a:lnTo>
                  <a:lnTo>
                    <a:pt x="1715249" y="673100"/>
                  </a:lnTo>
                  <a:close/>
                </a:path>
                <a:path w="1841500" h="685800">
                  <a:moveTo>
                    <a:pt x="1652689" y="673100"/>
                  </a:moveTo>
                  <a:lnTo>
                    <a:pt x="1627670" y="673100"/>
                  </a:lnTo>
                  <a:lnTo>
                    <a:pt x="1627670" y="685800"/>
                  </a:lnTo>
                  <a:lnTo>
                    <a:pt x="1652689" y="685800"/>
                  </a:lnTo>
                  <a:lnTo>
                    <a:pt x="1652689" y="673100"/>
                  </a:lnTo>
                  <a:close/>
                </a:path>
                <a:path w="1841500" h="685800">
                  <a:moveTo>
                    <a:pt x="1590128" y="673100"/>
                  </a:moveTo>
                  <a:lnTo>
                    <a:pt x="1565109" y="673100"/>
                  </a:lnTo>
                  <a:lnTo>
                    <a:pt x="1565109" y="685800"/>
                  </a:lnTo>
                  <a:lnTo>
                    <a:pt x="1590128" y="685800"/>
                  </a:lnTo>
                  <a:lnTo>
                    <a:pt x="1590128" y="673100"/>
                  </a:lnTo>
                  <a:close/>
                </a:path>
                <a:path w="1841500" h="685800">
                  <a:moveTo>
                    <a:pt x="1527568" y="673100"/>
                  </a:moveTo>
                  <a:lnTo>
                    <a:pt x="1502549" y="673100"/>
                  </a:lnTo>
                  <a:lnTo>
                    <a:pt x="1502549" y="685800"/>
                  </a:lnTo>
                  <a:lnTo>
                    <a:pt x="1527568" y="685800"/>
                  </a:lnTo>
                  <a:lnTo>
                    <a:pt x="1527568" y="673100"/>
                  </a:lnTo>
                  <a:close/>
                </a:path>
                <a:path w="1841500" h="685800">
                  <a:moveTo>
                    <a:pt x="1465021" y="673100"/>
                  </a:moveTo>
                  <a:lnTo>
                    <a:pt x="1439989" y="673100"/>
                  </a:lnTo>
                  <a:lnTo>
                    <a:pt x="1439989" y="685800"/>
                  </a:lnTo>
                  <a:lnTo>
                    <a:pt x="1465021" y="685800"/>
                  </a:lnTo>
                  <a:lnTo>
                    <a:pt x="1465021" y="673100"/>
                  </a:lnTo>
                  <a:close/>
                </a:path>
                <a:path w="1841500" h="685800">
                  <a:moveTo>
                    <a:pt x="1402461" y="673100"/>
                  </a:moveTo>
                  <a:lnTo>
                    <a:pt x="1377429" y="673100"/>
                  </a:lnTo>
                  <a:lnTo>
                    <a:pt x="1377429" y="685800"/>
                  </a:lnTo>
                  <a:lnTo>
                    <a:pt x="1402461" y="685800"/>
                  </a:lnTo>
                  <a:lnTo>
                    <a:pt x="1402461" y="673100"/>
                  </a:lnTo>
                  <a:close/>
                </a:path>
                <a:path w="1841500" h="685800">
                  <a:moveTo>
                    <a:pt x="1339900" y="673100"/>
                  </a:moveTo>
                  <a:lnTo>
                    <a:pt x="1314869" y="673100"/>
                  </a:lnTo>
                  <a:lnTo>
                    <a:pt x="1314869" y="685800"/>
                  </a:lnTo>
                  <a:lnTo>
                    <a:pt x="1339900" y="685800"/>
                  </a:lnTo>
                  <a:lnTo>
                    <a:pt x="1339900" y="673100"/>
                  </a:lnTo>
                  <a:close/>
                </a:path>
                <a:path w="1841500" h="685800">
                  <a:moveTo>
                    <a:pt x="1277340" y="673100"/>
                  </a:moveTo>
                  <a:lnTo>
                    <a:pt x="1252308" y="673100"/>
                  </a:lnTo>
                  <a:lnTo>
                    <a:pt x="1252308" y="685800"/>
                  </a:lnTo>
                  <a:lnTo>
                    <a:pt x="1277340" y="685800"/>
                  </a:lnTo>
                  <a:lnTo>
                    <a:pt x="1277340" y="673100"/>
                  </a:lnTo>
                  <a:close/>
                </a:path>
                <a:path w="1841500" h="685800">
                  <a:moveTo>
                    <a:pt x="1214780" y="673100"/>
                  </a:moveTo>
                  <a:lnTo>
                    <a:pt x="1189748" y="673100"/>
                  </a:lnTo>
                  <a:lnTo>
                    <a:pt x="1189748" y="685800"/>
                  </a:lnTo>
                  <a:lnTo>
                    <a:pt x="1214780" y="685800"/>
                  </a:lnTo>
                  <a:lnTo>
                    <a:pt x="1214780" y="673100"/>
                  </a:lnTo>
                  <a:close/>
                </a:path>
                <a:path w="1841500" h="685800">
                  <a:moveTo>
                    <a:pt x="1152220" y="673100"/>
                  </a:moveTo>
                  <a:lnTo>
                    <a:pt x="1127201" y="673100"/>
                  </a:lnTo>
                  <a:lnTo>
                    <a:pt x="1127201" y="685800"/>
                  </a:lnTo>
                  <a:lnTo>
                    <a:pt x="1152220" y="685800"/>
                  </a:lnTo>
                  <a:lnTo>
                    <a:pt x="1152220" y="673100"/>
                  </a:lnTo>
                  <a:close/>
                </a:path>
                <a:path w="1841500" h="685800">
                  <a:moveTo>
                    <a:pt x="1089660" y="673100"/>
                  </a:moveTo>
                  <a:lnTo>
                    <a:pt x="1064641" y="673100"/>
                  </a:lnTo>
                  <a:lnTo>
                    <a:pt x="1064641" y="685800"/>
                  </a:lnTo>
                  <a:lnTo>
                    <a:pt x="1089660" y="685800"/>
                  </a:lnTo>
                  <a:lnTo>
                    <a:pt x="1089660" y="673100"/>
                  </a:lnTo>
                  <a:close/>
                </a:path>
                <a:path w="1841500" h="685800">
                  <a:moveTo>
                    <a:pt x="1027099" y="673100"/>
                  </a:moveTo>
                  <a:lnTo>
                    <a:pt x="1002080" y="673100"/>
                  </a:lnTo>
                  <a:lnTo>
                    <a:pt x="1002080" y="685800"/>
                  </a:lnTo>
                  <a:lnTo>
                    <a:pt x="1027099" y="685800"/>
                  </a:lnTo>
                  <a:lnTo>
                    <a:pt x="1027099" y="673100"/>
                  </a:lnTo>
                  <a:close/>
                </a:path>
                <a:path w="1841500" h="685800">
                  <a:moveTo>
                    <a:pt x="964539" y="673100"/>
                  </a:moveTo>
                  <a:lnTo>
                    <a:pt x="939520" y="673100"/>
                  </a:lnTo>
                  <a:lnTo>
                    <a:pt x="939520" y="685800"/>
                  </a:lnTo>
                  <a:lnTo>
                    <a:pt x="964539" y="685800"/>
                  </a:lnTo>
                  <a:lnTo>
                    <a:pt x="964539" y="673100"/>
                  </a:lnTo>
                  <a:close/>
                </a:path>
                <a:path w="1841500" h="685800">
                  <a:moveTo>
                    <a:pt x="901979" y="673100"/>
                  </a:moveTo>
                  <a:lnTo>
                    <a:pt x="876960" y="673100"/>
                  </a:lnTo>
                  <a:lnTo>
                    <a:pt x="876960" y="685800"/>
                  </a:lnTo>
                  <a:lnTo>
                    <a:pt x="901979" y="685800"/>
                  </a:lnTo>
                  <a:lnTo>
                    <a:pt x="901979" y="673100"/>
                  </a:lnTo>
                  <a:close/>
                </a:path>
                <a:path w="1841500" h="685800">
                  <a:moveTo>
                    <a:pt x="839419" y="673100"/>
                  </a:moveTo>
                  <a:lnTo>
                    <a:pt x="814400" y="673100"/>
                  </a:lnTo>
                  <a:lnTo>
                    <a:pt x="814400" y="685800"/>
                  </a:lnTo>
                  <a:lnTo>
                    <a:pt x="839419" y="685800"/>
                  </a:lnTo>
                  <a:lnTo>
                    <a:pt x="839419" y="673100"/>
                  </a:lnTo>
                  <a:close/>
                </a:path>
                <a:path w="1841500" h="685800">
                  <a:moveTo>
                    <a:pt x="776859" y="673100"/>
                  </a:moveTo>
                  <a:lnTo>
                    <a:pt x="751840" y="673100"/>
                  </a:lnTo>
                  <a:lnTo>
                    <a:pt x="751840" y="685800"/>
                  </a:lnTo>
                  <a:lnTo>
                    <a:pt x="776859" y="685800"/>
                  </a:lnTo>
                  <a:lnTo>
                    <a:pt x="776859" y="673100"/>
                  </a:lnTo>
                  <a:close/>
                </a:path>
                <a:path w="1841500" h="685800">
                  <a:moveTo>
                    <a:pt x="714298" y="673100"/>
                  </a:moveTo>
                  <a:lnTo>
                    <a:pt x="689279" y="673100"/>
                  </a:lnTo>
                  <a:lnTo>
                    <a:pt x="689279" y="685800"/>
                  </a:lnTo>
                  <a:lnTo>
                    <a:pt x="714298" y="685800"/>
                  </a:lnTo>
                  <a:lnTo>
                    <a:pt x="714298" y="673100"/>
                  </a:lnTo>
                  <a:close/>
                </a:path>
                <a:path w="1841500" h="685800">
                  <a:moveTo>
                    <a:pt x="651751" y="673100"/>
                  </a:moveTo>
                  <a:lnTo>
                    <a:pt x="626719" y="673100"/>
                  </a:lnTo>
                  <a:lnTo>
                    <a:pt x="626719" y="685800"/>
                  </a:lnTo>
                  <a:lnTo>
                    <a:pt x="651751" y="685800"/>
                  </a:lnTo>
                  <a:lnTo>
                    <a:pt x="651751" y="673100"/>
                  </a:lnTo>
                  <a:close/>
                </a:path>
                <a:path w="1841500" h="685800">
                  <a:moveTo>
                    <a:pt x="589191" y="673100"/>
                  </a:moveTo>
                  <a:lnTo>
                    <a:pt x="564159" y="673100"/>
                  </a:lnTo>
                  <a:lnTo>
                    <a:pt x="564159" y="685800"/>
                  </a:lnTo>
                  <a:lnTo>
                    <a:pt x="589191" y="685800"/>
                  </a:lnTo>
                  <a:lnTo>
                    <a:pt x="589191" y="673100"/>
                  </a:lnTo>
                  <a:close/>
                </a:path>
                <a:path w="1841500" h="685800">
                  <a:moveTo>
                    <a:pt x="526630" y="673100"/>
                  </a:moveTo>
                  <a:lnTo>
                    <a:pt x="501599" y="673100"/>
                  </a:lnTo>
                  <a:lnTo>
                    <a:pt x="501599" y="685800"/>
                  </a:lnTo>
                  <a:lnTo>
                    <a:pt x="526630" y="685800"/>
                  </a:lnTo>
                  <a:lnTo>
                    <a:pt x="526630" y="673100"/>
                  </a:lnTo>
                  <a:close/>
                </a:path>
                <a:path w="1841500" h="685800">
                  <a:moveTo>
                    <a:pt x="464070" y="673100"/>
                  </a:moveTo>
                  <a:lnTo>
                    <a:pt x="439039" y="673100"/>
                  </a:lnTo>
                  <a:lnTo>
                    <a:pt x="439039" y="685800"/>
                  </a:lnTo>
                  <a:lnTo>
                    <a:pt x="464070" y="685800"/>
                  </a:lnTo>
                  <a:lnTo>
                    <a:pt x="464070" y="673100"/>
                  </a:lnTo>
                  <a:close/>
                </a:path>
                <a:path w="1841500" h="685800">
                  <a:moveTo>
                    <a:pt x="401510" y="673100"/>
                  </a:moveTo>
                  <a:lnTo>
                    <a:pt x="376478" y="673100"/>
                  </a:lnTo>
                  <a:lnTo>
                    <a:pt x="376478" y="685800"/>
                  </a:lnTo>
                  <a:lnTo>
                    <a:pt x="401510" y="685800"/>
                  </a:lnTo>
                  <a:lnTo>
                    <a:pt x="401510" y="673100"/>
                  </a:lnTo>
                  <a:close/>
                </a:path>
                <a:path w="1841500" h="685800">
                  <a:moveTo>
                    <a:pt x="338950" y="673100"/>
                  </a:moveTo>
                  <a:lnTo>
                    <a:pt x="313931" y="673100"/>
                  </a:lnTo>
                  <a:lnTo>
                    <a:pt x="313931" y="685800"/>
                  </a:lnTo>
                  <a:lnTo>
                    <a:pt x="338950" y="685800"/>
                  </a:lnTo>
                  <a:lnTo>
                    <a:pt x="338950" y="673100"/>
                  </a:lnTo>
                  <a:close/>
                </a:path>
                <a:path w="1841500" h="685800">
                  <a:moveTo>
                    <a:pt x="276390" y="673100"/>
                  </a:moveTo>
                  <a:lnTo>
                    <a:pt x="251371" y="673100"/>
                  </a:lnTo>
                  <a:lnTo>
                    <a:pt x="251371" y="685800"/>
                  </a:lnTo>
                  <a:lnTo>
                    <a:pt x="276390" y="685800"/>
                  </a:lnTo>
                  <a:lnTo>
                    <a:pt x="276390" y="673100"/>
                  </a:lnTo>
                  <a:close/>
                </a:path>
                <a:path w="1841500" h="685800">
                  <a:moveTo>
                    <a:pt x="213829" y="673100"/>
                  </a:moveTo>
                  <a:lnTo>
                    <a:pt x="188810" y="673100"/>
                  </a:lnTo>
                  <a:lnTo>
                    <a:pt x="188810" y="685800"/>
                  </a:lnTo>
                  <a:lnTo>
                    <a:pt x="213829" y="685800"/>
                  </a:lnTo>
                  <a:lnTo>
                    <a:pt x="213829" y="673100"/>
                  </a:lnTo>
                  <a:close/>
                </a:path>
                <a:path w="1841500" h="685800">
                  <a:moveTo>
                    <a:pt x="151269" y="673100"/>
                  </a:moveTo>
                  <a:lnTo>
                    <a:pt x="126250" y="673100"/>
                  </a:lnTo>
                  <a:lnTo>
                    <a:pt x="126250" y="685800"/>
                  </a:lnTo>
                  <a:lnTo>
                    <a:pt x="151269" y="685800"/>
                  </a:lnTo>
                  <a:lnTo>
                    <a:pt x="151269" y="673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48" name="object 24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9283700" y="4178300"/>
            <a:ext cx="1841500" cy="685800"/>
          </a:xfrm>
          <a:prstGeom prst="rect">
            <a:avLst/>
          </a:prstGeom>
        </p:spPr>
      </p:pic>
      <p:pic>
        <p:nvPicPr>
          <p:cNvPr id="249" name="object 249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1468100" y="2159000"/>
            <a:ext cx="1663700" cy="2946400"/>
          </a:xfrm>
          <a:prstGeom prst="rect">
            <a:avLst/>
          </a:prstGeom>
        </p:spPr>
      </p:pic>
      <p:grpSp>
        <p:nvGrpSpPr>
          <p:cNvPr id="250" name="object 250"/>
          <p:cNvGrpSpPr/>
          <p:nvPr/>
        </p:nvGrpSpPr>
        <p:grpSpPr>
          <a:xfrm>
            <a:off x="6234717" y="5240877"/>
            <a:ext cx="3104515" cy="2112010"/>
            <a:chOff x="6234717" y="5240877"/>
            <a:chExt cx="3104515" cy="2112010"/>
          </a:xfrm>
        </p:grpSpPr>
        <p:sp>
          <p:nvSpPr>
            <p:cNvPr id="251" name="object 251"/>
            <p:cNvSpPr/>
            <p:nvPr/>
          </p:nvSpPr>
          <p:spPr>
            <a:xfrm>
              <a:off x="7738650" y="5240877"/>
              <a:ext cx="45085" cy="2112010"/>
            </a:xfrm>
            <a:custGeom>
              <a:avLst/>
              <a:gdLst/>
              <a:ahLst/>
              <a:cxnLst/>
              <a:rect l="l" t="t" r="r" b="b"/>
              <a:pathLst>
                <a:path w="45084" h="2112009">
                  <a:moveTo>
                    <a:pt x="19509" y="37706"/>
                  </a:moveTo>
                  <a:lnTo>
                    <a:pt x="457" y="37706"/>
                  </a:lnTo>
                  <a:lnTo>
                    <a:pt x="0" y="0"/>
                  </a:lnTo>
                  <a:lnTo>
                    <a:pt x="19052" y="0"/>
                  </a:lnTo>
                  <a:lnTo>
                    <a:pt x="19509" y="37706"/>
                  </a:lnTo>
                  <a:close/>
                </a:path>
                <a:path w="45084" h="2112009">
                  <a:moveTo>
                    <a:pt x="21135" y="169684"/>
                  </a:moveTo>
                  <a:lnTo>
                    <a:pt x="2082" y="169684"/>
                  </a:lnTo>
                  <a:lnTo>
                    <a:pt x="1155" y="94272"/>
                  </a:lnTo>
                  <a:lnTo>
                    <a:pt x="20208" y="94272"/>
                  </a:lnTo>
                  <a:lnTo>
                    <a:pt x="21135" y="169684"/>
                  </a:lnTo>
                  <a:close/>
                </a:path>
                <a:path w="45084" h="2112009">
                  <a:moveTo>
                    <a:pt x="22748" y="301663"/>
                  </a:moveTo>
                  <a:lnTo>
                    <a:pt x="3695" y="301663"/>
                  </a:lnTo>
                  <a:lnTo>
                    <a:pt x="2768" y="226250"/>
                  </a:lnTo>
                  <a:lnTo>
                    <a:pt x="21821" y="226250"/>
                  </a:lnTo>
                  <a:lnTo>
                    <a:pt x="22748" y="301663"/>
                  </a:lnTo>
                  <a:close/>
                </a:path>
                <a:path w="45084" h="2112009">
                  <a:moveTo>
                    <a:pt x="24361" y="433641"/>
                  </a:moveTo>
                  <a:lnTo>
                    <a:pt x="5308" y="433641"/>
                  </a:lnTo>
                  <a:lnTo>
                    <a:pt x="4394" y="358228"/>
                  </a:lnTo>
                  <a:lnTo>
                    <a:pt x="23446" y="358228"/>
                  </a:lnTo>
                  <a:lnTo>
                    <a:pt x="24361" y="433641"/>
                  </a:lnTo>
                  <a:close/>
                </a:path>
                <a:path w="45084" h="2112009">
                  <a:moveTo>
                    <a:pt x="25986" y="565619"/>
                  </a:moveTo>
                  <a:lnTo>
                    <a:pt x="6934" y="565619"/>
                  </a:lnTo>
                  <a:lnTo>
                    <a:pt x="6007" y="490207"/>
                  </a:lnTo>
                  <a:lnTo>
                    <a:pt x="25059" y="490207"/>
                  </a:lnTo>
                  <a:lnTo>
                    <a:pt x="25986" y="565619"/>
                  </a:lnTo>
                  <a:close/>
                </a:path>
                <a:path w="45084" h="2112009">
                  <a:moveTo>
                    <a:pt x="27599" y="697598"/>
                  </a:moveTo>
                  <a:lnTo>
                    <a:pt x="8546" y="697598"/>
                  </a:lnTo>
                  <a:lnTo>
                    <a:pt x="7619" y="622185"/>
                  </a:lnTo>
                  <a:lnTo>
                    <a:pt x="26672" y="622185"/>
                  </a:lnTo>
                  <a:lnTo>
                    <a:pt x="27599" y="697598"/>
                  </a:lnTo>
                  <a:close/>
                </a:path>
                <a:path w="45084" h="2112009">
                  <a:moveTo>
                    <a:pt x="10162" y="829818"/>
                  </a:moveTo>
                  <a:lnTo>
                    <a:pt x="9245" y="754164"/>
                  </a:lnTo>
                  <a:lnTo>
                    <a:pt x="28285" y="754164"/>
                  </a:lnTo>
                  <a:lnTo>
                    <a:pt x="29212" y="829576"/>
                  </a:lnTo>
                  <a:lnTo>
                    <a:pt x="10162" y="829818"/>
                  </a:lnTo>
                  <a:close/>
                </a:path>
                <a:path w="45084" h="2112009">
                  <a:moveTo>
                    <a:pt x="11788" y="961796"/>
                  </a:moveTo>
                  <a:lnTo>
                    <a:pt x="10858" y="886142"/>
                  </a:lnTo>
                  <a:lnTo>
                    <a:pt x="29911" y="886142"/>
                  </a:lnTo>
                  <a:lnTo>
                    <a:pt x="30838" y="961555"/>
                  </a:lnTo>
                  <a:lnTo>
                    <a:pt x="11788" y="961796"/>
                  </a:lnTo>
                  <a:close/>
                </a:path>
                <a:path w="45084" h="2112009">
                  <a:moveTo>
                    <a:pt x="32451" y="1093533"/>
                  </a:moveTo>
                  <a:lnTo>
                    <a:pt x="13398" y="1093533"/>
                  </a:lnTo>
                  <a:lnTo>
                    <a:pt x="12471" y="1018120"/>
                  </a:lnTo>
                  <a:lnTo>
                    <a:pt x="31524" y="1018120"/>
                  </a:lnTo>
                  <a:lnTo>
                    <a:pt x="32451" y="1093533"/>
                  </a:lnTo>
                  <a:close/>
                </a:path>
                <a:path w="45084" h="2112009">
                  <a:moveTo>
                    <a:pt x="15014" y="1225753"/>
                  </a:moveTo>
                  <a:lnTo>
                    <a:pt x="14097" y="1150099"/>
                  </a:lnTo>
                  <a:lnTo>
                    <a:pt x="33137" y="1150099"/>
                  </a:lnTo>
                  <a:lnTo>
                    <a:pt x="34064" y="1225511"/>
                  </a:lnTo>
                  <a:lnTo>
                    <a:pt x="15014" y="1225753"/>
                  </a:lnTo>
                  <a:close/>
                </a:path>
                <a:path w="45084" h="2112009">
                  <a:moveTo>
                    <a:pt x="26164" y="1357617"/>
                  </a:moveTo>
                  <a:lnTo>
                    <a:pt x="16638" y="1357617"/>
                  </a:lnTo>
                  <a:lnTo>
                    <a:pt x="15709" y="1282077"/>
                  </a:lnTo>
                  <a:lnTo>
                    <a:pt x="34762" y="1282077"/>
                  </a:lnTo>
                  <a:lnTo>
                    <a:pt x="35677" y="1357490"/>
                  </a:lnTo>
                  <a:lnTo>
                    <a:pt x="26164" y="1357617"/>
                  </a:lnTo>
                  <a:close/>
                </a:path>
                <a:path w="45084" h="2112009">
                  <a:moveTo>
                    <a:pt x="37302" y="1489468"/>
                  </a:moveTo>
                  <a:lnTo>
                    <a:pt x="18249" y="1489468"/>
                  </a:lnTo>
                  <a:lnTo>
                    <a:pt x="17322" y="1414056"/>
                  </a:lnTo>
                  <a:lnTo>
                    <a:pt x="36375" y="1414056"/>
                  </a:lnTo>
                  <a:lnTo>
                    <a:pt x="37302" y="1489468"/>
                  </a:lnTo>
                  <a:close/>
                </a:path>
                <a:path w="45084" h="2112009">
                  <a:moveTo>
                    <a:pt x="29390" y="1621574"/>
                  </a:moveTo>
                  <a:lnTo>
                    <a:pt x="19864" y="1621574"/>
                  </a:lnTo>
                  <a:lnTo>
                    <a:pt x="18935" y="1546034"/>
                  </a:lnTo>
                  <a:lnTo>
                    <a:pt x="37988" y="1546034"/>
                  </a:lnTo>
                  <a:lnTo>
                    <a:pt x="38915" y="1621447"/>
                  </a:lnTo>
                  <a:lnTo>
                    <a:pt x="29390" y="1621574"/>
                  </a:lnTo>
                  <a:close/>
                </a:path>
                <a:path w="45084" h="2112009">
                  <a:moveTo>
                    <a:pt x="40528" y="1753425"/>
                  </a:moveTo>
                  <a:lnTo>
                    <a:pt x="21488" y="1753425"/>
                  </a:lnTo>
                  <a:lnTo>
                    <a:pt x="20561" y="1678012"/>
                  </a:lnTo>
                  <a:lnTo>
                    <a:pt x="39614" y="1678012"/>
                  </a:lnTo>
                  <a:lnTo>
                    <a:pt x="40528" y="1753425"/>
                  </a:lnTo>
                  <a:close/>
                </a:path>
                <a:path w="45084" h="2112009">
                  <a:moveTo>
                    <a:pt x="42154" y="1885403"/>
                  </a:moveTo>
                  <a:lnTo>
                    <a:pt x="23101" y="1885403"/>
                  </a:lnTo>
                  <a:lnTo>
                    <a:pt x="22174" y="1809991"/>
                  </a:lnTo>
                  <a:lnTo>
                    <a:pt x="41226" y="1809991"/>
                  </a:lnTo>
                  <a:lnTo>
                    <a:pt x="42154" y="1885403"/>
                  </a:lnTo>
                  <a:close/>
                </a:path>
                <a:path w="45084" h="2112009">
                  <a:moveTo>
                    <a:pt x="43766" y="2017395"/>
                  </a:moveTo>
                  <a:lnTo>
                    <a:pt x="24714" y="2017395"/>
                  </a:lnTo>
                  <a:lnTo>
                    <a:pt x="23786" y="1941969"/>
                  </a:lnTo>
                  <a:lnTo>
                    <a:pt x="42839" y="1941969"/>
                  </a:lnTo>
                  <a:lnTo>
                    <a:pt x="43766" y="2017395"/>
                  </a:lnTo>
                  <a:close/>
                </a:path>
                <a:path w="45084" h="2112009">
                  <a:moveTo>
                    <a:pt x="44922" y="2111654"/>
                  </a:moveTo>
                  <a:lnTo>
                    <a:pt x="25869" y="2111654"/>
                  </a:lnTo>
                  <a:lnTo>
                    <a:pt x="25412" y="2073948"/>
                  </a:lnTo>
                  <a:lnTo>
                    <a:pt x="44465" y="2073948"/>
                  </a:lnTo>
                  <a:lnTo>
                    <a:pt x="44922" y="2111654"/>
                  </a:lnTo>
                  <a:close/>
                </a:path>
              </a:pathLst>
            </a:custGeom>
            <a:solidFill>
              <a:srgbClr val="5909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6234717" y="6328622"/>
              <a:ext cx="3104515" cy="0"/>
            </a:xfrm>
            <a:custGeom>
              <a:avLst/>
              <a:gdLst/>
              <a:ahLst/>
              <a:cxnLst/>
              <a:rect l="l" t="t" r="r" b="b"/>
              <a:pathLst>
                <a:path w="3104515">
                  <a:moveTo>
                    <a:pt x="0" y="0"/>
                  </a:moveTo>
                  <a:lnTo>
                    <a:pt x="3104438" y="0"/>
                  </a:lnTo>
                </a:path>
              </a:pathLst>
            </a:custGeom>
            <a:ln w="31775">
              <a:solidFill>
                <a:srgbClr val="59094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3" name="object 253"/>
          <p:cNvGrpSpPr/>
          <p:nvPr/>
        </p:nvGrpSpPr>
        <p:grpSpPr>
          <a:xfrm>
            <a:off x="5716947" y="5104154"/>
            <a:ext cx="3593465" cy="2642870"/>
            <a:chOff x="5716947" y="5104154"/>
            <a:chExt cx="3593465" cy="2642870"/>
          </a:xfrm>
        </p:grpSpPr>
        <p:sp>
          <p:nvSpPr>
            <p:cNvPr id="254" name="object 254"/>
            <p:cNvSpPr/>
            <p:nvPr/>
          </p:nvSpPr>
          <p:spPr>
            <a:xfrm>
              <a:off x="5861520" y="5104155"/>
              <a:ext cx="3449320" cy="2509520"/>
            </a:xfrm>
            <a:custGeom>
              <a:avLst/>
              <a:gdLst/>
              <a:ahLst/>
              <a:cxnLst/>
              <a:rect l="l" t="t" r="r" b="b"/>
              <a:pathLst>
                <a:path w="3449320" h="2509520">
                  <a:moveTo>
                    <a:pt x="3448824" y="2410231"/>
                  </a:moveTo>
                  <a:lnTo>
                    <a:pt x="3440150" y="2401557"/>
                  </a:lnTo>
                  <a:lnTo>
                    <a:pt x="3358083" y="2319490"/>
                  </a:lnTo>
                  <a:lnTo>
                    <a:pt x="3350031" y="2319490"/>
                  </a:lnTo>
                  <a:lnTo>
                    <a:pt x="3340112" y="2329408"/>
                  </a:lnTo>
                  <a:lnTo>
                    <a:pt x="3340112" y="2337460"/>
                  </a:lnTo>
                  <a:lnTo>
                    <a:pt x="3404209" y="2401557"/>
                  </a:lnTo>
                  <a:lnTo>
                    <a:pt x="107340" y="2401557"/>
                  </a:lnTo>
                  <a:lnTo>
                    <a:pt x="107467" y="44615"/>
                  </a:lnTo>
                  <a:lnTo>
                    <a:pt x="171564" y="108724"/>
                  </a:lnTo>
                  <a:lnTo>
                    <a:pt x="179603" y="108724"/>
                  </a:lnTo>
                  <a:lnTo>
                    <a:pt x="189522" y="98806"/>
                  </a:lnTo>
                  <a:lnTo>
                    <a:pt x="189522" y="90754"/>
                  </a:lnTo>
                  <a:lnTo>
                    <a:pt x="107467" y="8686"/>
                  </a:lnTo>
                  <a:lnTo>
                    <a:pt x="98780" y="0"/>
                  </a:lnTo>
                  <a:lnTo>
                    <a:pt x="90741" y="0"/>
                  </a:lnTo>
                  <a:lnTo>
                    <a:pt x="82067" y="8674"/>
                  </a:lnTo>
                  <a:lnTo>
                    <a:pt x="0" y="90741"/>
                  </a:lnTo>
                  <a:lnTo>
                    <a:pt x="0" y="98793"/>
                  </a:lnTo>
                  <a:lnTo>
                    <a:pt x="9918" y="108712"/>
                  </a:lnTo>
                  <a:lnTo>
                    <a:pt x="17970" y="108712"/>
                  </a:lnTo>
                  <a:lnTo>
                    <a:pt x="82067" y="44615"/>
                  </a:lnTo>
                  <a:lnTo>
                    <a:pt x="81940" y="2414244"/>
                  </a:lnTo>
                  <a:lnTo>
                    <a:pt x="94780" y="2414244"/>
                  </a:lnTo>
                  <a:lnTo>
                    <a:pt x="94780" y="2426957"/>
                  </a:lnTo>
                  <a:lnTo>
                    <a:pt x="3404209" y="2426957"/>
                  </a:lnTo>
                  <a:lnTo>
                    <a:pt x="3340112" y="2491054"/>
                  </a:lnTo>
                  <a:lnTo>
                    <a:pt x="3340112" y="2499093"/>
                  </a:lnTo>
                  <a:lnTo>
                    <a:pt x="3350031" y="2509012"/>
                  </a:lnTo>
                  <a:lnTo>
                    <a:pt x="3358083" y="2509012"/>
                  </a:lnTo>
                  <a:lnTo>
                    <a:pt x="3440138" y="2426957"/>
                  </a:lnTo>
                  <a:lnTo>
                    <a:pt x="3448824" y="2418270"/>
                  </a:lnTo>
                  <a:lnTo>
                    <a:pt x="3448824" y="24102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5" name="object 255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729232" y="7567305"/>
              <a:ext cx="1913241" cy="179694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780034" y="7567307"/>
              <a:ext cx="1811591" cy="147370"/>
            </a:xfrm>
            <a:prstGeom prst="rect">
              <a:avLst/>
            </a:prstGeom>
          </p:spPr>
        </p:pic>
        <p:pic>
          <p:nvPicPr>
            <p:cNvPr id="257" name="object 257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716947" y="5497923"/>
              <a:ext cx="245126" cy="1996844"/>
            </a:xfrm>
            <a:prstGeom prst="rect">
              <a:avLst/>
            </a:prstGeom>
          </p:spPr>
        </p:pic>
        <p:pic>
          <p:nvPicPr>
            <p:cNvPr id="258" name="object 258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767743" y="5497918"/>
              <a:ext cx="143535" cy="1895246"/>
            </a:xfrm>
            <a:prstGeom prst="rect">
              <a:avLst/>
            </a:prstGeom>
          </p:spPr>
        </p:pic>
        <p:pic>
          <p:nvPicPr>
            <p:cNvPr id="259" name="object 259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121400" y="5232399"/>
              <a:ext cx="1422400" cy="1028700"/>
            </a:xfrm>
            <a:prstGeom prst="rect">
              <a:avLst/>
            </a:prstGeom>
          </p:spPr>
        </p:pic>
        <p:sp>
          <p:nvSpPr>
            <p:cNvPr id="260" name="object 260"/>
            <p:cNvSpPr/>
            <p:nvPr/>
          </p:nvSpPr>
          <p:spPr>
            <a:xfrm>
              <a:off x="6121400" y="6375400"/>
              <a:ext cx="1422400" cy="1028700"/>
            </a:xfrm>
            <a:custGeom>
              <a:avLst/>
              <a:gdLst/>
              <a:ahLst/>
              <a:cxnLst/>
              <a:rect l="l" t="t" r="r" b="b"/>
              <a:pathLst>
                <a:path w="1422400" h="1028700">
                  <a:moveTo>
                    <a:pt x="1282700" y="0"/>
                  </a:moveTo>
                  <a:lnTo>
                    <a:pt x="139700" y="0"/>
                  </a:lnTo>
                  <a:lnTo>
                    <a:pt x="95544" y="7122"/>
                  </a:lnTo>
                  <a:lnTo>
                    <a:pt x="57195" y="26954"/>
                  </a:lnTo>
                  <a:lnTo>
                    <a:pt x="26954" y="57195"/>
                  </a:lnTo>
                  <a:lnTo>
                    <a:pt x="7122" y="95544"/>
                  </a:lnTo>
                  <a:lnTo>
                    <a:pt x="0" y="139700"/>
                  </a:lnTo>
                  <a:lnTo>
                    <a:pt x="0" y="889000"/>
                  </a:lnTo>
                  <a:lnTo>
                    <a:pt x="7122" y="933155"/>
                  </a:lnTo>
                  <a:lnTo>
                    <a:pt x="26954" y="971504"/>
                  </a:lnTo>
                  <a:lnTo>
                    <a:pt x="57195" y="1001745"/>
                  </a:lnTo>
                  <a:lnTo>
                    <a:pt x="95544" y="1021577"/>
                  </a:lnTo>
                  <a:lnTo>
                    <a:pt x="139700" y="1028700"/>
                  </a:lnTo>
                  <a:lnTo>
                    <a:pt x="1282700" y="1028700"/>
                  </a:lnTo>
                  <a:lnTo>
                    <a:pt x="1326855" y="1021577"/>
                  </a:lnTo>
                  <a:lnTo>
                    <a:pt x="1365204" y="1001745"/>
                  </a:lnTo>
                  <a:lnTo>
                    <a:pt x="1395445" y="971504"/>
                  </a:lnTo>
                  <a:lnTo>
                    <a:pt x="1415277" y="933155"/>
                  </a:lnTo>
                  <a:lnTo>
                    <a:pt x="1422400" y="889000"/>
                  </a:lnTo>
                  <a:lnTo>
                    <a:pt x="1422400" y="139700"/>
                  </a:lnTo>
                  <a:lnTo>
                    <a:pt x="1415277" y="95544"/>
                  </a:lnTo>
                  <a:lnTo>
                    <a:pt x="1395445" y="57195"/>
                  </a:lnTo>
                  <a:lnTo>
                    <a:pt x="1365204" y="26954"/>
                  </a:lnTo>
                  <a:lnTo>
                    <a:pt x="1326855" y="7122"/>
                  </a:lnTo>
                  <a:lnTo>
                    <a:pt x="1282700" y="0"/>
                  </a:lnTo>
                  <a:close/>
                </a:path>
              </a:pathLst>
            </a:custGeom>
            <a:solidFill>
              <a:srgbClr val="FBC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1" name="object 261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658100" y="6375400"/>
              <a:ext cx="1422400" cy="1028700"/>
            </a:xfrm>
            <a:prstGeom prst="rect">
              <a:avLst/>
            </a:prstGeom>
          </p:spPr>
        </p:pic>
        <p:pic>
          <p:nvPicPr>
            <p:cNvPr id="262" name="object 26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658100" y="5232399"/>
              <a:ext cx="1422400" cy="1028700"/>
            </a:xfrm>
            <a:prstGeom prst="rect">
              <a:avLst/>
            </a:prstGeom>
          </p:spPr>
        </p:pic>
      </p:grpSp>
      <p:grpSp>
        <p:nvGrpSpPr>
          <p:cNvPr id="263" name="object 263"/>
          <p:cNvGrpSpPr/>
          <p:nvPr/>
        </p:nvGrpSpPr>
        <p:grpSpPr>
          <a:xfrm>
            <a:off x="1447800" y="5067300"/>
            <a:ext cx="2895600" cy="393700"/>
            <a:chOff x="1447800" y="5067300"/>
            <a:chExt cx="2895600" cy="393700"/>
          </a:xfrm>
        </p:grpSpPr>
        <p:pic>
          <p:nvPicPr>
            <p:cNvPr id="264" name="object 264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447800" y="5067300"/>
              <a:ext cx="2895600" cy="393700"/>
            </a:xfrm>
            <a:prstGeom prst="rect">
              <a:avLst/>
            </a:prstGeom>
          </p:spPr>
        </p:pic>
        <p:sp>
          <p:nvSpPr>
            <p:cNvPr id="265" name="object 265"/>
            <p:cNvSpPr/>
            <p:nvPr/>
          </p:nvSpPr>
          <p:spPr>
            <a:xfrm>
              <a:off x="2266950" y="5196903"/>
              <a:ext cx="1216660" cy="152400"/>
            </a:xfrm>
            <a:custGeom>
              <a:avLst/>
              <a:gdLst/>
              <a:ahLst/>
              <a:cxnLst/>
              <a:rect l="l" t="t" r="r" b="b"/>
              <a:pathLst>
                <a:path w="1216660" h="152400">
                  <a:moveTo>
                    <a:pt x="80098" y="31026"/>
                  </a:moveTo>
                  <a:lnTo>
                    <a:pt x="44881" y="31026"/>
                  </a:lnTo>
                  <a:lnTo>
                    <a:pt x="44881" y="149796"/>
                  </a:lnTo>
                  <a:lnTo>
                    <a:pt x="80098" y="149796"/>
                  </a:lnTo>
                  <a:lnTo>
                    <a:pt x="80098" y="31026"/>
                  </a:lnTo>
                  <a:close/>
                </a:path>
                <a:path w="1216660" h="152400">
                  <a:moveTo>
                    <a:pt x="124904" y="2019"/>
                  </a:moveTo>
                  <a:lnTo>
                    <a:pt x="0" y="2019"/>
                  </a:lnTo>
                  <a:lnTo>
                    <a:pt x="0" y="31026"/>
                  </a:lnTo>
                  <a:lnTo>
                    <a:pt x="124904" y="31026"/>
                  </a:lnTo>
                  <a:lnTo>
                    <a:pt x="124904" y="2019"/>
                  </a:lnTo>
                  <a:close/>
                </a:path>
                <a:path w="1216660" h="152400">
                  <a:moveTo>
                    <a:pt x="209753" y="2019"/>
                  </a:moveTo>
                  <a:lnTo>
                    <a:pt x="148704" y="2019"/>
                  </a:lnTo>
                  <a:lnTo>
                    <a:pt x="148704" y="149796"/>
                  </a:lnTo>
                  <a:lnTo>
                    <a:pt x="184416" y="149796"/>
                  </a:lnTo>
                  <a:lnTo>
                    <a:pt x="184416" y="99212"/>
                  </a:lnTo>
                  <a:lnTo>
                    <a:pt x="170065" y="99212"/>
                  </a:lnTo>
                  <a:lnTo>
                    <a:pt x="170065" y="71069"/>
                  </a:lnTo>
                  <a:lnTo>
                    <a:pt x="184416" y="71069"/>
                  </a:lnTo>
                  <a:lnTo>
                    <a:pt x="184416" y="30811"/>
                  </a:lnTo>
                  <a:lnTo>
                    <a:pt x="259960" y="30811"/>
                  </a:lnTo>
                  <a:lnTo>
                    <a:pt x="225210" y="3514"/>
                  </a:lnTo>
                  <a:lnTo>
                    <a:pt x="217765" y="2393"/>
                  </a:lnTo>
                  <a:lnTo>
                    <a:pt x="209753" y="2019"/>
                  </a:lnTo>
                  <a:close/>
                </a:path>
                <a:path w="1216660" h="152400">
                  <a:moveTo>
                    <a:pt x="231902" y="82257"/>
                  </a:moveTo>
                  <a:lnTo>
                    <a:pt x="193662" y="82257"/>
                  </a:lnTo>
                  <a:lnTo>
                    <a:pt x="229730" y="149796"/>
                  </a:lnTo>
                  <a:lnTo>
                    <a:pt x="268706" y="149796"/>
                  </a:lnTo>
                  <a:lnTo>
                    <a:pt x="241141" y="99212"/>
                  </a:lnTo>
                  <a:lnTo>
                    <a:pt x="208661" y="99212"/>
                  </a:lnTo>
                  <a:lnTo>
                    <a:pt x="216824" y="98864"/>
                  </a:lnTo>
                  <a:lnTo>
                    <a:pt x="224416" y="97823"/>
                  </a:lnTo>
                  <a:lnTo>
                    <a:pt x="231440" y="96088"/>
                  </a:lnTo>
                  <a:lnTo>
                    <a:pt x="237896" y="93662"/>
                  </a:lnTo>
                  <a:lnTo>
                    <a:pt x="238116" y="93662"/>
                  </a:lnTo>
                  <a:lnTo>
                    <a:pt x="231902" y="82257"/>
                  </a:lnTo>
                  <a:close/>
                </a:path>
                <a:path w="1216660" h="152400">
                  <a:moveTo>
                    <a:pt x="184416" y="71069"/>
                  </a:moveTo>
                  <a:lnTo>
                    <a:pt x="170065" y="71069"/>
                  </a:lnTo>
                  <a:lnTo>
                    <a:pt x="170065" y="99212"/>
                  </a:lnTo>
                  <a:lnTo>
                    <a:pt x="184416" y="99212"/>
                  </a:lnTo>
                  <a:lnTo>
                    <a:pt x="184416" y="71069"/>
                  </a:lnTo>
                  <a:close/>
                </a:path>
                <a:path w="1216660" h="152400">
                  <a:moveTo>
                    <a:pt x="259960" y="30811"/>
                  </a:moveTo>
                  <a:lnTo>
                    <a:pt x="207372" y="30811"/>
                  </a:lnTo>
                  <a:lnTo>
                    <a:pt x="211861" y="31572"/>
                  </a:lnTo>
                  <a:lnTo>
                    <a:pt x="215519" y="33108"/>
                  </a:lnTo>
                  <a:lnTo>
                    <a:pt x="219176" y="34607"/>
                  </a:lnTo>
                  <a:lnTo>
                    <a:pt x="221945" y="36868"/>
                  </a:lnTo>
                  <a:lnTo>
                    <a:pt x="225691" y="42875"/>
                  </a:lnTo>
                  <a:lnTo>
                    <a:pt x="226631" y="46659"/>
                  </a:lnTo>
                  <a:lnTo>
                    <a:pt x="226631" y="55791"/>
                  </a:lnTo>
                  <a:lnTo>
                    <a:pt x="207416" y="71069"/>
                  </a:lnTo>
                  <a:lnTo>
                    <a:pt x="184416" y="71069"/>
                  </a:lnTo>
                  <a:lnTo>
                    <a:pt x="184416" y="99212"/>
                  </a:lnTo>
                  <a:lnTo>
                    <a:pt x="202716" y="99212"/>
                  </a:lnTo>
                  <a:lnTo>
                    <a:pt x="193662" y="82257"/>
                  </a:lnTo>
                  <a:lnTo>
                    <a:pt x="253853" y="82257"/>
                  </a:lnTo>
                  <a:lnTo>
                    <a:pt x="263652" y="51231"/>
                  </a:lnTo>
                  <a:lnTo>
                    <a:pt x="263242" y="43909"/>
                  </a:lnTo>
                  <a:lnTo>
                    <a:pt x="262012" y="37103"/>
                  </a:lnTo>
                  <a:lnTo>
                    <a:pt x="259960" y="30811"/>
                  </a:lnTo>
                  <a:close/>
                </a:path>
                <a:path w="1216660" h="152400">
                  <a:moveTo>
                    <a:pt x="238116" y="93662"/>
                  </a:moveTo>
                  <a:lnTo>
                    <a:pt x="237896" y="93662"/>
                  </a:lnTo>
                  <a:lnTo>
                    <a:pt x="231440" y="96088"/>
                  </a:lnTo>
                  <a:lnTo>
                    <a:pt x="224416" y="97823"/>
                  </a:lnTo>
                  <a:lnTo>
                    <a:pt x="216824" y="98864"/>
                  </a:lnTo>
                  <a:lnTo>
                    <a:pt x="208661" y="99212"/>
                  </a:lnTo>
                  <a:lnTo>
                    <a:pt x="241141" y="99212"/>
                  </a:lnTo>
                  <a:lnTo>
                    <a:pt x="238116" y="93662"/>
                  </a:lnTo>
                  <a:close/>
                </a:path>
                <a:path w="1216660" h="152400">
                  <a:moveTo>
                    <a:pt x="253853" y="82257"/>
                  </a:moveTo>
                  <a:lnTo>
                    <a:pt x="231902" y="82257"/>
                  </a:lnTo>
                  <a:lnTo>
                    <a:pt x="238116" y="93662"/>
                  </a:lnTo>
                  <a:lnTo>
                    <a:pt x="237896" y="93662"/>
                  </a:lnTo>
                  <a:lnTo>
                    <a:pt x="246113" y="89903"/>
                  </a:lnTo>
                  <a:lnTo>
                    <a:pt x="252463" y="84467"/>
                  </a:lnTo>
                  <a:lnTo>
                    <a:pt x="253853" y="82257"/>
                  </a:lnTo>
                  <a:close/>
                </a:path>
                <a:path w="1216660" h="152400">
                  <a:moveTo>
                    <a:pt x="325310" y="2019"/>
                  </a:moveTo>
                  <a:lnTo>
                    <a:pt x="289598" y="2019"/>
                  </a:lnTo>
                  <a:lnTo>
                    <a:pt x="289720" y="99339"/>
                  </a:lnTo>
                  <a:lnTo>
                    <a:pt x="289995" y="103873"/>
                  </a:lnTo>
                  <a:lnTo>
                    <a:pt x="290084" y="105331"/>
                  </a:lnTo>
                  <a:lnTo>
                    <a:pt x="312606" y="141338"/>
                  </a:lnTo>
                  <a:lnTo>
                    <a:pt x="352158" y="151676"/>
                  </a:lnTo>
                  <a:lnTo>
                    <a:pt x="361180" y="151259"/>
                  </a:lnTo>
                  <a:lnTo>
                    <a:pt x="397362" y="136955"/>
                  </a:lnTo>
                  <a:lnTo>
                    <a:pt x="409724" y="120649"/>
                  </a:lnTo>
                  <a:lnTo>
                    <a:pt x="346811" y="120649"/>
                  </a:lnTo>
                  <a:lnTo>
                    <a:pt x="342125" y="119519"/>
                  </a:lnTo>
                  <a:lnTo>
                    <a:pt x="325310" y="99339"/>
                  </a:lnTo>
                  <a:lnTo>
                    <a:pt x="325310" y="2019"/>
                  </a:lnTo>
                  <a:close/>
                </a:path>
                <a:path w="1216660" h="152400">
                  <a:moveTo>
                    <a:pt x="414642" y="2019"/>
                  </a:moveTo>
                  <a:lnTo>
                    <a:pt x="378993" y="2019"/>
                  </a:lnTo>
                  <a:lnTo>
                    <a:pt x="378993" y="99339"/>
                  </a:lnTo>
                  <a:lnTo>
                    <a:pt x="377863" y="103873"/>
                  </a:lnTo>
                  <a:lnTo>
                    <a:pt x="373341" y="111861"/>
                  </a:lnTo>
                  <a:lnTo>
                    <a:pt x="370192" y="114985"/>
                  </a:lnTo>
                  <a:lnTo>
                    <a:pt x="366153" y="117246"/>
                  </a:lnTo>
                  <a:lnTo>
                    <a:pt x="362165" y="119519"/>
                  </a:lnTo>
                  <a:lnTo>
                    <a:pt x="357492" y="120649"/>
                  </a:lnTo>
                  <a:lnTo>
                    <a:pt x="409724" y="120649"/>
                  </a:lnTo>
                  <a:lnTo>
                    <a:pt x="410222" y="119724"/>
                  </a:lnTo>
                  <a:lnTo>
                    <a:pt x="412678" y="112795"/>
                  </a:lnTo>
                  <a:lnTo>
                    <a:pt x="414151" y="105331"/>
                  </a:lnTo>
                  <a:lnTo>
                    <a:pt x="414519" y="99339"/>
                  </a:lnTo>
                  <a:lnTo>
                    <a:pt x="414642" y="2019"/>
                  </a:lnTo>
                  <a:close/>
                </a:path>
                <a:path w="1216660" h="152400">
                  <a:moveTo>
                    <a:pt x="473329" y="100583"/>
                  </a:moveTo>
                  <a:lnTo>
                    <a:pt x="439127" y="100583"/>
                  </a:lnTo>
                  <a:lnTo>
                    <a:pt x="439699" y="108868"/>
                  </a:lnTo>
                  <a:lnTo>
                    <a:pt x="441052" y="115658"/>
                  </a:lnTo>
                  <a:lnTo>
                    <a:pt x="441173" y="116268"/>
                  </a:lnTo>
                  <a:lnTo>
                    <a:pt x="441201" y="116405"/>
                  </a:lnTo>
                  <a:lnTo>
                    <a:pt x="468426" y="146113"/>
                  </a:lnTo>
                  <a:lnTo>
                    <a:pt x="475975" y="148670"/>
                  </a:lnTo>
                  <a:lnTo>
                    <a:pt x="476162" y="148670"/>
                  </a:lnTo>
                  <a:lnTo>
                    <a:pt x="483640" y="150341"/>
                  </a:lnTo>
                  <a:lnTo>
                    <a:pt x="483838" y="150341"/>
                  </a:lnTo>
                  <a:lnTo>
                    <a:pt x="491883" y="151342"/>
                  </a:lnTo>
                  <a:lnTo>
                    <a:pt x="500748" y="151676"/>
                  </a:lnTo>
                  <a:lnTo>
                    <a:pt x="541032" y="142773"/>
                  </a:lnTo>
                  <a:lnTo>
                    <a:pt x="557707" y="122161"/>
                  </a:lnTo>
                  <a:lnTo>
                    <a:pt x="495071" y="122161"/>
                  </a:lnTo>
                  <a:lnTo>
                    <a:pt x="490448" y="121335"/>
                  </a:lnTo>
                  <a:lnTo>
                    <a:pt x="473396" y="101688"/>
                  </a:lnTo>
                  <a:lnTo>
                    <a:pt x="473329" y="100583"/>
                  </a:lnTo>
                  <a:close/>
                </a:path>
                <a:path w="1216660" h="152400">
                  <a:moveTo>
                    <a:pt x="500824" y="0"/>
                  </a:moveTo>
                  <a:lnTo>
                    <a:pt x="459041" y="12785"/>
                  </a:lnTo>
                  <a:lnTo>
                    <a:pt x="442899" y="36741"/>
                  </a:lnTo>
                  <a:lnTo>
                    <a:pt x="442986" y="46316"/>
                  </a:lnTo>
                  <a:lnTo>
                    <a:pt x="466996" y="81049"/>
                  </a:lnTo>
                  <a:lnTo>
                    <a:pt x="504977" y="91655"/>
                  </a:lnTo>
                  <a:lnTo>
                    <a:pt x="509409" y="93027"/>
                  </a:lnTo>
                  <a:lnTo>
                    <a:pt x="512876" y="94526"/>
                  </a:lnTo>
                  <a:lnTo>
                    <a:pt x="516381" y="95961"/>
                  </a:lnTo>
                  <a:lnTo>
                    <a:pt x="518985" y="97701"/>
                  </a:lnTo>
                  <a:lnTo>
                    <a:pt x="520661" y="99720"/>
                  </a:lnTo>
                  <a:lnTo>
                    <a:pt x="522351" y="101688"/>
                  </a:lnTo>
                  <a:lnTo>
                    <a:pt x="523214" y="104076"/>
                  </a:lnTo>
                  <a:lnTo>
                    <a:pt x="523214" y="109842"/>
                  </a:lnTo>
                  <a:lnTo>
                    <a:pt x="522274" y="112483"/>
                  </a:lnTo>
                  <a:lnTo>
                    <a:pt x="518617" y="117106"/>
                  </a:lnTo>
                  <a:lnTo>
                    <a:pt x="516001" y="118910"/>
                  </a:lnTo>
                  <a:lnTo>
                    <a:pt x="509219" y="121513"/>
                  </a:lnTo>
                  <a:lnTo>
                    <a:pt x="505129" y="122161"/>
                  </a:lnTo>
                  <a:lnTo>
                    <a:pt x="557707" y="122161"/>
                  </a:lnTo>
                  <a:lnTo>
                    <a:pt x="559394" y="116405"/>
                  </a:lnTo>
                  <a:lnTo>
                    <a:pt x="559353" y="100583"/>
                  </a:lnTo>
                  <a:lnTo>
                    <a:pt x="558484" y="95961"/>
                  </a:lnTo>
                  <a:lnTo>
                    <a:pt x="558431" y="95681"/>
                  </a:lnTo>
                  <a:lnTo>
                    <a:pt x="554482" y="86156"/>
                  </a:lnTo>
                  <a:lnTo>
                    <a:pt x="551573" y="81940"/>
                  </a:lnTo>
                  <a:lnTo>
                    <a:pt x="547725" y="78282"/>
                  </a:lnTo>
                  <a:lnTo>
                    <a:pt x="543928" y="74625"/>
                  </a:lnTo>
                  <a:lnTo>
                    <a:pt x="539203" y="71475"/>
                  </a:lnTo>
                  <a:lnTo>
                    <a:pt x="528002" y="66192"/>
                  </a:lnTo>
                  <a:lnTo>
                    <a:pt x="521550" y="64071"/>
                  </a:lnTo>
                  <a:lnTo>
                    <a:pt x="498170" y="58877"/>
                  </a:lnTo>
                  <a:lnTo>
                    <a:pt x="495147" y="58038"/>
                  </a:lnTo>
                  <a:lnTo>
                    <a:pt x="479941" y="46316"/>
                  </a:lnTo>
                  <a:lnTo>
                    <a:pt x="479945" y="40741"/>
                  </a:lnTo>
                  <a:lnTo>
                    <a:pt x="496125" y="29502"/>
                  </a:lnTo>
                  <a:lnTo>
                    <a:pt x="555124" y="29502"/>
                  </a:lnTo>
                  <a:lnTo>
                    <a:pt x="554990" y="29044"/>
                  </a:lnTo>
                  <a:lnTo>
                    <a:pt x="524020" y="3284"/>
                  </a:lnTo>
                  <a:lnTo>
                    <a:pt x="509123" y="364"/>
                  </a:lnTo>
                  <a:lnTo>
                    <a:pt x="500824" y="0"/>
                  </a:lnTo>
                  <a:close/>
                </a:path>
                <a:path w="1216660" h="152400">
                  <a:moveTo>
                    <a:pt x="555124" y="29502"/>
                  </a:moveTo>
                  <a:lnTo>
                    <a:pt x="507720" y="29502"/>
                  </a:lnTo>
                  <a:lnTo>
                    <a:pt x="513092" y="31000"/>
                  </a:lnTo>
                  <a:lnTo>
                    <a:pt x="516839" y="33985"/>
                  </a:lnTo>
                  <a:lnTo>
                    <a:pt x="520636" y="36918"/>
                  </a:lnTo>
                  <a:lnTo>
                    <a:pt x="522782" y="41033"/>
                  </a:lnTo>
                  <a:lnTo>
                    <a:pt x="523203" y="45643"/>
                  </a:lnTo>
                  <a:lnTo>
                    <a:pt x="523265" y="46316"/>
                  </a:lnTo>
                  <a:lnTo>
                    <a:pt x="557466" y="46316"/>
                  </a:lnTo>
                  <a:lnTo>
                    <a:pt x="557364" y="37134"/>
                  </a:lnTo>
                  <a:lnTo>
                    <a:pt x="555124" y="29502"/>
                  </a:lnTo>
                  <a:close/>
                </a:path>
                <a:path w="1216660" h="152400">
                  <a:moveTo>
                    <a:pt x="659142" y="31026"/>
                  </a:moveTo>
                  <a:lnTo>
                    <a:pt x="623925" y="31026"/>
                  </a:lnTo>
                  <a:lnTo>
                    <a:pt x="623925" y="149796"/>
                  </a:lnTo>
                  <a:lnTo>
                    <a:pt x="659142" y="149796"/>
                  </a:lnTo>
                  <a:lnTo>
                    <a:pt x="659142" y="31026"/>
                  </a:lnTo>
                  <a:close/>
                </a:path>
                <a:path w="1216660" h="152400">
                  <a:moveTo>
                    <a:pt x="703948" y="2019"/>
                  </a:moveTo>
                  <a:lnTo>
                    <a:pt x="579043" y="2019"/>
                  </a:lnTo>
                  <a:lnTo>
                    <a:pt x="579043" y="31026"/>
                  </a:lnTo>
                  <a:lnTo>
                    <a:pt x="703948" y="31026"/>
                  </a:lnTo>
                  <a:lnTo>
                    <a:pt x="703948" y="2019"/>
                  </a:lnTo>
                  <a:close/>
                </a:path>
                <a:path w="1216660" h="152400">
                  <a:moveTo>
                    <a:pt x="798614" y="0"/>
                  </a:moveTo>
                  <a:lnTo>
                    <a:pt x="790054" y="0"/>
                  </a:lnTo>
                  <a:lnTo>
                    <a:pt x="782777" y="314"/>
                  </a:lnTo>
                  <a:lnTo>
                    <a:pt x="744959" y="15303"/>
                  </a:lnTo>
                  <a:lnTo>
                    <a:pt x="722447" y="51159"/>
                  </a:lnTo>
                  <a:lnTo>
                    <a:pt x="719404" y="76123"/>
                  </a:lnTo>
                  <a:lnTo>
                    <a:pt x="719852" y="85166"/>
                  </a:lnTo>
                  <a:lnTo>
                    <a:pt x="719963" y="87415"/>
                  </a:lnTo>
                  <a:lnTo>
                    <a:pt x="733275" y="124524"/>
                  </a:lnTo>
                  <a:lnTo>
                    <a:pt x="770624" y="149526"/>
                  </a:lnTo>
                  <a:lnTo>
                    <a:pt x="780783" y="151341"/>
                  </a:lnTo>
                  <a:lnTo>
                    <a:pt x="781991" y="151341"/>
                  </a:lnTo>
                  <a:lnTo>
                    <a:pt x="790486" y="151815"/>
                  </a:lnTo>
                  <a:lnTo>
                    <a:pt x="831144" y="140040"/>
                  </a:lnTo>
                  <a:lnTo>
                    <a:pt x="848273" y="120497"/>
                  </a:lnTo>
                  <a:lnTo>
                    <a:pt x="783361" y="120497"/>
                  </a:lnTo>
                  <a:lnTo>
                    <a:pt x="777062" y="118744"/>
                  </a:lnTo>
                  <a:lnTo>
                    <a:pt x="766673" y="111721"/>
                  </a:lnTo>
                  <a:lnTo>
                    <a:pt x="762698" y="106616"/>
                  </a:lnTo>
                  <a:lnTo>
                    <a:pt x="757224" y="93243"/>
                  </a:lnTo>
                  <a:lnTo>
                    <a:pt x="755853" y="85166"/>
                  </a:lnTo>
                  <a:lnTo>
                    <a:pt x="755853" y="66255"/>
                  </a:lnTo>
                  <a:lnTo>
                    <a:pt x="757137" y="58966"/>
                  </a:lnTo>
                  <a:lnTo>
                    <a:pt x="757262" y="58254"/>
                  </a:lnTo>
                  <a:lnTo>
                    <a:pt x="760107" y="51663"/>
                  </a:lnTo>
                  <a:lnTo>
                    <a:pt x="762939" y="45021"/>
                  </a:lnTo>
                  <a:lnTo>
                    <a:pt x="766965" y="39966"/>
                  </a:lnTo>
                  <a:lnTo>
                    <a:pt x="777405" y="33045"/>
                  </a:lnTo>
                  <a:lnTo>
                    <a:pt x="783602" y="31305"/>
                  </a:lnTo>
                  <a:lnTo>
                    <a:pt x="848239" y="31305"/>
                  </a:lnTo>
                  <a:lnTo>
                    <a:pt x="843927" y="23850"/>
                  </a:lnTo>
                  <a:lnTo>
                    <a:pt x="839292" y="18541"/>
                  </a:lnTo>
                  <a:lnTo>
                    <a:pt x="827887" y="9588"/>
                  </a:lnTo>
                  <a:lnTo>
                    <a:pt x="821347" y="6121"/>
                  </a:lnTo>
                  <a:lnTo>
                    <a:pt x="806696" y="1258"/>
                  </a:lnTo>
                  <a:lnTo>
                    <a:pt x="806836" y="1258"/>
                  </a:lnTo>
                  <a:lnTo>
                    <a:pt x="798614" y="0"/>
                  </a:lnTo>
                  <a:close/>
                </a:path>
                <a:path w="1216660" h="152400">
                  <a:moveTo>
                    <a:pt x="821296" y="94233"/>
                  </a:moveTo>
                  <a:lnTo>
                    <a:pt x="821296" y="99567"/>
                  </a:lnTo>
                  <a:lnTo>
                    <a:pt x="820115" y="104216"/>
                  </a:lnTo>
                  <a:lnTo>
                    <a:pt x="815403" y="112102"/>
                  </a:lnTo>
                  <a:lnTo>
                    <a:pt x="811936" y="115163"/>
                  </a:lnTo>
                  <a:lnTo>
                    <a:pt x="802843" y="119443"/>
                  </a:lnTo>
                  <a:lnTo>
                    <a:pt x="797318" y="120497"/>
                  </a:lnTo>
                  <a:lnTo>
                    <a:pt x="848273" y="120497"/>
                  </a:lnTo>
                  <a:lnTo>
                    <a:pt x="850930" y="115163"/>
                  </a:lnTo>
                  <a:lnTo>
                    <a:pt x="853605" y="106953"/>
                  </a:lnTo>
                  <a:lnTo>
                    <a:pt x="855186" y="98099"/>
                  </a:lnTo>
                  <a:lnTo>
                    <a:pt x="855355" y="95034"/>
                  </a:lnTo>
                  <a:lnTo>
                    <a:pt x="827938" y="95034"/>
                  </a:lnTo>
                  <a:lnTo>
                    <a:pt x="821296" y="94233"/>
                  </a:lnTo>
                  <a:close/>
                </a:path>
                <a:path w="1216660" h="152400">
                  <a:moveTo>
                    <a:pt x="855713" y="68973"/>
                  </a:moveTo>
                  <a:lnTo>
                    <a:pt x="791997" y="68973"/>
                  </a:lnTo>
                  <a:lnTo>
                    <a:pt x="791997" y="95034"/>
                  </a:lnTo>
                  <a:lnTo>
                    <a:pt x="821296" y="95034"/>
                  </a:lnTo>
                  <a:lnTo>
                    <a:pt x="821296" y="94233"/>
                  </a:lnTo>
                  <a:lnTo>
                    <a:pt x="855399" y="94233"/>
                  </a:lnTo>
                  <a:lnTo>
                    <a:pt x="855713" y="88531"/>
                  </a:lnTo>
                  <a:lnTo>
                    <a:pt x="855713" y="68973"/>
                  </a:lnTo>
                  <a:close/>
                </a:path>
                <a:path w="1216660" h="152400">
                  <a:moveTo>
                    <a:pt x="855399" y="94233"/>
                  </a:moveTo>
                  <a:lnTo>
                    <a:pt x="821296" y="94233"/>
                  </a:lnTo>
                  <a:lnTo>
                    <a:pt x="827938" y="95034"/>
                  </a:lnTo>
                  <a:lnTo>
                    <a:pt x="855355" y="95034"/>
                  </a:lnTo>
                  <a:lnTo>
                    <a:pt x="855399" y="94233"/>
                  </a:lnTo>
                  <a:close/>
                </a:path>
                <a:path w="1216660" h="152400">
                  <a:moveTo>
                    <a:pt x="848239" y="31305"/>
                  </a:moveTo>
                  <a:lnTo>
                    <a:pt x="794334" y="31305"/>
                  </a:lnTo>
                  <a:lnTo>
                    <a:pt x="797610" y="31749"/>
                  </a:lnTo>
                  <a:lnTo>
                    <a:pt x="800582" y="32613"/>
                  </a:lnTo>
                  <a:lnTo>
                    <a:pt x="814374" y="42278"/>
                  </a:lnTo>
                  <a:lnTo>
                    <a:pt x="815962" y="44589"/>
                  </a:lnTo>
                  <a:lnTo>
                    <a:pt x="817156" y="47256"/>
                  </a:lnTo>
                  <a:lnTo>
                    <a:pt x="817981" y="50291"/>
                  </a:lnTo>
                  <a:lnTo>
                    <a:pt x="854125" y="50291"/>
                  </a:lnTo>
                  <a:lnTo>
                    <a:pt x="853507" y="45021"/>
                  </a:lnTo>
                  <a:lnTo>
                    <a:pt x="853457" y="44589"/>
                  </a:lnTo>
                  <a:lnTo>
                    <a:pt x="853372" y="43865"/>
                  </a:lnTo>
                  <a:lnTo>
                    <a:pt x="853262" y="42925"/>
                  </a:lnTo>
                  <a:lnTo>
                    <a:pt x="851052" y="36169"/>
                  </a:lnTo>
                  <a:lnTo>
                    <a:pt x="848239" y="31305"/>
                  </a:lnTo>
                  <a:close/>
                </a:path>
                <a:path w="1216660" h="152400">
                  <a:moveTo>
                    <a:pt x="944168" y="2019"/>
                  </a:moveTo>
                  <a:lnTo>
                    <a:pt x="883119" y="2019"/>
                  </a:lnTo>
                  <a:lnTo>
                    <a:pt x="883119" y="149796"/>
                  </a:lnTo>
                  <a:lnTo>
                    <a:pt x="918832" y="149796"/>
                  </a:lnTo>
                  <a:lnTo>
                    <a:pt x="918832" y="99212"/>
                  </a:lnTo>
                  <a:lnTo>
                    <a:pt x="904481" y="99212"/>
                  </a:lnTo>
                  <a:lnTo>
                    <a:pt x="904481" y="71069"/>
                  </a:lnTo>
                  <a:lnTo>
                    <a:pt x="918832" y="71069"/>
                  </a:lnTo>
                  <a:lnTo>
                    <a:pt x="918832" y="30811"/>
                  </a:lnTo>
                  <a:lnTo>
                    <a:pt x="994376" y="30811"/>
                  </a:lnTo>
                  <a:lnTo>
                    <a:pt x="959626" y="3514"/>
                  </a:lnTo>
                  <a:lnTo>
                    <a:pt x="952181" y="2393"/>
                  </a:lnTo>
                  <a:lnTo>
                    <a:pt x="944168" y="2019"/>
                  </a:lnTo>
                  <a:close/>
                </a:path>
                <a:path w="1216660" h="152400">
                  <a:moveTo>
                    <a:pt x="966317" y="82257"/>
                  </a:moveTo>
                  <a:lnTo>
                    <a:pt x="928077" y="82257"/>
                  </a:lnTo>
                  <a:lnTo>
                    <a:pt x="964158" y="149796"/>
                  </a:lnTo>
                  <a:lnTo>
                    <a:pt x="1003122" y="149796"/>
                  </a:lnTo>
                  <a:lnTo>
                    <a:pt x="975556" y="99212"/>
                  </a:lnTo>
                  <a:lnTo>
                    <a:pt x="943089" y="99212"/>
                  </a:lnTo>
                  <a:lnTo>
                    <a:pt x="951245" y="98864"/>
                  </a:lnTo>
                  <a:lnTo>
                    <a:pt x="958834" y="97823"/>
                  </a:lnTo>
                  <a:lnTo>
                    <a:pt x="965856" y="96088"/>
                  </a:lnTo>
                  <a:lnTo>
                    <a:pt x="972312" y="93662"/>
                  </a:lnTo>
                  <a:lnTo>
                    <a:pt x="972532" y="93662"/>
                  </a:lnTo>
                  <a:lnTo>
                    <a:pt x="966317" y="82257"/>
                  </a:lnTo>
                  <a:close/>
                </a:path>
                <a:path w="1216660" h="152400">
                  <a:moveTo>
                    <a:pt x="918832" y="71069"/>
                  </a:moveTo>
                  <a:lnTo>
                    <a:pt x="904481" y="71069"/>
                  </a:lnTo>
                  <a:lnTo>
                    <a:pt x="904481" y="99212"/>
                  </a:lnTo>
                  <a:lnTo>
                    <a:pt x="918832" y="99212"/>
                  </a:lnTo>
                  <a:lnTo>
                    <a:pt x="918832" y="71069"/>
                  </a:lnTo>
                  <a:close/>
                </a:path>
                <a:path w="1216660" h="152400">
                  <a:moveTo>
                    <a:pt x="994376" y="30811"/>
                  </a:moveTo>
                  <a:lnTo>
                    <a:pt x="941788" y="30811"/>
                  </a:lnTo>
                  <a:lnTo>
                    <a:pt x="946277" y="31572"/>
                  </a:lnTo>
                  <a:lnTo>
                    <a:pt x="949934" y="33108"/>
                  </a:lnTo>
                  <a:lnTo>
                    <a:pt x="953592" y="34607"/>
                  </a:lnTo>
                  <a:lnTo>
                    <a:pt x="956360" y="36868"/>
                  </a:lnTo>
                  <a:lnTo>
                    <a:pt x="960107" y="42875"/>
                  </a:lnTo>
                  <a:lnTo>
                    <a:pt x="961047" y="46659"/>
                  </a:lnTo>
                  <a:lnTo>
                    <a:pt x="961047" y="55791"/>
                  </a:lnTo>
                  <a:lnTo>
                    <a:pt x="941832" y="71069"/>
                  </a:lnTo>
                  <a:lnTo>
                    <a:pt x="918832" y="71069"/>
                  </a:lnTo>
                  <a:lnTo>
                    <a:pt x="918832" y="99212"/>
                  </a:lnTo>
                  <a:lnTo>
                    <a:pt x="937135" y="99212"/>
                  </a:lnTo>
                  <a:lnTo>
                    <a:pt x="928077" y="82257"/>
                  </a:lnTo>
                  <a:lnTo>
                    <a:pt x="988269" y="82257"/>
                  </a:lnTo>
                  <a:lnTo>
                    <a:pt x="998067" y="51231"/>
                  </a:lnTo>
                  <a:lnTo>
                    <a:pt x="997657" y="43909"/>
                  </a:lnTo>
                  <a:lnTo>
                    <a:pt x="996427" y="37103"/>
                  </a:lnTo>
                  <a:lnTo>
                    <a:pt x="994376" y="30811"/>
                  </a:lnTo>
                  <a:close/>
                </a:path>
                <a:path w="1216660" h="152400">
                  <a:moveTo>
                    <a:pt x="972532" y="93662"/>
                  </a:moveTo>
                  <a:lnTo>
                    <a:pt x="972312" y="93662"/>
                  </a:lnTo>
                  <a:lnTo>
                    <a:pt x="965856" y="96088"/>
                  </a:lnTo>
                  <a:lnTo>
                    <a:pt x="958834" y="97823"/>
                  </a:lnTo>
                  <a:lnTo>
                    <a:pt x="951245" y="98864"/>
                  </a:lnTo>
                  <a:lnTo>
                    <a:pt x="943089" y="99212"/>
                  </a:lnTo>
                  <a:lnTo>
                    <a:pt x="975556" y="99212"/>
                  </a:lnTo>
                  <a:lnTo>
                    <a:pt x="972532" y="93662"/>
                  </a:lnTo>
                  <a:close/>
                </a:path>
                <a:path w="1216660" h="152400">
                  <a:moveTo>
                    <a:pt x="988269" y="82257"/>
                  </a:moveTo>
                  <a:lnTo>
                    <a:pt x="966317" y="82257"/>
                  </a:lnTo>
                  <a:lnTo>
                    <a:pt x="972532" y="93662"/>
                  </a:lnTo>
                  <a:lnTo>
                    <a:pt x="972312" y="93662"/>
                  </a:lnTo>
                  <a:lnTo>
                    <a:pt x="980528" y="89903"/>
                  </a:lnTo>
                  <a:lnTo>
                    <a:pt x="986878" y="84467"/>
                  </a:lnTo>
                  <a:lnTo>
                    <a:pt x="988269" y="82257"/>
                  </a:lnTo>
                  <a:close/>
                </a:path>
                <a:path w="1216660" h="152400">
                  <a:moveTo>
                    <a:pt x="1059726" y="2019"/>
                  </a:moveTo>
                  <a:lnTo>
                    <a:pt x="1024013" y="2019"/>
                  </a:lnTo>
                  <a:lnTo>
                    <a:pt x="1024013" y="149796"/>
                  </a:lnTo>
                  <a:lnTo>
                    <a:pt x="1059726" y="149796"/>
                  </a:lnTo>
                  <a:lnTo>
                    <a:pt x="1059726" y="2019"/>
                  </a:lnTo>
                  <a:close/>
                </a:path>
                <a:path w="1216660" h="152400">
                  <a:moveTo>
                    <a:pt x="1143050" y="2019"/>
                  </a:moveTo>
                  <a:lnTo>
                    <a:pt x="1088504" y="2019"/>
                  </a:lnTo>
                  <a:lnTo>
                    <a:pt x="1088504" y="149796"/>
                  </a:lnTo>
                  <a:lnTo>
                    <a:pt x="1143127" y="149796"/>
                  </a:lnTo>
                  <a:lnTo>
                    <a:pt x="1154001" y="149246"/>
                  </a:lnTo>
                  <a:lnTo>
                    <a:pt x="1196501" y="130186"/>
                  </a:lnTo>
                  <a:lnTo>
                    <a:pt x="1204814" y="119341"/>
                  </a:lnTo>
                  <a:lnTo>
                    <a:pt x="1124216" y="119341"/>
                  </a:lnTo>
                  <a:lnTo>
                    <a:pt x="1124216" y="32461"/>
                  </a:lnTo>
                  <a:lnTo>
                    <a:pt x="1204796" y="32461"/>
                  </a:lnTo>
                  <a:lnTo>
                    <a:pt x="1202292" y="28475"/>
                  </a:lnTo>
                  <a:lnTo>
                    <a:pt x="1164072" y="4237"/>
                  </a:lnTo>
                  <a:lnTo>
                    <a:pt x="1153954" y="2573"/>
                  </a:lnTo>
                  <a:lnTo>
                    <a:pt x="1143050" y="2019"/>
                  </a:lnTo>
                  <a:close/>
                </a:path>
                <a:path w="1216660" h="152400">
                  <a:moveTo>
                    <a:pt x="1204796" y="32461"/>
                  </a:moveTo>
                  <a:lnTo>
                    <a:pt x="1149718" y="32461"/>
                  </a:lnTo>
                  <a:lnTo>
                    <a:pt x="1156830" y="33883"/>
                  </a:lnTo>
                  <a:lnTo>
                    <a:pt x="1162608" y="36728"/>
                  </a:lnTo>
                  <a:lnTo>
                    <a:pt x="1180287" y="75831"/>
                  </a:lnTo>
                  <a:lnTo>
                    <a:pt x="1180008" y="83408"/>
                  </a:lnTo>
                  <a:lnTo>
                    <a:pt x="1157033" y="117944"/>
                  </a:lnTo>
                  <a:lnTo>
                    <a:pt x="1150035" y="119341"/>
                  </a:lnTo>
                  <a:lnTo>
                    <a:pt x="1204814" y="119341"/>
                  </a:lnTo>
                  <a:lnTo>
                    <a:pt x="1216075" y="75831"/>
                  </a:lnTo>
                  <a:lnTo>
                    <a:pt x="1215520" y="64730"/>
                  </a:lnTo>
                  <a:lnTo>
                    <a:pt x="1213856" y="54438"/>
                  </a:lnTo>
                  <a:lnTo>
                    <a:pt x="1211082" y="44956"/>
                  </a:lnTo>
                  <a:lnTo>
                    <a:pt x="1207198" y="36283"/>
                  </a:lnTo>
                  <a:lnTo>
                    <a:pt x="1204796" y="324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66" name="object 266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52400" y="6375400"/>
            <a:ext cx="1257306" cy="1320801"/>
          </a:xfrm>
          <a:prstGeom prst="rect">
            <a:avLst/>
          </a:prstGeom>
        </p:spPr>
      </p:pic>
      <p:pic>
        <p:nvPicPr>
          <p:cNvPr id="267" name="object 267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498600" y="6375400"/>
            <a:ext cx="1257306" cy="1320801"/>
          </a:xfrm>
          <a:prstGeom prst="rect">
            <a:avLst/>
          </a:prstGeom>
        </p:spPr>
      </p:pic>
      <p:pic>
        <p:nvPicPr>
          <p:cNvPr id="268" name="object 268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2857500" y="6375400"/>
            <a:ext cx="1257306" cy="1320801"/>
          </a:xfrm>
          <a:prstGeom prst="rect">
            <a:avLst/>
          </a:prstGeom>
        </p:spPr>
      </p:pic>
      <p:pic>
        <p:nvPicPr>
          <p:cNvPr id="269" name="object 269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4292600" y="6375400"/>
            <a:ext cx="1257306" cy="1320801"/>
          </a:xfrm>
          <a:prstGeom prst="rect">
            <a:avLst/>
          </a:prstGeom>
        </p:spPr>
      </p:pic>
      <p:pic>
        <p:nvPicPr>
          <p:cNvPr id="270" name="object 270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279400" y="5880096"/>
            <a:ext cx="923353" cy="725500"/>
          </a:xfrm>
          <a:prstGeom prst="rect">
            <a:avLst/>
          </a:prstGeom>
        </p:spPr>
      </p:pic>
      <p:pic>
        <p:nvPicPr>
          <p:cNvPr id="271" name="object 271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727200" y="5867405"/>
            <a:ext cx="907897" cy="778192"/>
          </a:xfrm>
          <a:prstGeom prst="rect">
            <a:avLst/>
          </a:prstGeom>
        </p:spPr>
      </p:pic>
      <p:pic>
        <p:nvPicPr>
          <p:cNvPr id="272" name="object 272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2997200" y="5956301"/>
            <a:ext cx="1122552" cy="689013"/>
          </a:xfrm>
          <a:prstGeom prst="rect">
            <a:avLst/>
          </a:prstGeom>
        </p:spPr>
      </p:pic>
      <p:grpSp>
        <p:nvGrpSpPr>
          <p:cNvPr id="273" name="object 273"/>
          <p:cNvGrpSpPr/>
          <p:nvPr/>
        </p:nvGrpSpPr>
        <p:grpSpPr>
          <a:xfrm>
            <a:off x="644766" y="5448300"/>
            <a:ext cx="4845050" cy="1133475"/>
            <a:chOff x="644766" y="5448300"/>
            <a:chExt cx="4845050" cy="1133475"/>
          </a:xfrm>
        </p:grpSpPr>
        <p:pic>
          <p:nvPicPr>
            <p:cNvPr id="274" name="object 274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4343400" y="5918194"/>
              <a:ext cx="1146251" cy="663244"/>
            </a:xfrm>
            <a:prstGeom prst="rect">
              <a:avLst/>
            </a:prstGeom>
          </p:spPr>
        </p:pic>
        <p:pic>
          <p:nvPicPr>
            <p:cNvPr id="275" name="object 275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644766" y="5448300"/>
              <a:ext cx="4387366" cy="477133"/>
            </a:xfrm>
            <a:prstGeom prst="rect">
              <a:avLst/>
            </a:prstGeom>
          </p:spPr>
        </p:pic>
        <p:sp>
          <p:nvSpPr>
            <p:cNvPr id="276" name="object 276"/>
            <p:cNvSpPr/>
            <p:nvPr/>
          </p:nvSpPr>
          <p:spPr>
            <a:xfrm>
              <a:off x="2908300" y="5486400"/>
              <a:ext cx="12700" cy="203200"/>
            </a:xfrm>
            <a:custGeom>
              <a:avLst/>
              <a:gdLst/>
              <a:ahLst/>
              <a:cxnLst/>
              <a:rect l="l" t="t" r="r" b="b"/>
              <a:pathLst>
                <a:path w="12700" h="203200">
                  <a:moveTo>
                    <a:pt x="12700" y="6350"/>
                  </a:moveTo>
                  <a:lnTo>
                    <a:pt x="12700" y="2844"/>
                  </a:lnTo>
                  <a:lnTo>
                    <a:pt x="9855" y="0"/>
                  </a:lnTo>
                  <a:lnTo>
                    <a:pt x="2844" y="0"/>
                  </a:lnTo>
                  <a:lnTo>
                    <a:pt x="0" y="2844"/>
                  </a:lnTo>
                  <a:lnTo>
                    <a:pt x="0" y="6350"/>
                  </a:lnTo>
                  <a:lnTo>
                    <a:pt x="12700" y="6350"/>
                  </a:lnTo>
                  <a:close/>
                </a:path>
                <a:path w="12700" h="203200">
                  <a:moveTo>
                    <a:pt x="12700" y="196850"/>
                  </a:moveTo>
                  <a:lnTo>
                    <a:pt x="12700" y="6350"/>
                  </a:lnTo>
                  <a:lnTo>
                    <a:pt x="0" y="6350"/>
                  </a:lnTo>
                  <a:lnTo>
                    <a:pt x="0" y="196850"/>
                  </a:lnTo>
                  <a:lnTo>
                    <a:pt x="12700" y="196850"/>
                  </a:lnTo>
                  <a:close/>
                </a:path>
                <a:path w="12700" h="203200">
                  <a:moveTo>
                    <a:pt x="12700" y="200355"/>
                  </a:moveTo>
                  <a:lnTo>
                    <a:pt x="12700" y="196850"/>
                  </a:lnTo>
                  <a:lnTo>
                    <a:pt x="0" y="196850"/>
                  </a:lnTo>
                  <a:lnTo>
                    <a:pt x="0" y="200355"/>
                  </a:lnTo>
                  <a:lnTo>
                    <a:pt x="2844" y="203200"/>
                  </a:lnTo>
                  <a:lnTo>
                    <a:pt x="9855" y="203200"/>
                  </a:lnTo>
                  <a:lnTo>
                    <a:pt x="12700" y="2003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7" name="object 277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685800" y="5651500"/>
              <a:ext cx="4305300" cy="114445"/>
            </a:xfrm>
            <a:prstGeom prst="rect">
              <a:avLst/>
            </a:prstGeom>
          </p:spPr>
        </p:pic>
        <p:sp>
          <p:nvSpPr>
            <p:cNvPr id="278" name="object 278"/>
            <p:cNvSpPr/>
            <p:nvPr/>
          </p:nvSpPr>
          <p:spPr>
            <a:xfrm>
              <a:off x="736600" y="5689612"/>
              <a:ext cx="4203700" cy="13335"/>
            </a:xfrm>
            <a:custGeom>
              <a:avLst/>
              <a:gdLst/>
              <a:ahLst/>
              <a:cxnLst/>
              <a:rect l="l" t="t" r="r" b="b"/>
              <a:pathLst>
                <a:path w="4203700" h="13335">
                  <a:moveTo>
                    <a:pt x="4203700" y="0"/>
                  </a:moveTo>
                  <a:lnTo>
                    <a:pt x="0" y="139"/>
                  </a:lnTo>
                  <a:lnTo>
                    <a:pt x="0" y="6489"/>
                  </a:lnTo>
                  <a:lnTo>
                    <a:pt x="0" y="12839"/>
                  </a:lnTo>
                  <a:lnTo>
                    <a:pt x="4203700" y="12700"/>
                  </a:lnTo>
                  <a:lnTo>
                    <a:pt x="4203700" y="6350"/>
                  </a:lnTo>
                  <a:lnTo>
                    <a:pt x="42037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9" name="object 279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695572" y="5689594"/>
              <a:ext cx="94754" cy="172072"/>
            </a:xfrm>
            <a:prstGeom prst="rect">
              <a:avLst/>
            </a:prstGeom>
          </p:spPr>
        </p:pic>
        <p:pic>
          <p:nvPicPr>
            <p:cNvPr id="280" name="object 280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2073522" y="5702037"/>
              <a:ext cx="94754" cy="159893"/>
            </a:xfrm>
            <a:prstGeom prst="rect">
              <a:avLst/>
            </a:prstGeom>
          </p:spPr>
        </p:pic>
        <p:pic>
          <p:nvPicPr>
            <p:cNvPr id="281" name="object 281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4886566" y="5689600"/>
              <a:ext cx="94767" cy="153022"/>
            </a:xfrm>
            <a:prstGeom prst="rect">
              <a:avLst/>
            </a:prstGeom>
          </p:spPr>
        </p:pic>
        <p:pic>
          <p:nvPicPr>
            <p:cNvPr id="282" name="object 282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3451472" y="5702294"/>
              <a:ext cx="94754" cy="159372"/>
            </a:xfrm>
            <a:prstGeom prst="rect">
              <a:avLst/>
            </a:prstGeom>
          </p:spPr>
        </p:pic>
      </p:grpSp>
      <p:grpSp>
        <p:nvGrpSpPr>
          <p:cNvPr id="283" name="object 283"/>
          <p:cNvGrpSpPr/>
          <p:nvPr/>
        </p:nvGrpSpPr>
        <p:grpSpPr>
          <a:xfrm>
            <a:off x="9372600" y="4953000"/>
            <a:ext cx="4597400" cy="2794000"/>
            <a:chOff x="9372600" y="4953000"/>
            <a:chExt cx="4597400" cy="2794000"/>
          </a:xfrm>
        </p:grpSpPr>
        <p:pic>
          <p:nvPicPr>
            <p:cNvPr id="284" name="object 284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9372600" y="4953000"/>
              <a:ext cx="4597400" cy="2794000"/>
            </a:xfrm>
            <a:prstGeom prst="rect">
              <a:avLst/>
            </a:prstGeom>
          </p:spPr>
        </p:pic>
        <p:pic>
          <p:nvPicPr>
            <p:cNvPr id="285" name="object 285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9631634" y="5172303"/>
              <a:ext cx="1678800" cy="1149743"/>
            </a:xfrm>
            <a:prstGeom prst="rect">
              <a:avLst/>
            </a:prstGeom>
          </p:spPr>
        </p:pic>
        <p:pic>
          <p:nvPicPr>
            <p:cNvPr id="286" name="object 286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2026896" y="5080000"/>
              <a:ext cx="774703" cy="749300"/>
            </a:xfrm>
            <a:prstGeom prst="rect">
              <a:avLst/>
            </a:prstGeom>
          </p:spPr>
        </p:pic>
        <p:pic>
          <p:nvPicPr>
            <p:cNvPr id="287" name="object 287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1341096" y="5829300"/>
              <a:ext cx="838203" cy="749300"/>
            </a:xfrm>
            <a:prstGeom prst="rect">
              <a:avLst/>
            </a:prstGeom>
          </p:spPr>
        </p:pic>
        <p:pic>
          <p:nvPicPr>
            <p:cNvPr id="288" name="object 288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0439399" y="6375400"/>
              <a:ext cx="812806" cy="825501"/>
            </a:xfrm>
            <a:prstGeom prst="rect">
              <a:avLst/>
            </a:prstGeom>
          </p:spPr>
        </p:pic>
        <p:pic>
          <p:nvPicPr>
            <p:cNvPr id="289" name="object 289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9486898" y="6578600"/>
              <a:ext cx="800101" cy="825500"/>
            </a:xfrm>
            <a:prstGeom prst="rect">
              <a:avLst/>
            </a:prstGeom>
          </p:spPr>
        </p:pic>
        <p:pic>
          <p:nvPicPr>
            <p:cNvPr id="290" name="object 290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9525000" y="7213600"/>
              <a:ext cx="635000" cy="533400"/>
            </a:xfrm>
            <a:prstGeom prst="rect">
              <a:avLst/>
            </a:prstGeom>
          </p:spPr>
        </p:pic>
        <p:pic>
          <p:nvPicPr>
            <p:cNvPr id="291" name="object 291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0909300" y="6934200"/>
              <a:ext cx="635000" cy="635000"/>
            </a:xfrm>
            <a:prstGeom prst="rect">
              <a:avLst/>
            </a:prstGeom>
          </p:spPr>
        </p:pic>
        <p:pic>
          <p:nvPicPr>
            <p:cNvPr id="292" name="object 292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1620500" y="6311900"/>
              <a:ext cx="635000" cy="635000"/>
            </a:xfrm>
            <a:prstGeom prst="rect">
              <a:avLst/>
            </a:prstGeom>
          </p:spPr>
        </p:pic>
        <p:pic>
          <p:nvPicPr>
            <p:cNvPr id="293" name="object 293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2750800" y="5359400"/>
              <a:ext cx="635000" cy="635000"/>
            </a:xfrm>
            <a:prstGeom prst="rect">
              <a:avLst/>
            </a:prstGeom>
          </p:spPr>
        </p:pic>
      </p:grpSp>
      <p:pic>
        <p:nvPicPr>
          <p:cNvPr id="294" name="object 294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2235200" y="2108200"/>
            <a:ext cx="2057400" cy="2857500"/>
          </a:xfrm>
          <a:prstGeom prst="rect">
            <a:avLst/>
          </a:prstGeom>
        </p:spPr>
      </p:pic>
      <p:pic>
        <p:nvPicPr>
          <p:cNvPr id="295" name="object 295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8079600" y="4330700"/>
            <a:ext cx="752525" cy="429489"/>
          </a:xfrm>
          <a:prstGeom prst="rect">
            <a:avLst/>
          </a:prstGeom>
        </p:spPr>
      </p:pic>
      <p:pic>
        <p:nvPicPr>
          <p:cNvPr id="296" name="object 296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230047" y="4394200"/>
            <a:ext cx="838403" cy="442187"/>
          </a:xfrm>
          <a:prstGeom prst="rect">
            <a:avLst/>
          </a:prstGeom>
        </p:spPr>
      </p:pic>
      <p:pic>
        <p:nvPicPr>
          <p:cNvPr id="297" name="object 297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4826000" y="4356100"/>
            <a:ext cx="688416" cy="419709"/>
          </a:xfrm>
          <a:prstGeom prst="rect">
            <a:avLst/>
          </a:prstGeom>
        </p:spPr>
      </p:pic>
      <p:pic>
        <p:nvPicPr>
          <p:cNvPr id="298" name="object 298"/>
          <p:cNvPicPr/>
          <p:nvPr/>
        </p:nvPicPr>
        <p:blipFill>
          <a:blip r:embed="rId73" cstate="print"/>
          <a:stretch>
            <a:fillRect/>
          </a:stretch>
        </p:blipFill>
        <p:spPr>
          <a:xfrm>
            <a:off x="1144447" y="4368800"/>
            <a:ext cx="877303" cy="467587"/>
          </a:xfrm>
          <a:prstGeom prst="rect">
            <a:avLst/>
          </a:prstGeom>
        </p:spPr>
      </p:pic>
      <p:pic>
        <p:nvPicPr>
          <p:cNvPr id="299" name="object 299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9347200" y="4279900"/>
            <a:ext cx="1763115" cy="558800"/>
          </a:xfrm>
          <a:prstGeom prst="rect">
            <a:avLst/>
          </a:prstGeom>
        </p:spPr>
      </p:pic>
      <p:pic>
        <p:nvPicPr>
          <p:cNvPr id="300" name="object 300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5680964" y="4305300"/>
            <a:ext cx="773099" cy="493573"/>
          </a:xfrm>
          <a:prstGeom prst="rect">
            <a:avLst/>
          </a:prstGeom>
        </p:spPr>
      </p:pic>
      <p:grpSp>
        <p:nvGrpSpPr>
          <p:cNvPr id="301" name="object 301"/>
          <p:cNvGrpSpPr/>
          <p:nvPr/>
        </p:nvGrpSpPr>
        <p:grpSpPr>
          <a:xfrm>
            <a:off x="7153732" y="4279900"/>
            <a:ext cx="765175" cy="556895"/>
            <a:chOff x="7153732" y="4279900"/>
            <a:chExt cx="765175" cy="556895"/>
          </a:xfrm>
        </p:grpSpPr>
        <p:pic>
          <p:nvPicPr>
            <p:cNvPr id="302" name="object 302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7340600" y="4279900"/>
              <a:ext cx="520700" cy="469900"/>
            </a:xfrm>
            <a:prstGeom prst="rect">
              <a:avLst/>
            </a:prstGeom>
          </p:spPr>
        </p:pic>
        <p:pic>
          <p:nvPicPr>
            <p:cNvPr id="303" name="object 303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7153732" y="4723918"/>
              <a:ext cx="764717" cy="112471"/>
            </a:xfrm>
            <a:prstGeom prst="rect">
              <a:avLst/>
            </a:prstGeom>
          </p:spPr>
        </p:pic>
      </p:grpSp>
      <p:grpSp>
        <p:nvGrpSpPr>
          <p:cNvPr id="304" name="object 304"/>
          <p:cNvGrpSpPr/>
          <p:nvPr/>
        </p:nvGrpSpPr>
        <p:grpSpPr>
          <a:xfrm>
            <a:off x="0" y="-63"/>
            <a:ext cx="13970000" cy="705485"/>
            <a:chOff x="0" y="-63"/>
            <a:chExt cx="13970000" cy="705485"/>
          </a:xfrm>
        </p:grpSpPr>
        <p:sp>
          <p:nvSpPr>
            <p:cNvPr id="305" name="object 305"/>
            <p:cNvSpPr/>
            <p:nvPr/>
          </p:nvSpPr>
          <p:spPr>
            <a:xfrm>
              <a:off x="0" y="0"/>
              <a:ext cx="13970000" cy="544195"/>
            </a:xfrm>
            <a:custGeom>
              <a:avLst/>
              <a:gdLst/>
              <a:ahLst/>
              <a:cxnLst/>
              <a:rect l="l" t="t" r="r" b="b"/>
              <a:pathLst>
                <a:path w="13970000" h="544195">
                  <a:moveTo>
                    <a:pt x="0" y="543689"/>
                  </a:moveTo>
                  <a:lnTo>
                    <a:pt x="13970000" y="543689"/>
                  </a:lnTo>
                  <a:lnTo>
                    <a:pt x="13970000" y="0"/>
                  </a:lnTo>
                  <a:lnTo>
                    <a:pt x="0" y="0"/>
                  </a:lnTo>
                  <a:lnTo>
                    <a:pt x="0" y="543689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6" name="object 306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97011" y="0"/>
              <a:ext cx="1212672" cy="553230"/>
            </a:xfrm>
            <a:prstGeom prst="rect">
              <a:avLst/>
            </a:prstGeom>
          </p:spPr>
        </p:pic>
        <p:pic>
          <p:nvPicPr>
            <p:cNvPr id="307" name="object 307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12458700" y="12700"/>
              <a:ext cx="838200" cy="571500"/>
            </a:xfrm>
            <a:prstGeom prst="rect">
              <a:avLst/>
            </a:prstGeom>
          </p:spPr>
        </p:pic>
        <p:pic>
          <p:nvPicPr>
            <p:cNvPr id="308" name="object 308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12484100" y="12700"/>
              <a:ext cx="736600" cy="469900"/>
            </a:xfrm>
            <a:prstGeom prst="rect">
              <a:avLst/>
            </a:prstGeom>
          </p:spPr>
        </p:pic>
        <p:pic>
          <p:nvPicPr>
            <p:cNvPr id="309" name="object 309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1290284" y="-59"/>
              <a:ext cx="1236927" cy="691692"/>
            </a:xfrm>
            <a:prstGeom prst="rect">
              <a:avLst/>
            </a:prstGeom>
          </p:spPr>
        </p:pic>
        <p:pic>
          <p:nvPicPr>
            <p:cNvPr id="310" name="object 310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498818" y="103039"/>
              <a:ext cx="779983" cy="305765"/>
            </a:xfrm>
            <a:prstGeom prst="rect">
              <a:avLst/>
            </a:prstGeom>
          </p:spPr>
        </p:pic>
        <p:pic>
          <p:nvPicPr>
            <p:cNvPr id="311" name="object 311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4967113" y="12725"/>
              <a:ext cx="1459991" cy="691692"/>
            </a:xfrm>
            <a:prstGeom prst="rect">
              <a:avLst/>
            </a:prstGeom>
          </p:spPr>
        </p:pic>
        <p:pic>
          <p:nvPicPr>
            <p:cNvPr id="312" name="object 312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5109511" y="114262"/>
              <a:ext cx="1139698" cy="337616"/>
            </a:xfrm>
            <a:prstGeom prst="rect">
              <a:avLst/>
            </a:prstGeom>
          </p:spPr>
        </p:pic>
        <p:pic>
          <p:nvPicPr>
            <p:cNvPr id="313" name="object 313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3812647" y="-63"/>
              <a:ext cx="1246628" cy="701237"/>
            </a:xfrm>
            <a:prstGeom prst="rect">
              <a:avLst/>
            </a:prstGeom>
          </p:spPr>
        </p:pic>
        <p:pic>
          <p:nvPicPr>
            <p:cNvPr id="314" name="object 314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3956705" y="101256"/>
              <a:ext cx="901738" cy="312254"/>
            </a:xfrm>
            <a:prstGeom prst="rect">
              <a:avLst/>
            </a:prstGeom>
          </p:spPr>
        </p:pic>
        <p:pic>
          <p:nvPicPr>
            <p:cNvPr id="315" name="object 315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6344710" y="-59"/>
              <a:ext cx="1139913" cy="691692"/>
            </a:xfrm>
            <a:prstGeom prst="rect">
              <a:avLst/>
            </a:prstGeom>
          </p:spPr>
        </p:pic>
        <p:pic>
          <p:nvPicPr>
            <p:cNvPr id="316" name="object 316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6586501" y="85362"/>
              <a:ext cx="615391" cy="388289"/>
            </a:xfrm>
            <a:prstGeom prst="rect">
              <a:avLst/>
            </a:prstGeom>
          </p:spPr>
        </p:pic>
        <p:pic>
          <p:nvPicPr>
            <p:cNvPr id="317" name="object 317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2444750" y="0"/>
              <a:ext cx="1498799" cy="634452"/>
            </a:xfrm>
            <a:prstGeom prst="rect">
              <a:avLst/>
            </a:prstGeom>
          </p:spPr>
        </p:pic>
        <p:pic>
          <p:nvPicPr>
            <p:cNvPr id="318" name="object 318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2613292" y="133758"/>
              <a:ext cx="1141158" cy="312254"/>
            </a:xfrm>
            <a:prstGeom prst="rect">
              <a:avLst/>
            </a:prstGeom>
          </p:spPr>
        </p:pic>
        <p:pic>
          <p:nvPicPr>
            <p:cNvPr id="319" name="object 319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13322300" y="0"/>
              <a:ext cx="482599" cy="482599"/>
            </a:xfrm>
            <a:prstGeom prst="rect">
              <a:avLst/>
            </a:prstGeom>
          </p:spPr>
        </p:pic>
        <p:pic>
          <p:nvPicPr>
            <p:cNvPr id="320" name="object 320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7397750" y="0"/>
              <a:ext cx="1219199" cy="695325"/>
            </a:xfrm>
            <a:prstGeom prst="rect">
              <a:avLst/>
            </a:prstGeom>
          </p:spPr>
        </p:pic>
        <p:pic>
          <p:nvPicPr>
            <p:cNvPr id="321" name="object 321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7476008" y="117856"/>
              <a:ext cx="1036789" cy="293585"/>
            </a:xfrm>
            <a:prstGeom prst="rect">
              <a:avLst/>
            </a:prstGeom>
          </p:spPr>
        </p:pic>
        <p:pic>
          <p:nvPicPr>
            <p:cNvPr id="322" name="object 322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8524875" y="0"/>
              <a:ext cx="1209675" cy="704850"/>
            </a:xfrm>
            <a:prstGeom prst="rect">
              <a:avLst/>
            </a:prstGeom>
          </p:spPr>
        </p:pic>
        <p:pic>
          <p:nvPicPr>
            <p:cNvPr id="323" name="object 323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8800377" y="106452"/>
              <a:ext cx="630466" cy="337616"/>
            </a:xfrm>
            <a:prstGeom prst="rect">
              <a:avLst/>
            </a:prstGeom>
          </p:spPr>
        </p:pic>
        <p:pic>
          <p:nvPicPr>
            <p:cNvPr id="324" name="object 324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9642475" y="0"/>
              <a:ext cx="1219199" cy="695325"/>
            </a:xfrm>
            <a:prstGeom prst="rect">
              <a:avLst/>
            </a:prstGeom>
          </p:spPr>
        </p:pic>
        <p:sp>
          <p:nvSpPr>
            <p:cNvPr id="325" name="object 325"/>
            <p:cNvSpPr/>
            <p:nvPr/>
          </p:nvSpPr>
          <p:spPr>
            <a:xfrm>
              <a:off x="9884405" y="210108"/>
              <a:ext cx="703580" cy="152400"/>
            </a:xfrm>
            <a:custGeom>
              <a:avLst/>
              <a:gdLst/>
              <a:ahLst/>
              <a:cxnLst/>
              <a:rect l="l" t="t" r="r" b="b"/>
              <a:pathLst>
                <a:path w="703579" h="152400">
                  <a:moveTo>
                    <a:pt x="70167" y="6489"/>
                  </a:moveTo>
                  <a:lnTo>
                    <a:pt x="39217" y="6489"/>
                  </a:lnTo>
                  <a:lnTo>
                    <a:pt x="0" y="120091"/>
                  </a:lnTo>
                  <a:lnTo>
                    <a:pt x="25730" y="120091"/>
                  </a:lnTo>
                  <a:lnTo>
                    <a:pt x="34158" y="94183"/>
                  </a:lnTo>
                  <a:lnTo>
                    <a:pt x="24129" y="94183"/>
                  </a:lnTo>
                  <a:lnTo>
                    <a:pt x="24129" y="75438"/>
                  </a:lnTo>
                  <a:lnTo>
                    <a:pt x="40256" y="75438"/>
                  </a:lnTo>
                  <a:lnTo>
                    <a:pt x="54241" y="32448"/>
                  </a:lnTo>
                  <a:lnTo>
                    <a:pt x="79117" y="32448"/>
                  </a:lnTo>
                  <a:lnTo>
                    <a:pt x="70167" y="6489"/>
                  </a:lnTo>
                  <a:close/>
                </a:path>
                <a:path w="703579" h="152400">
                  <a:moveTo>
                    <a:pt x="79117" y="32448"/>
                  </a:moveTo>
                  <a:lnTo>
                    <a:pt x="55130" y="32448"/>
                  </a:lnTo>
                  <a:lnTo>
                    <a:pt x="83591" y="120091"/>
                  </a:lnTo>
                  <a:lnTo>
                    <a:pt x="109334" y="120091"/>
                  </a:lnTo>
                  <a:lnTo>
                    <a:pt x="100401" y="94183"/>
                  </a:lnTo>
                  <a:lnTo>
                    <a:pt x="84924" y="94183"/>
                  </a:lnTo>
                  <a:lnTo>
                    <a:pt x="84924" y="75438"/>
                  </a:lnTo>
                  <a:lnTo>
                    <a:pt x="93939" y="75438"/>
                  </a:lnTo>
                  <a:lnTo>
                    <a:pt x="79117" y="32448"/>
                  </a:lnTo>
                  <a:close/>
                </a:path>
                <a:path w="703579" h="152400">
                  <a:moveTo>
                    <a:pt x="40256" y="75438"/>
                  </a:moveTo>
                  <a:lnTo>
                    <a:pt x="24129" y="75438"/>
                  </a:lnTo>
                  <a:lnTo>
                    <a:pt x="24129" y="94183"/>
                  </a:lnTo>
                  <a:lnTo>
                    <a:pt x="34158" y="94183"/>
                  </a:lnTo>
                  <a:lnTo>
                    <a:pt x="40256" y="75438"/>
                  </a:lnTo>
                  <a:close/>
                </a:path>
                <a:path w="703579" h="152400">
                  <a:moveTo>
                    <a:pt x="69090" y="75438"/>
                  </a:moveTo>
                  <a:lnTo>
                    <a:pt x="40256" y="75438"/>
                  </a:lnTo>
                  <a:lnTo>
                    <a:pt x="34158" y="94183"/>
                  </a:lnTo>
                  <a:lnTo>
                    <a:pt x="75178" y="94183"/>
                  </a:lnTo>
                  <a:lnTo>
                    <a:pt x="69090" y="75438"/>
                  </a:lnTo>
                  <a:close/>
                </a:path>
                <a:path w="703579" h="152400">
                  <a:moveTo>
                    <a:pt x="93939" y="75438"/>
                  </a:moveTo>
                  <a:lnTo>
                    <a:pt x="84924" y="75438"/>
                  </a:lnTo>
                  <a:lnTo>
                    <a:pt x="84924" y="94183"/>
                  </a:lnTo>
                  <a:lnTo>
                    <a:pt x="100401" y="94183"/>
                  </a:lnTo>
                  <a:lnTo>
                    <a:pt x="93939" y="75438"/>
                  </a:lnTo>
                  <a:close/>
                </a:path>
                <a:path w="703579" h="152400">
                  <a:moveTo>
                    <a:pt x="142201" y="34886"/>
                  </a:moveTo>
                  <a:lnTo>
                    <a:pt x="118897" y="34886"/>
                  </a:lnTo>
                  <a:lnTo>
                    <a:pt x="118897" y="152044"/>
                  </a:lnTo>
                  <a:lnTo>
                    <a:pt x="142532" y="152044"/>
                  </a:lnTo>
                  <a:lnTo>
                    <a:pt x="142532" y="106438"/>
                  </a:lnTo>
                  <a:lnTo>
                    <a:pt x="195174" y="106438"/>
                  </a:lnTo>
                  <a:lnTo>
                    <a:pt x="196939" y="102666"/>
                  </a:lnTo>
                  <a:lnTo>
                    <a:pt x="156146" y="102666"/>
                  </a:lnTo>
                  <a:lnTo>
                    <a:pt x="152907" y="101638"/>
                  </a:lnTo>
                  <a:lnTo>
                    <a:pt x="142036" y="82550"/>
                  </a:lnTo>
                  <a:lnTo>
                    <a:pt x="142036" y="72428"/>
                  </a:lnTo>
                  <a:lnTo>
                    <a:pt x="142701" y="68237"/>
                  </a:lnTo>
                  <a:lnTo>
                    <a:pt x="142806" y="67830"/>
                  </a:lnTo>
                  <a:lnTo>
                    <a:pt x="145460" y="60769"/>
                  </a:lnTo>
                  <a:lnTo>
                    <a:pt x="145541" y="60553"/>
                  </a:lnTo>
                  <a:lnTo>
                    <a:pt x="156108" y="52578"/>
                  </a:lnTo>
                  <a:lnTo>
                    <a:pt x="196957" y="52578"/>
                  </a:lnTo>
                  <a:lnTo>
                    <a:pt x="195331" y="49199"/>
                  </a:lnTo>
                  <a:lnTo>
                    <a:pt x="142201" y="49199"/>
                  </a:lnTo>
                  <a:lnTo>
                    <a:pt x="142201" y="34886"/>
                  </a:lnTo>
                  <a:close/>
                </a:path>
                <a:path w="703579" h="152400">
                  <a:moveTo>
                    <a:pt x="195174" y="106438"/>
                  </a:moveTo>
                  <a:lnTo>
                    <a:pt x="143255" y="106438"/>
                  </a:lnTo>
                  <a:lnTo>
                    <a:pt x="144322" y="108813"/>
                  </a:lnTo>
                  <a:lnTo>
                    <a:pt x="162852" y="121475"/>
                  </a:lnTo>
                  <a:lnTo>
                    <a:pt x="173913" y="121475"/>
                  </a:lnTo>
                  <a:lnTo>
                    <a:pt x="179755" y="119811"/>
                  </a:lnTo>
                  <a:lnTo>
                    <a:pt x="190220" y="113118"/>
                  </a:lnTo>
                  <a:lnTo>
                    <a:pt x="194360" y="108178"/>
                  </a:lnTo>
                  <a:lnTo>
                    <a:pt x="195174" y="106438"/>
                  </a:lnTo>
                  <a:close/>
                </a:path>
                <a:path w="703579" h="152400">
                  <a:moveTo>
                    <a:pt x="196957" y="52578"/>
                  </a:moveTo>
                  <a:lnTo>
                    <a:pt x="163829" y="52578"/>
                  </a:lnTo>
                  <a:lnTo>
                    <a:pt x="167106" y="53632"/>
                  </a:lnTo>
                  <a:lnTo>
                    <a:pt x="172427" y="57848"/>
                  </a:lnTo>
                  <a:lnTo>
                    <a:pt x="174447" y="60769"/>
                  </a:lnTo>
                  <a:lnTo>
                    <a:pt x="177029" y="67830"/>
                  </a:lnTo>
                  <a:lnTo>
                    <a:pt x="177098" y="68021"/>
                  </a:lnTo>
                  <a:lnTo>
                    <a:pt x="177177" y="68237"/>
                  </a:lnTo>
                  <a:lnTo>
                    <a:pt x="177841" y="72428"/>
                  </a:lnTo>
                  <a:lnTo>
                    <a:pt x="177847" y="82550"/>
                  </a:lnTo>
                  <a:lnTo>
                    <a:pt x="177164" y="86829"/>
                  </a:lnTo>
                  <a:lnTo>
                    <a:pt x="163791" y="102666"/>
                  </a:lnTo>
                  <a:lnTo>
                    <a:pt x="196939" y="102666"/>
                  </a:lnTo>
                  <a:lnTo>
                    <a:pt x="200469" y="95123"/>
                  </a:lnTo>
                  <a:lnTo>
                    <a:pt x="201993" y="87109"/>
                  </a:lnTo>
                  <a:lnTo>
                    <a:pt x="201993" y="67830"/>
                  </a:lnTo>
                  <a:lnTo>
                    <a:pt x="200431" y="59715"/>
                  </a:lnTo>
                  <a:lnTo>
                    <a:pt x="196957" y="52578"/>
                  </a:lnTo>
                  <a:close/>
                </a:path>
                <a:path w="703579" h="152400">
                  <a:moveTo>
                    <a:pt x="173710" y="33782"/>
                  </a:moveTo>
                  <a:lnTo>
                    <a:pt x="162725" y="33782"/>
                  </a:lnTo>
                  <a:lnTo>
                    <a:pt x="158724" y="34594"/>
                  </a:lnTo>
                  <a:lnTo>
                    <a:pt x="143255" y="49199"/>
                  </a:lnTo>
                  <a:lnTo>
                    <a:pt x="195331" y="49199"/>
                  </a:lnTo>
                  <a:lnTo>
                    <a:pt x="173710" y="33782"/>
                  </a:lnTo>
                  <a:close/>
                </a:path>
                <a:path w="703579" h="152400">
                  <a:moveTo>
                    <a:pt x="237388" y="34886"/>
                  </a:moveTo>
                  <a:lnTo>
                    <a:pt x="214096" y="34886"/>
                  </a:lnTo>
                  <a:lnTo>
                    <a:pt x="214096" y="152044"/>
                  </a:lnTo>
                  <a:lnTo>
                    <a:pt x="237718" y="152044"/>
                  </a:lnTo>
                  <a:lnTo>
                    <a:pt x="237718" y="106438"/>
                  </a:lnTo>
                  <a:lnTo>
                    <a:pt x="290361" y="106438"/>
                  </a:lnTo>
                  <a:lnTo>
                    <a:pt x="292126" y="102666"/>
                  </a:lnTo>
                  <a:lnTo>
                    <a:pt x="251332" y="102666"/>
                  </a:lnTo>
                  <a:lnTo>
                    <a:pt x="248094" y="101638"/>
                  </a:lnTo>
                  <a:lnTo>
                    <a:pt x="237223" y="82550"/>
                  </a:lnTo>
                  <a:lnTo>
                    <a:pt x="237223" y="72428"/>
                  </a:lnTo>
                  <a:lnTo>
                    <a:pt x="242624" y="57848"/>
                  </a:lnTo>
                  <a:lnTo>
                    <a:pt x="242747" y="57670"/>
                  </a:lnTo>
                  <a:lnTo>
                    <a:pt x="247994" y="53632"/>
                  </a:lnTo>
                  <a:lnTo>
                    <a:pt x="249140" y="53251"/>
                  </a:lnTo>
                  <a:lnTo>
                    <a:pt x="251294" y="52578"/>
                  </a:lnTo>
                  <a:lnTo>
                    <a:pt x="292144" y="52578"/>
                  </a:lnTo>
                  <a:lnTo>
                    <a:pt x="290517" y="49199"/>
                  </a:lnTo>
                  <a:lnTo>
                    <a:pt x="237388" y="49199"/>
                  </a:lnTo>
                  <a:lnTo>
                    <a:pt x="237388" y="34886"/>
                  </a:lnTo>
                  <a:close/>
                </a:path>
                <a:path w="703579" h="152400">
                  <a:moveTo>
                    <a:pt x="290361" y="106438"/>
                  </a:moveTo>
                  <a:lnTo>
                    <a:pt x="238442" y="106438"/>
                  </a:lnTo>
                  <a:lnTo>
                    <a:pt x="239521" y="108813"/>
                  </a:lnTo>
                  <a:lnTo>
                    <a:pt x="258038" y="121475"/>
                  </a:lnTo>
                  <a:lnTo>
                    <a:pt x="269100" y="121475"/>
                  </a:lnTo>
                  <a:lnTo>
                    <a:pt x="274942" y="119811"/>
                  </a:lnTo>
                  <a:lnTo>
                    <a:pt x="285407" y="113118"/>
                  </a:lnTo>
                  <a:lnTo>
                    <a:pt x="289547" y="108178"/>
                  </a:lnTo>
                  <a:lnTo>
                    <a:pt x="290361" y="106438"/>
                  </a:lnTo>
                  <a:close/>
                </a:path>
                <a:path w="703579" h="152400">
                  <a:moveTo>
                    <a:pt x="292144" y="52578"/>
                  </a:moveTo>
                  <a:lnTo>
                    <a:pt x="259029" y="52578"/>
                  </a:lnTo>
                  <a:lnTo>
                    <a:pt x="262293" y="53632"/>
                  </a:lnTo>
                  <a:lnTo>
                    <a:pt x="267627" y="57848"/>
                  </a:lnTo>
                  <a:lnTo>
                    <a:pt x="269633" y="60769"/>
                  </a:lnTo>
                  <a:lnTo>
                    <a:pt x="272227" y="67830"/>
                  </a:lnTo>
                  <a:lnTo>
                    <a:pt x="272297" y="68021"/>
                  </a:lnTo>
                  <a:lnTo>
                    <a:pt x="272376" y="68237"/>
                  </a:lnTo>
                  <a:lnTo>
                    <a:pt x="273040" y="72428"/>
                  </a:lnTo>
                  <a:lnTo>
                    <a:pt x="273046" y="82550"/>
                  </a:lnTo>
                  <a:lnTo>
                    <a:pt x="272351" y="86829"/>
                  </a:lnTo>
                  <a:lnTo>
                    <a:pt x="258991" y="102666"/>
                  </a:lnTo>
                  <a:lnTo>
                    <a:pt x="292126" y="102666"/>
                  </a:lnTo>
                  <a:lnTo>
                    <a:pt x="295655" y="95123"/>
                  </a:lnTo>
                  <a:lnTo>
                    <a:pt x="297192" y="87109"/>
                  </a:lnTo>
                  <a:lnTo>
                    <a:pt x="297192" y="67830"/>
                  </a:lnTo>
                  <a:lnTo>
                    <a:pt x="295617" y="59715"/>
                  </a:lnTo>
                  <a:lnTo>
                    <a:pt x="292144" y="52578"/>
                  </a:lnTo>
                  <a:close/>
                </a:path>
                <a:path w="703579" h="152400">
                  <a:moveTo>
                    <a:pt x="268897" y="33782"/>
                  </a:moveTo>
                  <a:lnTo>
                    <a:pt x="257911" y="33782"/>
                  </a:lnTo>
                  <a:lnTo>
                    <a:pt x="253923" y="34594"/>
                  </a:lnTo>
                  <a:lnTo>
                    <a:pt x="247522" y="37807"/>
                  </a:lnTo>
                  <a:lnTo>
                    <a:pt x="244932" y="39801"/>
                  </a:lnTo>
                  <a:lnTo>
                    <a:pt x="240982" y="44577"/>
                  </a:lnTo>
                  <a:lnTo>
                    <a:pt x="239590" y="46736"/>
                  </a:lnTo>
                  <a:lnTo>
                    <a:pt x="239483" y="46901"/>
                  </a:lnTo>
                  <a:lnTo>
                    <a:pt x="238442" y="49199"/>
                  </a:lnTo>
                  <a:lnTo>
                    <a:pt x="290517" y="49199"/>
                  </a:lnTo>
                  <a:lnTo>
                    <a:pt x="289410" y="46901"/>
                  </a:lnTo>
                  <a:lnTo>
                    <a:pt x="289331" y="46736"/>
                  </a:lnTo>
                  <a:lnTo>
                    <a:pt x="285127" y="41871"/>
                  </a:lnTo>
                  <a:lnTo>
                    <a:pt x="274624" y="35407"/>
                  </a:lnTo>
                  <a:lnTo>
                    <a:pt x="268897" y="33782"/>
                  </a:lnTo>
                  <a:close/>
                </a:path>
                <a:path w="703579" h="152400">
                  <a:moveTo>
                    <a:pt x="352793" y="33782"/>
                  </a:moveTo>
                  <a:lnTo>
                    <a:pt x="338810" y="33782"/>
                  </a:lnTo>
                  <a:lnTo>
                    <a:pt x="331520" y="35623"/>
                  </a:lnTo>
                  <a:lnTo>
                    <a:pt x="305891" y="68884"/>
                  </a:lnTo>
                  <a:lnTo>
                    <a:pt x="305841" y="86868"/>
                  </a:lnTo>
                  <a:lnTo>
                    <a:pt x="307454" y="94246"/>
                  </a:lnTo>
                  <a:lnTo>
                    <a:pt x="307543" y="94653"/>
                  </a:lnTo>
                  <a:lnTo>
                    <a:pt x="339343" y="121754"/>
                  </a:lnTo>
                  <a:lnTo>
                    <a:pt x="355142" y="121754"/>
                  </a:lnTo>
                  <a:lnTo>
                    <a:pt x="384035" y="104114"/>
                  </a:lnTo>
                  <a:lnTo>
                    <a:pt x="344538" y="104114"/>
                  </a:lnTo>
                  <a:lnTo>
                    <a:pt x="341121" y="103289"/>
                  </a:lnTo>
                  <a:lnTo>
                    <a:pt x="329196" y="87807"/>
                  </a:lnTo>
                  <a:lnTo>
                    <a:pt x="329204" y="83540"/>
                  </a:lnTo>
                  <a:lnTo>
                    <a:pt x="315277" y="83540"/>
                  </a:lnTo>
                  <a:lnTo>
                    <a:pt x="315277" y="68884"/>
                  </a:lnTo>
                  <a:lnTo>
                    <a:pt x="329230" y="68884"/>
                  </a:lnTo>
                  <a:lnTo>
                    <a:pt x="329234" y="66306"/>
                  </a:lnTo>
                  <a:lnTo>
                    <a:pt x="329963" y="63474"/>
                  </a:lnTo>
                  <a:lnTo>
                    <a:pt x="330022" y="63246"/>
                  </a:lnTo>
                  <a:lnTo>
                    <a:pt x="331584" y="60515"/>
                  </a:lnTo>
                  <a:lnTo>
                    <a:pt x="333133" y="57734"/>
                  </a:lnTo>
                  <a:lnTo>
                    <a:pt x="335279" y="55537"/>
                  </a:lnTo>
                  <a:lnTo>
                    <a:pt x="340791" y="52247"/>
                  </a:lnTo>
                  <a:lnTo>
                    <a:pt x="343966" y="51422"/>
                  </a:lnTo>
                  <a:lnTo>
                    <a:pt x="381363" y="51422"/>
                  </a:lnTo>
                  <a:lnTo>
                    <a:pt x="379325" y="48183"/>
                  </a:lnTo>
                  <a:lnTo>
                    <a:pt x="371995" y="40944"/>
                  </a:lnTo>
                  <a:lnTo>
                    <a:pt x="367753" y="38265"/>
                  </a:lnTo>
                  <a:lnTo>
                    <a:pt x="362864" y="36499"/>
                  </a:lnTo>
                  <a:lnTo>
                    <a:pt x="358025" y="34683"/>
                  </a:lnTo>
                  <a:lnTo>
                    <a:pt x="352793" y="33782"/>
                  </a:lnTo>
                  <a:close/>
                </a:path>
                <a:path w="703579" h="152400">
                  <a:moveTo>
                    <a:pt x="364858" y="94246"/>
                  </a:moveTo>
                  <a:lnTo>
                    <a:pt x="351129" y="104114"/>
                  </a:lnTo>
                  <a:lnTo>
                    <a:pt x="384035" y="104114"/>
                  </a:lnTo>
                  <a:lnTo>
                    <a:pt x="385503" y="101155"/>
                  </a:lnTo>
                  <a:lnTo>
                    <a:pt x="385610" y="100939"/>
                  </a:lnTo>
                  <a:lnTo>
                    <a:pt x="386714" y="95681"/>
                  </a:lnTo>
                  <a:lnTo>
                    <a:pt x="364858" y="94246"/>
                  </a:lnTo>
                  <a:close/>
                </a:path>
                <a:path w="703579" h="152400">
                  <a:moveTo>
                    <a:pt x="329230" y="68884"/>
                  </a:moveTo>
                  <a:lnTo>
                    <a:pt x="315277" y="68884"/>
                  </a:lnTo>
                  <a:lnTo>
                    <a:pt x="315277" y="83540"/>
                  </a:lnTo>
                  <a:lnTo>
                    <a:pt x="329204" y="83540"/>
                  </a:lnTo>
                  <a:lnTo>
                    <a:pt x="329230" y="68884"/>
                  </a:lnTo>
                  <a:close/>
                </a:path>
                <a:path w="703579" h="152400">
                  <a:moveTo>
                    <a:pt x="381363" y="51422"/>
                  </a:moveTo>
                  <a:lnTo>
                    <a:pt x="351002" y="51422"/>
                  </a:lnTo>
                  <a:lnTo>
                    <a:pt x="354318" y="52247"/>
                  </a:lnTo>
                  <a:lnTo>
                    <a:pt x="354142" y="52247"/>
                  </a:lnTo>
                  <a:lnTo>
                    <a:pt x="356603" y="53695"/>
                  </a:lnTo>
                  <a:lnTo>
                    <a:pt x="359219" y="55168"/>
                  </a:lnTo>
                  <a:lnTo>
                    <a:pt x="361276" y="57226"/>
                  </a:lnTo>
                  <a:lnTo>
                    <a:pt x="364235" y="62471"/>
                  </a:lnTo>
                  <a:lnTo>
                    <a:pt x="364972" y="65493"/>
                  </a:lnTo>
                  <a:lnTo>
                    <a:pt x="364972" y="68884"/>
                  </a:lnTo>
                  <a:lnTo>
                    <a:pt x="329230" y="68884"/>
                  </a:lnTo>
                  <a:lnTo>
                    <a:pt x="329204" y="83540"/>
                  </a:lnTo>
                  <a:lnTo>
                    <a:pt x="387222" y="83540"/>
                  </a:lnTo>
                  <a:lnTo>
                    <a:pt x="387112" y="69113"/>
                  </a:lnTo>
                  <a:lnTo>
                    <a:pt x="386206" y="63474"/>
                  </a:lnTo>
                  <a:lnTo>
                    <a:pt x="382130" y="52641"/>
                  </a:lnTo>
                  <a:lnTo>
                    <a:pt x="381363" y="51422"/>
                  </a:lnTo>
                  <a:close/>
                </a:path>
                <a:path w="703579" h="152400">
                  <a:moveTo>
                    <a:pt x="421500" y="34886"/>
                  </a:moveTo>
                  <a:lnTo>
                    <a:pt x="398983" y="34886"/>
                  </a:lnTo>
                  <a:lnTo>
                    <a:pt x="398983" y="120091"/>
                  </a:lnTo>
                  <a:lnTo>
                    <a:pt x="422605" y="120091"/>
                  </a:lnTo>
                  <a:lnTo>
                    <a:pt x="422643" y="67170"/>
                  </a:lnTo>
                  <a:lnTo>
                    <a:pt x="423329" y="64046"/>
                  </a:lnTo>
                  <a:lnTo>
                    <a:pt x="426034" y="58826"/>
                  </a:lnTo>
                  <a:lnTo>
                    <a:pt x="427913" y="56832"/>
                  </a:lnTo>
                  <a:lnTo>
                    <a:pt x="432765" y="54102"/>
                  </a:lnTo>
                  <a:lnTo>
                    <a:pt x="435104" y="53530"/>
                  </a:lnTo>
                  <a:lnTo>
                    <a:pt x="476313" y="53530"/>
                  </a:lnTo>
                  <a:lnTo>
                    <a:pt x="474462" y="49923"/>
                  </a:lnTo>
                  <a:lnTo>
                    <a:pt x="421500" y="49923"/>
                  </a:lnTo>
                  <a:lnTo>
                    <a:pt x="421500" y="34886"/>
                  </a:lnTo>
                  <a:close/>
                </a:path>
                <a:path w="703579" h="152400">
                  <a:moveTo>
                    <a:pt x="476313" y="53530"/>
                  </a:moveTo>
                  <a:lnTo>
                    <a:pt x="443772" y="53530"/>
                  </a:lnTo>
                  <a:lnTo>
                    <a:pt x="447205" y="54889"/>
                  </a:lnTo>
                  <a:lnTo>
                    <a:pt x="449897" y="57848"/>
                  </a:lnTo>
                  <a:lnTo>
                    <a:pt x="452602" y="60769"/>
                  </a:lnTo>
                  <a:lnTo>
                    <a:pt x="453936" y="64846"/>
                  </a:lnTo>
                  <a:lnTo>
                    <a:pt x="453897" y="120091"/>
                  </a:lnTo>
                  <a:lnTo>
                    <a:pt x="477532" y="120091"/>
                  </a:lnTo>
                  <a:lnTo>
                    <a:pt x="477448" y="58826"/>
                  </a:lnTo>
                  <a:lnTo>
                    <a:pt x="476435" y="54102"/>
                  </a:lnTo>
                  <a:lnTo>
                    <a:pt x="476313" y="53530"/>
                  </a:lnTo>
                  <a:close/>
                </a:path>
                <a:path w="703579" h="152400">
                  <a:moveTo>
                    <a:pt x="454050" y="33782"/>
                  </a:moveTo>
                  <a:lnTo>
                    <a:pt x="441807" y="33782"/>
                  </a:lnTo>
                  <a:lnTo>
                    <a:pt x="436422" y="35242"/>
                  </a:lnTo>
                  <a:lnTo>
                    <a:pt x="431990" y="38163"/>
                  </a:lnTo>
                  <a:lnTo>
                    <a:pt x="427545" y="41046"/>
                  </a:lnTo>
                  <a:lnTo>
                    <a:pt x="424383" y="44958"/>
                  </a:lnTo>
                  <a:lnTo>
                    <a:pt x="422503" y="49923"/>
                  </a:lnTo>
                  <a:lnTo>
                    <a:pt x="474462" y="49923"/>
                  </a:lnTo>
                  <a:lnTo>
                    <a:pt x="471423" y="43942"/>
                  </a:lnTo>
                  <a:lnTo>
                    <a:pt x="468007" y="40246"/>
                  </a:lnTo>
                  <a:lnTo>
                    <a:pt x="459206" y="35064"/>
                  </a:lnTo>
                  <a:lnTo>
                    <a:pt x="454050" y="33782"/>
                  </a:lnTo>
                  <a:close/>
                </a:path>
                <a:path w="703579" h="152400">
                  <a:moveTo>
                    <a:pt x="528599" y="33782"/>
                  </a:moveTo>
                  <a:lnTo>
                    <a:pt x="517588" y="33782"/>
                  </a:lnTo>
                  <a:lnTo>
                    <a:pt x="511835" y="35407"/>
                  </a:lnTo>
                  <a:lnTo>
                    <a:pt x="501370" y="41871"/>
                  </a:lnTo>
                  <a:lnTo>
                    <a:pt x="497192" y="46736"/>
                  </a:lnTo>
                  <a:lnTo>
                    <a:pt x="490905" y="59715"/>
                  </a:lnTo>
                  <a:lnTo>
                    <a:pt x="489330" y="67830"/>
                  </a:lnTo>
                  <a:lnTo>
                    <a:pt x="489330" y="87109"/>
                  </a:lnTo>
                  <a:lnTo>
                    <a:pt x="490727" y="94513"/>
                  </a:lnTo>
                  <a:lnTo>
                    <a:pt x="490842" y="95123"/>
                  </a:lnTo>
                  <a:lnTo>
                    <a:pt x="517423" y="121475"/>
                  </a:lnTo>
                  <a:lnTo>
                    <a:pt x="528472" y="121475"/>
                  </a:lnTo>
                  <a:lnTo>
                    <a:pt x="532358" y="120726"/>
                  </a:lnTo>
                  <a:lnTo>
                    <a:pt x="535533" y="119202"/>
                  </a:lnTo>
                  <a:lnTo>
                    <a:pt x="538759" y="117690"/>
                  </a:lnTo>
                  <a:lnTo>
                    <a:pt x="541362" y="115785"/>
                  </a:lnTo>
                  <a:lnTo>
                    <a:pt x="545388" y="111163"/>
                  </a:lnTo>
                  <a:lnTo>
                    <a:pt x="546963" y="108813"/>
                  </a:lnTo>
                  <a:lnTo>
                    <a:pt x="548081" y="106438"/>
                  </a:lnTo>
                  <a:lnTo>
                    <a:pt x="572376" y="106438"/>
                  </a:lnTo>
                  <a:lnTo>
                    <a:pt x="572376" y="102666"/>
                  </a:lnTo>
                  <a:lnTo>
                    <a:pt x="527494" y="102666"/>
                  </a:lnTo>
                  <a:lnTo>
                    <a:pt x="524415" y="101676"/>
                  </a:lnTo>
                  <a:lnTo>
                    <a:pt x="513476" y="82550"/>
                  </a:lnTo>
                  <a:lnTo>
                    <a:pt x="513483" y="72428"/>
                  </a:lnTo>
                  <a:lnTo>
                    <a:pt x="527494" y="52578"/>
                  </a:lnTo>
                  <a:lnTo>
                    <a:pt x="572376" y="52578"/>
                  </a:lnTo>
                  <a:lnTo>
                    <a:pt x="572376" y="49199"/>
                  </a:lnTo>
                  <a:lnTo>
                    <a:pt x="548081" y="49199"/>
                  </a:lnTo>
                  <a:lnTo>
                    <a:pt x="547039" y="46901"/>
                  </a:lnTo>
                  <a:lnTo>
                    <a:pt x="545528" y="44577"/>
                  </a:lnTo>
                  <a:lnTo>
                    <a:pt x="543521" y="42202"/>
                  </a:lnTo>
                  <a:lnTo>
                    <a:pt x="541566" y="39801"/>
                  </a:lnTo>
                  <a:lnTo>
                    <a:pt x="538975" y="37807"/>
                  </a:lnTo>
                  <a:lnTo>
                    <a:pt x="535762" y="36220"/>
                  </a:lnTo>
                  <a:lnTo>
                    <a:pt x="532574" y="34594"/>
                  </a:lnTo>
                  <a:lnTo>
                    <a:pt x="528599" y="33782"/>
                  </a:lnTo>
                  <a:close/>
                </a:path>
                <a:path w="703579" h="152400">
                  <a:moveTo>
                    <a:pt x="572376" y="106438"/>
                  </a:moveTo>
                  <a:lnTo>
                    <a:pt x="549071" y="106438"/>
                  </a:lnTo>
                  <a:lnTo>
                    <a:pt x="549071" y="120091"/>
                  </a:lnTo>
                  <a:lnTo>
                    <a:pt x="572376" y="120091"/>
                  </a:lnTo>
                  <a:lnTo>
                    <a:pt x="572376" y="106438"/>
                  </a:lnTo>
                  <a:close/>
                </a:path>
                <a:path w="703579" h="152400">
                  <a:moveTo>
                    <a:pt x="572376" y="52578"/>
                  </a:moveTo>
                  <a:lnTo>
                    <a:pt x="535190" y="52578"/>
                  </a:lnTo>
                  <a:lnTo>
                    <a:pt x="538478" y="53632"/>
                  </a:lnTo>
                  <a:lnTo>
                    <a:pt x="543750" y="57670"/>
                  </a:lnTo>
                  <a:lnTo>
                    <a:pt x="545782" y="60553"/>
                  </a:lnTo>
                  <a:lnTo>
                    <a:pt x="548517" y="67830"/>
                  </a:lnTo>
                  <a:lnTo>
                    <a:pt x="548624" y="68237"/>
                  </a:lnTo>
                  <a:lnTo>
                    <a:pt x="549300" y="72428"/>
                  </a:lnTo>
                  <a:lnTo>
                    <a:pt x="549300" y="82550"/>
                  </a:lnTo>
                  <a:lnTo>
                    <a:pt x="548599" y="86829"/>
                  </a:lnTo>
                  <a:lnTo>
                    <a:pt x="548522" y="87109"/>
                  </a:lnTo>
                  <a:lnTo>
                    <a:pt x="547128" y="90741"/>
                  </a:lnTo>
                  <a:lnTo>
                    <a:pt x="545731" y="94513"/>
                  </a:lnTo>
                  <a:lnTo>
                    <a:pt x="543699" y="97459"/>
                  </a:lnTo>
                  <a:lnTo>
                    <a:pt x="541091" y="99517"/>
                  </a:lnTo>
                  <a:lnTo>
                    <a:pt x="538284" y="101676"/>
                  </a:lnTo>
                  <a:lnTo>
                    <a:pt x="535190" y="102666"/>
                  </a:lnTo>
                  <a:lnTo>
                    <a:pt x="572376" y="102666"/>
                  </a:lnTo>
                  <a:lnTo>
                    <a:pt x="572376" y="52578"/>
                  </a:lnTo>
                  <a:close/>
                </a:path>
                <a:path w="703579" h="152400">
                  <a:moveTo>
                    <a:pt x="572376" y="6489"/>
                  </a:moveTo>
                  <a:lnTo>
                    <a:pt x="548792" y="6489"/>
                  </a:lnTo>
                  <a:lnTo>
                    <a:pt x="548792" y="49199"/>
                  </a:lnTo>
                  <a:lnTo>
                    <a:pt x="572376" y="49199"/>
                  </a:lnTo>
                  <a:lnTo>
                    <a:pt x="572376" y="6489"/>
                  </a:lnTo>
                  <a:close/>
                </a:path>
                <a:path w="703579" h="152400">
                  <a:moveTo>
                    <a:pt x="611771" y="34886"/>
                  </a:moveTo>
                  <a:lnTo>
                    <a:pt x="588136" y="34886"/>
                  </a:lnTo>
                  <a:lnTo>
                    <a:pt x="588136" y="120091"/>
                  </a:lnTo>
                  <a:lnTo>
                    <a:pt x="611771" y="120091"/>
                  </a:lnTo>
                  <a:lnTo>
                    <a:pt x="611771" y="34886"/>
                  </a:lnTo>
                  <a:close/>
                </a:path>
                <a:path w="703579" h="152400">
                  <a:moveTo>
                    <a:pt x="603529" y="0"/>
                  </a:moveTo>
                  <a:lnTo>
                    <a:pt x="596493" y="0"/>
                  </a:lnTo>
                  <a:lnTo>
                    <a:pt x="593483" y="1181"/>
                  </a:lnTo>
                  <a:lnTo>
                    <a:pt x="588492" y="5867"/>
                  </a:lnTo>
                  <a:lnTo>
                    <a:pt x="587247" y="8661"/>
                  </a:lnTo>
                  <a:lnTo>
                    <a:pt x="587247" y="15214"/>
                  </a:lnTo>
                  <a:lnTo>
                    <a:pt x="588492" y="18046"/>
                  </a:lnTo>
                  <a:lnTo>
                    <a:pt x="590969" y="20408"/>
                  </a:lnTo>
                  <a:lnTo>
                    <a:pt x="593483" y="22733"/>
                  </a:lnTo>
                  <a:lnTo>
                    <a:pt x="596493" y="23901"/>
                  </a:lnTo>
                  <a:lnTo>
                    <a:pt x="603529" y="23901"/>
                  </a:lnTo>
                  <a:lnTo>
                    <a:pt x="606526" y="22733"/>
                  </a:lnTo>
                  <a:lnTo>
                    <a:pt x="611517" y="18046"/>
                  </a:lnTo>
                  <a:lnTo>
                    <a:pt x="612774" y="15214"/>
                  </a:lnTo>
                  <a:lnTo>
                    <a:pt x="612774" y="8661"/>
                  </a:lnTo>
                  <a:lnTo>
                    <a:pt x="611517" y="5867"/>
                  </a:lnTo>
                  <a:lnTo>
                    <a:pt x="609003" y="3543"/>
                  </a:lnTo>
                  <a:lnTo>
                    <a:pt x="606526" y="1181"/>
                  </a:lnTo>
                  <a:lnTo>
                    <a:pt x="603529" y="0"/>
                  </a:lnTo>
                  <a:close/>
                </a:path>
                <a:path w="703579" h="152400">
                  <a:moveTo>
                    <a:pt x="646785" y="34886"/>
                  </a:moveTo>
                  <a:lnTo>
                    <a:pt x="622376" y="34886"/>
                  </a:lnTo>
                  <a:lnTo>
                    <a:pt x="646785" y="77482"/>
                  </a:lnTo>
                  <a:lnTo>
                    <a:pt x="621487" y="120091"/>
                  </a:lnTo>
                  <a:lnTo>
                    <a:pt x="645896" y="120091"/>
                  </a:lnTo>
                  <a:lnTo>
                    <a:pt x="662432" y="90639"/>
                  </a:lnTo>
                  <a:lnTo>
                    <a:pt x="685846" y="90639"/>
                  </a:lnTo>
                  <a:lnTo>
                    <a:pt x="678014" y="77482"/>
                  </a:lnTo>
                  <a:lnTo>
                    <a:pt x="685442" y="64668"/>
                  </a:lnTo>
                  <a:lnTo>
                    <a:pt x="662432" y="64668"/>
                  </a:lnTo>
                  <a:lnTo>
                    <a:pt x="646785" y="34886"/>
                  </a:lnTo>
                  <a:close/>
                </a:path>
                <a:path w="703579" h="152400">
                  <a:moveTo>
                    <a:pt x="685846" y="90639"/>
                  </a:moveTo>
                  <a:lnTo>
                    <a:pt x="662432" y="90639"/>
                  </a:lnTo>
                  <a:lnTo>
                    <a:pt x="679234" y="120091"/>
                  </a:lnTo>
                  <a:lnTo>
                    <a:pt x="703376" y="120091"/>
                  </a:lnTo>
                  <a:lnTo>
                    <a:pt x="685846" y="90639"/>
                  </a:lnTo>
                  <a:close/>
                </a:path>
                <a:path w="703579" h="152400">
                  <a:moveTo>
                    <a:pt x="702703" y="34886"/>
                  </a:moveTo>
                  <a:lnTo>
                    <a:pt x="678459" y="34886"/>
                  </a:lnTo>
                  <a:lnTo>
                    <a:pt x="662432" y="64668"/>
                  </a:lnTo>
                  <a:lnTo>
                    <a:pt x="685442" y="64668"/>
                  </a:lnTo>
                  <a:lnTo>
                    <a:pt x="702703" y="348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26" name="object 326"/>
          <p:cNvPicPr/>
          <p:nvPr/>
        </p:nvPicPr>
        <p:blipFill>
          <a:blip r:embed="rId97" cstate="print"/>
          <a:stretch>
            <a:fillRect/>
          </a:stretch>
        </p:blipFill>
        <p:spPr>
          <a:xfrm>
            <a:off x="8039100" y="5422900"/>
            <a:ext cx="584200" cy="571500"/>
          </a:xfrm>
          <a:prstGeom prst="rect">
            <a:avLst/>
          </a:prstGeom>
        </p:spPr>
      </p:pic>
      <p:pic>
        <p:nvPicPr>
          <p:cNvPr id="327" name="object 327"/>
          <p:cNvPicPr/>
          <p:nvPr/>
        </p:nvPicPr>
        <p:blipFill>
          <a:blip r:embed="rId98" cstate="print"/>
          <a:stretch>
            <a:fillRect/>
          </a:stretch>
        </p:blipFill>
        <p:spPr>
          <a:xfrm>
            <a:off x="6731000" y="5499100"/>
            <a:ext cx="685800" cy="673099"/>
          </a:xfrm>
          <a:prstGeom prst="rect">
            <a:avLst/>
          </a:prstGeom>
        </p:spPr>
      </p:pic>
      <p:pic>
        <p:nvPicPr>
          <p:cNvPr id="328" name="object 328"/>
          <p:cNvPicPr/>
          <p:nvPr/>
        </p:nvPicPr>
        <p:blipFill>
          <a:blip r:embed="rId99" cstate="print"/>
          <a:stretch>
            <a:fillRect/>
          </a:stretch>
        </p:blipFill>
        <p:spPr>
          <a:xfrm>
            <a:off x="8343900" y="6743700"/>
            <a:ext cx="584200" cy="571500"/>
          </a:xfrm>
          <a:prstGeom prst="rect">
            <a:avLst/>
          </a:prstGeom>
        </p:spPr>
      </p:pic>
      <p:sp>
        <p:nvSpPr>
          <p:cNvPr id="329" name="object 329"/>
          <p:cNvSpPr txBox="1"/>
          <p:nvPr/>
        </p:nvSpPr>
        <p:spPr>
          <a:xfrm>
            <a:off x="341004" y="4239967"/>
            <a:ext cx="709295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b="1" spc="-40" dirty="0">
                <a:latin typeface="Palatino Linotype"/>
                <a:cs typeface="Palatino Linotype"/>
              </a:rPr>
              <a:t>Implemented</a:t>
            </a:r>
            <a:r>
              <a:rPr sz="750" b="1" spc="35" dirty="0">
                <a:latin typeface="Palatino Linotype"/>
                <a:cs typeface="Palatino Linotype"/>
              </a:rPr>
              <a:t> </a:t>
            </a:r>
            <a:r>
              <a:rPr sz="750" b="1" spc="-25" dirty="0">
                <a:latin typeface="Palatino Linotype"/>
                <a:cs typeface="Palatino Linotype"/>
              </a:rPr>
              <a:t>by:</a:t>
            </a:r>
            <a:endParaRPr sz="75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3970000" cy="7745730"/>
            <a:chOff x="0" y="0"/>
            <a:chExt cx="13970000" cy="77457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700" y="1206500"/>
              <a:ext cx="5308600" cy="32766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4300" y="609596"/>
              <a:ext cx="13741400" cy="571500"/>
            </a:xfrm>
            <a:custGeom>
              <a:avLst/>
              <a:gdLst/>
              <a:ahLst/>
              <a:cxnLst/>
              <a:rect l="l" t="t" r="r" b="b"/>
              <a:pathLst>
                <a:path w="13741400" h="571500">
                  <a:moveTo>
                    <a:pt x="13498296" y="571499"/>
                  </a:moveTo>
                  <a:lnTo>
                    <a:pt x="242773" y="571499"/>
                  </a:lnTo>
                  <a:lnTo>
                    <a:pt x="178236" y="568095"/>
                  </a:lnTo>
                  <a:lnTo>
                    <a:pt x="120243" y="558489"/>
                  </a:lnTo>
                  <a:lnTo>
                    <a:pt x="71108" y="543590"/>
                  </a:lnTo>
                  <a:lnTo>
                    <a:pt x="33147" y="524308"/>
                  </a:lnTo>
                  <a:lnTo>
                    <a:pt x="0" y="476237"/>
                  </a:lnTo>
                  <a:lnTo>
                    <a:pt x="0" y="95148"/>
                  </a:lnTo>
                  <a:lnTo>
                    <a:pt x="33146" y="47106"/>
                  </a:lnTo>
                  <a:lnTo>
                    <a:pt x="71108" y="27852"/>
                  </a:lnTo>
                  <a:lnTo>
                    <a:pt x="120243" y="12981"/>
                  </a:lnTo>
                  <a:lnTo>
                    <a:pt x="178236" y="3395"/>
                  </a:lnTo>
                  <a:lnTo>
                    <a:pt x="242773" y="0"/>
                  </a:lnTo>
                  <a:lnTo>
                    <a:pt x="13498296" y="0"/>
                  </a:lnTo>
                  <a:lnTo>
                    <a:pt x="13562950" y="3395"/>
                  </a:lnTo>
                  <a:lnTo>
                    <a:pt x="13621030" y="12981"/>
                  </a:lnTo>
                  <a:lnTo>
                    <a:pt x="13670226" y="27852"/>
                  </a:lnTo>
                  <a:lnTo>
                    <a:pt x="13708226" y="47106"/>
                  </a:lnTo>
                  <a:lnTo>
                    <a:pt x="13741400" y="95148"/>
                  </a:lnTo>
                  <a:lnTo>
                    <a:pt x="13741400" y="476237"/>
                  </a:lnTo>
                  <a:lnTo>
                    <a:pt x="13708226" y="524308"/>
                  </a:lnTo>
                  <a:lnTo>
                    <a:pt x="13670226" y="543590"/>
                  </a:lnTo>
                  <a:lnTo>
                    <a:pt x="13621030" y="558489"/>
                  </a:lnTo>
                  <a:lnTo>
                    <a:pt x="13562950" y="568095"/>
                  </a:lnTo>
                  <a:lnTo>
                    <a:pt x="13498296" y="571499"/>
                  </a:lnTo>
                  <a:close/>
                </a:path>
              </a:pathLst>
            </a:custGeom>
            <a:solidFill>
              <a:srgbClr val="FBE3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7950" y="603246"/>
              <a:ext cx="13754100" cy="584200"/>
            </a:xfrm>
            <a:custGeom>
              <a:avLst/>
              <a:gdLst/>
              <a:ahLst/>
              <a:cxnLst/>
              <a:rect l="l" t="t" r="r" b="b"/>
              <a:pathLst>
                <a:path w="13754100" h="584200">
                  <a:moveTo>
                    <a:pt x="12700" y="111023"/>
                  </a:moveTo>
                  <a:lnTo>
                    <a:pt x="0" y="111023"/>
                  </a:lnTo>
                  <a:lnTo>
                    <a:pt x="0" y="97789"/>
                  </a:lnTo>
                  <a:lnTo>
                    <a:pt x="457" y="94145"/>
                  </a:lnTo>
                  <a:lnTo>
                    <a:pt x="1358" y="90563"/>
                  </a:lnTo>
                  <a:lnTo>
                    <a:pt x="13677" y="93637"/>
                  </a:lnTo>
                  <a:lnTo>
                    <a:pt x="13030" y="96240"/>
                  </a:lnTo>
                  <a:lnTo>
                    <a:pt x="12700" y="98856"/>
                  </a:lnTo>
                  <a:lnTo>
                    <a:pt x="12700" y="111023"/>
                  </a:lnTo>
                  <a:close/>
                </a:path>
                <a:path w="13754100" h="584200">
                  <a:moveTo>
                    <a:pt x="12700" y="136436"/>
                  </a:moveTo>
                  <a:lnTo>
                    <a:pt x="0" y="136436"/>
                  </a:lnTo>
                  <a:lnTo>
                    <a:pt x="0" y="117373"/>
                  </a:lnTo>
                  <a:lnTo>
                    <a:pt x="12700" y="117373"/>
                  </a:lnTo>
                  <a:lnTo>
                    <a:pt x="12700" y="136436"/>
                  </a:lnTo>
                  <a:close/>
                </a:path>
                <a:path w="13754100" h="584200">
                  <a:moveTo>
                    <a:pt x="12700" y="161836"/>
                  </a:moveTo>
                  <a:lnTo>
                    <a:pt x="0" y="161836"/>
                  </a:lnTo>
                  <a:lnTo>
                    <a:pt x="0" y="142786"/>
                  </a:lnTo>
                  <a:lnTo>
                    <a:pt x="12700" y="142786"/>
                  </a:lnTo>
                  <a:lnTo>
                    <a:pt x="12700" y="161836"/>
                  </a:lnTo>
                  <a:close/>
                </a:path>
                <a:path w="13754100" h="584200">
                  <a:moveTo>
                    <a:pt x="12700" y="187248"/>
                  </a:moveTo>
                  <a:lnTo>
                    <a:pt x="0" y="187248"/>
                  </a:lnTo>
                  <a:lnTo>
                    <a:pt x="0" y="168186"/>
                  </a:lnTo>
                  <a:lnTo>
                    <a:pt x="12700" y="168186"/>
                  </a:lnTo>
                  <a:lnTo>
                    <a:pt x="12700" y="187248"/>
                  </a:lnTo>
                  <a:close/>
                </a:path>
                <a:path w="13754100" h="584200">
                  <a:moveTo>
                    <a:pt x="12700" y="212648"/>
                  </a:moveTo>
                  <a:lnTo>
                    <a:pt x="0" y="212648"/>
                  </a:lnTo>
                  <a:lnTo>
                    <a:pt x="0" y="193598"/>
                  </a:lnTo>
                  <a:lnTo>
                    <a:pt x="12700" y="193598"/>
                  </a:lnTo>
                  <a:lnTo>
                    <a:pt x="12700" y="212648"/>
                  </a:lnTo>
                  <a:close/>
                </a:path>
                <a:path w="13754100" h="584200">
                  <a:moveTo>
                    <a:pt x="12700" y="238048"/>
                  </a:moveTo>
                  <a:lnTo>
                    <a:pt x="0" y="238048"/>
                  </a:lnTo>
                  <a:lnTo>
                    <a:pt x="0" y="218998"/>
                  </a:lnTo>
                  <a:lnTo>
                    <a:pt x="12700" y="218998"/>
                  </a:lnTo>
                  <a:lnTo>
                    <a:pt x="12700" y="238048"/>
                  </a:lnTo>
                  <a:close/>
                </a:path>
                <a:path w="13754100" h="584200">
                  <a:moveTo>
                    <a:pt x="12700" y="263461"/>
                  </a:moveTo>
                  <a:lnTo>
                    <a:pt x="0" y="263461"/>
                  </a:lnTo>
                  <a:lnTo>
                    <a:pt x="0" y="244411"/>
                  </a:lnTo>
                  <a:lnTo>
                    <a:pt x="12700" y="244411"/>
                  </a:lnTo>
                  <a:lnTo>
                    <a:pt x="12700" y="263461"/>
                  </a:lnTo>
                  <a:close/>
                </a:path>
                <a:path w="13754100" h="584200">
                  <a:moveTo>
                    <a:pt x="12700" y="288861"/>
                  </a:moveTo>
                  <a:lnTo>
                    <a:pt x="0" y="288861"/>
                  </a:lnTo>
                  <a:lnTo>
                    <a:pt x="0" y="269811"/>
                  </a:lnTo>
                  <a:lnTo>
                    <a:pt x="12700" y="269811"/>
                  </a:lnTo>
                  <a:lnTo>
                    <a:pt x="12700" y="288861"/>
                  </a:lnTo>
                  <a:close/>
                </a:path>
                <a:path w="13754100" h="584200">
                  <a:moveTo>
                    <a:pt x="12700" y="314274"/>
                  </a:moveTo>
                  <a:lnTo>
                    <a:pt x="0" y="314274"/>
                  </a:lnTo>
                  <a:lnTo>
                    <a:pt x="0" y="295211"/>
                  </a:lnTo>
                  <a:lnTo>
                    <a:pt x="12700" y="295211"/>
                  </a:lnTo>
                  <a:lnTo>
                    <a:pt x="12700" y="314274"/>
                  </a:lnTo>
                  <a:close/>
                </a:path>
                <a:path w="13754100" h="584200">
                  <a:moveTo>
                    <a:pt x="12700" y="339674"/>
                  </a:moveTo>
                  <a:lnTo>
                    <a:pt x="0" y="339674"/>
                  </a:lnTo>
                  <a:lnTo>
                    <a:pt x="0" y="320624"/>
                  </a:lnTo>
                  <a:lnTo>
                    <a:pt x="12700" y="320624"/>
                  </a:lnTo>
                  <a:lnTo>
                    <a:pt x="12700" y="339674"/>
                  </a:lnTo>
                  <a:close/>
                </a:path>
                <a:path w="13754100" h="584200">
                  <a:moveTo>
                    <a:pt x="12700" y="365086"/>
                  </a:moveTo>
                  <a:lnTo>
                    <a:pt x="0" y="365086"/>
                  </a:lnTo>
                  <a:lnTo>
                    <a:pt x="0" y="346024"/>
                  </a:lnTo>
                  <a:lnTo>
                    <a:pt x="12700" y="346024"/>
                  </a:lnTo>
                  <a:lnTo>
                    <a:pt x="12700" y="365086"/>
                  </a:lnTo>
                  <a:close/>
                </a:path>
                <a:path w="13754100" h="584200">
                  <a:moveTo>
                    <a:pt x="12700" y="390486"/>
                  </a:moveTo>
                  <a:lnTo>
                    <a:pt x="0" y="390486"/>
                  </a:lnTo>
                  <a:lnTo>
                    <a:pt x="0" y="371436"/>
                  </a:lnTo>
                  <a:lnTo>
                    <a:pt x="12700" y="371436"/>
                  </a:lnTo>
                  <a:lnTo>
                    <a:pt x="12700" y="390486"/>
                  </a:lnTo>
                  <a:close/>
                </a:path>
                <a:path w="13754100" h="584200">
                  <a:moveTo>
                    <a:pt x="12700" y="415899"/>
                  </a:moveTo>
                  <a:lnTo>
                    <a:pt x="0" y="415899"/>
                  </a:lnTo>
                  <a:lnTo>
                    <a:pt x="0" y="396836"/>
                  </a:lnTo>
                  <a:lnTo>
                    <a:pt x="12700" y="396836"/>
                  </a:lnTo>
                  <a:lnTo>
                    <a:pt x="12700" y="415899"/>
                  </a:lnTo>
                  <a:close/>
                </a:path>
                <a:path w="13754100" h="584200">
                  <a:moveTo>
                    <a:pt x="12700" y="441299"/>
                  </a:moveTo>
                  <a:lnTo>
                    <a:pt x="0" y="441299"/>
                  </a:lnTo>
                  <a:lnTo>
                    <a:pt x="0" y="422249"/>
                  </a:lnTo>
                  <a:lnTo>
                    <a:pt x="12700" y="422249"/>
                  </a:lnTo>
                  <a:lnTo>
                    <a:pt x="12700" y="441299"/>
                  </a:lnTo>
                  <a:close/>
                </a:path>
                <a:path w="13754100" h="584200">
                  <a:moveTo>
                    <a:pt x="12700" y="466699"/>
                  </a:moveTo>
                  <a:lnTo>
                    <a:pt x="0" y="466699"/>
                  </a:lnTo>
                  <a:lnTo>
                    <a:pt x="0" y="447649"/>
                  </a:lnTo>
                  <a:lnTo>
                    <a:pt x="12700" y="447649"/>
                  </a:lnTo>
                  <a:lnTo>
                    <a:pt x="12700" y="466699"/>
                  </a:lnTo>
                  <a:close/>
                </a:path>
                <a:path w="13754100" h="584200">
                  <a:moveTo>
                    <a:pt x="1358" y="493521"/>
                  </a:moveTo>
                  <a:lnTo>
                    <a:pt x="581" y="490435"/>
                  </a:lnTo>
                  <a:lnTo>
                    <a:pt x="457" y="489940"/>
                  </a:lnTo>
                  <a:lnTo>
                    <a:pt x="0" y="486282"/>
                  </a:lnTo>
                  <a:lnTo>
                    <a:pt x="0" y="473062"/>
                  </a:lnTo>
                  <a:lnTo>
                    <a:pt x="12700" y="473062"/>
                  </a:lnTo>
                  <a:lnTo>
                    <a:pt x="12700" y="485216"/>
                  </a:lnTo>
                  <a:lnTo>
                    <a:pt x="13030" y="487845"/>
                  </a:lnTo>
                  <a:lnTo>
                    <a:pt x="13554" y="489940"/>
                  </a:lnTo>
                  <a:lnTo>
                    <a:pt x="13677" y="490435"/>
                  </a:lnTo>
                  <a:lnTo>
                    <a:pt x="1358" y="493521"/>
                  </a:lnTo>
                  <a:close/>
                </a:path>
                <a:path w="13754100" h="584200">
                  <a:moveTo>
                    <a:pt x="14973" y="518045"/>
                  </a:moveTo>
                  <a:lnTo>
                    <a:pt x="10071" y="512508"/>
                  </a:lnTo>
                  <a:lnTo>
                    <a:pt x="6210" y="506615"/>
                  </a:lnTo>
                  <a:lnTo>
                    <a:pt x="3632" y="500405"/>
                  </a:lnTo>
                  <a:lnTo>
                    <a:pt x="15367" y="495541"/>
                  </a:lnTo>
                  <a:lnTo>
                    <a:pt x="17310" y="500240"/>
                  </a:lnTo>
                  <a:lnTo>
                    <a:pt x="20345" y="504951"/>
                  </a:lnTo>
                  <a:lnTo>
                    <a:pt x="24485" y="509625"/>
                  </a:lnTo>
                  <a:lnTo>
                    <a:pt x="14973" y="518045"/>
                  </a:lnTo>
                  <a:close/>
                </a:path>
                <a:path w="13754100" h="584200">
                  <a:moveTo>
                    <a:pt x="35331" y="535508"/>
                  </a:moveTo>
                  <a:lnTo>
                    <a:pt x="29476" y="531545"/>
                  </a:lnTo>
                  <a:lnTo>
                    <a:pt x="24244" y="527354"/>
                  </a:lnTo>
                  <a:lnTo>
                    <a:pt x="19697" y="522973"/>
                  </a:lnTo>
                  <a:lnTo>
                    <a:pt x="28524" y="513841"/>
                  </a:lnTo>
                  <a:lnTo>
                    <a:pt x="32461" y="517639"/>
                  </a:lnTo>
                  <a:lnTo>
                    <a:pt x="37109" y="521373"/>
                  </a:lnTo>
                  <a:lnTo>
                    <a:pt x="42456" y="524992"/>
                  </a:lnTo>
                  <a:lnTo>
                    <a:pt x="35331" y="535508"/>
                  </a:lnTo>
                  <a:close/>
                </a:path>
                <a:path w="13754100" h="584200">
                  <a:moveTo>
                    <a:pt x="58140" y="548462"/>
                  </a:moveTo>
                  <a:lnTo>
                    <a:pt x="51968" y="545490"/>
                  </a:lnTo>
                  <a:lnTo>
                    <a:pt x="46202" y="542366"/>
                  </a:lnTo>
                  <a:lnTo>
                    <a:pt x="40868" y="539089"/>
                  </a:lnTo>
                  <a:lnTo>
                    <a:pt x="47536" y="528269"/>
                  </a:lnTo>
                  <a:lnTo>
                    <a:pt x="52451" y="531304"/>
                  </a:lnTo>
                  <a:lnTo>
                    <a:pt x="57823" y="534225"/>
                  </a:lnTo>
                  <a:lnTo>
                    <a:pt x="63652" y="537019"/>
                  </a:lnTo>
                  <a:lnTo>
                    <a:pt x="58140" y="548462"/>
                  </a:lnTo>
                  <a:close/>
                </a:path>
                <a:path w="13754100" h="584200">
                  <a:moveTo>
                    <a:pt x="82054" y="558457"/>
                  </a:moveTo>
                  <a:lnTo>
                    <a:pt x="75742" y="556171"/>
                  </a:lnTo>
                  <a:lnTo>
                    <a:pt x="69723" y="553745"/>
                  </a:lnTo>
                  <a:lnTo>
                    <a:pt x="64020" y="551192"/>
                  </a:lnTo>
                  <a:lnTo>
                    <a:pt x="69202" y="539597"/>
                  </a:lnTo>
                  <a:lnTo>
                    <a:pt x="74612" y="542010"/>
                  </a:lnTo>
                  <a:lnTo>
                    <a:pt x="80352" y="544334"/>
                  </a:lnTo>
                  <a:lnTo>
                    <a:pt x="86385" y="546531"/>
                  </a:lnTo>
                  <a:lnTo>
                    <a:pt x="82054" y="558457"/>
                  </a:lnTo>
                  <a:close/>
                </a:path>
                <a:path w="13754100" h="584200">
                  <a:moveTo>
                    <a:pt x="106591" y="566305"/>
                  </a:moveTo>
                  <a:lnTo>
                    <a:pt x="100215" y="564514"/>
                  </a:lnTo>
                  <a:lnTo>
                    <a:pt x="94056" y="562609"/>
                  </a:lnTo>
                  <a:lnTo>
                    <a:pt x="88125" y="560603"/>
                  </a:lnTo>
                  <a:lnTo>
                    <a:pt x="92227" y="548576"/>
                  </a:lnTo>
                  <a:lnTo>
                    <a:pt x="97917" y="550519"/>
                  </a:lnTo>
                  <a:lnTo>
                    <a:pt x="103847" y="552348"/>
                  </a:lnTo>
                  <a:lnTo>
                    <a:pt x="110020" y="554075"/>
                  </a:lnTo>
                  <a:lnTo>
                    <a:pt x="106591" y="566305"/>
                  </a:lnTo>
                  <a:close/>
                </a:path>
                <a:path w="13754100" h="584200">
                  <a:moveTo>
                    <a:pt x="131572" y="572452"/>
                  </a:moveTo>
                  <a:lnTo>
                    <a:pt x="125145" y="571068"/>
                  </a:lnTo>
                  <a:lnTo>
                    <a:pt x="118897" y="569582"/>
                  </a:lnTo>
                  <a:lnTo>
                    <a:pt x="112826" y="567994"/>
                  </a:lnTo>
                  <a:lnTo>
                    <a:pt x="116039" y="555713"/>
                  </a:lnTo>
                  <a:lnTo>
                    <a:pt x="121920" y="557250"/>
                  </a:lnTo>
                  <a:lnTo>
                    <a:pt x="127990" y="558698"/>
                  </a:lnTo>
                  <a:lnTo>
                    <a:pt x="134226" y="560031"/>
                  </a:lnTo>
                  <a:lnTo>
                    <a:pt x="131572" y="572452"/>
                  </a:lnTo>
                  <a:close/>
                </a:path>
                <a:path w="13754100" h="584200">
                  <a:moveTo>
                    <a:pt x="156756" y="577138"/>
                  </a:moveTo>
                  <a:lnTo>
                    <a:pt x="150304" y="576110"/>
                  </a:lnTo>
                  <a:lnTo>
                    <a:pt x="143992" y="574979"/>
                  </a:lnTo>
                  <a:lnTo>
                    <a:pt x="137820" y="573747"/>
                  </a:lnTo>
                  <a:lnTo>
                    <a:pt x="140309" y="561289"/>
                  </a:lnTo>
                  <a:lnTo>
                    <a:pt x="146316" y="562495"/>
                  </a:lnTo>
                  <a:lnTo>
                    <a:pt x="152463" y="563600"/>
                  </a:lnTo>
                  <a:lnTo>
                    <a:pt x="158750" y="564603"/>
                  </a:lnTo>
                  <a:lnTo>
                    <a:pt x="156756" y="577138"/>
                  </a:lnTo>
                  <a:close/>
                </a:path>
                <a:path w="13754100" h="584200">
                  <a:moveTo>
                    <a:pt x="182118" y="580567"/>
                  </a:moveTo>
                  <a:lnTo>
                    <a:pt x="175666" y="579843"/>
                  </a:lnTo>
                  <a:lnTo>
                    <a:pt x="169316" y="579031"/>
                  </a:lnTo>
                  <a:lnTo>
                    <a:pt x="163093" y="578116"/>
                  </a:lnTo>
                  <a:lnTo>
                    <a:pt x="164934" y="565543"/>
                  </a:lnTo>
                  <a:lnTo>
                    <a:pt x="171018" y="566445"/>
                  </a:lnTo>
                  <a:lnTo>
                    <a:pt x="177215" y="567245"/>
                  </a:lnTo>
                  <a:lnTo>
                    <a:pt x="183527" y="567943"/>
                  </a:lnTo>
                  <a:lnTo>
                    <a:pt x="182391" y="578116"/>
                  </a:lnTo>
                  <a:lnTo>
                    <a:pt x="182289" y="579031"/>
                  </a:lnTo>
                  <a:lnTo>
                    <a:pt x="182198" y="579843"/>
                  </a:lnTo>
                  <a:lnTo>
                    <a:pt x="182118" y="580567"/>
                  </a:lnTo>
                  <a:close/>
                </a:path>
                <a:path w="13754100" h="584200">
                  <a:moveTo>
                    <a:pt x="207594" y="582828"/>
                  </a:moveTo>
                  <a:lnTo>
                    <a:pt x="201142" y="582396"/>
                  </a:lnTo>
                  <a:lnTo>
                    <a:pt x="194779" y="581863"/>
                  </a:lnTo>
                  <a:lnTo>
                    <a:pt x="188493" y="581240"/>
                  </a:lnTo>
                  <a:lnTo>
                    <a:pt x="189607" y="570153"/>
                  </a:lnTo>
                  <a:lnTo>
                    <a:pt x="189649" y="569734"/>
                  </a:lnTo>
                  <a:lnTo>
                    <a:pt x="189763" y="568604"/>
                  </a:lnTo>
                  <a:lnTo>
                    <a:pt x="195897" y="569213"/>
                  </a:lnTo>
                  <a:lnTo>
                    <a:pt x="202133" y="569734"/>
                  </a:lnTo>
                  <a:lnTo>
                    <a:pt x="208445" y="570153"/>
                  </a:lnTo>
                  <a:lnTo>
                    <a:pt x="207700" y="581240"/>
                  </a:lnTo>
                  <a:lnTo>
                    <a:pt x="207594" y="582828"/>
                  </a:lnTo>
                  <a:close/>
                </a:path>
                <a:path w="13754100" h="584200">
                  <a:moveTo>
                    <a:pt x="233146" y="583996"/>
                  </a:moveTo>
                  <a:lnTo>
                    <a:pt x="226682" y="583844"/>
                  </a:lnTo>
                  <a:lnTo>
                    <a:pt x="220294" y="583577"/>
                  </a:lnTo>
                  <a:lnTo>
                    <a:pt x="213982" y="583222"/>
                  </a:lnTo>
                  <a:lnTo>
                    <a:pt x="214663" y="571309"/>
                  </a:lnTo>
                  <a:lnTo>
                    <a:pt x="214706" y="570547"/>
                  </a:lnTo>
                  <a:lnTo>
                    <a:pt x="220878" y="570890"/>
                  </a:lnTo>
                  <a:lnTo>
                    <a:pt x="227139" y="571144"/>
                  </a:lnTo>
                  <a:lnTo>
                    <a:pt x="233464" y="571309"/>
                  </a:lnTo>
                  <a:lnTo>
                    <a:pt x="233165" y="583222"/>
                  </a:lnTo>
                  <a:lnTo>
                    <a:pt x="233146" y="583996"/>
                  </a:lnTo>
                  <a:close/>
                </a:path>
                <a:path w="13754100" h="584200">
                  <a:moveTo>
                    <a:pt x="249123" y="584136"/>
                  </a:moveTo>
                  <a:lnTo>
                    <a:pt x="239534" y="584136"/>
                  </a:lnTo>
                  <a:lnTo>
                    <a:pt x="239623" y="577786"/>
                  </a:lnTo>
                  <a:lnTo>
                    <a:pt x="239725" y="571436"/>
                  </a:lnTo>
                  <a:lnTo>
                    <a:pt x="249123" y="571436"/>
                  </a:lnTo>
                  <a:lnTo>
                    <a:pt x="249123" y="584136"/>
                  </a:lnTo>
                  <a:close/>
                </a:path>
                <a:path w="13754100" h="584200">
                  <a:moveTo>
                    <a:pt x="258648" y="584136"/>
                  </a:moveTo>
                  <a:lnTo>
                    <a:pt x="249123" y="584136"/>
                  </a:lnTo>
                  <a:lnTo>
                    <a:pt x="249123" y="571436"/>
                  </a:lnTo>
                  <a:lnTo>
                    <a:pt x="258648" y="571436"/>
                  </a:lnTo>
                  <a:lnTo>
                    <a:pt x="258648" y="584136"/>
                  </a:lnTo>
                  <a:close/>
                </a:path>
                <a:path w="13754100" h="584200">
                  <a:moveTo>
                    <a:pt x="284048" y="584199"/>
                  </a:moveTo>
                  <a:lnTo>
                    <a:pt x="264998" y="584199"/>
                  </a:lnTo>
                  <a:lnTo>
                    <a:pt x="264998" y="571499"/>
                  </a:lnTo>
                  <a:lnTo>
                    <a:pt x="284048" y="571499"/>
                  </a:lnTo>
                  <a:lnTo>
                    <a:pt x="284048" y="584199"/>
                  </a:lnTo>
                  <a:close/>
                </a:path>
                <a:path w="13754100" h="584200">
                  <a:moveTo>
                    <a:pt x="309435" y="584199"/>
                  </a:moveTo>
                  <a:lnTo>
                    <a:pt x="290398" y="584199"/>
                  </a:lnTo>
                  <a:lnTo>
                    <a:pt x="290398" y="571499"/>
                  </a:lnTo>
                  <a:lnTo>
                    <a:pt x="309435" y="571499"/>
                  </a:lnTo>
                  <a:lnTo>
                    <a:pt x="309435" y="584199"/>
                  </a:lnTo>
                  <a:close/>
                </a:path>
                <a:path w="13754100" h="584200">
                  <a:moveTo>
                    <a:pt x="334835" y="584199"/>
                  </a:moveTo>
                  <a:lnTo>
                    <a:pt x="315785" y="584199"/>
                  </a:lnTo>
                  <a:lnTo>
                    <a:pt x="315785" y="571499"/>
                  </a:lnTo>
                  <a:lnTo>
                    <a:pt x="334835" y="571499"/>
                  </a:lnTo>
                  <a:lnTo>
                    <a:pt x="334835" y="584199"/>
                  </a:lnTo>
                  <a:close/>
                </a:path>
                <a:path w="13754100" h="584200">
                  <a:moveTo>
                    <a:pt x="360222" y="584199"/>
                  </a:moveTo>
                  <a:lnTo>
                    <a:pt x="341185" y="584199"/>
                  </a:lnTo>
                  <a:lnTo>
                    <a:pt x="341185" y="571499"/>
                  </a:lnTo>
                  <a:lnTo>
                    <a:pt x="360222" y="571499"/>
                  </a:lnTo>
                  <a:lnTo>
                    <a:pt x="360222" y="584199"/>
                  </a:lnTo>
                  <a:close/>
                </a:path>
                <a:path w="13754100" h="584200">
                  <a:moveTo>
                    <a:pt x="385622" y="584199"/>
                  </a:moveTo>
                  <a:lnTo>
                    <a:pt x="366572" y="584199"/>
                  </a:lnTo>
                  <a:lnTo>
                    <a:pt x="366572" y="571499"/>
                  </a:lnTo>
                  <a:lnTo>
                    <a:pt x="385622" y="571499"/>
                  </a:lnTo>
                  <a:lnTo>
                    <a:pt x="385622" y="584199"/>
                  </a:lnTo>
                  <a:close/>
                </a:path>
                <a:path w="13754100" h="584200">
                  <a:moveTo>
                    <a:pt x="411010" y="584199"/>
                  </a:moveTo>
                  <a:lnTo>
                    <a:pt x="391972" y="584199"/>
                  </a:lnTo>
                  <a:lnTo>
                    <a:pt x="391972" y="571499"/>
                  </a:lnTo>
                  <a:lnTo>
                    <a:pt x="411010" y="571499"/>
                  </a:lnTo>
                  <a:lnTo>
                    <a:pt x="411010" y="584199"/>
                  </a:lnTo>
                  <a:close/>
                </a:path>
                <a:path w="13754100" h="584200">
                  <a:moveTo>
                    <a:pt x="436410" y="584199"/>
                  </a:moveTo>
                  <a:lnTo>
                    <a:pt x="417360" y="584199"/>
                  </a:lnTo>
                  <a:lnTo>
                    <a:pt x="417360" y="571499"/>
                  </a:lnTo>
                  <a:lnTo>
                    <a:pt x="436410" y="571499"/>
                  </a:lnTo>
                  <a:lnTo>
                    <a:pt x="436410" y="584199"/>
                  </a:lnTo>
                  <a:close/>
                </a:path>
                <a:path w="13754100" h="584200">
                  <a:moveTo>
                    <a:pt x="461797" y="584199"/>
                  </a:moveTo>
                  <a:lnTo>
                    <a:pt x="442760" y="584199"/>
                  </a:lnTo>
                  <a:lnTo>
                    <a:pt x="442760" y="571499"/>
                  </a:lnTo>
                  <a:lnTo>
                    <a:pt x="461797" y="571499"/>
                  </a:lnTo>
                  <a:lnTo>
                    <a:pt x="461797" y="584199"/>
                  </a:lnTo>
                  <a:close/>
                </a:path>
                <a:path w="13754100" h="584200">
                  <a:moveTo>
                    <a:pt x="487197" y="584199"/>
                  </a:moveTo>
                  <a:lnTo>
                    <a:pt x="468147" y="584199"/>
                  </a:lnTo>
                  <a:lnTo>
                    <a:pt x="468147" y="571499"/>
                  </a:lnTo>
                  <a:lnTo>
                    <a:pt x="487197" y="571499"/>
                  </a:lnTo>
                  <a:lnTo>
                    <a:pt x="487197" y="584199"/>
                  </a:lnTo>
                  <a:close/>
                </a:path>
                <a:path w="13754100" h="584200">
                  <a:moveTo>
                    <a:pt x="512584" y="584199"/>
                  </a:moveTo>
                  <a:lnTo>
                    <a:pt x="493547" y="584199"/>
                  </a:lnTo>
                  <a:lnTo>
                    <a:pt x="493547" y="571499"/>
                  </a:lnTo>
                  <a:lnTo>
                    <a:pt x="512584" y="571499"/>
                  </a:lnTo>
                  <a:lnTo>
                    <a:pt x="512584" y="584199"/>
                  </a:lnTo>
                  <a:close/>
                </a:path>
                <a:path w="13754100" h="584200">
                  <a:moveTo>
                    <a:pt x="537984" y="584199"/>
                  </a:moveTo>
                  <a:lnTo>
                    <a:pt x="518934" y="584199"/>
                  </a:lnTo>
                  <a:lnTo>
                    <a:pt x="518934" y="571499"/>
                  </a:lnTo>
                  <a:lnTo>
                    <a:pt x="537984" y="571499"/>
                  </a:lnTo>
                  <a:lnTo>
                    <a:pt x="537984" y="584199"/>
                  </a:lnTo>
                  <a:close/>
                </a:path>
                <a:path w="13754100" h="584200">
                  <a:moveTo>
                    <a:pt x="563372" y="584199"/>
                  </a:moveTo>
                  <a:lnTo>
                    <a:pt x="544334" y="584199"/>
                  </a:lnTo>
                  <a:lnTo>
                    <a:pt x="544334" y="571499"/>
                  </a:lnTo>
                  <a:lnTo>
                    <a:pt x="563372" y="571499"/>
                  </a:lnTo>
                  <a:lnTo>
                    <a:pt x="563372" y="584199"/>
                  </a:lnTo>
                  <a:close/>
                </a:path>
                <a:path w="13754100" h="584200">
                  <a:moveTo>
                    <a:pt x="588772" y="584199"/>
                  </a:moveTo>
                  <a:lnTo>
                    <a:pt x="569722" y="584199"/>
                  </a:lnTo>
                  <a:lnTo>
                    <a:pt x="569722" y="571499"/>
                  </a:lnTo>
                  <a:lnTo>
                    <a:pt x="588772" y="571499"/>
                  </a:lnTo>
                  <a:lnTo>
                    <a:pt x="588772" y="584199"/>
                  </a:lnTo>
                  <a:close/>
                </a:path>
                <a:path w="13754100" h="584200">
                  <a:moveTo>
                    <a:pt x="614159" y="584199"/>
                  </a:moveTo>
                  <a:lnTo>
                    <a:pt x="595122" y="584199"/>
                  </a:lnTo>
                  <a:lnTo>
                    <a:pt x="595122" y="571499"/>
                  </a:lnTo>
                  <a:lnTo>
                    <a:pt x="614159" y="571499"/>
                  </a:lnTo>
                  <a:lnTo>
                    <a:pt x="614159" y="584199"/>
                  </a:lnTo>
                  <a:close/>
                </a:path>
                <a:path w="13754100" h="584200">
                  <a:moveTo>
                    <a:pt x="639559" y="584199"/>
                  </a:moveTo>
                  <a:lnTo>
                    <a:pt x="620509" y="584199"/>
                  </a:lnTo>
                  <a:lnTo>
                    <a:pt x="620509" y="571499"/>
                  </a:lnTo>
                  <a:lnTo>
                    <a:pt x="639559" y="571499"/>
                  </a:lnTo>
                  <a:lnTo>
                    <a:pt x="639559" y="584199"/>
                  </a:lnTo>
                  <a:close/>
                </a:path>
                <a:path w="13754100" h="584200">
                  <a:moveTo>
                    <a:pt x="664946" y="584199"/>
                  </a:moveTo>
                  <a:lnTo>
                    <a:pt x="645909" y="584199"/>
                  </a:lnTo>
                  <a:lnTo>
                    <a:pt x="645909" y="571499"/>
                  </a:lnTo>
                  <a:lnTo>
                    <a:pt x="664946" y="571499"/>
                  </a:lnTo>
                  <a:lnTo>
                    <a:pt x="664946" y="584199"/>
                  </a:lnTo>
                  <a:close/>
                </a:path>
                <a:path w="13754100" h="584200">
                  <a:moveTo>
                    <a:pt x="690346" y="584199"/>
                  </a:moveTo>
                  <a:lnTo>
                    <a:pt x="671296" y="584199"/>
                  </a:lnTo>
                  <a:lnTo>
                    <a:pt x="671296" y="571499"/>
                  </a:lnTo>
                  <a:lnTo>
                    <a:pt x="690346" y="571499"/>
                  </a:lnTo>
                  <a:lnTo>
                    <a:pt x="690346" y="584199"/>
                  </a:lnTo>
                  <a:close/>
                </a:path>
                <a:path w="13754100" h="584200">
                  <a:moveTo>
                    <a:pt x="715733" y="584199"/>
                  </a:moveTo>
                  <a:lnTo>
                    <a:pt x="696696" y="584199"/>
                  </a:lnTo>
                  <a:lnTo>
                    <a:pt x="696696" y="571499"/>
                  </a:lnTo>
                  <a:lnTo>
                    <a:pt x="715733" y="571499"/>
                  </a:lnTo>
                  <a:lnTo>
                    <a:pt x="715733" y="584199"/>
                  </a:lnTo>
                  <a:close/>
                </a:path>
                <a:path w="13754100" h="584200">
                  <a:moveTo>
                    <a:pt x="741133" y="584199"/>
                  </a:moveTo>
                  <a:lnTo>
                    <a:pt x="722083" y="584199"/>
                  </a:lnTo>
                  <a:lnTo>
                    <a:pt x="722083" y="571499"/>
                  </a:lnTo>
                  <a:lnTo>
                    <a:pt x="741133" y="571499"/>
                  </a:lnTo>
                  <a:lnTo>
                    <a:pt x="741133" y="584199"/>
                  </a:lnTo>
                  <a:close/>
                </a:path>
                <a:path w="13754100" h="584200">
                  <a:moveTo>
                    <a:pt x="766521" y="584199"/>
                  </a:moveTo>
                  <a:lnTo>
                    <a:pt x="747483" y="584199"/>
                  </a:lnTo>
                  <a:lnTo>
                    <a:pt x="747483" y="571499"/>
                  </a:lnTo>
                  <a:lnTo>
                    <a:pt x="766521" y="571499"/>
                  </a:lnTo>
                  <a:lnTo>
                    <a:pt x="766521" y="584199"/>
                  </a:lnTo>
                  <a:close/>
                </a:path>
                <a:path w="13754100" h="584200">
                  <a:moveTo>
                    <a:pt x="791921" y="584199"/>
                  </a:moveTo>
                  <a:lnTo>
                    <a:pt x="772871" y="584199"/>
                  </a:lnTo>
                  <a:lnTo>
                    <a:pt x="772871" y="571499"/>
                  </a:lnTo>
                  <a:lnTo>
                    <a:pt x="791921" y="571499"/>
                  </a:lnTo>
                  <a:lnTo>
                    <a:pt x="791921" y="584199"/>
                  </a:lnTo>
                  <a:close/>
                </a:path>
                <a:path w="13754100" h="584200">
                  <a:moveTo>
                    <a:pt x="817308" y="584199"/>
                  </a:moveTo>
                  <a:lnTo>
                    <a:pt x="798271" y="584199"/>
                  </a:lnTo>
                  <a:lnTo>
                    <a:pt x="798271" y="571499"/>
                  </a:lnTo>
                  <a:lnTo>
                    <a:pt x="817308" y="571499"/>
                  </a:lnTo>
                  <a:lnTo>
                    <a:pt x="817308" y="584199"/>
                  </a:lnTo>
                  <a:close/>
                </a:path>
                <a:path w="13754100" h="584200">
                  <a:moveTo>
                    <a:pt x="842708" y="584199"/>
                  </a:moveTo>
                  <a:lnTo>
                    <a:pt x="823658" y="584199"/>
                  </a:lnTo>
                  <a:lnTo>
                    <a:pt x="823658" y="571499"/>
                  </a:lnTo>
                  <a:lnTo>
                    <a:pt x="842708" y="571499"/>
                  </a:lnTo>
                  <a:lnTo>
                    <a:pt x="842708" y="584199"/>
                  </a:lnTo>
                  <a:close/>
                </a:path>
                <a:path w="13754100" h="584200">
                  <a:moveTo>
                    <a:pt x="868095" y="584199"/>
                  </a:moveTo>
                  <a:lnTo>
                    <a:pt x="849058" y="584199"/>
                  </a:lnTo>
                  <a:lnTo>
                    <a:pt x="849058" y="571499"/>
                  </a:lnTo>
                  <a:lnTo>
                    <a:pt x="868095" y="571499"/>
                  </a:lnTo>
                  <a:lnTo>
                    <a:pt x="868095" y="584199"/>
                  </a:lnTo>
                  <a:close/>
                </a:path>
                <a:path w="13754100" h="584200">
                  <a:moveTo>
                    <a:pt x="893495" y="584199"/>
                  </a:moveTo>
                  <a:lnTo>
                    <a:pt x="874445" y="584199"/>
                  </a:lnTo>
                  <a:lnTo>
                    <a:pt x="874445" y="571499"/>
                  </a:lnTo>
                  <a:lnTo>
                    <a:pt x="893495" y="571499"/>
                  </a:lnTo>
                  <a:lnTo>
                    <a:pt x="893495" y="584199"/>
                  </a:lnTo>
                  <a:close/>
                </a:path>
                <a:path w="13754100" h="584200">
                  <a:moveTo>
                    <a:pt x="918883" y="584199"/>
                  </a:moveTo>
                  <a:lnTo>
                    <a:pt x="899845" y="584199"/>
                  </a:lnTo>
                  <a:lnTo>
                    <a:pt x="899845" y="571499"/>
                  </a:lnTo>
                  <a:lnTo>
                    <a:pt x="918883" y="571499"/>
                  </a:lnTo>
                  <a:lnTo>
                    <a:pt x="918883" y="584199"/>
                  </a:lnTo>
                  <a:close/>
                </a:path>
                <a:path w="13754100" h="584200">
                  <a:moveTo>
                    <a:pt x="944283" y="584199"/>
                  </a:moveTo>
                  <a:lnTo>
                    <a:pt x="925233" y="584199"/>
                  </a:lnTo>
                  <a:lnTo>
                    <a:pt x="925233" y="571499"/>
                  </a:lnTo>
                  <a:lnTo>
                    <a:pt x="944283" y="571499"/>
                  </a:lnTo>
                  <a:lnTo>
                    <a:pt x="944283" y="584199"/>
                  </a:lnTo>
                  <a:close/>
                </a:path>
                <a:path w="13754100" h="584200">
                  <a:moveTo>
                    <a:pt x="969670" y="584199"/>
                  </a:moveTo>
                  <a:lnTo>
                    <a:pt x="950633" y="584199"/>
                  </a:lnTo>
                  <a:lnTo>
                    <a:pt x="950633" y="571499"/>
                  </a:lnTo>
                  <a:lnTo>
                    <a:pt x="969670" y="571499"/>
                  </a:lnTo>
                  <a:lnTo>
                    <a:pt x="969670" y="584199"/>
                  </a:lnTo>
                  <a:close/>
                </a:path>
                <a:path w="13754100" h="584200">
                  <a:moveTo>
                    <a:pt x="995070" y="584199"/>
                  </a:moveTo>
                  <a:lnTo>
                    <a:pt x="976020" y="584199"/>
                  </a:lnTo>
                  <a:lnTo>
                    <a:pt x="976020" y="571499"/>
                  </a:lnTo>
                  <a:lnTo>
                    <a:pt x="995070" y="571499"/>
                  </a:lnTo>
                  <a:lnTo>
                    <a:pt x="995070" y="584199"/>
                  </a:lnTo>
                  <a:close/>
                </a:path>
                <a:path w="13754100" h="584200">
                  <a:moveTo>
                    <a:pt x="1020457" y="584199"/>
                  </a:moveTo>
                  <a:lnTo>
                    <a:pt x="1001420" y="584199"/>
                  </a:lnTo>
                  <a:lnTo>
                    <a:pt x="1001420" y="571499"/>
                  </a:lnTo>
                  <a:lnTo>
                    <a:pt x="1020457" y="571499"/>
                  </a:lnTo>
                  <a:lnTo>
                    <a:pt x="1020457" y="584199"/>
                  </a:lnTo>
                  <a:close/>
                </a:path>
                <a:path w="13754100" h="584200">
                  <a:moveTo>
                    <a:pt x="1045857" y="584199"/>
                  </a:moveTo>
                  <a:lnTo>
                    <a:pt x="1026807" y="584199"/>
                  </a:lnTo>
                  <a:lnTo>
                    <a:pt x="1026807" y="571499"/>
                  </a:lnTo>
                  <a:lnTo>
                    <a:pt x="1045857" y="571499"/>
                  </a:lnTo>
                  <a:lnTo>
                    <a:pt x="1045857" y="584199"/>
                  </a:lnTo>
                  <a:close/>
                </a:path>
                <a:path w="13754100" h="584200">
                  <a:moveTo>
                    <a:pt x="1071245" y="584199"/>
                  </a:moveTo>
                  <a:lnTo>
                    <a:pt x="1052207" y="584199"/>
                  </a:lnTo>
                  <a:lnTo>
                    <a:pt x="1052207" y="571499"/>
                  </a:lnTo>
                  <a:lnTo>
                    <a:pt x="1071245" y="571499"/>
                  </a:lnTo>
                  <a:lnTo>
                    <a:pt x="1071245" y="584199"/>
                  </a:lnTo>
                  <a:close/>
                </a:path>
                <a:path w="13754100" h="584200">
                  <a:moveTo>
                    <a:pt x="1096645" y="584199"/>
                  </a:moveTo>
                  <a:lnTo>
                    <a:pt x="1077595" y="584199"/>
                  </a:lnTo>
                  <a:lnTo>
                    <a:pt x="1077595" y="571499"/>
                  </a:lnTo>
                  <a:lnTo>
                    <a:pt x="1096645" y="571499"/>
                  </a:lnTo>
                  <a:lnTo>
                    <a:pt x="1096645" y="584199"/>
                  </a:lnTo>
                  <a:close/>
                </a:path>
                <a:path w="13754100" h="584200">
                  <a:moveTo>
                    <a:pt x="1122032" y="584199"/>
                  </a:moveTo>
                  <a:lnTo>
                    <a:pt x="1102995" y="584199"/>
                  </a:lnTo>
                  <a:lnTo>
                    <a:pt x="1102995" y="571499"/>
                  </a:lnTo>
                  <a:lnTo>
                    <a:pt x="1122032" y="571499"/>
                  </a:lnTo>
                  <a:lnTo>
                    <a:pt x="1122032" y="584199"/>
                  </a:lnTo>
                  <a:close/>
                </a:path>
                <a:path w="13754100" h="584200">
                  <a:moveTo>
                    <a:pt x="1147432" y="584199"/>
                  </a:moveTo>
                  <a:lnTo>
                    <a:pt x="1128382" y="584199"/>
                  </a:lnTo>
                  <a:lnTo>
                    <a:pt x="1128382" y="571499"/>
                  </a:lnTo>
                  <a:lnTo>
                    <a:pt x="1147432" y="571499"/>
                  </a:lnTo>
                  <a:lnTo>
                    <a:pt x="1147432" y="584199"/>
                  </a:lnTo>
                  <a:close/>
                </a:path>
                <a:path w="13754100" h="584200">
                  <a:moveTo>
                    <a:pt x="1172819" y="584199"/>
                  </a:moveTo>
                  <a:lnTo>
                    <a:pt x="1153782" y="584199"/>
                  </a:lnTo>
                  <a:lnTo>
                    <a:pt x="1153782" y="571499"/>
                  </a:lnTo>
                  <a:lnTo>
                    <a:pt x="1172819" y="571499"/>
                  </a:lnTo>
                  <a:lnTo>
                    <a:pt x="1172819" y="584199"/>
                  </a:lnTo>
                  <a:close/>
                </a:path>
                <a:path w="13754100" h="584200">
                  <a:moveTo>
                    <a:pt x="1198219" y="584199"/>
                  </a:moveTo>
                  <a:lnTo>
                    <a:pt x="1179169" y="584199"/>
                  </a:lnTo>
                  <a:lnTo>
                    <a:pt x="1179169" y="571499"/>
                  </a:lnTo>
                  <a:lnTo>
                    <a:pt x="1198219" y="571499"/>
                  </a:lnTo>
                  <a:lnTo>
                    <a:pt x="1198219" y="584199"/>
                  </a:lnTo>
                  <a:close/>
                </a:path>
                <a:path w="13754100" h="584200">
                  <a:moveTo>
                    <a:pt x="1223606" y="584199"/>
                  </a:moveTo>
                  <a:lnTo>
                    <a:pt x="1204569" y="584199"/>
                  </a:lnTo>
                  <a:lnTo>
                    <a:pt x="1204569" y="571499"/>
                  </a:lnTo>
                  <a:lnTo>
                    <a:pt x="1223606" y="571499"/>
                  </a:lnTo>
                  <a:lnTo>
                    <a:pt x="1223606" y="584199"/>
                  </a:lnTo>
                  <a:close/>
                </a:path>
                <a:path w="13754100" h="584200">
                  <a:moveTo>
                    <a:pt x="1249006" y="584199"/>
                  </a:moveTo>
                  <a:lnTo>
                    <a:pt x="1229956" y="584199"/>
                  </a:lnTo>
                  <a:lnTo>
                    <a:pt x="1229956" y="571499"/>
                  </a:lnTo>
                  <a:lnTo>
                    <a:pt x="1249006" y="571499"/>
                  </a:lnTo>
                  <a:lnTo>
                    <a:pt x="1249006" y="584199"/>
                  </a:lnTo>
                  <a:close/>
                </a:path>
                <a:path w="13754100" h="584200">
                  <a:moveTo>
                    <a:pt x="1274394" y="584199"/>
                  </a:moveTo>
                  <a:lnTo>
                    <a:pt x="1255356" y="584199"/>
                  </a:lnTo>
                  <a:lnTo>
                    <a:pt x="1255356" y="571499"/>
                  </a:lnTo>
                  <a:lnTo>
                    <a:pt x="1274394" y="571499"/>
                  </a:lnTo>
                  <a:lnTo>
                    <a:pt x="1274394" y="584199"/>
                  </a:lnTo>
                  <a:close/>
                </a:path>
                <a:path w="13754100" h="584200">
                  <a:moveTo>
                    <a:pt x="1299794" y="584199"/>
                  </a:moveTo>
                  <a:lnTo>
                    <a:pt x="1280744" y="584199"/>
                  </a:lnTo>
                  <a:lnTo>
                    <a:pt x="1280744" y="571499"/>
                  </a:lnTo>
                  <a:lnTo>
                    <a:pt x="1299794" y="571499"/>
                  </a:lnTo>
                  <a:lnTo>
                    <a:pt x="1299794" y="584199"/>
                  </a:lnTo>
                  <a:close/>
                </a:path>
                <a:path w="13754100" h="584200">
                  <a:moveTo>
                    <a:pt x="1325181" y="584199"/>
                  </a:moveTo>
                  <a:lnTo>
                    <a:pt x="1306144" y="584199"/>
                  </a:lnTo>
                  <a:lnTo>
                    <a:pt x="1306144" y="571499"/>
                  </a:lnTo>
                  <a:lnTo>
                    <a:pt x="1325181" y="571499"/>
                  </a:lnTo>
                  <a:lnTo>
                    <a:pt x="1325181" y="584199"/>
                  </a:lnTo>
                  <a:close/>
                </a:path>
                <a:path w="13754100" h="584200">
                  <a:moveTo>
                    <a:pt x="1350581" y="584199"/>
                  </a:moveTo>
                  <a:lnTo>
                    <a:pt x="1331531" y="584199"/>
                  </a:lnTo>
                  <a:lnTo>
                    <a:pt x="1331531" y="571499"/>
                  </a:lnTo>
                  <a:lnTo>
                    <a:pt x="1350581" y="571499"/>
                  </a:lnTo>
                  <a:lnTo>
                    <a:pt x="1350581" y="584199"/>
                  </a:lnTo>
                  <a:close/>
                </a:path>
                <a:path w="13754100" h="584200">
                  <a:moveTo>
                    <a:pt x="1375968" y="584199"/>
                  </a:moveTo>
                  <a:lnTo>
                    <a:pt x="1356931" y="584199"/>
                  </a:lnTo>
                  <a:lnTo>
                    <a:pt x="1356931" y="571499"/>
                  </a:lnTo>
                  <a:lnTo>
                    <a:pt x="1375968" y="571499"/>
                  </a:lnTo>
                  <a:lnTo>
                    <a:pt x="1375968" y="584199"/>
                  </a:lnTo>
                  <a:close/>
                </a:path>
                <a:path w="13754100" h="584200">
                  <a:moveTo>
                    <a:pt x="1401368" y="584199"/>
                  </a:moveTo>
                  <a:lnTo>
                    <a:pt x="1382318" y="584199"/>
                  </a:lnTo>
                  <a:lnTo>
                    <a:pt x="1382318" y="571499"/>
                  </a:lnTo>
                  <a:lnTo>
                    <a:pt x="1401368" y="571499"/>
                  </a:lnTo>
                  <a:lnTo>
                    <a:pt x="1401368" y="584199"/>
                  </a:lnTo>
                  <a:close/>
                </a:path>
                <a:path w="13754100" h="584200">
                  <a:moveTo>
                    <a:pt x="1426756" y="584199"/>
                  </a:moveTo>
                  <a:lnTo>
                    <a:pt x="1407718" y="584199"/>
                  </a:lnTo>
                  <a:lnTo>
                    <a:pt x="1407718" y="571499"/>
                  </a:lnTo>
                  <a:lnTo>
                    <a:pt x="1426756" y="571499"/>
                  </a:lnTo>
                  <a:lnTo>
                    <a:pt x="1426756" y="584199"/>
                  </a:lnTo>
                  <a:close/>
                </a:path>
                <a:path w="13754100" h="584200">
                  <a:moveTo>
                    <a:pt x="1452156" y="584199"/>
                  </a:moveTo>
                  <a:lnTo>
                    <a:pt x="1433106" y="584199"/>
                  </a:lnTo>
                  <a:lnTo>
                    <a:pt x="1433106" y="571499"/>
                  </a:lnTo>
                  <a:lnTo>
                    <a:pt x="1452156" y="571499"/>
                  </a:lnTo>
                  <a:lnTo>
                    <a:pt x="1452156" y="584199"/>
                  </a:lnTo>
                  <a:close/>
                </a:path>
                <a:path w="13754100" h="584200">
                  <a:moveTo>
                    <a:pt x="1477543" y="584199"/>
                  </a:moveTo>
                  <a:lnTo>
                    <a:pt x="1458506" y="584199"/>
                  </a:lnTo>
                  <a:lnTo>
                    <a:pt x="1458506" y="571499"/>
                  </a:lnTo>
                  <a:lnTo>
                    <a:pt x="1477543" y="571499"/>
                  </a:lnTo>
                  <a:lnTo>
                    <a:pt x="1477543" y="584199"/>
                  </a:lnTo>
                  <a:close/>
                </a:path>
                <a:path w="13754100" h="584200">
                  <a:moveTo>
                    <a:pt x="1502943" y="584199"/>
                  </a:moveTo>
                  <a:lnTo>
                    <a:pt x="1483893" y="584199"/>
                  </a:lnTo>
                  <a:lnTo>
                    <a:pt x="1483893" y="571499"/>
                  </a:lnTo>
                  <a:lnTo>
                    <a:pt x="1502943" y="571499"/>
                  </a:lnTo>
                  <a:lnTo>
                    <a:pt x="1502943" y="584199"/>
                  </a:lnTo>
                  <a:close/>
                </a:path>
                <a:path w="13754100" h="584200">
                  <a:moveTo>
                    <a:pt x="1528330" y="584199"/>
                  </a:moveTo>
                  <a:lnTo>
                    <a:pt x="1509293" y="584199"/>
                  </a:lnTo>
                  <a:lnTo>
                    <a:pt x="1509293" y="571499"/>
                  </a:lnTo>
                  <a:lnTo>
                    <a:pt x="1528330" y="571499"/>
                  </a:lnTo>
                  <a:lnTo>
                    <a:pt x="1528330" y="584199"/>
                  </a:lnTo>
                  <a:close/>
                </a:path>
                <a:path w="13754100" h="584200">
                  <a:moveTo>
                    <a:pt x="1553730" y="584199"/>
                  </a:moveTo>
                  <a:lnTo>
                    <a:pt x="1534680" y="584199"/>
                  </a:lnTo>
                  <a:lnTo>
                    <a:pt x="1534680" y="571499"/>
                  </a:lnTo>
                  <a:lnTo>
                    <a:pt x="1553730" y="571499"/>
                  </a:lnTo>
                  <a:lnTo>
                    <a:pt x="1553730" y="584199"/>
                  </a:lnTo>
                  <a:close/>
                </a:path>
                <a:path w="13754100" h="584200">
                  <a:moveTo>
                    <a:pt x="1579118" y="584199"/>
                  </a:moveTo>
                  <a:lnTo>
                    <a:pt x="1560080" y="584199"/>
                  </a:lnTo>
                  <a:lnTo>
                    <a:pt x="1560080" y="571499"/>
                  </a:lnTo>
                  <a:lnTo>
                    <a:pt x="1579118" y="571499"/>
                  </a:lnTo>
                  <a:lnTo>
                    <a:pt x="1579118" y="584199"/>
                  </a:lnTo>
                  <a:close/>
                </a:path>
                <a:path w="13754100" h="584200">
                  <a:moveTo>
                    <a:pt x="1604518" y="584199"/>
                  </a:moveTo>
                  <a:lnTo>
                    <a:pt x="1585468" y="584199"/>
                  </a:lnTo>
                  <a:lnTo>
                    <a:pt x="1585468" y="571499"/>
                  </a:lnTo>
                  <a:lnTo>
                    <a:pt x="1604518" y="571499"/>
                  </a:lnTo>
                  <a:lnTo>
                    <a:pt x="1604518" y="584199"/>
                  </a:lnTo>
                  <a:close/>
                </a:path>
                <a:path w="13754100" h="584200">
                  <a:moveTo>
                    <a:pt x="1629905" y="584199"/>
                  </a:moveTo>
                  <a:lnTo>
                    <a:pt x="1610868" y="584199"/>
                  </a:lnTo>
                  <a:lnTo>
                    <a:pt x="1610868" y="571499"/>
                  </a:lnTo>
                  <a:lnTo>
                    <a:pt x="1629905" y="571499"/>
                  </a:lnTo>
                  <a:lnTo>
                    <a:pt x="1629905" y="584199"/>
                  </a:lnTo>
                  <a:close/>
                </a:path>
                <a:path w="13754100" h="584200">
                  <a:moveTo>
                    <a:pt x="1655305" y="584199"/>
                  </a:moveTo>
                  <a:lnTo>
                    <a:pt x="1636255" y="584199"/>
                  </a:lnTo>
                  <a:lnTo>
                    <a:pt x="1636255" y="571499"/>
                  </a:lnTo>
                  <a:lnTo>
                    <a:pt x="1655305" y="571499"/>
                  </a:lnTo>
                  <a:lnTo>
                    <a:pt x="1655305" y="584199"/>
                  </a:lnTo>
                  <a:close/>
                </a:path>
                <a:path w="13754100" h="584200">
                  <a:moveTo>
                    <a:pt x="1680705" y="584199"/>
                  </a:moveTo>
                  <a:lnTo>
                    <a:pt x="1661655" y="584199"/>
                  </a:lnTo>
                  <a:lnTo>
                    <a:pt x="1661655" y="571499"/>
                  </a:lnTo>
                  <a:lnTo>
                    <a:pt x="1680705" y="571499"/>
                  </a:lnTo>
                  <a:lnTo>
                    <a:pt x="1680705" y="584199"/>
                  </a:lnTo>
                  <a:close/>
                </a:path>
                <a:path w="13754100" h="584200">
                  <a:moveTo>
                    <a:pt x="1706092" y="584199"/>
                  </a:moveTo>
                  <a:lnTo>
                    <a:pt x="1687042" y="584199"/>
                  </a:lnTo>
                  <a:lnTo>
                    <a:pt x="1687042" y="571499"/>
                  </a:lnTo>
                  <a:lnTo>
                    <a:pt x="1706092" y="571499"/>
                  </a:lnTo>
                  <a:lnTo>
                    <a:pt x="1706092" y="584199"/>
                  </a:lnTo>
                  <a:close/>
                </a:path>
                <a:path w="13754100" h="584200">
                  <a:moveTo>
                    <a:pt x="1731492" y="584199"/>
                  </a:moveTo>
                  <a:lnTo>
                    <a:pt x="1712442" y="584199"/>
                  </a:lnTo>
                  <a:lnTo>
                    <a:pt x="1712442" y="571499"/>
                  </a:lnTo>
                  <a:lnTo>
                    <a:pt x="1731492" y="571499"/>
                  </a:lnTo>
                  <a:lnTo>
                    <a:pt x="1731492" y="584199"/>
                  </a:lnTo>
                  <a:close/>
                </a:path>
                <a:path w="13754100" h="584200">
                  <a:moveTo>
                    <a:pt x="1756879" y="584199"/>
                  </a:moveTo>
                  <a:lnTo>
                    <a:pt x="1737829" y="584199"/>
                  </a:lnTo>
                  <a:lnTo>
                    <a:pt x="1737829" y="571499"/>
                  </a:lnTo>
                  <a:lnTo>
                    <a:pt x="1756879" y="571499"/>
                  </a:lnTo>
                  <a:lnTo>
                    <a:pt x="1756879" y="584199"/>
                  </a:lnTo>
                  <a:close/>
                </a:path>
                <a:path w="13754100" h="584200">
                  <a:moveTo>
                    <a:pt x="1782279" y="584199"/>
                  </a:moveTo>
                  <a:lnTo>
                    <a:pt x="1763229" y="584199"/>
                  </a:lnTo>
                  <a:lnTo>
                    <a:pt x="1763229" y="571499"/>
                  </a:lnTo>
                  <a:lnTo>
                    <a:pt x="1782279" y="571499"/>
                  </a:lnTo>
                  <a:lnTo>
                    <a:pt x="1782279" y="584199"/>
                  </a:lnTo>
                  <a:close/>
                </a:path>
                <a:path w="13754100" h="584200">
                  <a:moveTo>
                    <a:pt x="1807667" y="584199"/>
                  </a:moveTo>
                  <a:lnTo>
                    <a:pt x="1788617" y="584199"/>
                  </a:lnTo>
                  <a:lnTo>
                    <a:pt x="1788617" y="571499"/>
                  </a:lnTo>
                  <a:lnTo>
                    <a:pt x="1807667" y="571499"/>
                  </a:lnTo>
                  <a:lnTo>
                    <a:pt x="1807667" y="584199"/>
                  </a:lnTo>
                  <a:close/>
                </a:path>
                <a:path w="13754100" h="584200">
                  <a:moveTo>
                    <a:pt x="1833067" y="584199"/>
                  </a:moveTo>
                  <a:lnTo>
                    <a:pt x="1814017" y="584199"/>
                  </a:lnTo>
                  <a:lnTo>
                    <a:pt x="1814017" y="571499"/>
                  </a:lnTo>
                  <a:lnTo>
                    <a:pt x="1833067" y="571499"/>
                  </a:lnTo>
                  <a:lnTo>
                    <a:pt x="1833067" y="584199"/>
                  </a:lnTo>
                  <a:close/>
                </a:path>
                <a:path w="13754100" h="584200">
                  <a:moveTo>
                    <a:pt x="1858454" y="584199"/>
                  </a:moveTo>
                  <a:lnTo>
                    <a:pt x="1839404" y="584199"/>
                  </a:lnTo>
                  <a:lnTo>
                    <a:pt x="1839404" y="571499"/>
                  </a:lnTo>
                  <a:lnTo>
                    <a:pt x="1858454" y="571499"/>
                  </a:lnTo>
                  <a:lnTo>
                    <a:pt x="1858454" y="584199"/>
                  </a:lnTo>
                  <a:close/>
                </a:path>
                <a:path w="13754100" h="584200">
                  <a:moveTo>
                    <a:pt x="1883854" y="584199"/>
                  </a:moveTo>
                  <a:lnTo>
                    <a:pt x="1864804" y="584199"/>
                  </a:lnTo>
                  <a:lnTo>
                    <a:pt x="1864804" y="571499"/>
                  </a:lnTo>
                  <a:lnTo>
                    <a:pt x="1883854" y="571499"/>
                  </a:lnTo>
                  <a:lnTo>
                    <a:pt x="1883854" y="584199"/>
                  </a:lnTo>
                  <a:close/>
                </a:path>
                <a:path w="13754100" h="584200">
                  <a:moveTo>
                    <a:pt x="1909241" y="584199"/>
                  </a:moveTo>
                  <a:lnTo>
                    <a:pt x="1890191" y="584199"/>
                  </a:lnTo>
                  <a:lnTo>
                    <a:pt x="1890191" y="571499"/>
                  </a:lnTo>
                  <a:lnTo>
                    <a:pt x="1909241" y="571499"/>
                  </a:lnTo>
                  <a:lnTo>
                    <a:pt x="1909241" y="584199"/>
                  </a:lnTo>
                  <a:close/>
                </a:path>
                <a:path w="13754100" h="584200">
                  <a:moveTo>
                    <a:pt x="1934641" y="584199"/>
                  </a:moveTo>
                  <a:lnTo>
                    <a:pt x="1915591" y="584199"/>
                  </a:lnTo>
                  <a:lnTo>
                    <a:pt x="1915591" y="571499"/>
                  </a:lnTo>
                  <a:lnTo>
                    <a:pt x="1934641" y="571499"/>
                  </a:lnTo>
                  <a:lnTo>
                    <a:pt x="1934641" y="584199"/>
                  </a:lnTo>
                  <a:close/>
                </a:path>
                <a:path w="13754100" h="584200">
                  <a:moveTo>
                    <a:pt x="1960029" y="584199"/>
                  </a:moveTo>
                  <a:lnTo>
                    <a:pt x="1940979" y="584199"/>
                  </a:lnTo>
                  <a:lnTo>
                    <a:pt x="1940979" y="571499"/>
                  </a:lnTo>
                  <a:lnTo>
                    <a:pt x="1960029" y="571499"/>
                  </a:lnTo>
                  <a:lnTo>
                    <a:pt x="1960029" y="584199"/>
                  </a:lnTo>
                  <a:close/>
                </a:path>
                <a:path w="13754100" h="584200">
                  <a:moveTo>
                    <a:pt x="1985429" y="584199"/>
                  </a:moveTo>
                  <a:lnTo>
                    <a:pt x="1966379" y="584199"/>
                  </a:lnTo>
                  <a:lnTo>
                    <a:pt x="1966379" y="571499"/>
                  </a:lnTo>
                  <a:lnTo>
                    <a:pt x="1985429" y="571499"/>
                  </a:lnTo>
                  <a:lnTo>
                    <a:pt x="1985429" y="584199"/>
                  </a:lnTo>
                  <a:close/>
                </a:path>
                <a:path w="13754100" h="584200">
                  <a:moveTo>
                    <a:pt x="2010816" y="584199"/>
                  </a:moveTo>
                  <a:lnTo>
                    <a:pt x="1991766" y="584199"/>
                  </a:lnTo>
                  <a:lnTo>
                    <a:pt x="1991766" y="571499"/>
                  </a:lnTo>
                  <a:lnTo>
                    <a:pt x="2010816" y="571499"/>
                  </a:lnTo>
                  <a:lnTo>
                    <a:pt x="2010816" y="584199"/>
                  </a:lnTo>
                  <a:close/>
                </a:path>
                <a:path w="13754100" h="584200">
                  <a:moveTo>
                    <a:pt x="2036216" y="584199"/>
                  </a:moveTo>
                  <a:lnTo>
                    <a:pt x="2017166" y="584199"/>
                  </a:lnTo>
                  <a:lnTo>
                    <a:pt x="2017166" y="571499"/>
                  </a:lnTo>
                  <a:lnTo>
                    <a:pt x="2036216" y="571499"/>
                  </a:lnTo>
                  <a:lnTo>
                    <a:pt x="2036216" y="584199"/>
                  </a:lnTo>
                  <a:close/>
                </a:path>
                <a:path w="13754100" h="584200">
                  <a:moveTo>
                    <a:pt x="2061603" y="584199"/>
                  </a:moveTo>
                  <a:lnTo>
                    <a:pt x="2042553" y="584199"/>
                  </a:lnTo>
                  <a:lnTo>
                    <a:pt x="2042553" y="571499"/>
                  </a:lnTo>
                  <a:lnTo>
                    <a:pt x="2061603" y="571499"/>
                  </a:lnTo>
                  <a:lnTo>
                    <a:pt x="2061603" y="584199"/>
                  </a:lnTo>
                  <a:close/>
                </a:path>
                <a:path w="13754100" h="584200">
                  <a:moveTo>
                    <a:pt x="2087003" y="584199"/>
                  </a:moveTo>
                  <a:lnTo>
                    <a:pt x="2067953" y="584199"/>
                  </a:lnTo>
                  <a:lnTo>
                    <a:pt x="2067953" y="571499"/>
                  </a:lnTo>
                  <a:lnTo>
                    <a:pt x="2087003" y="571499"/>
                  </a:lnTo>
                  <a:lnTo>
                    <a:pt x="2087003" y="584199"/>
                  </a:lnTo>
                  <a:close/>
                </a:path>
                <a:path w="13754100" h="584200">
                  <a:moveTo>
                    <a:pt x="2112391" y="584199"/>
                  </a:moveTo>
                  <a:lnTo>
                    <a:pt x="2093353" y="584199"/>
                  </a:lnTo>
                  <a:lnTo>
                    <a:pt x="2093353" y="571499"/>
                  </a:lnTo>
                  <a:lnTo>
                    <a:pt x="2112391" y="571499"/>
                  </a:lnTo>
                  <a:lnTo>
                    <a:pt x="2112391" y="584199"/>
                  </a:lnTo>
                  <a:close/>
                </a:path>
                <a:path w="13754100" h="584200">
                  <a:moveTo>
                    <a:pt x="2137791" y="584199"/>
                  </a:moveTo>
                  <a:lnTo>
                    <a:pt x="2118741" y="584199"/>
                  </a:lnTo>
                  <a:lnTo>
                    <a:pt x="2118741" y="571499"/>
                  </a:lnTo>
                  <a:lnTo>
                    <a:pt x="2137791" y="571499"/>
                  </a:lnTo>
                  <a:lnTo>
                    <a:pt x="2137791" y="584199"/>
                  </a:lnTo>
                  <a:close/>
                </a:path>
                <a:path w="13754100" h="584200">
                  <a:moveTo>
                    <a:pt x="2163178" y="584199"/>
                  </a:moveTo>
                  <a:lnTo>
                    <a:pt x="2144141" y="584199"/>
                  </a:lnTo>
                  <a:lnTo>
                    <a:pt x="2144141" y="571499"/>
                  </a:lnTo>
                  <a:lnTo>
                    <a:pt x="2163178" y="571499"/>
                  </a:lnTo>
                  <a:lnTo>
                    <a:pt x="2163178" y="584199"/>
                  </a:lnTo>
                  <a:close/>
                </a:path>
                <a:path w="13754100" h="584200">
                  <a:moveTo>
                    <a:pt x="2188578" y="584199"/>
                  </a:moveTo>
                  <a:lnTo>
                    <a:pt x="2169528" y="584199"/>
                  </a:lnTo>
                  <a:lnTo>
                    <a:pt x="2169528" y="571499"/>
                  </a:lnTo>
                  <a:lnTo>
                    <a:pt x="2188578" y="571499"/>
                  </a:lnTo>
                  <a:lnTo>
                    <a:pt x="2188578" y="584199"/>
                  </a:lnTo>
                  <a:close/>
                </a:path>
                <a:path w="13754100" h="584200">
                  <a:moveTo>
                    <a:pt x="2213965" y="584199"/>
                  </a:moveTo>
                  <a:lnTo>
                    <a:pt x="2194928" y="584199"/>
                  </a:lnTo>
                  <a:lnTo>
                    <a:pt x="2194928" y="571499"/>
                  </a:lnTo>
                  <a:lnTo>
                    <a:pt x="2213965" y="571499"/>
                  </a:lnTo>
                  <a:lnTo>
                    <a:pt x="2213965" y="584199"/>
                  </a:lnTo>
                  <a:close/>
                </a:path>
                <a:path w="13754100" h="584200">
                  <a:moveTo>
                    <a:pt x="2239365" y="584199"/>
                  </a:moveTo>
                  <a:lnTo>
                    <a:pt x="2220315" y="584199"/>
                  </a:lnTo>
                  <a:lnTo>
                    <a:pt x="2220315" y="571499"/>
                  </a:lnTo>
                  <a:lnTo>
                    <a:pt x="2239365" y="571499"/>
                  </a:lnTo>
                  <a:lnTo>
                    <a:pt x="2239365" y="584199"/>
                  </a:lnTo>
                  <a:close/>
                </a:path>
                <a:path w="13754100" h="584200">
                  <a:moveTo>
                    <a:pt x="2264752" y="584199"/>
                  </a:moveTo>
                  <a:lnTo>
                    <a:pt x="2245715" y="584199"/>
                  </a:lnTo>
                  <a:lnTo>
                    <a:pt x="2245715" y="571499"/>
                  </a:lnTo>
                  <a:lnTo>
                    <a:pt x="2264752" y="571499"/>
                  </a:lnTo>
                  <a:lnTo>
                    <a:pt x="2264752" y="584199"/>
                  </a:lnTo>
                  <a:close/>
                </a:path>
                <a:path w="13754100" h="584200">
                  <a:moveTo>
                    <a:pt x="2290152" y="584199"/>
                  </a:moveTo>
                  <a:lnTo>
                    <a:pt x="2271102" y="584199"/>
                  </a:lnTo>
                  <a:lnTo>
                    <a:pt x="2271102" y="571499"/>
                  </a:lnTo>
                  <a:lnTo>
                    <a:pt x="2290152" y="571499"/>
                  </a:lnTo>
                  <a:lnTo>
                    <a:pt x="2290152" y="584199"/>
                  </a:lnTo>
                  <a:close/>
                </a:path>
                <a:path w="13754100" h="584200">
                  <a:moveTo>
                    <a:pt x="2315540" y="584199"/>
                  </a:moveTo>
                  <a:lnTo>
                    <a:pt x="2296502" y="584199"/>
                  </a:lnTo>
                  <a:lnTo>
                    <a:pt x="2296502" y="571499"/>
                  </a:lnTo>
                  <a:lnTo>
                    <a:pt x="2315540" y="571499"/>
                  </a:lnTo>
                  <a:lnTo>
                    <a:pt x="2315540" y="584199"/>
                  </a:lnTo>
                  <a:close/>
                </a:path>
                <a:path w="13754100" h="584200">
                  <a:moveTo>
                    <a:pt x="2340940" y="584199"/>
                  </a:moveTo>
                  <a:lnTo>
                    <a:pt x="2321890" y="584199"/>
                  </a:lnTo>
                  <a:lnTo>
                    <a:pt x="2321890" y="571499"/>
                  </a:lnTo>
                  <a:lnTo>
                    <a:pt x="2340940" y="571499"/>
                  </a:lnTo>
                  <a:lnTo>
                    <a:pt x="2340940" y="584199"/>
                  </a:lnTo>
                  <a:close/>
                </a:path>
                <a:path w="13754100" h="584200">
                  <a:moveTo>
                    <a:pt x="2366327" y="584199"/>
                  </a:moveTo>
                  <a:lnTo>
                    <a:pt x="2347290" y="584199"/>
                  </a:lnTo>
                  <a:lnTo>
                    <a:pt x="2347290" y="571499"/>
                  </a:lnTo>
                  <a:lnTo>
                    <a:pt x="2366327" y="571499"/>
                  </a:lnTo>
                  <a:lnTo>
                    <a:pt x="2366327" y="584199"/>
                  </a:lnTo>
                  <a:close/>
                </a:path>
                <a:path w="13754100" h="584200">
                  <a:moveTo>
                    <a:pt x="2391727" y="584199"/>
                  </a:moveTo>
                  <a:lnTo>
                    <a:pt x="2372677" y="584199"/>
                  </a:lnTo>
                  <a:lnTo>
                    <a:pt x="2372677" y="571499"/>
                  </a:lnTo>
                  <a:lnTo>
                    <a:pt x="2391727" y="571499"/>
                  </a:lnTo>
                  <a:lnTo>
                    <a:pt x="2391727" y="584199"/>
                  </a:lnTo>
                  <a:close/>
                </a:path>
                <a:path w="13754100" h="584200">
                  <a:moveTo>
                    <a:pt x="2417114" y="584199"/>
                  </a:moveTo>
                  <a:lnTo>
                    <a:pt x="2398077" y="584199"/>
                  </a:lnTo>
                  <a:lnTo>
                    <a:pt x="2398077" y="571499"/>
                  </a:lnTo>
                  <a:lnTo>
                    <a:pt x="2417114" y="571499"/>
                  </a:lnTo>
                  <a:lnTo>
                    <a:pt x="2417114" y="584199"/>
                  </a:lnTo>
                  <a:close/>
                </a:path>
                <a:path w="13754100" h="584200">
                  <a:moveTo>
                    <a:pt x="2442514" y="584199"/>
                  </a:moveTo>
                  <a:lnTo>
                    <a:pt x="2423464" y="584199"/>
                  </a:lnTo>
                  <a:lnTo>
                    <a:pt x="2423464" y="571499"/>
                  </a:lnTo>
                  <a:lnTo>
                    <a:pt x="2442514" y="571499"/>
                  </a:lnTo>
                  <a:lnTo>
                    <a:pt x="2442514" y="584199"/>
                  </a:lnTo>
                  <a:close/>
                </a:path>
                <a:path w="13754100" h="584200">
                  <a:moveTo>
                    <a:pt x="2467902" y="584199"/>
                  </a:moveTo>
                  <a:lnTo>
                    <a:pt x="2448864" y="584199"/>
                  </a:lnTo>
                  <a:lnTo>
                    <a:pt x="2448864" y="571499"/>
                  </a:lnTo>
                  <a:lnTo>
                    <a:pt x="2467902" y="571499"/>
                  </a:lnTo>
                  <a:lnTo>
                    <a:pt x="2467902" y="584199"/>
                  </a:lnTo>
                  <a:close/>
                </a:path>
                <a:path w="13754100" h="584200">
                  <a:moveTo>
                    <a:pt x="2493302" y="584199"/>
                  </a:moveTo>
                  <a:lnTo>
                    <a:pt x="2474252" y="584199"/>
                  </a:lnTo>
                  <a:lnTo>
                    <a:pt x="2474252" y="571499"/>
                  </a:lnTo>
                  <a:lnTo>
                    <a:pt x="2493302" y="571499"/>
                  </a:lnTo>
                  <a:lnTo>
                    <a:pt x="2493302" y="584199"/>
                  </a:lnTo>
                  <a:close/>
                </a:path>
                <a:path w="13754100" h="584200">
                  <a:moveTo>
                    <a:pt x="2518689" y="584199"/>
                  </a:moveTo>
                  <a:lnTo>
                    <a:pt x="2499652" y="584199"/>
                  </a:lnTo>
                  <a:lnTo>
                    <a:pt x="2499652" y="571499"/>
                  </a:lnTo>
                  <a:lnTo>
                    <a:pt x="2518689" y="571499"/>
                  </a:lnTo>
                  <a:lnTo>
                    <a:pt x="2518689" y="584199"/>
                  </a:lnTo>
                  <a:close/>
                </a:path>
                <a:path w="13754100" h="584200">
                  <a:moveTo>
                    <a:pt x="2544089" y="584199"/>
                  </a:moveTo>
                  <a:lnTo>
                    <a:pt x="2525039" y="584199"/>
                  </a:lnTo>
                  <a:lnTo>
                    <a:pt x="2525039" y="571499"/>
                  </a:lnTo>
                  <a:lnTo>
                    <a:pt x="2544089" y="571499"/>
                  </a:lnTo>
                  <a:lnTo>
                    <a:pt x="2544089" y="584199"/>
                  </a:lnTo>
                  <a:close/>
                </a:path>
                <a:path w="13754100" h="584200">
                  <a:moveTo>
                    <a:pt x="2569476" y="584199"/>
                  </a:moveTo>
                  <a:lnTo>
                    <a:pt x="2550439" y="584199"/>
                  </a:lnTo>
                  <a:lnTo>
                    <a:pt x="2550439" y="571499"/>
                  </a:lnTo>
                  <a:lnTo>
                    <a:pt x="2569476" y="571499"/>
                  </a:lnTo>
                  <a:lnTo>
                    <a:pt x="2569476" y="584199"/>
                  </a:lnTo>
                  <a:close/>
                </a:path>
                <a:path w="13754100" h="584200">
                  <a:moveTo>
                    <a:pt x="2594876" y="584199"/>
                  </a:moveTo>
                  <a:lnTo>
                    <a:pt x="2575826" y="584199"/>
                  </a:lnTo>
                  <a:lnTo>
                    <a:pt x="2575826" y="571499"/>
                  </a:lnTo>
                  <a:lnTo>
                    <a:pt x="2594876" y="571499"/>
                  </a:lnTo>
                  <a:lnTo>
                    <a:pt x="2594876" y="584199"/>
                  </a:lnTo>
                  <a:close/>
                </a:path>
                <a:path w="13754100" h="584200">
                  <a:moveTo>
                    <a:pt x="2620264" y="584199"/>
                  </a:moveTo>
                  <a:lnTo>
                    <a:pt x="2601226" y="584199"/>
                  </a:lnTo>
                  <a:lnTo>
                    <a:pt x="2601226" y="571499"/>
                  </a:lnTo>
                  <a:lnTo>
                    <a:pt x="2620264" y="571499"/>
                  </a:lnTo>
                  <a:lnTo>
                    <a:pt x="2620264" y="584199"/>
                  </a:lnTo>
                  <a:close/>
                </a:path>
                <a:path w="13754100" h="584200">
                  <a:moveTo>
                    <a:pt x="2645664" y="584199"/>
                  </a:moveTo>
                  <a:lnTo>
                    <a:pt x="2626614" y="584199"/>
                  </a:lnTo>
                  <a:lnTo>
                    <a:pt x="2626614" y="571499"/>
                  </a:lnTo>
                  <a:lnTo>
                    <a:pt x="2645664" y="571499"/>
                  </a:lnTo>
                  <a:lnTo>
                    <a:pt x="2645664" y="584199"/>
                  </a:lnTo>
                  <a:close/>
                </a:path>
                <a:path w="13754100" h="584200">
                  <a:moveTo>
                    <a:pt x="2671051" y="584199"/>
                  </a:moveTo>
                  <a:lnTo>
                    <a:pt x="2652014" y="584199"/>
                  </a:lnTo>
                  <a:lnTo>
                    <a:pt x="2652014" y="571499"/>
                  </a:lnTo>
                  <a:lnTo>
                    <a:pt x="2671051" y="571499"/>
                  </a:lnTo>
                  <a:lnTo>
                    <a:pt x="2671051" y="584199"/>
                  </a:lnTo>
                  <a:close/>
                </a:path>
                <a:path w="13754100" h="584200">
                  <a:moveTo>
                    <a:pt x="2696451" y="584199"/>
                  </a:moveTo>
                  <a:lnTo>
                    <a:pt x="2677401" y="584199"/>
                  </a:lnTo>
                  <a:lnTo>
                    <a:pt x="2677401" y="571499"/>
                  </a:lnTo>
                  <a:lnTo>
                    <a:pt x="2696451" y="571499"/>
                  </a:lnTo>
                  <a:lnTo>
                    <a:pt x="2696451" y="584199"/>
                  </a:lnTo>
                  <a:close/>
                </a:path>
                <a:path w="13754100" h="584200">
                  <a:moveTo>
                    <a:pt x="2721838" y="584199"/>
                  </a:moveTo>
                  <a:lnTo>
                    <a:pt x="2702801" y="584199"/>
                  </a:lnTo>
                  <a:lnTo>
                    <a:pt x="2702801" y="571499"/>
                  </a:lnTo>
                  <a:lnTo>
                    <a:pt x="2721838" y="571499"/>
                  </a:lnTo>
                  <a:lnTo>
                    <a:pt x="2721838" y="584199"/>
                  </a:lnTo>
                  <a:close/>
                </a:path>
                <a:path w="13754100" h="584200">
                  <a:moveTo>
                    <a:pt x="2747238" y="584199"/>
                  </a:moveTo>
                  <a:lnTo>
                    <a:pt x="2728188" y="584199"/>
                  </a:lnTo>
                  <a:lnTo>
                    <a:pt x="2728188" y="571499"/>
                  </a:lnTo>
                  <a:lnTo>
                    <a:pt x="2747238" y="571499"/>
                  </a:lnTo>
                  <a:lnTo>
                    <a:pt x="2747238" y="584199"/>
                  </a:lnTo>
                  <a:close/>
                </a:path>
                <a:path w="13754100" h="584200">
                  <a:moveTo>
                    <a:pt x="2772625" y="584199"/>
                  </a:moveTo>
                  <a:lnTo>
                    <a:pt x="2753588" y="584199"/>
                  </a:lnTo>
                  <a:lnTo>
                    <a:pt x="2753588" y="571499"/>
                  </a:lnTo>
                  <a:lnTo>
                    <a:pt x="2772625" y="571499"/>
                  </a:lnTo>
                  <a:lnTo>
                    <a:pt x="2772625" y="584199"/>
                  </a:lnTo>
                  <a:close/>
                </a:path>
                <a:path w="13754100" h="584200">
                  <a:moveTo>
                    <a:pt x="2798025" y="584199"/>
                  </a:moveTo>
                  <a:lnTo>
                    <a:pt x="2778975" y="584199"/>
                  </a:lnTo>
                  <a:lnTo>
                    <a:pt x="2778975" y="571499"/>
                  </a:lnTo>
                  <a:lnTo>
                    <a:pt x="2798025" y="571499"/>
                  </a:lnTo>
                  <a:lnTo>
                    <a:pt x="2798025" y="584199"/>
                  </a:lnTo>
                  <a:close/>
                </a:path>
                <a:path w="13754100" h="584200">
                  <a:moveTo>
                    <a:pt x="2823413" y="584199"/>
                  </a:moveTo>
                  <a:lnTo>
                    <a:pt x="2804375" y="584199"/>
                  </a:lnTo>
                  <a:lnTo>
                    <a:pt x="2804375" y="571499"/>
                  </a:lnTo>
                  <a:lnTo>
                    <a:pt x="2823413" y="571499"/>
                  </a:lnTo>
                  <a:lnTo>
                    <a:pt x="2823413" y="584199"/>
                  </a:lnTo>
                  <a:close/>
                </a:path>
                <a:path w="13754100" h="584200">
                  <a:moveTo>
                    <a:pt x="2848813" y="584199"/>
                  </a:moveTo>
                  <a:lnTo>
                    <a:pt x="2829763" y="584199"/>
                  </a:lnTo>
                  <a:lnTo>
                    <a:pt x="2829763" y="571499"/>
                  </a:lnTo>
                  <a:lnTo>
                    <a:pt x="2848813" y="571499"/>
                  </a:lnTo>
                  <a:lnTo>
                    <a:pt x="2848813" y="584199"/>
                  </a:lnTo>
                  <a:close/>
                </a:path>
                <a:path w="13754100" h="584200">
                  <a:moveTo>
                    <a:pt x="2874213" y="584199"/>
                  </a:moveTo>
                  <a:lnTo>
                    <a:pt x="2855163" y="584199"/>
                  </a:lnTo>
                  <a:lnTo>
                    <a:pt x="2855163" y="571499"/>
                  </a:lnTo>
                  <a:lnTo>
                    <a:pt x="2874213" y="571499"/>
                  </a:lnTo>
                  <a:lnTo>
                    <a:pt x="2874213" y="584199"/>
                  </a:lnTo>
                  <a:close/>
                </a:path>
                <a:path w="13754100" h="584200">
                  <a:moveTo>
                    <a:pt x="2899600" y="584199"/>
                  </a:moveTo>
                  <a:lnTo>
                    <a:pt x="2880550" y="584199"/>
                  </a:lnTo>
                  <a:lnTo>
                    <a:pt x="2880550" y="571499"/>
                  </a:lnTo>
                  <a:lnTo>
                    <a:pt x="2899600" y="571499"/>
                  </a:lnTo>
                  <a:lnTo>
                    <a:pt x="2899600" y="584199"/>
                  </a:lnTo>
                  <a:close/>
                </a:path>
                <a:path w="13754100" h="584200">
                  <a:moveTo>
                    <a:pt x="2925000" y="584199"/>
                  </a:moveTo>
                  <a:lnTo>
                    <a:pt x="2905950" y="584199"/>
                  </a:lnTo>
                  <a:lnTo>
                    <a:pt x="2905950" y="571499"/>
                  </a:lnTo>
                  <a:lnTo>
                    <a:pt x="2925000" y="571499"/>
                  </a:lnTo>
                  <a:lnTo>
                    <a:pt x="2925000" y="584199"/>
                  </a:lnTo>
                  <a:close/>
                </a:path>
                <a:path w="13754100" h="584200">
                  <a:moveTo>
                    <a:pt x="2950387" y="584199"/>
                  </a:moveTo>
                  <a:lnTo>
                    <a:pt x="2931337" y="584199"/>
                  </a:lnTo>
                  <a:lnTo>
                    <a:pt x="2931337" y="571499"/>
                  </a:lnTo>
                  <a:lnTo>
                    <a:pt x="2950387" y="571499"/>
                  </a:lnTo>
                  <a:lnTo>
                    <a:pt x="2950387" y="584199"/>
                  </a:lnTo>
                  <a:close/>
                </a:path>
                <a:path w="13754100" h="584200">
                  <a:moveTo>
                    <a:pt x="2975787" y="584199"/>
                  </a:moveTo>
                  <a:lnTo>
                    <a:pt x="2956737" y="584199"/>
                  </a:lnTo>
                  <a:lnTo>
                    <a:pt x="2956737" y="571499"/>
                  </a:lnTo>
                  <a:lnTo>
                    <a:pt x="2975787" y="571499"/>
                  </a:lnTo>
                  <a:lnTo>
                    <a:pt x="2975787" y="584199"/>
                  </a:lnTo>
                  <a:close/>
                </a:path>
                <a:path w="13754100" h="584200">
                  <a:moveTo>
                    <a:pt x="3001175" y="584199"/>
                  </a:moveTo>
                  <a:lnTo>
                    <a:pt x="2982125" y="584199"/>
                  </a:lnTo>
                  <a:lnTo>
                    <a:pt x="2982125" y="571499"/>
                  </a:lnTo>
                  <a:lnTo>
                    <a:pt x="3001175" y="571499"/>
                  </a:lnTo>
                  <a:lnTo>
                    <a:pt x="3001175" y="584199"/>
                  </a:lnTo>
                  <a:close/>
                </a:path>
                <a:path w="13754100" h="584200">
                  <a:moveTo>
                    <a:pt x="3026575" y="584199"/>
                  </a:moveTo>
                  <a:lnTo>
                    <a:pt x="3007525" y="584199"/>
                  </a:lnTo>
                  <a:lnTo>
                    <a:pt x="3007525" y="571499"/>
                  </a:lnTo>
                  <a:lnTo>
                    <a:pt x="3026575" y="571499"/>
                  </a:lnTo>
                  <a:lnTo>
                    <a:pt x="3026575" y="584199"/>
                  </a:lnTo>
                  <a:close/>
                </a:path>
                <a:path w="13754100" h="584200">
                  <a:moveTo>
                    <a:pt x="3051962" y="584199"/>
                  </a:moveTo>
                  <a:lnTo>
                    <a:pt x="3032912" y="584199"/>
                  </a:lnTo>
                  <a:lnTo>
                    <a:pt x="3032912" y="571499"/>
                  </a:lnTo>
                  <a:lnTo>
                    <a:pt x="3051962" y="571499"/>
                  </a:lnTo>
                  <a:lnTo>
                    <a:pt x="3051962" y="584199"/>
                  </a:lnTo>
                  <a:close/>
                </a:path>
                <a:path w="13754100" h="584200">
                  <a:moveTo>
                    <a:pt x="3077362" y="584199"/>
                  </a:moveTo>
                  <a:lnTo>
                    <a:pt x="3058312" y="584199"/>
                  </a:lnTo>
                  <a:lnTo>
                    <a:pt x="3058312" y="571499"/>
                  </a:lnTo>
                  <a:lnTo>
                    <a:pt x="3077362" y="571499"/>
                  </a:lnTo>
                  <a:lnTo>
                    <a:pt x="3077362" y="584199"/>
                  </a:lnTo>
                  <a:close/>
                </a:path>
                <a:path w="13754100" h="584200">
                  <a:moveTo>
                    <a:pt x="3102749" y="584199"/>
                  </a:moveTo>
                  <a:lnTo>
                    <a:pt x="3083699" y="584199"/>
                  </a:lnTo>
                  <a:lnTo>
                    <a:pt x="3083699" y="571499"/>
                  </a:lnTo>
                  <a:lnTo>
                    <a:pt x="3102749" y="571499"/>
                  </a:lnTo>
                  <a:lnTo>
                    <a:pt x="3102749" y="584199"/>
                  </a:lnTo>
                  <a:close/>
                </a:path>
                <a:path w="13754100" h="584200">
                  <a:moveTo>
                    <a:pt x="3128149" y="584199"/>
                  </a:moveTo>
                  <a:lnTo>
                    <a:pt x="3109099" y="584199"/>
                  </a:lnTo>
                  <a:lnTo>
                    <a:pt x="3109099" y="571499"/>
                  </a:lnTo>
                  <a:lnTo>
                    <a:pt x="3128149" y="571499"/>
                  </a:lnTo>
                  <a:lnTo>
                    <a:pt x="3128149" y="584199"/>
                  </a:lnTo>
                  <a:close/>
                </a:path>
                <a:path w="13754100" h="584200">
                  <a:moveTo>
                    <a:pt x="3153537" y="584199"/>
                  </a:moveTo>
                  <a:lnTo>
                    <a:pt x="3134499" y="584199"/>
                  </a:lnTo>
                  <a:lnTo>
                    <a:pt x="3134499" y="571499"/>
                  </a:lnTo>
                  <a:lnTo>
                    <a:pt x="3153537" y="571499"/>
                  </a:lnTo>
                  <a:lnTo>
                    <a:pt x="3153537" y="584199"/>
                  </a:lnTo>
                  <a:close/>
                </a:path>
                <a:path w="13754100" h="584200">
                  <a:moveTo>
                    <a:pt x="3178937" y="584199"/>
                  </a:moveTo>
                  <a:lnTo>
                    <a:pt x="3159887" y="584199"/>
                  </a:lnTo>
                  <a:lnTo>
                    <a:pt x="3159887" y="571499"/>
                  </a:lnTo>
                  <a:lnTo>
                    <a:pt x="3178937" y="571499"/>
                  </a:lnTo>
                  <a:lnTo>
                    <a:pt x="3178937" y="584199"/>
                  </a:lnTo>
                  <a:close/>
                </a:path>
                <a:path w="13754100" h="584200">
                  <a:moveTo>
                    <a:pt x="3204324" y="584199"/>
                  </a:moveTo>
                  <a:lnTo>
                    <a:pt x="3185287" y="584199"/>
                  </a:lnTo>
                  <a:lnTo>
                    <a:pt x="3185287" y="571499"/>
                  </a:lnTo>
                  <a:lnTo>
                    <a:pt x="3204324" y="571499"/>
                  </a:lnTo>
                  <a:lnTo>
                    <a:pt x="3204324" y="584199"/>
                  </a:lnTo>
                  <a:close/>
                </a:path>
                <a:path w="13754100" h="584200">
                  <a:moveTo>
                    <a:pt x="3229724" y="584199"/>
                  </a:moveTo>
                  <a:lnTo>
                    <a:pt x="3210674" y="584199"/>
                  </a:lnTo>
                  <a:lnTo>
                    <a:pt x="3210674" y="571499"/>
                  </a:lnTo>
                  <a:lnTo>
                    <a:pt x="3229724" y="571499"/>
                  </a:lnTo>
                  <a:lnTo>
                    <a:pt x="3229724" y="584199"/>
                  </a:lnTo>
                  <a:close/>
                </a:path>
                <a:path w="13754100" h="584200">
                  <a:moveTo>
                    <a:pt x="3255111" y="584199"/>
                  </a:moveTo>
                  <a:lnTo>
                    <a:pt x="3236074" y="584199"/>
                  </a:lnTo>
                  <a:lnTo>
                    <a:pt x="3236074" y="571499"/>
                  </a:lnTo>
                  <a:lnTo>
                    <a:pt x="3255111" y="571499"/>
                  </a:lnTo>
                  <a:lnTo>
                    <a:pt x="3255111" y="584199"/>
                  </a:lnTo>
                  <a:close/>
                </a:path>
                <a:path w="13754100" h="584200">
                  <a:moveTo>
                    <a:pt x="3280511" y="584199"/>
                  </a:moveTo>
                  <a:lnTo>
                    <a:pt x="3261461" y="584199"/>
                  </a:lnTo>
                  <a:lnTo>
                    <a:pt x="3261461" y="571499"/>
                  </a:lnTo>
                  <a:lnTo>
                    <a:pt x="3280511" y="571499"/>
                  </a:lnTo>
                  <a:lnTo>
                    <a:pt x="3280511" y="584199"/>
                  </a:lnTo>
                  <a:close/>
                </a:path>
                <a:path w="13754100" h="584200">
                  <a:moveTo>
                    <a:pt x="3305898" y="584199"/>
                  </a:moveTo>
                  <a:lnTo>
                    <a:pt x="3286861" y="584199"/>
                  </a:lnTo>
                  <a:lnTo>
                    <a:pt x="3286861" y="571499"/>
                  </a:lnTo>
                  <a:lnTo>
                    <a:pt x="3305898" y="571499"/>
                  </a:lnTo>
                  <a:lnTo>
                    <a:pt x="3305898" y="584199"/>
                  </a:lnTo>
                  <a:close/>
                </a:path>
                <a:path w="13754100" h="584200">
                  <a:moveTo>
                    <a:pt x="3331298" y="584199"/>
                  </a:moveTo>
                  <a:lnTo>
                    <a:pt x="3312248" y="584199"/>
                  </a:lnTo>
                  <a:lnTo>
                    <a:pt x="3312248" y="571499"/>
                  </a:lnTo>
                  <a:lnTo>
                    <a:pt x="3331298" y="571499"/>
                  </a:lnTo>
                  <a:lnTo>
                    <a:pt x="3331298" y="584199"/>
                  </a:lnTo>
                  <a:close/>
                </a:path>
                <a:path w="13754100" h="584200">
                  <a:moveTo>
                    <a:pt x="3356686" y="584199"/>
                  </a:moveTo>
                  <a:lnTo>
                    <a:pt x="3337648" y="584199"/>
                  </a:lnTo>
                  <a:lnTo>
                    <a:pt x="3337648" y="571499"/>
                  </a:lnTo>
                  <a:lnTo>
                    <a:pt x="3356686" y="571499"/>
                  </a:lnTo>
                  <a:lnTo>
                    <a:pt x="3356686" y="584199"/>
                  </a:lnTo>
                  <a:close/>
                </a:path>
                <a:path w="13754100" h="584200">
                  <a:moveTo>
                    <a:pt x="3382086" y="584199"/>
                  </a:moveTo>
                  <a:lnTo>
                    <a:pt x="3363036" y="584199"/>
                  </a:lnTo>
                  <a:lnTo>
                    <a:pt x="3363036" y="571499"/>
                  </a:lnTo>
                  <a:lnTo>
                    <a:pt x="3382086" y="571499"/>
                  </a:lnTo>
                  <a:lnTo>
                    <a:pt x="3382086" y="584199"/>
                  </a:lnTo>
                  <a:close/>
                </a:path>
                <a:path w="13754100" h="584200">
                  <a:moveTo>
                    <a:pt x="3407473" y="584199"/>
                  </a:moveTo>
                  <a:lnTo>
                    <a:pt x="3388436" y="584199"/>
                  </a:lnTo>
                  <a:lnTo>
                    <a:pt x="3388436" y="571499"/>
                  </a:lnTo>
                  <a:lnTo>
                    <a:pt x="3407473" y="571499"/>
                  </a:lnTo>
                  <a:lnTo>
                    <a:pt x="3407473" y="584199"/>
                  </a:lnTo>
                  <a:close/>
                </a:path>
                <a:path w="13754100" h="584200">
                  <a:moveTo>
                    <a:pt x="3432873" y="584199"/>
                  </a:moveTo>
                  <a:lnTo>
                    <a:pt x="3413823" y="584199"/>
                  </a:lnTo>
                  <a:lnTo>
                    <a:pt x="3413823" y="571499"/>
                  </a:lnTo>
                  <a:lnTo>
                    <a:pt x="3432873" y="571499"/>
                  </a:lnTo>
                  <a:lnTo>
                    <a:pt x="3432873" y="584199"/>
                  </a:lnTo>
                  <a:close/>
                </a:path>
                <a:path w="13754100" h="584200">
                  <a:moveTo>
                    <a:pt x="3458260" y="584199"/>
                  </a:moveTo>
                  <a:lnTo>
                    <a:pt x="3439223" y="584199"/>
                  </a:lnTo>
                  <a:lnTo>
                    <a:pt x="3439223" y="571499"/>
                  </a:lnTo>
                  <a:lnTo>
                    <a:pt x="3458260" y="571499"/>
                  </a:lnTo>
                  <a:lnTo>
                    <a:pt x="3458260" y="584199"/>
                  </a:lnTo>
                  <a:close/>
                </a:path>
                <a:path w="13754100" h="584200">
                  <a:moveTo>
                    <a:pt x="3483660" y="584199"/>
                  </a:moveTo>
                  <a:lnTo>
                    <a:pt x="3464610" y="584199"/>
                  </a:lnTo>
                  <a:lnTo>
                    <a:pt x="3464610" y="571499"/>
                  </a:lnTo>
                  <a:lnTo>
                    <a:pt x="3483660" y="571499"/>
                  </a:lnTo>
                  <a:lnTo>
                    <a:pt x="3483660" y="584199"/>
                  </a:lnTo>
                  <a:close/>
                </a:path>
                <a:path w="13754100" h="584200">
                  <a:moveTo>
                    <a:pt x="3509048" y="584199"/>
                  </a:moveTo>
                  <a:lnTo>
                    <a:pt x="3490010" y="584199"/>
                  </a:lnTo>
                  <a:lnTo>
                    <a:pt x="3490010" y="571499"/>
                  </a:lnTo>
                  <a:lnTo>
                    <a:pt x="3509048" y="571499"/>
                  </a:lnTo>
                  <a:lnTo>
                    <a:pt x="3509048" y="584199"/>
                  </a:lnTo>
                  <a:close/>
                </a:path>
                <a:path w="13754100" h="584200">
                  <a:moveTo>
                    <a:pt x="3534448" y="584199"/>
                  </a:moveTo>
                  <a:lnTo>
                    <a:pt x="3515398" y="584199"/>
                  </a:lnTo>
                  <a:lnTo>
                    <a:pt x="3515398" y="571499"/>
                  </a:lnTo>
                  <a:lnTo>
                    <a:pt x="3534448" y="571499"/>
                  </a:lnTo>
                  <a:lnTo>
                    <a:pt x="3534448" y="584199"/>
                  </a:lnTo>
                  <a:close/>
                </a:path>
                <a:path w="13754100" h="584200">
                  <a:moveTo>
                    <a:pt x="3559835" y="584199"/>
                  </a:moveTo>
                  <a:lnTo>
                    <a:pt x="3540798" y="584199"/>
                  </a:lnTo>
                  <a:lnTo>
                    <a:pt x="3540798" y="571499"/>
                  </a:lnTo>
                  <a:lnTo>
                    <a:pt x="3559835" y="571499"/>
                  </a:lnTo>
                  <a:lnTo>
                    <a:pt x="3559835" y="584199"/>
                  </a:lnTo>
                  <a:close/>
                </a:path>
                <a:path w="13754100" h="584200">
                  <a:moveTo>
                    <a:pt x="3585235" y="584199"/>
                  </a:moveTo>
                  <a:lnTo>
                    <a:pt x="3566185" y="584199"/>
                  </a:lnTo>
                  <a:lnTo>
                    <a:pt x="3566185" y="571499"/>
                  </a:lnTo>
                  <a:lnTo>
                    <a:pt x="3585235" y="571499"/>
                  </a:lnTo>
                  <a:lnTo>
                    <a:pt x="3585235" y="584199"/>
                  </a:lnTo>
                  <a:close/>
                </a:path>
                <a:path w="13754100" h="584200">
                  <a:moveTo>
                    <a:pt x="3610622" y="584199"/>
                  </a:moveTo>
                  <a:lnTo>
                    <a:pt x="3591585" y="584199"/>
                  </a:lnTo>
                  <a:lnTo>
                    <a:pt x="3591585" y="571499"/>
                  </a:lnTo>
                  <a:lnTo>
                    <a:pt x="3610622" y="571499"/>
                  </a:lnTo>
                  <a:lnTo>
                    <a:pt x="3610622" y="584199"/>
                  </a:lnTo>
                  <a:close/>
                </a:path>
                <a:path w="13754100" h="584200">
                  <a:moveTo>
                    <a:pt x="3636022" y="584199"/>
                  </a:moveTo>
                  <a:lnTo>
                    <a:pt x="3616972" y="584199"/>
                  </a:lnTo>
                  <a:lnTo>
                    <a:pt x="3616972" y="571499"/>
                  </a:lnTo>
                  <a:lnTo>
                    <a:pt x="3636022" y="571499"/>
                  </a:lnTo>
                  <a:lnTo>
                    <a:pt x="3636022" y="584199"/>
                  </a:lnTo>
                  <a:close/>
                </a:path>
                <a:path w="13754100" h="584200">
                  <a:moveTo>
                    <a:pt x="3661410" y="584199"/>
                  </a:moveTo>
                  <a:lnTo>
                    <a:pt x="3642372" y="584199"/>
                  </a:lnTo>
                  <a:lnTo>
                    <a:pt x="3642372" y="571499"/>
                  </a:lnTo>
                  <a:lnTo>
                    <a:pt x="3661410" y="571499"/>
                  </a:lnTo>
                  <a:lnTo>
                    <a:pt x="3661410" y="584199"/>
                  </a:lnTo>
                  <a:close/>
                </a:path>
                <a:path w="13754100" h="584200">
                  <a:moveTo>
                    <a:pt x="3686810" y="584199"/>
                  </a:moveTo>
                  <a:lnTo>
                    <a:pt x="3667760" y="584199"/>
                  </a:lnTo>
                  <a:lnTo>
                    <a:pt x="3667760" y="571499"/>
                  </a:lnTo>
                  <a:lnTo>
                    <a:pt x="3686810" y="571499"/>
                  </a:lnTo>
                  <a:lnTo>
                    <a:pt x="3686810" y="584199"/>
                  </a:lnTo>
                  <a:close/>
                </a:path>
                <a:path w="13754100" h="584200">
                  <a:moveTo>
                    <a:pt x="3712197" y="584199"/>
                  </a:moveTo>
                  <a:lnTo>
                    <a:pt x="3693160" y="584199"/>
                  </a:lnTo>
                  <a:lnTo>
                    <a:pt x="3693160" y="571499"/>
                  </a:lnTo>
                  <a:lnTo>
                    <a:pt x="3712197" y="571499"/>
                  </a:lnTo>
                  <a:lnTo>
                    <a:pt x="3712197" y="584199"/>
                  </a:lnTo>
                  <a:close/>
                </a:path>
                <a:path w="13754100" h="584200">
                  <a:moveTo>
                    <a:pt x="3737597" y="584199"/>
                  </a:moveTo>
                  <a:lnTo>
                    <a:pt x="3718547" y="584199"/>
                  </a:lnTo>
                  <a:lnTo>
                    <a:pt x="3718547" y="571499"/>
                  </a:lnTo>
                  <a:lnTo>
                    <a:pt x="3737597" y="571499"/>
                  </a:lnTo>
                  <a:lnTo>
                    <a:pt x="3737597" y="584199"/>
                  </a:lnTo>
                  <a:close/>
                </a:path>
                <a:path w="13754100" h="584200">
                  <a:moveTo>
                    <a:pt x="3762984" y="584199"/>
                  </a:moveTo>
                  <a:lnTo>
                    <a:pt x="3743947" y="584199"/>
                  </a:lnTo>
                  <a:lnTo>
                    <a:pt x="3743947" y="571499"/>
                  </a:lnTo>
                  <a:lnTo>
                    <a:pt x="3762984" y="571499"/>
                  </a:lnTo>
                  <a:lnTo>
                    <a:pt x="3762984" y="584199"/>
                  </a:lnTo>
                  <a:close/>
                </a:path>
                <a:path w="13754100" h="584200">
                  <a:moveTo>
                    <a:pt x="3788384" y="584199"/>
                  </a:moveTo>
                  <a:lnTo>
                    <a:pt x="3769334" y="584199"/>
                  </a:lnTo>
                  <a:lnTo>
                    <a:pt x="3769334" y="571499"/>
                  </a:lnTo>
                  <a:lnTo>
                    <a:pt x="3788384" y="571499"/>
                  </a:lnTo>
                  <a:lnTo>
                    <a:pt x="3788384" y="584199"/>
                  </a:lnTo>
                  <a:close/>
                </a:path>
                <a:path w="13754100" h="584200">
                  <a:moveTo>
                    <a:pt x="3813771" y="584199"/>
                  </a:moveTo>
                  <a:lnTo>
                    <a:pt x="3794734" y="584199"/>
                  </a:lnTo>
                  <a:lnTo>
                    <a:pt x="3794734" y="571499"/>
                  </a:lnTo>
                  <a:lnTo>
                    <a:pt x="3813771" y="571499"/>
                  </a:lnTo>
                  <a:lnTo>
                    <a:pt x="3813771" y="584199"/>
                  </a:lnTo>
                  <a:close/>
                </a:path>
                <a:path w="13754100" h="584200">
                  <a:moveTo>
                    <a:pt x="3839171" y="584199"/>
                  </a:moveTo>
                  <a:lnTo>
                    <a:pt x="3820121" y="584199"/>
                  </a:lnTo>
                  <a:lnTo>
                    <a:pt x="3820121" y="571499"/>
                  </a:lnTo>
                  <a:lnTo>
                    <a:pt x="3839171" y="571499"/>
                  </a:lnTo>
                  <a:lnTo>
                    <a:pt x="3839171" y="584199"/>
                  </a:lnTo>
                  <a:close/>
                </a:path>
                <a:path w="13754100" h="584200">
                  <a:moveTo>
                    <a:pt x="3864559" y="584199"/>
                  </a:moveTo>
                  <a:lnTo>
                    <a:pt x="3845521" y="584199"/>
                  </a:lnTo>
                  <a:lnTo>
                    <a:pt x="3845521" y="571499"/>
                  </a:lnTo>
                  <a:lnTo>
                    <a:pt x="3864559" y="571499"/>
                  </a:lnTo>
                  <a:lnTo>
                    <a:pt x="3864559" y="584199"/>
                  </a:lnTo>
                  <a:close/>
                </a:path>
                <a:path w="13754100" h="584200">
                  <a:moveTo>
                    <a:pt x="3889959" y="584199"/>
                  </a:moveTo>
                  <a:lnTo>
                    <a:pt x="3870909" y="584199"/>
                  </a:lnTo>
                  <a:lnTo>
                    <a:pt x="3870909" y="571499"/>
                  </a:lnTo>
                  <a:lnTo>
                    <a:pt x="3889959" y="571499"/>
                  </a:lnTo>
                  <a:lnTo>
                    <a:pt x="3889959" y="584199"/>
                  </a:lnTo>
                  <a:close/>
                </a:path>
                <a:path w="13754100" h="584200">
                  <a:moveTo>
                    <a:pt x="3915346" y="584199"/>
                  </a:moveTo>
                  <a:lnTo>
                    <a:pt x="3896309" y="584199"/>
                  </a:lnTo>
                  <a:lnTo>
                    <a:pt x="3896309" y="571499"/>
                  </a:lnTo>
                  <a:lnTo>
                    <a:pt x="3915346" y="571499"/>
                  </a:lnTo>
                  <a:lnTo>
                    <a:pt x="3915346" y="584199"/>
                  </a:lnTo>
                  <a:close/>
                </a:path>
                <a:path w="13754100" h="584200">
                  <a:moveTo>
                    <a:pt x="3940746" y="584199"/>
                  </a:moveTo>
                  <a:lnTo>
                    <a:pt x="3921696" y="584199"/>
                  </a:lnTo>
                  <a:lnTo>
                    <a:pt x="3921696" y="571499"/>
                  </a:lnTo>
                  <a:lnTo>
                    <a:pt x="3940746" y="571499"/>
                  </a:lnTo>
                  <a:lnTo>
                    <a:pt x="3940746" y="584199"/>
                  </a:lnTo>
                  <a:close/>
                </a:path>
                <a:path w="13754100" h="584200">
                  <a:moveTo>
                    <a:pt x="3966133" y="584199"/>
                  </a:moveTo>
                  <a:lnTo>
                    <a:pt x="3947096" y="584199"/>
                  </a:lnTo>
                  <a:lnTo>
                    <a:pt x="3947096" y="571499"/>
                  </a:lnTo>
                  <a:lnTo>
                    <a:pt x="3966133" y="571499"/>
                  </a:lnTo>
                  <a:lnTo>
                    <a:pt x="3966133" y="584199"/>
                  </a:lnTo>
                  <a:close/>
                </a:path>
                <a:path w="13754100" h="584200">
                  <a:moveTo>
                    <a:pt x="3991533" y="584199"/>
                  </a:moveTo>
                  <a:lnTo>
                    <a:pt x="3972483" y="584199"/>
                  </a:lnTo>
                  <a:lnTo>
                    <a:pt x="3972483" y="571499"/>
                  </a:lnTo>
                  <a:lnTo>
                    <a:pt x="3991533" y="571499"/>
                  </a:lnTo>
                  <a:lnTo>
                    <a:pt x="3991533" y="584199"/>
                  </a:lnTo>
                  <a:close/>
                </a:path>
                <a:path w="13754100" h="584200">
                  <a:moveTo>
                    <a:pt x="4016933" y="584199"/>
                  </a:moveTo>
                  <a:lnTo>
                    <a:pt x="3997883" y="584199"/>
                  </a:lnTo>
                  <a:lnTo>
                    <a:pt x="3997883" y="571499"/>
                  </a:lnTo>
                  <a:lnTo>
                    <a:pt x="4016933" y="571499"/>
                  </a:lnTo>
                  <a:lnTo>
                    <a:pt x="4016933" y="584199"/>
                  </a:lnTo>
                  <a:close/>
                </a:path>
                <a:path w="13754100" h="584200">
                  <a:moveTo>
                    <a:pt x="4042321" y="584199"/>
                  </a:moveTo>
                  <a:lnTo>
                    <a:pt x="4023271" y="584199"/>
                  </a:lnTo>
                  <a:lnTo>
                    <a:pt x="4023271" y="571499"/>
                  </a:lnTo>
                  <a:lnTo>
                    <a:pt x="4042321" y="571499"/>
                  </a:lnTo>
                  <a:lnTo>
                    <a:pt x="4042321" y="584199"/>
                  </a:lnTo>
                  <a:close/>
                </a:path>
                <a:path w="13754100" h="584200">
                  <a:moveTo>
                    <a:pt x="4067721" y="584199"/>
                  </a:moveTo>
                  <a:lnTo>
                    <a:pt x="4048671" y="584199"/>
                  </a:lnTo>
                  <a:lnTo>
                    <a:pt x="4048671" y="571499"/>
                  </a:lnTo>
                  <a:lnTo>
                    <a:pt x="4067721" y="571499"/>
                  </a:lnTo>
                  <a:lnTo>
                    <a:pt x="4067721" y="584199"/>
                  </a:lnTo>
                  <a:close/>
                </a:path>
                <a:path w="13754100" h="584200">
                  <a:moveTo>
                    <a:pt x="4093108" y="584199"/>
                  </a:moveTo>
                  <a:lnTo>
                    <a:pt x="4074058" y="584199"/>
                  </a:lnTo>
                  <a:lnTo>
                    <a:pt x="4074058" y="571499"/>
                  </a:lnTo>
                  <a:lnTo>
                    <a:pt x="4093108" y="571499"/>
                  </a:lnTo>
                  <a:lnTo>
                    <a:pt x="4093108" y="584199"/>
                  </a:lnTo>
                  <a:close/>
                </a:path>
                <a:path w="13754100" h="584200">
                  <a:moveTo>
                    <a:pt x="4118508" y="584199"/>
                  </a:moveTo>
                  <a:lnTo>
                    <a:pt x="4099458" y="584199"/>
                  </a:lnTo>
                  <a:lnTo>
                    <a:pt x="4099458" y="571499"/>
                  </a:lnTo>
                  <a:lnTo>
                    <a:pt x="4118508" y="571499"/>
                  </a:lnTo>
                  <a:lnTo>
                    <a:pt x="4118508" y="584199"/>
                  </a:lnTo>
                  <a:close/>
                </a:path>
                <a:path w="13754100" h="584200">
                  <a:moveTo>
                    <a:pt x="4143895" y="584199"/>
                  </a:moveTo>
                  <a:lnTo>
                    <a:pt x="4124845" y="584199"/>
                  </a:lnTo>
                  <a:lnTo>
                    <a:pt x="4124845" y="571499"/>
                  </a:lnTo>
                  <a:lnTo>
                    <a:pt x="4143895" y="571499"/>
                  </a:lnTo>
                  <a:lnTo>
                    <a:pt x="4143895" y="584199"/>
                  </a:lnTo>
                  <a:close/>
                </a:path>
                <a:path w="13754100" h="584200">
                  <a:moveTo>
                    <a:pt x="4169295" y="584199"/>
                  </a:moveTo>
                  <a:lnTo>
                    <a:pt x="4150245" y="584199"/>
                  </a:lnTo>
                  <a:lnTo>
                    <a:pt x="4150245" y="571499"/>
                  </a:lnTo>
                  <a:lnTo>
                    <a:pt x="4169295" y="571499"/>
                  </a:lnTo>
                  <a:lnTo>
                    <a:pt x="4169295" y="584199"/>
                  </a:lnTo>
                  <a:close/>
                </a:path>
                <a:path w="13754100" h="584200">
                  <a:moveTo>
                    <a:pt x="4194683" y="584199"/>
                  </a:moveTo>
                  <a:lnTo>
                    <a:pt x="4175633" y="584199"/>
                  </a:lnTo>
                  <a:lnTo>
                    <a:pt x="4175633" y="571499"/>
                  </a:lnTo>
                  <a:lnTo>
                    <a:pt x="4194683" y="571499"/>
                  </a:lnTo>
                  <a:lnTo>
                    <a:pt x="4194683" y="584199"/>
                  </a:lnTo>
                  <a:close/>
                </a:path>
                <a:path w="13754100" h="584200">
                  <a:moveTo>
                    <a:pt x="4220083" y="584199"/>
                  </a:moveTo>
                  <a:lnTo>
                    <a:pt x="4201033" y="584199"/>
                  </a:lnTo>
                  <a:lnTo>
                    <a:pt x="4201033" y="571499"/>
                  </a:lnTo>
                  <a:lnTo>
                    <a:pt x="4220083" y="571499"/>
                  </a:lnTo>
                  <a:lnTo>
                    <a:pt x="4220083" y="584199"/>
                  </a:lnTo>
                  <a:close/>
                </a:path>
                <a:path w="13754100" h="584200">
                  <a:moveTo>
                    <a:pt x="4245470" y="584199"/>
                  </a:moveTo>
                  <a:lnTo>
                    <a:pt x="4226420" y="584199"/>
                  </a:lnTo>
                  <a:lnTo>
                    <a:pt x="4226420" y="571499"/>
                  </a:lnTo>
                  <a:lnTo>
                    <a:pt x="4245470" y="571499"/>
                  </a:lnTo>
                  <a:lnTo>
                    <a:pt x="4245470" y="584199"/>
                  </a:lnTo>
                  <a:close/>
                </a:path>
                <a:path w="13754100" h="584200">
                  <a:moveTo>
                    <a:pt x="4270870" y="584199"/>
                  </a:moveTo>
                  <a:lnTo>
                    <a:pt x="4251820" y="584199"/>
                  </a:lnTo>
                  <a:lnTo>
                    <a:pt x="4251820" y="571499"/>
                  </a:lnTo>
                  <a:lnTo>
                    <a:pt x="4270870" y="571499"/>
                  </a:lnTo>
                  <a:lnTo>
                    <a:pt x="4270870" y="584199"/>
                  </a:lnTo>
                  <a:close/>
                </a:path>
                <a:path w="13754100" h="584200">
                  <a:moveTo>
                    <a:pt x="4296257" y="584199"/>
                  </a:moveTo>
                  <a:lnTo>
                    <a:pt x="4277220" y="584199"/>
                  </a:lnTo>
                  <a:lnTo>
                    <a:pt x="4277220" y="571499"/>
                  </a:lnTo>
                  <a:lnTo>
                    <a:pt x="4296257" y="571499"/>
                  </a:lnTo>
                  <a:lnTo>
                    <a:pt x="4296257" y="584199"/>
                  </a:lnTo>
                  <a:close/>
                </a:path>
                <a:path w="13754100" h="584200">
                  <a:moveTo>
                    <a:pt x="4321657" y="584199"/>
                  </a:moveTo>
                  <a:lnTo>
                    <a:pt x="4302607" y="584199"/>
                  </a:lnTo>
                  <a:lnTo>
                    <a:pt x="4302607" y="571499"/>
                  </a:lnTo>
                  <a:lnTo>
                    <a:pt x="4321657" y="571499"/>
                  </a:lnTo>
                  <a:lnTo>
                    <a:pt x="4321657" y="584199"/>
                  </a:lnTo>
                  <a:close/>
                </a:path>
                <a:path w="13754100" h="584200">
                  <a:moveTo>
                    <a:pt x="4347044" y="584199"/>
                  </a:moveTo>
                  <a:lnTo>
                    <a:pt x="4328007" y="584199"/>
                  </a:lnTo>
                  <a:lnTo>
                    <a:pt x="4328007" y="571499"/>
                  </a:lnTo>
                  <a:lnTo>
                    <a:pt x="4347044" y="571499"/>
                  </a:lnTo>
                  <a:lnTo>
                    <a:pt x="4347044" y="584199"/>
                  </a:lnTo>
                  <a:close/>
                </a:path>
                <a:path w="13754100" h="584200">
                  <a:moveTo>
                    <a:pt x="4372444" y="584199"/>
                  </a:moveTo>
                  <a:lnTo>
                    <a:pt x="4353394" y="584199"/>
                  </a:lnTo>
                  <a:lnTo>
                    <a:pt x="4353394" y="571499"/>
                  </a:lnTo>
                  <a:lnTo>
                    <a:pt x="4372444" y="571499"/>
                  </a:lnTo>
                  <a:lnTo>
                    <a:pt x="4372444" y="584199"/>
                  </a:lnTo>
                  <a:close/>
                </a:path>
                <a:path w="13754100" h="584200">
                  <a:moveTo>
                    <a:pt x="4397832" y="584199"/>
                  </a:moveTo>
                  <a:lnTo>
                    <a:pt x="4378794" y="584199"/>
                  </a:lnTo>
                  <a:lnTo>
                    <a:pt x="4378794" y="571499"/>
                  </a:lnTo>
                  <a:lnTo>
                    <a:pt x="4397832" y="571499"/>
                  </a:lnTo>
                  <a:lnTo>
                    <a:pt x="4397832" y="584199"/>
                  </a:lnTo>
                  <a:close/>
                </a:path>
                <a:path w="13754100" h="584200">
                  <a:moveTo>
                    <a:pt x="4423232" y="584199"/>
                  </a:moveTo>
                  <a:lnTo>
                    <a:pt x="4404182" y="584199"/>
                  </a:lnTo>
                  <a:lnTo>
                    <a:pt x="4404182" y="571499"/>
                  </a:lnTo>
                  <a:lnTo>
                    <a:pt x="4423232" y="571499"/>
                  </a:lnTo>
                  <a:lnTo>
                    <a:pt x="4423232" y="584199"/>
                  </a:lnTo>
                  <a:close/>
                </a:path>
                <a:path w="13754100" h="584200">
                  <a:moveTo>
                    <a:pt x="4448619" y="584199"/>
                  </a:moveTo>
                  <a:lnTo>
                    <a:pt x="4429582" y="584199"/>
                  </a:lnTo>
                  <a:lnTo>
                    <a:pt x="4429582" y="571499"/>
                  </a:lnTo>
                  <a:lnTo>
                    <a:pt x="4448619" y="571499"/>
                  </a:lnTo>
                  <a:lnTo>
                    <a:pt x="4448619" y="584199"/>
                  </a:lnTo>
                  <a:close/>
                </a:path>
                <a:path w="13754100" h="584200">
                  <a:moveTo>
                    <a:pt x="4474019" y="584199"/>
                  </a:moveTo>
                  <a:lnTo>
                    <a:pt x="4454969" y="584199"/>
                  </a:lnTo>
                  <a:lnTo>
                    <a:pt x="4454969" y="571499"/>
                  </a:lnTo>
                  <a:lnTo>
                    <a:pt x="4474019" y="571499"/>
                  </a:lnTo>
                  <a:lnTo>
                    <a:pt x="4474019" y="584199"/>
                  </a:lnTo>
                  <a:close/>
                </a:path>
                <a:path w="13754100" h="584200">
                  <a:moveTo>
                    <a:pt x="4499406" y="584199"/>
                  </a:moveTo>
                  <a:lnTo>
                    <a:pt x="4480369" y="584199"/>
                  </a:lnTo>
                  <a:lnTo>
                    <a:pt x="4480369" y="571499"/>
                  </a:lnTo>
                  <a:lnTo>
                    <a:pt x="4499406" y="571499"/>
                  </a:lnTo>
                  <a:lnTo>
                    <a:pt x="4499406" y="584199"/>
                  </a:lnTo>
                  <a:close/>
                </a:path>
                <a:path w="13754100" h="584200">
                  <a:moveTo>
                    <a:pt x="4524806" y="584199"/>
                  </a:moveTo>
                  <a:lnTo>
                    <a:pt x="4505756" y="584199"/>
                  </a:lnTo>
                  <a:lnTo>
                    <a:pt x="4505756" y="571499"/>
                  </a:lnTo>
                  <a:lnTo>
                    <a:pt x="4524806" y="571499"/>
                  </a:lnTo>
                  <a:lnTo>
                    <a:pt x="4524806" y="584199"/>
                  </a:lnTo>
                  <a:close/>
                </a:path>
                <a:path w="13754100" h="584200">
                  <a:moveTo>
                    <a:pt x="4550194" y="584199"/>
                  </a:moveTo>
                  <a:lnTo>
                    <a:pt x="4531156" y="584199"/>
                  </a:lnTo>
                  <a:lnTo>
                    <a:pt x="4531156" y="571499"/>
                  </a:lnTo>
                  <a:lnTo>
                    <a:pt x="4550194" y="571499"/>
                  </a:lnTo>
                  <a:lnTo>
                    <a:pt x="4550194" y="584199"/>
                  </a:lnTo>
                  <a:close/>
                </a:path>
                <a:path w="13754100" h="584200">
                  <a:moveTo>
                    <a:pt x="4575594" y="584199"/>
                  </a:moveTo>
                  <a:lnTo>
                    <a:pt x="4556544" y="584199"/>
                  </a:lnTo>
                  <a:lnTo>
                    <a:pt x="4556544" y="571499"/>
                  </a:lnTo>
                  <a:lnTo>
                    <a:pt x="4575594" y="571499"/>
                  </a:lnTo>
                  <a:lnTo>
                    <a:pt x="4575594" y="584199"/>
                  </a:lnTo>
                  <a:close/>
                </a:path>
                <a:path w="13754100" h="584200">
                  <a:moveTo>
                    <a:pt x="4600981" y="584199"/>
                  </a:moveTo>
                  <a:lnTo>
                    <a:pt x="4581944" y="584199"/>
                  </a:lnTo>
                  <a:lnTo>
                    <a:pt x="4581944" y="571499"/>
                  </a:lnTo>
                  <a:lnTo>
                    <a:pt x="4600981" y="571499"/>
                  </a:lnTo>
                  <a:lnTo>
                    <a:pt x="4600981" y="584199"/>
                  </a:lnTo>
                  <a:close/>
                </a:path>
                <a:path w="13754100" h="584200">
                  <a:moveTo>
                    <a:pt x="4626381" y="584199"/>
                  </a:moveTo>
                  <a:lnTo>
                    <a:pt x="4607331" y="584199"/>
                  </a:lnTo>
                  <a:lnTo>
                    <a:pt x="4607331" y="571499"/>
                  </a:lnTo>
                  <a:lnTo>
                    <a:pt x="4626381" y="571499"/>
                  </a:lnTo>
                  <a:lnTo>
                    <a:pt x="4626381" y="584199"/>
                  </a:lnTo>
                  <a:close/>
                </a:path>
                <a:path w="13754100" h="584200">
                  <a:moveTo>
                    <a:pt x="4651768" y="584199"/>
                  </a:moveTo>
                  <a:lnTo>
                    <a:pt x="4632731" y="584199"/>
                  </a:lnTo>
                  <a:lnTo>
                    <a:pt x="4632731" y="571499"/>
                  </a:lnTo>
                  <a:lnTo>
                    <a:pt x="4651768" y="571499"/>
                  </a:lnTo>
                  <a:lnTo>
                    <a:pt x="4651768" y="584199"/>
                  </a:lnTo>
                  <a:close/>
                </a:path>
                <a:path w="13754100" h="584200">
                  <a:moveTo>
                    <a:pt x="4677168" y="584199"/>
                  </a:moveTo>
                  <a:lnTo>
                    <a:pt x="4658118" y="584199"/>
                  </a:lnTo>
                  <a:lnTo>
                    <a:pt x="4658118" y="571499"/>
                  </a:lnTo>
                  <a:lnTo>
                    <a:pt x="4677168" y="571499"/>
                  </a:lnTo>
                  <a:lnTo>
                    <a:pt x="4677168" y="584199"/>
                  </a:lnTo>
                  <a:close/>
                </a:path>
                <a:path w="13754100" h="584200">
                  <a:moveTo>
                    <a:pt x="4702556" y="584199"/>
                  </a:moveTo>
                  <a:lnTo>
                    <a:pt x="4683518" y="584199"/>
                  </a:lnTo>
                  <a:lnTo>
                    <a:pt x="4683518" y="571499"/>
                  </a:lnTo>
                  <a:lnTo>
                    <a:pt x="4702556" y="571499"/>
                  </a:lnTo>
                  <a:lnTo>
                    <a:pt x="4702556" y="584199"/>
                  </a:lnTo>
                  <a:close/>
                </a:path>
                <a:path w="13754100" h="584200">
                  <a:moveTo>
                    <a:pt x="4727956" y="584199"/>
                  </a:moveTo>
                  <a:lnTo>
                    <a:pt x="4708906" y="584199"/>
                  </a:lnTo>
                  <a:lnTo>
                    <a:pt x="4708906" y="571499"/>
                  </a:lnTo>
                  <a:lnTo>
                    <a:pt x="4727956" y="571499"/>
                  </a:lnTo>
                  <a:lnTo>
                    <a:pt x="4727956" y="584199"/>
                  </a:lnTo>
                  <a:close/>
                </a:path>
                <a:path w="13754100" h="584200">
                  <a:moveTo>
                    <a:pt x="4753343" y="584199"/>
                  </a:moveTo>
                  <a:lnTo>
                    <a:pt x="4734306" y="584199"/>
                  </a:lnTo>
                  <a:lnTo>
                    <a:pt x="4734306" y="571499"/>
                  </a:lnTo>
                  <a:lnTo>
                    <a:pt x="4753343" y="571499"/>
                  </a:lnTo>
                  <a:lnTo>
                    <a:pt x="4753343" y="584199"/>
                  </a:lnTo>
                  <a:close/>
                </a:path>
                <a:path w="13754100" h="584200">
                  <a:moveTo>
                    <a:pt x="4778743" y="584199"/>
                  </a:moveTo>
                  <a:lnTo>
                    <a:pt x="4759693" y="584199"/>
                  </a:lnTo>
                  <a:lnTo>
                    <a:pt x="4759693" y="571499"/>
                  </a:lnTo>
                  <a:lnTo>
                    <a:pt x="4778743" y="571499"/>
                  </a:lnTo>
                  <a:lnTo>
                    <a:pt x="4778743" y="584199"/>
                  </a:lnTo>
                  <a:close/>
                </a:path>
                <a:path w="13754100" h="584200">
                  <a:moveTo>
                    <a:pt x="4804130" y="584199"/>
                  </a:moveTo>
                  <a:lnTo>
                    <a:pt x="4785093" y="584199"/>
                  </a:lnTo>
                  <a:lnTo>
                    <a:pt x="4785093" y="571499"/>
                  </a:lnTo>
                  <a:lnTo>
                    <a:pt x="4804130" y="571499"/>
                  </a:lnTo>
                  <a:lnTo>
                    <a:pt x="4804130" y="584199"/>
                  </a:lnTo>
                  <a:close/>
                </a:path>
                <a:path w="13754100" h="584200">
                  <a:moveTo>
                    <a:pt x="4829530" y="584199"/>
                  </a:moveTo>
                  <a:lnTo>
                    <a:pt x="4810480" y="584199"/>
                  </a:lnTo>
                  <a:lnTo>
                    <a:pt x="4810480" y="571499"/>
                  </a:lnTo>
                  <a:lnTo>
                    <a:pt x="4829530" y="571499"/>
                  </a:lnTo>
                  <a:lnTo>
                    <a:pt x="4829530" y="584199"/>
                  </a:lnTo>
                  <a:close/>
                </a:path>
                <a:path w="13754100" h="584200">
                  <a:moveTo>
                    <a:pt x="4854917" y="584199"/>
                  </a:moveTo>
                  <a:lnTo>
                    <a:pt x="4835880" y="584199"/>
                  </a:lnTo>
                  <a:lnTo>
                    <a:pt x="4835880" y="571499"/>
                  </a:lnTo>
                  <a:lnTo>
                    <a:pt x="4854917" y="571499"/>
                  </a:lnTo>
                  <a:lnTo>
                    <a:pt x="4854917" y="584199"/>
                  </a:lnTo>
                  <a:close/>
                </a:path>
                <a:path w="13754100" h="584200">
                  <a:moveTo>
                    <a:pt x="4880317" y="584199"/>
                  </a:moveTo>
                  <a:lnTo>
                    <a:pt x="4861267" y="584199"/>
                  </a:lnTo>
                  <a:lnTo>
                    <a:pt x="4861267" y="571499"/>
                  </a:lnTo>
                  <a:lnTo>
                    <a:pt x="4880317" y="571499"/>
                  </a:lnTo>
                  <a:lnTo>
                    <a:pt x="4880317" y="584199"/>
                  </a:lnTo>
                  <a:close/>
                </a:path>
                <a:path w="13754100" h="584200">
                  <a:moveTo>
                    <a:pt x="4905705" y="584199"/>
                  </a:moveTo>
                  <a:lnTo>
                    <a:pt x="4886667" y="584199"/>
                  </a:lnTo>
                  <a:lnTo>
                    <a:pt x="4886667" y="571499"/>
                  </a:lnTo>
                  <a:lnTo>
                    <a:pt x="4905705" y="571499"/>
                  </a:lnTo>
                  <a:lnTo>
                    <a:pt x="4905705" y="584199"/>
                  </a:lnTo>
                  <a:close/>
                </a:path>
                <a:path w="13754100" h="584200">
                  <a:moveTo>
                    <a:pt x="4931105" y="584199"/>
                  </a:moveTo>
                  <a:lnTo>
                    <a:pt x="4912055" y="584199"/>
                  </a:lnTo>
                  <a:lnTo>
                    <a:pt x="4912055" y="571499"/>
                  </a:lnTo>
                  <a:lnTo>
                    <a:pt x="4931105" y="571499"/>
                  </a:lnTo>
                  <a:lnTo>
                    <a:pt x="4931105" y="584199"/>
                  </a:lnTo>
                  <a:close/>
                </a:path>
                <a:path w="13754100" h="584200">
                  <a:moveTo>
                    <a:pt x="4956492" y="584199"/>
                  </a:moveTo>
                  <a:lnTo>
                    <a:pt x="4937455" y="584199"/>
                  </a:lnTo>
                  <a:lnTo>
                    <a:pt x="4937455" y="571499"/>
                  </a:lnTo>
                  <a:lnTo>
                    <a:pt x="4956492" y="571499"/>
                  </a:lnTo>
                  <a:lnTo>
                    <a:pt x="4956492" y="584199"/>
                  </a:lnTo>
                  <a:close/>
                </a:path>
                <a:path w="13754100" h="584200">
                  <a:moveTo>
                    <a:pt x="4981892" y="584199"/>
                  </a:moveTo>
                  <a:lnTo>
                    <a:pt x="4962842" y="584199"/>
                  </a:lnTo>
                  <a:lnTo>
                    <a:pt x="4962842" y="571499"/>
                  </a:lnTo>
                  <a:lnTo>
                    <a:pt x="4981892" y="571499"/>
                  </a:lnTo>
                  <a:lnTo>
                    <a:pt x="4981892" y="584199"/>
                  </a:lnTo>
                  <a:close/>
                </a:path>
                <a:path w="13754100" h="584200">
                  <a:moveTo>
                    <a:pt x="5007279" y="584199"/>
                  </a:moveTo>
                  <a:lnTo>
                    <a:pt x="4988242" y="584199"/>
                  </a:lnTo>
                  <a:lnTo>
                    <a:pt x="4988242" y="571499"/>
                  </a:lnTo>
                  <a:lnTo>
                    <a:pt x="5007279" y="571499"/>
                  </a:lnTo>
                  <a:lnTo>
                    <a:pt x="5007279" y="584199"/>
                  </a:lnTo>
                  <a:close/>
                </a:path>
                <a:path w="13754100" h="584200">
                  <a:moveTo>
                    <a:pt x="5032679" y="584199"/>
                  </a:moveTo>
                  <a:lnTo>
                    <a:pt x="5013629" y="584199"/>
                  </a:lnTo>
                  <a:lnTo>
                    <a:pt x="5013629" y="571499"/>
                  </a:lnTo>
                  <a:lnTo>
                    <a:pt x="5032679" y="571499"/>
                  </a:lnTo>
                  <a:lnTo>
                    <a:pt x="5032679" y="584199"/>
                  </a:lnTo>
                  <a:close/>
                </a:path>
                <a:path w="13754100" h="584200">
                  <a:moveTo>
                    <a:pt x="5058067" y="584199"/>
                  </a:moveTo>
                  <a:lnTo>
                    <a:pt x="5039029" y="584199"/>
                  </a:lnTo>
                  <a:lnTo>
                    <a:pt x="5039029" y="571499"/>
                  </a:lnTo>
                  <a:lnTo>
                    <a:pt x="5058067" y="571499"/>
                  </a:lnTo>
                  <a:lnTo>
                    <a:pt x="5058067" y="584199"/>
                  </a:lnTo>
                  <a:close/>
                </a:path>
                <a:path w="13754100" h="584200">
                  <a:moveTo>
                    <a:pt x="5083467" y="584199"/>
                  </a:moveTo>
                  <a:lnTo>
                    <a:pt x="5064417" y="584199"/>
                  </a:lnTo>
                  <a:lnTo>
                    <a:pt x="5064417" y="571499"/>
                  </a:lnTo>
                  <a:lnTo>
                    <a:pt x="5083467" y="571499"/>
                  </a:lnTo>
                  <a:lnTo>
                    <a:pt x="5083467" y="584199"/>
                  </a:lnTo>
                  <a:close/>
                </a:path>
                <a:path w="13754100" h="584200">
                  <a:moveTo>
                    <a:pt x="5108867" y="584199"/>
                  </a:moveTo>
                  <a:lnTo>
                    <a:pt x="5089817" y="584199"/>
                  </a:lnTo>
                  <a:lnTo>
                    <a:pt x="5089817" y="571499"/>
                  </a:lnTo>
                  <a:lnTo>
                    <a:pt x="5108867" y="571499"/>
                  </a:lnTo>
                  <a:lnTo>
                    <a:pt x="5108867" y="584199"/>
                  </a:lnTo>
                  <a:close/>
                </a:path>
                <a:path w="13754100" h="584200">
                  <a:moveTo>
                    <a:pt x="5134254" y="584199"/>
                  </a:moveTo>
                  <a:lnTo>
                    <a:pt x="5115204" y="584199"/>
                  </a:lnTo>
                  <a:lnTo>
                    <a:pt x="5115204" y="571499"/>
                  </a:lnTo>
                  <a:lnTo>
                    <a:pt x="5134254" y="571499"/>
                  </a:lnTo>
                  <a:lnTo>
                    <a:pt x="5134254" y="584199"/>
                  </a:lnTo>
                  <a:close/>
                </a:path>
                <a:path w="13754100" h="584200">
                  <a:moveTo>
                    <a:pt x="5159654" y="584199"/>
                  </a:moveTo>
                  <a:lnTo>
                    <a:pt x="5140604" y="584199"/>
                  </a:lnTo>
                  <a:lnTo>
                    <a:pt x="5140604" y="571499"/>
                  </a:lnTo>
                  <a:lnTo>
                    <a:pt x="5159654" y="571499"/>
                  </a:lnTo>
                  <a:lnTo>
                    <a:pt x="5159654" y="584199"/>
                  </a:lnTo>
                  <a:close/>
                </a:path>
                <a:path w="13754100" h="584200">
                  <a:moveTo>
                    <a:pt x="5185041" y="584199"/>
                  </a:moveTo>
                  <a:lnTo>
                    <a:pt x="5165991" y="584199"/>
                  </a:lnTo>
                  <a:lnTo>
                    <a:pt x="5165991" y="571499"/>
                  </a:lnTo>
                  <a:lnTo>
                    <a:pt x="5185041" y="571499"/>
                  </a:lnTo>
                  <a:lnTo>
                    <a:pt x="5185041" y="584199"/>
                  </a:lnTo>
                  <a:close/>
                </a:path>
                <a:path w="13754100" h="584200">
                  <a:moveTo>
                    <a:pt x="5210441" y="584199"/>
                  </a:moveTo>
                  <a:lnTo>
                    <a:pt x="5191391" y="584199"/>
                  </a:lnTo>
                  <a:lnTo>
                    <a:pt x="5191391" y="571499"/>
                  </a:lnTo>
                  <a:lnTo>
                    <a:pt x="5210441" y="571499"/>
                  </a:lnTo>
                  <a:lnTo>
                    <a:pt x="5210441" y="584199"/>
                  </a:lnTo>
                  <a:close/>
                </a:path>
                <a:path w="13754100" h="584200">
                  <a:moveTo>
                    <a:pt x="5235829" y="584199"/>
                  </a:moveTo>
                  <a:lnTo>
                    <a:pt x="5216779" y="584199"/>
                  </a:lnTo>
                  <a:lnTo>
                    <a:pt x="5216779" y="571499"/>
                  </a:lnTo>
                  <a:lnTo>
                    <a:pt x="5235829" y="571499"/>
                  </a:lnTo>
                  <a:lnTo>
                    <a:pt x="5235829" y="584199"/>
                  </a:lnTo>
                  <a:close/>
                </a:path>
                <a:path w="13754100" h="584200">
                  <a:moveTo>
                    <a:pt x="5261229" y="584199"/>
                  </a:moveTo>
                  <a:lnTo>
                    <a:pt x="5242179" y="584199"/>
                  </a:lnTo>
                  <a:lnTo>
                    <a:pt x="5242179" y="571499"/>
                  </a:lnTo>
                  <a:lnTo>
                    <a:pt x="5261229" y="571499"/>
                  </a:lnTo>
                  <a:lnTo>
                    <a:pt x="5261229" y="584199"/>
                  </a:lnTo>
                  <a:close/>
                </a:path>
                <a:path w="13754100" h="584200">
                  <a:moveTo>
                    <a:pt x="5286616" y="584199"/>
                  </a:moveTo>
                  <a:lnTo>
                    <a:pt x="5267566" y="584199"/>
                  </a:lnTo>
                  <a:lnTo>
                    <a:pt x="5267566" y="571499"/>
                  </a:lnTo>
                  <a:lnTo>
                    <a:pt x="5286616" y="571499"/>
                  </a:lnTo>
                  <a:lnTo>
                    <a:pt x="5286616" y="584199"/>
                  </a:lnTo>
                  <a:close/>
                </a:path>
                <a:path w="13754100" h="584200">
                  <a:moveTo>
                    <a:pt x="5312016" y="584199"/>
                  </a:moveTo>
                  <a:lnTo>
                    <a:pt x="5292966" y="584199"/>
                  </a:lnTo>
                  <a:lnTo>
                    <a:pt x="5292966" y="571499"/>
                  </a:lnTo>
                  <a:lnTo>
                    <a:pt x="5312016" y="571499"/>
                  </a:lnTo>
                  <a:lnTo>
                    <a:pt x="5312016" y="584199"/>
                  </a:lnTo>
                  <a:close/>
                </a:path>
                <a:path w="13754100" h="584200">
                  <a:moveTo>
                    <a:pt x="5337403" y="584199"/>
                  </a:moveTo>
                  <a:lnTo>
                    <a:pt x="5318353" y="584199"/>
                  </a:lnTo>
                  <a:lnTo>
                    <a:pt x="5318353" y="571499"/>
                  </a:lnTo>
                  <a:lnTo>
                    <a:pt x="5337403" y="571499"/>
                  </a:lnTo>
                  <a:lnTo>
                    <a:pt x="5337403" y="584199"/>
                  </a:lnTo>
                  <a:close/>
                </a:path>
                <a:path w="13754100" h="584200">
                  <a:moveTo>
                    <a:pt x="5362803" y="584199"/>
                  </a:moveTo>
                  <a:lnTo>
                    <a:pt x="5343753" y="584199"/>
                  </a:lnTo>
                  <a:lnTo>
                    <a:pt x="5343753" y="571499"/>
                  </a:lnTo>
                  <a:lnTo>
                    <a:pt x="5362803" y="571499"/>
                  </a:lnTo>
                  <a:lnTo>
                    <a:pt x="5362803" y="584199"/>
                  </a:lnTo>
                  <a:close/>
                </a:path>
                <a:path w="13754100" h="584200">
                  <a:moveTo>
                    <a:pt x="5388190" y="584199"/>
                  </a:moveTo>
                  <a:lnTo>
                    <a:pt x="5369153" y="584199"/>
                  </a:lnTo>
                  <a:lnTo>
                    <a:pt x="5369153" y="571499"/>
                  </a:lnTo>
                  <a:lnTo>
                    <a:pt x="5388190" y="571499"/>
                  </a:lnTo>
                  <a:lnTo>
                    <a:pt x="5388190" y="584199"/>
                  </a:lnTo>
                  <a:close/>
                </a:path>
                <a:path w="13754100" h="584200">
                  <a:moveTo>
                    <a:pt x="5413590" y="584199"/>
                  </a:moveTo>
                  <a:lnTo>
                    <a:pt x="5394540" y="584199"/>
                  </a:lnTo>
                  <a:lnTo>
                    <a:pt x="5394540" y="571499"/>
                  </a:lnTo>
                  <a:lnTo>
                    <a:pt x="5413590" y="571499"/>
                  </a:lnTo>
                  <a:lnTo>
                    <a:pt x="5413590" y="584199"/>
                  </a:lnTo>
                  <a:close/>
                </a:path>
                <a:path w="13754100" h="584200">
                  <a:moveTo>
                    <a:pt x="5438978" y="584199"/>
                  </a:moveTo>
                  <a:lnTo>
                    <a:pt x="5419940" y="584199"/>
                  </a:lnTo>
                  <a:lnTo>
                    <a:pt x="5419940" y="571499"/>
                  </a:lnTo>
                  <a:lnTo>
                    <a:pt x="5438978" y="571499"/>
                  </a:lnTo>
                  <a:lnTo>
                    <a:pt x="5438978" y="584199"/>
                  </a:lnTo>
                  <a:close/>
                </a:path>
                <a:path w="13754100" h="584200">
                  <a:moveTo>
                    <a:pt x="5464378" y="584199"/>
                  </a:moveTo>
                  <a:lnTo>
                    <a:pt x="5445328" y="584199"/>
                  </a:lnTo>
                  <a:lnTo>
                    <a:pt x="5445328" y="571499"/>
                  </a:lnTo>
                  <a:lnTo>
                    <a:pt x="5464378" y="571499"/>
                  </a:lnTo>
                  <a:lnTo>
                    <a:pt x="5464378" y="584199"/>
                  </a:lnTo>
                  <a:close/>
                </a:path>
                <a:path w="13754100" h="584200">
                  <a:moveTo>
                    <a:pt x="5489765" y="584199"/>
                  </a:moveTo>
                  <a:lnTo>
                    <a:pt x="5470728" y="584199"/>
                  </a:lnTo>
                  <a:lnTo>
                    <a:pt x="5470728" y="571499"/>
                  </a:lnTo>
                  <a:lnTo>
                    <a:pt x="5489765" y="571499"/>
                  </a:lnTo>
                  <a:lnTo>
                    <a:pt x="5489765" y="584199"/>
                  </a:lnTo>
                  <a:close/>
                </a:path>
                <a:path w="13754100" h="584200">
                  <a:moveTo>
                    <a:pt x="5515165" y="584199"/>
                  </a:moveTo>
                  <a:lnTo>
                    <a:pt x="5496115" y="584199"/>
                  </a:lnTo>
                  <a:lnTo>
                    <a:pt x="5496115" y="571499"/>
                  </a:lnTo>
                  <a:lnTo>
                    <a:pt x="5515165" y="571499"/>
                  </a:lnTo>
                  <a:lnTo>
                    <a:pt x="5515165" y="584199"/>
                  </a:lnTo>
                  <a:close/>
                </a:path>
                <a:path w="13754100" h="584200">
                  <a:moveTo>
                    <a:pt x="5540552" y="584199"/>
                  </a:moveTo>
                  <a:lnTo>
                    <a:pt x="5521515" y="584199"/>
                  </a:lnTo>
                  <a:lnTo>
                    <a:pt x="5521515" y="571499"/>
                  </a:lnTo>
                  <a:lnTo>
                    <a:pt x="5540552" y="571499"/>
                  </a:lnTo>
                  <a:lnTo>
                    <a:pt x="5540552" y="584199"/>
                  </a:lnTo>
                  <a:close/>
                </a:path>
                <a:path w="13754100" h="584200">
                  <a:moveTo>
                    <a:pt x="5565952" y="584199"/>
                  </a:moveTo>
                  <a:lnTo>
                    <a:pt x="5546902" y="584199"/>
                  </a:lnTo>
                  <a:lnTo>
                    <a:pt x="5546902" y="571499"/>
                  </a:lnTo>
                  <a:lnTo>
                    <a:pt x="5565952" y="571499"/>
                  </a:lnTo>
                  <a:lnTo>
                    <a:pt x="5565952" y="584199"/>
                  </a:lnTo>
                  <a:close/>
                </a:path>
                <a:path w="13754100" h="584200">
                  <a:moveTo>
                    <a:pt x="5591340" y="584199"/>
                  </a:moveTo>
                  <a:lnTo>
                    <a:pt x="5572302" y="584199"/>
                  </a:lnTo>
                  <a:lnTo>
                    <a:pt x="5572302" y="571499"/>
                  </a:lnTo>
                  <a:lnTo>
                    <a:pt x="5591340" y="571499"/>
                  </a:lnTo>
                  <a:lnTo>
                    <a:pt x="5591340" y="584199"/>
                  </a:lnTo>
                  <a:close/>
                </a:path>
                <a:path w="13754100" h="584200">
                  <a:moveTo>
                    <a:pt x="5616740" y="584199"/>
                  </a:moveTo>
                  <a:lnTo>
                    <a:pt x="5597690" y="584199"/>
                  </a:lnTo>
                  <a:lnTo>
                    <a:pt x="5597690" y="571499"/>
                  </a:lnTo>
                  <a:lnTo>
                    <a:pt x="5616740" y="571499"/>
                  </a:lnTo>
                  <a:lnTo>
                    <a:pt x="5616740" y="584199"/>
                  </a:lnTo>
                  <a:close/>
                </a:path>
                <a:path w="13754100" h="584200">
                  <a:moveTo>
                    <a:pt x="5642127" y="584199"/>
                  </a:moveTo>
                  <a:lnTo>
                    <a:pt x="5623090" y="584199"/>
                  </a:lnTo>
                  <a:lnTo>
                    <a:pt x="5623090" y="571499"/>
                  </a:lnTo>
                  <a:lnTo>
                    <a:pt x="5642127" y="571499"/>
                  </a:lnTo>
                  <a:lnTo>
                    <a:pt x="5642127" y="584199"/>
                  </a:lnTo>
                  <a:close/>
                </a:path>
                <a:path w="13754100" h="584200">
                  <a:moveTo>
                    <a:pt x="5667527" y="584199"/>
                  </a:moveTo>
                  <a:lnTo>
                    <a:pt x="5648477" y="584199"/>
                  </a:lnTo>
                  <a:lnTo>
                    <a:pt x="5648477" y="571499"/>
                  </a:lnTo>
                  <a:lnTo>
                    <a:pt x="5667527" y="571499"/>
                  </a:lnTo>
                  <a:lnTo>
                    <a:pt x="5667527" y="584199"/>
                  </a:lnTo>
                  <a:close/>
                </a:path>
                <a:path w="13754100" h="584200">
                  <a:moveTo>
                    <a:pt x="5692914" y="584199"/>
                  </a:moveTo>
                  <a:lnTo>
                    <a:pt x="5673877" y="584199"/>
                  </a:lnTo>
                  <a:lnTo>
                    <a:pt x="5673877" y="571499"/>
                  </a:lnTo>
                  <a:lnTo>
                    <a:pt x="5692914" y="571499"/>
                  </a:lnTo>
                  <a:lnTo>
                    <a:pt x="5692914" y="584199"/>
                  </a:lnTo>
                  <a:close/>
                </a:path>
                <a:path w="13754100" h="584200">
                  <a:moveTo>
                    <a:pt x="5718314" y="584199"/>
                  </a:moveTo>
                  <a:lnTo>
                    <a:pt x="5699264" y="584199"/>
                  </a:lnTo>
                  <a:lnTo>
                    <a:pt x="5699264" y="571499"/>
                  </a:lnTo>
                  <a:lnTo>
                    <a:pt x="5718314" y="571499"/>
                  </a:lnTo>
                  <a:lnTo>
                    <a:pt x="5718314" y="584199"/>
                  </a:lnTo>
                  <a:close/>
                </a:path>
                <a:path w="13754100" h="584200">
                  <a:moveTo>
                    <a:pt x="5743702" y="584199"/>
                  </a:moveTo>
                  <a:lnTo>
                    <a:pt x="5724664" y="584199"/>
                  </a:lnTo>
                  <a:lnTo>
                    <a:pt x="5724664" y="571499"/>
                  </a:lnTo>
                  <a:lnTo>
                    <a:pt x="5743702" y="571499"/>
                  </a:lnTo>
                  <a:lnTo>
                    <a:pt x="5743702" y="584199"/>
                  </a:lnTo>
                  <a:close/>
                </a:path>
                <a:path w="13754100" h="584200">
                  <a:moveTo>
                    <a:pt x="5769102" y="584199"/>
                  </a:moveTo>
                  <a:lnTo>
                    <a:pt x="5750052" y="584199"/>
                  </a:lnTo>
                  <a:lnTo>
                    <a:pt x="5750052" y="571499"/>
                  </a:lnTo>
                  <a:lnTo>
                    <a:pt x="5769102" y="571499"/>
                  </a:lnTo>
                  <a:lnTo>
                    <a:pt x="5769102" y="584199"/>
                  </a:lnTo>
                  <a:close/>
                </a:path>
                <a:path w="13754100" h="584200">
                  <a:moveTo>
                    <a:pt x="5794489" y="584199"/>
                  </a:moveTo>
                  <a:lnTo>
                    <a:pt x="5775452" y="584199"/>
                  </a:lnTo>
                  <a:lnTo>
                    <a:pt x="5775452" y="571499"/>
                  </a:lnTo>
                  <a:lnTo>
                    <a:pt x="5794489" y="571499"/>
                  </a:lnTo>
                  <a:lnTo>
                    <a:pt x="5794489" y="584199"/>
                  </a:lnTo>
                  <a:close/>
                </a:path>
                <a:path w="13754100" h="584200">
                  <a:moveTo>
                    <a:pt x="5819889" y="584199"/>
                  </a:moveTo>
                  <a:lnTo>
                    <a:pt x="5800839" y="584199"/>
                  </a:lnTo>
                  <a:lnTo>
                    <a:pt x="5800839" y="571499"/>
                  </a:lnTo>
                  <a:lnTo>
                    <a:pt x="5819889" y="571499"/>
                  </a:lnTo>
                  <a:lnTo>
                    <a:pt x="5819889" y="584199"/>
                  </a:lnTo>
                  <a:close/>
                </a:path>
                <a:path w="13754100" h="584200">
                  <a:moveTo>
                    <a:pt x="5845276" y="584199"/>
                  </a:moveTo>
                  <a:lnTo>
                    <a:pt x="5826239" y="584199"/>
                  </a:lnTo>
                  <a:lnTo>
                    <a:pt x="5826239" y="571499"/>
                  </a:lnTo>
                  <a:lnTo>
                    <a:pt x="5845276" y="571499"/>
                  </a:lnTo>
                  <a:lnTo>
                    <a:pt x="5845276" y="584199"/>
                  </a:lnTo>
                  <a:close/>
                </a:path>
                <a:path w="13754100" h="584200">
                  <a:moveTo>
                    <a:pt x="5870676" y="584199"/>
                  </a:moveTo>
                  <a:lnTo>
                    <a:pt x="5851626" y="584199"/>
                  </a:lnTo>
                  <a:lnTo>
                    <a:pt x="5851626" y="571499"/>
                  </a:lnTo>
                  <a:lnTo>
                    <a:pt x="5870676" y="571499"/>
                  </a:lnTo>
                  <a:lnTo>
                    <a:pt x="5870676" y="584199"/>
                  </a:lnTo>
                  <a:close/>
                </a:path>
                <a:path w="13754100" h="584200">
                  <a:moveTo>
                    <a:pt x="5896063" y="584199"/>
                  </a:moveTo>
                  <a:lnTo>
                    <a:pt x="5877026" y="584199"/>
                  </a:lnTo>
                  <a:lnTo>
                    <a:pt x="5877026" y="571499"/>
                  </a:lnTo>
                  <a:lnTo>
                    <a:pt x="5896063" y="571499"/>
                  </a:lnTo>
                  <a:lnTo>
                    <a:pt x="5896063" y="584199"/>
                  </a:lnTo>
                  <a:close/>
                </a:path>
                <a:path w="13754100" h="584200">
                  <a:moveTo>
                    <a:pt x="5921463" y="584199"/>
                  </a:moveTo>
                  <a:lnTo>
                    <a:pt x="5902413" y="584199"/>
                  </a:lnTo>
                  <a:lnTo>
                    <a:pt x="5902413" y="571499"/>
                  </a:lnTo>
                  <a:lnTo>
                    <a:pt x="5921463" y="571499"/>
                  </a:lnTo>
                  <a:lnTo>
                    <a:pt x="5921463" y="584199"/>
                  </a:lnTo>
                  <a:close/>
                </a:path>
                <a:path w="13754100" h="584200">
                  <a:moveTo>
                    <a:pt x="5946851" y="584199"/>
                  </a:moveTo>
                  <a:lnTo>
                    <a:pt x="5927813" y="584199"/>
                  </a:lnTo>
                  <a:lnTo>
                    <a:pt x="5927813" y="571499"/>
                  </a:lnTo>
                  <a:lnTo>
                    <a:pt x="5946851" y="571499"/>
                  </a:lnTo>
                  <a:lnTo>
                    <a:pt x="5946851" y="584199"/>
                  </a:lnTo>
                  <a:close/>
                </a:path>
                <a:path w="13754100" h="584200">
                  <a:moveTo>
                    <a:pt x="5972251" y="584199"/>
                  </a:moveTo>
                  <a:lnTo>
                    <a:pt x="5953201" y="584199"/>
                  </a:lnTo>
                  <a:lnTo>
                    <a:pt x="5953201" y="571499"/>
                  </a:lnTo>
                  <a:lnTo>
                    <a:pt x="5972251" y="571499"/>
                  </a:lnTo>
                  <a:lnTo>
                    <a:pt x="5972251" y="584199"/>
                  </a:lnTo>
                  <a:close/>
                </a:path>
                <a:path w="13754100" h="584200">
                  <a:moveTo>
                    <a:pt x="5997638" y="584199"/>
                  </a:moveTo>
                  <a:lnTo>
                    <a:pt x="5978601" y="584199"/>
                  </a:lnTo>
                  <a:lnTo>
                    <a:pt x="5978601" y="571499"/>
                  </a:lnTo>
                  <a:lnTo>
                    <a:pt x="5997638" y="571499"/>
                  </a:lnTo>
                  <a:lnTo>
                    <a:pt x="5997638" y="584199"/>
                  </a:lnTo>
                  <a:close/>
                </a:path>
                <a:path w="13754100" h="584200">
                  <a:moveTo>
                    <a:pt x="6023038" y="584199"/>
                  </a:moveTo>
                  <a:lnTo>
                    <a:pt x="6003988" y="584199"/>
                  </a:lnTo>
                  <a:lnTo>
                    <a:pt x="6003988" y="571499"/>
                  </a:lnTo>
                  <a:lnTo>
                    <a:pt x="6023038" y="571499"/>
                  </a:lnTo>
                  <a:lnTo>
                    <a:pt x="6023038" y="584199"/>
                  </a:lnTo>
                  <a:close/>
                </a:path>
                <a:path w="13754100" h="584200">
                  <a:moveTo>
                    <a:pt x="6048425" y="584199"/>
                  </a:moveTo>
                  <a:lnTo>
                    <a:pt x="6029388" y="584199"/>
                  </a:lnTo>
                  <a:lnTo>
                    <a:pt x="6029388" y="571499"/>
                  </a:lnTo>
                  <a:lnTo>
                    <a:pt x="6048425" y="571499"/>
                  </a:lnTo>
                  <a:lnTo>
                    <a:pt x="6048425" y="584199"/>
                  </a:lnTo>
                  <a:close/>
                </a:path>
                <a:path w="13754100" h="584200">
                  <a:moveTo>
                    <a:pt x="6073825" y="584199"/>
                  </a:moveTo>
                  <a:lnTo>
                    <a:pt x="6054775" y="584199"/>
                  </a:lnTo>
                  <a:lnTo>
                    <a:pt x="6054775" y="571499"/>
                  </a:lnTo>
                  <a:lnTo>
                    <a:pt x="6073825" y="571499"/>
                  </a:lnTo>
                  <a:lnTo>
                    <a:pt x="6073825" y="584199"/>
                  </a:lnTo>
                  <a:close/>
                </a:path>
                <a:path w="13754100" h="584200">
                  <a:moveTo>
                    <a:pt x="6099213" y="584199"/>
                  </a:moveTo>
                  <a:lnTo>
                    <a:pt x="6080175" y="584199"/>
                  </a:lnTo>
                  <a:lnTo>
                    <a:pt x="6080175" y="571499"/>
                  </a:lnTo>
                  <a:lnTo>
                    <a:pt x="6099213" y="571499"/>
                  </a:lnTo>
                  <a:lnTo>
                    <a:pt x="6099213" y="584199"/>
                  </a:lnTo>
                  <a:close/>
                </a:path>
                <a:path w="13754100" h="584200">
                  <a:moveTo>
                    <a:pt x="6124613" y="584199"/>
                  </a:moveTo>
                  <a:lnTo>
                    <a:pt x="6105563" y="584199"/>
                  </a:lnTo>
                  <a:lnTo>
                    <a:pt x="6105563" y="571499"/>
                  </a:lnTo>
                  <a:lnTo>
                    <a:pt x="6124613" y="571499"/>
                  </a:lnTo>
                  <a:lnTo>
                    <a:pt x="6124613" y="584199"/>
                  </a:lnTo>
                  <a:close/>
                </a:path>
                <a:path w="13754100" h="584200">
                  <a:moveTo>
                    <a:pt x="6150013" y="584199"/>
                  </a:moveTo>
                  <a:lnTo>
                    <a:pt x="6130963" y="584199"/>
                  </a:lnTo>
                  <a:lnTo>
                    <a:pt x="6130963" y="571499"/>
                  </a:lnTo>
                  <a:lnTo>
                    <a:pt x="6150013" y="571499"/>
                  </a:lnTo>
                  <a:lnTo>
                    <a:pt x="6150013" y="584199"/>
                  </a:lnTo>
                  <a:close/>
                </a:path>
                <a:path w="13754100" h="584200">
                  <a:moveTo>
                    <a:pt x="6175400" y="584199"/>
                  </a:moveTo>
                  <a:lnTo>
                    <a:pt x="6156350" y="584199"/>
                  </a:lnTo>
                  <a:lnTo>
                    <a:pt x="6156350" y="571499"/>
                  </a:lnTo>
                  <a:lnTo>
                    <a:pt x="6175400" y="571499"/>
                  </a:lnTo>
                  <a:lnTo>
                    <a:pt x="6175400" y="584199"/>
                  </a:lnTo>
                  <a:close/>
                </a:path>
                <a:path w="13754100" h="584200">
                  <a:moveTo>
                    <a:pt x="6200800" y="584199"/>
                  </a:moveTo>
                  <a:lnTo>
                    <a:pt x="6181750" y="584199"/>
                  </a:lnTo>
                  <a:lnTo>
                    <a:pt x="6181750" y="571499"/>
                  </a:lnTo>
                  <a:lnTo>
                    <a:pt x="6200800" y="571499"/>
                  </a:lnTo>
                  <a:lnTo>
                    <a:pt x="6200800" y="584199"/>
                  </a:lnTo>
                  <a:close/>
                </a:path>
                <a:path w="13754100" h="584200">
                  <a:moveTo>
                    <a:pt x="6226187" y="584199"/>
                  </a:moveTo>
                  <a:lnTo>
                    <a:pt x="6207137" y="584199"/>
                  </a:lnTo>
                  <a:lnTo>
                    <a:pt x="6207137" y="571499"/>
                  </a:lnTo>
                  <a:lnTo>
                    <a:pt x="6226187" y="571499"/>
                  </a:lnTo>
                  <a:lnTo>
                    <a:pt x="6226187" y="584199"/>
                  </a:lnTo>
                  <a:close/>
                </a:path>
                <a:path w="13754100" h="584200">
                  <a:moveTo>
                    <a:pt x="6251587" y="584199"/>
                  </a:moveTo>
                  <a:lnTo>
                    <a:pt x="6232537" y="584199"/>
                  </a:lnTo>
                  <a:lnTo>
                    <a:pt x="6232537" y="571499"/>
                  </a:lnTo>
                  <a:lnTo>
                    <a:pt x="6251587" y="571499"/>
                  </a:lnTo>
                  <a:lnTo>
                    <a:pt x="6251587" y="584199"/>
                  </a:lnTo>
                  <a:close/>
                </a:path>
                <a:path w="13754100" h="584200">
                  <a:moveTo>
                    <a:pt x="6276975" y="584199"/>
                  </a:moveTo>
                  <a:lnTo>
                    <a:pt x="6257925" y="584199"/>
                  </a:lnTo>
                  <a:lnTo>
                    <a:pt x="6257925" y="571499"/>
                  </a:lnTo>
                  <a:lnTo>
                    <a:pt x="6276975" y="571499"/>
                  </a:lnTo>
                  <a:lnTo>
                    <a:pt x="6276975" y="584199"/>
                  </a:lnTo>
                  <a:close/>
                </a:path>
                <a:path w="13754100" h="584200">
                  <a:moveTo>
                    <a:pt x="6302375" y="584199"/>
                  </a:moveTo>
                  <a:lnTo>
                    <a:pt x="6283325" y="584199"/>
                  </a:lnTo>
                  <a:lnTo>
                    <a:pt x="6283325" y="571499"/>
                  </a:lnTo>
                  <a:lnTo>
                    <a:pt x="6302375" y="571499"/>
                  </a:lnTo>
                  <a:lnTo>
                    <a:pt x="6302375" y="584199"/>
                  </a:lnTo>
                  <a:close/>
                </a:path>
                <a:path w="13754100" h="584200">
                  <a:moveTo>
                    <a:pt x="6327762" y="584199"/>
                  </a:moveTo>
                  <a:lnTo>
                    <a:pt x="6308712" y="584199"/>
                  </a:lnTo>
                  <a:lnTo>
                    <a:pt x="6308712" y="571499"/>
                  </a:lnTo>
                  <a:lnTo>
                    <a:pt x="6327762" y="571499"/>
                  </a:lnTo>
                  <a:lnTo>
                    <a:pt x="6327762" y="584199"/>
                  </a:lnTo>
                  <a:close/>
                </a:path>
                <a:path w="13754100" h="584200">
                  <a:moveTo>
                    <a:pt x="6353162" y="584199"/>
                  </a:moveTo>
                  <a:lnTo>
                    <a:pt x="6334112" y="584199"/>
                  </a:lnTo>
                  <a:lnTo>
                    <a:pt x="6334112" y="571499"/>
                  </a:lnTo>
                  <a:lnTo>
                    <a:pt x="6353162" y="571499"/>
                  </a:lnTo>
                  <a:lnTo>
                    <a:pt x="6353162" y="584199"/>
                  </a:lnTo>
                  <a:close/>
                </a:path>
                <a:path w="13754100" h="584200">
                  <a:moveTo>
                    <a:pt x="6378549" y="584199"/>
                  </a:moveTo>
                  <a:lnTo>
                    <a:pt x="6359499" y="584199"/>
                  </a:lnTo>
                  <a:lnTo>
                    <a:pt x="6359499" y="571499"/>
                  </a:lnTo>
                  <a:lnTo>
                    <a:pt x="6378549" y="571499"/>
                  </a:lnTo>
                  <a:lnTo>
                    <a:pt x="6378549" y="584199"/>
                  </a:lnTo>
                  <a:close/>
                </a:path>
                <a:path w="13754100" h="584200">
                  <a:moveTo>
                    <a:pt x="6403949" y="584199"/>
                  </a:moveTo>
                  <a:lnTo>
                    <a:pt x="6384899" y="584199"/>
                  </a:lnTo>
                  <a:lnTo>
                    <a:pt x="6384899" y="571499"/>
                  </a:lnTo>
                  <a:lnTo>
                    <a:pt x="6403949" y="571499"/>
                  </a:lnTo>
                  <a:lnTo>
                    <a:pt x="6403949" y="584199"/>
                  </a:lnTo>
                  <a:close/>
                </a:path>
                <a:path w="13754100" h="584200">
                  <a:moveTo>
                    <a:pt x="6429336" y="584199"/>
                  </a:moveTo>
                  <a:lnTo>
                    <a:pt x="6410286" y="584199"/>
                  </a:lnTo>
                  <a:lnTo>
                    <a:pt x="6410286" y="571499"/>
                  </a:lnTo>
                  <a:lnTo>
                    <a:pt x="6429336" y="571499"/>
                  </a:lnTo>
                  <a:lnTo>
                    <a:pt x="6429336" y="584199"/>
                  </a:lnTo>
                  <a:close/>
                </a:path>
                <a:path w="13754100" h="584200">
                  <a:moveTo>
                    <a:pt x="6454736" y="584199"/>
                  </a:moveTo>
                  <a:lnTo>
                    <a:pt x="6435686" y="584199"/>
                  </a:lnTo>
                  <a:lnTo>
                    <a:pt x="6435686" y="571499"/>
                  </a:lnTo>
                  <a:lnTo>
                    <a:pt x="6454736" y="571499"/>
                  </a:lnTo>
                  <a:lnTo>
                    <a:pt x="6454736" y="584199"/>
                  </a:lnTo>
                  <a:close/>
                </a:path>
                <a:path w="13754100" h="584200">
                  <a:moveTo>
                    <a:pt x="6480124" y="584199"/>
                  </a:moveTo>
                  <a:lnTo>
                    <a:pt x="6461086" y="584199"/>
                  </a:lnTo>
                  <a:lnTo>
                    <a:pt x="6461086" y="571499"/>
                  </a:lnTo>
                  <a:lnTo>
                    <a:pt x="6480124" y="571499"/>
                  </a:lnTo>
                  <a:lnTo>
                    <a:pt x="6480124" y="584199"/>
                  </a:lnTo>
                  <a:close/>
                </a:path>
                <a:path w="13754100" h="584200">
                  <a:moveTo>
                    <a:pt x="6505524" y="584199"/>
                  </a:moveTo>
                  <a:lnTo>
                    <a:pt x="6486474" y="584199"/>
                  </a:lnTo>
                  <a:lnTo>
                    <a:pt x="6486474" y="571499"/>
                  </a:lnTo>
                  <a:lnTo>
                    <a:pt x="6505524" y="571499"/>
                  </a:lnTo>
                  <a:lnTo>
                    <a:pt x="6505524" y="584199"/>
                  </a:lnTo>
                  <a:close/>
                </a:path>
                <a:path w="13754100" h="584200">
                  <a:moveTo>
                    <a:pt x="6530911" y="584199"/>
                  </a:moveTo>
                  <a:lnTo>
                    <a:pt x="6511874" y="584199"/>
                  </a:lnTo>
                  <a:lnTo>
                    <a:pt x="6511874" y="571499"/>
                  </a:lnTo>
                  <a:lnTo>
                    <a:pt x="6530911" y="571499"/>
                  </a:lnTo>
                  <a:lnTo>
                    <a:pt x="6530911" y="584199"/>
                  </a:lnTo>
                  <a:close/>
                </a:path>
                <a:path w="13754100" h="584200">
                  <a:moveTo>
                    <a:pt x="6556311" y="584199"/>
                  </a:moveTo>
                  <a:lnTo>
                    <a:pt x="6537261" y="584199"/>
                  </a:lnTo>
                  <a:lnTo>
                    <a:pt x="6537261" y="571499"/>
                  </a:lnTo>
                  <a:lnTo>
                    <a:pt x="6556311" y="571499"/>
                  </a:lnTo>
                  <a:lnTo>
                    <a:pt x="6556311" y="584199"/>
                  </a:lnTo>
                  <a:close/>
                </a:path>
                <a:path w="13754100" h="584200">
                  <a:moveTo>
                    <a:pt x="6581698" y="584199"/>
                  </a:moveTo>
                  <a:lnTo>
                    <a:pt x="6562661" y="584199"/>
                  </a:lnTo>
                  <a:lnTo>
                    <a:pt x="6562661" y="571499"/>
                  </a:lnTo>
                  <a:lnTo>
                    <a:pt x="6581698" y="571499"/>
                  </a:lnTo>
                  <a:lnTo>
                    <a:pt x="6581698" y="584199"/>
                  </a:lnTo>
                  <a:close/>
                </a:path>
                <a:path w="13754100" h="584200">
                  <a:moveTo>
                    <a:pt x="6607098" y="584199"/>
                  </a:moveTo>
                  <a:lnTo>
                    <a:pt x="6588048" y="584199"/>
                  </a:lnTo>
                  <a:lnTo>
                    <a:pt x="6588048" y="571499"/>
                  </a:lnTo>
                  <a:lnTo>
                    <a:pt x="6607098" y="571499"/>
                  </a:lnTo>
                  <a:lnTo>
                    <a:pt x="6607098" y="584199"/>
                  </a:lnTo>
                  <a:close/>
                </a:path>
                <a:path w="13754100" h="584200">
                  <a:moveTo>
                    <a:pt x="6632486" y="584199"/>
                  </a:moveTo>
                  <a:lnTo>
                    <a:pt x="6613448" y="584199"/>
                  </a:lnTo>
                  <a:lnTo>
                    <a:pt x="6613448" y="571499"/>
                  </a:lnTo>
                  <a:lnTo>
                    <a:pt x="6632486" y="571499"/>
                  </a:lnTo>
                  <a:lnTo>
                    <a:pt x="6632486" y="584199"/>
                  </a:lnTo>
                  <a:close/>
                </a:path>
                <a:path w="13754100" h="584200">
                  <a:moveTo>
                    <a:pt x="6657886" y="584199"/>
                  </a:moveTo>
                  <a:lnTo>
                    <a:pt x="6638836" y="584199"/>
                  </a:lnTo>
                  <a:lnTo>
                    <a:pt x="6638836" y="571499"/>
                  </a:lnTo>
                  <a:lnTo>
                    <a:pt x="6657886" y="571499"/>
                  </a:lnTo>
                  <a:lnTo>
                    <a:pt x="6657886" y="584199"/>
                  </a:lnTo>
                  <a:close/>
                </a:path>
                <a:path w="13754100" h="584200">
                  <a:moveTo>
                    <a:pt x="6683273" y="584199"/>
                  </a:moveTo>
                  <a:lnTo>
                    <a:pt x="6664236" y="584199"/>
                  </a:lnTo>
                  <a:lnTo>
                    <a:pt x="6664236" y="571499"/>
                  </a:lnTo>
                  <a:lnTo>
                    <a:pt x="6683273" y="571499"/>
                  </a:lnTo>
                  <a:lnTo>
                    <a:pt x="6683273" y="584199"/>
                  </a:lnTo>
                  <a:close/>
                </a:path>
                <a:path w="13754100" h="584200">
                  <a:moveTo>
                    <a:pt x="6708673" y="584199"/>
                  </a:moveTo>
                  <a:lnTo>
                    <a:pt x="6689623" y="584199"/>
                  </a:lnTo>
                  <a:lnTo>
                    <a:pt x="6689623" y="571499"/>
                  </a:lnTo>
                  <a:lnTo>
                    <a:pt x="6708673" y="571499"/>
                  </a:lnTo>
                  <a:lnTo>
                    <a:pt x="6708673" y="584199"/>
                  </a:lnTo>
                  <a:close/>
                </a:path>
                <a:path w="13754100" h="584200">
                  <a:moveTo>
                    <a:pt x="6734060" y="584199"/>
                  </a:moveTo>
                  <a:lnTo>
                    <a:pt x="6715023" y="584199"/>
                  </a:lnTo>
                  <a:lnTo>
                    <a:pt x="6715023" y="571499"/>
                  </a:lnTo>
                  <a:lnTo>
                    <a:pt x="6734060" y="571499"/>
                  </a:lnTo>
                  <a:lnTo>
                    <a:pt x="6734060" y="584199"/>
                  </a:lnTo>
                  <a:close/>
                </a:path>
                <a:path w="13754100" h="584200">
                  <a:moveTo>
                    <a:pt x="6759460" y="584199"/>
                  </a:moveTo>
                  <a:lnTo>
                    <a:pt x="6740410" y="584199"/>
                  </a:lnTo>
                  <a:lnTo>
                    <a:pt x="6740410" y="571499"/>
                  </a:lnTo>
                  <a:lnTo>
                    <a:pt x="6759460" y="571499"/>
                  </a:lnTo>
                  <a:lnTo>
                    <a:pt x="6759460" y="584199"/>
                  </a:lnTo>
                  <a:close/>
                </a:path>
                <a:path w="13754100" h="584200">
                  <a:moveTo>
                    <a:pt x="6784848" y="584199"/>
                  </a:moveTo>
                  <a:lnTo>
                    <a:pt x="6765810" y="584199"/>
                  </a:lnTo>
                  <a:lnTo>
                    <a:pt x="6765810" y="571499"/>
                  </a:lnTo>
                  <a:lnTo>
                    <a:pt x="6784848" y="571499"/>
                  </a:lnTo>
                  <a:lnTo>
                    <a:pt x="6784848" y="584199"/>
                  </a:lnTo>
                  <a:close/>
                </a:path>
                <a:path w="13754100" h="584200">
                  <a:moveTo>
                    <a:pt x="6810248" y="584199"/>
                  </a:moveTo>
                  <a:lnTo>
                    <a:pt x="6791198" y="584199"/>
                  </a:lnTo>
                  <a:lnTo>
                    <a:pt x="6791198" y="571499"/>
                  </a:lnTo>
                  <a:lnTo>
                    <a:pt x="6810248" y="571499"/>
                  </a:lnTo>
                  <a:lnTo>
                    <a:pt x="6810248" y="584199"/>
                  </a:lnTo>
                  <a:close/>
                </a:path>
                <a:path w="13754100" h="584200">
                  <a:moveTo>
                    <a:pt x="6835635" y="584199"/>
                  </a:moveTo>
                  <a:lnTo>
                    <a:pt x="6816598" y="584199"/>
                  </a:lnTo>
                  <a:lnTo>
                    <a:pt x="6816598" y="571499"/>
                  </a:lnTo>
                  <a:lnTo>
                    <a:pt x="6835635" y="571499"/>
                  </a:lnTo>
                  <a:lnTo>
                    <a:pt x="6835635" y="584199"/>
                  </a:lnTo>
                  <a:close/>
                </a:path>
                <a:path w="13754100" h="584200">
                  <a:moveTo>
                    <a:pt x="6861035" y="584199"/>
                  </a:moveTo>
                  <a:lnTo>
                    <a:pt x="6841985" y="584199"/>
                  </a:lnTo>
                  <a:lnTo>
                    <a:pt x="6841985" y="571499"/>
                  </a:lnTo>
                  <a:lnTo>
                    <a:pt x="6861035" y="571499"/>
                  </a:lnTo>
                  <a:lnTo>
                    <a:pt x="6861035" y="584199"/>
                  </a:lnTo>
                  <a:close/>
                </a:path>
                <a:path w="13754100" h="584200">
                  <a:moveTo>
                    <a:pt x="6886422" y="584199"/>
                  </a:moveTo>
                  <a:lnTo>
                    <a:pt x="6867385" y="584199"/>
                  </a:lnTo>
                  <a:lnTo>
                    <a:pt x="6867385" y="571499"/>
                  </a:lnTo>
                  <a:lnTo>
                    <a:pt x="6886422" y="571499"/>
                  </a:lnTo>
                  <a:lnTo>
                    <a:pt x="6886422" y="584199"/>
                  </a:lnTo>
                  <a:close/>
                </a:path>
                <a:path w="13754100" h="584200">
                  <a:moveTo>
                    <a:pt x="6911822" y="584199"/>
                  </a:moveTo>
                  <a:lnTo>
                    <a:pt x="6892772" y="584199"/>
                  </a:lnTo>
                  <a:lnTo>
                    <a:pt x="6892772" y="571499"/>
                  </a:lnTo>
                  <a:lnTo>
                    <a:pt x="6911822" y="571499"/>
                  </a:lnTo>
                  <a:lnTo>
                    <a:pt x="6911822" y="584199"/>
                  </a:lnTo>
                  <a:close/>
                </a:path>
                <a:path w="13754100" h="584200">
                  <a:moveTo>
                    <a:pt x="6937209" y="584199"/>
                  </a:moveTo>
                  <a:lnTo>
                    <a:pt x="6918172" y="584199"/>
                  </a:lnTo>
                  <a:lnTo>
                    <a:pt x="6918172" y="571499"/>
                  </a:lnTo>
                  <a:lnTo>
                    <a:pt x="6937209" y="571499"/>
                  </a:lnTo>
                  <a:lnTo>
                    <a:pt x="6937209" y="584199"/>
                  </a:lnTo>
                  <a:close/>
                </a:path>
                <a:path w="13754100" h="584200">
                  <a:moveTo>
                    <a:pt x="6962609" y="584199"/>
                  </a:moveTo>
                  <a:lnTo>
                    <a:pt x="6943559" y="584199"/>
                  </a:lnTo>
                  <a:lnTo>
                    <a:pt x="6943559" y="571499"/>
                  </a:lnTo>
                  <a:lnTo>
                    <a:pt x="6962609" y="571499"/>
                  </a:lnTo>
                  <a:lnTo>
                    <a:pt x="6962609" y="584199"/>
                  </a:lnTo>
                  <a:close/>
                </a:path>
                <a:path w="13754100" h="584200">
                  <a:moveTo>
                    <a:pt x="6987997" y="584199"/>
                  </a:moveTo>
                  <a:lnTo>
                    <a:pt x="6968959" y="584199"/>
                  </a:lnTo>
                  <a:lnTo>
                    <a:pt x="6968959" y="571499"/>
                  </a:lnTo>
                  <a:lnTo>
                    <a:pt x="6987997" y="571499"/>
                  </a:lnTo>
                  <a:lnTo>
                    <a:pt x="6987997" y="584199"/>
                  </a:lnTo>
                  <a:close/>
                </a:path>
                <a:path w="13754100" h="584200">
                  <a:moveTo>
                    <a:pt x="7013397" y="584199"/>
                  </a:moveTo>
                  <a:lnTo>
                    <a:pt x="6994347" y="584199"/>
                  </a:lnTo>
                  <a:lnTo>
                    <a:pt x="6994347" y="571499"/>
                  </a:lnTo>
                  <a:lnTo>
                    <a:pt x="7013397" y="571499"/>
                  </a:lnTo>
                  <a:lnTo>
                    <a:pt x="7013397" y="584199"/>
                  </a:lnTo>
                  <a:close/>
                </a:path>
                <a:path w="13754100" h="584200">
                  <a:moveTo>
                    <a:pt x="7038784" y="584199"/>
                  </a:moveTo>
                  <a:lnTo>
                    <a:pt x="7019747" y="584199"/>
                  </a:lnTo>
                  <a:lnTo>
                    <a:pt x="7019747" y="571499"/>
                  </a:lnTo>
                  <a:lnTo>
                    <a:pt x="7038784" y="571499"/>
                  </a:lnTo>
                  <a:lnTo>
                    <a:pt x="7038784" y="584199"/>
                  </a:lnTo>
                  <a:close/>
                </a:path>
                <a:path w="13754100" h="584200">
                  <a:moveTo>
                    <a:pt x="7064184" y="584199"/>
                  </a:moveTo>
                  <a:lnTo>
                    <a:pt x="7045134" y="584199"/>
                  </a:lnTo>
                  <a:lnTo>
                    <a:pt x="7045134" y="571499"/>
                  </a:lnTo>
                  <a:lnTo>
                    <a:pt x="7064184" y="571499"/>
                  </a:lnTo>
                  <a:lnTo>
                    <a:pt x="7064184" y="584199"/>
                  </a:lnTo>
                  <a:close/>
                </a:path>
                <a:path w="13754100" h="584200">
                  <a:moveTo>
                    <a:pt x="7089571" y="584199"/>
                  </a:moveTo>
                  <a:lnTo>
                    <a:pt x="7070534" y="584199"/>
                  </a:lnTo>
                  <a:lnTo>
                    <a:pt x="7070534" y="571499"/>
                  </a:lnTo>
                  <a:lnTo>
                    <a:pt x="7089571" y="571499"/>
                  </a:lnTo>
                  <a:lnTo>
                    <a:pt x="7089571" y="584199"/>
                  </a:lnTo>
                  <a:close/>
                </a:path>
                <a:path w="13754100" h="584200">
                  <a:moveTo>
                    <a:pt x="7114971" y="584199"/>
                  </a:moveTo>
                  <a:lnTo>
                    <a:pt x="7095921" y="584199"/>
                  </a:lnTo>
                  <a:lnTo>
                    <a:pt x="7095921" y="571499"/>
                  </a:lnTo>
                  <a:lnTo>
                    <a:pt x="7114971" y="571499"/>
                  </a:lnTo>
                  <a:lnTo>
                    <a:pt x="7114971" y="584199"/>
                  </a:lnTo>
                  <a:close/>
                </a:path>
                <a:path w="13754100" h="584200">
                  <a:moveTo>
                    <a:pt x="7140359" y="584199"/>
                  </a:moveTo>
                  <a:lnTo>
                    <a:pt x="7121321" y="584199"/>
                  </a:lnTo>
                  <a:lnTo>
                    <a:pt x="7121321" y="571499"/>
                  </a:lnTo>
                  <a:lnTo>
                    <a:pt x="7140359" y="571499"/>
                  </a:lnTo>
                  <a:lnTo>
                    <a:pt x="7140359" y="584199"/>
                  </a:lnTo>
                  <a:close/>
                </a:path>
                <a:path w="13754100" h="584200">
                  <a:moveTo>
                    <a:pt x="7165759" y="584199"/>
                  </a:moveTo>
                  <a:lnTo>
                    <a:pt x="7146709" y="584199"/>
                  </a:lnTo>
                  <a:lnTo>
                    <a:pt x="7146709" y="571499"/>
                  </a:lnTo>
                  <a:lnTo>
                    <a:pt x="7165759" y="571499"/>
                  </a:lnTo>
                  <a:lnTo>
                    <a:pt x="7165759" y="584199"/>
                  </a:lnTo>
                  <a:close/>
                </a:path>
                <a:path w="13754100" h="584200">
                  <a:moveTo>
                    <a:pt x="7191146" y="584199"/>
                  </a:moveTo>
                  <a:lnTo>
                    <a:pt x="7172109" y="584199"/>
                  </a:lnTo>
                  <a:lnTo>
                    <a:pt x="7172109" y="571499"/>
                  </a:lnTo>
                  <a:lnTo>
                    <a:pt x="7191146" y="571499"/>
                  </a:lnTo>
                  <a:lnTo>
                    <a:pt x="7191146" y="584199"/>
                  </a:lnTo>
                  <a:close/>
                </a:path>
                <a:path w="13754100" h="584200">
                  <a:moveTo>
                    <a:pt x="7216546" y="584199"/>
                  </a:moveTo>
                  <a:lnTo>
                    <a:pt x="7197496" y="584199"/>
                  </a:lnTo>
                  <a:lnTo>
                    <a:pt x="7197496" y="571499"/>
                  </a:lnTo>
                  <a:lnTo>
                    <a:pt x="7216546" y="571499"/>
                  </a:lnTo>
                  <a:lnTo>
                    <a:pt x="7216546" y="584199"/>
                  </a:lnTo>
                  <a:close/>
                </a:path>
                <a:path w="13754100" h="584200">
                  <a:moveTo>
                    <a:pt x="7241946" y="584199"/>
                  </a:moveTo>
                  <a:lnTo>
                    <a:pt x="7222896" y="584199"/>
                  </a:lnTo>
                  <a:lnTo>
                    <a:pt x="7222896" y="571499"/>
                  </a:lnTo>
                  <a:lnTo>
                    <a:pt x="7241946" y="571499"/>
                  </a:lnTo>
                  <a:lnTo>
                    <a:pt x="7241946" y="584199"/>
                  </a:lnTo>
                  <a:close/>
                </a:path>
                <a:path w="13754100" h="584200">
                  <a:moveTo>
                    <a:pt x="7267333" y="584199"/>
                  </a:moveTo>
                  <a:lnTo>
                    <a:pt x="7248283" y="584199"/>
                  </a:lnTo>
                  <a:lnTo>
                    <a:pt x="7248283" y="571499"/>
                  </a:lnTo>
                  <a:lnTo>
                    <a:pt x="7267333" y="571499"/>
                  </a:lnTo>
                  <a:lnTo>
                    <a:pt x="7267333" y="584199"/>
                  </a:lnTo>
                  <a:close/>
                </a:path>
                <a:path w="13754100" h="584200">
                  <a:moveTo>
                    <a:pt x="7292733" y="584199"/>
                  </a:moveTo>
                  <a:lnTo>
                    <a:pt x="7273683" y="584199"/>
                  </a:lnTo>
                  <a:lnTo>
                    <a:pt x="7273683" y="571499"/>
                  </a:lnTo>
                  <a:lnTo>
                    <a:pt x="7292733" y="571499"/>
                  </a:lnTo>
                  <a:lnTo>
                    <a:pt x="7292733" y="584199"/>
                  </a:lnTo>
                  <a:close/>
                </a:path>
                <a:path w="13754100" h="584200">
                  <a:moveTo>
                    <a:pt x="7318121" y="584199"/>
                  </a:moveTo>
                  <a:lnTo>
                    <a:pt x="7299071" y="584199"/>
                  </a:lnTo>
                  <a:lnTo>
                    <a:pt x="7299071" y="571499"/>
                  </a:lnTo>
                  <a:lnTo>
                    <a:pt x="7318121" y="571499"/>
                  </a:lnTo>
                  <a:lnTo>
                    <a:pt x="7318121" y="584199"/>
                  </a:lnTo>
                  <a:close/>
                </a:path>
                <a:path w="13754100" h="584200">
                  <a:moveTo>
                    <a:pt x="7343521" y="584199"/>
                  </a:moveTo>
                  <a:lnTo>
                    <a:pt x="7324471" y="584199"/>
                  </a:lnTo>
                  <a:lnTo>
                    <a:pt x="7324471" y="571499"/>
                  </a:lnTo>
                  <a:lnTo>
                    <a:pt x="7343521" y="571499"/>
                  </a:lnTo>
                  <a:lnTo>
                    <a:pt x="7343521" y="584199"/>
                  </a:lnTo>
                  <a:close/>
                </a:path>
                <a:path w="13754100" h="584200">
                  <a:moveTo>
                    <a:pt x="7368908" y="584199"/>
                  </a:moveTo>
                  <a:lnTo>
                    <a:pt x="7349858" y="584199"/>
                  </a:lnTo>
                  <a:lnTo>
                    <a:pt x="7349858" y="571499"/>
                  </a:lnTo>
                  <a:lnTo>
                    <a:pt x="7368908" y="571499"/>
                  </a:lnTo>
                  <a:lnTo>
                    <a:pt x="7368908" y="584199"/>
                  </a:lnTo>
                  <a:close/>
                </a:path>
                <a:path w="13754100" h="584200">
                  <a:moveTo>
                    <a:pt x="7394308" y="584199"/>
                  </a:moveTo>
                  <a:lnTo>
                    <a:pt x="7375258" y="584199"/>
                  </a:lnTo>
                  <a:lnTo>
                    <a:pt x="7375258" y="571499"/>
                  </a:lnTo>
                  <a:lnTo>
                    <a:pt x="7394308" y="571499"/>
                  </a:lnTo>
                  <a:lnTo>
                    <a:pt x="7394308" y="584199"/>
                  </a:lnTo>
                  <a:close/>
                </a:path>
                <a:path w="13754100" h="584200">
                  <a:moveTo>
                    <a:pt x="7419695" y="584199"/>
                  </a:moveTo>
                  <a:lnTo>
                    <a:pt x="7400645" y="584199"/>
                  </a:lnTo>
                  <a:lnTo>
                    <a:pt x="7400645" y="571499"/>
                  </a:lnTo>
                  <a:lnTo>
                    <a:pt x="7419695" y="571499"/>
                  </a:lnTo>
                  <a:lnTo>
                    <a:pt x="7419695" y="584199"/>
                  </a:lnTo>
                  <a:close/>
                </a:path>
                <a:path w="13754100" h="584200">
                  <a:moveTo>
                    <a:pt x="7445095" y="584199"/>
                  </a:moveTo>
                  <a:lnTo>
                    <a:pt x="7426045" y="584199"/>
                  </a:lnTo>
                  <a:lnTo>
                    <a:pt x="7426045" y="571499"/>
                  </a:lnTo>
                  <a:lnTo>
                    <a:pt x="7445095" y="571499"/>
                  </a:lnTo>
                  <a:lnTo>
                    <a:pt x="7445095" y="584199"/>
                  </a:lnTo>
                  <a:close/>
                </a:path>
                <a:path w="13754100" h="584200">
                  <a:moveTo>
                    <a:pt x="7470482" y="584199"/>
                  </a:moveTo>
                  <a:lnTo>
                    <a:pt x="7451432" y="584199"/>
                  </a:lnTo>
                  <a:lnTo>
                    <a:pt x="7451432" y="571499"/>
                  </a:lnTo>
                  <a:lnTo>
                    <a:pt x="7470482" y="571499"/>
                  </a:lnTo>
                  <a:lnTo>
                    <a:pt x="7470482" y="584199"/>
                  </a:lnTo>
                  <a:close/>
                </a:path>
                <a:path w="13754100" h="584200">
                  <a:moveTo>
                    <a:pt x="7495882" y="584199"/>
                  </a:moveTo>
                  <a:lnTo>
                    <a:pt x="7476832" y="584199"/>
                  </a:lnTo>
                  <a:lnTo>
                    <a:pt x="7476832" y="571499"/>
                  </a:lnTo>
                  <a:lnTo>
                    <a:pt x="7495882" y="571499"/>
                  </a:lnTo>
                  <a:lnTo>
                    <a:pt x="7495882" y="584199"/>
                  </a:lnTo>
                  <a:close/>
                </a:path>
                <a:path w="13754100" h="584200">
                  <a:moveTo>
                    <a:pt x="7521270" y="584199"/>
                  </a:moveTo>
                  <a:lnTo>
                    <a:pt x="7502232" y="584199"/>
                  </a:lnTo>
                  <a:lnTo>
                    <a:pt x="7502232" y="571499"/>
                  </a:lnTo>
                  <a:lnTo>
                    <a:pt x="7521270" y="571499"/>
                  </a:lnTo>
                  <a:lnTo>
                    <a:pt x="7521270" y="584199"/>
                  </a:lnTo>
                  <a:close/>
                </a:path>
                <a:path w="13754100" h="584200">
                  <a:moveTo>
                    <a:pt x="7546670" y="584199"/>
                  </a:moveTo>
                  <a:lnTo>
                    <a:pt x="7527620" y="584199"/>
                  </a:lnTo>
                  <a:lnTo>
                    <a:pt x="7527620" y="571499"/>
                  </a:lnTo>
                  <a:lnTo>
                    <a:pt x="7546670" y="571499"/>
                  </a:lnTo>
                  <a:lnTo>
                    <a:pt x="7546670" y="584199"/>
                  </a:lnTo>
                  <a:close/>
                </a:path>
                <a:path w="13754100" h="584200">
                  <a:moveTo>
                    <a:pt x="7572057" y="584199"/>
                  </a:moveTo>
                  <a:lnTo>
                    <a:pt x="7553020" y="584199"/>
                  </a:lnTo>
                  <a:lnTo>
                    <a:pt x="7553020" y="571499"/>
                  </a:lnTo>
                  <a:lnTo>
                    <a:pt x="7572057" y="571499"/>
                  </a:lnTo>
                  <a:lnTo>
                    <a:pt x="7572057" y="584199"/>
                  </a:lnTo>
                  <a:close/>
                </a:path>
                <a:path w="13754100" h="584200">
                  <a:moveTo>
                    <a:pt x="7597457" y="584199"/>
                  </a:moveTo>
                  <a:lnTo>
                    <a:pt x="7578407" y="584199"/>
                  </a:lnTo>
                  <a:lnTo>
                    <a:pt x="7578407" y="571499"/>
                  </a:lnTo>
                  <a:lnTo>
                    <a:pt x="7597457" y="571499"/>
                  </a:lnTo>
                  <a:lnTo>
                    <a:pt x="7597457" y="584199"/>
                  </a:lnTo>
                  <a:close/>
                </a:path>
                <a:path w="13754100" h="584200">
                  <a:moveTo>
                    <a:pt x="7622844" y="584199"/>
                  </a:moveTo>
                  <a:lnTo>
                    <a:pt x="7603807" y="584199"/>
                  </a:lnTo>
                  <a:lnTo>
                    <a:pt x="7603807" y="571499"/>
                  </a:lnTo>
                  <a:lnTo>
                    <a:pt x="7622844" y="571499"/>
                  </a:lnTo>
                  <a:lnTo>
                    <a:pt x="7622844" y="584199"/>
                  </a:lnTo>
                  <a:close/>
                </a:path>
                <a:path w="13754100" h="584200">
                  <a:moveTo>
                    <a:pt x="7648244" y="584199"/>
                  </a:moveTo>
                  <a:lnTo>
                    <a:pt x="7629194" y="584199"/>
                  </a:lnTo>
                  <a:lnTo>
                    <a:pt x="7629194" y="571499"/>
                  </a:lnTo>
                  <a:lnTo>
                    <a:pt x="7648244" y="571499"/>
                  </a:lnTo>
                  <a:lnTo>
                    <a:pt x="7648244" y="584199"/>
                  </a:lnTo>
                  <a:close/>
                </a:path>
                <a:path w="13754100" h="584200">
                  <a:moveTo>
                    <a:pt x="7673632" y="584199"/>
                  </a:moveTo>
                  <a:lnTo>
                    <a:pt x="7654594" y="584199"/>
                  </a:lnTo>
                  <a:lnTo>
                    <a:pt x="7654594" y="571499"/>
                  </a:lnTo>
                  <a:lnTo>
                    <a:pt x="7673632" y="571499"/>
                  </a:lnTo>
                  <a:lnTo>
                    <a:pt x="7673632" y="584199"/>
                  </a:lnTo>
                  <a:close/>
                </a:path>
                <a:path w="13754100" h="584200">
                  <a:moveTo>
                    <a:pt x="7699032" y="584199"/>
                  </a:moveTo>
                  <a:lnTo>
                    <a:pt x="7679982" y="584199"/>
                  </a:lnTo>
                  <a:lnTo>
                    <a:pt x="7679982" y="571499"/>
                  </a:lnTo>
                  <a:lnTo>
                    <a:pt x="7699032" y="571499"/>
                  </a:lnTo>
                  <a:lnTo>
                    <a:pt x="7699032" y="584199"/>
                  </a:lnTo>
                  <a:close/>
                </a:path>
                <a:path w="13754100" h="584200">
                  <a:moveTo>
                    <a:pt x="7724419" y="584199"/>
                  </a:moveTo>
                  <a:lnTo>
                    <a:pt x="7705382" y="584199"/>
                  </a:lnTo>
                  <a:lnTo>
                    <a:pt x="7705382" y="571499"/>
                  </a:lnTo>
                  <a:lnTo>
                    <a:pt x="7724419" y="571499"/>
                  </a:lnTo>
                  <a:lnTo>
                    <a:pt x="7724419" y="584199"/>
                  </a:lnTo>
                  <a:close/>
                </a:path>
                <a:path w="13754100" h="584200">
                  <a:moveTo>
                    <a:pt x="7749819" y="584199"/>
                  </a:moveTo>
                  <a:lnTo>
                    <a:pt x="7730769" y="584199"/>
                  </a:lnTo>
                  <a:lnTo>
                    <a:pt x="7730769" y="571499"/>
                  </a:lnTo>
                  <a:lnTo>
                    <a:pt x="7749819" y="571499"/>
                  </a:lnTo>
                  <a:lnTo>
                    <a:pt x="7749819" y="584199"/>
                  </a:lnTo>
                  <a:close/>
                </a:path>
                <a:path w="13754100" h="584200">
                  <a:moveTo>
                    <a:pt x="7775206" y="584199"/>
                  </a:moveTo>
                  <a:lnTo>
                    <a:pt x="7756169" y="584199"/>
                  </a:lnTo>
                  <a:lnTo>
                    <a:pt x="7756169" y="571499"/>
                  </a:lnTo>
                  <a:lnTo>
                    <a:pt x="7775206" y="571499"/>
                  </a:lnTo>
                  <a:lnTo>
                    <a:pt x="7775206" y="584199"/>
                  </a:lnTo>
                  <a:close/>
                </a:path>
                <a:path w="13754100" h="584200">
                  <a:moveTo>
                    <a:pt x="7800606" y="584199"/>
                  </a:moveTo>
                  <a:lnTo>
                    <a:pt x="7781556" y="584199"/>
                  </a:lnTo>
                  <a:lnTo>
                    <a:pt x="7781556" y="571499"/>
                  </a:lnTo>
                  <a:lnTo>
                    <a:pt x="7800606" y="571499"/>
                  </a:lnTo>
                  <a:lnTo>
                    <a:pt x="7800606" y="584199"/>
                  </a:lnTo>
                  <a:close/>
                </a:path>
                <a:path w="13754100" h="584200">
                  <a:moveTo>
                    <a:pt x="7825994" y="584199"/>
                  </a:moveTo>
                  <a:lnTo>
                    <a:pt x="7806956" y="584199"/>
                  </a:lnTo>
                  <a:lnTo>
                    <a:pt x="7806956" y="571499"/>
                  </a:lnTo>
                  <a:lnTo>
                    <a:pt x="7825994" y="571499"/>
                  </a:lnTo>
                  <a:lnTo>
                    <a:pt x="7825994" y="584199"/>
                  </a:lnTo>
                  <a:close/>
                </a:path>
                <a:path w="13754100" h="584200">
                  <a:moveTo>
                    <a:pt x="7851394" y="584199"/>
                  </a:moveTo>
                  <a:lnTo>
                    <a:pt x="7832344" y="584199"/>
                  </a:lnTo>
                  <a:lnTo>
                    <a:pt x="7832344" y="571499"/>
                  </a:lnTo>
                  <a:lnTo>
                    <a:pt x="7851394" y="571499"/>
                  </a:lnTo>
                  <a:lnTo>
                    <a:pt x="7851394" y="584199"/>
                  </a:lnTo>
                  <a:close/>
                </a:path>
                <a:path w="13754100" h="584200">
                  <a:moveTo>
                    <a:pt x="7876781" y="584199"/>
                  </a:moveTo>
                  <a:lnTo>
                    <a:pt x="7857744" y="584199"/>
                  </a:lnTo>
                  <a:lnTo>
                    <a:pt x="7857744" y="571499"/>
                  </a:lnTo>
                  <a:lnTo>
                    <a:pt x="7876781" y="571499"/>
                  </a:lnTo>
                  <a:lnTo>
                    <a:pt x="7876781" y="584199"/>
                  </a:lnTo>
                  <a:close/>
                </a:path>
                <a:path w="13754100" h="584200">
                  <a:moveTo>
                    <a:pt x="7902181" y="584199"/>
                  </a:moveTo>
                  <a:lnTo>
                    <a:pt x="7883131" y="584199"/>
                  </a:lnTo>
                  <a:lnTo>
                    <a:pt x="7883131" y="571499"/>
                  </a:lnTo>
                  <a:lnTo>
                    <a:pt x="7902181" y="571499"/>
                  </a:lnTo>
                  <a:lnTo>
                    <a:pt x="7902181" y="584199"/>
                  </a:lnTo>
                  <a:close/>
                </a:path>
                <a:path w="13754100" h="584200">
                  <a:moveTo>
                    <a:pt x="7927568" y="584199"/>
                  </a:moveTo>
                  <a:lnTo>
                    <a:pt x="7908531" y="584199"/>
                  </a:lnTo>
                  <a:lnTo>
                    <a:pt x="7908531" y="571499"/>
                  </a:lnTo>
                  <a:lnTo>
                    <a:pt x="7927568" y="571499"/>
                  </a:lnTo>
                  <a:lnTo>
                    <a:pt x="7927568" y="584199"/>
                  </a:lnTo>
                  <a:close/>
                </a:path>
                <a:path w="13754100" h="584200">
                  <a:moveTo>
                    <a:pt x="7952968" y="584199"/>
                  </a:moveTo>
                  <a:lnTo>
                    <a:pt x="7933918" y="584199"/>
                  </a:lnTo>
                  <a:lnTo>
                    <a:pt x="7933918" y="571499"/>
                  </a:lnTo>
                  <a:lnTo>
                    <a:pt x="7952968" y="571499"/>
                  </a:lnTo>
                  <a:lnTo>
                    <a:pt x="7952968" y="584199"/>
                  </a:lnTo>
                  <a:close/>
                </a:path>
                <a:path w="13754100" h="584200">
                  <a:moveTo>
                    <a:pt x="7978355" y="584199"/>
                  </a:moveTo>
                  <a:lnTo>
                    <a:pt x="7959318" y="584199"/>
                  </a:lnTo>
                  <a:lnTo>
                    <a:pt x="7959318" y="571499"/>
                  </a:lnTo>
                  <a:lnTo>
                    <a:pt x="7978355" y="571499"/>
                  </a:lnTo>
                  <a:lnTo>
                    <a:pt x="7978355" y="584199"/>
                  </a:lnTo>
                  <a:close/>
                </a:path>
                <a:path w="13754100" h="584200">
                  <a:moveTo>
                    <a:pt x="8003755" y="584199"/>
                  </a:moveTo>
                  <a:lnTo>
                    <a:pt x="7984705" y="584199"/>
                  </a:lnTo>
                  <a:lnTo>
                    <a:pt x="7984705" y="571499"/>
                  </a:lnTo>
                  <a:lnTo>
                    <a:pt x="8003755" y="571499"/>
                  </a:lnTo>
                  <a:lnTo>
                    <a:pt x="8003755" y="584199"/>
                  </a:lnTo>
                  <a:close/>
                </a:path>
                <a:path w="13754100" h="584200">
                  <a:moveTo>
                    <a:pt x="8029143" y="584199"/>
                  </a:moveTo>
                  <a:lnTo>
                    <a:pt x="8010105" y="584199"/>
                  </a:lnTo>
                  <a:lnTo>
                    <a:pt x="8010105" y="571499"/>
                  </a:lnTo>
                  <a:lnTo>
                    <a:pt x="8029143" y="571499"/>
                  </a:lnTo>
                  <a:lnTo>
                    <a:pt x="8029143" y="584199"/>
                  </a:lnTo>
                  <a:close/>
                </a:path>
                <a:path w="13754100" h="584200">
                  <a:moveTo>
                    <a:pt x="8054543" y="584199"/>
                  </a:moveTo>
                  <a:lnTo>
                    <a:pt x="8035493" y="584199"/>
                  </a:lnTo>
                  <a:lnTo>
                    <a:pt x="8035493" y="571499"/>
                  </a:lnTo>
                  <a:lnTo>
                    <a:pt x="8054543" y="571499"/>
                  </a:lnTo>
                  <a:lnTo>
                    <a:pt x="8054543" y="584199"/>
                  </a:lnTo>
                  <a:close/>
                </a:path>
                <a:path w="13754100" h="584200">
                  <a:moveTo>
                    <a:pt x="8079930" y="584199"/>
                  </a:moveTo>
                  <a:lnTo>
                    <a:pt x="8060893" y="584199"/>
                  </a:lnTo>
                  <a:lnTo>
                    <a:pt x="8060893" y="571499"/>
                  </a:lnTo>
                  <a:lnTo>
                    <a:pt x="8079930" y="571499"/>
                  </a:lnTo>
                  <a:lnTo>
                    <a:pt x="8079930" y="584199"/>
                  </a:lnTo>
                  <a:close/>
                </a:path>
                <a:path w="13754100" h="584200">
                  <a:moveTo>
                    <a:pt x="8105330" y="584199"/>
                  </a:moveTo>
                  <a:lnTo>
                    <a:pt x="8086280" y="584199"/>
                  </a:lnTo>
                  <a:lnTo>
                    <a:pt x="8086280" y="571499"/>
                  </a:lnTo>
                  <a:lnTo>
                    <a:pt x="8105330" y="571499"/>
                  </a:lnTo>
                  <a:lnTo>
                    <a:pt x="8105330" y="584199"/>
                  </a:lnTo>
                  <a:close/>
                </a:path>
                <a:path w="13754100" h="584200">
                  <a:moveTo>
                    <a:pt x="8130717" y="584199"/>
                  </a:moveTo>
                  <a:lnTo>
                    <a:pt x="8111680" y="584199"/>
                  </a:lnTo>
                  <a:lnTo>
                    <a:pt x="8111680" y="571499"/>
                  </a:lnTo>
                  <a:lnTo>
                    <a:pt x="8130717" y="571499"/>
                  </a:lnTo>
                  <a:lnTo>
                    <a:pt x="8130717" y="584199"/>
                  </a:lnTo>
                  <a:close/>
                </a:path>
                <a:path w="13754100" h="584200">
                  <a:moveTo>
                    <a:pt x="8156117" y="584199"/>
                  </a:moveTo>
                  <a:lnTo>
                    <a:pt x="8137067" y="584199"/>
                  </a:lnTo>
                  <a:lnTo>
                    <a:pt x="8137067" y="571499"/>
                  </a:lnTo>
                  <a:lnTo>
                    <a:pt x="8156117" y="571499"/>
                  </a:lnTo>
                  <a:lnTo>
                    <a:pt x="8156117" y="584199"/>
                  </a:lnTo>
                  <a:close/>
                </a:path>
                <a:path w="13754100" h="584200">
                  <a:moveTo>
                    <a:pt x="8181505" y="584199"/>
                  </a:moveTo>
                  <a:lnTo>
                    <a:pt x="8162467" y="584199"/>
                  </a:lnTo>
                  <a:lnTo>
                    <a:pt x="8162467" y="571499"/>
                  </a:lnTo>
                  <a:lnTo>
                    <a:pt x="8181505" y="571499"/>
                  </a:lnTo>
                  <a:lnTo>
                    <a:pt x="8181505" y="584199"/>
                  </a:lnTo>
                  <a:close/>
                </a:path>
                <a:path w="13754100" h="584200">
                  <a:moveTo>
                    <a:pt x="8206905" y="584199"/>
                  </a:moveTo>
                  <a:lnTo>
                    <a:pt x="8187855" y="584199"/>
                  </a:lnTo>
                  <a:lnTo>
                    <a:pt x="8187855" y="571499"/>
                  </a:lnTo>
                  <a:lnTo>
                    <a:pt x="8206905" y="571499"/>
                  </a:lnTo>
                  <a:lnTo>
                    <a:pt x="8206905" y="584199"/>
                  </a:lnTo>
                  <a:close/>
                </a:path>
                <a:path w="13754100" h="584200">
                  <a:moveTo>
                    <a:pt x="8232305" y="584199"/>
                  </a:moveTo>
                  <a:lnTo>
                    <a:pt x="8213255" y="584199"/>
                  </a:lnTo>
                  <a:lnTo>
                    <a:pt x="8213255" y="571499"/>
                  </a:lnTo>
                  <a:lnTo>
                    <a:pt x="8232305" y="571499"/>
                  </a:lnTo>
                  <a:lnTo>
                    <a:pt x="8232305" y="584199"/>
                  </a:lnTo>
                  <a:close/>
                </a:path>
                <a:path w="13754100" h="584200">
                  <a:moveTo>
                    <a:pt x="8257692" y="584199"/>
                  </a:moveTo>
                  <a:lnTo>
                    <a:pt x="8238642" y="584199"/>
                  </a:lnTo>
                  <a:lnTo>
                    <a:pt x="8238642" y="571499"/>
                  </a:lnTo>
                  <a:lnTo>
                    <a:pt x="8257692" y="571499"/>
                  </a:lnTo>
                  <a:lnTo>
                    <a:pt x="8257692" y="584199"/>
                  </a:lnTo>
                  <a:close/>
                </a:path>
                <a:path w="13754100" h="584200">
                  <a:moveTo>
                    <a:pt x="8283079" y="584199"/>
                  </a:moveTo>
                  <a:lnTo>
                    <a:pt x="8264042" y="584199"/>
                  </a:lnTo>
                  <a:lnTo>
                    <a:pt x="8264042" y="571499"/>
                  </a:lnTo>
                  <a:lnTo>
                    <a:pt x="8283079" y="571499"/>
                  </a:lnTo>
                  <a:lnTo>
                    <a:pt x="8283079" y="584199"/>
                  </a:lnTo>
                  <a:close/>
                </a:path>
                <a:path w="13754100" h="584200">
                  <a:moveTo>
                    <a:pt x="8308479" y="584199"/>
                  </a:moveTo>
                  <a:lnTo>
                    <a:pt x="8289429" y="584199"/>
                  </a:lnTo>
                  <a:lnTo>
                    <a:pt x="8289429" y="571499"/>
                  </a:lnTo>
                  <a:lnTo>
                    <a:pt x="8308479" y="571499"/>
                  </a:lnTo>
                  <a:lnTo>
                    <a:pt x="8308479" y="584199"/>
                  </a:lnTo>
                  <a:close/>
                </a:path>
                <a:path w="13754100" h="584200">
                  <a:moveTo>
                    <a:pt x="8333879" y="584199"/>
                  </a:moveTo>
                  <a:lnTo>
                    <a:pt x="8314829" y="584199"/>
                  </a:lnTo>
                  <a:lnTo>
                    <a:pt x="8314829" y="571499"/>
                  </a:lnTo>
                  <a:lnTo>
                    <a:pt x="8333879" y="571499"/>
                  </a:lnTo>
                  <a:lnTo>
                    <a:pt x="8333879" y="584199"/>
                  </a:lnTo>
                  <a:close/>
                </a:path>
                <a:path w="13754100" h="584200">
                  <a:moveTo>
                    <a:pt x="8359267" y="584199"/>
                  </a:moveTo>
                  <a:lnTo>
                    <a:pt x="8340217" y="584199"/>
                  </a:lnTo>
                  <a:lnTo>
                    <a:pt x="8340217" y="571499"/>
                  </a:lnTo>
                  <a:lnTo>
                    <a:pt x="8359267" y="571499"/>
                  </a:lnTo>
                  <a:lnTo>
                    <a:pt x="8359267" y="584199"/>
                  </a:lnTo>
                  <a:close/>
                </a:path>
                <a:path w="13754100" h="584200">
                  <a:moveTo>
                    <a:pt x="8384667" y="584199"/>
                  </a:moveTo>
                  <a:lnTo>
                    <a:pt x="8365617" y="584199"/>
                  </a:lnTo>
                  <a:lnTo>
                    <a:pt x="8365617" y="571499"/>
                  </a:lnTo>
                  <a:lnTo>
                    <a:pt x="8384667" y="571499"/>
                  </a:lnTo>
                  <a:lnTo>
                    <a:pt x="8384667" y="584199"/>
                  </a:lnTo>
                  <a:close/>
                </a:path>
                <a:path w="13754100" h="584200">
                  <a:moveTo>
                    <a:pt x="8410054" y="584199"/>
                  </a:moveTo>
                  <a:lnTo>
                    <a:pt x="8391004" y="584199"/>
                  </a:lnTo>
                  <a:lnTo>
                    <a:pt x="8391004" y="571499"/>
                  </a:lnTo>
                  <a:lnTo>
                    <a:pt x="8410054" y="571499"/>
                  </a:lnTo>
                  <a:lnTo>
                    <a:pt x="8410054" y="584199"/>
                  </a:lnTo>
                  <a:close/>
                </a:path>
                <a:path w="13754100" h="584200">
                  <a:moveTo>
                    <a:pt x="8435454" y="584199"/>
                  </a:moveTo>
                  <a:lnTo>
                    <a:pt x="8416404" y="584199"/>
                  </a:lnTo>
                  <a:lnTo>
                    <a:pt x="8416404" y="571499"/>
                  </a:lnTo>
                  <a:lnTo>
                    <a:pt x="8435454" y="571499"/>
                  </a:lnTo>
                  <a:lnTo>
                    <a:pt x="8435454" y="584199"/>
                  </a:lnTo>
                  <a:close/>
                </a:path>
                <a:path w="13754100" h="584200">
                  <a:moveTo>
                    <a:pt x="8460841" y="584199"/>
                  </a:moveTo>
                  <a:lnTo>
                    <a:pt x="8441791" y="584199"/>
                  </a:lnTo>
                  <a:lnTo>
                    <a:pt x="8441791" y="571499"/>
                  </a:lnTo>
                  <a:lnTo>
                    <a:pt x="8460841" y="571499"/>
                  </a:lnTo>
                  <a:lnTo>
                    <a:pt x="8460841" y="584199"/>
                  </a:lnTo>
                  <a:close/>
                </a:path>
                <a:path w="13754100" h="584200">
                  <a:moveTo>
                    <a:pt x="8486241" y="584199"/>
                  </a:moveTo>
                  <a:lnTo>
                    <a:pt x="8467191" y="584199"/>
                  </a:lnTo>
                  <a:lnTo>
                    <a:pt x="8467191" y="571499"/>
                  </a:lnTo>
                  <a:lnTo>
                    <a:pt x="8486241" y="571499"/>
                  </a:lnTo>
                  <a:lnTo>
                    <a:pt x="8486241" y="584199"/>
                  </a:lnTo>
                  <a:close/>
                </a:path>
                <a:path w="13754100" h="584200">
                  <a:moveTo>
                    <a:pt x="8511628" y="584199"/>
                  </a:moveTo>
                  <a:lnTo>
                    <a:pt x="8492578" y="584199"/>
                  </a:lnTo>
                  <a:lnTo>
                    <a:pt x="8492578" y="571499"/>
                  </a:lnTo>
                  <a:lnTo>
                    <a:pt x="8511628" y="571499"/>
                  </a:lnTo>
                  <a:lnTo>
                    <a:pt x="8511628" y="584199"/>
                  </a:lnTo>
                  <a:close/>
                </a:path>
                <a:path w="13754100" h="584200">
                  <a:moveTo>
                    <a:pt x="8537028" y="584199"/>
                  </a:moveTo>
                  <a:lnTo>
                    <a:pt x="8517978" y="584199"/>
                  </a:lnTo>
                  <a:lnTo>
                    <a:pt x="8517978" y="571499"/>
                  </a:lnTo>
                  <a:lnTo>
                    <a:pt x="8537028" y="571499"/>
                  </a:lnTo>
                  <a:lnTo>
                    <a:pt x="8537028" y="584199"/>
                  </a:lnTo>
                  <a:close/>
                </a:path>
                <a:path w="13754100" h="584200">
                  <a:moveTo>
                    <a:pt x="8562416" y="584199"/>
                  </a:moveTo>
                  <a:lnTo>
                    <a:pt x="8543366" y="584199"/>
                  </a:lnTo>
                  <a:lnTo>
                    <a:pt x="8543366" y="571499"/>
                  </a:lnTo>
                  <a:lnTo>
                    <a:pt x="8562416" y="571499"/>
                  </a:lnTo>
                  <a:lnTo>
                    <a:pt x="8562416" y="584199"/>
                  </a:lnTo>
                  <a:close/>
                </a:path>
                <a:path w="13754100" h="584200">
                  <a:moveTo>
                    <a:pt x="8587816" y="584199"/>
                  </a:moveTo>
                  <a:lnTo>
                    <a:pt x="8568766" y="584199"/>
                  </a:lnTo>
                  <a:lnTo>
                    <a:pt x="8568766" y="571499"/>
                  </a:lnTo>
                  <a:lnTo>
                    <a:pt x="8587816" y="571499"/>
                  </a:lnTo>
                  <a:lnTo>
                    <a:pt x="8587816" y="584199"/>
                  </a:lnTo>
                  <a:close/>
                </a:path>
                <a:path w="13754100" h="584200">
                  <a:moveTo>
                    <a:pt x="8613203" y="584199"/>
                  </a:moveTo>
                  <a:lnTo>
                    <a:pt x="8594166" y="584199"/>
                  </a:lnTo>
                  <a:lnTo>
                    <a:pt x="8594166" y="571499"/>
                  </a:lnTo>
                  <a:lnTo>
                    <a:pt x="8613203" y="571499"/>
                  </a:lnTo>
                  <a:lnTo>
                    <a:pt x="8613203" y="584199"/>
                  </a:lnTo>
                  <a:close/>
                </a:path>
                <a:path w="13754100" h="584200">
                  <a:moveTo>
                    <a:pt x="8638603" y="584199"/>
                  </a:moveTo>
                  <a:lnTo>
                    <a:pt x="8619553" y="584199"/>
                  </a:lnTo>
                  <a:lnTo>
                    <a:pt x="8619553" y="571499"/>
                  </a:lnTo>
                  <a:lnTo>
                    <a:pt x="8638603" y="571499"/>
                  </a:lnTo>
                  <a:lnTo>
                    <a:pt x="8638603" y="584199"/>
                  </a:lnTo>
                  <a:close/>
                </a:path>
                <a:path w="13754100" h="584200">
                  <a:moveTo>
                    <a:pt x="8663990" y="584199"/>
                  </a:moveTo>
                  <a:lnTo>
                    <a:pt x="8644953" y="584199"/>
                  </a:lnTo>
                  <a:lnTo>
                    <a:pt x="8644953" y="571499"/>
                  </a:lnTo>
                  <a:lnTo>
                    <a:pt x="8663990" y="571499"/>
                  </a:lnTo>
                  <a:lnTo>
                    <a:pt x="8663990" y="584199"/>
                  </a:lnTo>
                  <a:close/>
                </a:path>
                <a:path w="13754100" h="584200">
                  <a:moveTo>
                    <a:pt x="8689390" y="584199"/>
                  </a:moveTo>
                  <a:lnTo>
                    <a:pt x="8670340" y="584199"/>
                  </a:lnTo>
                  <a:lnTo>
                    <a:pt x="8670340" y="571499"/>
                  </a:lnTo>
                  <a:lnTo>
                    <a:pt x="8689390" y="571499"/>
                  </a:lnTo>
                  <a:lnTo>
                    <a:pt x="8689390" y="584199"/>
                  </a:lnTo>
                  <a:close/>
                </a:path>
                <a:path w="13754100" h="584200">
                  <a:moveTo>
                    <a:pt x="8714778" y="584199"/>
                  </a:moveTo>
                  <a:lnTo>
                    <a:pt x="8695740" y="584199"/>
                  </a:lnTo>
                  <a:lnTo>
                    <a:pt x="8695740" y="571499"/>
                  </a:lnTo>
                  <a:lnTo>
                    <a:pt x="8714778" y="571499"/>
                  </a:lnTo>
                  <a:lnTo>
                    <a:pt x="8714778" y="584199"/>
                  </a:lnTo>
                  <a:close/>
                </a:path>
                <a:path w="13754100" h="584200">
                  <a:moveTo>
                    <a:pt x="8740178" y="584199"/>
                  </a:moveTo>
                  <a:lnTo>
                    <a:pt x="8721128" y="584199"/>
                  </a:lnTo>
                  <a:lnTo>
                    <a:pt x="8721128" y="571499"/>
                  </a:lnTo>
                  <a:lnTo>
                    <a:pt x="8740178" y="571499"/>
                  </a:lnTo>
                  <a:lnTo>
                    <a:pt x="8740178" y="584199"/>
                  </a:lnTo>
                  <a:close/>
                </a:path>
                <a:path w="13754100" h="584200">
                  <a:moveTo>
                    <a:pt x="8765565" y="584199"/>
                  </a:moveTo>
                  <a:lnTo>
                    <a:pt x="8746528" y="584199"/>
                  </a:lnTo>
                  <a:lnTo>
                    <a:pt x="8746528" y="571499"/>
                  </a:lnTo>
                  <a:lnTo>
                    <a:pt x="8765565" y="571499"/>
                  </a:lnTo>
                  <a:lnTo>
                    <a:pt x="8765565" y="584199"/>
                  </a:lnTo>
                  <a:close/>
                </a:path>
                <a:path w="13754100" h="584200">
                  <a:moveTo>
                    <a:pt x="8790965" y="584199"/>
                  </a:moveTo>
                  <a:lnTo>
                    <a:pt x="8771915" y="584199"/>
                  </a:lnTo>
                  <a:lnTo>
                    <a:pt x="8771915" y="571499"/>
                  </a:lnTo>
                  <a:lnTo>
                    <a:pt x="8790965" y="571499"/>
                  </a:lnTo>
                  <a:lnTo>
                    <a:pt x="8790965" y="584199"/>
                  </a:lnTo>
                  <a:close/>
                </a:path>
                <a:path w="13754100" h="584200">
                  <a:moveTo>
                    <a:pt x="8816352" y="584199"/>
                  </a:moveTo>
                  <a:lnTo>
                    <a:pt x="8797315" y="584199"/>
                  </a:lnTo>
                  <a:lnTo>
                    <a:pt x="8797315" y="571499"/>
                  </a:lnTo>
                  <a:lnTo>
                    <a:pt x="8816352" y="571499"/>
                  </a:lnTo>
                  <a:lnTo>
                    <a:pt x="8816352" y="584199"/>
                  </a:lnTo>
                  <a:close/>
                </a:path>
                <a:path w="13754100" h="584200">
                  <a:moveTo>
                    <a:pt x="8841752" y="584199"/>
                  </a:moveTo>
                  <a:lnTo>
                    <a:pt x="8822702" y="584199"/>
                  </a:lnTo>
                  <a:lnTo>
                    <a:pt x="8822702" y="571499"/>
                  </a:lnTo>
                  <a:lnTo>
                    <a:pt x="8841752" y="571499"/>
                  </a:lnTo>
                  <a:lnTo>
                    <a:pt x="8841752" y="584199"/>
                  </a:lnTo>
                  <a:close/>
                </a:path>
                <a:path w="13754100" h="584200">
                  <a:moveTo>
                    <a:pt x="8867140" y="584199"/>
                  </a:moveTo>
                  <a:lnTo>
                    <a:pt x="8848102" y="584199"/>
                  </a:lnTo>
                  <a:lnTo>
                    <a:pt x="8848102" y="571499"/>
                  </a:lnTo>
                  <a:lnTo>
                    <a:pt x="8867140" y="571499"/>
                  </a:lnTo>
                  <a:lnTo>
                    <a:pt x="8867140" y="584199"/>
                  </a:lnTo>
                  <a:close/>
                </a:path>
                <a:path w="13754100" h="584200">
                  <a:moveTo>
                    <a:pt x="8892540" y="584199"/>
                  </a:moveTo>
                  <a:lnTo>
                    <a:pt x="8873490" y="584199"/>
                  </a:lnTo>
                  <a:lnTo>
                    <a:pt x="8873490" y="571499"/>
                  </a:lnTo>
                  <a:lnTo>
                    <a:pt x="8892540" y="571499"/>
                  </a:lnTo>
                  <a:lnTo>
                    <a:pt x="8892540" y="584199"/>
                  </a:lnTo>
                  <a:close/>
                </a:path>
                <a:path w="13754100" h="584200">
                  <a:moveTo>
                    <a:pt x="8917927" y="584199"/>
                  </a:moveTo>
                  <a:lnTo>
                    <a:pt x="8898890" y="584199"/>
                  </a:lnTo>
                  <a:lnTo>
                    <a:pt x="8898890" y="571499"/>
                  </a:lnTo>
                  <a:lnTo>
                    <a:pt x="8917927" y="571499"/>
                  </a:lnTo>
                  <a:lnTo>
                    <a:pt x="8917927" y="584199"/>
                  </a:lnTo>
                  <a:close/>
                </a:path>
                <a:path w="13754100" h="584200">
                  <a:moveTo>
                    <a:pt x="8943327" y="584199"/>
                  </a:moveTo>
                  <a:lnTo>
                    <a:pt x="8924277" y="584199"/>
                  </a:lnTo>
                  <a:lnTo>
                    <a:pt x="8924277" y="571499"/>
                  </a:lnTo>
                  <a:lnTo>
                    <a:pt x="8943327" y="571499"/>
                  </a:lnTo>
                  <a:lnTo>
                    <a:pt x="8943327" y="584199"/>
                  </a:lnTo>
                  <a:close/>
                </a:path>
                <a:path w="13754100" h="584200">
                  <a:moveTo>
                    <a:pt x="8968714" y="584199"/>
                  </a:moveTo>
                  <a:lnTo>
                    <a:pt x="8949677" y="584199"/>
                  </a:lnTo>
                  <a:lnTo>
                    <a:pt x="8949677" y="571499"/>
                  </a:lnTo>
                  <a:lnTo>
                    <a:pt x="8968714" y="571499"/>
                  </a:lnTo>
                  <a:lnTo>
                    <a:pt x="8968714" y="584199"/>
                  </a:lnTo>
                  <a:close/>
                </a:path>
                <a:path w="13754100" h="584200">
                  <a:moveTo>
                    <a:pt x="8994114" y="584199"/>
                  </a:moveTo>
                  <a:lnTo>
                    <a:pt x="8975064" y="584199"/>
                  </a:lnTo>
                  <a:lnTo>
                    <a:pt x="8975064" y="571499"/>
                  </a:lnTo>
                  <a:lnTo>
                    <a:pt x="8994114" y="571499"/>
                  </a:lnTo>
                  <a:lnTo>
                    <a:pt x="8994114" y="584199"/>
                  </a:lnTo>
                  <a:close/>
                </a:path>
                <a:path w="13754100" h="584200">
                  <a:moveTo>
                    <a:pt x="9019501" y="584199"/>
                  </a:moveTo>
                  <a:lnTo>
                    <a:pt x="9000464" y="584199"/>
                  </a:lnTo>
                  <a:lnTo>
                    <a:pt x="9000464" y="571499"/>
                  </a:lnTo>
                  <a:lnTo>
                    <a:pt x="9019501" y="571499"/>
                  </a:lnTo>
                  <a:lnTo>
                    <a:pt x="9019501" y="584199"/>
                  </a:lnTo>
                  <a:close/>
                </a:path>
                <a:path w="13754100" h="584200">
                  <a:moveTo>
                    <a:pt x="9044901" y="584199"/>
                  </a:moveTo>
                  <a:lnTo>
                    <a:pt x="9025851" y="584199"/>
                  </a:lnTo>
                  <a:lnTo>
                    <a:pt x="9025851" y="571499"/>
                  </a:lnTo>
                  <a:lnTo>
                    <a:pt x="9044901" y="571499"/>
                  </a:lnTo>
                  <a:lnTo>
                    <a:pt x="9044901" y="584199"/>
                  </a:lnTo>
                  <a:close/>
                </a:path>
                <a:path w="13754100" h="584200">
                  <a:moveTo>
                    <a:pt x="9070289" y="584199"/>
                  </a:moveTo>
                  <a:lnTo>
                    <a:pt x="9051251" y="584199"/>
                  </a:lnTo>
                  <a:lnTo>
                    <a:pt x="9051251" y="571499"/>
                  </a:lnTo>
                  <a:lnTo>
                    <a:pt x="9070289" y="571499"/>
                  </a:lnTo>
                  <a:lnTo>
                    <a:pt x="9070289" y="584199"/>
                  </a:lnTo>
                  <a:close/>
                </a:path>
                <a:path w="13754100" h="584200">
                  <a:moveTo>
                    <a:pt x="9095689" y="584199"/>
                  </a:moveTo>
                  <a:lnTo>
                    <a:pt x="9076639" y="584199"/>
                  </a:lnTo>
                  <a:lnTo>
                    <a:pt x="9076639" y="571499"/>
                  </a:lnTo>
                  <a:lnTo>
                    <a:pt x="9095689" y="571499"/>
                  </a:lnTo>
                  <a:lnTo>
                    <a:pt x="9095689" y="584199"/>
                  </a:lnTo>
                  <a:close/>
                </a:path>
                <a:path w="13754100" h="584200">
                  <a:moveTo>
                    <a:pt x="9121076" y="584199"/>
                  </a:moveTo>
                  <a:lnTo>
                    <a:pt x="9102039" y="584199"/>
                  </a:lnTo>
                  <a:lnTo>
                    <a:pt x="9102039" y="571499"/>
                  </a:lnTo>
                  <a:lnTo>
                    <a:pt x="9121076" y="571499"/>
                  </a:lnTo>
                  <a:lnTo>
                    <a:pt x="9121076" y="584199"/>
                  </a:lnTo>
                  <a:close/>
                </a:path>
                <a:path w="13754100" h="584200">
                  <a:moveTo>
                    <a:pt x="9146476" y="584199"/>
                  </a:moveTo>
                  <a:lnTo>
                    <a:pt x="9127426" y="584199"/>
                  </a:lnTo>
                  <a:lnTo>
                    <a:pt x="9127426" y="571499"/>
                  </a:lnTo>
                  <a:lnTo>
                    <a:pt x="9146476" y="571499"/>
                  </a:lnTo>
                  <a:lnTo>
                    <a:pt x="9146476" y="584199"/>
                  </a:lnTo>
                  <a:close/>
                </a:path>
                <a:path w="13754100" h="584200">
                  <a:moveTo>
                    <a:pt x="9171863" y="584199"/>
                  </a:moveTo>
                  <a:lnTo>
                    <a:pt x="9152826" y="584199"/>
                  </a:lnTo>
                  <a:lnTo>
                    <a:pt x="9152826" y="571499"/>
                  </a:lnTo>
                  <a:lnTo>
                    <a:pt x="9171863" y="571499"/>
                  </a:lnTo>
                  <a:lnTo>
                    <a:pt x="9171863" y="584199"/>
                  </a:lnTo>
                  <a:close/>
                </a:path>
                <a:path w="13754100" h="584200">
                  <a:moveTo>
                    <a:pt x="9197263" y="584199"/>
                  </a:moveTo>
                  <a:lnTo>
                    <a:pt x="9178213" y="584199"/>
                  </a:lnTo>
                  <a:lnTo>
                    <a:pt x="9178213" y="571499"/>
                  </a:lnTo>
                  <a:lnTo>
                    <a:pt x="9197263" y="571499"/>
                  </a:lnTo>
                  <a:lnTo>
                    <a:pt x="9197263" y="584199"/>
                  </a:lnTo>
                  <a:close/>
                </a:path>
                <a:path w="13754100" h="584200">
                  <a:moveTo>
                    <a:pt x="9222651" y="584199"/>
                  </a:moveTo>
                  <a:lnTo>
                    <a:pt x="9203613" y="584199"/>
                  </a:lnTo>
                  <a:lnTo>
                    <a:pt x="9203613" y="571499"/>
                  </a:lnTo>
                  <a:lnTo>
                    <a:pt x="9222651" y="571499"/>
                  </a:lnTo>
                  <a:lnTo>
                    <a:pt x="9222651" y="584199"/>
                  </a:lnTo>
                  <a:close/>
                </a:path>
                <a:path w="13754100" h="584200">
                  <a:moveTo>
                    <a:pt x="9248051" y="584199"/>
                  </a:moveTo>
                  <a:lnTo>
                    <a:pt x="9229001" y="584199"/>
                  </a:lnTo>
                  <a:lnTo>
                    <a:pt x="9229001" y="571499"/>
                  </a:lnTo>
                  <a:lnTo>
                    <a:pt x="9248051" y="571499"/>
                  </a:lnTo>
                  <a:lnTo>
                    <a:pt x="9248051" y="584199"/>
                  </a:lnTo>
                  <a:close/>
                </a:path>
                <a:path w="13754100" h="584200">
                  <a:moveTo>
                    <a:pt x="9273451" y="584199"/>
                  </a:moveTo>
                  <a:lnTo>
                    <a:pt x="9254401" y="584199"/>
                  </a:lnTo>
                  <a:lnTo>
                    <a:pt x="9254401" y="571499"/>
                  </a:lnTo>
                  <a:lnTo>
                    <a:pt x="9273451" y="571499"/>
                  </a:lnTo>
                  <a:lnTo>
                    <a:pt x="9273451" y="584199"/>
                  </a:lnTo>
                  <a:close/>
                </a:path>
                <a:path w="13754100" h="584200">
                  <a:moveTo>
                    <a:pt x="9298838" y="584199"/>
                  </a:moveTo>
                  <a:lnTo>
                    <a:pt x="9279788" y="584199"/>
                  </a:lnTo>
                  <a:lnTo>
                    <a:pt x="9279788" y="571499"/>
                  </a:lnTo>
                  <a:lnTo>
                    <a:pt x="9298838" y="571499"/>
                  </a:lnTo>
                  <a:lnTo>
                    <a:pt x="9298838" y="584199"/>
                  </a:lnTo>
                  <a:close/>
                </a:path>
                <a:path w="13754100" h="584200">
                  <a:moveTo>
                    <a:pt x="9324225" y="584199"/>
                  </a:moveTo>
                  <a:lnTo>
                    <a:pt x="9305188" y="584199"/>
                  </a:lnTo>
                  <a:lnTo>
                    <a:pt x="9305188" y="571499"/>
                  </a:lnTo>
                  <a:lnTo>
                    <a:pt x="9324225" y="571499"/>
                  </a:lnTo>
                  <a:lnTo>
                    <a:pt x="9324225" y="584199"/>
                  </a:lnTo>
                  <a:close/>
                </a:path>
                <a:path w="13754100" h="584200">
                  <a:moveTo>
                    <a:pt x="9349625" y="584199"/>
                  </a:moveTo>
                  <a:lnTo>
                    <a:pt x="9330575" y="584199"/>
                  </a:lnTo>
                  <a:lnTo>
                    <a:pt x="9330575" y="571499"/>
                  </a:lnTo>
                  <a:lnTo>
                    <a:pt x="9349625" y="571499"/>
                  </a:lnTo>
                  <a:lnTo>
                    <a:pt x="9349625" y="584199"/>
                  </a:lnTo>
                  <a:close/>
                </a:path>
                <a:path w="13754100" h="584200">
                  <a:moveTo>
                    <a:pt x="9375013" y="584199"/>
                  </a:moveTo>
                  <a:lnTo>
                    <a:pt x="9355975" y="584199"/>
                  </a:lnTo>
                  <a:lnTo>
                    <a:pt x="9355975" y="571499"/>
                  </a:lnTo>
                  <a:lnTo>
                    <a:pt x="9375013" y="571499"/>
                  </a:lnTo>
                  <a:lnTo>
                    <a:pt x="9375013" y="584199"/>
                  </a:lnTo>
                  <a:close/>
                </a:path>
                <a:path w="13754100" h="584200">
                  <a:moveTo>
                    <a:pt x="9400413" y="584199"/>
                  </a:moveTo>
                  <a:lnTo>
                    <a:pt x="9381363" y="584199"/>
                  </a:lnTo>
                  <a:lnTo>
                    <a:pt x="9381363" y="571499"/>
                  </a:lnTo>
                  <a:lnTo>
                    <a:pt x="9400413" y="571499"/>
                  </a:lnTo>
                  <a:lnTo>
                    <a:pt x="9400413" y="584199"/>
                  </a:lnTo>
                  <a:close/>
                </a:path>
                <a:path w="13754100" h="584200">
                  <a:moveTo>
                    <a:pt x="9425813" y="584199"/>
                  </a:moveTo>
                  <a:lnTo>
                    <a:pt x="9406763" y="584199"/>
                  </a:lnTo>
                  <a:lnTo>
                    <a:pt x="9406763" y="571499"/>
                  </a:lnTo>
                  <a:lnTo>
                    <a:pt x="9425813" y="571499"/>
                  </a:lnTo>
                  <a:lnTo>
                    <a:pt x="9425813" y="584199"/>
                  </a:lnTo>
                  <a:close/>
                </a:path>
                <a:path w="13754100" h="584200">
                  <a:moveTo>
                    <a:pt x="9451200" y="584199"/>
                  </a:moveTo>
                  <a:lnTo>
                    <a:pt x="9432150" y="584199"/>
                  </a:lnTo>
                  <a:lnTo>
                    <a:pt x="9432150" y="571499"/>
                  </a:lnTo>
                  <a:lnTo>
                    <a:pt x="9451200" y="571499"/>
                  </a:lnTo>
                  <a:lnTo>
                    <a:pt x="9451200" y="584199"/>
                  </a:lnTo>
                  <a:close/>
                </a:path>
                <a:path w="13754100" h="584200">
                  <a:moveTo>
                    <a:pt x="9476600" y="584199"/>
                  </a:moveTo>
                  <a:lnTo>
                    <a:pt x="9457550" y="584199"/>
                  </a:lnTo>
                  <a:lnTo>
                    <a:pt x="9457550" y="571499"/>
                  </a:lnTo>
                  <a:lnTo>
                    <a:pt x="9476600" y="571499"/>
                  </a:lnTo>
                  <a:lnTo>
                    <a:pt x="9476600" y="584199"/>
                  </a:lnTo>
                  <a:close/>
                </a:path>
                <a:path w="13754100" h="584200">
                  <a:moveTo>
                    <a:pt x="9501987" y="584199"/>
                  </a:moveTo>
                  <a:lnTo>
                    <a:pt x="9482937" y="584199"/>
                  </a:lnTo>
                  <a:lnTo>
                    <a:pt x="9482937" y="571499"/>
                  </a:lnTo>
                  <a:lnTo>
                    <a:pt x="9501987" y="571499"/>
                  </a:lnTo>
                  <a:lnTo>
                    <a:pt x="9501987" y="584199"/>
                  </a:lnTo>
                  <a:close/>
                </a:path>
                <a:path w="13754100" h="584200">
                  <a:moveTo>
                    <a:pt x="9527387" y="584199"/>
                  </a:moveTo>
                  <a:lnTo>
                    <a:pt x="9508337" y="584199"/>
                  </a:lnTo>
                  <a:lnTo>
                    <a:pt x="9508337" y="571499"/>
                  </a:lnTo>
                  <a:lnTo>
                    <a:pt x="9527387" y="571499"/>
                  </a:lnTo>
                  <a:lnTo>
                    <a:pt x="9527387" y="584199"/>
                  </a:lnTo>
                  <a:close/>
                </a:path>
                <a:path w="13754100" h="584200">
                  <a:moveTo>
                    <a:pt x="9552774" y="584199"/>
                  </a:moveTo>
                  <a:lnTo>
                    <a:pt x="9533724" y="584199"/>
                  </a:lnTo>
                  <a:lnTo>
                    <a:pt x="9533724" y="571499"/>
                  </a:lnTo>
                  <a:lnTo>
                    <a:pt x="9552774" y="571499"/>
                  </a:lnTo>
                  <a:lnTo>
                    <a:pt x="9552774" y="584199"/>
                  </a:lnTo>
                  <a:close/>
                </a:path>
                <a:path w="13754100" h="584200">
                  <a:moveTo>
                    <a:pt x="9578174" y="584199"/>
                  </a:moveTo>
                  <a:lnTo>
                    <a:pt x="9559124" y="584199"/>
                  </a:lnTo>
                  <a:lnTo>
                    <a:pt x="9559124" y="571499"/>
                  </a:lnTo>
                  <a:lnTo>
                    <a:pt x="9578174" y="571499"/>
                  </a:lnTo>
                  <a:lnTo>
                    <a:pt x="9578174" y="584199"/>
                  </a:lnTo>
                  <a:close/>
                </a:path>
                <a:path w="13754100" h="584200">
                  <a:moveTo>
                    <a:pt x="9603562" y="584199"/>
                  </a:moveTo>
                  <a:lnTo>
                    <a:pt x="9584512" y="584199"/>
                  </a:lnTo>
                  <a:lnTo>
                    <a:pt x="9584512" y="571499"/>
                  </a:lnTo>
                  <a:lnTo>
                    <a:pt x="9603562" y="571499"/>
                  </a:lnTo>
                  <a:lnTo>
                    <a:pt x="9603562" y="584199"/>
                  </a:lnTo>
                  <a:close/>
                </a:path>
                <a:path w="13754100" h="584200">
                  <a:moveTo>
                    <a:pt x="9628962" y="584199"/>
                  </a:moveTo>
                  <a:lnTo>
                    <a:pt x="9609912" y="584199"/>
                  </a:lnTo>
                  <a:lnTo>
                    <a:pt x="9609912" y="571499"/>
                  </a:lnTo>
                  <a:lnTo>
                    <a:pt x="9628962" y="571499"/>
                  </a:lnTo>
                  <a:lnTo>
                    <a:pt x="9628962" y="584199"/>
                  </a:lnTo>
                  <a:close/>
                </a:path>
                <a:path w="13754100" h="584200">
                  <a:moveTo>
                    <a:pt x="9654349" y="584199"/>
                  </a:moveTo>
                  <a:lnTo>
                    <a:pt x="9635299" y="584199"/>
                  </a:lnTo>
                  <a:lnTo>
                    <a:pt x="9635299" y="571499"/>
                  </a:lnTo>
                  <a:lnTo>
                    <a:pt x="9654349" y="571499"/>
                  </a:lnTo>
                  <a:lnTo>
                    <a:pt x="9654349" y="584199"/>
                  </a:lnTo>
                  <a:close/>
                </a:path>
                <a:path w="13754100" h="584200">
                  <a:moveTo>
                    <a:pt x="9679749" y="584199"/>
                  </a:moveTo>
                  <a:lnTo>
                    <a:pt x="9660699" y="584199"/>
                  </a:lnTo>
                  <a:lnTo>
                    <a:pt x="9660699" y="571499"/>
                  </a:lnTo>
                  <a:lnTo>
                    <a:pt x="9679749" y="571499"/>
                  </a:lnTo>
                  <a:lnTo>
                    <a:pt x="9679749" y="584199"/>
                  </a:lnTo>
                  <a:close/>
                </a:path>
                <a:path w="13754100" h="584200">
                  <a:moveTo>
                    <a:pt x="9705136" y="584199"/>
                  </a:moveTo>
                  <a:lnTo>
                    <a:pt x="9686099" y="584199"/>
                  </a:lnTo>
                  <a:lnTo>
                    <a:pt x="9686099" y="571499"/>
                  </a:lnTo>
                  <a:lnTo>
                    <a:pt x="9705136" y="571499"/>
                  </a:lnTo>
                  <a:lnTo>
                    <a:pt x="9705136" y="584199"/>
                  </a:lnTo>
                  <a:close/>
                </a:path>
                <a:path w="13754100" h="584200">
                  <a:moveTo>
                    <a:pt x="9730536" y="584199"/>
                  </a:moveTo>
                  <a:lnTo>
                    <a:pt x="9711486" y="584199"/>
                  </a:lnTo>
                  <a:lnTo>
                    <a:pt x="9711486" y="571499"/>
                  </a:lnTo>
                  <a:lnTo>
                    <a:pt x="9730536" y="571499"/>
                  </a:lnTo>
                  <a:lnTo>
                    <a:pt x="9730536" y="584199"/>
                  </a:lnTo>
                  <a:close/>
                </a:path>
                <a:path w="13754100" h="584200">
                  <a:moveTo>
                    <a:pt x="9755924" y="584199"/>
                  </a:moveTo>
                  <a:lnTo>
                    <a:pt x="9736886" y="584199"/>
                  </a:lnTo>
                  <a:lnTo>
                    <a:pt x="9736886" y="571499"/>
                  </a:lnTo>
                  <a:lnTo>
                    <a:pt x="9755924" y="571499"/>
                  </a:lnTo>
                  <a:lnTo>
                    <a:pt x="9755924" y="584199"/>
                  </a:lnTo>
                  <a:close/>
                </a:path>
                <a:path w="13754100" h="584200">
                  <a:moveTo>
                    <a:pt x="9781324" y="584199"/>
                  </a:moveTo>
                  <a:lnTo>
                    <a:pt x="9762274" y="584199"/>
                  </a:lnTo>
                  <a:lnTo>
                    <a:pt x="9762274" y="571499"/>
                  </a:lnTo>
                  <a:lnTo>
                    <a:pt x="9781324" y="571499"/>
                  </a:lnTo>
                  <a:lnTo>
                    <a:pt x="9781324" y="584199"/>
                  </a:lnTo>
                  <a:close/>
                </a:path>
                <a:path w="13754100" h="584200">
                  <a:moveTo>
                    <a:pt x="9806711" y="584199"/>
                  </a:moveTo>
                  <a:lnTo>
                    <a:pt x="9787674" y="584199"/>
                  </a:lnTo>
                  <a:lnTo>
                    <a:pt x="9787674" y="571499"/>
                  </a:lnTo>
                  <a:lnTo>
                    <a:pt x="9806711" y="571499"/>
                  </a:lnTo>
                  <a:lnTo>
                    <a:pt x="9806711" y="584199"/>
                  </a:lnTo>
                  <a:close/>
                </a:path>
                <a:path w="13754100" h="584200">
                  <a:moveTo>
                    <a:pt x="9832111" y="584199"/>
                  </a:moveTo>
                  <a:lnTo>
                    <a:pt x="9813061" y="584199"/>
                  </a:lnTo>
                  <a:lnTo>
                    <a:pt x="9813061" y="571499"/>
                  </a:lnTo>
                  <a:lnTo>
                    <a:pt x="9832111" y="571499"/>
                  </a:lnTo>
                  <a:lnTo>
                    <a:pt x="9832111" y="584199"/>
                  </a:lnTo>
                  <a:close/>
                </a:path>
                <a:path w="13754100" h="584200">
                  <a:moveTo>
                    <a:pt x="9857498" y="584199"/>
                  </a:moveTo>
                  <a:lnTo>
                    <a:pt x="9838461" y="584199"/>
                  </a:lnTo>
                  <a:lnTo>
                    <a:pt x="9838461" y="571499"/>
                  </a:lnTo>
                  <a:lnTo>
                    <a:pt x="9857498" y="571499"/>
                  </a:lnTo>
                  <a:lnTo>
                    <a:pt x="9857498" y="584199"/>
                  </a:lnTo>
                  <a:close/>
                </a:path>
                <a:path w="13754100" h="584200">
                  <a:moveTo>
                    <a:pt x="9882898" y="584199"/>
                  </a:moveTo>
                  <a:lnTo>
                    <a:pt x="9863848" y="584199"/>
                  </a:lnTo>
                  <a:lnTo>
                    <a:pt x="9863848" y="571499"/>
                  </a:lnTo>
                  <a:lnTo>
                    <a:pt x="9882898" y="571499"/>
                  </a:lnTo>
                  <a:lnTo>
                    <a:pt x="9882898" y="584199"/>
                  </a:lnTo>
                  <a:close/>
                </a:path>
                <a:path w="13754100" h="584200">
                  <a:moveTo>
                    <a:pt x="9908286" y="584199"/>
                  </a:moveTo>
                  <a:lnTo>
                    <a:pt x="9889248" y="584199"/>
                  </a:lnTo>
                  <a:lnTo>
                    <a:pt x="9889248" y="571499"/>
                  </a:lnTo>
                  <a:lnTo>
                    <a:pt x="9908286" y="571499"/>
                  </a:lnTo>
                  <a:lnTo>
                    <a:pt x="9908286" y="584199"/>
                  </a:lnTo>
                  <a:close/>
                </a:path>
                <a:path w="13754100" h="584200">
                  <a:moveTo>
                    <a:pt x="9933686" y="584199"/>
                  </a:moveTo>
                  <a:lnTo>
                    <a:pt x="9914636" y="584199"/>
                  </a:lnTo>
                  <a:lnTo>
                    <a:pt x="9914636" y="571499"/>
                  </a:lnTo>
                  <a:lnTo>
                    <a:pt x="9933686" y="571499"/>
                  </a:lnTo>
                  <a:lnTo>
                    <a:pt x="9933686" y="584199"/>
                  </a:lnTo>
                  <a:close/>
                </a:path>
                <a:path w="13754100" h="584200">
                  <a:moveTo>
                    <a:pt x="9959073" y="584199"/>
                  </a:moveTo>
                  <a:lnTo>
                    <a:pt x="9940036" y="584199"/>
                  </a:lnTo>
                  <a:lnTo>
                    <a:pt x="9940036" y="571499"/>
                  </a:lnTo>
                  <a:lnTo>
                    <a:pt x="9959073" y="571499"/>
                  </a:lnTo>
                  <a:lnTo>
                    <a:pt x="9959073" y="584199"/>
                  </a:lnTo>
                  <a:close/>
                </a:path>
                <a:path w="13754100" h="584200">
                  <a:moveTo>
                    <a:pt x="9984473" y="584199"/>
                  </a:moveTo>
                  <a:lnTo>
                    <a:pt x="9965423" y="584199"/>
                  </a:lnTo>
                  <a:lnTo>
                    <a:pt x="9965423" y="571499"/>
                  </a:lnTo>
                  <a:lnTo>
                    <a:pt x="9984473" y="571499"/>
                  </a:lnTo>
                  <a:lnTo>
                    <a:pt x="9984473" y="584199"/>
                  </a:lnTo>
                  <a:close/>
                </a:path>
                <a:path w="13754100" h="584200">
                  <a:moveTo>
                    <a:pt x="10009860" y="584199"/>
                  </a:moveTo>
                  <a:lnTo>
                    <a:pt x="9990823" y="584199"/>
                  </a:lnTo>
                  <a:lnTo>
                    <a:pt x="9990823" y="571499"/>
                  </a:lnTo>
                  <a:lnTo>
                    <a:pt x="10009860" y="571499"/>
                  </a:lnTo>
                  <a:lnTo>
                    <a:pt x="10009860" y="584199"/>
                  </a:lnTo>
                  <a:close/>
                </a:path>
                <a:path w="13754100" h="584200">
                  <a:moveTo>
                    <a:pt x="10035260" y="584199"/>
                  </a:moveTo>
                  <a:lnTo>
                    <a:pt x="10016210" y="584199"/>
                  </a:lnTo>
                  <a:lnTo>
                    <a:pt x="10016210" y="571499"/>
                  </a:lnTo>
                  <a:lnTo>
                    <a:pt x="10035260" y="571499"/>
                  </a:lnTo>
                  <a:lnTo>
                    <a:pt x="10035260" y="584199"/>
                  </a:lnTo>
                  <a:close/>
                </a:path>
                <a:path w="13754100" h="584200">
                  <a:moveTo>
                    <a:pt x="10060647" y="584199"/>
                  </a:moveTo>
                  <a:lnTo>
                    <a:pt x="10041610" y="584199"/>
                  </a:lnTo>
                  <a:lnTo>
                    <a:pt x="10041610" y="571499"/>
                  </a:lnTo>
                  <a:lnTo>
                    <a:pt x="10060647" y="571499"/>
                  </a:lnTo>
                  <a:lnTo>
                    <a:pt x="10060647" y="584199"/>
                  </a:lnTo>
                  <a:close/>
                </a:path>
                <a:path w="13754100" h="584200">
                  <a:moveTo>
                    <a:pt x="10086047" y="584199"/>
                  </a:moveTo>
                  <a:lnTo>
                    <a:pt x="10066997" y="584199"/>
                  </a:lnTo>
                  <a:lnTo>
                    <a:pt x="10066997" y="571499"/>
                  </a:lnTo>
                  <a:lnTo>
                    <a:pt x="10086047" y="571499"/>
                  </a:lnTo>
                  <a:lnTo>
                    <a:pt x="10086047" y="584199"/>
                  </a:lnTo>
                  <a:close/>
                </a:path>
                <a:path w="13754100" h="584200">
                  <a:moveTo>
                    <a:pt x="10111435" y="584199"/>
                  </a:moveTo>
                  <a:lnTo>
                    <a:pt x="10092397" y="584199"/>
                  </a:lnTo>
                  <a:lnTo>
                    <a:pt x="10092397" y="571499"/>
                  </a:lnTo>
                  <a:lnTo>
                    <a:pt x="10111435" y="571499"/>
                  </a:lnTo>
                  <a:lnTo>
                    <a:pt x="10111435" y="584199"/>
                  </a:lnTo>
                  <a:close/>
                </a:path>
                <a:path w="13754100" h="584200">
                  <a:moveTo>
                    <a:pt x="10136835" y="584199"/>
                  </a:moveTo>
                  <a:lnTo>
                    <a:pt x="10117785" y="584199"/>
                  </a:lnTo>
                  <a:lnTo>
                    <a:pt x="10117785" y="571499"/>
                  </a:lnTo>
                  <a:lnTo>
                    <a:pt x="10136835" y="571499"/>
                  </a:lnTo>
                  <a:lnTo>
                    <a:pt x="10136835" y="584199"/>
                  </a:lnTo>
                  <a:close/>
                </a:path>
                <a:path w="13754100" h="584200">
                  <a:moveTo>
                    <a:pt x="10162222" y="584199"/>
                  </a:moveTo>
                  <a:lnTo>
                    <a:pt x="10143185" y="584199"/>
                  </a:lnTo>
                  <a:lnTo>
                    <a:pt x="10143185" y="571499"/>
                  </a:lnTo>
                  <a:lnTo>
                    <a:pt x="10162222" y="571499"/>
                  </a:lnTo>
                  <a:lnTo>
                    <a:pt x="10162222" y="584199"/>
                  </a:lnTo>
                  <a:close/>
                </a:path>
                <a:path w="13754100" h="584200">
                  <a:moveTo>
                    <a:pt x="10187622" y="584199"/>
                  </a:moveTo>
                  <a:lnTo>
                    <a:pt x="10168572" y="584199"/>
                  </a:lnTo>
                  <a:lnTo>
                    <a:pt x="10168572" y="571499"/>
                  </a:lnTo>
                  <a:lnTo>
                    <a:pt x="10187622" y="571499"/>
                  </a:lnTo>
                  <a:lnTo>
                    <a:pt x="10187622" y="584199"/>
                  </a:lnTo>
                  <a:close/>
                </a:path>
                <a:path w="13754100" h="584200">
                  <a:moveTo>
                    <a:pt x="10213009" y="584199"/>
                  </a:moveTo>
                  <a:lnTo>
                    <a:pt x="10193972" y="584199"/>
                  </a:lnTo>
                  <a:lnTo>
                    <a:pt x="10193972" y="571499"/>
                  </a:lnTo>
                  <a:lnTo>
                    <a:pt x="10213009" y="571499"/>
                  </a:lnTo>
                  <a:lnTo>
                    <a:pt x="10213009" y="584199"/>
                  </a:lnTo>
                  <a:close/>
                </a:path>
                <a:path w="13754100" h="584200">
                  <a:moveTo>
                    <a:pt x="10238409" y="584199"/>
                  </a:moveTo>
                  <a:lnTo>
                    <a:pt x="10219359" y="584199"/>
                  </a:lnTo>
                  <a:lnTo>
                    <a:pt x="10219359" y="571499"/>
                  </a:lnTo>
                  <a:lnTo>
                    <a:pt x="10238409" y="571499"/>
                  </a:lnTo>
                  <a:lnTo>
                    <a:pt x="10238409" y="584199"/>
                  </a:lnTo>
                  <a:close/>
                </a:path>
                <a:path w="13754100" h="584200">
                  <a:moveTo>
                    <a:pt x="10263797" y="584199"/>
                  </a:moveTo>
                  <a:lnTo>
                    <a:pt x="10244759" y="584199"/>
                  </a:lnTo>
                  <a:lnTo>
                    <a:pt x="10244759" y="571499"/>
                  </a:lnTo>
                  <a:lnTo>
                    <a:pt x="10263797" y="571499"/>
                  </a:lnTo>
                  <a:lnTo>
                    <a:pt x="10263797" y="584199"/>
                  </a:lnTo>
                  <a:close/>
                </a:path>
                <a:path w="13754100" h="584200">
                  <a:moveTo>
                    <a:pt x="10289197" y="584199"/>
                  </a:moveTo>
                  <a:lnTo>
                    <a:pt x="10270147" y="584199"/>
                  </a:lnTo>
                  <a:lnTo>
                    <a:pt x="10270147" y="571499"/>
                  </a:lnTo>
                  <a:lnTo>
                    <a:pt x="10289197" y="571499"/>
                  </a:lnTo>
                  <a:lnTo>
                    <a:pt x="10289197" y="584199"/>
                  </a:lnTo>
                  <a:close/>
                </a:path>
                <a:path w="13754100" h="584200">
                  <a:moveTo>
                    <a:pt x="10314584" y="584199"/>
                  </a:moveTo>
                  <a:lnTo>
                    <a:pt x="10295547" y="584199"/>
                  </a:lnTo>
                  <a:lnTo>
                    <a:pt x="10295547" y="571499"/>
                  </a:lnTo>
                  <a:lnTo>
                    <a:pt x="10314584" y="571499"/>
                  </a:lnTo>
                  <a:lnTo>
                    <a:pt x="10314584" y="584199"/>
                  </a:lnTo>
                  <a:close/>
                </a:path>
                <a:path w="13754100" h="584200">
                  <a:moveTo>
                    <a:pt x="10339984" y="584199"/>
                  </a:moveTo>
                  <a:lnTo>
                    <a:pt x="10320934" y="584199"/>
                  </a:lnTo>
                  <a:lnTo>
                    <a:pt x="10320934" y="571499"/>
                  </a:lnTo>
                  <a:lnTo>
                    <a:pt x="10339984" y="571499"/>
                  </a:lnTo>
                  <a:lnTo>
                    <a:pt x="10339984" y="584199"/>
                  </a:lnTo>
                  <a:close/>
                </a:path>
                <a:path w="13754100" h="584200">
                  <a:moveTo>
                    <a:pt x="10365371" y="584199"/>
                  </a:moveTo>
                  <a:lnTo>
                    <a:pt x="10346334" y="584199"/>
                  </a:lnTo>
                  <a:lnTo>
                    <a:pt x="10346334" y="571499"/>
                  </a:lnTo>
                  <a:lnTo>
                    <a:pt x="10365371" y="571499"/>
                  </a:lnTo>
                  <a:lnTo>
                    <a:pt x="10365371" y="584199"/>
                  </a:lnTo>
                  <a:close/>
                </a:path>
                <a:path w="13754100" h="584200">
                  <a:moveTo>
                    <a:pt x="10390771" y="584199"/>
                  </a:moveTo>
                  <a:lnTo>
                    <a:pt x="10371721" y="584199"/>
                  </a:lnTo>
                  <a:lnTo>
                    <a:pt x="10371721" y="571499"/>
                  </a:lnTo>
                  <a:lnTo>
                    <a:pt x="10390771" y="571499"/>
                  </a:lnTo>
                  <a:lnTo>
                    <a:pt x="10390771" y="584199"/>
                  </a:lnTo>
                  <a:close/>
                </a:path>
                <a:path w="13754100" h="584200">
                  <a:moveTo>
                    <a:pt x="10416159" y="584199"/>
                  </a:moveTo>
                  <a:lnTo>
                    <a:pt x="10397121" y="584199"/>
                  </a:lnTo>
                  <a:lnTo>
                    <a:pt x="10397121" y="571499"/>
                  </a:lnTo>
                  <a:lnTo>
                    <a:pt x="10416159" y="571499"/>
                  </a:lnTo>
                  <a:lnTo>
                    <a:pt x="10416159" y="584199"/>
                  </a:lnTo>
                  <a:close/>
                </a:path>
                <a:path w="13754100" h="584200">
                  <a:moveTo>
                    <a:pt x="10441559" y="584199"/>
                  </a:moveTo>
                  <a:lnTo>
                    <a:pt x="10422509" y="584199"/>
                  </a:lnTo>
                  <a:lnTo>
                    <a:pt x="10422509" y="571499"/>
                  </a:lnTo>
                  <a:lnTo>
                    <a:pt x="10441559" y="571499"/>
                  </a:lnTo>
                  <a:lnTo>
                    <a:pt x="10441559" y="584199"/>
                  </a:lnTo>
                  <a:close/>
                </a:path>
                <a:path w="13754100" h="584200">
                  <a:moveTo>
                    <a:pt x="10466946" y="584199"/>
                  </a:moveTo>
                  <a:lnTo>
                    <a:pt x="10447909" y="584199"/>
                  </a:lnTo>
                  <a:lnTo>
                    <a:pt x="10447909" y="571499"/>
                  </a:lnTo>
                  <a:lnTo>
                    <a:pt x="10466946" y="571499"/>
                  </a:lnTo>
                  <a:lnTo>
                    <a:pt x="10466946" y="584199"/>
                  </a:lnTo>
                  <a:close/>
                </a:path>
                <a:path w="13754100" h="584200">
                  <a:moveTo>
                    <a:pt x="10492346" y="584199"/>
                  </a:moveTo>
                  <a:lnTo>
                    <a:pt x="10473296" y="584199"/>
                  </a:lnTo>
                  <a:lnTo>
                    <a:pt x="10473296" y="571499"/>
                  </a:lnTo>
                  <a:lnTo>
                    <a:pt x="10492346" y="571499"/>
                  </a:lnTo>
                  <a:lnTo>
                    <a:pt x="10492346" y="584199"/>
                  </a:lnTo>
                  <a:close/>
                </a:path>
                <a:path w="13754100" h="584200">
                  <a:moveTo>
                    <a:pt x="10517746" y="584199"/>
                  </a:moveTo>
                  <a:lnTo>
                    <a:pt x="10498696" y="584199"/>
                  </a:lnTo>
                  <a:lnTo>
                    <a:pt x="10498696" y="571499"/>
                  </a:lnTo>
                  <a:lnTo>
                    <a:pt x="10517746" y="571499"/>
                  </a:lnTo>
                  <a:lnTo>
                    <a:pt x="10517746" y="584199"/>
                  </a:lnTo>
                  <a:close/>
                </a:path>
                <a:path w="13754100" h="584200">
                  <a:moveTo>
                    <a:pt x="10543133" y="584199"/>
                  </a:moveTo>
                  <a:lnTo>
                    <a:pt x="10524083" y="584199"/>
                  </a:lnTo>
                  <a:lnTo>
                    <a:pt x="10524083" y="571499"/>
                  </a:lnTo>
                  <a:lnTo>
                    <a:pt x="10543133" y="571499"/>
                  </a:lnTo>
                  <a:lnTo>
                    <a:pt x="10543133" y="584199"/>
                  </a:lnTo>
                  <a:close/>
                </a:path>
                <a:path w="13754100" h="584200">
                  <a:moveTo>
                    <a:pt x="10568533" y="584199"/>
                  </a:moveTo>
                  <a:lnTo>
                    <a:pt x="10549483" y="584199"/>
                  </a:lnTo>
                  <a:lnTo>
                    <a:pt x="10549483" y="571499"/>
                  </a:lnTo>
                  <a:lnTo>
                    <a:pt x="10568533" y="571499"/>
                  </a:lnTo>
                  <a:lnTo>
                    <a:pt x="10568533" y="584199"/>
                  </a:lnTo>
                  <a:close/>
                </a:path>
                <a:path w="13754100" h="584200">
                  <a:moveTo>
                    <a:pt x="10593920" y="584199"/>
                  </a:moveTo>
                  <a:lnTo>
                    <a:pt x="10574870" y="584199"/>
                  </a:lnTo>
                  <a:lnTo>
                    <a:pt x="10574870" y="571499"/>
                  </a:lnTo>
                  <a:lnTo>
                    <a:pt x="10593920" y="571499"/>
                  </a:lnTo>
                  <a:lnTo>
                    <a:pt x="10593920" y="584199"/>
                  </a:lnTo>
                  <a:close/>
                </a:path>
                <a:path w="13754100" h="584200">
                  <a:moveTo>
                    <a:pt x="10619320" y="584199"/>
                  </a:moveTo>
                  <a:lnTo>
                    <a:pt x="10600270" y="584199"/>
                  </a:lnTo>
                  <a:lnTo>
                    <a:pt x="10600270" y="571499"/>
                  </a:lnTo>
                  <a:lnTo>
                    <a:pt x="10619320" y="571499"/>
                  </a:lnTo>
                  <a:lnTo>
                    <a:pt x="10619320" y="584199"/>
                  </a:lnTo>
                  <a:close/>
                </a:path>
                <a:path w="13754100" h="584200">
                  <a:moveTo>
                    <a:pt x="10644708" y="584199"/>
                  </a:moveTo>
                  <a:lnTo>
                    <a:pt x="10625658" y="584199"/>
                  </a:lnTo>
                  <a:lnTo>
                    <a:pt x="10625658" y="571499"/>
                  </a:lnTo>
                  <a:lnTo>
                    <a:pt x="10644708" y="571499"/>
                  </a:lnTo>
                  <a:lnTo>
                    <a:pt x="10644708" y="584199"/>
                  </a:lnTo>
                  <a:close/>
                </a:path>
                <a:path w="13754100" h="584200">
                  <a:moveTo>
                    <a:pt x="10670108" y="584199"/>
                  </a:moveTo>
                  <a:lnTo>
                    <a:pt x="10651058" y="584199"/>
                  </a:lnTo>
                  <a:lnTo>
                    <a:pt x="10651058" y="571499"/>
                  </a:lnTo>
                  <a:lnTo>
                    <a:pt x="10670108" y="571499"/>
                  </a:lnTo>
                  <a:lnTo>
                    <a:pt x="10670108" y="584199"/>
                  </a:lnTo>
                  <a:close/>
                </a:path>
                <a:path w="13754100" h="584200">
                  <a:moveTo>
                    <a:pt x="10695495" y="584199"/>
                  </a:moveTo>
                  <a:lnTo>
                    <a:pt x="10676445" y="584199"/>
                  </a:lnTo>
                  <a:lnTo>
                    <a:pt x="10676445" y="571499"/>
                  </a:lnTo>
                  <a:lnTo>
                    <a:pt x="10695495" y="571499"/>
                  </a:lnTo>
                  <a:lnTo>
                    <a:pt x="10695495" y="584199"/>
                  </a:lnTo>
                  <a:close/>
                </a:path>
                <a:path w="13754100" h="584200">
                  <a:moveTo>
                    <a:pt x="10720895" y="584199"/>
                  </a:moveTo>
                  <a:lnTo>
                    <a:pt x="10701845" y="584199"/>
                  </a:lnTo>
                  <a:lnTo>
                    <a:pt x="10701845" y="571499"/>
                  </a:lnTo>
                  <a:lnTo>
                    <a:pt x="10720895" y="571499"/>
                  </a:lnTo>
                  <a:lnTo>
                    <a:pt x="10720895" y="584199"/>
                  </a:lnTo>
                  <a:close/>
                </a:path>
                <a:path w="13754100" h="584200">
                  <a:moveTo>
                    <a:pt x="10746282" y="584199"/>
                  </a:moveTo>
                  <a:lnTo>
                    <a:pt x="10727245" y="584199"/>
                  </a:lnTo>
                  <a:lnTo>
                    <a:pt x="10727245" y="571499"/>
                  </a:lnTo>
                  <a:lnTo>
                    <a:pt x="10746282" y="571499"/>
                  </a:lnTo>
                  <a:lnTo>
                    <a:pt x="10746282" y="584199"/>
                  </a:lnTo>
                  <a:close/>
                </a:path>
                <a:path w="13754100" h="584200">
                  <a:moveTo>
                    <a:pt x="10771682" y="584199"/>
                  </a:moveTo>
                  <a:lnTo>
                    <a:pt x="10752632" y="584199"/>
                  </a:lnTo>
                  <a:lnTo>
                    <a:pt x="10752632" y="571499"/>
                  </a:lnTo>
                  <a:lnTo>
                    <a:pt x="10771682" y="571499"/>
                  </a:lnTo>
                  <a:lnTo>
                    <a:pt x="10771682" y="584199"/>
                  </a:lnTo>
                  <a:close/>
                </a:path>
                <a:path w="13754100" h="584200">
                  <a:moveTo>
                    <a:pt x="10797070" y="584199"/>
                  </a:moveTo>
                  <a:lnTo>
                    <a:pt x="10778032" y="584199"/>
                  </a:lnTo>
                  <a:lnTo>
                    <a:pt x="10778032" y="571499"/>
                  </a:lnTo>
                  <a:lnTo>
                    <a:pt x="10797070" y="571499"/>
                  </a:lnTo>
                  <a:lnTo>
                    <a:pt x="10797070" y="584199"/>
                  </a:lnTo>
                  <a:close/>
                </a:path>
                <a:path w="13754100" h="584200">
                  <a:moveTo>
                    <a:pt x="10822470" y="584199"/>
                  </a:moveTo>
                  <a:lnTo>
                    <a:pt x="10803420" y="584199"/>
                  </a:lnTo>
                  <a:lnTo>
                    <a:pt x="10803420" y="571499"/>
                  </a:lnTo>
                  <a:lnTo>
                    <a:pt x="10822470" y="571499"/>
                  </a:lnTo>
                  <a:lnTo>
                    <a:pt x="10822470" y="584199"/>
                  </a:lnTo>
                  <a:close/>
                </a:path>
                <a:path w="13754100" h="584200">
                  <a:moveTo>
                    <a:pt x="10847857" y="584199"/>
                  </a:moveTo>
                  <a:lnTo>
                    <a:pt x="10828820" y="584199"/>
                  </a:lnTo>
                  <a:lnTo>
                    <a:pt x="10828820" y="571499"/>
                  </a:lnTo>
                  <a:lnTo>
                    <a:pt x="10847857" y="571499"/>
                  </a:lnTo>
                  <a:lnTo>
                    <a:pt x="10847857" y="584199"/>
                  </a:lnTo>
                  <a:close/>
                </a:path>
                <a:path w="13754100" h="584200">
                  <a:moveTo>
                    <a:pt x="10873257" y="584199"/>
                  </a:moveTo>
                  <a:lnTo>
                    <a:pt x="10854207" y="584199"/>
                  </a:lnTo>
                  <a:lnTo>
                    <a:pt x="10854207" y="571499"/>
                  </a:lnTo>
                  <a:lnTo>
                    <a:pt x="10873257" y="571499"/>
                  </a:lnTo>
                  <a:lnTo>
                    <a:pt x="10873257" y="584199"/>
                  </a:lnTo>
                  <a:close/>
                </a:path>
                <a:path w="13754100" h="584200">
                  <a:moveTo>
                    <a:pt x="10898644" y="584199"/>
                  </a:moveTo>
                  <a:lnTo>
                    <a:pt x="10879607" y="584199"/>
                  </a:lnTo>
                  <a:lnTo>
                    <a:pt x="10879607" y="571499"/>
                  </a:lnTo>
                  <a:lnTo>
                    <a:pt x="10898644" y="571499"/>
                  </a:lnTo>
                  <a:lnTo>
                    <a:pt x="10898644" y="584199"/>
                  </a:lnTo>
                  <a:close/>
                </a:path>
                <a:path w="13754100" h="584200">
                  <a:moveTo>
                    <a:pt x="10924044" y="584199"/>
                  </a:moveTo>
                  <a:lnTo>
                    <a:pt x="10904994" y="584199"/>
                  </a:lnTo>
                  <a:lnTo>
                    <a:pt x="10904994" y="571499"/>
                  </a:lnTo>
                  <a:lnTo>
                    <a:pt x="10924044" y="571499"/>
                  </a:lnTo>
                  <a:lnTo>
                    <a:pt x="10924044" y="584199"/>
                  </a:lnTo>
                  <a:close/>
                </a:path>
                <a:path w="13754100" h="584200">
                  <a:moveTo>
                    <a:pt x="10949432" y="584199"/>
                  </a:moveTo>
                  <a:lnTo>
                    <a:pt x="10930394" y="584199"/>
                  </a:lnTo>
                  <a:lnTo>
                    <a:pt x="10930394" y="571499"/>
                  </a:lnTo>
                  <a:lnTo>
                    <a:pt x="10949432" y="571499"/>
                  </a:lnTo>
                  <a:lnTo>
                    <a:pt x="10949432" y="584199"/>
                  </a:lnTo>
                  <a:close/>
                </a:path>
                <a:path w="13754100" h="584200">
                  <a:moveTo>
                    <a:pt x="10974832" y="584199"/>
                  </a:moveTo>
                  <a:lnTo>
                    <a:pt x="10955782" y="584199"/>
                  </a:lnTo>
                  <a:lnTo>
                    <a:pt x="10955782" y="571499"/>
                  </a:lnTo>
                  <a:lnTo>
                    <a:pt x="10974832" y="571499"/>
                  </a:lnTo>
                  <a:lnTo>
                    <a:pt x="10974832" y="584199"/>
                  </a:lnTo>
                  <a:close/>
                </a:path>
                <a:path w="13754100" h="584200">
                  <a:moveTo>
                    <a:pt x="11000219" y="584199"/>
                  </a:moveTo>
                  <a:lnTo>
                    <a:pt x="10981182" y="584199"/>
                  </a:lnTo>
                  <a:lnTo>
                    <a:pt x="10981182" y="571499"/>
                  </a:lnTo>
                  <a:lnTo>
                    <a:pt x="11000219" y="571499"/>
                  </a:lnTo>
                  <a:lnTo>
                    <a:pt x="11000219" y="584199"/>
                  </a:lnTo>
                  <a:close/>
                </a:path>
                <a:path w="13754100" h="584200">
                  <a:moveTo>
                    <a:pt x="11025619" y="584199"/>
                  </a:moveTo>
                  <a:lnTo>
                    <a:pt x="11006569" y="584199"/>
                  </a:lnTo>
                  <a:lnTo>
                    <a:pt x="11006569" y="571499"/>
                  </a:lnTo>
                  <a:lnTo>
                    <a:pt x="11025619" y="571499"/>
                  </a:lnTo>
                  <a:lnTo>
                    <a:pt x="11025619" y="584199"/>
                  </a:lnTo>
                  <a:close/>
                </a:path>
                <a:path w="13754100" h="584200">
                  <a:moveTo>
                    <a:pt x="11051006" y="584199"/>
                  </a:moveTo>
                  <a:lnTo>
                    <a:pt x="11031969" y="584199"/>
                  </a:lnTo>
                  <a:lnTo>
                    <a:pt x="11031969" y="571499"/>
                  </a:lnTo>
                  <a:lnTo>
                    <a:pt x="11051006" y="571499"/>
                  </a:lnTo>
                  <a:lnTo>
                    <a:pt x="11051006" y="584199"/>
                  </a:lnTo>
                  <a:close/>
                </a:path>
                <a:path w="13754100" h="584200">
                  <a:moveTo>
                    <a:pt x="11076406" y="584199"/>
                  </a:moveTo>
                  <a:lnTo>
                    <a:pt x="11057356" y="584199"/>
                  </a:lnTo>
                  <a:lnTo>
                    <a:pt x="11057356" y="571499"/>
                  </a:lnTo>
                  <a:lnTo>
                    <a:pt x="11076406" y="571499"/>
                  </a:lnTo>
                  <a:lnTo>
                    <a:pt x="11076406" y="584199"/>
                  </a:lnTo>
                  <a:close/>
                </a:path>
                <a:path w="13754100" h="584200">
                  <a:moveTo>
                    <a:pt x="11101793" y="584199"/>
                  </a:moveTo>
                  <a:lnTo>
                    <a:pt x="11082756" y="584199"/>
                  </a:lnTo>
                  <a:lnTo>
                    <a:pt x="11082756" y="571499"/>
                  </a:lnTo>
                  <a:lnTo>
                    <a:pt x="11101793" y="571499"/>
                  </a:lnTo>
                  <a:lnTo>
                    <a:pt x="11101793" y="584199"/>
                  </a:lnTo>
                  <a:close/>
                </a:path>
                <a:path w="13754100" h="584200">
                  <a:moveTo>
                    <a:pt x="11127193" y="584199"/>
                  </a:moveTo>
                  <a:lnTo>
                    <a:pt x="11108143" y="584199"/>
                  </a:lnTo>
                  <a:lnTo>
                    <a:pt x="11108143" y="571499"/>
                  </a:lnTo>
                  <a:lnTo>
                    <a:pt x="11127193" y="571499"/>
                  </a:lnTo>
                  <a:lnTo>
                    <a:pt x="11127193" y="584199"/>
                  </a:lnTo>
                  <a:close/>
                </a:path>
                <a:path w="13754100" h="584200">
                  <a:moveTo>
                    <a:pt x="11152581" y="584199"/>
                  </a:moveTo>
                  <a:lnTo>
                    <a:pt x="11133543" y="584199"/>
                  </a:lnTo>
                  <a:lnTo>
                    <a:pt x="11133543" y="571499"/>
                  </a:lnTo>
                  <a:lnTo>
                    <a:pt x="11152581" y="571499"/>
                  </a:lnTo>
                  <a:lnTo>
                    <a:pt x="11152581" y="584199"/>
                  </a:lnTo>
                  <a:close/>
                </a:path>
                <a:path w="13754100" h="584200">
                  <a:moveTo>
                    <a:pt x="11177981" y="584199"/>
                  </a:moveTo>
                  <a:lnTo>
                    <a:pt x="11158931" y="584199"/>
                  </a:lnTo>
                  <a:lnTo>
                    <a:pt x="11158931" y="571499"/>
                  </a:lnTo>
                  <a:lnTo>
                    <a:pt x="11177981" y="571499"/>
                  </a:lnTo>
                  <a:lnTo>
                    <a:pt x="11177981" y="584199"/>
                  </a:lnTo>
                  <a:close/>
                </a:path>
                <a:path w="13754100" h="584200">
                  <a:moveTo>
                    <a:pt x="11203368" y="584199"/>
                  </a:moveTo>
                  <a:lnTo>
                    <a:pt x="11184331" y="584199"/>
                  </a:lnTo>
                  <a:lnTo>
                    <a:pt x="11184331" y="571499"/>
                  </a:lnTo>
                  <a:lnTo>
                    <a:pt x="11203368" y="571499"/>
                  </a:lnTo>
                  <a:lnTo>
                    <a:pt x="11203368" y="584199"/>
                  </a:lnTo>
                  <a:close/>
                </a:path>
                <a:path w="13754100" h="584200">
                  <a:moveTo>
                    <a:pt x="11228768" y="584199"/>
                  </a:moveTo>
                  <a:lnTo>
                    <a:pt x="11209718" y="584199"/>
                  </a:lnTo>
                  <a:lnTo>
                    <a:pt x="11209718" y="571499"/>
                  </a:lnTo>
                  <a:lnTo>
                    <a:pt x="11228768" y="571499"/>
                  </a:lnTo>
                  <a:lnTo>
                    <a:pt x="11228768" y="584199"/>
                  </a:lnTo>
                  <a:close/>
                </a:path>
                <a:path w="13754100" h="584200">
                  <a:moveTo>
                    <a:pt x="11254155" y="584199"/>
                  </a:moveTo>
                  <a:lnTo>
                    <a:pt x="11235118" y="584199"/>
                  </a:lnTo>
                  <a:lnTo>
                    <a:pt x="11235118" y="571499"/>
                  </a:lnTo>
                  <a:lnTo>
                    <a:pt x="11254155" y="571499"/>
                  </a:lnTo>
                  <a:lnTo>
                    <a:pt x="11254155" y="584199"/>
                  </a:lnTo>
                  <a:close/>
                </a:path>
                <a:path w="13754100" h="584200">
                  <a:moveTo>
                    <a:pt x="11279555" y="584199"/>
                  </a:moveTo>
                  <a:lnTo>
                    <a:pt x="11260505" y="584199"/>
                  </a:lnTo>
                  <a:lnTo>
                    <a:pt x="11260505" y="571499"/>
                  </a:lnTo>
                  <a:lnTo>
                    <a:pt x="11279555" y="571499"/>
                  </a:lnTo>
                  <a:lnTo>
                    <a:pt x="11279555" y="584199"/>
                  </a:lnTo>
                  <a:close/>
                </a:path>
                <a:path w="13754100" h="584200">
                  <a:moveTo>
                    <a:pt x="11304943" y="584199"/>
                  </a:moveTo>
                  <a:lnTo>
                    <a:pt x="11285905" y="584199"/>
                  </a:lnTo>
                  <a:lnTo>
                    <a:pt x="11285905" y="571499"/>
                  </a:lnTo>
                  <a:lnTo>
                    <a:pt x="11304943" y="571499"/>
                  </a:lnTo>
                  <a:lnTo>
                    <a:pt x="11304943" y="584199"/>
                  </a:lnTo>
                  <a:close/>
                </a:path>
                <a:path w="13754100" h="584200">
                  <a:moveTo>
                    <a:pt x="11330343" y="584199"/>
                  </a:moveTo>
                  <a:lnTo>
                    <a:pt x="11311293" y="584199"/>
                  </a:lnTo>
                  <a:lnTo>
                    <a:pt x="11311293" y="571499"/>
                  </a:lnTo>
                  <a:lnTo>
                    <a:pt x="11330343" y="571499"/>
                  </a:lnTo>
                  <a:lnTo>
                    <a:pt x="11330343" y="584199"/>
                  </a:lnTo>
                  <a:close/>
                </a:path>
                <a:path w="13754100" h="584200">
                  <a:moveTo>
                    <a:pt x="11355730" y="584199"/>
                  </a:moveTo>
                  <a:lnTo>
                    <a:pt x="11336693" y="584199"/>
                  </a:lnTo>
                  <a:lnTo>
                    <a:pt x="11336693" y="571499"/>
                  </a:lnTo>
                  <a:lnTo>
                    <a:pt x="11355730" y="571499"/>
                  </a:lnTo>
                  <a:lnTo>
                    <a:pt x="11355730" y="584199"/>
                  </a:lnTo>
                  <a:close/>
                </a:path>
                <a:path w="13754100" h="584200">
                  <a:moveTo>
                    <a:pt x="11381130" y="584199"/>
                  </a:moveTo>
                  <a:lnTo>
                    <a:pt x="11362080" y="584199"/>
                  </a:lnTo>
                  <a:lnTo>
                    <a:pt x="11362080" y="571499"/>
                  </a:lnTo>
                  <a:lnTo>
                    <a:pt x="11381130" y="571499"/>
                  </a:lnTo>
                  <a:lnTo>
                    <a:pt x="11381130" y="584199"/>
                  </a:lnTo>
                  <a:close/>
                </a:path>
                <a:path w="13754100" h="584200">
                  <a:moveTo>
                    <a:pt x="11406517" y="584199"/>
                  </a:moveTo>
                  <a:lnTo>
                    <a:pt x="11387480" y="584199"/>
                  </a:lnTo>
                  <a:lnTo>
                    <a:pt x="11387480" y="571499"/>
                  </a:lnTo>
                  <a:lnTo>
                    <a:pt x="11406517" y="571499"/>
                  </a:lnTo>
                  <a:lnTo>
                    <a:pt x="11406517" y="584199"/>
                  </a:lnTo>
                  <a:close/>
                </a:path>
                <a:path w="13754100" h="584200">
                  <a:moveTo>
                    <a:pt x="11431917" y="584199"/>
                  </a:moveTo>
                  <a:lnTo>
                    <a:pt x="11412867" y="584199"/>
                  </a:lnTo>
                  <a:lnTo>
                    <a:pt x="11412867" y="571499"/>
                  </a:lnTo>
                  <a:lnTo>
                    <a:pt x="11431917" y="571499"/>
                  </a:lnTo>
                  <a:lnTo>
                    <a:pt x="11431917" y="584199"/>
                  </a:lnTo>
                  <a:close/>
                </a:path>
                <a:path w="13754100" h="584200">
                  <a:moveTo>
                    <a:pt x="11457305" y="584199"/>
                  </a:moveTo>
                  <a:lnTo>
                    <a:pt x="11438267" y="584199"/>
                  </a:lnTo>
                  <a:lnTo>
                    <a:pt x="11438267" y="571499"/>
                  </a:lnTo>
                  <a:lnTo>
                    <a:pt x="11457305" y="571499"/>
                  </a:lnTo>
                  <a:lnTo>
                    <a:pt x="11457305" y="584199"/>
                  </a:lnTo>
                  <a:close/>
                </a:path>
                <a:path w="13754100" h="584200">
                  <a:moveTo>
                    <a:pt x="11482705" y="584199"/>
                  </a:moveTo>
                  <a:lnTo>
                    <a:pt x="11463655" y="584199"/>
                  </a:lnTo>
                  <a:lnTo>
                    <a:pt x="11463655" y="571499"/>
                  </a:lnTo>
                  <a:lnTo>
                    <a:pt x="11482705" y="571499"/>
                  </a:lnTo>
                  <a:lnTo>
                    <a:pt x="11482705" y="584199"/>
                  </a:lnTo>
                  <a:close/>
                </a:path>
                <a:path w="13754100" h="584200">
                  <a:moveTo>
                    <a:pt x="11508092" y="584199"/>
                  </a:moveTo>
                  <a:lnTo>
                    <a:pt x="11489055" y="584199"/>
                  </a:lnTo>
                  <a:lnTo>
                    <a:pt x="11489055" y="571499"/>
                  </a:lnTo>
                  <a:lnTo>
                    <a:pt x="11508092" y="571499"/>
                  </a:lnTo>
                  <a:lnTo>
                    <a:pt x="11508092" y="584199"/>
                  </a:lnTo>
                  <a:close/>
                </a:path>
                <a:path w="13754100" h="584200">
                  <a:moveTo>
                    <a:pt x="11533492" y="584199"/>
                  </a:moveTo>
                  <a:lnTo>
                    <a:pt x="11514442" y="584199"/>
                  </a:lnTo>
                  <a:lnTo>
                    <a:pt x="11514442" y="571499"/>
                  </a:lnTo>
                  <a:lnTo>
                    <a:pt x="11533492" y="571499"/>
                  </a:lnTo>
                  <a:lnTo>
                    <a:pt x="11533492" y="584199"/>
                  </a:lnTo>
                  <a:close/>
                </a:path>
                <a:path w="13754100" h="584200">
                  <a:moveTo>
                    <a:pt x="11558892" y="584199"/>
                  </a:moveTo>
                  <a:lnTo>
                    <a:pt x="11539842" y="584199"/>
                  </a:lnTo>
                  <a:lnTo>
                    <a:pt x="11539842" y="571499"/>
                  </a:lnTo>
                  <a:lnTo>
                    <a:pt x="11558892" y="571499"/>
                  </a:lnTo>
                  <a:lnTo>
                    <a:pt x="11558892" y="584199"/>
                  </a:lnTo>
                  <a:close/>
                </a:path>
                <a:path w="13754100" h="584200">
                  <a:moveTo>
                    <a:pt x="11584279" y="584199"/>
                  </a:moveTo>
                  <a:lnTo>
                    <a:pt x="11565229" y="584199"/>
                  </a:lnTo>
                  <a:lnTo>
                    <a:pt x="11565229" y="571499"/>
                  </a:lnTo>
                  <a:lnTo>
                    <a:pt x="11584279" y="571499"/>
                  </a:lnTo>
                  <a:lnTo>
                    <a:pt x="11584279" y="584199"/>
                  </a:lnTo>
                  <a:close/>
                </a:path>
                <a:path w="13754100" h="584200">
                  <a:moveTo>
                    <a:pt x="11609679" y="584199"/>
                  </a:moveTo>
                  <a:lnTo>
                    <a:pt x="11590629" y="584199"/>
                  </a:lnTo>
                  <a:lnTo>
                    <a:pt x="11590629" y="571499"/>
                  </a:lnTo>
                  <a:lnTo>
                    <a:pt x="11609679" y="571499"/>
                  </a:lnTo>
                  <a:lnTo>
                    <a:pt x="11609679" y="584199"/>
                  </a:lnTo>
                  <a:close/>
                </a:path>
                <a:path w="13754100" h="584200">
                  <a:moveTo>
                    <a:pt x="11635066" y="584199"/>
                  </a:moveTo>
                  <a:lnTo>
                    <a:pt x="11616016" y="584199"/>
                  </a:lnTo>
                  <a:lnTo>
                    <a:pt x="11616016" y="571499"/>
                  </a:lnTo>
                  <a:lnTo>
                    <a:pt x="11635066" y="571499"/>
                  </a:lnTo>
                  <a:lnTo>
                    <a:pt x="11635066" y="584199"/>
                  </a:lnTo>
                  <a:close/>
                </a:path>
                <a:path w="13754100" h="584200">
                  <a:moveTo>
                    <a:pt x="11660466" y="584199"/>
                  </a:moveTo>
                  <a:lnTo>
                    <a:pt x="11641416" y="584199"/>
                  </a:lnTo>
                  <a:lnTo>
                    <a:pt x="11641416" y="571499"/>
                  </a:lnTo>
                  <a:lnTo>
                    <a:pt x="11660466" y="571499"/>
                  </a:lnTo>
                  <a:lnTo>
                    <a:pt x="11660466" y="584199"/>
                  </a:lnTo>
                  <a:close/>
                </a:path>
                <a:path w="13754100" h="584200">
                  <a:moveTo>
                    <a:pt x="11685854" y="584199"/>
                  </a:moveTo>
                  <a:lnTo>
                    <a:pt x="11666804" y="584199"/>
                  </a:lnTo>
                  <a:lnTo>
                    <a:pt x="11666804" y="571499"/>
                  </a:lnTo>
                  <a:lnTo>
                    <a:pt x="11685854" y="571499"/>
                  </a:lnTo>
                  <a:lnTo>
                    <a:pt x="11685854" y="584199"/>
                  </a:lnTo>
                  <a:close/>
                </a:path>
                <a:path w="13754100" h="584200">
                  <a:moveTo>
                    <a:pt x="11711254" y="584199"/>
                  </a:moveTo>
                  <a:lnTo>
                    <a:pt x="11692204" y="584199"/>
                  </a:lnTo>
                  <a:lnTo>
                    <a:pt x="11692204" y="571499"/>
                  </a:lnTo>
                  <a:lnTo>
                    <a:pt x="11711254" y="571499"/>
                  </a:lnTo>
                  <a:lnTo>
                    <a:pt x="11711254" y="584199"/>
                  </a:lnTo>
                  <a:close/>
                </a:path>
                <a:path w="13754100" h="584200">
                  <a:moveTo>
                    <a:pt x="11736641" y="584199"/>
                  </a:moveTo>
                  <a:lnTo>
                    <a:pt x="11717591" y="584199"/>
                  </a:lnTo>
                  <a:lnTo>
                    <a:pt x="11717591" y="571499"/>
                  </a:lnTo>
                  <a:lnTo>
                    <a:pt x="11736641" y="571499"/>
                  </a:lnTo>
                  <a:lnTo>
                    <a:pt x="11736641" y="584199"/>
                  </a:lnTo>
                  <a:close/>
                </a:path>
                <a:path w="13754100" h="584200">
                  <a:moveTo>
                    <a:pt x="11762041" y="584199"/>
                  </a:moveTo>
                  <a:lnTo>
                    <a:pt x="11742991" y="584199"/>
                  </a:lnTo>
                  <a:lnTo>
                    <a:pt x="11742991" y="571499"/>
                  </a:lnTo>
                  <a:lnTo>
                    <a:pt x="11762041" y="571499"/>
                  </a:lnTo>
                  <a:lnTo>
                    <a:pt x="11762041" y="584199"/>
                  </a:lnTo>
                  <a:close/>
                </a:path>
                <a:path w="13754100" h="584200">
                  <a:moveTo>
                    <a:pt x="11787428" y="584199"/>
                  </a:moveTo>
                  <a:lnTo>
                    <a:pt x="11768391" y="584199"/>
                  </a:lnTo>
                  <a:lnTo>
                    <a:pt x="11768391" y="571499"/>
                  </a:lnTo>
                  <a:lnTo>
                    <a:pt x="11787428" y="571499"/>
                  </a:lnTo>
                  <a:lnTo>
                    <a:pt x="11787428" y="584199"/>
                  </a:lnTo>
                  <a:close/>
                </a:path>
                <a:path w="13754100" h="584200">
                  <a:moveTo>
                    <a:pt x="11812828" y="584199"/>
                  </a:moveTo>
                  <a:lnTo>
                    <a:pt x="11793778" y="584199"/>
                  </a:lnTo>
                  <a:lnTo>
                    <a:pt x="11793778" y="571499"/>
                  </a:lnTo>
                  <a:lnTo>
                    <a:pt x="11812828" y="571499"/>
                  </a:lnTo>
                  <a:lnTo>
                    <a:pt x="11812828" y="584199"/>
                  </a:lnTo>
                  <a:close/>
                </a:path>
                <a:path w="13754100" h="584200">
                  <a:moveTo>
                    <a:pt x="11838216" y="584199"/>
                  </a:moveTo>
                  <a:lnTo>
                    <a:pt x="11819166" y="584199"/>
                  </a:lnTo>
                  <a:lnTo>
                    <a:pt x="11819166" y="571499"/>
                  </a:lnTo>
                  <a:lnTo>
                    <a:pt x="11838216" y="571499"/>
                  </a:lnTo>
                  <a:lnTo>
                    <a:pt x="11838216" y="584199"/>
                  </a:lnTo>
                  <a:close/>
                </a:path>
                <a:path w="13754100" h="584200">
                  <a:moveTo>
                    <a:pt x="11863616" y="584199"/>
                  </a:moveTo>
                  <a:lnTo>
                    <a:pt x="11844566" y="584199"/>
                  </a:lnTo>
                  <a:lnTo>
                    <a:pt x="11844566" y="571499"/>
                  </a:lnTo>
                  <a:lnTo>
                    <a:pt x="11863616" y="571499"/>
                  </a:lnTo>
                  <a:lnTo>
                    <a:pt x="11863616" y="584199"/>
                  </a:lnTo>
                  <a:close/>
                </a:path>
                <a:path w="13754100" h="584200">
                  <a:moveTo>
                    <a:pt x="11889003" y="584199"/>
                  </a:moveTo>
                  <a:lnTo>
                    <a:pt x="11869966" y="584199"/>
                  </a:lnTo>
                  <a:lnTo>
                    <a:pt x="11869966" y="571499"/>
                  </a:lnTo>
                  <a:lnTo>
                    <a:pt x="11889003" y="571499"/>
                  </a:lnTo>
                  <a:lnTo>
                    <a:pt x="11889003" y="584199"/>
                  </a:lnTo>
                  <a:close/>
                </a:path>
                <a:path w="13754100" h="584200">
                  <a:moveTo>
                    <a:pt x="11914403" y="584199"/>
                  </a:moveTo>
                  <a:lnTo>
                    <a:pt x="11895353" y="584199"/>
                  </a:lnTo>
                  <a:lnTo>
                    <a:pt x="11895353" y="571499"/>
                  </a:lnTo>
                  <a:lnTo>
                    <a:pt x="11914403" y="571499"/>
                  </a:lnTo>
                  <a:lnTo>
                    <a:pt x="11914403" y="584199"/>
                  </a:lnTo>
                  <a:close/>
                </a:path>
                <a:path w="13754100" h="584200">
                  <a:moveTo>
                    <a:pt x="11939790" y="584199"/>
                  </a:moveTo>
                  <a:lnTo>
                    <a:pt x="11920753" y="584199"/>
                  </a:lnTo>
                  <a:lnTo>
                    <a:pt x="11920753" y="571499"/>
                  </a:lnTo>
                  <a:lnTo>
                    <a:pt x="11939790" y="571499"/>
                  </a:lnTo>
                  <a:lnTo>
                    <a:pt x="11939790" y="584199"/>
                  </a:lnTo>
                  <a:close/>
                </a:path>
                <a:path w="13754100" h="584200">
                  <a:moveTo>
                    <a:pt x="11965190" y="584199"/>
                  </a:moveTo>
                  <a:lnTo>
                    <a:pt x="11946140" y="584199"/>
                  </a:lnTo>
                  <a:lnTo>
                    <a:pt x="11946140" y="571499"/>
                  </a:lnTo>
                  <a:lnTo>
                    <a:pt x="11965190" y="571499"/>
                  </a:lnTo>
                  <a:lnTo>
                    <a:pt x="11965190" y="584199"/>
                  </a:lnTo>
                  <a:close/>
                </a:path>
                <a:path w="13754100" h="584200">
                  <a:moveTo>
                    <a:pt x="11990578" y="584199"/>
                  </a:moveTo>
                  <a:lnTo>
                    <a:pt x="11971540" y="584199"/>
                  </a:lnTo>
                  <a:lnTo>
                    <a:pt x="11971540" y="571499"/>
                  </a:lnTo>
                  <a:lnTo>
                    <a:pt x="11990578" y="571499"/>
                  </a:lnTo>
                  <a:lnTo>
                    <a:pt x="11990578" y="584199"/>
                  </a:lnTo>
                  <a:close/>
                </a:path>
                <a:path w="13754100" h="584200">
                  <a:moveTo>
                    <a:pt x="12015978" y="584199"/>
                  </a:moveTo>
                  <a:lnTo>
                    <a:pt x="11996928" y="584199"/>
                  </a:lnTo>
                  <a:lnTo>
                    <a:pt x="11996928" y="571499"/>
                  </a:lnTo>
                  <a:lnTo>
                    <a:pt x="12015978" y="571499"/>
                  </a:lnTo>
                  <a:lnTo>
                    <a:pt x="12015978" y="584199"/>
                  </a:lnTo>
                  <a:close/>
                </a:path>
                <a:path w="13754100" h="584200">
                  <a:moveTo>
                    <a:pt x="12041365" y="584199"/>
                  </a:moveTo>
                  <a:lnTo>
                    <a:pt x="12022328" y="584199"/>
                  </a:lnTo>
                  <a:lnTo>
                    <a:pt x="12022328" y="571499"/>
                  </a:lnTo>
                  <a:lnTo>
                    <a:pt x="12041365" y="571499"/>
                  </a:lnTo>
                  <a:lnTo>
                    <a:pt x="12041365" y="584199"/>
                  </a:lnTo>
                  <a:close/>
                </a:path>
                <a:path w="13754100" h="584200">
                  <a:moveTo>
                    <a:pt x="12066765" y="584199"/>
                  </a:moveTo>
                  <a:lnTo>
                    <a:pt x="12047715" y="584199"/>
                  </a:lnTo>
                  <a:lnTo>
                    <a:pt x="12047715" y="571499"/>
                  </a:lnTo>
                  <a:lnTo>
                    <a:pt x="12066765" y="571499"/>
                  </a:lnTo>
                  <a:lnTo>
                    <a:pt x="12066765" y="584199"/>
                  </a:lnTo>
                  <a:close/>
                </a:path>
                <a:path w="13754100" h="584200">
                  <a:moveTo>
                    <a:pt x="12092152" y="584199"/>
                  </a:moveTo>
                  <a:lnTo>
                    <a:pt x="12073115" y="584199"/>
                  </a:lnTo>
                  <a:lnTo>
                    <a:pt x="12073115" y="571499"/>
                  </a:lnTo>
                  <a:lnTo>
                    <a:pt x="12092152" y="571499"/>
                  </a:lnTo>
                  <a:lnTo>
                    <a:pt x="12092152" y="584199"/>
                  </a:lnTo>
                  <a:close/>
                </a:path>
                <a:path w="13754100" h="584200">
                  <a:moveTo>
                    <a:pt x="12117552" y="584199"/>
                  </a:moveTo>
                  <a:lnTo>
                    <a:pt x="12098502" y="584199"/>
                  </a:lnTo>
                  <a:lnTo>
                    <a:pt x="12098502" y="571499"/>
                  </a:lnTo>
                  <a:lnTo>
                    <a:pt x="12117552" y="571499"/>
                  </a:lnTo>
                  <a:lnTo>
                    <a:pt x="12117552" y="584199"/>
                  </a:lnTo>
                  <a:close/>
                </a:path>
                <a:path w="13754100" h="584200">
                  <a:moveTo>
                    <a:pt x="12142939" y="584199"/>
                  </a:moveTo>
                  <a:lnTo>
                    <a:pt x="12123902" y="584199"/>
                  </a:lnTo>
                  <a:lnTo>
                    <a:pt x="12123902" y="571499"/>
                  </a:lnTo>
                  <a:lnTo>
                    <a:pt x="12142939" y="571499"/>
                  </a:lnTo>
                  <a:lnTo>
                    <a:pt x="12142939" y="584199"/>
                  </a:lnTo>
                  <a:close/>
                </a:path>
                <a:path w="13754100" h="584200">
                  <a:moveTo>
                    <a:pt x="12168339" y="584199"/>
                  </a:moveTo>
                  <a:lnTo>
                    <a:pt x="12149289" y="584199"/>
                  </a:lnTo>
                  <a:lnTo>
                    <a:pt x="12149289" y="571499"/>
                  </a:lnTo>
                  <a:lnTo>
                    <a:pt x="12168339" y="571499"/>
                  </a:lnTo>
                  <a:lnTo>
                    <a:pt x="12168339" y="584199"/>
                  </a:lnTo>
                  <a:close/>
                </a:path>
                <a:path w="13754100" h="584200">
                  <a:moveTo>
                    <a:pt x="12193727" y="584199"/>
                  </a:moveTo>
                  <a:lnTo>
                    <a:pt x="12174689" y="584199"/>
                  </a:lnTo>
                  <a:lnTo>
                    <a:pt x="12174689" y="571499"/>
                  </a:lnTo>
                  <a:lnTo>
                    <a:pt x="12193727" y="571499"/>
                  </a:lnTo>
                  <a:lnTo>
                    <a:pt x="12193727" y="584199"/>
                  </a:lnTo>
                  <a:close/>
                </a:path>
                <a:path w="13754100" h="584200">
                  <a:moveTo>
                    <a:pt x="12219127" y="584199"/>
                  </a:moveTo>
                  <a:lnTo>
                    <a:pt x="12200077" y="584199"/>
                  </a:lnTo>
                  <a:lnTo>
                    <a:pt x="12200077" y="571499"/>
                  </a:lnTo>
                  <a:lnTo>
                    <a:pt x="12219127" y="571499"/>
                  </a:lnTo>
                  <a:lnTo>
                    <a:pt x="12219127" y="584199"/>
                  </a:lnTo>
                  <a:close/>
                </a:path>
                <a:path w="13754100" h="584200">
                  <a:moveTo>
                    <a:pt x="12244514" y="584199"/>
                  </a:moveTo>
                  <a:lnTo>
                    <a:pt x="12225477" y="584199"/>
                  </a:lnTo>
                  <a:lnTo>
                    <a:pt x="12225477" y="571499"/>
                  </a:lnTo>
                  <a:lnTo>
                    <a:pt x="12244514" y="571499"/>
                  </a:lnTo>
                  <a:lnTo>
                    <a:pt x="12244514" y="584199"/>
                  </a:lnTo>
                  <a:close/>
                </a:path>
                <a:path w="13754100" h="584200">
                  <a:moveTo>
                    <a:pt x="12269914" y="584199"/>
                  </a:moveTo>
                  <a:lnTo>
                    <a:pt x="12250864" y="584199"/>
                  </a:lnTo>
                  <a:lnTo>
                    <a:pt x="12250864" y="571499"/>
                  </a:lnTo>
                  <a:lnTo>
                    <a:pt x="12269914" y="571499"/>
                  </a:lnTo>
                  <a:lnTo>
                    <a:pt x="12269914" y="584199"/>
                  </a:lnTo>
                  <a:close/>
                </a:path>
                <a:path w="13754100" h="584200">
                  <a:moveTo>
                    <a:pt x="12295301" y="584199"/>
                  </a:moveTo>
                  <a:lnTo>
                    <a:pt x="12276264" y="584199"/>
                  </a:lnTo>
                  <a:lnTo>
                    <a:pt x="12276264" y="571499"/>
                  </a:lnTo>
                  <a:lnTo>
                    <a:pt x="12295301" y="571499"/>
                  </a:lnTo>
                  <a:lnTo>
                    <a:pt x="12295301" y="584199"/>
                  </a:lnTo>
                  <a:close/>
                </a:path>
                <a:path w="13754100" h="584200">
                  <a:moveTo>
                    <a:pt x="12320701" y="584199"/>
                  </a:moveTo>
                  <a:lnTo>
                    <a:pt x="12301651" y="584199"/>
                  </a:lnTo>
                  <a:lnTo>
                    <a:pt x="12301651" y="571499"/>
                  </a:lnTo>
                  <a:lnTo>
                    <a:pt x="12320701" y="571499"/>
                  </a:lnTo>
                  <a:lnTo>
                    <a:pt x="12320701" y="584199"/>
                  </a:lnTo>
                  <a:close/>
                </a:path>
                <a:path w="13754100" h="584200">
                  <a:moveTo>
                    <a:pt x="12346089" y="584199"/>
                  </a:moveTo>
                  <a:lnTo>
                    <a:pt x="12327051" y="584199"/>
                  </a:lnTo>
                  <a:lnTo>
                    <a:pt x="12327051" y="571499"/>
                  </a:lnTo>
                  <a:lnTo>
                    <a:pt x="12346089" y="571499"/>
                  </a:lnTo>
                  <a:lnTo>
                    <a:pt x="12346089" y="584199"/>
                  </a:lnTo>
                  <a:close/>
                </a:path>
                <a:path w="13754100" h="584200">
                  <a:moveTo>
                    <a:pt x="12371489" y="584199"/>
                  </a:moveTo>
                  <a:lnTo>
                    <a:pt x="12352439" y="584199"/>
                  </a:lnTo>
                  <a:lnTo>
                    <a:pt x="12352439" y="571499"/>
                  </a:lnTo>
                  <a:lnTo>
                    <a:pt x="12371489" y="571499"/>
                  </a:lnTo>
                  <a:lnTo>
                    <a:pt x="12371489" y="584199"/>
                  </a:lnTo>
                  <a:close/>
                </a:path>
                <a:path w="13754100" h="584200">
                  <a:moveTo>
                    <a:pt x="12396876" y="584199"/>
                  </a:moveTo>
                  <a:lnTo>
                    <a:pt x="12377839" y="584199"/>
                  </a:lnTo>
                  <a:lnTo>
                    <a:pt x="12377839" y="571499"/>
                  </a:lnTo>
                  <a:lnTo>
                    <a:pt x="12396876" y="571499"/>
                  </a:lnTo>
                  <a:lnTo>
                    <a:pt x="12396876" y="584199"/>
                  </a:lnTo>
                  <a:close/>
                </a:path>
                <a:path w="13754100" h="584200">
                  <a:moveTo>
                    <a:pt x="12422276" y="584199"/>
                  </a:moveTo>
                  <a:lnTo>
                    <a:pt x="12403226" y="584199"/>
                  </a:lnTo>
                  <a:lnTo>
                    <a:pt x="12403226" y="571499"/>
                  </a:lnTo>
                  <a:lnTo>
                    <a:pt x="12422276" y="571499"/>
                  </a:lnTo>
                  <a:lnTo>
                    <a:pt x="12422276" y="584199"/>
                  </a:lnTo>
                  <a:close/>
                </a:path>
                <a:path w="13754100" h="584200">
                  <a:moveTo>
                    <a:pt x="12447663" y="584199"/>
                  </a:moveTo>
                  <a:lnTo>
                    <a:pt x="12428626" y="584199"/>
                  </a:lnTo>
                  <a:lnTo>
                    <a:pt x="12428626" y="571499"/>
                  </a:lnTo>
                  <a:lnTo>
                    <a:pt x="12447663" y="571499"/>
                  </a:lnTo>
                  <a:lnTo>
                    <a:pt x="12447663" y="584199"/>
                  </a:lnTo>
                  <a:close/>
                </a:path>
                <a:path w="13754100" h="584200">
                  <a:moveTo>
                    <a:pt x="12473063" y="584199"/>
                  </a:moveTo>
                  <a:lnTo>
                    <a:pt x="12454013" y="584199"/>
                  </a:lnTo>
                  <a:lnTo>
                    <a:pt x="12454013" y="571499"/>
                  </a:lnTo>
                  <a:lnTo>
                    <a:pt x="12473063" y="571499"/>
                  </a:lnTo>
                  <a:lnTo>
                    <a:pt x="12473063" y="584199"/>
                  </a:lnTo>
                  <a:close/>
                </a:path>
                <a:path w="13754100" h="584200">
                  <a:moveTo>
                    <a:pt x="12498451" y="584199"/>
                  </a:moveTo>
                  <a:lnTo>
                    <a:pt x="12479413" y="584199"/>
                  </a:lnTo>
                  <a:lnTo>
                    <a:pt x="12479413" y="571499"/>
                  </a:lnTo>
                  <a:lnTo>
                    <a:pt x="12498451" y="571499"/>
                  </a:lnTo>
                  <a:lnTo>
                    <a:pt x="12498451" y="584199"/>
                  </a:lnTo>
                  <a:close/>
                </a:path>
                <a:path w="13754100" h="584200">
                  <a:moveTo>
                    <a:pt x="12523851" y="584199"/>
                  </a:moveTo>
                  <a:lnTo>
                    <a:pt x="12504801" y="584199"/>
                  </a:lnTo>
                  <a:lnTo>
                    <a:pt x="12504801" y="571499"/>
                  </a:lnTo>
                  <a:lnTo>
                    <a:pt x="12523851" y="571499"/>
                  </a:lnTo>
                  <a:lnTo>
                    <a:pt x="12523851" y="584199"/>
                  </a:lnTo>
                  <a:close/>
                </a:path>
                <a:path w="13754100" h="584200">
                  <a:moveTo>
                    <a:pt x="12549251" y="584199"/>
                  </a:moveTo>
                  <a:lnTo>
                    <a:pt x="12530201" y="584199"/>
                  </a:lnTo>
                  <a:lnTo>
                    <a:pt x="12530201" y="571499"/>
                  </a:lnTo>
                  <a:lnTo>
                    <a:pt x="12549251" y="571499"/>
                  </a:lnTo>
                  <a:lnTo>
                    <a:pt x="12549251" y="584199"/>
                  </a:lnTo>
                  <a:close/>
                </a:path>
                <a:path w="13754100" h="584200">
                  <a:moveTo>
                    <a:pt x="12574638" y="584199"/>
                  </a:moveTo>
                  <a:lnTo>
                    <a:pt x="12555588" y="584199"/>
                  </a:lnTo>
                  <a:lnTo>
                    <a:pt x="12555588" y="571499"/>
                  </a:lnTo>
                  <a:lnTo>
                    <a:pt x="12574638" y="571499"/>
                  </a:lnTo>
                  <a:lnTo>
                    <a:pt x="12574638" y="584199"/>
                  </a:lnTo>
                  <a:close/>
                </a:path>
                <a:path w="13754100" h="584200">
                  <a:moveTo>
                    <a:pt x="12600038" y="584199"/>
                  </a:moveTo>
                  <a:lnTo>
                    <a:pt x="12580988" y="584199"/>
                  </a:lnTo>
                  <a:lnTo>
                    <a:pt x="12580988" y="571499"/>
                  </a:lnTo>
                  <a:lnTo>
                    <a:pt x="12600038" y="571499"/>
                  </a:lnTo>
                  <a:lnTo>
                    <a:pt x="12600038" y="584199"/>
                  </a:lnTo>
                  <a:close/>
                </a:path>
                <a:path w="13754100" h="584200">
                  <a:moveTo>
                    <a:pt x="12625425" y="584199"/>
                  </a:moveTo>
                  <a:lnTo>
                    <a:pt x="12606375" y="584199"/>
                  </a:lnTo>
                  <a:lnTo>
                    <a:pt x="12606375" y="571499"/>
                  </a:lnTo>
                  <a:lnTo>
                    <a:pt x="12625425" y="571499"/>
                  </a:lnTo>
                  <a:lnTo>
                    <a:pt x="12625425" y="584199"/>
                  </a:lnTo>
                  <a:close/>
                </a:path>
                <a:path w="13754100" h="584200">
                  <a:moveTo>
                    <a:pt x="12650825" y="584199"/>
                  </a:moveTo>
                  <a:lnTo>
                    <a:pt x="12631775" y="584199"/>
                  </a:lnTo>
                  <a:lnTo>
                    <a:pt x="12631775" y="571499"/>
                  </a:lnTo>
                  <a:lnTo>
                    <a:pt x="12650825" y="571499"/>
                  </a:lnTo>
                  <a:lnTo>
                    <a:pt x="12650825" y="584199"/>
                  </a:lnTo>
                  <a:close/>
                </a:path>
                <a:path w="13754100" h="584200">
                  <a:moveTo>
                    <a:pt x="12676212" y="584199"/>
                  </a:moveTo>
                  <a:lnTo>
                    <a:pt x="12657162" y="584199"/>
                  </a:lnTo>
                  <a:lnTo>
                    <a:pt x="12657162" y="571499"/>
                  </a:lnTo>
                  <a:lnTo>
                    <a:pt x="12676212" y="571499"/>
                  </a:lnTo>
                  <a:lnTo>
                    <a:pt x="12676212" y="584199"/>
                  </a:lnTo>
                  <a:close/>
                </a:path>
                <a:path w="13754100" h="584200">
                  <a:moveTo>
                    <a:pt x="12701612" y="584199"/>
                  </a:moveTo>
                  <a:lnTo>
                    <a:pt x="12682562" y="584199"/>
                  </a:lnTo>
                  <a:lnTo>
                    <a:pt x="12682562" y="571499"/>
                  </a:lnTo>
                  <a:lnTo>
                    <a:pt x="12701612" y="571499"/>
                  </a:lnTo>
                  <a:lnTo>
                    <a:pt x="12701612" y="584199"/>
                  </a:lnTo>
                  <a:close/>
                </a:path>
                <a:path w="13754100" h="584200">
                  <a:moveTo>
                    <a:pt x="12727000" y="584199"/>
                  </a:moveTo>
                  <a:lnTo>
                    <a:pt x="12707950" y="584199"/>
                  </a:lnTo>
                  <a:lnTo>
                    <a:pt x="12707950" y="571499"/>
                  </a:lnTo>
                  <a:lnTo>
                    <a:pt x="12727000" y="571499"/>
                  </a:lnTo>
                  <a:lnTo>
                    <a:pt x="12727000" y="584199"/>
                  </a:lnTo>
                  <a:close/>
                </a:path>
                <a:path w="13754100" h="584200">
                  <a:moveTo>
                    <a:pt x="12752400" y="584199"/>
                  </a:moveTo>
                  <a:lnTo>
                    <a:pt x="12733350" y="584199"/>
                  </a:lnTo>
                  <a:lnTo>
                    <a:pt x="12733350" y="571499"/>
                  </a:lnTo>
                  <a:lnTo>
                    <a:pt x="12752400" y="571499"/>
                  </a:lnTo>
                  <a:lnTo>
                    <a:pt x="12752400" y="584199"/>
                  </a:lnTo>
                  <a:close/>
                </a:path>
                <a:path w="13754100" h="584200">
                  <a:moveTo>
                    <a:pt x="12777787" y="584199"/>
                  </a:moveTo>
                  <a:lnTo>
                    <a:pt x="12758737" y="584199"/>
                  </a:lnTo>
                  <a:lnTo>
                    <a:pt x="12758737" y="571499"/>
                  </a:lnTo>
                  <a:lnTo>
                    <a:pt x="12777787" y="571499"/>
                  </a:lnTo>
                  <a:lnTo>
                    <a:pt x="12777787" y="584199"/>
                  </a:lnTo>
                  <a:close/>
                </a:path>
                <a:path w="13754100" h="584200">
                  <a:moveTo>
                    <a:pt x="12803187" y="584199"/>
                  </a:moveTo>
                  <a:lnTo>
                    <a:pt x="12784137" y="584199"/>
                  </a:lnTo>
                  <a:lnTo>
                    <a:pt x="12784137" y="571499"/>
                  </a:lnTo>
                  <a:lnTo>
                    <a:pt x="12803187" y="571499"/>
                  </a:lnTo>
                  <a:lnTo>
                    <a:pt x="12803187" y="584199"/>
                  </a:lnTo>
                  <a:close/>
                </a:path>
                <a:path w="13754100" h="584200">
                  <a:moveTo>
                    <a:pt x="12828574" y="584199"/>
                  </a:moveTo>
                  <a:lnTo>
                    <a:pt x="12809537" y="584199"/>
                  </a:lnTo>
                  <a:lnTo>
                    <a:pt x="12809537" y="571499"/>
                  </a:lnTo>
                  <a:lnTo>
                    <a:pt x="12828574" y="571499"/>
                  </a:lnTo>
                  <a:lnTo>
                    <a:pt x="12828574" y="584199"/>
                  </a:lnTo>
                  <a:close/>
                </a:path>
                <a:path w="13754100" h="584200">
                  <a:moveTo>
                    <a:pt x="12853974" y="584199"/>
                  </a:moveTo>
                  <a:lnTo>
                    <a:pt x="12834924" y="584199"/>
                  </a:lnTo>
                  <a:lnTo>
                    <a:pt x="12834924" y="571499"/>
                  </a:lnTo>
                  <a:lnTo>
                    <a:pt x="12853974" y="571499"/>
                  </a:lnTo>
                  <a:lnTo>
                    <a:pt x="12853974" y="584199"/>
                  </a:lnTo>
                  <a:close/>
                </a:path>
                <a:path w="13754100" h="584200">
                  <a:moveTo>
                    <a:pt x="12879362" y="584199"/>
                  </a:moveTo>
                  <a:lnTo>
                    <a:pt x="12860312" y="584199"/>
                  </a:lnTo>
                  <a:lnTo>
                    <a:pt x="12860312" y="571499"/>
                  </a:lnTo>
                  <a:lnTo>
                    <a:pt x="12879362" y="571499"/>
                  </a:lnTo>
                  <a:lnTo>
                    <a:pt x="12879362" y="584199"/>
                  </a:lnTo>
                  <a:close/>
                </a:path>
                <a:path w="13754100" h="584200">
                  <a:moveTo>
                    <a:pt x="12904762" y="584199"/>
                  </a:moveTo>
                  <a:lnTo>
                    <a:pt x="12885712" y="584199"/>
                  </a:lnTo>
                  <a:lnTo>
                    <a:pt x="12885712" y="571499"/>
                  </a:lnTo>
                  <a:lnTo>
                    <a:pt x="12904762" y="571499"/>
                  </a:lnTo>
                  <a:lnTo>
                    <a:pt x="12904762" y="584199"/>
                  </a:lnTo>
                  <a:close/>
                </a:path>
                <a:path w="13754100" h="584200">
                  <a:moveTo>
                    <a:pt x="12930149" y="584199"/>
                  </a:moveTo>
                  <a:lnTo>
                    <a:pt x="12911099" y="584199"/>
                  </a:lnTo>
                  <a:lnTo>
                    <a:pt x="12911099" y="571499"/>
                  </a:lnTo>
                  <a:lnTo>
                    <a:pt x="12930149" y="571499"/>
                  </a:lnTo>
                  <a:lnTo>
                    <a:pt x="12930149" y="584199"/>
                  </a:lnTo>
                  <a:close/>
                </a:path>
                <a:path w="13754100" h="584200">
                  <a:moveTo>
                    <a:pt x="12955549" y="584199"/>
                  </a:moveTo>
                  <a:lnTo>
                    <a:pt x="12936499" y="584199"/>
                  </a:lnTo>
                  <a:lnTo>
                    <a:pt x="12936499" y="571499"/>
                  </a:lnTo>
                  <a:lnTo>
                    <a:pt x="12955549" y="571499"/>
                  </a:lnTo>
                  <a:lnTo>
                    <a:pt x="12955549" y="584199"/>
                  </a:lnTo>
                  <a:close/>
                </a:path>
                <a:path w="13754100" h="584200">
                  <a:moveTo>
                    <a:pt x="12980936" y="584199"/>
                  </a:moveTo>
                  <a:lnTo>
                    <a:pt x="12961899" y="584199"/>
                  </a:lnTo>
                  <a:lnTo>
                    <a:pt x="12961899" y="571499"/>
                  </a:lnTo>
                  <a:lnTo>
                    <a:pt x="12980936" y="571499"/>
                  </a:lnTo>
                  <a:lnTo>
                    <a:pt x="12980936" y="584199"/>
                  </a:lnTo>
                  <a:close/>
                </a:path>
                <a:path w="13754100" h="584200">
                  <a:moveTo>
                    <a:pt x="13006336" y="584199"/>
                  </a:moveTo>
                  <a:lnTo>
                    <a:pt x="12987286" y="584199"/>
                  </a:lnTo>
                  <a:lnTo>
                    <a:pt x="12987286" y="571499"/>
                  </a:lnTo>
                  <a:lnTo>
                    <a:pt x="13006336" y="571499"/>
                  </a:lnTo>
                  <a:lnTo>
                    <a:pt x="13006336" y="584199"/>
                  </a:lnTo>
                  <a:close/>
                </a:path>
                <a:path w="13754100" h="584200">
                  <a:moveTo>
                    <a:pt x="13031723" y="584199"/>
                  </a:moveTo>
                  <a:lnTo>
                    <a:pt x="13012673" y="584199"/>
                  </a:lnTo>
                  <a:lnTo>
                    <a:pt x="13012673" y="571499"/>
                  </a:lnTo>
                  <a:lnTo>
                    <a:pt x="13031723" y="571499"/>
                  </a:lnTo>
                  <a:lnTo>
                    <a:pt x="13031723" y="584199"/>
                  </a:lnTo>
                  <a:close/>
                </a:path>
                <a:path w="13754100" h="584200">
                  <a:moveTo>
                    <a:pt x="13057123" y="584199"/>
                  </a:moveTo>
                  <a:lnTo>
                    <a:pt x="13038073" y="584199"/>
                  </a:lnTo>
                  <a:lnTo>
                    <a:pt x="13038073" y="571499"/>
                  </a:lnTo>
                  <a:lnTo>
                    <a:pt x="13057123" y="571499"/>
                  </a:lnTo>
                  <a:lnTo>
                    <a:pt x="13057123" y="584199"/>
                  </a:lnTo>
                  <a:close/>
                </a:path>
                <a:path w="13754100" h="584200">
                  <a:moveTo>
                    <a:pt x="13082511" y="584199"/>
                  </a:moveTo>
                  <a:lnTo>
                    <a:pt x="13063473" y="584199"/>
                  </a:lnTo>
                  <a:lnTo>
                    <a:pt x="13063473" y="571499"/>
                  </a:lnTo>
                  <a:lnTo>
                    <a:pt x="13082511" y="571499"/>
                  </a:lnTo>
                  <a:lnTo>
                    <a:pt x="13082511" y="584199"/>
                  </a:lnTo>
                  <a:close/>
                </a:path>
                <a:path w="13754100" h="584200">
                  <a:moveTo>
                    <a:pt x="13107911" y="584199"/>
                  </a:moveTo>
                  <a:lnTo>
                    <a:pt x="13088861" y="584199"/>
                  </a:lnTo>
                  <a:lnTo>
                    <a:pt x="13088861" y="571499"/>
                  </a:lnTo>
                  <a:lnTo>
                    <a:pt x="13107911" y="571499"/>
                  </a:lnTo>
                  <a:lnTo>
                    <a:pt x="13107911" y="584199"/>
                  </a:lnTo>
                  <a:close/>
                </a:path>
                <a:path w="13754100" h="584200">
                  <a:moveTo>
                    <a:pt x="13133298" y="584199"/>
                  </a:moveTo>
                  <a:lnTo>
                    <a:pt x="13114261" y="584199"/>
                  </a:lnTo>
                  <a:lnTo>
                    <a:pt x="13114261" y="571499"/>
                  </a:lnTo>
                  <a:lnTo>
                    <a:pt x="13133298" y="571499"/>
                  </a:lnTo>
                  <a:lnTo>
                    <a:pt x="13133298" y="584199"/>
                  </a:lnTo>
                  <a:close/>
                </a:path>
                <a:path w="13754100" h="584200">
                  <a:moveTo>
                    <a:pt x="13158698" y="584199"/>
                  </a:moveTo>
                  <a:lnTo>
                    <a:pt x="13139648" y="584199"/>
                  </a:lnTo>
                  <a:lnTo>
                    <a:pt x="13139648" y="571499"/>
                  </a:lnTo>
                  <a:lnTo>
                    <a:pt x="13158698" y="571499"/>
                  </a:lnTo>
                  <a:lnTo>
                    <a:pt x="13158698" y="584199"/>
                  </a:lnTo>
                  <a:close/>
                </a:path>
                <a:path w="13754100" h="584200">
                  <a:moveTo>
                    <a:pt x="13184085" y="584199"/>
                  </a:moveTo>
                  <a:lnTo>
                    <a:pt x="13165048" y="584199"/>
                  </a:lnTo>
                  <a:lnTo>
                    <a:pt x="13165048" y="571499"/>
                  </a:lnTo>
                  <a:lnTo>
                    <a:pt x="13184085" y="571499"/>
                  </a:lnTo>
                  <a:lnTo>
                    <a:pt x="13184085" y="584199"/>
                  </a:lnTo>
                  <a:close/>
                </a:path>
                <a:path w="13754100" h="584200">
                  <a:moveTo>
                    <a:pt x="13209485" y="584199"/>
                  </a:moveTo>
                  <a:lnTo>
                    <a:pt x="13190435" y="584199"/>
                  </a:lnTo>
                  <a:lnTo>
                    <a:pt x="13190435" y="571499"/>
                  </a:lnTo>
                  <a:lnTo>
                    <a:pt x="13209485" y="571499"/>
                  </a:lnTo>
                  <a:lnTo>
                    <a:pt x="13209485" y="584199"/>
                  </a:lnTo>
                  <a:close/>
                </a:path>
                <a:path w="13754100" h="584200">
                  <a:moveTo>
                    <a:pt x="13234873" y="584199"/>
                  </a:moveTo>
                  <a:lnTo>
                    <a:pt x="13215835" y="584199"/>
                  </a:lnTo>
                  <a:lnTo>
                    <a:pt x="13215835" y="571499"/>
                  </a:lnTo>
                  <a:lnTo>
                    <a:pt x="13234873" y="571499"/>
                  </a:lnTo>
                  <a:lnTo>
                    <a:pt x="13234873" y="584199"/>
                  </a:lnTo>
                  <a:close/>
                </a:path>
                <a:path w="13754100" h="584200">
                  <a:moveTo>
                    <a:pt x="13260273" y="584199"/>
                  </a:moveTo>
                  <a:lnTo>
                    <a:pt x="13241223" y="584199"/>
                  </a:lnTo>
                  <a:lnTo>
                    <a:pt x="13241223" y="571499"/>
                  </a:lnTo>
                  <a:lnTo>
                    <a:pt x="13260273" y="571499"/>
                  </a:lnTo>
                  <a:lnTo>
                    <a:pt x="13260273" y="584199"/>
                  </a:lnTo>
                  <a:close/>
                </a:path>
                <a:path w="13754100" h="584200">
                  <a:moveTo>
                    <a:pt x="13285660" y="584199"/>
                  </a:moveTo>
                  <a:lnTo>
                    <a:pt x="13266623" y="584199"/>
                  </a:lnTo>
                  <a:lnTo>
                    <a:pt x="13266623" y="571499"/>
                  </a:lnTo>
                  <a:lnTo>
                    <a:pt x="13285660" y="571499"/>
                  </a:lnTo>
                  <a:lnTo>
                    <a:pt x="13285660" y="584199"/>
                  </a:lnTo>
                  <a:close/>
                </a:path>
                <a:path w="13754100" h="584200">
                  <a:moveTo>
                    <a:pt x="13311060" y="584199"/>
                  </a:moveTo>
                  <a:lnTo>
                    <a:pt x="13292010" y="584199"/>
                  </a:lnTo>
                  <a:lnTo>
                    <a:pt x="13292010" y="571499"/>
                  </a:lnTo>
                  <a:lnTo>
                    <a:pt x="13311060" y="571499"/>
                  </a:lnTo>
                  <a:lnTo>
                    <a:pt x="13311060" y="584199"/>
                  </a:lnTo>
                  <a:close/>
                </a:path>
                <a:path w="13754100" h="584200">
                  <a:moveTo>
                    <a:pt x="13336447" y="584199"/>
                  </a:moveTo>
                  <a:lnTo>
                    <a:pt x="13317410" y="584199"/>
                  </a:lnTo>
                  <a:lnTo>
                    <a:pt x="13317410" y="571499"/>
                  </a:lnTo>
                  <a:lnTo>
                    <a:pt x="13336447" y="571499"/>
                  </a:lnTo>
                  <a:lnTo>
                    <a:pt x="13336447" y="584199"/>
                  </a:lnTo>
                  <a:close/>
                </a:path>
                <a:path w="13754100" h="584200">
                  <a:moveTo>
                    <a:pt x="13361847" y="584199"/>
                  </a:moveTo>
                  <a:lnTo>
                    <a:pt x="13342797" y="584199"/>
                  </a:lnTo>
                  <a:lnTo>
                    <a:pt x="13342797" y="571499"/>
                  </a:lnTo>
                  <a:lnTo>
                    <a:pt x="13361847" y="571499"/>
                  </a:lnTo>
                  <a:lnTo>
                    <a:pt x="13361847" y="584199"/>
                  </a:lnTo>
                  <a:close/>
                </a:path>
                <a:path w="13754100" h="584200">
                  <a:moveTo>
                    <a:pt x="13387235" y="584199"/>
                  </a:moveTo>
                  <a:lnTo>
                    <a:pt x="13368197" y="584199"/>
                  </a:lnTo>
                  <a:lnTo>
                    <a:pt x="13368197" y="571499"/>
                  </a:lnTo>
                  <a:lnTo>
                    <a:pt x="13387235" y="571499"/>
                  </a:lnTo>
                  <a:lnTo>
                    <a:pt x="13387235" y="584199"/>
                  </a:lnTo>
                  <a:close/>
                </a:path>
                <a:path w="13754100" h="584200">
                  <a:moveTo>
                    <a:pt x="13412635" y="584199"/>
                  </a:moveTo>
                  <a:lnTo>
                    <a:pt x="13393585" y="584199"/>
                  </a:lnTo>
                  <a:lnTo>
                    <a:pt x="13393585" y="571499"/>
                  </a:lnTo>
                  <a:lnTo>
                    <a:pt x="13412635" y="571499"/>
                  </a:lnTo>
                  <a:lnTo>
                    <a:pt x="13412635" y="584199"/>
                  </a:lnTo>
                  <a:close/>
                </a:path>
                <a:path w="13754100" h="584200">
                  <a:moveTo>
                    <a:pt x="13438022" y="584199"/>
                  </a:moveTo>
                  <a:lnTo>
                    <a:pt x="13418985" y="584199"/>
                  </a:lnTo>
                  <a:lnTo>
                    <a:pt x="13418985" y="571499"/>
                  </a:lnTo>
                  <a:lnTo>
                    <a:pt x="13438022" y="571499"/>
                  </a:lnTo>
                  <a:lnTo>
                    <a:pt x="13438022" y="584199"/>
                  </a:lnTo>
                  <a:close/>
                </a:path>
                <a:path w="13754100" h="584200">
                  <a:moveTo>
                    <a:pt x="13463422" y="584199"/>
                  </a:moveTo>
                  <a:lnTo>
                    <a:pt x="13444372" y="584199"/>
                  </a:lnTo>
                  <a:lnTo>
                    <a:pt x="13444372" y="571499"/>
                  </a:lnTo>
                  <a:lnTo>
                    <a:pt x="13463422" y="571499"/>
                  </a:lnTo>
                  <a:lnTo>
                    <a:pt x="13463422" y="584199"/>
                  </a:lnTo>
                  <a:close/>
                </a:path>
                <a:path w="13754100" h="584200">
                  <a:moveTo>
                    <a:pt x="13488809" y="584199"/>
                  </a:moveTo>
                  <a:lnTo>
                    <a:pt x="13469772" y="584199"/>
                  </a:lnTo>
                  <a:lnTo>
                    <a:pt x="13469772" y="571499"/>
                  </a:lnTo>
                  <a:lnTo>
                    <a:pt x="13488809" y="571499"/>
                  </a:lnTo>
                  <a:lnTo>
                    <a:pt x="13488809" y="584199"/>
                  </a:lnTo>
                  <a:close/>
                </a:path>
                <a:path w="13754100" h="584200">
                  <a:moveTo>
                    <a:pt x="13504646" y="584136"/>
                  </a:moveTo>
                  <a:lnTo>
                    <a:pt x="13495159" y="584136"/>
                  </a:lnTo>
                  <a:lnTo>
                    <a:pt x="13495159" y="571436"/>
                  </a:lnTo>
                  <a:lnTo>
                    <a:pt x="13504646" y="571436"/>
                  </a:lnTo>
                  <a:lnTo>
                    <a:pt x="13504646" y="584136"/>
                  </a:lnTo>
                  <a:close/>
                </a:path>
                <a:path w="13754100" h="584200">
                  <a:moveTo>
                    <a:pt x="13514260" y="584136"/>
                  </a:moveTo>
                  <a:lnTo>
                    <a:pt x="13504646" y="584136"/>
                  </a:lnTo>
                  <a:lnTo>
                    <a:pt x="13504646" y="571436"/>
                  </a:lnTo>
                  <a:lnTo>
                    <a:pt x="13514069" y="571436"/>
                  </a:lnTo>
                  <a:lnTo>
                    <a:pt x="13514158" y="577786"/>
                  </a:lnTo>
                  <a:lnTo>
                    <a:pt x="13514260" y="584136"/>
                  </a:lnTo>
                  <a:close/>
                </a:path>
                <a:path w="13754100" h="584200">
                  <a:moveTo>
                    <a:pt x="13520648" y="584009"/>
                  </a:moveTo>
                  <a:lnTo>
                    <a:pt x="13520331" y="571309"/>
                  </a:lnTo>
                  <a:lnTo>
                    <a:pt x="13526668" y="571144"/>
                  </a:lnTo>
                  <a:lnTo>
                    <a:pt x="13532929" y="570890"/>
                  </a:lnTo>
                  <a:lnTo>
                    <a:pt x="13539114" y="570547"/>
                  </a:lnTo>
                  <a:lnTo>
                    <a:pt x="13539825" y="583222"/>
                  </a:lnTo>
                  <a:lnTo>
                    <a:pt x="13533513" y="583577"/>
                  </a:lnTo>
                  <a:lnTo>
                    <a:pt x="13527112" y="583844"/>
                  </a:lnTo>
                  <a:lnTo>
                    <a:pt x="13520648" y="584009"/>
                  </a:lnTo>
                  <a:close/>
                </a:path>
                <a:path w="13754100" h="584200">
                  <a:moveTo>
                    <a:pt x="13546226" y="582828"/>
                  </a:moveTo>
                  <a:lnTo>
                    <a:pt x="13545375" y="570153"/>
                  </a:lnTo>
                  <a:lnTo>
                    <a:pt x="13551700" y="569734"/>
                  </a:lnTo>
                  <a:lnTo>
                    <a:pt x="13557935" y="569213"/>
                  </a:lnTo>
                  <a:lnTo>
                    <a:pt x="13564082" y="568604"/>
                  </a:lnTo>
                  <a:lnTo>
                    <a:pt x="13565339" y="581240"/>
                  </a:lnTo>
                  <a:lnTo>
                    <a:pt x="13559066" y="581863"/>
                  </a:lnTo>
                  <a:lnTo>
                    <a:pt x="13552678" y="582396"/>
                  </a:lnTo>
                  <a:lnTo>
                    <a:pt x="13546226" y="582828"/>
                  </a:lnTo>
                  <a:close/>
                </a:path>
                <a:path w="13754100" h="584200">
                  <a:moveTo>
                    <a:pt x="13571728" y="580567"/>
                  </a:moveTo>
                  <a:lnTo>
                    <a:pt x="13570331" y="567943"/>
                  </a:lnTo>
                  <a:lnTo>
                    <a:pt x="13576642" y="567245"/>
                  </a:lnTo>
                  <a:lnTo>
                    <a:pt x="13582853" y="566445"/>
                  </a:lnTo>
                  <a:lnTo>
                    <a:pt x="13588936" y="565556"/>
                  </a:lnTo>
                  <a:lnTo>
                    <a:pt x="13590778" y="578116"/>
                  </a:lnTo>
                  <a:lnTo>
                    <a:pt x="13584542" y="579031"/>
                  </a:lnTo>
                  <a:lnTo>
                    <a:pt x="13578192" y="579856"/>
                  </a:lnTo>
                  <a:lnTo>
                    <a:pt x="13571728" y="580567"/>
                  </a:lnTo>
                  <a:close/>
                </a:path>
                <a:path w="13754100" h="584200">
                  <a:moveTo>
                    <a:pt x="13597128" y="577151"/>
                  </a:moveTo>
                  <a:lnTo>
                    <a:pt x="13595134" y="564603"/>
                  </a:lnTo>
                  <a:lnTo>
                    <a:pt x="13601420" y="563600"/>
                  </a:lnTo>
                  <a:lnTo>
                    <a:pt x="13607580" y="562508"/>
                  </a:lnTo>
                  <a:lnTo>
                    <a:pt x="13613587" y="561301"/>
                  </a:lnTo>
                  <a:lnTo>
                    <a:pt x="13616076" y="573760"/>
                  </a:lnTo>
                  <a:lnTo>
                    <a:pt x="13609904" y="574992"/>
                  </a:lnTo>
                  <a:lnTo>
                    <a:pt x="13603579" y="576122"/>
                  </a:lnTo>
                  <a:lnTo>
                    <a:pt x="13597128" y="577151"/>
                  </a:lnTo>
                  <a:close/>
                </a:path>
                <a:path w="13754100" h="584200">
                  <a:moveTo>
                    <a:pt x="13622337" y="572465"/>
                  </a:moveTo>
                  <a:lnTo>
                    <a:pt x="13619683" y="560044"/>
                  </a:lnTo>
                  <a:lnTo>
                    <a:pt x="13625931" y="558711"/>
                  </a:lnTo>
                  <a:lnTo>
                    <a:pt x="13632002" y="557263"/>
                  </a:lnTo>
                  <a:lnTo>
                    <a:pt x="13637894" y="555726"/>
                  </a:lnTo>
                  <a:lnTo>
                    <a:pt x="13641108" y="568007"/>
                  </a:lnTo>
                  <a:lnTo>
                    <a:pt x="13635024" y="569594"/>
                  </a:lnTo>
                  <a:lnTo>
                    <a:pt x="13628763" y="571080"/>
                  </a:lnTo>
                  <a:lnTo>
                    <a:pt x="13622337" y="572465"/>
                  </a:lnTo>
                  <a:close/>
                </a:path>
                <a:path w="13754100" h="584200">
                  <a:moveTo>
                    <a:pt x="13647343" y="566318"/>
                  </a:moveTo>
                  <a:lnTo>
                    <a:pt x="13643927" y="554088"/>
                  </a:lnTo>
                  <a:lnTo>
                    <a:pt x="13650099" y="552361"/>
                  </a:lnTo>
                  <a:lnTo>
                    <a:pt x="13656043" y="550532"/>
                  </a:lnTo>
                  <a:lnTo>
                    <a:pt x="13661745" y="548601"/>
                  </a:lnTo>
                  <a:lnTo>
                    <a:pt x="13665822" y="560616"/>
                  </a:lnTo>
                  <a:lnTo>
                    <a:pt x="13659891" y="562635"/>
                  </a:lnTo>
                  <a:lnTo>
                    <a:pt x="13653731" y="564540"/>
                  </a:lnTo>
                  <a:lnTo>
                    <a:pt x="13647343" y="566318"/>
                  </a:lnTo>
                  <a:close/>
                </a:path>
                <a:path w="13754100" h="584200">
                  <a:moveTo>
                    <a:pt x="13671905" y="558482"/>
                  </a:moveTo>
                  <a:lnTo>
                    <a:pt x="13667574" y="546544"/>
                  </a:lnTo>
                  <a:lnTo>
                    <a:pt x="13673632" y="544347"/>
                  </a:lnTo>
                  <a:lnTo>
                    <a:pt x="13679373" y="542035"/>
                  </a:lnTo>
                  <a:lnTo>
                    <a:pt x="13684783" y="539622"/>
                  </a:lnTo>
                  <a:lnTo>
                    <a:pt x="13689965" y="551218"/>
                  </a:lnTo>
                  <a:lnTo>
                    <a:pt x="13684250" y="553770"/>
                  </a:lnTo>
                  <a:lnTo>
                    <a:pt x="13678230" y="556196"/>
                  </a:lnTo>
                  <a:lnTo>
                    <a:pt x="13671905" y="558482"/>
                  </a:lnTo>
                  <a:close/>
                </a:path>
                <a:path w="13754100" h="584200">
                  <a:moveTo>
                    <a:pt x="13739088" y="518071"/>
                  </a:moveTo>
                  <a:lnTo>
                    <a:pt x="13729589" y="509650"/>
                  </a:lnTo>
                  <a:lnTo>
                    <a:pt x="13733741" y="504977"/>
                  </a:lnTo>
                  <a:lnTo>
                    <a:pt x="13736671" y="500418"/>
                  </a:lnTo>
                  <a:lnTo>
                    <a:pt x="13736777" y="500252"/>
                  </a:lnTo>
                  <a:lnTo>
                    <a:pt x="13738720" y="495553"/>
                  </a:lnTo>
                  <a:lnTo>
                    <a:pt x="13750455" y="500418"/>
                  </a:lnTo>
                  <a:lnTo>
                    <a:pt x="13747877" y="506641"/>
                  </a:lnTo>
                  <a:lnTo>
                    <a:pt x="13744003" y="512533"/>
                  </a:lnTo>
                  <a:lnTo>
                    <a:pt x="13739088" y="518071"/>
                  </a:lnTo>
                  <a:close/>
                </a:path>
                <a:path w="13754100" h="584200">
                  <a:moveTo>
                    <a:pt x="13718705" y="535533"/>
                  </a:moveTo>
                  <a:lnTo>
                    <a:pt x="13711580" y="525017"/>
                  </a:lnTo>
                  <a:lnTo>
                    <a:pt x="13716939" y="521398"/>
                  </a:lnTo>
                  <a:lnTo>
                    <a:pt x="13721600" y="517664"/>
                  </a:lnTo>
                  <a:lnTo>
                    <a:pt x="13725550" y="513854"/>
                  </a:lnTo>
                  <a:lnTo>
                    <a:pt x="13734364" y="522998"/>
                  </a:lnTo>
                  <a:lnTo>
                    <a:pt x="13729804" y="527392"/>
                  </a:lnTo>
                  <a:lnTo>
                    <a:pt x="13724559" y="531571"/>
                  </a:lnTo>
                  <a:lnTo>
                    <a:pt x="13718705" y="535533"/>
                  </a:lnTo>
                  <a:close/>
                </a:path>
                <a:path w="13754100" h="584200">
                  <a:moveTo>
                    <a:pt x="13695857" y="548487"/>
                  </a:moveTo>
                  <a:lnTo>
                    <a:pt x="13690358" y="537044"/>
                  </a:lnTo>
                  <a:lnTo>
                    <a:pt x="13696188" y="534250"/>
                  </a:lnTo>
                  <a:lnTo>
                    <a:pt x="13701572" y="531317"/>
                  </a:lnTo>
                  <a:lnTo>
                    <a:pt x="13706487" y="528294"/>
                  </a:lnTo>
                  <a:lnTo>
                    <a:pt x="13713142" y="539114"/>
                  </a:lnTo>
                  <a:lnTo>
                    <a:pt x="13707821" y="542391"/>
                  </a:lnTo>
                  <a:lnTo>
                    <a:pt x="13702042" y="545528"/>
                  </a:lnTo>
                  <a:lnTo>
                    <a:pt x="13695857" y="548487"/>
                  </a:lnTo>
                  <a:close/>
                </a:path>
                <a:path w="13754100" h="584200">
                  <a:moveTo>
                    <a:pt x="13752741" y="493534"/>
                  </a:moveTo>
                  <a:lnTo>
                    <a:pt x="13740422" y="490448"/>
                  </a:lnTo>
                  <a:lnTo>
                    <a:pt x="13741069" y="487845"/>
                  </a:lnTo>
                  <a:lnTo>
                    <a:pt x="13741400" y="485228"/>
                  </a:lnTo>
                  <a:lnTo>
                    <a:pt x="13741400" y="473062"/>
                  </a:lnTo>
                  <a:lnTo>
                    <a:pt x="13754100" y="473062"/>
                  </a:lnTo>
                  <a:lnTo>
                    <a:pt x="13754100" y="486295"/>
                  </a:lnTo>
                  <a:lnTo>
                    <a:pt x="13753642" y="489940"/>
                  </a:lnTo>
                  <a:lnTo>
                    <a:pt x="13752741" y="493534"/>
                  </a:lnTo>
                  <a:close/>
                </a:path>
                <a:path w="13754100" h="584200">
                  <a:moveTo>
                    <a:pt x="13754100" y="466699"/>
                  </a:moveTo>
                  <a:lnTo>
                    <a:pt x="13741400" y="466699"/>
                  </a:lnTo>
                  <a:lnTo>
                    <a:pt x="13741400" y="447649"/>
                  </a:lnTo>
                  <a:lnTo>
                    <a:pt x="13754100" y="447649"/>
                  </a:lnTo>
                  <a:lnTo>
                    <a:pt x="13754100" y="466699"/>
                  </a:lnTo>
                  <a:close/>
                </a:path>
                <a:path w="13754100" h="584200">
                  <a:moveTo>
                    <a:pt x="13754100" y="441299"/>
                  </a:moveTo>
                  <a:lnTo>
                    <a:pt x="13741400" y="441299"/>
                  </a:lnTo>
                  <a:lnTo>
                    <a:pt x="13741400" y="422249"/>
                  </a:lnTo>
                  <a:lnTo>
                    <a:pt x="13754100" y="422249"/>
                  </a:lnTo>
                  <a:lnTo>
                    <a:pt x="13754100" y="441299"/>
                  </a:lnTo>
                  <a:close/>
                </a:path>
                <a:path w="13754100" h="584200">
                  <a:moveTo>
                    <a:pt x="13754100" y="415899"/>
                  </a:moveTo>
                  <a:lnTo>
                    <a:pt x="13741400" y="415899"/>
                  </a:lnTo>
                  <a:lnTo>
                    <a:pt x="13741400" y="396836"/>
                  </a:lnTo>
                  <a:lnTo>
                    <a:pt x="13754100" y="396836"/>
                  </a:lnTo>
                  <a:lnTo>
                    <a:pt x="13754100" y="415899"/>
                  </a:lnTo>
                  <a:close/>
                </a:path>
                <a:path w="13754100" h="584200">
                  <a:moveTo>
                    <a:pt x="13754100" y="390486"/>
                  </a:moveTo>
                  <a:lnTo>
                    <a:pt x="13741400" y="390486"/>
                  </a:lnTo>
                  <a:lnTo>
                    <a:pt x="13741400" y="371436"/>
                  </a:lnTo>
                  <a:lnTo>
                    <a:pt x="13754100" y="371436"/>
                  </a:lnTo>
                  <a:lnTo>
                    <a:pt x="13754100" y="390486"/>
                  </a:lnTo>
                  <a:close/>
                </a:path>
                <a:path w="13754100" h="584200">
                  <a:moveTo>
                    <a:pt x="13754100" y="365086"/>
                  </a:moveTo>
                  <a:lnTo>
                    <a:pt x="13741400" y="365086"/>
                  </a:lnTo>
                  <a:lnTo>
                    <a:pt x="13741400" y="346024"/>
                  </a:lnTo>
                  <a:lnTo>
                    <a:pt x="13754100" y="346024"/>
                  </a:lnTo>
                  <a:lnTo>
                    <a:pt x="13754100" y="365086"/>
                  </a:lnTo>
                  <a:close/>
                </a:path>
                <a:path w="13754100" h="584200">
                  <a:moveTo>
                    <a:pt x="13754100" y="339674"/>
                  </a:moveTo>
                  <a:lnTo>
                    <a:pt x="13741400" y="339674"/>
                  </a:lnTo>
                  <a:lnTo>
                    <a:pt x="13741400" y="320624"/>
                  </a:lnTo>
                  <a:lnTo>
                    <a:pt x="13754100" y="320624"/>
                  </a:lnTo>
                  <a:lnTo>
                    <a:pt x="13754100" y="339674"/>
                  </a:lnTo>
                  <a:close/>
                </a:path>
                <a:path w="13754100" h="584200">
                  <a:moveTo>
                    <a:pt x="13754100" y="314274"/>
                  </a:moveTo>
                  <a:lnTo>
                    <a:pt x="13741400" y="314274"/>
                  </a:lnTo>
                  <a:lnTo>
                    <a:pt x="13741400" y="295211"/>
                  </a:lnTo>
                  <a:lnTo>
                    <a:pt x="13754100" y="295211"/>
                  </a:lnTo>
                  <a:lnTo>
                    <a:pt x="13754100" y="314274"/>
                  </a:lnTo>
                  <a:close/>
                </a:path>
                <a:path w="13754100" h="584200">
                  <a:moveTo>
                    <a:pt x="13754100" y="288861"/>
                  </a:moveTo>
                  <a:lnTo>
                    <a:pt x="13741400" y="288861"/>
                  </a:lnTo>
                  <a:lnTo>
                    <a:pt x="13741400" y="269811"/>
                  </a:lnTo>
                  <a:lnTo>
                    <a:pt x="13754100" y="269811"/>
                  </a:lnTo>
                  <a:lnTo>
                    <a:pt x="13754100" y="288861"/>
                  </a:lnTo>
                  <a:close/>
                </a:path>
                <a:path w="13754100" h="584200">
                  <a:moveTo>
                    <a:pt x="13754100" y="263461"/>
                  </a:moveTo>
                  <a:lnTo>
                    <a:pt x="13741400" y="263461"/>
                  </a:lnTo>
                  <a:lnTo>
                    <a:pt x="13741400" y="244411"/>
                  </a:lnTo>
                  <a:lnTo>
                    <a:pt x="13754100" y="244411"/>
                  </a:lnTo>
                  <a:lnTo>
                    <a:pt x="13754100" y="263461"/>
                  </a:lnTo>
                  <a:close/>
                </a:path>
                <a:path w="13754100" h="584200">
                  <a:moveTo>
                    <a:pt x="13754100" y="238048"/>
                  </a:moveTo>
                  <a:lnTo>
                    <a:pt x="13741400" y="238048"/>
                  </a:lnTo>
                  <a:lnTo>
                    <a:pt x="13741400" y="218998"/>
                  </a:lnTo>
                  <a:lnTo>
                    <a:pt x="13754100" y="218998"/>
                  </a:lnTo>
                  <a:lnTo>
                    <a:pt x="13754100" y="238048"/>
                  </a:lnTo>
                  <a:close/>
                </a:path>
                <a:path w="13754100" h="584200">
                  <a:moveTo>
                    <a:pt x="13754100" y="212648"/>
                  </a:moveTo>
                  <a:lnTo>
                    <a:pt x="13741400" y="212648"/>
                  </a:lnTo>
                  <a:lnTo>
                    <a:pt x="13741400" y="193598"/>
                  </a:lnTo>
                  <a:lnTo>
                    <a:pt x="13754100" y="193598"/>
                  </a:lnTo>
                  <a:lnTo>
                    <a:pt x="13754100" y="212648"/>
                  </a:lnTo>
                  <a:close/>
                </a:path>
                <a:path w="13754100" h="584200">
                  <a:moveTo>
                    <a:pt x="13754100" y="187248"/>
                  </a:moveTo>
                  <a:lnTo>
                    <a:pt x="13741400" y="187248"/>
                  </a:lnTo>
                  <a:lnTo>
                    <a:pt x="13741400" y="168186"/>
                  </a:lnTo>
                  <a:lnTo>
                    <a:pt x="13754100" y="168186"/>
                  </a:lnTo>
                  <a:lnTo>
                    <a:pt x="13754100" y="187248"/>
                  </a:lnTo>
                  <a:close/>
                </a:path>
                <a:path w="13754100" h="584200">
                  <a:moveTo>
                    <a:pt x="13754100" y="161836"/>
                  </a:moveTo>
                  <a:lnTo>
                    <a:pt x="13741400" y="161836"/>
                  </a:lnTo>
                  <a:lnTo>
                    <a:pt x="13741400" y="142786"/>
                  </a:lnTo>
                  <a:lnTo>
                    <a:pt x="13754100" y="142786"/>
                  </a:lnTo>
                  <a:lnTo>
                    <a:pt x="13754100" y="161836"/>
                  </a:lnTo>
                  <a:close/>
                </a:path>
                <a:path w="13754100" h="584200">
                  <a:moveTo>
                    <a:pt x="13754100" y="136436"/>
                  </a:moveTo>
                  <a:lnTo>
                    <a:pt x="13741400" y="136436"/>
                  </a:lnTo>
                  <a:lnTo>
                    <a:pt x="13741400" y="117373"/>
                  </a:lnTo>
                  <a:lnTo>
                    <a:pt x="13754100" y="117373"/>
                  </a:lnTo>
                  <a:lnTo>
                    <a:pt x="13754100" y="136436"/>
                  </a:lnTo>
                  <a:close/>
                </a:path>
                <a:path w="13754100" h="584200">
                  <a:moveTo>
                    <a:pt x="13754100" y="111023"/>
                  </a:moveTo>
                  <a:lnTo>
                    <a:pt x="13741400" y="111023"/>
                  </a:lnTo>
                  <a:lnTo>
                    <a:pt x="13741400" y="98856"/>
                  </a:lnTo>
                  <a:lnTo>
                    <a:pt x="13741069" y="96240"/>
                  </a:lnTo>
                  <a:lnTo>
                    <a:pt x="13740545" y="94132"/>
                  </a:lnTo>
                  <a:lnTo>
                    <a:pt x="13740422" y="93637"/>
                  </a:lnTo>
                  <a:lnTo>
                    <a:pt x="13752741" y="90550"/>
                  </a:lnTo>
                  <a:lnTo>
                    <a:pt x="13753518" y="93637"/>
                  </a:lnTo>
                  <a:lnTo>
                    <a:pt x="13753642" y="94132"/>
                  </a:lnTo>
                  <a:lnTo>
                    <a:pt x="13754100" y="97789"/>
                  </a:lnTo>
                  <a:lnTo>
                    <a:pt x="13754100" y="111023"/>
                  </a:lnTo>
                  <a:close/>
                </a:path>
                <a:path w="13754100" h="584200">
                  <a:moveTo>
                    <a:pt x="13706487" y="55816"/>
                  </a:moveTo>
                  <a:lnTo>
                    <a:pt x="13701572" y="52793"/>
                  </a:lnTo>
                  <a:lnTo>
                    <a:pt x="13696175" y="49872"/>
                  </a:lnTo>
                  <a:lnTo>
                    <a:pt x="13690346" y="47078"/>
                  </a:lnTo>
                  <a:lnTo>
                    <a:pt x="13695832" y="35623"/>
                  </a:lnTo>
                  <a:lnTo>
                    <a:pt x="13702017" y="38595"/>
                  </a:lnTo>
                  <a:lnTo>
                    <a:pt x="13707795" y="41719"/>
                  </a:lnTo>
                  <a:lnTo>
                    <a:pt x="13713129" y="44996"/>
                  </a:lnTo>
                  <a:lnTo>
                    <a:pt x="13706487" y="55816"/>
                  </a:lnTo>
                  <a:close/>
                </a:path>
                <a:path w="13754100" h="584200">
                  <a:moveTo>
                    <a:pt x="13725537" y="70243"/>
                  </a:moveTo>
                  <a:lnTo>
                    <a:pt x="13721588" y="66433"/>
                  </a:lnTo>
                  <a:lnTo>
                    <a:pt x="13716927" y="62712"/>
                  </a:lnTo>
                  <a:lnTo>
                    <a:pt x="13711580" y="59093"/>
                  </a:lnTo>
                  <a:lnTo>
                    <a:pt x="13718679" y="48564"/>
                  </a:lnTo>
                  <a:lnTo>
                    <a:pt x="13724547" y="52527"/>
                  </a:lnTo>
                  <a:lnTo>
                    <a:pt x="13729804" y="56705"/>
                  </a:lnTo>
                  <a:lnTo>
                    <a:pt x="13734351" y="61086"/>
                  </a:lnTo>
                  <a:lnTo>
                    <a:pt x="13725537" y="70243"/>
                  </a:lnTo>
                  <a:close/>
                </a:path>
                <a:path w="13754100" h="584200">
                  <a:moveTo>
                    <a:pt x="13738720" y="88531"/>
                  </a:moveTo>
                  <a:lnTo>
                    <a:pt x="13736777" y="83832"/>
                  </a:lnTo>
                  <a:lnTo>
                    <a:pt x="13733741" y="79120"/>
                  </a:lnTo>
                  <a:lnTo>
                    <a:pt x="13729589" y="74447"/>
                  </a:lnTo>
                  <a:lnTo>
                    <a:pt x="13739088" y="66014"/>
                  </a:lnTo>
                  <a:lnTo>
                    <a:pt x="13744003" y="71551"/>
                  </a:lnTo>
                  <a:lnTo>
                    <a:pt x="13747864" y="77444"/>
                  </a:lnTo>
                  <a:lnTo>
                    <a:pt x="13750455" y="83667"/>
                  </a:lnTo>
                  <a:lnTo>
                    <a:pt x="13738720" y="88531"/>
                  </a:lnTo>
                  <a:close/>
                </a:path>
                <a:path w="13754100" h="584200">
                  <a:moveTo>
                    <a:pt x="13684783" y="44513"/>
                  </a:moveTo>
                  <a:lnTo>
                    <a:pt x="13679360" y="42100"/>
                  </a:lnTo>
                  <a:lnTo>
                    <a:pt x="13673620" y="39789"/>
                  </a:lnTo>
                  <a:lnTo>
                    <a:pt x="13667562" y="37591"/>
                  </a:lnTo>
                  <a:lnTo>
                    <a:pt x="13671892" y="25653"/>
                  </a:lnTo>
                  <a:lnTo>
                    <a:pt x="13678204" y="27939"/>
                  </a:lnTo>
                  <a:lnTo>
                    <a:pt x="13684237" y="30365"/>
                  </a:lnTo>
                  <a:lnTo>
                    <a:pt x="13689939" y="32905"/>
                  </a:lnTo>
                  <a:lnTo>
                    <a:pt x="13684783" y="44513"/>
                  </a:lnTo>
                  <a:close/>
                </a:path>
                <a:path w="13754100" h="584200">
                  <a:moveTo>
                    <a:pt x="13661732" y="35547"/>
                  </a:moveTo>
                  <a:lnTo>
                    <a:pt x="13656030" y="33616"/>
                  </a:lnTo>
                  <a:lnTo>
                    <a:pt x="13650087" y="31788"/>
                  </a:lnTo>
                  <a:lnTo>
                    <a:pt x="13643902" y="30073"/>
                  </a:lnTo>
                  <a:lnTo>
                    <a:pt x="13647318" y="17830"/>
                  </a:lnTo>
                  <a:lnTo>
                    <a:pt x="13653706" y="19621"/>
                  </a:lnTo>
                  <a:lnTo>
                    <a:pt x="13659866" y="21513"/>
                  </a:lnTo>
                  <a:lnTo>
                    <a:pt x="13665809" y="23520"/>
                  </a:lnTo>
                  <a:lnTo>
                    <a:pt x="13661732" y="35547"/>
                  </a:lnTo>
                  <a:close/>
                </a:path>
                <a:path w="13754100" h="584200">
                  <a:moveTo>
                    <a:pt x="13637882" y="28435"/>
                  </a:moveTo>
                  <a:lnTo>
                    <a:pt x="13631989" y="26898"/>
                  </a:lnTo>
                  <a:lnTo>
                    <a:pt x="13625918" y="25463"/>
                  </a:lnTo>
                  <a:lnTo>
                    <a:pt x="13619670" y="24129"/>
                  </a:lnTo>
                  <a:lnTo>
                    <a:pt x="13622312" y="11709"/>
                  </a:lnTo>
                  <a:lnTo>
                    <a:pt x="13628751" y="13080"/>
                  </a:lnTo>
                  <a:lnTo>
                    <a:pt x="13635012" y="14566"/>
                  </a:lnTo>
                  <a:lnTo>
                    <a:pt x="13641082" y="16154"/>
                  </a:lnTo>
                  <a:lnTo>
                    <a:pt x="13637882" y="28435"/>
                  </a:lnTo>
                  <a:close/>
                </a:path>
                <a:path w="13754100" h="584200">
                  <a:moveTo>
                    <a:pt x="13613574" y="22872"/>
                  </a:moveTo>
                  <a:lnTo>
                    <a:pt x="13607567" y="21678"/>
                  </a:lnTo>
                  <a:lnTo>
                    <a:pt x="13601407" y="20573"/>
                  </a:lnTo>
                  <a:lnTo>
                    <a:pt x="13595121" y="19583"/>
                  </a:lnTo>
                  <a:lnTo>
                    <a:pt x="13597115" y="7035"/>
                  </a:lnTo>
                  <a:lnTo>
                    <a:pt x="13603566" y="8064"/>
                  </a:lnTo>
                  <a:lnTo>
                    <a:pt x="13609878" y="9194"/>
                  </a:lnTo>
                  <a:lnTo>
                    <a:pt x="13616051" y="10413"/>
                  </a:lnTo>
                  <a:lnTo>
                    <a:pt x="13613574" y="22872"/>
                  </a:lnTo>
                  <a:close/>
                </a:path>
                <a:path w="13754100" h="584200">
                  <a:moveTo>
                    <a:pt x="13588923" y="18630"/>
                  </a:moveTo>
                  <a:lnTo>
                    <a:pt x="13582840" y="17741"/>
                  </a:lnTo>
                  <a:lnTo>
                    <a:pt x="13576630" y="16941"/>
                  </a:lnTo>
                  <a:lnTo>
                    <a:pt x="13570318" y="16243"/>
                  </a:lnTo>
                  <a:lnTo>
                    <a:pt x="13571445" y="6070"/>
                  </a:lnTo>
                  <a:lnTo>
                    <a:pt x="13571546" y="5156"/>
                  </a:lnTo>
                  <a:lnTo>
                    <a:pt x="13571636" y="4343"/>
                  </a:lnTo>
                  <a:lnTo>
                    <a:pt x="13571715" y="3632"/>
                  </a:lnTo>
                  <a:lnTo>
                    <a:pt x="13578179" y="4343"/>
                  </a:lnTo>
                  <a:lnTo>
                    <a:pt x="13584529" y="5156"/>
                  </a:lnTo>
                  <a:lnTo>
                    <a:pt x="13590765" y="6070"/>
                  </a:lnTo>
                  <a:lnTo>
                    <a:pt x="13588923" y="18630"/>
                  </a:lnTo>
                  <a:close/>
                </a:path>
                <a:path w="13754100" h="584200">
                  <a:moveTo>
                    <a:pt x="13564069" y="15595"/>
                  </a:moveTo>
                  <a:lnTo>
                    <a:pt x="13557935" y="14985"/>
                  </a:lnTo>
                  <a:lnTo>
                    <a:pt x="13551700" y="14465"/>
                  </a:lnTo>
                  <a:lnTo>
                    <a:pt x="13545362" y="14046"/>
                  </a:lnTo>
                  <a:lnTo>
                    <a:pt x="13546107" y="2959"/>
                  </a:lnTo>
                  <a:lnTo>
                    <a:pt x="13546213" y="1371"/>
                  </a:lnTo>
                  <a:lnTo>
                    <a:pt x="13552678" y="1803"/>
                  </a:lnTo>
                  <a:lnTo>
                    <a:pt x="13559053" y="2336"/>
                  </a:lnTo>
                  <a:lnTo>
                    <a:pt x="13565327" y="2959"/>
                  </a:lnTo>
                  <a:lnTo>
                    <a:pt x="13564225" y="14046"/>
                  </a:lnTo>
                  <a:lnTo>
                    <a:pt x="13564131" y="14985"/>
                  </a:lnTo>
                  <a:lnTo>
                    <a:pt x="13564069" y="15595"/>
                  </a:lnTo>
                  <a:close/>
                </a:path>
                <a:path w="13754100" h="584200">
                  <a:moveTo>
                    <a:pt x="13539114" y="13665"/>
                  </a:moveTo>
                  <a:lnTo>
                    <a:pt x="13532916" y="13309"/>
                  </a:lnTo>
                  <a:lnTo>
                    <a:pt x="13526655" y="13055"/>
                  </a:lnTo>
                  <a:lnTo>
                    <a:pt x="13520331" y="12903"/>
                  </a:lnTo>
                  <a:lnTo>
                    <a:pt x="13520629" y="977"/>
                  </a:lnTo>
                  <a:lnTo>
                    <a:pt x="13520648" y="203"/>
                  </a:lnTo>
                  <a:lnTo>
                    <a:pt x="13527112" y="368"/>
                  </a:lnTo>
                  <a:lnTo>
                    <a:pt x="13533501" y="622"/>
                  </a:lnTo>
                  <a:lnTo>
                    <a:pt x="13539812" y="977"/>
                  </a:lnTo>
                  <a:lnTo>
                    <a:pt x="13539155" y="12903"/>
                  </a:lnTo>
                  <a:lnTo>
                    <a:pt x="13539114" y="13665"/>
                  </a:lnTo>
                  <a:close/>
                </a:path>
                <a:path w="13754100" h="584200">
                  <a:moveTo>
                    <a:pt x="13504646" y="12699"/>
                  </a:moveTo>
                  <a:lnTo>
                    <a:pt x="13495121" y="12699"/>
                  </a:lnTo>
                  <a:lnTo>
                    <a:pt x="13495121" y="0"/>
                  </a:lnTo>
                  <a:lnTo>
                    <a:pt x="13504646" y="0"/>
                  </a:lnTo>
                  <a:lnTo>
                    <a:pt x="13504646" y="12699"/>
                  </a:lnTo>
                  <a:close/>
                </a:path>
                <a:path w="13754100" h="584200">
                  <a:moveTo>
                    <a:pt x="13514058" y="12699"/>
                  </a:moveTo>
                  <a:lnTo>
                    <a:pt x="13504646" y="12699"/>
                  </a:lnTo>
                  <a:lnTo>
                    <a:pt x="13504646" y="0"/>
                  </a:lnTo>
                  <a:lnTo>
                    <a:pt x="13514261" y="0"/>
                  </a:lnTo>
                  <a:lnTo>
                    <a:pt x="13514160" y="6349"/>
                  </a:lnTo>
                  <a:lnTo>
                    <a:pt x="13514058" y="12699"/>
                  </a:lnTo>
                  <a:close/>
                </a:path>
                <a:path w="13754100" h="584200">
                  <a:moveTo>
                    <a:pt x="13488771" y="12699"/>
                  </a:moveTo>
                  <a:lnTo>
                    <a:pt x="13469734" y="12699"/>
                  </a:lnTo>
                  <a:lnTo>
                    <a:pt x="13469734" y="0"/>
                  </a:lnTo>
                  <a:lnTo>
                    <a:pt x="13488771" y="0"/>
                  </a:lnTo>
                  <a:lnTo>
                    <a:pt x="13488771" y="12699"/>
                  </a:lnTo>
                  <a:close/>
                </a:path>
                <a:path w="13754100" h="584200">
                  <a:moveTo>
                    <a:pt x="13463384" y="12699"/>
                  </a:moveTo>
                  <a:lnTo>
                    <a:pt x="13444334" y="12699"/>
                  </a:lnTo>
                  <a:lnTo>
                    <a:pt x="13444334" y="0"/>
                  </a:lnTo>
                  <a:lnTo>
                    <a:pt x="13463384" y="0"/>
                  </a:lnTo>
                  <a:lnTo>
                    <a:pt x="13463384" y="12699"/>
                  </a:lnTo>
                  <a:close/>
                </a:path>
                <a:path w="13754100" h="584200">
                  <a:moveTo>
                    <a:pt x="13437984" y="12699"/>
                  </a:moveTo>
                  <a:lnTo>
                    <a:pt x="13418946" y="12699"/>
                  </a:lnTo>
                  <a:lnTo>
                    <a:pt x="13418946" y="0"/>
                  </a:lnTo>
                  <a:lnTo>
                    <a:pt x="13437984" y="0"/>
                  </a:lnTo>
                  <a:lnTo>
                    <a:pt x="13437984" y="12699"/>
                  </a:lnTo>
                  <a:close/>
                </a:path>
                <a:path w="13754100" h="584200">
                  <a:moveTo>
                    <a:pt x="13412596" y="12699"/>
                  </a:moveTo>
                  <a:lnTo>
                    <a:pt x="13393546" y="12699"/>
                  </a:lnTo>
                  <a:lnTo>
                    <a:pt x="13393546" y="0"/>
                  </a:lnTo>
                  <a:lnTo>
                    <a:pt x="13412596" y="0"/>
                  </a:lnTo>
                  <a:lnTo>
                    <a:pt x="13412596" y="12699"/>
                  </a:lnTo>
                  <a:close/>
                </a:path>
                <a:path w="13754100" h="584200">
                  <a:moveTo>
                    <a:pt x="13387196" y="12699"/>
                  </a:moveTo>
                  <a:lnTo>
                    <a:pt x="13368159" y="12699"/>
                  </a:lnTo>
                  <a:lnTo>
                    <a:pt x="13368159" y="0"/>
                  </a:lnTo>
                  <a:lnTo>
                    <a:pt x="13387196" y="0"/>
                  </a:lnTo>
                  <a:lnTo>
                    <a:pt x="13387196" y="12699"/>
                  </a:lnTo>
                  <a:close/>
                </a:path>
                <a:path w="13754100" h="584200">
                  <a:moveTo>
                    <a:pt x="13361809" y="12699"/>
                  </a:moveTo>
                  <a:lnTo>
                    <a:pt x="13342759" y="12699"/>
                  </a:lnTo>
                  <a:lnTo>
                    <a:pt x="13342759" y="0"/>
                  </a:lnTo>
                  <a:lnTo>
                    <a:pt x="13361809" y="0"/>
                  </a:lnTo>
                  <a:lnTo>
                    <a:pt x="13361809" y="12699"/>
                  </a:lnTo>
                  <a:close/>
                </a:path>
                <a:path w="13754100" h="584200">
                  <a:moveTo>
                    <a:pt x="13336409" y="12699"/>
                  </a:moveTo>
                  <a:lnTo>
                    <a:pt x="13317372" y="12699"/>
                  </a:lnTo>
                  <a:lnTo>
                    <a:pt x="13317372" y="0"/>
                  </a:lnTo>
                  <a:lnTo>
                    <a:pt x="13336409" y="0"/>
                  </a:lnTo>
                  <a:lnTo>
                    <a:pt x="13336409" y="12699"/>
                  </a:lnTo>
                  <a:close/>
                </a:path>
                <a:path w="13754100" h="584200">
                  <a:moveTo>
                    <a:pt x="13311022" y="12699"/>
                  </a:moveTo>
                  <a:lnTo>
                    <a:pt x="13291972" y="12699"/>
                  </a:lnTo>
                  <a:lnTo>
                    <a:pt x="13291972" y="0"/>
                  </a:lnTo>
                  <a:lnTo>
                    <a:pt x="13311022" y="0"/>
                  </a:lnTo>
                  <a:lnTo>
                    <a:pt x="13311022" y="12699"/>
                  </a:lnTo>
                  <a:close/>
                </a:path>
                <a:path w="13754100" h="584200">
                  <a:moveTo>
                    <a:pt x="13285622" y="12699"/>
                  </a:moveTo>
                  <a:lnTo>
                    <a:pt x="13266585" y="12699"/>
                  </a:lnTo>
                  <a:lnTo>
                    <a:pt x="13266585" y="0"/>
                  </a:lnTo>
                  <a:lnTo>
                    <a:pt x="13285622" y="0"/>
                  </a:lnTo>
                  <a:lnTo>
                    <a:pt x="13285622" y="12699"/>
                  </a:lnTo>
                  <a:close/>
                </a:path>
                <a:path w="13754100" h="584200">
                  <a:moveTo>
                    <a:pt x="13260235" y="12699"/>
                  </a:moveTo>
                  <a:lnTo>
                    <a:pt x="13241185" y="12699"/>
                  </a:lnTo>
                  <a:lnTo>
                    <a:pt x="13241185" y="0"/>
                  </a:lnTo>
                  <a:lnTo>
                    <a:pt x="13260235" y="0"/>
                  </a:lnTo>
                  <a:lnTo>
                    <a:pt x="13260235" y="12699"/>
                  </a:lnTo>
                  <a:close/>
                </a:path>
                <a:path w="13754100" h="584200">
                  <a:moveTo>
                    <a:pt x="13234835" y="12699"/>
                  </a:moveTo>
                  <a:lnTo>
                    <a:pt x="13215797" y="12699"/>
                  </a:lnTo>
                  <a:lnTo>
                    <a:pt x="13215797" y="0"/>
                  </a:lnTo>
                  <a:lnTo>
                    <a:pt x="13234835" y="0"/>
                  </a:lnTo>
                  <a:lnTo>
                    <a:pt x="13234835" y="12699"/>
                  </a:lnTo>
                  <a:close/>
                </a:path>
                <a:path w="13754100" h="584200">
                  <a:moveTo>
                    <a:pt x="13209447" y="12699"/>
                  </a:moveTo>
                  <a:lnTo>
                    <a:pt x="13190397" y="12699"/>
                  </a:lnTo>
                  <a:lnTo>
                    <a:pt x="13190397" y="0"/>
                  </a:lnTo>
                  <a:lnTo>
                    <a:pt x="13209447" y="0"/>
                  </a:lnTo>
                  <a:lnTo>
                    <a:pt x="13209447" y="12699"/>
                  </a:lnTo>
                  <a:close/>
                </a:path>
                <a:path w="13754100" h="584200">
                  <a:moveTo>
                    <a:pt x="13184047" y="12699"/>
                  </a:moveTo>
                  <a:lnTo>
                    <a:pt x="13165010" y="12699"/>
                  </a:lnTo>
                  <a:lnTo>
                    <a:pt x="13165010" y="0"/>
                  </a:lnTo>
                  <a:lnTo>
                    <a:pt x="13184047" y="0"/>
                  </a:lnTo>
                  <a:lnTo>
                    <a:pt x="13184047" y="12699"/>
                  </a:lnTo>
                  <a:close/>
                </a:path>
                <a:path w="13754100" h="584200">
                  <a:moveTo>
                    <a:pt x="13158660" y="12699"/>
                  </a:moveTo>
                  <a:lnTo>
                    <a:pt x="13139610" y="12699"/>
                  </a:lnTo>
                  <a:lnTo>
                    <a:pt x="13139610" y="0"/>
                  </a:lnTo>
                  <a:lnTo>
                    <a:pt x="13158660" y="0"/>
                  </a:lnTo>
                  <a:lnTo>
                    <a:pt x="13158660" y="12699"/>
                  </a:lnTo>
                  <a:close/>
                </a:path>
                <a:path w="13754100" h="584200">
                  <a:moveTo>
                    <a:pt x="13133260" y="12699"/>
                  </a:moveTo>
                  <a:lnTo>
                    <a:pt x="13114223" y="12699"/>
                  </a:lnTo>
                  <a:lnTo>
                    <a:pt x="13114223" y="0"/>
                  </a:lnTo>
                  <a:lnTo>
                    <a:pt x="13133260" y="0"/>
                  </a:lnTo>
                  <a:lnTo>
                    <a:pt x="13133260" y="12699"/>
                  </a:lnTo>
                  <a:close/>
                </a:path>
                <a:path w="13754100" h="584200">
                  <a:moveTo>
                    <a:pt x="13107873" y="12699"/>
                  </a:moveTo>
                  <a:lnTo>
                    <a:pt x="13088823" y="12699"/>
                  </a:lnTo>
                  <a:lnTo>
                    <a:pt x="13088823" y="0"/>
                  </a:lnTo>
                  <a:lnTo>
                    <a:pt x="13107873" y="0"/>
                  </a:lnTo>
                  <a:lnTo>
                    <a:pt x="13107873" y="12699"/>
                  </a:lnTo>
                  <a:close/>
                </a:path>
                <a:path w="13754100" h="584200">
                  <a:moveTo>
                    <a:pt x="13082473" y="12699"/>
                  </a:moveTo>
                  <a:lnTo>
                    <a:pt x="13063435" y="12699"/>
                  </a:lnTo>
                  <a:lnTo>
                    <a:pt x="13063435" y="0"/>
                  </a:lnTo>
                  <a:lnTo>
                    <a:pt x="13082473" y="0"/>
                  </a:lnTo>
                  <a:lnTo>
                    <a:pt x="13082473" y="12699"/>
                  </a:lnTo>
                  <a:close/>
                </a:path>
                <a:path w="13754100" h="584200">
                  <a:moveTo>
                    <a:pt x="13057085" y="12699"/>
                  </a:moveTo>
                  <a:lnTo>
                    <a:pt x="13038035" y="12699"/>
                  </a:lnTo>
                  <a:lnTo>
                    <a:pt x="13038035" y="0"/>
                  </a:lnTo>
                  <a:lnTo>
                    <a:pt x="13057085" y="0"/>
                  </a:lnTo>
                  <a:lnTo>
                    <a:pt x="13057085" y="12699"/>
                  </a:lnTo>
                  <a:close/>
                </a:path>
                <a:path w="13754100" h="584200">
                  <a:moveTo>
                    <a:pt x="13031685" y="12699"/>
                  </a:moveTo>
                  <a:lnTo>
                    <a:pt x="13012648" y="12699"/>
                  </a:lnTo>
                  <a:lnTo>
                    <a:pt x="13012648" y="0"/>
                  </a:lnTo>
                  <a:lnTo>
                    <a:pt x="13031685" y="0"/>
                  </a:lnTo>
                  <a:lnTo>
                    <a:pt x="13031685" y="12699"/>
                  </a:lnTo>
                  <a:close/>
                </a:path>
                <a:path w="13754100" h="584200">
                  <a:moveTo>
                    <a:pt x="13006298" y="12699"/>
                  </a:moveTo>
                  <a:lnTo>
                    <a:pt x="12987248" y="12699"/>
                  </a:lnTo>
                  <a:lnTo>
                    <a:pt x="12987248" y="0"/>
                  </a:lnTo>
                  <a:lnTo>
                    <a:pt x="13006298" y="0"/>
                  </a:lnTo>
                  <a:lnTo>
                    <a:pt x="13006298" y="12699"/>
                  </a:lnTo>
                  <a:close/>
                </a:path>
                <a:path w="13754100" h="584200">
                  <a:moveTo>
                    <a:pt x="12980898" y="12699"/>
                  </a:moveTo>
                  <a:lnTo>
                    <a:pt x="12961861" y="12699"/>
                  </a:lnTo>
                  <a:lnTo>
                    <a:pt x="12961861" y="0"/>
                  </a:lnTo>
                  <a:lnTo>
                    <a:pt x="12980898" y="0"/>
                  </a:lnTo>
                  <a:lnTo>
                    <a:pt x="12980898" y="12699"/>
                  </a:lnTo>
                  <a:close/>
                </a:path>
                <a:path w="13754100" h="584200">
                  <a:moveTo>
                    <a:pt x="12955511" y="12699"/>
                  </a:moveTo>
                  <a:lnTo>
                    <a:pt x="12936461" y="12699"/>
                  </a:lnTo>
                  <a:lnTo>
                    <a:pt x="12936461" y="0"/>
                  </a:lnTo>
                  <a:lnTo>
                    <a:pt x="12955511" y="0"/>
                  </a:lnTo>
                  <a:lnTo>
                    <a:pt x="12955511" y="12699"/>
                  </a:lnTo>
                  <a:close/>
                </a:path>
                <a:path w="13754100" h="584200">
                  <a:moveTo>
                    <a:pt x="12930111" y="12699"/>
                  </a:moveTo>
                  <a:lnTo>
                    <a:pt x="12911074" y="12699"/>
                  </a:lnTo>
                  <a:lnTo>
                    <a:pt x="12911074" y="0"/>
                  </a:lnTo>
                  <a:lnTo>
                    <a:pt x="12930111" y="0"/>
                  </a:lnTo>
                  <a:lnTo>
                    <a:pt x="12930111" y="12699"/>
                  </a:lnTo>
                  <a:close/>
                </a:path>
                <a:path w="13754100" h="584200">
                  <a:moveTo>
                    <a:pt x="12904724" y="12699"/>
                  </a:moveTo>
                  <a:lnTo>
                    <a:pt x="12885674" y="12699"/>
                  </a:lnTo>
                  <a:lnTo>
                    <a:pt x="12885674" y="0"/>
                  </a:lnTo>
                  <a:lnTo>
                    <a:pt x="12904724" y="0"/>
                  </a:lnTo>
                  <a:lnTo>
                    <a:pt x="12904724" y="12699"/>
                  </a:lnTo>
                  <a:close/>
                </a:path>
                <a:path w="13754100" h="584200">
                  <a:moveTo>
                    <a:pt x="12879324" y="12699"/>
                  </a:moveTo>
                  <a:lnTo>
                    <a:pt x="12860286" y="12699"/>
                  </a:lnTo>
                  <a:lnTo>
                    <a:pt x="12860286" y="0"/>
                  </a:lnTo>
                  <a:lnTo>
                    <a:pt x="12879324" y="0"/>
                  </a:lnTo>
                  <a:lnTo>
                    <a:pt x="12879324" y="12699"/>
                  </a:lnTo>
                  <a:close/>
                </a:path>
                <a:path w="13754100" h="584200">
                  <a:moveTo>
                    <a:pt x="12853936" y="12699"/>
                  </a:moveTo>
                  <a:lnTo>
                    <a:pt x="12834886" y="12699"/>
                  </a:lnTo>
                  <a:lnTo>
                    <a:pt x="12834886" y="0"/>
                  </a:lnTo>
                  <a:lnTo>
                    <a:pt x="12853936" y="0"/>
                  </a:lnTo>
                  <a:lnTo>
                    <a:pt x="12853936" y="12699"/>
                  </a:lnTo>
                  <a:close/>
                </a:path>
                <a:path w="13754100" h="584200">
                  <a:moveTo>
                    <a:pt x="12828536" y="12699"/>
                  </a:moveTo>
                  <a:lnTo>
                    <a:pt x="12809499" y="12699"/>
                  </a:lnTo>
                  <a:lnTo>
                    <a:pt x="12809499" y="0"/>
                  </a:lnTo>
                  <a:lnTo>
                    <a:pt x="12828536" y="0"/>
                  </a:lnTo>
                  <a:lnTo>
                    <a:pt x="12828536" y="12699"/>
                  </a:lnTo>
                  <a:close/>
                </a:path>
                <a:path w="13754100" h="584200">
                  <a:moveTo>
                    <a:pt x="12803149" y="12699"/>
                  </a:moveTo>
                  <a:lnTo>
                    <a:pt x="12784099" y="12699"/>
                  </a:lnTo>
                  <a:lnTo>
                    <a:pt x="12784099" y="0"/>
                  </a:lnTo>
                  <a:lnTo>
                    <a:pt x="12803149" y="0"/>
                  </a:lnTo>
                  <a:lnTo>
                    <a:pt x="12803149" y="12699"/>
                  </a:lnTo>
                  <a:close/>
                </a:path>
                <a:path w="13754100" h="584200">
                  <a:moveTo>
                    <a:pt x="12777749" y="12699"/>
                  </a:moveTo>
                  <a:lnTo>
                    <a:pt x="12758712" y="12699"/>
                  </a:lnTo>
                  <a:lnTo>
                    <a:pt x="12758712" y="0"/>
                  </a:lnTo>
                  <a:lnTo>
                    <a:pt x="12777749" y="0"/>
                  </a:lnTo>
                  <a:lnTo>
                    <a:pt x="12777749" y="12699"/>
                  </a:lnTo>
                  <a:close/>
                </a:path>
                <a:path w="13754100" h="584200">
                  <a:moveTo>
                    <a:pt x="12752362" y="12699"/>
                  </a:moveTo>
                  <a:lnTo>
                    <a:pt x="12733312" y="12699"/>
                  </a:lnTo>
                  <a:lnTo>
                    <a:pt x="12733312" y="0"/>
                  </a:lnTo>
                  <a:lnTo>
                    <a:pt x="12752362" y="0"/>
                  </a:lnTo>
                  <a:lnTo>
                    <a:pt x="12752362" y="12699"/>
                  </a:lnTo>
                  <a:close/>
                </a:path>
                <a:path w="13754100" h="584200">
                  <a:moveTo>
                    <a:pt x="12726962" y="12699"/>
                  </a:moveTo>
                  <a:lnTo>
                    <a:pt x="12707924" y="12699"/>
                  </a:lnTo>
                  <a:lnTo>
                    <a:pt x="12707924" y="0"/>
                  </a:lnTo>
                  <a:lnTo>
                    <a:pt x="12726962" y="0"/>
                  </a:lnTo>
                  <a:lnTo>
                    <a:pt x="12726962" y="12699"/>
                  </a:lnTo>
                  <a:close/>
                </a:path>
                <a:path w="13754100" h="584200">
                  <a:moveTo>
                    <a:pt x="12701574" y="12699"/>
                  </a:moveTo>
                  <a:lnTo>
                    <a:pt x="12682524" y="12699"/>
                  </a:lnTo>
                  <a:lnTo>
                    <a:pt x="12682524" y="0"/>
                  </a:lnTo>
                  <a:lnTo>
                    <a:pt x="12701574" y="0"/>
                  </a:lnTo>
                  <a:lnTo>
                    <a:pt x="12701574" y="12699"/>
                  </a:lnTo>
                  <a:close/>
                </a:path>
                <a:path w="13754100" h="584200">
                  <a:moveTo>
                    <a:pt x="12676174" y="12699"/>
                  </a:moveTo>
                  <a:lnTo>
                    <a:pt x="12657137" y="12699"/>
                  </a:lnTo>
                  <a:lnTo>
                    <a:pt x="12657137" y="0"/>
                  </a:lnTo>
                  <a:lnTo>
                    <a:pt x="12676174" y="0"/>
                  </a:lnTo>
                  <a:lnTo>
                    <a:pt x="12676174" y="12699"/>
                  </a:lnTo>
                  <a:close/>
                </a:path>
                <a:path w="13754100" h="584200">
                  <a:moveTo>
                    <a:pt x="12650787" y="12699"/>
                  </a:moveTo>
                  <a:lnTo>
                    <a:pt x="12631737" y="12699"/>
                  </a:lnTo>
                  <a:lnTo>
                    <a:pt x="12631737" y="0"/>
                  </a:lnTo>
                  <a:lnTo>
                    <a:pt x="12650787" y="0"/>
                  </a:lnTo>
                  <a:lnTo>
                    <a:pt x="12650787" y="12699"/>
                  </a:lnTo>
                  <a:close/>
                </a:path>
                <a:path w="13754100" h="584200">
                  <a:moveTo>
                    <a:pt x="12625387" y="12699"/>
                  </a:moveTo>
                  <a:lnTo>
                    <a:pt x="12606350" y="12699"/>
                  </a:lnTo>
                  <a:lnTo>
                    <a:pt x="12606350" y="0"/>
                  </a:lnTo>
                  <a:lnTo>
                    <a:pt x="12625387" y="0"/>
                  </a:lnTo>
                  <a:lnTo>
                    <a:pt x="12625387" y="12699"/>
                  </a:lnTo>
                  <a:close/>
                </a:path>
                <a:path w="13754100" h="584200">
                  <a:moveTo>
                    <a:pt x="12600000" y="12699"/>
                  </a:moveTo>
                  <a:lnTo>
                    <a:pt x="12580950" y="12699"/>
                  </a:lnTo>
                  <a:lnTo>
                    <a:pt x="12580950" y="0"/>
                  </a:lnTo>
                  <a:lnTo>
                    <a:pt x="12600000" y="0"/>
                  </a:lnTo>
                  <a:lnTo>
                    <a:pt x="12600000" y="12699"/>
                  </a:lnTo>
                  <a:close/>
                </a:path>
                <a:path w="13754100" h="584200">
                  <a:moveTo>
                    <a:pt x="12574600" y="12699"/>
                  </a:moveTo>
                  <a:lnTo>
                    <a:pt x="12555562" y="12699"/>
                  </a:lnTo>
                  <a:lnTo>
                    <a:pt x="12555562" y="0"/>
                  </a:lnTo>
                  <a:lnTo>
                    <a:pt x="12574600" y="0"/>
                  </a:lnTo>
                  <a:lnTo>
                    <a:pt x="12574600" y="12699"/>
                  </a:lnTo>
                  <a:close/>
                </a:path>
                <a:path w="13754100" h="584200">
                  <a:moveTo>
                    <a:pt x="12549212" y="12699"/>
                  </a:moveTo>
                  <a:lnTo>
                    <a:pt x="12530162" y="12699"/>
                  </a:lnTo>
                  <a:lnTo>
                    <a:pt x="12530162" y="0"/>
                  </a:lnTo>
                  <a:lnTo>
                    <a:pt x="12549212" y="0"/>
                  </a:lnTo>
                  <a:lnTo>
                    <a:pt x="12549212" y="12699"/>
                  </a:lnTo>
                  <a:close/>
                </a:path>
                <a:path w="13754100" h="584200">
                  <a:moveTo>
                    <a:pt x="12523812" y="12699"/>
                  </a:moveTo>
                  <a:lnTo>
                    <a:pt x="12504775" y="12699"/>
                  </a:lnTo>
                  <a:lnTo>
                    <a:pt x="12504775" y="0"/>
                  </a:lnTo>
                  <a:lnTo>
                    <a:pt x="12523812" y="0"/>
                  </a:lnTo>
                  <a:lnTo>
                    <a:pt x="12523812" y="12699"/>
                  </a:lnTo>
                  <a:close/>
                </a:path>
                <a:path w="13754100" h="584200">
                  <a:moveTo>
                    <a:pt x="12498425" y="12699"/>
                  </a:moveTo>
                  <a:lnTo>
                    <a:pt x="12479375" y="12699"/>
                  </a:lnTo>
                  <a:lnTo>
                    <a:pt x="12479375" y="0"/>
                  </a:lnTo>
                  <a:lnTo>
                    <a:pt x="12498425" y="0"/>
                  </a:lnTo>
                  <a:lnTo>
                    <a:pt x="12498425" y="12699"/>
                  </a:lnTo>
                  <a:close/>
                </a:path>
                <a:path w="13754100" h="584200">
                  <a:moveTo>
                    <a:pt x="12473025" y="12699"/>
                  </a:moveTo>
                  <a:lnTo>
                    <a:pt x="12453988" y="12699"/>
                  </a:lnTo>
                  <a:lnTo>
                    <a:pt x="12453988" y="0"/>
                  </a:lnTo>
                  <a:lnTo>
                    <a:pt x="12473025" y="0"/>
                  </a:lnTo>
                  <a:lnTo>
                    <a:pt x="12473025" y="12699"/>
                  </a:lnTo>
                  <a:close/>
                </a:path>
                <a:path w="13754100" h="584200">
                  <a:moveTo>
                    <a:pt x="12447638" y="12699"/>
                  </a:moveTo>
                  <a:lnTo>
                    <a:pt x="12428588" y="12699"/>
                  </a:lnTo>
                  <a:lnTo>
                    <a:pt x="12428588" y="0"/>
                  </a:lnTo>
                  <a:lnTo>
                    <a:pt x="12447638" y="0"/>
                  </a:lnTo>
                  <a:lnTo>
                    <a:pt x="12447638" y="12699"/>
                  </a:lnTo>
                  <a:close/>
                </a:path>
                <a:path w="13754100" h="584200">
                  <a:moveTo>
                    <a:pt x="12422238" y="12699"/>
                  </a:moveTo>
                  <a:lnTo>
                    <a:pt x="12403201" y="12699"/>
                  </a:lnTo>
                  <a:lnTo>
                    <a:pt x="12403201" y="0"/>
                  </a:lnTo>
                  <a:lnTo>
                    <a:pt x="12422238" y="0"/>
                  </a:lnTo>
                  <a:lnTo>
                    <a:pt x="12422238" y="12699"/>
                  </a:lnTo>
                  <a:close/>
                </a:path>
                <a:path w="13754100" h="584200">
                  <a:moveTo>
                    <a:pt x="12396851" y="12699"/>
                  </a:moveTo>
                  <a:lnTo>
                    <a:pt x="12377801" y="12699"/>
                  </a:lnTo>
                  <a:lnTo>
                    <a:pt x="12377801" y="0"/>
                  </a:lnTo>
                  <a:lnTo>
                    <a:pt x="12396851" y="0"/>
                  </a:lnTo>
                  <a:lnTo>
                    <a:pt x="12396851" y="12699"/>
                  </a:lnTo>
                  <a:close/>
                </a:path>
                <a:path w="13754100" h="584200">
                  <a:moveTo>
                    <a:pt x="12371451" y="12699"/>
                  </a:moveTo>
                  <a:lnTo>
                    <a:pt x="12352413" y="12699"/>
                  </a:lnTo>
                  <a:lnTo>
                    <a:pt x="12352413" y="0"/>
                  </a:lnTo>
                  <a:lnTo>
                    <a:pt x="12371451" y="0"/>
                  </a:lnTo>
                  <a:lnTo>
                    <a:pt x="12371451" y="12699"/>
                  </a:lnTo>
                  <a:close/>
                </a:path>
                <a:path w="13754100" h="584200">
                  <a:moveTo>
                    <a:pt x="12346063" y="12699"/>
                  </a:moveTo>
                  <a:lnTo>
                    <a:pt x="12327013" y="12699"/>
                  </a:lnTo>
                  <a:lnTo>
                    <a:pt x="12327013" y="0"/>
                  </a:lnTo>
                  <a:lnTo>
                    <a:pt x="12346063" y="0"/>
                  </a:lnTo>
                  <a:lnTo>
                    <a:pt x="12346063" y="12699"/>
                  </a:lnTo>
                  <a:close/>
                </a:path>
                <a:path w="13754100" h="584200">
                  <a:moveTo>
                    <a:pt x="12320663" y="12699"/>
                  </a:moveTo>
                  <a:lnTo>
                    <a:pt x="12301626" y="12699"/>
                  </a:lnTo>
                  <a:lnTo>
                    <a:pt x="12301626" y="0"/>
                  </a:lnTo>
                  <a:lnTo>
                    <a:pt x="12320663" y="0"/>
                  </a:lnTo>
                  <a:lnTo>
                    <a:pt x="12320663" y="12699"/>
                  </a:lnTo>
                  <a:close/>
                </a:path>
                <a:path w="13754100" h="584200">
                  <a:moveTo>
                    <a:pt x="12295276" y="12699"/>
                  </a:moveTo>
                  <a:lnTo>
                    <a:pt x="12276226" y="12699"/>
                  </a:lnTo>
                  <a:lnTo>
                    <a:pt x="12276226" y="0"/>
                  </a:lnTo>
                  <a:lnTo>
                    <a:pt x="12295276" y="0"/>
                  </a:lnTo>
                  <a:lnTo>
                    <a:pt x="12295276" y="12699"/>
                  </a:lnTo>
                  <a:close/>
                </a:path>
                <a:path w="13754100" h="584200">
                  <a:moveTo>
                    <a:pt x="12269876" y="12699"/>
                  </a:moveTo>
                  <a:lnTo>
                    <a:pt x="12250839" y="12699"/>
                  </a:lnTo>
                  <a:lnTo>
                    <a:pt x="12250839" y="0"/>
                  </a:lnTo>
                  <a:lnTo>
                    <a:pt x="12269876" y="0"/>
                  </a:lnTo>
                  <a:lnTo>
                    <a:pt x="12269876" y="12699"/>
                  </a:lnTo>
                  <a:close/>
                </a:path>
                <a:path w="13754100" h="584200">
                  <a:moveTo>
                    <a:pt x="12244489" y="12699"/>
                  </a:moveTo>
                  <a:lnTo>
                    <a:pt x="12225439" y="12699"/>
                  </a:lnTo>
                  <a:lnTo>
                    <a:pt x="12225439" y="0"/>
                  </a:lnTo>
                  <a:lnTo>
                    <a:pt x="12244489" y="0"/>
                  </a:lnTo>
                  <a:lnTo>
                    <a:pt x="12244489" y="12699"/>
                  </a:lnTo>
                  <a:close/>
                </a:path>
                <a:path w="13754100" h="584200">
                  <a:moveTo>
                    <a:pt x="12219089" y="12699"/>
                  </a:moveTo>
                  <a:lnTo>
                    <a:pt x="12200051" y="12699"/>
                  </a:lnTo>
                  <a:lnTo>
                    <a:pt x="12200051" y="0"/>
                  </a:lnTo>
                  <a:lnTo>
                    <a:pt x="12219089" y="0"/>
                  </a:lnTo>
                  <a:lnTo>
                    <a:pt x="12219089" y="12699"/>
                  </a:lnTo>
                  <a:close/>
                </a:path>
                <a:path w="13754100" h="584200">
                  <a:moveTo>
                    <a:pt x="12193701" y="12699"/>
                  </a:moveTo>
                  <a:lnTo>
                    <a:pt x="12174651" y="12699"/>
                  </a:lnTo>
                  <a:lnTo>
                    <a:pt x="12174651" y="0"/>
                  </a:lnTo>
                  <a:lnTo>
                    <a:pt x="12193701" y="0"/>
                  </a:lnTo>
                  <a:lnTo>
                    <a:pt x="12193701" y="12699"/>
                  </a:lnTo>
                  <a:close/>
                </a:path>
                <a:path w="13754100" h="584200">
                  <a:moveTo>
                    <a:pt x="12168301" y="12699"/>
                  </a:moveTo>
                  <a:lnTo>
                    <a:pt x="12149264" y="12699"/>
                  </a:lnTo>
                  <a:lnTo>
                    <a:pt x="12149264" y="0"/>
                  </a:lnTo>
                  <a:lnTo>
                    <a:pt x="12168301" y="0"/>
                  </a:lnTo>
                  <a:lnTo>
                    <a:pt x="12168301" y="12699"/>
                  </a:lnTo>
                  <a:close/>
                </a:path>
                <a:path w="13754100" h="584200">
                  <a:moveTo>
                    <a:pt x="12142914" y="12699"/>
                  </a:moveTo>
                  <a:lnTo>
                    <a:pt x="12123864" y="12699"/>
                  </a:lnTo>
                  <a:lnTo>
                    <a:pt x="12123864" y="0"/>
                  </a:lnTo>
                  <a:lnTo>
                    <a:pt x="12142914" y="0"/>
                  </a:lnTo>
                  <a:lnTo>
                    <a:pt x="12142914" y="12699"/>
                  </a:lnTo>
                  <a:close/>
                </a:path>
                <a:path w="13754100" h="584200">
                  <a:moveTo>
                    <a:pt x="12117514" y="12699"/>
                  </a:moveTo>
                  <a:lnTo>
                    <a:pt x="12098464" y="12699"/>
                  </a:lnTo>
                  <a:lnTo>
                    <a:pt x="12098464" y="0"/>
                  </a:lnTo>
                  <a:lnTo>
                    <a:pt x="12117514" y="0"/>
                  </a:lnTo>
                  <a:lnTo>
                    <a:pt x="12117514" y="12699"/>
                  </a:lnTo>
                  <a:close/>
                </a:path>
                <a:path w="13754100" h="584200">
                  <a:moveTo>
                    <a:pt x="12092127" y="12699"/>
                  </a:moveTo>
                  <a:lnTo>
                    <a:pt x="12073077" y="12699"/>
                  </a:lnTo>
                  <a:lnTo>
                    <a:pt x="12073077" y="0"/>
                  </a:lnTo>
                  <a:lnTo>
                    <a:pt x="12092127" y="0"/>
                  </a:lnTo>
                  <a:lnTo>
                    <a:pt x="12092127" y="12699"/>
                  </a:lnTo>
                  <a:close/>
                </a:path>
                <a:path w="13754100" h="584200">
                  <a:moveTo>
                    <a:pt x="12066727" y="12699"/>
                  </a:moveTo>
                  <a:lnTo>
                    <a:pt x="12047677" y="12699"/>
                  </a:lnTo>
                  <a:lnTo>
                    <a:pt x="12047677" y="0"/>
                  </a:lnTo>
                  <a:lnTo>
                    <a:pt x="12066727" y="0"/>
                  </a:lnTo>
                  <a:lnTo>
                    <a:pt x="12066727" y="12699"/>
                  </a:lnTo>
                  <a:close/>
                </a:path>
                <a:path w="13754100" h="584200">
                  <a:moveTo>
                    <a:pt x="12041339" y="12699"/>
                  </a:moveTo>
                  <a:lnTo>
                    <a:pt x="12022289" y="12699"/>
                  </a:lnTo>
                  <a:lnTo>
                    <a:pt x="12022289" y="0"/>
                  </a:lnTo>
                  <a:lnTo>
                    <a:pt x="12041339" y="0"/>
                  </a:lnTo>
                  <a:lnTo>
                    <a:pt x="12041339" y="12699"/>
                  </a:lnTo>
                  <a:close/>
                </a:path>
                <a:path w="13754100" h="584200">
                  <a:moveTo>
                    <a:pt x="12015939" y="12699"/>
                  </a:moveTo>
                  <a:lnTo>
                    <a:pt x="11996902" y="12699"/>
                  </a:lnTo>
                  <a:lnTo>
                    <a:pt x="11996902" y="0"/>
                  </a:lnTo>
                  <a:lnTo>
                    <a:pt x="12015939" y="0"/>
                  </a:lnTo>
                  <a:lnTo>
                    <a:pt x="12015939" y="12699"/>
                  </a:lnTo>
                  <a:close/>
                </a:path>
                <a:path w="13754100" h="584200">
                  <a:moveTo>
                    <a:pt x="11990552" y="12699"/>
                  </a:moveTo>
                  <a:lnTo>
                    <a:pt x="11971502" y="12699"/>
                  </a:lnTo>
                  <a:lnTo>
                    <a:pt x="11971502" y="0"/>
                  </a:lnTo>
                  <a:lnTo>
                    <a:pt x="11990552" y="0"/>
                  </a:lnTo>
                  <a:lnTo>
                    <a:pt x="11990552" y="12699"/>
                  </a:lnTo>
                  <a:close/>
                </a:path>
                <a:path w="13754100" h="584200">
                  <a:moveTo>
                    <a:pt x="11965152" y="12699"/>
                  </a:moveTo>
                  <a:lnTo>
                    <a:pt x="11946102" y="12699"/>
                  </a:lnTo>
                  <a:lnTo>
                    <a:pt x="11946102" y="0"/>
                  </a:lnTo>
                  <a:lnTo>
                    <a:pt x="11965152" y="0"/>
                  </a:lnTo>
                  <a:lnTo>
                    <a:pt x="11965152" y="12699"/>
                  </a:lnTo>
                  <a:close/>
                </a:path>
                <a:path w="13754100" h="584200">
                  <a:moveTo>
                    <a:pt x="11939765" y="12699"/>
                  </a:moveTo>
                  <a:lnTo>
                    <a:pt x="11920715" y="12699"/>
                  </a:lnTo>
                  <a:lnTo>
                    <a:pt x="11920715" y="0"/>
                  </a:lnTo>
                  <a:lnTo>
                    <a:pt x="11939765" y="0"/>
                  </a:lnTo>
                  <a:lnTo>
                    <a:pt x="11939765" y="12699"/>
                  </a:lnTo>
                  <a:close/>
                </a:path>
                <a:path w="13754100" h="584200">
                  <a:moveTo>
                    <a:pt x="11914365" y="12699"/>
                  </a:moveTo>
                  <a:lnTo>
                    <a:pt x="11895315" y="12699"/>
                  </a:lnTo>
                  <a:lnTo>
                    <a:pt x="11895315" y="0"/>
                  </a:lnTo>
                  <a:lnTo>
                    <a:pt x="11914365" y="0"/>
                  </a:lnTo>
                  <a:lnTo>
                    <a:pt x="11914365" y="12699"/>
                  </a:lnTo>
                  <a:close/>
                </a:path>
                <a:path w="13754100" h="584200">
                  <a:moveTo>
                    <a:pt x="11888978" y="12699"/>
                  </a:moveTo>
                  <a:lnTo>
                    <a:pt x="11869928" y="12699"/>
                  </a:lnTo>
                  <a:lnTo>
                    <a:pt x="11869928" y="0"/>
                  </a:lnTo>
                  <a:lnTo>
                    <a:pt x="11888978" y="0"/>
                  </a:lnTo>
                  <a:lnTo>
                    <a:pt x="11888978" y="12699"/>
                  </a:lnTo>
                  <a:close/>
                </a:path>
                <a:path w="13754100" h="584200">
                  <a:moveTo>
                    <a:pt x="11863578" y="12699"/>
                  </a:moveTo>
                  <a:lnTo>
                    <a:pt x="11844528" y="12699"/>
                  </a:lnTo>
                  <a:lnTo>
                    <a:pt x="11844528" y="0"/>
                  </a:lnTo>
                  <a:lnTo>
                    <a:pt x="11863578" y="0"/>
                  </a:lnTo>
                  <a:lnTo>
                    <a:pt x="11863578" y="12699"/>
                  </a:lnTo>
                  <a:close/>
                </a:path>
                <a:path w="13754100" h="584200">
                  <a:moveTo>
                    <a:pt x="11838190" y="12699"/>
                  </a:moveTo>
                  <a:lnTo>
                    <a:pt x="11819140" y="12699"/>
                  </a:lnTo>
                  <a:lnTo>
                    <a:pt x="11819140" y="0"/>
                  </a:lnTo>
                  <a:lnTo>
                    <a:pt x="11838190" y="0"/>
                  </a:lnTo>
                  <a:lnTo>
                    <a:pt x="11838190" y="12699"/>
                  </a:lnTo>
                  <a:close/>
                </a:path>
                <a:path w="13754100" h="584200">
                  <a:moveTo>
                    <a:pt x="11812790" y="12699"/>
                  </a:moveTo>
                  <a:lnTo>
                    <a:pt x="11793740" y="12699"/>
                  </a:lnTo>
                  <a:lnTo>
                    <a:pt x="11793740" y="0"/>
                  </a:lnTo>
                  <a:lnTo>
                    <a:pt x="11812790" y="0"/>
                  </a:lnTo>
                  <a:lnTo>
                    <a:pt x="11812790" y="12699"/>
                  </a:lnTo>
                  <a:close/>
                </a:path>
                <a:path w="13754100" h="584200">
                  <a:moveTo>
                    <a:pt x="11787403" y="12699"/>
                  </a:moveTo>
                  <a:lnTo>
                    <a:pt x="11768353" y="12699"/>
                  </a:lnTo>
                  <a:lnTo>
                    <a:pt x="11768353" y="0"/>
                  </a:lnTo>
                  <a:lnTo>
                    <a:pt x="11787403" y="0"/>
                  </a:lnTo>
                  <a:lnTo>
                    <a:pt x="11787403" y="12699"/>
                  </a:lnTo>
                  <a:close/>
                </a:path>
                <a:path w="13754100" h="584200">
                  <a:moveTo>
                    <a:pt x="11762003" y="12699"/>
                  </a:moveTo>
                  <a:lnTo>
                    <a:pt x="11742953" y="12699"/>
                  </a:lnTo>
                  <a:lnTo>
                    <a:pt x="11742953" y="0"/>
                  </a:lnTo>
                  <a:lnTo>
                    <a:pt x="11762003" y="0"/>
                  </a:lnTo>
                  <a:lnTo>
                    <a:pt x="11762003" y="12699"/>
                  </a:lnTo>
                  <a:close/>
                </a:path>
                <a:path w="13754100" h="584200">
                  <a:moveTo>
                    <a:pt x="11736616" y="12699"/>
                  </a:moveTo>
                  <a:lnTo>
                    <a:pt x="11717566" y="12699"/>
                  </a:lnTo>
                  <a:lnTo>
                    <a:pt x="11717566" y="0"/>
                  </a:lnTo>
                  <a:lnTo>
                    <a:pt x="11736616" y="0"/>
                  </a:lnTo>
                  <a:lnTo>
                    <a:pt x="11736616" y="12699"/>
                  </a:lnTo>
                  <a:close/>
                </a:path>
                <a:path w="13754100" h="584200">
                  <a:moveTo>
                    <a:pt x="11711216" y="12699"/>
                  </a:moveTo>
                  <a:lnTo>
                    <a:pt x="11692166" y="12699"/>
                  </a:lnTo>
                  <a:lnTo>
                    <a:pt x="11692166" y="0"/>
                  </a:lnTo>
                  <a:lnTo>
                    <a:pt x="11711216" y="0"/>
                  </a:lnTo>
                  <a:lnTo>
                    <a:pt x="11711216" y="12699"/>
                  </a:lnTo>
                  <a:close/>
                </a:path>
                <a:path w="13754100" h="584200">
                  <a:moveTo>
                    <a:pt x="11685816" y="12699"/>
                  </a:moveTo>
                  <a:lnTo>
                    <a:pt x="11666778" y="12699"/>
                  </a:lnTo>
                  <a:lnTo>
                    <a:pt x="11666778" y="0"/>
                  </a:lnTo>
                  <a:lnTo>
                    <a:pt x="11685816" y="0"/>
                  </a:lnTo>
                  <a:lnTo>
                    <a:pt x="11685816" y="12699"/>
                  </a:lnTo>
                  <a:close/>
                </a:path>
                <a:path w="13754100" h="584200">
                  <a:moveTo>
                    <a:pt x="11660428" y="12699"/>
                  </a:moveTo>
                  <a:lnTo>
                    <a:pt x="11641378" y="12699"/>
                  </a:lnTo>
                  <a:lnTo>
                    <a:pt x="11641378" y="0"/>
                  </a:lnTo>
                  <a:lnTo>
                    <a:pt x="11660428" y="0"/>
                  </a:lnTo>
                  <a:lnTo>
                    <a:pt x="11660428" y="12699"/>
                  </a:lnTo>
                  <a:close/>
                </a:path>
                <a:path w="13754100" h="584200">
                  <a:moveTo>
                    <a:pt x="11635028" y="12699"/>
                  </a:moveTo>
                  <a:lnTo>
                    <a:pt x="11615991" y="12699"/>
                  </a:lnTo>
                  <a:lnTo>
                    <a:pt x="11615991" y="0"/>
                  </a:lnTo>
                  <a:lnTo>
                    <a:pt x="11635028" y="0"/>
                  </a:lnTo>
                  <a:lnTo>
                    <a:pt x="11635028" y="12699"/>
                  </a:lnTo>
                  <a:close/>
                </a:path>
                <a:path w="13754100" h="584200">
                  <a:moveTo>
                    <a:pt x="11609641" y="12699"/>
                  </a:moveTo>
                  <a:lnTo>
                    <a:pt x="11590591" y="12699"/>
                  </a:lnTo>
                  <a:lnTo>
                    <a:pt x="11590591" y="0"/>
                  </a:lnTo>
                  <a:lnTo>
                    <a:pt x="11609641" y="0"/>
                  </a:lnTo>
                  <a:lnTo>
                    <a:pt x="11609641" y="12699"/>
                  </a:lnTo>
                  <a:close/>
                </a:path>
                <a:path w="13754100" h="584200">
                  <a:moveTo>
                    <a:pt x="11584241" y="12699"/>
                  </a:moveTo>
                  <a:lnTo>
                    <a:pt x="11565204" y="12699"/>
                  </a:lnTo>
                  <a:lnTo>
                    <a:pt x="11565204" y="0"/>
                  </a:lnTo>
                  <a:lnTo>
                    <a:pt x="11584241" y="0"/>
                  </a:lnTo>
                  <a:lnTo>
                    <a:pt x="11584241" y="12699"/>
                  </a:lnTo>
                  <a:close/>
                </a:path>
                <a:path w="13754100" h="584200">
                  <a:moveTo>
                    <a:pt x="11558854" y="12699"/>
                  </a:moveTo>
                  <a:lnTo>
                    <a:pt x="11539804" y="12699"/>
                  </a:lnTo>
                  <a:lnTo>
                    <a:pt x="11539804" y="0"/>
                  </a:lnTo>
                  <a:lnTo>
                    <a:pt x="11558854" y="0"/>
                  </a:lnTo>
                  <a:lnTo>
                    <a:pt x="11558854" y="12699"/>
                  </a:lnTo>
                  <a:close/>
                </a:path>
                <a:path w="13754100" h="584200">
                  <a:moveTo>
                    <a:pt x="11533454" y="12699"/>
                  </a:moveTo>
                  <a:lnTo>
                    <a:pt x="11514416" y="12699"/>
                  </a:lnTo>
                  <a:lnTo>
                    <a:pt x="11514416" y="0"/>
                  </a:lnTo>
                  <a:lnTo>
                    <a:pt x="11533454" y="0"/>
                  </a:lnTo>
                  <a:lnTo>
                    <a:pt x="11533454" y="12699"/>
                  </a:lnTo>
                  <a:close/>
                </a:path>
                <a:path w="13754100" h="584200">
                  <a:moveTo>
                    <a:pt x="11508066" y="12699"/>
                  </a:moveTo>
                  <a:lnTo>
                    <a:pt x="11489016" y="12699"/>
                  </a:lnTo>
                  <a:lnTo>
                    <a:pt x="11489016" y="0"/>
                  </a:lnTo>
                  <a:lnTo>
                    <a:pt x="11508066" y="0"/>
                  </a:lnTo>
                  <a:lnTo>
                    <a:pt x="11508066" y="12699"/>
                  </a:lnTo>
                  <a:close/>
                </a:path>
                <a:path w="13754100" h="584200">
                  <a:moveTo>
                    <a:pt x="11482666" y="12699"/>
                  </a:moveTo>
                  <a:lnTo>
                    <a:pt x="11463629" y="12699"/>
                  </a:lnTo>
                  <a:lnTo>
                    <a:pt x="11463629" y="0"/>
                  </a:lnTo>
                  <a:lnTo>
                    <a:pt x="11482666" y="0"/>
                  </a:lnTo>
                  <a:lnTo>
                    <a:pt x="11482666" y="12699"/>
                  </a:lnTo>
                  <a:close/>
                </a:path>
                <a:path w="13754100" h="584200">
                  <a:moveTo>
                    <a:pt x="11457279" y="12699"/>
                  </a:moveTo>
                  <a:lnTo>
                    <a:pt x="11438229" y="12699"/>
                  </a:lnTo>
                  <a:lnTo>
                    <a:pt x="11438229" y="0"/>
                  </a:lnTo>
                  <a:lnTo>
                    <a:pt x="11457279" y="0"/>
                  </a:lnTo>
                  <a:lnTo>
                    <a:pt x="11457279" y="12699"/>
                  </a:lnTo>
                  <a:close/>
                </a:path>
                <a:path w="13754100" h="584200">
                  <a:moveTo>
                    <a:pt x="11431879" y="12699"/>
                  </a:moveTo>
                  <a:lnTo>
                    <a:pt x="11412842" y="12699"/>
                  </a:lnTo>
                  <a:lnTo>
                    <a:pt x="11412842" y="0"/>
                  </a:lnTo>
                  <a:lnTo>
                    <a:pt x="11431879" y="0"/>
                  </a:lnTo>
                  <a:lnTo>
                    <a:pt x="11431879" y="12699"/>
                  </a:lnTo>
                  <a:close/>
                </a:path>
                <a:path w="13754100" h="584200">
                  <a:moveTo>
                    <a:pt x="11406492" y="12699"/>
                  </a:moveTo>
                  <a:lnTo>
                    <a:pt x="11387442" y="12699"/>
                  </a:lnTo>
                  <a:lnTo>
                    <a:pt x="11387442" y="0"/>
                  </a:lnTo>
                  <a:lnTo>
                    <a:pt x="11406492" y="0"/>
                  </a:lnTo>
                  <a:lnTo>
                    <a:pt x="11406492" y="12699"/>
                  </a:lnTo>
                  <a:close/>
                </a:path>
                <a:path w="13754100" h="584200">
                  <a:moveTo>
                    <a:pt x="11381092" y="12699"/>
                  </a:moveTo>
                  <a:lnTo>
                    <a:pt x="11362055" y="12699"/>
                  </a:lnTo>
                  <a:lnTo>
                    <a:pt x="11362055" y="0"/>
                  </a:lnTo>
                  <a:lnTo>
                    <a:pt x="11381092" y="0"/>
                  </a:lnTo>
                  <a:lnTo>
                    <a:pt x="11381092" y="12699"/>
                  </a:lnTo>
                  <a:close/>
                </a:path>
                <a:path w="13754100" h="584200">
                  <a:moveTo>
                    <a:pt x="11355705" y="12699"/>
                  </a:moveTo>
                  <a:lnTo>
                    <a:pt x="11336655" y="12699"/>
                  </a:lnTo>
                  <a:lnTo>
                    <a:pt x="11336655" y="0"/>
                  </a:lnTo>
                  <a:lnTo>
                    <a:pt x="11355705" y="0"/>
                  </a:lnTo>
                  <a:lnTo>
                    <a:pt x="11355705" y="12699"/>
                  </a:lnTo>
                  <a:close/>
                </a:path>
                <a:path w="13754100" h="584200">
                  <a:moveTo>
                    <a:pt x="11330305" y="12699"/>
                  </a:moveTo>
                  <a:lnTo>
                    <a:pt x="11311267" y="12699"/>
                  </a:lnTo>
                  <a:lnTo>
                    <a:pt x="11311267" y="0"/>
                  </a:lnTo>
                  <a:lnTo>
                    <a:pt x="11330305" y="0"/>
                  </a:lnTo>
                  <a:lnTo>
                    <a:pt x="11330305" y="12699"/>
                  </a:lnTo>
                  <a:close/>
                </a:path>
                <a:path w="13754100" h="584200">
                  <a:moveTo>
                    <a:pt x="11304917" y="12699"/>
                  </a:moveTo>
                  <a:lnTo>
                    <a:pt x="11285867" y="12699"/>
                  </a:lnTo>
                  <a:lnTo>
                    <a:pt x="11285867" y="0"/>
                  </a:lnTo>
                  <a:lnTo>
                    <a:pt x="11304917" y="0"/>
                  </a:lnTo>
                  <a:lnTo>
                    <a:pt x="11304917" y="12699"/>
                  </a:lnTo>
                  <a:close/>
                </a:path>
                <a:path w="13754100" h="584200">
                  <a:moveTo>
                    <a:pt x="11279517" y="12699"/>
                  </a:moveTo>
                  <a:lnTo>
                    <a:pt x="11260480" y="12699"/>
                  </a:lnTo>
                  <a:lnTo>
                    <a:pt x="11260480" y="0"/>
                  </a:lnTo>
                  <a:lnTo>
                    <a:pt x="11279517" y="0"/>
                  </a:lnTo>
                  <a:lnTo>
                    <a:pt x="11279517" y="12699"/>
                  </a:lnTo>
                  <a:close/>
                </a:path>
                <a:path w="13754100" h="584200">
                  <a:moveTo>
                    <a:pt x="11254130" y="12699"/>
                  </a:moveTo>
                  <a:lnTo>
                    <a:pt x="11235080" y="12699"/>
                  </a:lnTo>
                  <a:lnTo>
                    <a:pt x="11235080" y="0"/>
                  </a:lnTo>
                  <a:lnTo>
                    <a:pt x="11254130" y="0"/>
                  </a:lnTo>
                  <a:lnTo>
                    <a:pt x="11254130" y="12699"/>
                  </a:lnTo>
                  <a:close/>
                </a:path>
                <a:path w="13754100" h="584200">
                  <a:moveTo>
                    <a:pt x="11228730" y="12699"/>
                  </a:moveTo>
                  <a:lnTo>
                    <a:pt x="11209693" y="12699"/>
                  </a:lnTo>
                  <a:lnTo>
                    <a:pt x="11209693" y="0"/>
                  </a:lnTo>
                  <a:lnTo>
                    <a:pt x="11228730" y="0"/>
                  </a:lnTo>
                  <a:lnTo>
                    <a:pt x="11228730" y="12699"/>
                  </a:lnTo>
                  <a:close/>
                </a:path>
                <a:path w="13754100" h="584200">
                  <a:moveTo>
                    <a:pt x="11203343" y="12699"/>
                  </a:moveTo>
                  <a:lnTo>
                    <a:pt x="11184293" y="12699"/>
                  </a:lnTo>
                  <a:lnTo>
                    <a:pt x="11184293" y="0"/>
                  </a:lnTo>
                  <a:lnTo>
                    <a:pt x="11203343" y="0"/>
                  </a:lnTo>
                  <a:lnTo>
                    <a:pt x="11203343" y="12699"/>
                  </a:lnTo>
                  <a:close/>
                </a:path>
                <a:path w="13754100" h="584200">
                  <a:moveTo>
                    <a:pt x="11177943" y="12699"/>
                  </a:moveTo>
                  <a:lnTo>
                    <a:pt x="11158905" y="12699"/>
                  </a:lnTo>
                  <a:lnTo>
                    <a:pt x="11158905" y="0"/>
                  </a:lnTo>
                  <a:lnTo>
                    <a:pt x="11177943" y="0"/>
                  </a:lnTo>
                  <a:lnTo>
                    <a:pt x="11177943" y="12699"/>
                  </a:lnTo>
                  <a:close/>
                </a:path>
                <a:path w="13754100" h="584200">
                  <a:moveTo>
                    <a:pt x="11152555" y="12699"/>
                  </a:moveTo>
                  <a:lnTo>
                    <a:pt x="11133505" y="12699"/>
                  </a:lnTo>
                  <a:lnTo>
                    <a:pt x="11133505" y="0"/>
                  </a:lnTo>
                  <a:lnTo>
                    <a:pt x="11152555" y="0"/>
                  </a:lnTo>
                  <a:lnTo>
                    <a:pt x="11152555" y="12699"/>
                  </a:lnTo>
                  <a:close/>
                </a:path>
                <a:path w="13754100" h="584200">
                  <a:moveTo>
                    <a:pt x="11127155" y="12699"/>
                  </a:moveTo>
                  <a:lnTo>
                    <a:pt x="11108118" y="12699"/>
                  </a:lnTo>
                  <a:lnTo>
                    <a:pt x="11108118" y="0"/>
                  </a:lnTo>
                  <a:lnTo>
                    <a:pt x="11127155" y="0"/>
                  </a:lnTo>
                  <a:lnTo>
                    <a:pt x="11127155" y="12699"/>
                  </a:lnTo>
                  <a:close/>
                </a:path>
                <a:path w="13754100" h="584200">
                  <a:moveTo>
                    <a:pt x="11101768" y="12699"/>
                  </a:moveTo>
                  <a:lnTo>
                    <a:pt x="11082718" y="12699"/>
                  </a:lnTo>
                  <a:lnTo>
                    <a:pt x="11082718" y="0"/>
                  </a:lnTo>
                  <a:lnTo>
                    <a:pt x="11101768" y="0"/>
                  </a:lnTo>
                  <a:lnTo>
                    <a:pt x="11101768" y="12699"/>
                  </a:lnTo>
                  <a:close/>
                </a:path>
                <a:path w="13754100" h="584200">
                  <a:moveTo>
                    <a:pt x="11076368" y="12699"/>
                  </a:moveTo>
                  <a:lnTo>
                    <a:pt x="11057331" y="12699"/>
                  </a:lnTo>
                  <a:lnTo>
                    <a:pt x="11057331" y="0"/>
                  </a:lnTo>
                  <a:lnTo>
                    <a:pt x="11076368" y="0"/>
                  </a:lnTo>
                  <a:lnTo>
                    <a:pt x="11076368" y="12699"/>
                  </a:lnTo>
                  <a:close/>
                </a:path>
                <a:path w="13754100" h="584200">
                  <a:moveTo>
                    <a:pt x="11050981" y="12699"/>
                  </a:moveTo>
                  <a:lnTo>
                    <a:pt x="11031931" y="12699"/>
                  </a:lnTo>
                  <a:lnTo>
                    <a:pt x="11031931" y="0"/>
                  </a:lnTo>
                  <a:lnTo>
                    <a:pt x="11050981" y="0"/>
                  </a:lnTo>
                  <a:lnTo>
                    <a:pt x="11050981" y="12699"/>
                  </a:lnTo>
                  <a:close/>
                </a:path>
                <a:path w="13754100" h="584200">
                  <a:moveTo>
                    <a:pt x="11025581" y="12699"/>
                  </a:moveTo>
                  <a:lnTo>
                    <a:pt x="11006543" y="12699"/>
                  </a:lnTo>
                  <a:lnTo>
                    <a:pt x="11006543" y="0"/>
                  </a:lnTo>
                  <a:lnTo>
                    <a:pt x="11025581" y="0"/>
                  </a:lnTo>
                  <a:lnTo>
                    <a:pt x="11025581" y="12699"/>
                  </a:lnTo>
                  <a:close/>
                </a:path>
                <a:path w="13754100" h="584200">
                  <a:moveTo>
                    <a:pt x="11000193" y="12699"/>
                  </a:moveTo>
                  <a:lnTo>
                    <a:pt x="10981143" y="12699"/>
                  </a:lnTo>
                  <a:lnTo>
                    <a:pt x="10981143" y="0"/>
                  </a:lnTo>
                  <a:lnTo>
                    <a:pt x="11000193" y="0"/>
                  </a:lnTo>
                  <a:lnTo>
                    <a:pt x="11000193" y="12699"/>
                  </a:lnTo>
                  <a:close/>
                </a:path>
                <a:path w="13754100" h="584200">
                  <a:moveTo>
                    <a:pt x="10974793" y="12699"/>
                  </a:moveTo>
                  <a:lnTo>
                    <a:pt x="10955756" y="12699"/>
                  </a:lnTo>
                  <a:lnTo>
                    <a:pt x="10955756" y="0"/>
                  </a:lnTo>
                  <a:lnTo>
                    <a:pt x="10974793" y="0"/>
                  </a:lnTo>
                  <a:lnTo>
                    <a:pt x="10974793" y="12699"/>
                  </a:lnTo>
                  <a:close/>
                </a:path>
                <a:path w="13754100" h="584200">
                  <a:moveTo>
                    <a:pt x="10949406" y="12699"/>
                  </a:moveTo>
                  <a:lnTo>
                    <a:pt x="10930356" y="12699"/>
                  </a:lnTo>
                  <a:lnTo>
                    <a:pt x="10930356" y="0"/>
                  </a:lnTo>
                  <a:lnTo>
                    <a:pt x="10949406" y="0"/>
                  </a:lnTo>
                  <a:lnTo>
                    <a:pt x="10949406" y="12699"/>
                  </a:lnTo>
                  <a:close/>
                </a:path>
                <a:path w="13754100" h="584200">
                  <a:moveTo>
                    <a:pt x="10924006" y="12699"/>
                  </a:moveTo>
                  <a:lnTo>
                    <a:pt x="10904969" y="12699"/>
                  </a:lnTo>
                  <a:lnTo>
                    <a:pt x="10904969" y="0"/>
                  </a:lnTo>
                  <a:lnTo>
                    <a:pt x="10924006" y="0"/>
                  </a:lnTo>
                  <a:lnTo>
                    <a:pt x="10924006" y="12699"/>
                  </a:lnTo>
                  <a:close/>
                </a:path>
                <a:path w="13754100" h="584200">
                  <a:moveTo>
                    <a:pt x="10898619" y="12699"/>
                  </a:moveTo>
                  <a:lnTo>
                    <a:pt x="10879569" y="12699"/>
                  </a:lnTo>
                  <a:lnTo>
                    <a:pt x="10879569" y="0"/>
                  </a:lnTo>
                  <a:lnTo>
                    <a:pt x="10898619" y="0"/>
                  </a:lnTo>
                  <a:lnTo>
                    <a:pt x="10898619" y="12699"/>
                  </a:lnTo>
                  <a:close/>
                </a:path>
                <a:path w="13754100" h="584200">
                  <a:moveTo>
                    <a:pt x="10873219" y="12699"/>
                  </a:moveTo>
                  <a:lnTo>
                    <a:pt x="10854169" y="12699"/>
                  </a:lnTo>
                  <a:lnTo>
                    <a:pt x="10854169" y="0"/>
                  </a:lnTo>
                  <a:lnTo>
                    <a:pt x="10873219" y="0"/>
                  </a:lnTo>
                  <a:lnTo>
                    <a:pt x="10873219" y="12699"/>
                  </a:lnTo>
                  <a:close/>
                </a:path>
                <a:path w="13754100" h="584200">
                  <a:moveTo>
                    <a:pt x="10847832" y="12699"/>
                  </a:moveTo>
                  <a:lnTo>
                    <a:pt x="10828782" y="12699"/>
                  </a:lnTo>
                  <a:lnTo>
                    <a:pt x="10828782" y="0"/>
                  </a:lnTo>
                  <a:lnTo>
                    <a:pt x="10847832" y="0"/>
                  </a:lnTo>
                  <a:lnTo>
                    <a:pt x="10847832" y="12699"/>
                  </a:lnTo>
                  <a:close/>
                </a:path>
                <a:path w="13754100" h="584200">
                  <a:moveTo>
                    <a:pt x="10822432" y="12699"/>
                  </a:moveTo>
                  <a:lnTo>
                    <a:pt x="10803382" y="12699"/>
                  </a:lnTo>
                  <a:lnTo>
                    <a:pt x="10803382" y="0"/>
                  </a:lnTo>
                  <a:lnTo>
                    <a:pt x="10822432" y="0"/>
                  </a:lnTo>
                  <a:lnTo>
                    <a:pt x="10822432" y="12699"/>
                  </a:lnTo>
                  <a:close/>
                </a:path>
                <a:path w="13754100" h="584200">
                  <a:moveTo>
                    <a:pt x="10797044" y="12699"/>
                  </a:moveTo>
                  <a:lnTo>
                    <a:pt x="10777994" y="12699"/>
                  </a:lnTo>
                  <a:lnTo>
                    <a:pt x="10777994" y="0"/>
                  </a:lnTo>
                  <a:lnTo>
                    <a:pt x="10797044" y="0"/>
                  </a:lnTo>
                  <a:lnTo>
                    <a:pt x="10797044" y="12699"/>
                  </a:lnTo>
                  <a:close/>
                </a:path>
                <a:path w="13754100" h="584200">
                  <a:moveTo>
                    <a:pt x="10771644" y="12699"/>
                  </a:moveTo>
                  <a:lnTo>
                    <a:pt x="10752594" y="12699"/>
                  </a:lnTo>
                  <a:lnTo>
                    <a:pt x="10752594" y="0"/>
                  </a:lnTo>
                  <a:lnTo>
                    <a:pt x="10771644" y="0"/>
                  </a:lnTo>
                  <a:lnTo>
                    <a:pt x="10771644" y="12699"/>
                  </a:lnTo>
                  <a:close/>
                </a:path>
                <a:path w="13754100" h="584200">
                  <a:moveTo>
                    <a:pt x="10746257" y="12699"/>
                  </a:moveTo>
                  <a:lnTo>
                    <a:pt x="10727207" y="12699"/>
                  </a:lnTo>
                  <a:lnTo>
                    <a:pt x="10727207" y="0"/>
                  </a:lnTo>
                  <a:lnTo>
                    <a:pt x="10746257" y="0"/>
                  </a:lnTo>
                  <a:lnTo>
                    <a:pt x="10746257" y="12699"/>
                  </a:lnTo>
                  <a:close/>
                </a:path>
                <a:path w="13754100" h="584200">
                  <a:moveTo>
                    <a:pt x="10720857" y="12699"/>
                  </a:moveTo>
                  <a:lnTo>
                    <a:pt x="10701807" y="12699"/>
                  </a:lnTo>
                  <a:lnTo>
                    <a:pt x="10701807" y="0"/>
                  </a:lnTo>
                  <a:lnTo>
                    <a:pt x="10720857" y="0"/>
                  </a:lnTo>
                  <a:lnTo>
                    <a:pt x="10720857" y="12699"/>
                  </a:lnTo>
                  <a:close/>
                </a:path>
                <a:path w="13754100" h="584200">
                  <a:moveTo>
                    <a:pt x="10695470" y="12699"/>
                  </a:moveTo>
                  <a:lnTo>
                    <a:pt x="10676420" y="12699"/>
                  </a:lnTo>
                  <a:lnTo>
                    <a:pt x="10676420" y="0"/>
                  </a:lnTo>
                  <a:lnTo>
                    <a:pt x="10695470" y="0"/>
                  </a:lnTo>
                  <a:lnTo>
                    <a:pt x="10695470" y="12699"/>
                  </a:lnTo>
                  <a:close/>
                </a:path>
                <a:path w="13754100" h="584200">
                  <a:moveTo>
                    <a:pt x="10670070" y="12699"/>
                  </a:moveTo>
                  <a:lnTo>
                    <a:pt x="10651020" y="12699"/>
                  </a:lnTo>
                  <a:lnTo>
                    <a:pt x="10651020" y="0"/>
                  </a:lnTo>
                  <a:lnTo>
                    <a:pt x="10670070" y="0"/>
                  </a:lnTo>
                  <a:lnTo>
                    <a:pt x="10670070" y="12699"/>
                  </a:lnTo>
                  <a:close/>
                </a:path>
                <a:path w="13754100" h="584200">
                  <a:moveTo>
                    <a:pt x="10644682" y="12699"/>
                  </a:moveTo>
                  <a:lnTo>
                    <a:pt x="10625632" y="12699"/>
                  </a:lnTo>
                  <a:lnTo>
                    <a:pt x="10625632" y="0"/>
                  </a:lnTo>
                  <a:lnTo>
                    <a:pt x="10644682" y="0"/>
                  </a:lnTo>
                  <a:lnTo>
                    <a:pt x="10644682" y="12699"/>
                  </a:lnTo>
                  <a:close/>
                </a:path>
                <a:path w="13754100" h="584200">
                  <a:moveTo>
                    <a:pt x="10619282" y="12699"/>
                  </a:moveTo>
                  <a:lnTo>
                    <a:pt x="10600232" y="12699"/>
                  </a:lnTo>
                  <a:lnTo>
                    <a:pt x="10600232" y="0"/>
                  </a:lnTo>
                  <a:lnTo>
                    <a:pt x="10619282" y="0"/>
                  </a:lnTo>
                  <a:lnTo>
                    <a:pt x="10619282" y="12699"/>
                  </a:lnTo>
                  <a:close/>
                </a:path>
                <a:path w="13754100" h="584200">
                  <a:moveTo>
                    <a:pt x="10593882" y="12699"/>
                  </a:moveTo>
                  <a:lnTo>
                    <a:pt x="10574845" y="12699"/>
                  </a:lnTo>
                  <a:lnTo>
                    <a:pt x="10574845" y="0"/>
                  </a:lnTo>
                  <a:lnTo>
                    <a:pt x="10593882" y="0"/>
                  </a:lnTo>
                  <a:lnTo>
                    <a:pt x="10593882" y="12699"/>
                  </a:lnTo>
                  <a:close/>
                </a:path>
                <a:path w="13754100" h="584200">
                  <a:moveTo>
                    <a:pt x="10568495" y="12699"/>
                  </a:moveTo>
                  <a:lnTo>
                    <a:pt x="10549445" y="12699"/>
                  </a:lnTo>
                  <a:lnTo>
                    <a:pt x="10549445" y="0"/>
                  </a:lnTo>
                  <a:lnTo>
                    <a:pt x="10568495" y="0"/>
                  </a:lnTo>
                  <a:lnTo>
                    <a:pt x="10568495" y="12699"/>
                  </a:lnTo>
                  <a:close/>
                </a:path>
                <a:path w="13754100" h="584200">
                  <a:moveTo>
                    <a:pt x="10543095" y="12699"/>
                  </a:moveTo>
                  <a:lnTo>
                    <a:pt x="10524058" y="12699"/>
                  </a:lnTo>
                  <a:lnTo>
                    <a:pt x="10524058" y="0"/>
                  </a:lnTo>
                  <a:lnTo>
                    <a:pt x="10543095" y="0"/>
                  </a:lnTo>
                  <a:lnTo>
                    <a:pt x="10543095" y="12699"/>
                  </a:lnTo>
                  <a:close/>
                </a:path>
                <a:path w="13754100" h="584200">
                  <a:moveTo>
                    <a:pt x="10517708" y="12699"/>
                  </a:moveTo>
                  <a:lnTo>
                    <a:pt x="10498658" y="12699"/>
                  </a:lnTo>
                  <a:lnTo>
                    <a:pt x="10498658" y="0"/>
                  </a:lnTo>
                  <a:lnTo>
                    <a:pt x="10517708" y="0"/>
                  </a:lnTo>
                  <a:lnTo>
                    <a:pt x="10517708" y="12699"/>
                  </a:lnTo>
                  <a:close/>
                </a:path>
                <a:path w="13754100" h="584200">
                  <a:moveTo>
                    <a:pt x="10492308" y="12699"/>
                  </a:moveTo>
                  <a:lnTo>
                    <a:pt x="10473270" y="12699"/>
                  </a:lnTo>
                  <a:lnTo>
                    <a:pt x="10473270" y="0"/>
                  </a:lnTo>
                  <a:lnTo>
                    <a:pt x="10492308" y="0"/>
                  </a:lnTo>
                  <a:lnTo>
                    <a:pt x="10492308" y="12699"/>
                  </a:lnTo>
                  <a:close/>
                </a:path>
                <a:path w="13754100" h="584200">
                  <a:moveTo>
                    <a:pt x="10466920" y="12699"/>
                  </a:moveTo>
                  <a:lnTo>
                    <a:pt x="10447870" y="12699"/>
                  </a:lnTo>
                  <a:lnTo>
                    <a:pt x="10447870" y="0"/>
                  </a:lnTo>
                  <a:lnTo>
                    <a:pt x="10466920" y="0"/>
                  </a:lnTo>
                  <a:lnTo>
                    <a:pt x="10466920" y="12699"/>
                  </a:lnTo>
                  <a:close/>
                </a:path>
                <a:path w="13754100" h="584200">
                  <a:moveTo>
                    <a:pt x="10441520" y="12699"/>
                  </a:moveTo>
                  <a:lnTo>
                    <a:pt x="10422483" y="12699"/>
                  </a:lnTo>
                  <a:lnTo>
                    <a:pt x="10422483" y="0"/>
                  </a:lnTo>
                  <a:lnTo>
                    <a:pt x="10441520" y="0"/>
                  </a:lnTo>
                  <a:lnTo>
                    <a:pt x="10441520" y="12699"/>
                  </a:lnTo>
                  <a:close/>
                </a:path>
                <a:path w="13754100" h="584200">
                  <a:moveTo>
                    <a:pt x="10416133" y="12699"/>
                  </a:moveTo>
                  <a:lnTo>
                    <a:pt x="10397083" y="12699"/>
                  </a:lnTo>
                  <a:lnTo>
                    <a:pt x="10397083" y="0"/>
                  </a:lnTo>
                  <a:lnTo>
                    <a:pt x="10416133" y="0"/>
                  </a:lnTo>
                  <a:lnTo>
                    <a:pt x="10416133" y="12699"/>
                  </a:lnTo>
                  <a:close/>
                </a:path>
                <a:path w="13754100" h="584200">
                  <a:moveTo>
                    <a:pt x="10390733" y="12699"/>
                  </a:moveTo>
                  <a:lnTo>
                    <a:pt x="10371696" y="12699"/>
                  </a:lnTo>
                  <a:lnTo>
                    <a:pt x="10371696" y="0"/>
                  </a:lnTo>
                  <a:lnTo>
                    <a:pt x="10390733" y="0"/>
                  </a:lnTo>
                  <a:lnTo>
                    <a:pt x="10390733" y="12699"/>
                  </a:lnTo>
                  <a:close/>
                </a:path>
                <a:path w="13754100" h="584200">
                  <a:moveTo>
                    <a:pt x="10365346" y="12699"/>
                  </a:moveTo>
                  <a:lnTo>
                    <a:pt x="10346296" y="12699"/>
                  </a:lnTo>
                  <a:lnTo>
                    <a:pt x="10346296" y="0"/>
                  </a:lnTo>
                  <a:lnTo>
                    <a:pt x="10365346" y="0"/>
                  </a:lnTo>
                  <a:lnTo>
                    <a:pt x="10365346" y="12699"/>
                  </a:lnTo>
                  <a:close/>
                </a:path>
                <a:path w="13754100" h="584200">
                  <a:moveTo>
                    <a:pt x="10339946" y="12699"/>
                  </a:moveTo>
                  <a:lnTo>
                    <a:pt x="10320909" y="12699"/>
                  </a:lnTo>
                  <a:lnTo>
                    <a:pt x="10320909" y="0"/>
                  </a:lnTo>
                  <a:lnTo>
                    <a:pt x="10339946" y="0"/>
                  </a:lnTo>
                  <a:lnTo>
                    <a:pt x="10339946" y="12699"/>
                  </a:lnTo>
                  <a:close/>
                </a:path>
                <a:path w="13754100" h="584200">
                  <a:moveTo>
                    <a:pt x="10314559" y="12699"/>
                  </a:moveTo>
                  <a:lnTo>
                    <a:pt x="10295509" y="12699"/>
                  </a:lnTo>
                  <a:lnTo>
                    <a:pt x="10295509" y="0"/>
                  </a:lnTo>
                  <a:lnTo>
                    <a:pt x="10314559" y="0"/>
                  </a:lnTo>
                  <a:lnTo>
                    <a:pt x="10314559" y="12699"/>
                  </a:lnTo>
                  <a:close/>
                </a:path>
                <a:path w="13754100" h="584200">
                  <a:moveTo>
                    <a:pt x="10289159" y="12699"/>
                  </a:moveTo>
                  <a:lnTo>
                    <a:pt x="10270121" y="12699"/>
                  </a:lnTo>
                  <a:lnTo>
                    <a:pt x="10270121" y="0"/>
                  </a:lnTo>
                  <a:lnTo>
                    <a:pt x="10289159" y="0"/>
                  </a:lnTo>
                  <a:lnTo>
                    <a:pt x="10289159" y="12699"/>
                  </a:lnTo>
                  <a:close/>
                </a:path>
                <a:path w="13754100" h="584200">
                  <a:moveTo>
                    <a:pt x="10263771" y="12699"/>
                  </a:moveTo>
                  <a:lnTo>
                    <a:pt x="10244721" y="12699"/>
                  </a:lnTo>
                  <a:lnTo>
                    <a:pt x="10244721" y="0"/>
                  </a:lnTo>
                  <a:lnTo>
                    <a:pt x="10263771" y="0"/>
                  </a:lnTo>
                  <a:lnTo>
                    <a:pt x="10263771" y="12699"/>
                  </a:lnTo>
                  <a:close/>
                </a:path>
                <a:path w="13754100" h="584200">
                  <a:moveTo>
                    <a:pt x="10238371" y="12699"/>
                  </a:moveTo>
                  <a:lnTo>
                    <a:pt x="10219334" y="12699"/>
                  </a:lnTo>
                  <a:lnTo>
                    <a:pt x="10219334" y="0"/>
                  </a:lnTo>
                  <a:lnTo>
                    <a:pt x="10238371" y="0"/>
                  </a:lnTo>
                  <a:lnTo>
                    <a:pt x="10238371" y="12699"/>
                  </a:lnTo>
                  <a:close/>
                </a:path>
                <a:path w="13754100" h="584200">
                  <a:moveTo>
                    <a:pt x="10212984" y="12699"/>
                  </a:moveTo>
                  <a:lnTo>
                    <a:pt x="10193934" y="12699"/>
                  </a:lnTo>
                  <a:lnTo>
                    <a:pt x="10193934" y="0"/>
                  </a:lnTo>
                  <a:lnTo>
                    <a:pt x="10212984" y="0"/>
                  </a:lnTo>
                  <a:lnTo>
                    <a:pt x="10212984" y="12699"/>
                  </a:lnTo>
                  <a:close/>
                </a:path>
                <a:path w="13754100" h="584200">
                  <a:moveTo>
                    <a:pt x="10187584" y="12699"/>
                  </a:moveTo>
                  <a:lnTo>
                    <a:pt x="10168547" y="12699"/>
                  </a:lnTo>
                  <a:lnTo>
                    <a:pt x="10168547" y="0"/>
                  </a:lnTo>
                  <a:lnTo>
                    <a:pt x="10187584" y="0"/>
                  </a:lnTo>
                  <a:lnTo>
                    <a:pt x="10187584" y="12699"/>
                  </a:lnTo>
                  <a:close/>
                </a:path>
                <a:path w="13754100" h="584200">
                  <a:moveTo>
                    <a:pt x="10162197" y="12699"/>
                  </a:moveTo>
                  <a:lnTo>
                    <a:pt x="10143147" y="12699"/>
                  </a:lnTo>
                  <a:lnTo>
                    <a:pt x="10143147" y="0"/>
                  </a:lnTo>
                  <a:lnTo>
                    <a:pt x="10162197" y="0"/>
                  </a:lnTo>
                  <a:lnTo>
                    <a:pt x="10162197" y="12699"/>
                  </a:lnTo>
                  <a:close/>
                </a:path>
                <a:path w="13754100" h="584200">
                  <a:moveTo>
                    <a:pt x="10136797" y="12699"/>
                  </a:moveTo>
                  <a:lnTo>
                    <a:pt x="10117759" y="12699"/>
                  </a:lnTo>
                  <a:lnTo>
                    <a:pt x="10117759" y="0"/>
                  </a:lnTo>
                  <a:lnTo>
                    <a:pt x="10136797" y="0"/>
                  </a:lnTo>
                  <a:lnTo>
                    <a:pt x="10136797" y="12699"/>
                  </a:lnTo>
                  <a:close/>
                </a:path>
                <a:path w="13754100" h="584200">
                  <a:moveTo>
                    <a:pt x="10111409" y="12699"/>
                  </a:moveTo>
                  <a:lnTo>
                    <a:pt x="10092359" y="12699"/>
                  </a:lnTo>
                  <a:lnTo>
                    <a:pt x="10092359" y="0"/>
                  </a:lnTo>
                  <a:lnTo>
                    <a:pt x="10111409" y="0"/>
                  </a:lnTo>
                  <a:lnTo>
                    <a:pt x="10111409" y="12699"/>
                  </a:lnTo>
                  <a:close/>
                </a:path>
                <a:path w="13754100" h="584200">
                  <a:moveTo>
                    <a:pt x="10086009" y="12699"/>
                  </a:moveTo>
                  <a:lnTo>
                    <a:pt x="10066972" y="12699"/>
                  </a:lnTo>
                  <a:lnTo>
                    <a:pt x="10066972" y="0"/>
                  </a:lnTo>
                  <a:lnTo>
                    <a:pt x="10086009" y="0"/>
                  </a:lnTo>
                  <a:lnTo>
                    <a:pt x="10086009" y="12699"/>
                  </a:lnTo>
                  <a:close/>
                </a:path>
                <a:path w="13754100" h="584200">
                  <a:moveTo>
                    <a:pt x="10060622" y="12699"/>
                  </a:moveTo>
                  <a:lnTo>
                    <a:pt x="10041572" y="12699"/>
                  </a:lnTo>
                  <a:lnTo>
                    <a:pt x="10041572" y="0"/>
                  </a:lnTo>
                  <a:lnTo>
                    <a:pt x="10060622" y="0"/>
                  </a:lnTo>
                  <a:lnTo>
                    <a:pt x="10060622" y="12699"/>
                  </a:lnTo>
                  <a:close/>
                </a:path>
                <a:path w="13754100" h="584200">
                  <a:moveTo>
                    <a:pt x="10035222" y="12699"/>
                  </a:moveTo>
                  <a:lnTo>
                    <a:pt x="10016185" y="12699"/>
                  </a:lnTo>
                  <a:lnTo>
                    <a:pt x="10016185" y="0"/>
                  </a:lnTo>
                  <a:lnTo>
                    <a:pt x="10035222" y="0"/>
                  </a:lnTo>
                  <a:lnTo>
                    <a:pt x="10035222" y="12699"/>
                  </a:lnTo>
                  <a:close/>
                </a:path>
                <a:path w="13754100" h="584200">
                  <a:moveTo>
                    <a:pt x="10009835" y="12699"/>
                  </a:moveTo>
                  <a:lnTo>
                    <a:pt x="9990785" y="12699"/>
                  </a:lnTo>
                  <a:lnTo>
                    <a:pt x="9990785" y="0"/>
                  </a:lnTo>
                  <a:lnTo>
                    <a:pt x="10009835" y="0"/>
                  </a:lnTo>
                  <a:lnTo>
                    <a:pt x="10009835" y="12699"/>
                  </a:lnTo>
                  <a:close/>
                </a:path>
                <a:path w="13754100" h="584200">
                  <a:moveTo>
                    <a:pt x="9984435" y="12699"/>
                  </a:moveTo>
                  <a:lnTo>
                    <a:pt x="9965397" y="12699"/>
                  </a:lnTo>
                  <a:lnTo>
                    <a:pt x="9965397" y="0"/>
                  </a:lnTo>
                  <a:lnTo>
                    <a:pt x="9984435" y="0"/>
                  </a:lnTo>
                  <a:lnTo>
                    <a:pt x="9984435" y="12699"/>
                  </a:lnTo>
                  <a:close/>
                </a:path>
                <a:path w="13754100" h="584200">
                  <a:moveTo>
                    <a:pt x="9959047" y="12699"/>
                  </a:moveTo>
                  <a:lnTo>
                    <a:pt x="9939997" y="12699"/>
                  </a:lnTo>
                  <a:lnTo>
                    <a:pt x="9939997" y="0"/>
                  </a:lnTo>
                  <a:lnTo>
                    <a:pt x="9959047" y="0"/>
                  </a:lnTo>
                  <a:lnTo>
                    <a:pt x="9959047" y="12699"/>
                  </a:lnTo>
                  <a:close/>
                </a:path>
                <a:path w="13754100" h="584200">
                  <a:moveTo>
                    <a:pt x="9933647" y="12699"/>
                  </a:moveTo>
                  <a:lnTo>
                    <a:pt x="9914610" y="12699"/>
                  </a:lnTo>
                  <a:lnTo>
                    <a:pt x="9914610" y="0"/>
                  </a:lnTo>
                  <a:lnTo>
                    <a:pt x="9933647" y="0"/>
                  </a:lnTo>
                  <a:lnTo>
                    <a:pt x="9933647" y="12699"/>
                  </a:lnTo>
                  <a:close/>
                </a:path>
                <a:path w="13754100" h="584200">
                  <a:moveTo>
                    <a:pt x="9908260" y="12699"/>
                  </a:moveTo>
                  <a:lnTo>
                    <a:pt x="9889210" y="12699"/>
                  </a:lnTo>
                  <a:lnTo>
                    <a:pt x="9889210" y="0"/>
                  </a:lnTo>
                  <a:lnTo>
                    <a:pt x="9908260" y="0"/>
                  </a:lnTo>
                  <a:lnTo>
                    <a:pt x="9908260" y="12699"/>
                  </a:lnTo>
                  <a:close/>
                </a:path>
                <a:path w="13754100" h="584200">
                  <a:moveTo>
                    <a:pt x="9882860" y="12699"/>
                  </a:moveTo>
                  <a:lnTo>
                    <a:pt x="9863823" y="12699"/>
                  </a:lnTo>
                  <a:lnTo>
                    <a:pt x="9863823" y="0"/>
                  </a:lnTo>
                  <a:lnTo>
                    <a:pt x="9882860" y="0"/>
                  </a:lnTo>
                  <a:lnTo>
                    <a:pt x="9882860" y="12699"/>
                  </a:lnTo>
                  <a:close/>
                </a:path>
                <a:path w="13754100" h="584200">
                  <a:moveTo>
                    <a:pt x="9857473" y="12699"/>
                  </a:moveTo>
                  <a:lnTo>
                    <a:pt x="9838423" y="12699"/>
                  </a:lnTo>
                  <a:lnTo>
                    <a:pt x="9838423" y="0"/>
                  </a:lnTo>
                  <a:lnTo>
                    <a:pt x="9857473" y="0"/>
                  </a:lnTo>
                  <a:lnTo>
                    <a:pt x="9857473" y="12699"/>
                  </a:lnTo>
                  <a:close/>
                </a:path>
                <a:path w="13754100" h="584200">
                  <a:moveTo>
                    <a:pt x="9832073" y="12699"/>
                  </a:moveTo>
                  <a:lnTo>
                    <a:pt x="9813036" y="12699"/>
                  </a:lnTo>
                  <a:lnTo>
                    <a:pt x="9813036" y="0"/>
                  </a:lnTo>
                  <a:lnTo>
                    <a:pt x="9832073" y="0"/>
                  </a:lnTo>
                  <a:lnTo>
                    <a:pt x="9832073" y="12699"/>
                  </a:lnTo>
                  <a:close/>
                </a:path>
                <a:path w="13754100" h="584200">
                  <a:moveTo>
                    <a:pt x="9806686" y="12699"/>
                  </a:moveTo>
                  <a:lnTo>
                    <a:pt x="9787636" y="12699"/>
                  </a:lnTo>
                  <a:lnTo>
                    <a:pt x="9787636" y="0"/>
                  </a:lnTo>
                  <a:lnTo>
                    <a:pt x="9806686" y="0"/>
                  </a:lnTo>
                  <a:lnTo>
                    <a:pt x="9806686" y="12699"/>
                  </a:lnTo>
                  <a:close/>
                </a:path>
                <a:path w="13754100" h="584200">
                  <a:moveTo>
                    <a:pt x="9781286" y="12699"/>
                  </a:moveTo>
                  <a:lnTo>
                    <a:pt x="9762236" y="12699"/>
                  </a:lnTo>
                  <a:lnTo>
                    <a:pt x="9762236" y="0"/>
                  </a:lnTo>
                  <a:lnTo>
                    <a:pt x="9781286" y="0"/>
                  </a:lnTo>
                  <a:lnTo>
                    <a:pt x="9781286" y="12699"/>
                  </a:lnTo>
                  <a:close/>
                </a:path>
                <a:path w="13754100" h="584200">
                  <a:moveTo>
                    <a:pt x="9755898" y="12699"/>
                  </a:moveTo>
                  <a:lnTo>
                    <a:pt x="9736848" y="12699"/>
                  </a:lnTo>
                  <a:lnTo>
                    <a:pt x="9736848" y="0"/>
                  </a:lnTo>
                  <a:lnTo>
                    <a:pt x="9755898" y="0"/>
                  </a:lnTo>
                  <a:lnTo>
                    <a:pt x="9755898" y="12699"/>
                  </a:lnTo>
                  <a:close/>
                </a:path>
                <a:path w="13754100" h="584200">
                  <a:moveTo>
                    <a:pt x="9730498" y="12699"/>
                  </a:moveTo>
                  <a:lnTo>
                    <a:pt x="9711448" y="12699"/>
                  </a:lnTo>
                  <a:lnTo>
                    <a:pt x="9711448" y="0"/>
                  </a:lnTo>
                  <a:lnTo>
                    <a:pt x="9730498" y="0"/>
                  </a:lnTo>
                  <a:lnTo>
                    <a:pt x="9730498" y="12699"/>
                  </a:lnTo>
                  <a:close/>
                </a:path>
                <a:path w="13754100" h="584200">
                  <a:moveTo>
                    <a:pt x="9705111" y="12699"/>
                  </a:moveTo>
                  <a:lnTo>
                    <a:pt x="9686061" y="12699"/>
                  </a:lnTo>
                  <a:lnTo>
                    <a:pt x="9686061" y="0"/>
                  </a:lnTo>
                  <a:lnTo>
                    <a:pt x="9705111" y="0"/>
                  </a:lnTo>
                  <a:lnTo>
                    <a:pt x="9705111" y="12699"/>
                  </a:lnTo>
                  <a:close/>
                </a:path>
                <a:path w="13754100" h="584200">
                  <a:moveTo>
                    <a:pt x="9679711" y="12699"/>
                  </a:moveTo>
                  <a:lnTo>
                    <a:pt x="9660661" y="12699"/>
                  </a:lnTo>
                  <a:lnTo>
                    <a:pt x="9660661" y="0"/>
                  </a:lnTo>
                  <a:lnTo>
                    <a:pt x="9679711" y="0"/>
                  </a:lnTo>
                  <a:lnTo>
                    <a:pt x="9679711" y="12699"/>
                  </a:lnTo>
                  <a:close/>
                </a:path>
                <a:path w="13754100" h="584200">
                  <a:moveTo>
                    <a:pt x="9654324" y="12699"/>
                  </a:moveTo>
                  <a:lnTo>
                    <a:pt x="9635274" y="12699"/>
                  </a:lnTo>
                  <a:lnTo>
                    <a:pt x="9635274" y="0"/>
                  </a:lnTo>
                  <a:lnTo>
                    <a:pt x="9654324" y="0"/>
                  </a:lnTo>
                  <a:lnTo>
                    <a:pt x="9654324" y="12699"/>
                  </a:lnTo>
                  <a:close/>
                </a:path>
                <a:path w="13754100" h="584200">
                  <a:moveTo>
                    <a:pt x="9628924" y="12699"/>
                  </a:moveTo>
                  <a:lnTo>
                    <a:pt x="9609874" y="12699"/>
                  </a:lnTo>
                  <a:lnTo>
                    <a:pt x="9609874" y="0"/>
                  </a:lnTo>
                  <a:lnTo>
                    <a:pt x="9628924" y="0"/>
                  </a:lnTo>
                  <a:lnTo>
                    <a:pt x="9628924" y="12699"/>
                  </a:lnTo>
                  <a:close/>
                </a:path>
                <a:path w="13754100" h="584200">
                  <a:moveTo>
                    <a:pt x="9603536" y="12699"/>
                  </a:moveTo>
                  <a:lnTo>
                    <a:pt x="9584486" y="12699"/>
                  </a:lnTo>
                  <a:lnTo>
                    <a:pt x="9584486" y="0"/>
                  </a:lnTo>
                  <a:lnTo>
                    <a:pt x="9603536" y="0"/>
                  </a:lnTo>
                  <a:lnTo>
                    <a:pt x="9603536" y="12699"/>
                  </a:lnTo>
                  <a:close/>
                </a:path>
                <a:path w="13754100" h="584200">
                  <a:moveTo>
                    <a:pt x="9578136" y="12699"/>
                  </a:moveTo>
                  <a:lnTo>
                    <a:pt x="9559086" y="12699"/>
                  </a:lnTo>
                  <a:lnTo>
                    <a:pt x="9559086" y="0"/>
                  </a:lnTo>
                  <a:lnTo>
                    <a:pt x="9578136" y="0"/>
                  </a:lnTo>
                  <a:lnTo>
                    <a:pt x="9578136" y="12699"/>
                  </a:lnTo>
                  <a:close/>
                </a:path>
                <a:path w="13754100" h="584200">
                  <a:moveTo>
                    <a:pt x="9552749" y="12699"/>
                  </a:moveTo>
                  <a:lnTo>
                    <a:pt x="9533699" y="12699"/>
                  </a:lnTo>
                  <a:lnTo>
                    <a:pt x="9533699" y="0"/>
                  </a:lnTo>
                  <a:lnTo>
                    <a:pt x="9552749" y="0"/>
                  </a:lnTo>
                  <a:lnTo>
                    <a:pt x="9552749" y="12699"/>
                  </a:lnTo>
                  <a:close/>
                </a:path>
                <a:path w="13754100" h="584200">
                  <a:moveTo>
                    <a:pt x="9527349" y="12699"/>
                  </a:moveTo>
                  <a:lnTo>
                    <a:pt x="9508299" y="12699"/>
                  </a:lnTo>
                  <a:lnTo>
                    <a:pt x="9508299" y="0"/>
                  </a:lnTo>
                  <a:lnTo>
                    <a:pt x="9527349" y="0"/>
                  </a:lnTo>
                  <a:lnTo>
                    <a:pt x="9527349" y="12699"/>
                  </a:lnTo>
                  <a:close/>
                </a:path>
                <a:path w="13754100" h="584200">
                  <a:moveTo>
                    <a:pt x="9501949" y="12699"/>
                  </a:moveTo>
                  <a:lnTo>
                    <a:pt x="9482912" y="12699"/>
                  </a:lnTo>
                  <a:lnTo>
                    <a:pt x="9482912" y="0"/>
                  </a:lnTo>
                  <a:lnTo>
                    <a:pt x="9501949" y="0"/>
                  </a:lnTo>
                  <a:lnTo>
                    <a:pt x="9501949" y="12699"/>
                  </a:lnTo>
                  <a:close/>
                </a:path>
                <a:path w="13754100" h="584200">
                  <a:moveTo>
                    <a:pt x="9476562" y="12699"/>
                  </a:moveTo>
                  <a:lnTo>
                    <a:pt x="9457512" y="12699"/>
                  </a:lnTo>
                  <a:lnTo>
                    <a:pt x="9457512" y="0"/>
                  </a:lnTo>
                  <a:lnTo>
                    <a:pt x="9476562" y="0"/>
                  </a:lnTo>
                  <a:lnTo>
                    <a:pt x="9476562" y="12699"/>
                  </a:lnTo>
                  <a:close/>
                </a:path>
                <a:path w="13754100" h="584200">
                  <a:moveTo>
                    <a:pt x="9451162" y="12699"/>
                  </a:moveTo>
                  <a:lnTo>
                    <a:pt x="9432124" y="12699"/>
                  </a:lnTo>
                  <a:lnTo>
                    <a:pt x="9432124" y="0"/>
                  </a:lnTo>
                  <a:lnTo>
                    <a:pt x="9451162" y="0"/>
                  </a:lnTo>
                  <a:lnTo>
                    <a:pt x="9451162" y="12699"/>
                  </a:lnTo>
                  <a:close/>
                </a:path>
                <a:path w="13754100" h="584200">
                  <a:moveTo>
                    <a:pt x="9425774" y="12699"/>
                  </a:moveTo>
                  <a:lnTo>
                    <a:pt x="9406724" y="12699"/>
                  </a:lnTo>
                  <a:lnTo>
                    <a:pt x="9406724" y="0"/>
                  </a:lnTo>
                  <a:lnTo>
                    <a:pt x="9425774" y="0"/>
                  </a:lnTo>
                  <a:lnTo>
                    <a:pt x="9425774" y="12699"/>
                  </a:lnTo>
                  <a:close/>
                </a:path>
                <a:path w="13754100" h="584200">
                  <a:moveTo>
                    <a:pt x="9400374" y="12699"/>
                  </a:moveTo>
                  <a:lnTo>
                    <a:pt x="9381337" y="12699"/>
                  </a:lnTo>
                  <a:lnTo>
                    <a:pt x="9381337" y="0"/>
                  </a:lnTo>
                  <a:lnTo>
                    <a:pt x="9400374" y="0"/>
                  </a:lnTo>
                  <a:lnTo>
                    <a:pt x="9400374" y="12699"/>
                  </a:lnTo>
                  <a:close/>
                </a:path>
                <a:path w="13754100" h="584200">
                  <a:moveTo>
                    <a:pt x="9374987" y="12699"/>
                  </a:moveTo>
                  <a:lnTo>
                    <a:pt x="9355937" y="12699"/>
                  </a:lnTo>
                  <a:lnTo>
                    <a:pt x="9355937" y="0"/>
                  </a:lnTo>
                  <a:lnTo>
                    <a:pt x="9374987" y="0"/>
                  </a:lnTo>
                  <a:lnTo>
                    <a:pt x="9374987" y="12699"/>
                  </a:lnTo>
                  <a:close/>
                </a:path>
                <a:path w="13754100" h="584200">
                  <a:moveTo>
                    <a:pt x="9349587" y="12699"/>
                  </a:moveTo>
                  <a:lnTo>
                    <a:pt x="9330550" y="12699"/>
                  </a:lnTo>
                  <a:lnTo>
                    <a:pt x="9330550" y="0"/>
                  </a:lnTo>
                  <a:lnTo>
                    <a:pt x="9349587" y="0"/>
                  </a:lnTo>
                  <a:lnTo>
                    <a:pt x="9349587" y="12699"/>
                  </a:lnTo>
                  <a:close/>
                </a:path>
                <a:path w="13754100" h="584200">
                  <a:moveTo>
                    <a:pt x="9324200" y="12699"/>
                  </a:moveTo>
                  <a:lnTo>
                    <a:pt x="9305150" y="12699"/>
                  </a:lnTo>
                  <a:lnTo>
                    <a:pt x="9305150" y="0"/>
                  </a:lnTo>
                  <a:lnTo>
                    <a:pt x="9324200" y="0"/>
                  </a:lnTo>
                  <a:lnTo>
                    <a:pt x="9324200" y="12699"/>
                  </a:lnTo>
                  <a:close/>
                </a:path>
                <a:path w="13754100" h="584200">
                  <a:moveTo>
                    <a:pt x="9298800" y="12699"/>
                  </a:moveTo>
                  <a:lnTo>
                    <a:pt x="9279763" y="12699"/>
                  </a:lnTo>
                  <a:lnTo>
                    <a:pt x="9279763" y="0"/>
                  </a:lnTo>
                  <a:lnTo>
                    <a:pt x="9298800" y="0"/>
                  </a:lnTo>
                  <a:lnTo>
                    <a:pt x="9298800" y="12699"/>
                  </a:lnTo>
                  <a:close/>
                </a:path>
                <a:path w="13754100" h="584200">
                  <a:moveTo>
                    <a:pt x="9273413" y="12699"/>
                  </a:moveTo>
                  <a:lnTo>
                    <a:pt x="9254363" y="12699"/>
                  </a:lnTo>
                  <a:lnTo>
                    <a:pt x="9254363" y="0"/>
                  </a:lnTo>
                  <a:lnTo>
                    <a:pt x="9273413" y="0"/>
                  </a:lnTo>
                  <a:lnTo>
                    <a:pt x="9273413" y="12699"/>
                  </a:lnTo>
                  <a:close/>
                </a:path>
                <a:path w="13754100" h="584200">
                  <a:moveTo>
                    <a:pt x="9248013" y="12699"/>
                  </a:moveTo>
                  <a:lnTo>
                    <a:pt x="9228975" y="12699"/>
                  </a:lnTo>
                  <a:lnTo>
                    <a:pt x="9228975" y="0"/>
                  </a:lnTo>
                  <a:lnTo>
                    <a:pt x="9248013" y="0"/>
                  </a:lnTo>
                  <a:lnTo>
                    <a:pt x="9248013" y="12699"/>
                  </a:lnTo>
                  <a:close/>
                </a:path>
                <a:path w="13754100" h="584200">
                  <a:moveTo>
                    <a:pt x="9222625" y="12699"/>
                  </a:moveTo>
                  <a:lnTo>
                    <a:pt x="9203575" y="12699"/>
                  </a:lnTo>
                  <a:lnTo>
                    <a:pt x="9203575" y="0"/>
                  </a:lnTo>
                  <a:lnTo>
                    <a:pt x="9222625" y="0"/>
                  </a:lnTo>
                  <a:lnTo>
                    <a:pt x="9222625" y="12699"/>
                  </a:lnTo>
                  <a:close/>
                </a:path>
                <a:path w="13754100" h="584200">
                  <a:moveTo>
                    <a:pt x="9197225" y="12699"/>
                  </a:moveTo>
                  <a:lnTo>
                    <a:pt x="9178188" y="12699"/>
                  </a:lnTo>
                  <a:lnTo>
                    <a:pt x="9178188" y="0"/>
                  </a:lnTo>
                  <a:lnTo>
                    <a:pt x="9197225" y="0"/>
                  </a:lnTo>
                  <a:lnTo>
                    <a:pt x="9197225" y="12699"/>
                  </a:lnTo>
                  <a:close/>
                </a:path>
                <a:path w="13754100" h="584200">
                  <a:moveTo>
                    <a:pt x="9171838" y="12699"/>
                  </a:moveTo>
                  <a:lnTo>
                    <a:pt x="9152788" y="12699"/>
                  </a:lnTo>
                  <a:lnTo>
                    <a:pt x="9152788" y="0"/>
                  </a:lnTo>
                  <a:lnTo>
                    <a:pt x="9171838" y="0"/>
                  </a:lnTo>
                  <a:lnTo>
                    <a:pt x="9171838" y="12699"/>
                  </a:lnTo>
                  <a:close/>
                </a:path>
                <a:path w="13754100" h="584200">
                  <a:moveTo>
                    <a:pt x="9146438" y="12699"/>
                  </a:moveTo>
                  <a:lnTo>
                    <a:pt x="9127401" y="12699"/>
                  </a:lnTo>
                  <a:lnTo>
                    <a:pt x="9127401" y="0"/>
                  </a:lnTo>
                  <a:lnTo>
                    <a:pt x="9146438" y="0"/>
                  </a:lnTo>
                  <a:lnTo>
                    <a:pt x="9146438" y="12699"/>
                  </a:lnTo>
                  <a:close/>
                </a:path>
                <a:path w="13754100" h="584200">
                  <a:moveTo>
                    <a:pt x="9121051" y="12699"/>
                  </a:moveTo>
                  <a:lnTo>
                    <a:pt x="9102001" y="12699"/>
                  </a:lnTo>
                  <a:lnTo>
                    <a:pt x="9102001" y="0"/>
                  </a:lnTo>
                  <a:lnTo>
                    <a:pt x="9121051" y="0"/>
                  </a:lnTo>
                  <a:lnTo>
                    <a:pt x="9121051" y="12699"/>
                  </a:lnTo>
                  <a:close/>
                </a:path>
                <a:path w="13754100" h="584200">
                  <a:moveTo>
                    <a:pt x="9095651" y="12699"/>
                  </a:moveTo>
                  <a:lnTo>
                    <a:pt x="9076613" y="12699"/>
                  </a:lnTo>
                  <a:lnTo>
                    <a:pt x="9076613" y="0"/>
                  </a:lnTo>
                  <a:lnTo>
                    <a:pt x="9095651" y="0"/>
                  </a:lnTo>
                  <a:lnTo>
                    <a:pt x="9095651" y="12699"/>
                  </a:lnTo>
                  <a:close/>
                </a:path>
                <a:path w="13754100" h="584200">
                  <a:moveTo>
                    <a:pt x="9070263" y="12699"/>
                  </a:moveTo>
                  <a:lnTo>
                    <a:pt x="9051213" y="12699"/>
                  </a:lnTo>
                  <a:lnTo>
                    <a:pt x="9051213" y="0"/>
                  </a:lnTo>
                  <a:lnTo>
                    <a:pt x="9070263" y="0"/>
                  </a:lnTo>
                  <a:lnTo>
                    <a:pt x="9070263" y="12699"/>
                  </a:lnTo>
                  <a:close/>
                </a:path>
                <a:path w="13754100" h="584200">
                  <a:moveTo>
                    <a:pt x="9044863" y="12699"/>
                  </a:moveTo>
                  <a:lnTo>
                    <a:pt x="9025826" y="12699"/>
                  </a:lnTo>
                  <a:lnTo>
                    <a:pt x="9025826" y="0"/>
                  </a:lnTo>
                  <a:lnTo>
                    <a:pt x="9044863" y="0"/>
                  </a:lnTo>
                  <a:lnTo>
                    <a:pt x="9044863" y="12699"/>
                  </a:lnTo>
                  <a:close/>
                </a:path>
                <a:path w="13754100" h="584200">
                  <a:moveTo>
                    <a:pt x="9019476" y="12699"/>
                  </a:moveTo>
                  <a:lnTo>
                    <a:pt x="9000426" y="12699"/>
                  </a:lnTo>
                  <a:lnTo>
                    <a:pt x="9000426" y="0"/>
                  </a:lnTo>
                  <a:lnTo>
                    <a:pt x="9019476" y="0"/>
                  </a:lnTo>
                  <a:lnTo>
                    <a:pt x="9019476" y="12699"/>
                  </a:lnTo>
                  <a:close/>
                </a:path>
                <a:path w="13754100" h="584200">
                  <a:moveTo>
                    <a:pt x="8994076" y="12699"/>
                  </a:moveTo>
                  <a:lnTo>
                    <a:pt x="8975039" y="12699"/>
                  </a:lnTo>
                  <a:lnTo>
                    <a:pt x="8975039" y="0"/>
                  </a:lnTo>
                  <a:lnTo>
                    <a:pt x="8994076" y="0"/>
                  </a:lnTo>
                  <a:lnTo>
                    <a:pt x="8994076" y="12699"/>
                  </a:lnTo>
                  <a:close/>
                </a:path>
                <a:path w="13754100" h="584200">
                  <a:moveTo>
                    <a:pt x="8968689" y="12699"/>
                  </a:moveTo>
                  <a:lnTo>
                    <a:pt x="8949639" y="12699"/>
                  </a:lnTo>
                  <a:lnTo>
                    <a:pt x="8949639" y="0"/>
                  </a:lnTo>
                  <a:lnTo>
                    <a:pt x="8968689" y="0"/>
                  </a:lnTo>
                  <a:lnTo>
                    <a:pt x="8968689" y="12699"/>
                  </a:lnTo>
                  <a:close/>
                </a:path>
                <a:path w="13754100" h="584200">
                  <a:moveTo>
                    <a:pt x="8943289" y="12699"/>
                  </a:moveTo>
                  <a:lnTo>
                    <a:pt x="8924251" y="12699"/>
                  </a:lnTo>
                  <a:lnTo>
                    <a:pt x="8924251" y="0"/>
                  </a:lnTo>
                  <a:lnTo>
                    <a:pt x="8943289" y="0"/>
                  </a:lnTo>
                  <a:lnTo>
                    <a:pt x="8943289" y="12699"/>
                  </a:lnTo>
                  <a:close/>
                </a:path>
                <a:path w="13754100" h="584200">
                  <a:moveTo>
                    <a:pt x="8917901" y="12699"/>
                  </a:moveTo>
                  <a:lnTo>
                    <a:pt x="8898851" y="12699"/>
                  </a:lnTo>
                  <a:lnTo>
                    <a:pt x="8898851" y="0"/>
                  </a:lnTo>
                  <a:lnTo>
                    <a:pt x="8917901" y="0"/>
                  </a:lnTo>
                  <a:lnTo>
                    <a:pt x="8917901" y="12699"/>
                  </a:lnTo>
                  <a:close/>
                </a:path>
                <a:path w="13754100" h="584200">
                  <a:moveTo>
                    <a:pt x="8892501" y="12699"/>
                  </a:moveTo>
                  <a:lnTo>
                    <a:pt x="8873464" y="12699"/>
                  </a:lnTo>
                  <a:lnTo>
                    <a:pt x="8873464" y="0"/>
                  </a:lnTo>
                  <a:lnTo>
                    <a:pt x="8892501" y="0"/>
                  </a:lnTo>
                  <a:lnTo>
                    <a:pt x="8892501" y="12699"/>
                  </a:lnTo>
                  <a:close/>
                </a:path>
                <a:path w="13754100" h="584200">
                  <a:moveTo>
                    <a:pt x="8867114" y="12699"/>
                  </a:moveTo>
                  <a:lnTo>
                    <a:pt x="8848064" y="12699"/>
                  </a:lnTo>
                  <a:lnTo>
                    <a:pt x="8848064" y="0"/>
                  </a:lnTo>
                  <a:lnTo>
                    <a:pt x="8867114" y="0"/>
                  </a:lnTo>
                  <a:lnTo>
                    <a:pt x="8867114" y="12699"/>
                  </a:lnTo>
                  <a:close/>
                </a:path>
                <a:path w="13754100" h="584200">
                  <a:moveTo>
                    <a:pt x="8841714" y="12699"/>
                  </a:moveTo>
                  <a:lnTo>
                    <a:pt x="8822677" y="12699"/>
                  </a:lnTo>
                  <a:lnTo>
                    <a:pt x="8822677" y="0"/>
                  </a:lnTo>
                  <a:lnTo>
                    <a:pt x="8841714" y="0"/>
                  </a:lnTo>
                  <a:lnTo>
                    <a:pt x="8841714" y="12699"/>
                  </a:lnTo>
                  <a:close/>
                </a:path>
                <a:path w="13754100" h="584200">
                  <a:moveTo>
                    <a:pt x="8816327" y="12699"/>
                  </a:moveTo>
                  <a:lnTo>
                    <a:pt x="8797277" y="12699"/>
                  </a:lnTo>
                  <a:lnTo>
                    <a:pt x="8797277" y="0"/>
                  </a:lnTo>
                  <a:lnTo>
                    <a:pt x="8816327" y="0"/>
                  </a:lnTo>
                  <a:lnTo>
                    <a:pt x="8816327" y="12699"/>
                  </a:lnTo>
                  <a:close/>
                </a:path>
                <a:path w="13754100" h="584200">
                  <a:moveTo>
                    <a:pt x="8790927" y="12699"/>
                  </a:moveTo>
                  <a:lnTo>
                    <a:pt x="8771890" y="12699"/>
                  </a:lnTo>
                  <a:lnTo>
                    <a:pt x="8771890" y="0"/>
                  </a:lnTo>
                  <a:lnTo>
                    <a:pt x="8790927" y="0"/>
                  </a:lnTo>
                  <a:lnTo>
                    <a:pt x="8790927" y="12699"/>
                  </a:lnTo>
                  <a:close/>
                </a:path>
                <a:path w="13754100" h="584200">
                  <a:moveTo>
                    <a:pt x="8765540" y="12699"/>
                  </a:moveTo>
                  <a:lnTo>
                    <a:pt x="8746490" y="12699"/>
                  </a:lnTo>
                  <a:lnTo>
                    <a:pt x="8746490" y="0"/>
                  </a:lnTo>
                  <a:lnTo>
                    <a:pt x="8765540" y="0"/>
                  </a:lnTo>
                  <a:lnTo>
                    <a:pt x="8765540" y="12699"/>
                  </a:lnTo>
                  <a:close/>
                </a:path>
                <a:path w="13754100" h="584200">
                  <a:moveTo>
                    <a:pt x="8740140" y="12699"/>
                  </a:moveTo>
                  <a:lnTo>
                    <a:pt x="8721102" y="12699"/>
                  </a:lnTo>
                  <a:lnTo>
                    <a:pt x="8721102" y="0"/>
                  </a:lnTo>
                  <a:lnTo>
                    <a:pt x="8740140" y="0"/>
                  </a:lnTo>
                  <a:lnTo>
                    <a:pt x="8740140" y="12699"/>
                  </a:lnTo>
                  <a:close/>
                </a:path>
                <a:path w="13754100" h="584200">
                  <a:moveTo>
                    <a:pt x="8714752" y="12699"/>
                  </a:moveTo>
                  <a:lnTo>
                    <a:pt x="8695702" y="12699"/>
                  </a:lnTo>
                  <a:lnTo>
                    <a:pt x="8695702" y="0"/>
                  </a:lnTo>
                  <a:lnTo>
                    <a:pt x="8714752" y="0"/>
                  </a:lnTo>
                  <a:lnTo>
                    <a:pt x="8714752" y="12699"/>
                  </a:lnTo>
                  <a:close/>
                </a:path>
                <a:path w="13754100" h="584200">
                  <a:moveTo>
                    <a:pt x="8689352" y="12699"/>
                  </a:moveTo>
                  <a:lnTo>
                    <a:pt x="8670302" y="12699"/>
                  </a:lnTo>
                  <a:lnTo>
                    <a:pt x="8670302" y="0"/>
                  </a:lnTo>
                  <a:lnTo>
                    <a:pt x="8689352" y="0"/>
                  </a:lnTo>
                  <a:lnTo>
                    <a:pt x="8689352" y="12699"/>
                  </a:lnTo>
                  <a:close/>
                </a:path>
                <a:path w="13754100" h="584200">
                  <a:moveTo>
                    <a:pt x="8663965" y="12699"/>
                  </a:moveTo>
                  <a:lnTo>
                    <a:pt x="8644915" y="12699"/>
                  </a:lnTo>
                  <a:lnTo>
                    <a:pt x="8644915" y="0"/>
                  </a:lnTo>
                  <a:lnTo>
                    <a:pt x="8663965" y="0"/>
                  </a:lnTo>
                  <a:lnTo>
                    <a:pt x="8663965" y="12699"/>
                  </a:lnTo>
                  <a:close/>
                </a:path>
                <a:path w="13754100" h="584200">
                  <a:moveTo>
                    <a:pt x="8638565" y="12699"/>
                  </a:moveTo>
                  <a:lnTo>
                    <a:pt x="8619515" y="12699"/>
                  </a:lnTo>
                  <a:lnTo>
                    <a:pt x="8619515" y="0"/>
                  </a:lnTo>
                  <a:lnTo>
                    <a:pt x="8638565" y="0"/>
                  </a:lnTo>
                  <a:lnTo>
                    <a:pt x="8638565" y="12699"/>
                  </a:lnTo>
                  <a:close/>
                </a:path>
                <a:path w="13754100" h="584200">
                  <a:moveTo>
                    <a:pt x="8613178" y="12699"/>
                  </a:moveTo>
                  <a:lnTo>
                    <a:pt x="8594128" y="12699"/>
                  </a:lnTo>
                  <a:lnTo>
                    <a:pt x="8594128" y="0"/>
                  </a:lnTo>
                  <a:lnTo>
                    <a:pt x="8613178" y="0"/>
                  </a:lnTo>
                  <a:lnTo>
                    <a:pt x="8613178" y="12699"/>
                  </a:lnTo>
                  <a:close/>
                </a:path>
                <a:path w="13754100" h="584200">
                  <a:moveTo>
                    <a:pt x="8587778" y="12699"/>
                  </a:moveTo>
                  <a:lnTo>
                    <a:pt x="8568728" y="12699"/>
                  </a:lnTo>
                  <a:lnTo>
                    <a:pt x="8568728" y="0"/>
                  </a:lnTo>
                  <a:lnTo>
                    <a:pt x="8587778" y="0"/>
                  </a:lnTo>
                  <a:lnTo>
                    <a:pt x="8587778" y="12699"/>
                  </a:lnTo>
                  <a:close/>
                </a:path>
                <a:path w="13754100" h="584200">
                  <a:moveTo>
                    <a:pt x="8562390" y="12699"/>
                  </a:moveTo>
                  <a:lnTo>
                    <a:pt x="8543340" y="12699"/>
                  </a:lnTo>
                  <a:lnTo>
                    <a:pt x="8543340" y="0"/>
                  </a:lnTo>
                  <a:lnTo>
                    <a:pt x="8562390" y="0"/>
                  </a:lnTo>
                  <a:lnTo>
                    <a:pt x="8562390" y="12699"/>
                  </a:lnTo>
                  <a:close/>
                </a:path>
                <a:path w="13754100" h="584200">
                  <a:moveTo>
                    <a:pt x="8536990" y="12699"/>
                  </a:moveTo>
                  <a:lnTo>
                    <a:pt x="8517940" y="12699"/>
                  </a:lnTo>
                  <a:lnTo>
                    <a:pt x="8517940" y="0"/>
                  </a:lnTo>
                  <a:lnTo>
                    <a:pt x="8536990" y="0"/>
                  </a:lnTo>
                  <a:lnTo>
                    <a:pt x="8536990" y="12699"/>
                  </a:lnTo>
                  <a:close/>
                </a:path>
                <a:path w="13754100" h="584200">
                  <a:moveTo>
                    <a:pt x="8511603" y="12699"/>
                  </a:moveTo>
                  <a:lnTo>
                    <a:pt x="8492553" y="12699"/>
                  </a:lnTo>
                  <a:lnTo>
                    <a:pt x="8492553" y="0"/>
                  </a:lnTo>
                  <a:lnTo>
                    <a:pt x="8511603" y="0"/>
                  </a:lnTo>
                  <a:lnTo>
                    <a:pt x="8511603" y="12699"/>
                  </a:lnTo>
                  <a:close/>
                </a:path>
                <a:path w="13754100" h="584200">
                  <a:moveTo>
                    <a:pt x="8486203" y="12699"/>
                  </a:moveTo>
                  <a:lnTo>
                    <a:pt x="8467153" y="12699"/>
                  </a:lnTo>
                  <a:lnTo>
                    <a:pt x="8467153" y="0"/>
                  </a:lnTo>
                  <a:lnTo>
                    <a:pt x="8486203" y="0"/>
                  </a:lnTo>
                  <a:lnTo>
                    <a:pt x="8486203" y="12699"/>
                  </a:lnTo>
                  <a:close/>
                </a:path>
                <a:path w="13754100" h="584200">
                  <a:moveTo>
                    <a:pt x="8460816" y="12699"/>
                  </a:moveTo>
                  <a:lnTo>
                    <a:pt x="8441766" y="12699"/>
                  </a:lnTo>
                  <a:lnTo>
                    <a:pt x="8441766" y="0"/>
                  </a:lnTo>
                  <a:lnTo>
                    <a:pt x="8460816" y="0"/>
                  </a:lnTo>
                  <a:lnTo>
                    <a:pt x="8460816" y="12699"/>
                  </a:lnTo>
                  <a:close/>
                </a:path>
                <a:path w="13754100" h="584200">
                  <a:moveTo>
                    <a:pt x="8435416" y="12699"/>
                  </a:moveTo>
                  <a:lnTo>
                    <a:pt x="8416366" y="12699"/>
                  </a:lnTo>
                  <a:lnTo>
                    <a:pt x="8416366" y="0"/>
                  </a:lnTo>
                  <a:lnTo>
                    <a:pt x="8435416" y="0"/>
                  </a:lnTo>
                  <a:lnTo>
                    <a:pt x="8435416" y="12699"/>
                  </a:lnTo>
                  <a:close/>
                </a:path>
                <a:path w="13754100" h="584200">
                  <a:moveTo>
                    <a:pt x="8410016" y="12699"/>
                  </a:moveTo>
                  <a:lnTo>
                    <a:pt x="8390978" y="12699"/>
                  </a:lnTo>
                  <a:lnTo>
                    <a:pt x="8390978" y="0"/>
                  </a:lnTo>
                  <a:lnTo>
                    <a:pt x="8410016" y="0"/>
                  </a:lnTo>
                  <a:lnTo>
                    <a:pt x="8410016" y="12699"/>
                  </a:lnTo>
                  <a:close/>
                </a:path>
                <a:path w="13754100" h="584200">
                  <a:moveTo>
                    <a:pt x="8384628" y="12699"/>
                  </a:moveTo>
                  <a:lnTo>
                    <a:pt x="8365578" y="12699"/>
                  </a:lnTo>
                  <a:lnTo>
                    <a:pt x="8365578" y="0"/>
                  </a:lnTo>
                  <a:lnTo>
                    <a:pt x="8384628" y="0"/>
                  </a:lnTo>
                  <a:lnTo>
                    <a:pt x="8384628" y="12699"/>
                  </a:lnTo>
                  <a:close/>
                </a:path>
                <a:path w="13754100" h="584200">
                  <a:moveTo>
                    <a:pt x="8359228" y="12699"/>
                  </a:moveTo>
                  <a:lnTo>
                    <a:pt x="8340191" y="12699"/>
                  </a:lnTo>
                  <a:lnTo>
                    <a:pt x="8340191" y="0"/>
                  </a:lnTo>
                  <a:lnTo>
                    <a:pt x="8359228" y="0"/>
                  </a:lnTo>
                  <a:lnTo>
                    <a:pt x="8359228" y="12699"/>
                  </a:lnTo>
                  <a:close/>
                </a:path>
                <a:path w="13754100" h="584200">
                  <a:moveTo>
                    <a:pt x="8333841" y="12699"/>
                  </a:moveTo>
                  <a:lnTo>
                    <a:pt x="8314791" y="12699"/>
                  </a:lnTo>
                  <a:lnTo>
                    <a:pt x="8314791" y="0"/>
                  </a:lnTo>
                  <a:lnTo>
                    <a:pt x="8333841" y="0"/>
                  </a:lnTo>
                  <a:lnTo>
                    <a:pt x="8333841" y="12699"/>
                  </a:lnTo>
                  <a:close/>
                </a:path>
                <a:path w="13754100" h="584200">
                  <a:moveTo>
                    <a:pt x="8308441" y="12699"/>
                  </a:moveTo>
                  <a:lnTo>
                    <a:pt x="8289404" y="12699"/>
                  </a:lnTo>
                  <a:lnTo>
                    <a:pt x="8289404" y="0"/>
                  </a:lnTo>
                  <a:lnTo>
                    <a:pt x="8308441" y="0"/>
                  </a:lnTo>
                  <a:lnTo>
                    <a:pt x="8308441" y="12699"/>
                  </a:lnTo>
                  <a:close/>
                </a:path>
                <a:path w="13754100" h="584200">
                  <a:moveTo>
                    <a:pt x="8283054" y="12699"/>
                  </a:moveTo>
                  <a:lnTo>
                    <a:pt x="8264004" y="12699"/>
                  </a:lnTo>
                  <a:lnTo>
                    <a:pt x="8264004" y="0"/>
                  </a:lnTo>
                  <a:lnTo>
                    <a:pt x="8283054" y="0"/>
                  </a:lnTo>
                  <a:lnTo>
                    <a:pt x="8283054" y="12699"/>
                  </a:lnTo>
                  <a:close/>
                </a:path>
                <a:path w="13754100" h="584200">
                  <a:moveTo>
                    <a:pt x="8257654" y="12699"/>
                  </a:moveTo>
                  <a:lnTo>
                    <a:pt x="8238617" y="12699"/>
                  </a:lnTo>
                  <a:lnTo>
                    <a:pt x="8238617" y="0"/>
                  </a:lnTo>
                  <a:lnTo>
                    <a:pt x="8257654" y="0"/>
                  </a:lnTo>
                  <a:lnTo>
                    <a:pt x="8257654" y="12699"/>
                  </a:lnTo>
                  <a:close/>
                </a:path>
                <a:path w="13754100" h="584200">
                  <a:moveTo>
                    <a:pt x="8232267" y="12699"/>
                  </a:moveTo>
                  <a:lnTo>
                    <a:pt x="8213217" y="12699"/>
                  </a:lnTo>
                  <a:lnTo>
                    <a:pt x="8213217" y="0"/>
                  </a:lnTo>
                  <a:lnTo>
                    <a:pt x="8232267" y="0"/>
                  </a:lnTo>
                  <a:lnTo>
                    <a:pt x="8232267" y="12699"/>
                  </a:lnTo>
                  <a:close/>
                </a:path>
                <a:path w="13754100" h="584200">
                  <a:moveTo>
                    <a:pt x="8206867" y="12699"/>
                  </a:moveTo>
                  <a:lnTo>
                    <a:pt x="8187829" y="12699"/>
                  </a:lnTo>
                  <a:lnTo>
                    <a:pt x="8187829" y="0"/>
                  </a:lnTo>
                  <a:lnTo>
                    <a:pt x="8206867" y="0"/>
                  </a:lnTo>
                  <a:lnTo>
                    <a:pt x="8206867" y="12699"/>
                  </a:lnTo>
                  <a:close/>
                </a:path>
                <a:path w="13754100" h="584200">
                  <a:moveTo>
                    <a:pt x="8181479" y="12699"/>
                  </a:moveTo>
                  <a:lnTo>
                    <a:pt x="8162429" y="12699"/>
                  </a:lnTo>
                  <a:lnTo>
                    <a:pt x="8162429" y="0"/>
                  </a:lnTo>
                  <a:lnTo>
                    <a:pt x="8181479" y="0"/>
                  </a:lnTo>
                  <a:lnTo>
                    <a:pt x="8181479" y="12699"/>
                  </a:lnTo>
                  <a:close/>
                </a:path>
                <a:path w="13754100" h="584200">
                  <a:moveTo>
                    <a:pt x="8156079" y="12699"/>
                  </a:moveTo>
                  <a:lnTo>
                    <a:pt x="8137042" y="12699"/>
                  </a:lnTo>
                  <a:lnTo>
                    <a:pt x="8137042" y="0"/>
                  </a:lnTo>
                  <a:lnTo>
                    <a:pt x="8156079" y="0"/>
                  </a:lnTo>
                  <a:lnTo>
                    <a:pt x="8156079" y="12699"/>
                  </a:lnTo>
                  <a:close/>
                </a:path>
                <a:path w="13754100" h="584200">
                  <a:moveTo>
                    <a:pt x="8130692" y="12699"/>
                  </a:moveTo>
                  <a:lnTo>
                    <a:pt x="8111642" y="12699"/>
                  </a:lnTo>
                  <a:lnTo>
                    <a:pt x="8111642" y="0"/>
                  </a:lnTo>
                  <a:lnTo>
                    <a:pt x="8130692" y="0"/>
                  </a:lnTo>
                  <a:lnTo>
                    <a:pt x="8130692" y="12699"/>
                  </a:lnTo>
                  <a:close/>
                </a:path>
                <a:path w="13754100" h="584200">
                  <a:moveTo>
                    <a:pt x="8105292" y="12699"/>
                  </a:moveTo>
                  <a:lnTo>
                    <a:pt x="8086255" y="12699"/>
                  </a:lnTo>
                  <a:lnTo>
                    <a:pt x="8086255" y="0"/>
                  </a:lnTo>
                  <a:lnTo>
                    <a:pt x="8105292" y="0"/>
                  </a:lnTo>
                  <a:lnTo>
                    <a:pt x="8105292" y="12699"/>
                  </a:lnTo>
                  <a:close/>
                </a:path>
                <a:path w="13754100" h="584200">
                  <a:moveTo>
                    <a:pt x="8079905" y="12699"/>
                  </a:moveTo>
                  <a:lnTo>
                    <a:pt x="8060855" y="12699"/>
                  </a:lnTo>
                  <a:lnTo>
                    <a:pt x="8060855" y="0"/>
                  </a:lnTo>
                  <a:lnTo>
                    <a:pt x="8079905" y="0"/>
                  </a:lnTo>
                  <a:lnTo>
                    <a:pt x="8079905" y="12699"/>
                  </a:lnTo>
                  <a:close/>
                </a:path>
                <a:path w="13754100" h="584200">
                  <a:moveTo>
                    <a:pt x="8054505" y="12699"/>
                  </a:moveTo>
                  <a:lnTo>
                    <a:pt x="8035467" y="12699"/>
                  </a:lnTo>
                  <a:lnTo>
                    <a:pt x="8035467" y="0"/>
                  </a:lnTo>
                  <a:lnTo>
                    <a:pt x="8054505" y="0"/>
                  </a:lnTo>
                  <a:lnTo>
                    <a:pt x="8054505" y="12699"/>
                  </a:lnTo>
                  <a:close/>
                </a:path>
                <a:path w="13754100" h="584200">
                  <a:moveTo>
                    <a:pt x="8029117" y="12699"/>
                  </a:moveTo>
                  <a:lnTo>
                    <a:pt x="8010067" y="12699"/>
                  </a:lnTo>
                  <a:lnTo>
                    <a:pt x="8010067" y="0"/>
                  </a:lnTo>
                  <a:lnTo>
                    <a:pt x="8029117" y="0"/>
                  </a:lnTo>
                  <a:lnTo>
                    <a:pt x="8029117" y="12699"/>
                  </a:lnTo>
                  <a:close/>
                </a:path>
                <a:path w="13754100" h="584200">
                  <a:moveTo>
                    <a:pt x="8003717" y="12699"/>
                  </a:moveTo>
                  <a:lnTo>
                    <a:pt x="7984680" y="12699"/>
                  </a:lnTo>
                  <a:lnTo>
                    <a:pt x="7984680" y="0"/>
                  </a:lnTo>
                  <a:lnTo>
                    <a:pt x="8003717" y="0"/>
                  </a:lnTo>
                  <a:lnTo>
                    <a:pt x="8003717" y="12699"/>
                  </a:lnTo>
                  <a:close/>
                </a:path>
                <a:path w="13754100" h="584200">
                  <a:moveTo>
                    <a:pt x="7978330" y="12699"/>
                  </a:moveTo>
                  <a:lnTo>
                    <a:pt x="7959280" y="12699"/>
                  </a:lnTo>
                  <a:lnTo>
                    <a:pt x="7959280" y="0"/>
                  </a:lnTo>
                  <a:lnTo>
                    <a:pt x="7978330" y="0"/>
                  </a:lnTo>
                  <a:lnTo>
                    <a:pt x="7978330" y="12699"/>
                  </a:lnTo>
                  <a:close/>
                </a:path>
                <a:path w="13754100" h="584200">
                  <a:moveTo>
                    <a:pt x="7952930" y="12699"/>
                  </a:moveTo>
                  <a:lnTo>
                    <a:pt x="7933893" y="12699"/>
                  </a:lnTo>
                  <a:lnTo>
                    <a:pt x="7933893" y="0"/>
                  </a:lnTo>
                  <a:lnTo>
                    <a:pt x="7952930" y="0"/>
                  </a:lnTo>
                  <a:lnTo>
                    <a:pt x="7952930" y="12699"/>
                  </a:lnTo>
                  <a:close/>
                </a:path>
                <a:path w="13754100" h="584200">
                  <a:moveTo>
                    <a:pt x="7927543" y="12699"/>
                  </a:moveTo>
                  <a:lnTo>
                    <a:pt x="7908493" y="12699"/>
                  </a:lnTo>
                  <a:lnTo>
                    <a:pt x="7908493" y="0"/>
                  </a:lnTo>
                  <a:lnTo>
                    <a:pt x="7927543" y="0"/>
                  </a:lnTo>
                  <a:lnTo>
                    <a:pt x="7927543" y="12699"/>
                  </a:lnTo>
                  <a:close/>
                </a:path>
                <a:path w="13754100" h="584200">
                  <a:moveTo>
                    <a:pt x="7902143" y="12699"/>
                  </a:moveTo>
                  <a:lnTo>
                    <a:pt x="7883105" y="12699"/>
                  </a:lnTo>
                  <a:lnTo>
                    <a:pt x="7883105" y="0"/>
                  </a:lnTo>
                  <a:lnTo>
                    <a:pt x="7902143" y="0"/>
                  </a:lnTo>
                  <a:lnTo>
                    <a:pt x="7902143" y="12699"/>
                  </a:lnTo>
                  <a:close/>
                </a:path>
                <a:path w="13754100" h="584200">
                  <a:moveTo>
                    <a:pt x="7876755" y="12699"/>
                  </a:moveTo>
                  <a:lnTo>
                    <a:pt x="7857705" y="12699"/>
                  </a:lnTo>
                  <a:lnTo>
                    <a:pt x="7857705" y="0"/>
                  </a:lnTo>
                  <a:lnTo>
                    <a:pt x="7876755" y="0"/>
                  </a:lnTo>
                  <a:lnTo>
                    <a:pt x="7876755" y="12699"/>
                  </a:lnTo>
                  <a:close/>
                </a:path>
                <a:path w="13754100" h="584200">
                  <a:moveTo>
                    <a:pt x="7851355" y="12699"/>
                  </a:moveTo>
                  <a:lnTo>
                    <a:pt x="7832318" y="12699"/>
                  </a:lnTo>
                  <a:lnTo>
                    <a:pt x="7832318" y="0"/>
                  </a:lnTo>
                  <a:lnTo>
                    <a:pt x="7851355" y="0"/>
                  </a:lnTo>
                  <a:lnTo>
                    <a:pt x="7851355" y="12699"/>
                  </a:lnTo>
                  <a:close/>
                </a:path>
                <a:path w="13754100" h="584200">
                  <a:moveTo>
                    <a:pt x="7825968" y="12699"/>
                  </a:moveTo>
                  <a:lnTo>
                    <a:pt x="7806918" y="12699"/>
                  </a:lnTo>
                  <a:lnTo>
                    <a:pt x="7806918" y="0"/>
                  </a:lnTo>
                  <a:lnTo>
                    <a:pt x="7825968" y="0"/>
                  </a:lnTo>
                  <a:lnTo>
                    <a:pt x="7825968" y="12699"/>
                  </a:lnTo>
                  <a:close/>
                </a:path>
                <a:path w="13754100" h="584200">
                  <a:moveTo>
                    <a:pt x="7800568" y="12699"/>
                  </a:moveTo>
                  <a:lnTo>
                    <a:pt x="7781531" y="12699"/>
                  </a:lnTo>
                  <a:lnTo>
                    <a:pt x="7781531" y="0"/>
                  </a:lnTo>
                  <a:lnTo>
                    <a:pt x="7800568" y="0"/>
                  </a:lnTo>
                  <a:lnTo>
                    <a:pt x="7800568" y="12699"/>
                  </a:lnTo>
                  <a:close/>
                </a:path>
                <a:path w="13754100" h="584200">
                  <a:moveTo>
                    <a:pt x="7775181" y="12699"/>
                  </a:moveTo>
                  <a:lnTo>
                    <a:pt x="7756131" y="12699"/>
                  </a:lnTo>
                  <a:lnTo>
                    <a:pt x="7756131" y="0"/>
                  </a:lnTo>
                  <a:lnTo>
                    <a:pt x="7775181" y="0"/>
                  </a:lnTo>
                  <a:lnTo>
                    <a:pt x="7775181" y="12699"/>
                  </a:lnTo>
                  <a:close/>
                </a:path>
                <a:path w="13754100" h="584200">
                  <a:moveTo>
                    <a:pt x="7749781" y="12699"/>
                  </a:moveTo>
                  <a:lnTo>
                    <a:pt x="7730744" y="12699"/>
                  </a:lnTo>
                  <a:lnTo>
                    <a:pt x="7730744" y="0"/>
                  </a:lnTo>
                  <a:lnTo>
                    <a:pt x="7749781" y="0"/>
                  </a:lnTo>
                  <a:lnTo>
                    <a:pt x="7749781" y="12699"/>
                  </a:lnTo>
                  <a:close/>
                </a:path>
                <a:path w="13754100" h="584200">
                  <a:moveTo>
                    <a:pt x="7724394" y="12699"/>
                  </a:moveTo>
                  <a:lnTo>
                    <a:pt x="7705344" y="12699"/>
                  </a:lnTo>
                  <a:lnTo>
                    <a:pt x="7705344" y="0"/>
                  </a:lnTo>
                  <a:lnTo>
                    <a:pt x="7724394" y="0"/>
                  </a:lnTo>
                  <a:lnTo>
                    <a:pt x="7724394" y="12699"/>
                  </a:lnTo>
                  <a:close/>
                </a:path>
                <a:path w="13754100" h="584200">
                  <a:moveTo>
                    <a:pt x="7698994" y="12699"/>
                  </a:moveTo>
                  <a:lnTo>
                    <a:pt x="7679956" y="12699"/>
                  </a:lnTo>
                  <a:lnTo>
                    <a:pt x="7679956" y="0"/>
                  </a:lnTo>
                  <a:lnTo>
                    <a:pt x="7698994" y="0"/>
                  </a:lnTo>
                  <a:lnTo>
                    <a:pt x="7698994" y="12699"/>
                  </a:lnTo>
                  <a:close/>
                </a:path>
                <a:path w="13754100" h="584200">
                  <a:moveTo>
                    <a:pt x="7673606" y="12699"/>
                  </a:moveTo>
                  <a:lnTo>
                    <a:pt x="7654556" y="12699"/>
                  </a:lnTo>
                  <a:lnTo>
                    <a:pt x="7654556" y="0"/>
                  </a:lnTo>
                  <a:lnTo>
                    <a:pt x="7673606" y="0"/>
                  </a:lnTo>
                  <a:lnTo>
                    <a:pt x="7673606" y="12699"/>
                  </a:lnTo>
                  <a:close/>
                </a:path>
                <a:path w="13754100" h="584200">
                  <a:moveTo>
                    <a:pt x="7648206" y="12699"/>
                  </a:moveTo>
                  <a:lnTo>
                    <a:pt x="7629156" y="12699"/>
                  </a:lnTo>
                  <a:lnTo>
                    <a:pt x="7629156" y="0"/>
                  </a:lnTo>
                  <a:lnTo>
                    <a:pt x="7648206" y="0"/>
                  </a:lnTo>
                  <a:lnTo>
                    <a:pt x="7648206" y="12699"/>
                  </a:lnTo>
                  <a:close/>
                </a:path>
                <a:path w="13754100" h="584200">
                  <a:moveTo>
                    <a:pt x="7622819" y="12699"/>
                  </a:moveTo>
                  <a:lnTo>
                    <a:pt x="7603769" y="12699"/>
                  </a:lnTo>
                  <a:lnTo>
                    <a:pt x="7603769" y="0"/>
                  </a:lnTo>
                  <a:lnTo>
                    <a:pt x="7622819" y="0"/>
                  </a:lnTo>
                  <a:lnTo>
                    <a:pt x="7622819" y="12699"/>
                  </a:lnTo>
                  <a:close/>
                </a:path>
                <a:path w="13754100" h="584200">
                  <a:moveTo>
                    <a:pt x="7597419" y="12699"/>
                  </a:moveTo>
                  <a:lnTo>
                    <a:pt x="7578369" y="12699"/>
                  </a:lnTo>
                  <a:lnTo>
                    <a:pt x="7578369" y="0"/>
                  </a:lnTo>
                  <a:lnTo>
                    <a:pt x="7597419" y="0"/>
                  </a:lnTo>
                  <a:lnTo>
                    <a:pt x="7597419" y="12699"/>
                  </a:lnTo>
                  <a:close/>
                </a:path>
                <a:path w="13754100" h="584200">
                  <a:moveTo>
                    <a:pt x="7572032" y="12699"/>
                  </a:moveTo>
                  <a:lnTo>
                    <a:pt x="7552982" y="12699"/>
                  </a:lnTo>
                  <a:lnTo>
                    <a:pt x="7552982" y="0"/>
                  </a:lnTo>
                  <a:lnTo>
                    <a:pt x="7572032" y="0"/>
                  </a:lnTo>
                  <a:lnTo>
                    <a:pt x="7572032" y="12699"/>
                  </a:lnTo>
                  <a:close/>
                </a:path>
                <a:path w="13754100" h="584200">
                  <a:moveTo>
                    <a:pt x="7546632" y="12699"/>
                  </a:moveTo>
                  <a:lnTo>
                    <a:pt x="7527582" y="12699"/>
                  </a:lnTo>
                  <a:lnTo>
                    <a:pt x="7527582" y="0"/>
                  </a:lnTo>
                  <a:lnTo>
                    <a:pt x="7546632" y="0"/>
                  </a:lnTo>
                  <a:lnTo>
                    <a:pt x="7546632" y="12699"/>
                  </a:lnTo>
                  <a:close/>
                </a:path>
                <a:path w="13754100" h="584200">
                  <a:moveTo>
                    <a:pt x="7521244" y="12699"/>
                  </a:moveTo>
                  <a:lnTo>
                    <a:pt x="7502194" y="12699"/>
                  </a:lnTo>
                  <a:lnTo>
                    <a:pt x="7502194" y="0"/>
                  </a:lnTo>
                  <a:lnTo>
                    <a:pt x="7521244" y="0"/>
                  </a:lnTo>
                  <a:lnTo>
                    <a:pt x="7521244" y="12699"/>
                  </a:lnTo>
                  <a:close/>
                </a:path>
                <a:path w="13754100" h="584200">
                  <a:moveTo>
                    <a:pt x="7495844" y="12699"/>
                  </a:moveTo>
                  <a:lnTo>
                    <a:pt x="7476794" y="12699"/>
                  </a:lnTo>
                  <a:lnTo>
                    <a:pt x="7476794" y="0"/>
                  </a:lnTo>
                  <a:lnTo>
                    <a:pt x="7495844" y="0"/>
                  </a:lnTo>
                  <a:lnTo>
                    <a:pt x="7495844" y="12699"/>
                  </a:lnTo>
                  <a:close/>
                </a:path>
                <a:path w="13754100" h="584200">
                  <a:moveTo>
                    <a:pt x="7470457" y="12699"/>
                  </a:moveTo>
                  <a:lnTo>
                    <a:pt x="7451407" y="12699"/>
                  </a:lnTo>
                  <a:lnTo>
                    <a:pt x="7451407" y="0"/>
                  </a:lnTo>
                  <a:lnTo>
                    <a:pt x="7470457" y="0"/>
                  </a:lnTo>
                  <a:lnTo>
                    <a:pt x="7470457" y="12699"/>
                  </a:lnTo>
                  <a:close/>
                </a:path>
                <a:path w="13754100" h="584200">
                  <a:moveTo>
                    <a:pt x="7445057" y="12699"/>
                  </a:moveTo>
                  <a:lnTo>
                    <a:pt x="7426007" y="12699"/>
                  </a:lnTo>
                  <a:lnTo>
                    <a:pt x="7426007" y="0"/>
                  </a:lnTo>
                  <a:lnTo>
                    <a:pt x="7445057" y="0"/>
                  </a:lnTo>
                  <a:lnTo>
                    <a:pt x="7445057" y="12699"/>
                  </a:lnTo>
                  <a:close/>
                </a:path>
                <a:path w="13754100" h="584200">
                  <a:moveTo>
                    <a:pt x="7419670" y="12699"/>
                  </a:moveTo>
                  <a:lnTo>
                    <a:pt x="7400620" y="12699"/>
                  </a:lnTo>
                  <a:lnTo>
                    <a:pt x="7400620" y="0"/>
                  </a:lnTo>
                  <a:lnTo>
                    <a:pt x="7419670" y="0"/>
                  </a:lnTo>
                  <a:lnTo>
                    <a:pt x="7419670" y="12699"/>
                  </a:lnTo>
                  <a:close/>
                </a:path>
                <a:path w="13754100" h="584200">
                  <a:moveTo>
                    <a:pt x="7394270" y="12699"/>
                  </a:moveTo>
                  <a:lnTo>
                    <a:pt x="7375220" y="12699"/>
                  </a:lnTo>
                  <a:lnTo>
                    <a:pt x="7375220" y="0"/>
                  </a:lnTo>
                  <a:lnTo>
                    <a:pt x="7394270" y="0"/>
                  </a:lnTo>
                  <a:lnTo>
                    <a:pt x="7394270" y="12699"/>
                  </a:lnTo>
                  <a:close/>
                </a:path>
                <a:path w="13754100" h="584200">
                  <a:moveTo>
                    <a:pt x="7368882" y="12699"/>
                  </a:moveTo>
                  <a:lnTo>
                    <a:pt x="7349832" y="12699"/>
                  </a:lnTo>
                  <a:lnTo>
                    <a:pt x="7349832" y="0"/>
                  </a:lnTo>
                  <a:lnTo>
                    <a:pt x="7368882" y="0"/>
                  </a:lnTo>
                  <a:lnTo>
                    <a:pt x="7368882" y="12699"/>
                  </a:lnTo>
                  <a:close/>
                </a:path>
                <a:path w="13754100" h="584200">
                  <a:moveTo>
                    <a:pt x="7343482" y="12699"/>
                  </a:moveTo>
                  <a:lnTo>
                    <a:pt x="7324432" y="12699"/>
                  </a:lnTo>
                  <a:lnTo>
                    <a:pt x="7324432" y="0"/>
                  </a:lnTo>
                  <a:lnTo>
                    <a:pt x="7343482" y="0"/>
                  </a:lnTo>
                  <a:lnTo>
                    <a:pt x="7343482" y="12699"/>
                  </a:lnTo>
                  <a:close/>
                </a:path>
                <a:path w="13754100" h="584200">
                  <a:moveTo>
                    <a:pt x="7318082" y="12699"/>
                  </a:moveTo>
                  <a:lnTo>
                    <a:pt x="7299045" y="12699"/>
                  </a:lnTo>
                  <a:lnTo>
                    <a:pt x="7299045" y="0"/>
                  </a:lnTo>
                  <a:lnTo>
                    <a:pt x="7318082" y="0"/>
                  </a:lnTo>
                  <a:lnTo>
                    <a:pt x="7318082" y="12699"/>
                  </a:lnTo>
                  <a:close/>
                </a:path>
                <a:path w="13754100" h="584200">
                  <a:moveTo>
                    <a:pt x="7292695" y="12699"/>
                  </a:moveTo>
                  <a:lnTo>
                    <a:pt x="7273645" y="12699"/>
                  </a:lnTo>
                  <a:lnTo>
                    <a:pt x="7273645" y="0"/>
                  </a:lnTo>
                  <a:lnTo>
                    <a:pt x="7292695" y="0"/>
                  </a:lnTo>
                  <a:lnTo>
                    <a:pt x="7292695" y="12699"/>
                  </a:lnTo>
                  <a:close/>
                </a:path>
                <a:path w="13754100" h="584200">
                  <a:moveTo>
                    <a:pt x="7267295" y="12699"/>
                  </a:moveTo>
                  <a:lnTo>
                    <a:pt x="7248258" y="12699"/>
                  </a:lnTo>
                  <a:lnTo>
                    <a:pt x="7248258" y="0"/>
                  </a:lnTo>
                  <a:lnTo>
                    <a:pt x="7267295" y="0"/>
                  </a:lnTo>
                  <a:lnTo>
                    <a:pt x="7267295" y="12699"/>
                  </a:lnTo>
                  <a:close/>
                </a:path>
                <a:path w="13754100" h="584200">
                  <a:moveTo>
                    <a:pt x="7241908" y="12699"/>
                  </a:moveTo>
                  <a:lnTo>
                    <a:pt x="7222858" y="12699"/>
                  </a:lnTo>
                  <a:lnTo>
                    <a:pt x="7222858" y="0"/>
                  </a:lnTo>
                  <a:lnTo>
                    <a:pt x="7241908" y="0"/>
                  </a:lnTo>
                  <a:lnTo>
                    <a:pt x="7241908" y="12699"/>
                  </a:lnTo>
                  <a:close/>
                </a:path>
                <a:path w="13754100" h="584200">
                  <a:moveTo>
                    <a:pt x="7216508" y="12699"/>
                  </a:moveTo>
                  <a:lnTo>
                    <a:pt x="7197471" y="12699"/>
                  </a:lnTo>
                  <a:lnTo>
                    <a:pt x="7197471" y="0"/>
                  </a:lnTo>
                  <a:lnTo>
                    <a:pt x="7216508" y="0"/>
                  </a:lnTo>
                  <a:lnTo>
                    <a:pt x="7216508" y="12699"/>
                  </a:lnTo>
                  <a:close/>
                </a:path>
                <a:path w="13754100" h="584200">
                  <a:moveTo>
                    <a:pt x="7191121" y="12699"/>
                  </a:moveTo>
                  <a:lnTo>
                    <a:pt x="7172071" y="12699"/>
                  </a:lnTo>
                  <a:lnTo>
                    <a:pt x="7172071" y="0"/>
                  </a:lnTo>
                  <a:lnTo>
                    <a:pt x="7191121" y="0"/>
                  </a:lnTo>
                  <a:lnTo>
                    <a:pt x="7191121" y="12699"/>
                  </a:lnTo>
                  <a:close/>
                </a:path>
                <a:path w="13754100" h="584200">
                  <a:moveTo>
                    <a:pt x="7165721" y="12699"/>
                  </a:moveTo>
                  <a:lnTo>
                    <a:pt x="7146683" y="12699"/>
                  </a:lnTo>
                  <a:lnTo>
                    <a:pt x="7146683" y="0"/>
                  </a:lnTo>
                  <a:lnTo>
                    <a:pt x="7165721" y="0"/>
                  </a:lnTo>
                  <a:lnTo>
                    <a:pt x="7165721" y="12699"/>
                  </a:lnTo>
                  <a:close/>
                </a:path>
                <a:path w="13754100" h="584200">
                  <a:moveTo>
                    <a:pt x="7140333" y="12699"/>
                  </a:moveTo>
                  <a:lnTo>
                    <a:pt x="7121283" y="12699"/>
                  </a:lnTo>
                  <a:lnTo>
                    <a:pt x="7121283" y="0"/>
                  </a:lnTo>
                  <a:lnTo>
                    <a:pt x="7140333" y="0"/>
                  </a:lnTo>
                  <a:lnTo>
                    <a:pt x="7140333" y="12699"/>
                  </a:lnTo>
                  <a:close/>
                </a:path>
                <a:path w="13754100" h="584200">
                  <a:moveTo>
                    <a:pt x="7114933" y="12699"/>
                  </a:moveTo>
                  <a:lnTo>
                    <a:pt x="7095896" y="12699"/>
                  </a:lnTo>
                  <a:lnTo>
                    <a:pt x="7095896" y="0"/>
                  </a:lnTo>
                  <a:lnTo>
                    <a:pt x="7114933" y="0"/>
                  </a:lnTo>
                  <a:lnTo>
                    <a:pt x="7114933" y="12699"/>
                  </a:lnTo>
                  <a:close/>
                </a:path>
                <a:path w="13754100" h="584200">
                  <a:moveTo>
                    <a:pt x="7089546" y="12699"/>
                  </a:moveTo>
                  <a:lnTo>
                    <a:pt x="7070496" y="12699"/>
                  </a:lnTo>
                  <a:lnTo>
                    <a:pt x="7070496" y="0"/>
                  </a:lnTo>
                  <a:lnTo>
                    <a:pt x="7089546" y="0"/>
                  </a:lnTo>
                  <a:lnTo>
                    <a:pt x="7089546" y="12699"/>
                  </a:lnTo>
                  <a:close/>
                </a:path>
                <a:path w="13754100" h="584200">
                  <a:moveTo>
                    <a:pt x="7064146" y="12699"/>
                  </a:moveTo>
                  <a:lnTo>
                    <a:pt x="7045109" y="12699"/>
                  </a:lnTo>
                  <a:lnTo>
                    <a:pt x="7045109" y="0"/>
                  </a:lnTo>
                  <a:lnTo>
                    <a:pt x="7064146" y="0"/>
                  </a:lnTo>
                  <a:lnTo>
                    <a:pt x="7064146" y="12699"/>
                  </a:lnTo>
                  <a:close/>
                </a:path>
                <a:path w="13754100" h="584200">
                  <a:moveTo>
                    <a:pt x="7038759" y="12699"/>
                  </a:moveTo>
                  <a:lnTo>
                    <a:pt x="7019709" y="12699"/>
                  </a:lnTo>
                  <a:lnTo>
                    <a:pt x="7019709" y="0"/>
                  </a:lnTo>
                  <a:lnTo>
                    <a:pt x="7038759" y="0"/>
                  </a:lnTo>
                  <a:lnTo>
                    <a:pt x="7038759" y="12699"/>
                  </a:lnTo>
                  <a:close/>
                </a:path>
                <a:path w="13754100" h="584200">
                  <a:moveTo>
                    <a:pt x="7013359" y="12699"/>
                  </a:moveTo>
                  <a:lnTo>
                    <a:pt x="6994321" y="12699"/>
                  </a:lnTo>
                  <a:lnTo>
                    <a:pt x="6994321" y="0"/>
                  </a:lnTo>
                  <a:lnTo>
                    <a:pt x="7013359" y="0"/>
                  </a:lnTo>
                  <a:lnTo>
                    <a:pt x="7013359" y="12699"/>
                  </a:lnTo>
                  <a:close/>
                </a:path>
                <a:path w="13754100" h="584200">
                  <a:moveTo>
                    <a:pt x="6987971" y="12699"/>
                  </a:moveTo>
                  <a:lnTo>
                    <a:pt x="6968921" y="12699"/>
                  </a:lnTo>
                  <a:lnTo>
                    <a:pt x="6968921" y="0"/>
                  </a:lnTo>
                  <a:lnTo>
                    <a:pt x="6987971" y="0"/>
                  </a:lnTo>
                  <a:lnTo>
                    <a:pt x="6987971" y="12699"/>
                  </a:lnTo>
                  <a:close/>
                </a:path>
                <a:path w="13754100" h="584200">
                  <a:moveTo>
                    <a:pt x="6962571" y="12699"/>
                  </a:moveTo>
                  <a:lnTo>
                    <a:pt x="6943534" y="12699"/>
                  </a:lnTo>
                  <a:lnTo>
                    <a:pt x="6943534" y="0"/>
                  </a:lnTo>
                  <a:lnTo>
                    <a:pt x="6962571" y="0"/>
                  </a:lnTo>
                  <a:lnTo>
                    <a:pt x="6962571" y="12699"/>
                  </a:lnTo>
                  <a:close/>
                </a:path>
                <a:path w="13754100" h="584200">
                  <a:moveTo>
                    <a:pt x="6937184" y="12699"/>
                  </a:moveTo>
                  <a:lnTo>
                    <a:pt x="6918134" y="12699"/>
                  </a:lnTo>
                  <a:lnTo>
                    <a:pt x="6918134" y="0"/>
                  </a:lnTo>
                  <a:lnTo>
                    <a:pt x="6937184" y="0"/>
                  </a:lnTo>
                  <a:lnTo>
                    <a:pt x="6937184" y="12699"/>
                  </a:lnTo>
                  <a:close/>
                </a:path>
                <a:path w="13754100" h="584200">
                  <a:moveTo>
                    <a:pt x="6911784" y="12699"/>
                  </a:moveTo>
                  <a:lnTo>
                    <a:pt x="6892747" y="12699"/>
                  </a:lnTo>
                  <a:lnTo>
                    <a:pt x="6892747" y="0"/>
                  </a:lnTo>
                  <a:lnTo>
                    <a:pt x="6911784" y="0"/>
                  </a:lnTo>
                  <a:lnTo>
                    <a:pt x="6911784" y="12699"/>
                  </a:lnTo>
                  <a:close/>
                </a:path>
                <a:path w="13754100" h="584200">
                  <a:moveTo>
                    <a:pt x="6886397" y="12699"/>
                  </a:moveTo>
                  <a:lnTo>
                    <a:pt x="6867347" y="12699"/>
                  </a:lnTo>
                  <a:lnTo>
                    <a:pt x="6867347" y="0"/>
                  </a:lnTo>
                  <a:lnTo>
                    <a:pt x="6886397" y="0"/>
                  </a:lnTo>
                  <a:lnTo>
                    <a:pt x="6886397" y="12699"/>
                  </a:lnTo>
                  <a:close/>
                </a:path>
                <a:path w="13754100" h="584200">
                  <a:moveTo>
                    <a:pt x="6860997" y="12699"/>
                  </a:moveTo>
                  <a:lnTo>
                    <a:pt x="6841959" y="12699"/>
                  </a:lnTo>
                  <a:lnTo>
                    <a:pt x="6841959" y="0"/>
                  </a:lnTo>
                  <a:lnTo>
                    <a:pt x="6860997" y="0"/>
                  </a:lnTo>
                  <a:lnTo>
                    <a:pt x="6860997" y="12699"/>
                  </a:lnTo>
                  <a:close/>
                </a:path>
                <a:path w="13754100" h="584200">
                  <a:moveTo>
                    <a:pt x="6835609" y="12699"/>
                  </a:moveTo>
                  <a:lnTo>
                    <a:pt x="6816559" y="12699"/>
                  </a:lnTo>
                  <a:lnTo>
                    <a:pt x="6816559" y="0"/>
                  </a:lnTo>
                  <a:lnTo>
                    <a:pt x="6835609" y="0"/>
                  </a:lnTo>
                  <a:lnTo>
                    <a:pt x="6835609" y="12699"/>
                  </a:lnTo>
                  <a:close/>
                </a:path>
                <a:path w="13754100" h="584200">
                  <a:moveTo>
                    <a:pt x="6810209" y="12699"/>
                  </a:moveTo>
                  <a:lnTo>
                    <a:pt x="6791172" y="12699"/>
                  </a:lnTo>
                  <a:lnTo>
                    <a:pt x="6791172" y="0"/>
                  </a:lnTo>
                  <a:lnTo>
                    <a:pt x="6810209" y="0"/>
                  </a:lnTo>
                  <a:lnTo>
                    <a:pt x="6810209" y="12699"/>
                  </a:lnTo>
                  <a:close/>
                </a:path>
                <a:path w="13754100" h="584200">
                  <a:moveTo>
                    <a:pt x="6784822" y="12699"/>
                  </a:moveTo>
                  <a:lnTo>
                    <a:pt x="6765772" y="12699"/>
                  </a:lnTo>
                  <a:lnTo>
                    <a:pt x="6765772" y="0"/>
                  </a:lnTo>
                  <a:lnTo>
                    <a:pt x="6784822" y="0"/>
                  </a:lnTo>
                  <a:lnTo>
                    <a:pt x="6784822" y="12699"/>
                  </a:lnTo>
                  <a:close/>
                </a:path>
                <a:path w="13754100" h="584200">
                  <a:moveTo>
                    <a:pt x="6759422" y="12699"/>
                  </a:moveTo>
                  <a:lnTo>
                    <a:pt x="6740385" y="12699"/>
                  </a:lnTo>
                  <a:lnTo>
                    <a:pt x="6740385" y="0"/>
                  </a:lnTo>
                  <a:lnTo>
                    <a:pt x="6759422" y="0"/>
                  </a:lnTo>
                  <a:lnTo>
                    <a:pt x="6759422" y="12699"/>
                  </a:lnTo>
                  <a:close/>
                </a:path>
                <a:path w="13754100" h="584200">
                  <a:moveTo>
                    <a:pt x="6734035" y="12699"/>
                  </a:moveTo>
                  <a:lnTo>
                    <a:pt x="6714985" y="12699"/>
                  </a:lnTo>
                  <a:lnTo>
                    <a:pt x="6714985" y="0"/>
                  </a:lnTo>
                  <a:lnTo>
                    <a:pt x="6734035" y="0"/>
                  </a:lnTo>
                  <a:lnTo>
                    <a:pt x="6734035" y="12699"/>
                  </a:lnTo>
                  <a:close/>
                </a:path>
                <a:path w="13754100" h="584200">
                  <a:moveTo>
                    <a:pt x="6708635" y="12699"/>
                  </a:moveTo>
                  <a:lnTo>
                    <a:pt x="6689598" y="12699"/>
                  </a:lnTo>
                  <a:lnTo>
                    <a:pt x="6689598" y="0"/>
                  </a:lnTo>
                  <a:lnTo>
                    <a:pt x="6708635" y="0"/>
                  </a:lnTo>
                  <a:lnTo>
                    <a:pt x="6708635" y="12699"/>
                  </a:lnTo>
                  <a:close/>
                </a:path>
                <a:path w="13754100" h="584200">
                  <a:moveTo>
                    <a:pt x="6683248" y="12699"/>
                  </a:moveTo>
                  <a:lnTo>
                    <a:pt x="6664198" y="12699"/>
                  </a:lnTo>
                  <a:lnTo>
                    <a:pt x="6664198" y="0"/>
                  </a:lnTo>
                  <a:lnTo>
                    <a:pt x="6683248" y="0"/>
                  </a:lnTo>
                  <a:lnTo>
                    <a:pt x="6683248" y="12699"/>
                  </a:lnTo>
                  <a:close/>
                </a:path>
                <a:path w="13754100" h="584200">
                  <a:moveTo>
                    <a:pt x="6657848" y="12699"/>
                  </a:moveTo>
                  <a:lnTo>
                    <a:pt x="6638810" y="12699"/>
                  </a:lnTo>
                  <a:lnTo>
                    <a:pt x="6638810" y="0"/>
                  </a:lnTo>
                  <a:lnTo>
                    <a:pt x="6657848" y="0"/>
                  </a:lnTo>
                  <a:lnTo>
                    <a:pt x="6657848" y="12699"/>
                  </a:lnTo>
                  <a:close/>
                </a:path>
                <a:path w="13754100" h="584200">
                  <a:moveTo>
                    <a:pt x="6632460" y="12699"/>
                  </a:moveTo>
                  <a:lnTo>
                    <a:pt x="6613410" y="12699"/>
                  </a:lnTo>
                  <a:lnTo>
                    <a:pt x="6613410" y="0"/>
                  </a:lnTo>
                  <a:lnTo>
                    <a:pt x="6632460" y="0"/>
                  </a:lnTo>
                  <a:lnTo>
                    <a:pt x="6632460" y="12699"/>
                  </a:lnTo>
                  <a:close/>
                </a:path>
                <a:path w="13754100" h="584200">
                  <a:moveTo>
                    <a:pt x="6607060" y="12699"/>
                  </a:moveTo>
                  <a:lnTo>
                    <a:pt x="6588023" y="12699"/>
                  </a:lnTo>
                  <a:lnTo>
                    <a:pt x="6588023" y="0"/>
                  </a:lnTo>
                  <a:lnTo>
                    <a:pt x="6607060" y="0"/>
                  </a:lnTo>
                  <a:lnTo>
                    <a:pt x="6607060" y="12699"/>
                  </a:lnTo>
                  <a:close/>
                </a:path>
                <a:path w="13754100" h="584200">
                  <a:moveTo>
                    <a:pt x="6581673" y="12699"/>
                  </a:moveTo>
                  <a:lnTo>
                    <a:pt x="6562623" y="12699"/>
                  </a:lnTo>
                  <a:lnTo>
                    <a:pt x="6562623" y="0"/>
                  </a:lnTo>
                  <a:lnTo>
                    <a:pt x="6581673" y="0"/>
                  </a:lnTo>
                  <a:lnTo>
                    <a:pt x="6581673" y="12699"/>
                  </a:lnTo>
                  <a:close/>
                </a:path>
                <a:path w="13754100" h="584200">
                  <a:moveTo>
                    <a:pt x="6556273" y="12699"/>
                  </a:moveTo>
                  <a:lnTo>
                    <a:pt x="6537223" y="12699"/>
                  </a:lnTo>
                  <a:lnTo>
                    <a:pt x="6537223" y="0"/>
                  </a:lnTo>
                  <a:lnTo>
                    <a:pt x="6556273" y="0"/>
                  </a:lnTo>
                  <a:lnTo>
                    <a:pt x="6556273" y="12699"/>
                  </a:lnTo>
                  <a:close/>
                </a:path>
                <a:path w="13754100" h="584200">
                  <a:moveTo>
                    <a:pt x="6530886" y="12699"/>
                  </a:moveTo>
                  <a:lnTo>
                    <a:pt x="6511836" y="12699"/>
                  </a:lnTo>
                  <a:lnTo>
                    <a:pt x="6511836" y="0"/>
                  </a:lnTo>
                  <a:lnTo>
                    <a:pt x="6530886" y="0"/>
                  </a:lnTo>
                  <a:lnTo>
                    <a:pt x="6530886" y="12699"/>
                  </a:lnTo>
                  <a:close/>
                </a:path>
                <a:path w="13754100" h="584200">
                  <a:moveTo>
                    <a:pt x="6505486" y="12699"/>
                  </a:moveTo>
                  <a:lnTo>
                    <a:pt x="6486436" y="12699"/>
                  </a:lnTo>
                  <a:lnTo>
                    <a:pt x="6486436" y="0"/>
                  </a:lnTo>
                  <a:lnTo>
                    <a:pt x="6505486" y="0"/>
                  </a:lnTo>
                  <a:lnTo>
                    <a:pt x="6505486" y="12699"/>
                  </a:lnTo>
                  <a:close/>
                </a:path>
                <a:path w="13754100" h="584200">
                  <a:moveTo>
                    <a:pt x="6480098" y="12699"/>
                  </a:moveTo>
                  <a:lnTo>
                    <a:pt x="6461048" y="12699"/>
                  </a:lnTo>
                  <a:lnTo>
                    <a:pt x="6461048" y="0"/>
                  </a:lnTo>
                  <a:lnTo>
                    <a:pt x="6480098" y="0"/>
                  </a:lnTo>
                  <a:lnTo>
                    <a:pt x="6480098" y="12699"/>
                  </a:lnTo>
                  <a:close/>
                </a:path>
                <a:path w="13754100" h="584200">
                  <a:moveTo>
                    <a:pt x="6454698" y="12699"/>
                  </a:moveTo>
                  <a:lnTo>
                    <a:pt x="6435648" y="12699"/>
                  </a:lnTo>
                  <a:lnTo>
                    <a:pt x="6435648" y="0"/>
                  </a:lnTo>
                  <a:lnTo>
                    <a:pt x="6454698" y="0"/>
                  </a:lnTo>
                  <a:lnTo>
                    <a:pt x="6454698" y="12699"/>
                  </a:lnTo>
                  <a:close/>
                </a:path>
                <a:path w="13754100" h="584200">
                  <a:moveTo>
                    <a:pt x="6429311" y="12699"/>
                  </a:moveTo>
                  <a:lnTo>
                    <a:pt x="6410261" y="12699"/>
                  </a:lnTo>
                  <a:lnTo>
                    <a:pt x="6410261" y="0"/>
                  </a:lnTo>
                  <a:lnTo>
                    <a:pt x="6429311" y="0"/>
                  </a:lnTo>
                  <a:lnTo>
                    <a:pt x="6429311" y="12699"/>
                  </a:lnTo>
                  <a:close/>
                </a:path>
                <a:path w="13754100" h="584200">
                  <a:moveTo>
                    <a:pt x="6403911" y="12699"/>
                  </a:moveTo>
                  <a:lnTo>
                    <a:pt x="6384861" y="12699"/>
                  </a:lnTo>
                  <a:lnTo>
                    <a:pt x="6384861" y="0"/>
                  </a:lnTo>
                  <a:lnTo>
                    <a:pt x="6403911" y="0"/>
                  </a:lnTo>
                  <a:lnTo>
                    <a:pt x="6403911" y="12699"/>
                  </a:lnTo>
                  <a:close/>
                </a:path>
                <a:path w="13754100" h="584200">
                  <a:moveTo>
                    <a:pt x="6378524" y="12699"/>
                  </a:moveTo>
                  <a:lnTo>
                    <a:pt x="6359474" y="12699"/>
                  </a:lnTo>
                  <a:lnTo>
                    <a:pt x="6359474" y="0"/>
                  </a:lnTo>
                  <a:lnTo>
                    <a:pt x="6378524" y="0"/>
                  </a:lnTo>
                  <a:lnTo>
                    <a:pt x="6378524" y="12699"/>
                  </a:lnTo>
                  <a:close/>
                </a:path>
                <a:path w="13754100" h="584200">
                  <a:moveTo>
                    <a:pt x="6353124" y="12699"/>
                  </a:moveTo>
                  <a:lnTo>
                    <a:pt x="6334074" y="12699"/>
                  </a:lnTo>
                  <a:lnTo>
                    <a:pt x="6334074" y="0"/>
                  </a:lnTo>
                  <a:lnTo>
                    <a:pt x="6353124" y="0"/>
                  </a:lnTo>
                  <a:lnTo>
                    <a:pt x="6353124" y="12699"/>
                  </a:lnTo>
                  <a:close/>
                </a:path>
                <a:path w="13754100" h="584200">
                  <a:moveTo>
                    <a:pt x="6327736" y="12699"/>
                  </a:moveTo>
                  <a:lnTo>
                    <a:pt x="6308686" y="12699"/>
                  </a:lnTo>
                  <a:lnTo>
                    <a:pt x="6308686" y="0"/>
                  </a:lnTo>
                  <a:lnTo>
                    <a:pt x="6327736" y="0"/>
                  </a:lnTo>
                  <a:lnTo>
                    <a:pt x="6327736" y="12699"/>
                  </a:lnTo>
                  <a:close/>
                </a:path>
                <a:path w="13754100" h="584200">
                  <a:moveTo>
                    <a:pt x="6302336" y="12699"/>
                  </a:moveTo>
                  <a:lnTo>
                    <a:pt x="6283286" y="12699"/>
                  </a:lnTo>
                  <a:lnTo>
                    <a:pt x="6283286" y="0"/>
                  </a:lnTo>
                  <a:lnTo>
                    <a:pt x="6302336" y="0"/>
                  </a:lnTo>
                  <a:lnTo>
                    <a:pt x="6302336" y="12699"/>
                  </a:lnTo>
                  <a:close/>
                </a:path>
                <a:path w="13754100" h="584200">
                  <a:moveTo>
                    <a:pt x="6276936" y="12699"/>
                  </a:moveTo>
                  <a:lnTo>
                    <a:pt x="6257899" y="12699"/>
                  </a:lnTo>
                  <a:lnTo>
                    <a:pt x="6257899" y="0"/>
                  </a:lnTo>
                  <a:lnTo>
                    <a:pt x="6276936" y="0"/>
                  </a:lnTo>
                  <a:lnTo>
                    <a:pt x="6276936" y="12699"/>
                  </a:lnTo>
                  <a:close/>
                </a:path>
                <a:path w="13754100" h="584200">
                  <a:moveTo>
                    <a:pt x="6251549" y="12699"/>
                  </a:moveTo>
                  <a:lnTo>
                    <a:pt x="6232499" y="12699"/>
                  </a:lnTo>
                  <a:lnTo>
                    <a:pt x="6232499" y="0"/>
                  </a:lnTo>
                  <a:lnTo>
                    <a:pt x="6251549" y="0"/>
                  </a:lnTo>
                  <a:lnTo>
                    <a:pt x="6251549" y="12699"/>
                  </a:lnTo>
                  <a:close/>
                </a:path>
                <a:path w="13754100" h="584200">
                  <a:moveTo>
                    <a:pt x="6226162" y="12699"/>
                  </a:moveTo>
                  <a:lnTo>
                    <a:pt x="6207112" y="12699"/>
                  </a:lnTo>
                  <a:lnTo>
                    <a:pt x="6207112" y="0"/>
                  </a:lnTo>
                  <a:lnTo>
                    <a:pt x="6226162" y="0"/>
                  </a:lnTo>
                  <a:lnTo>
                    <a:pt x="6226162" y="12699"/>
                  </a:lnTo>
                  <a:close/>
                </a:path>
                <a:path w="13754100" h="584200">
                  <a:moveTo>
                    <a:pt x="6200762" y="12699"/>
                  </a:moveTo>
                  <a:lnTo>
                    <a:pt x="6181712" y="12699"/>
                  </a:lnTo>
                  <a:lnTo>
                    <a:pt x="6181712" y="0"/>
                  </a:lnTo>
                  <a:lnTo>
                    <a:pt x="6200762" y="0"/>
                  </a:lnTo>
                  <a:lnTo>
                    <a:pt x="6200762" y="12699"/>
                  </a:lnTo>
                  <a:close/>
                </a:path>
                <a:path w="13754100" h="584200">
                  <a:moveTo>
                    <a:pt x="6175362" y="12699"/>
                  </a:moveTo>
                  <a:lnTo>
                    <a:pt x="6156325" y="12699"/>
                  </a:lnTo>
                  <a:lnTo>
                    <a:pt x="6156325" y="0"/>
                  </a:lnTo>
                  <a:lnTo>
                    <a:pt x="6175362" y="0"/>
                  </a:lnTo>
                  <a:lnTo>
                    <a:pt x="6175362" y="12699"/>
                  </a:lnTo>
                  <a:close/>
                </a:path>
                <a:path w="13754100" h="584200">
                  <a:moveTo>
                    <a:pt x="6149975" y="12699"/>
                  </a:moveTo>
                  <a:lnTo>
                    <a:pt x="6130925" y="12699"/>
                  </a:lnTo>
                  <a:lnTo>
                    <a:pt x="6130925" y="0"/>
                  </a:lnTo>
                  <a:lnTo>
                    <a:pt x="6149975" y="0"/>
                  </a:lnTo>
                  <a:lnTo>
                    <a:pt x="6149975" y="12699"/>
                  </a:lnTo>
                  <a:close/>
                </a:path>
                <a:path w="13754100" h="584200">
                  <a:moveTo>
                    <a:pt x="6124575" y="12699"/>
                  </a:moveTo>
                  <a:lnTo>
                    <a:pt x="6105537" y="12699"/>
                  </a:lnTo>
                  <a:lnTo>
                    <a:pt x="6105537" y="0"/>
                  </a:lnTo>
                  <a:lnTo>
                    <a:pt x="6124575" y="0"/>
                  </a:lnTo>
                  <a:lnTo>
                    <a:pt x="6124575" y="12699"/>
                  </a:lnTo>
                  <a:close/>
                </a:path>
                <a:path w="13754100" h="584200">
                  <a:moveTo>
                    <a:pt x="6099187" y="12699"/>
                  </a:moveTo>
                  <a:lnTo>
                    <a:pt x="6080137" y="12699"/>
                  </a:lnTo>
                  <a:lnTo>
                    <a:pt x="6080137" y="0"/>
                  </a:lnTo>
                  <a:lnTo>
                    <a:pt x="6099187" y="0"/>
                  </a:lnTo>
                  <a:lnTo>
                    <a:pt x="6099187" y="12699"/>
                  </a:lnTo>
                  <a:close/>
                </a:path>
                <a:path w="13754100" h="584200">
                  <a:moveTo>
                    <a:pt x="6073787" y="12699"/>
                  </a:moveTo>
                  <a:lnTo>
                    <a:pt x="6054750" y="12699"/>
                  </a:lnTo>
                  <a:lnTo>
                    <a:pt x="6054750" y="0"/>
                  </a:lnTo>
                  <a:lnTo>
                    <a:pt x="6073787" y="0"/>
                  </a:lnTo>
                  <a:lnTo>
                    <a:pt x="6073787" y="12699"/>
                  </a:lnTo>
                  <a:close/>
                </a:path>
                <a:path w="13754100" h="584200">
                  <a:moveTo>
                    <a:pt x="6048400" y="12699"/>
                  </a:moveTo>
                  <a:lnTo>
                    <a:pt x="6029350" y="12699"/>
                  </a:lnTo>
                  <a:lnTo>
                    <a:pt x="6029350" y="0"/>
                  </a:lnTo>
                  <a:lnTo>
                    <a:pt x="6048400" y="0"/>
                  </a:lnTo>
                  <a:lnTo>
                    <a:pt x="6048400" y="12699"/>
                  </a:lnTo>
                  <a:close/>
                </a:path>
                <a:path w="13754100" h="584200">
                  <a:moveTo>
                    <a:pt x="6023000" y="12699"/>
                  </a:moveTo>
                  <a:lnTo>
                    <a:pt x="6003963" y="12699"/>
                  </a:lnTo>
                  <a:lnTo>
                    <a:pt x="6003963" y="0"/>
                  </a:lnTo>
                  <a:lnTo>
                    <a:pt x="6023000" y="0"/>
                  </a:lnTo>
                  <a:lnTo>
                    <a:pt x="6023000" y="12699"/>
                  </a:lnTo>
                  <a:close/>
                </a:path>
                <a:path w="13754100" h="584200">
                  <a:moveTo>
                    <a:pt x="5997613" y="12699"/>
                  </a:moveTo>
                  <a:lnTo>
                    <a:pt x="5978563" y="12699"/>
                  </a:lnTo>
                  <a:lnTo>
                    <a:pt x="5978563" y="0"/>
                  </a:lnTo>
                  <a:lnTo>
                    <a:pt x="5997613" y="0"/>
                  </a:lnTo>
                  <a:lnTo>
                    <a:pt x="5997613" y="12699"/>
                  </a:lnTo>
                  <a:close/>
                </a:path>
                <a:path w="13754100" h="584200">
                  <a:moveTo>
                    <a:pt x="5972213" y="12699"/>
                  </a:moveTo>
                  <a:lnTo>
                    <a:pt x="5953175" y="12699"/>
                  </a:lnTo>
                  <a:lnTo>
                    <a:pt x="5953175" y="0"/>
                  </a:lnTo>
                  <a:lnTo>
                    <a:pt x="5972213" y="0"/>
                  </a:lnTo>
                  <a:lnTo>
                    <a:pt x="5972213" y="12699"/>
                  </a:lnTo>
                  <a:close/>
                </a:path>
                <a:path w="13754100" h="584200">
                  <a:moveTo>
                    <a:pt x="5946825" y="12699"/>
                  </a:moveTo>
                  <a:lnTo>
                    <a:pt x="5927775" y="12699"/>
                  </a:lnTo>
                  <a:lnTo>
                    <a:pt x="5927775" y="0"/>
                  </a:lnTo>
                  <a:lnTo>
                    <a:pt x="5946825" y="0"/>
                  </a:lnTo>
                  <a:lnTo>
                    <a:pt x="5946825" y="12699"/>
                  </a:lnTo>
                  <a:close/>
                </a:path>
                <a:path w="13754100" h="584200">
                  <a:moveTo>
                    <a:pt x="5921425" y="12699"/>
                  </a:moveTo>
                  <a:lnTo>
                    <a:pt x="5902388" y="12699"/>
                  </a:lnTo>
                  <a:lnTo>
                    <a:pt x="5902388" y="0"/>
                  </a:lnTo>
                  <a:lnTo>
                    <a:pt x="5921425" y="0"/>
                  </a:lnTo>
                  <a:lnTo>
                    <a:pt x="5921425" y="12699"/>
                  </a:lnTo>
                  <a:close/>
                </a:path>
                <a:path w="13754100" h="584200">
                  <a:moveTo>
                    <a:pt x="5896038" y="12699"/>
                  </a:moveTo>
                  <a:lnTo>
                    <a:pt x="5876988" y="12699"/>
                  </a:lnTo>
                  <a:lnTo>
                    <a:pt x="5876988" y="0"/>
                  </a:lnTo>
                  <a:lnTo>
                    <a:pt x="5896038" y="0"/>
                  </a:lnTo>
                  <a:lnTo>
                    <a:pt x="5896038" y="12699"/>
                  </a:lnTo>
                  <a:close/>
                </a:path>
                <a:path w="13754100" h="584200">
                  <a:moveTo>
                    <a:pt x="5870638" y="12699"/>
                  </a:moveTo>
                  <a:lnTo>
                    <a:pt x="5851601" y="12699"/>
                  </a:lnTo>
                  <a:lnTo>
                    <a:pt x="5851601" y="0"/>
                  </a:lnTo>
                  <a:lnTo>
                    <a:pt x="5870638" y="0"/>
                  </a:lnTo>
                  <a:lnTo>
                    <a:pt x="5870638" y="12699"/>
                  </a:lnTo>
                  <a:close/>
                </a:path>
                <a:path w="13754100" h="584200">
                  <a:moveTo>
                    <a:pt x="5845251" y="12699"/>
                  </a:moveTo>
                  <a:lnTo>
                    <a:pt x="5826201" y="12699"/>
                  </a:lnTo>
                  <a:lnTo>
                    <a:pt x="5826201" y="0"/>
                  </a:lnTo>
                  <a:lnTo>
                    <a:pt x="5845251" y="0"/>
                  </a:lnTo>
                  <a:lnTo>
                    <a:pt x="5845251" y="12699"/>
                  </a:lnTo>
                  <a:close/>
                </a:path>
                <a:path w="13754100" h="584200">
                  <a:moveTo>
                    <a:pt x="5819851" y="12699"/>
                  </a:moveTo>
                  <a:lnTo>
                    <a:pt x="5800813" y="12699"/>
                  </a:lnTo>
                  <a:lnTo>
                    <a:pt x="5800813" y="0"/>
                  </a:lnTo>
                  <a:lnTo>
                    <a:pt x="5819851" y="0"/>
                  </a:lnTo>
                  <a:lnTo>
                    <a:pt x="5819851" y="12699"/>
                  </a:lnTo>
                  <a:close/>
                </a:path>
                <a:path w="13754100" h="584200">
                  <a:moveTo>
                    <a:pt x="5794463" y="12699"/>
                  </a:moveTo>
                  <a:lnTo>
                    <a:pt x="5775413" y="12699"/>
                  </a:lnTo>
                  <a:lnTo>
                    <a:pt x="5775413" y="0"/>
                  </a:lnTo>
                  <a:lnTo>
                    <a:pt x="5794463" y="0"/>
                  </a:lnTo>
                  <a:lnTo>
                    <a:pt x="5794463" y="12699"/>
                  </a:lnTo>
                  <a:close/>
                </a:path>
                <a:path w="13754100" h="584200">
                  <a:moveTo>
                    <a:pt x="5769063" y="12699"/>
                  </a:moveTo>
                  <a:lnTo>
                    <a:pt x="5750026" y="12699"/>
                  </a:lnTo>
                  <a:lnTo>
                    <a:pt x="5750026" y="0"/>
                  </a:lnTo>
                  <a:lnTo>
                    <a:pt x="5769063" y="0"/>
                  </a:lnTo>
                  <a:lnTo>
                    <a:pt x="5769063" y="12699"/>
                  </a:lnTo>
                  <a:close/>
                </a:path>
                <a:path w="13754100" h="584200">
                  <a:moveTo>
                    <a:pt x="5743676" y="12699"/>
                  </a:moveTo>
                  <a:lnTo>
                    <a:pt x="5724626" y="12699"/>
                  </a:lnTo>
                  <a:lnTo>
                    <a:pt x="5724626" y="0"/>
                  </a:lnTo>
                  <a:lnTo>
                    <a:pt x="5743676" y="0"/>
                  </a:lnTo>
                  <a:lnTo>
                    <a:pt x="5743676" y="12699"/>
                  </a:lnTo>
                  <a:close/>
                </a:path>
                <a:path w="13754100" h="584200">
                  <a:moveTo>
                    <a:pt x="5718276" y="12699"/>
                  </a:moveTo>
                  <a:lnTo>
                    <a:pt x="5699239" y="12699"/>
                  </a:lnTo>
                  <a:lnTo>
                    <a:pt x="5699239" y="0"/>
                  </a:lnTo>
                  <a:lnTo>
                    <a:pt x="5718276" y="0"/>
                  </a:lnTo>
                  <a:lnTo>
                    <a:pt x="5718276" y="12699"/>
                  </a:lnTo>
                  <a:close/>
                </a:path>
                <a:path w="13754100" h="584200">
                  <a:moveTo>
                    <a:pt x="5692889" y="12699"/>
                  </a:moveTo>
                  <a:lnTo>
                    <a:pt x="5673839" y="12699"/>
                  </a:lnTo>
                  <a:lnTo>
                    <a:pt x="5673839" y="0"/>
                  </a:lnTo>
                  <a:lnTo>
                    <a:pt x="5692889" y="0"/>
                  </a:lnTo>
                  <a:lnTo>
                    <a:pt x="5692889" y="12699"/>
                  </a:lnTo>
                  <a:close/>
                </a:path>
                <a:path w="13754100" h="584200">
                  <a:moveTo>
                    <a:pt x="5667489" y="12699"/>
                  </a:moveTo>
                  <a:lnTo>
                    <a:pt x="5648452" y="12699"/>
                  </a:lnTo>
                  <a:lnTo>
                    <a:pt x="5648452" y="0"/>
                  </a:lnTo>
                  <a:lnTo>
                    <a:pt x="5667489" y="0"/>
                  </a:lnTo>
                  <a:lnTo>
                    <a:pt x="5667489" y="12699"/>
                  </a:lnTo>
                  <a:close/>
                </a:path>
                <a:path w="13754100" h="584200">
                  <a:moveTo>
                    <a:pt x="5642102" y="12699"/>
                  </a:moveTo>
                  <a:lnTo>
                    <a:pt x="5623052" y="12699"/>
                  </a:lnTo>
                  <a:lnTo>
                    <a:pt x="5623052" y="0"/>
                  </a:lnTo>
                  <a:lnTo>
                    <a:pt x="5642102" y="0"/>
                  </a:lnTo>
                  <a:lnTo>
                    <a:pt x="5642102" y="12699"/>
                  </a:lnTo>
                  <a:close/>
                </a:path>
                <a:path w="13754100" h="584200">
                  <a:moveTo>
                    <a:pt x="5616702" y="12699"/>
                  </a:moveTo>
                  <a:lnTo>
                    <a:pt x="5597664" y="12699"/>
                  </a:lnTo>
                  <a:lnTo>
                    <a:pt x="5597664" y="0"/>
                  </a:lnTo>
                  <a:lnTo>
                    <a:pt x="5616702" y="0"/>
                  </a:lnTo>
                  <a:lnTo>
                    <a:pt x="5616702" y="12699"/>
                  </a:lnTo>
                  <a:close/>
                </a:path>
                <a:path w="13754100" h="584200">
                  <a:moveTo>
                    <a:pt x="5591314" y="12699"/>
                  </a:moveTo>
                  <a:lnTo>
                    <a:pt x="5572264" y="12699"/>
                  </a:lnTo>
                  <a:lnTo>
                    <a:pt x="5572264" y="0"/>
                  </a:lnTo>
                  <a:lnTo>
                    <a:pt x="5591314" y="0"/>
                  </a:lnTo>
                  <a:lnTo>
                    <a:pt x="5591314" y="12699"/>
                  </a:lnTo>
                  <a:close/>
                </a:path>
                <a:path w="13754100" h="584200">
                  <a:moveTo>
                    <a:pt x="5565914" y="12699"/>
                  </a:moveTo>
                  <a:lnTo>
                    <a:pt x="5546877" y="12699"/>
                  </a:lnTo>
                  <a:lnTo>
                    <a:pt x="5546877" y="0"/>
                  </a:lnTo>
                  <a:lnTo>
                    <a:pt x="5565914" y="0"/>
                  </a:lnTo>
                  <a:lnTo>
                    <a:pt x="5565914" y="12699"/>
                  </a:lnTo>
                  <a:close/>
                </a:path>
                <a:path w="13754100" h="584200">
                  <a:moveTo>
                    <a:pt x="5540527" y="12699"/>
                  </a:moveTo>
                  <a:lnTo>
                    <a:pt x="5521477" y="12699"/>
                  </a:lnTo>
                  <a:lnTo>
                    <a:pt x="5521477" y="0"/>
                  </a:lnTo>
                  <a:lnTo>
                    <a:pt x="5540527" y="0"/>
                  </a:lnTo>
                  <a:lnTo>
                    <a:pt x="5540527" y="12699"/>
                  </a:lnTo>
                  <a:close/>
                </a:path>
                <a:path w="13754100" h="584200">
                  <a:moveTo>
                    <a:pt x="5515127" y="12699"/>
                  </a:moveTo>
                  <a:lnTo>
                    <a:pt x="5496090" y="12699"/>
                  </a:lnTo>
                  <a:lnTo>
                    <a:pt x="5496090" y="0"/>
                  </a:lnTo>
                  <a:lnTo>
                    <a:pt x="5515127" y="0"/>
                  </a:lnTo>
                  <a:lnTo>
                    <a:pt x="5515127" y="12699"/>
                  </a:lnTo>
                  <a:close/>
                </a:path>
                <a:path w="13754100" h="584200">
                  <a:moveTo>
                    <a:pt x="5489740" y="12699"/>
                  </a:moveTo>
                  <a:lnTo>
                    <a:pt x="5470690" y="12699"/>
                  </a:lnTo>
                  <a:lnTo>
                    <a:pt x="5470690" y="0"/>
                  </a:lnTo>
                  <a:lnTo>
                    <a:pt x="5489740" y="0"/>
                  </a:lnTo>
                  <a:lnTo>
                    <a:pt x="5489740" y="12699"/>
                  </a:lnTo>
                  <a:close/>
                </a:path>
                <a:path w="13754100" h="584200">
                  <a:moveTo>
                    <a:pt x="5464340" y="12699"/>
                  </a:moveTo>
                  <a:lnTo>
                    <a:pt x="5445290" y="12699"/>
                  </a:lnTo>
                  <a:lnTo>
                    <a:pt x="5445290" y="0"/>
                  </a:lnTo>
                  <a:lnTo>
                    <a:pt x="5464340" y="0"/>
                  </a:lnTo>
                  <a:lnTo>
                    <a:pt x="5464340" y="12699"/>
                  </a:lnTo>
                  <a:close/>
                </a:path>
                <a:path w="13754100" h="584200">
                  <a:moveTo>
                    <a:pt x="5438952" y="12699"/>
                  </a:moveTo>
                  <a:lnTo>
                    <a:pt x="5419902" y="12699"/>
                  </a:lnTo>
                  <a:lnTo>
                    <a:pt x="5419902" y="0"/>
                  </a:lnTo>
                  <a:lnTo>
                    <a:pt x="5438952" y="0"/>
                  </a:lnTo>
                  <a:lnTo>
                    <a:pt x="5438952" y="12699"/>
                  </a:lnTo>
                  <a:close/>
                </a:path>
                <a:path w="13754100" h="584200">
                  <a:moveTo>
                    <a:pt x="5413552" y="12699"/>
                  </a:moveTo>
                  <a:lnTo>
                    <a:pt x="5394502" y="12699"/>
                  </a:lnTo>
                  <a:lnTo>
                    <a:pt x="5394502" y="0"/>
                  </a:lnTo>
                  <a:lnTo>
                    <a:pt x="5413552" y="0"/>
                  </a:lnTo>
                  <a:lnTo>
                    <a:pt x="5413552" y="12699"/>
                  </a:lnTo>
                  <a:close/>
                </a:path>
                <a:path w="13754100" h="584200">
                  <a:moveTo>
                    <a:pt x="5388165" y="12699"/>
                  </a:moveTo>
                  <a:lnTo>
                    <a:pt x="5369115" y="12699"/>
                  </a:lnTo>
                  <a:lnTo>
                    <a:pt x="5369115" y="0"/>
                  </a:lnTo>
                  <a:lnTo>
                    <a:pt x="5388165" y="0"/>
                  </a:lnTo>
                  <a:lnTo>
                    <a:pt x="5388165" y="12699"/>
                  </a:lnTo>
                  <a:close/>
                </a:path>
                <a:path w="13754100" h="584200">
                  <a:moveTo>
                    <a:pt x="5362765" y="12699"/>
                  </a:moveTo>
                  <a:lnTo>
                    <a:pt x="5343715" y="12699"/>
                  </a:lnTo>
                  <a:lnTo>
                    <a:pt x="5343715" y="0"/>
                  </a:lnTo>
                  <a:lnTo>
                    <a:pt x="5362765" y="0"/>
                  </a:lnTo>
                  <a:lnTo>
                    <a:pt x="5362765" y="12699"/>
                  </a:lnTo>
                  <a:close/>
                </a:path>
                <a:path w="13754100" h="584200">
                  <a:moveTo>
                    <a:pt x="5337378" y="12699"/>
                  </a:moveTo>
                  <a:lnTo>
                    <a:pt x="5318328" y="12699"/>
                  </a:lnTo>
                  <a:lnTo>
                    <a:pt x="5318328" y="0"/>
                  </a:lnTo>
                  <a:lnTo>
                    <a:pt x="5337378" y="0"/>
                  </a:lnTo>
                  <a:lnTo>
                    <a:pt x="5337378" y="12699"/>
                  </a:lnTo>
                  <a:close/>
                </a:path>
                <a:path w="13754100" h="584200">
                  <a:moveTo>
                    <a:pt x="5311978" y="12699"/>
                  </a:moveTo>
                  <a:lnTo>
                    <a:pt x="5292928" y="12699"/>
                  </a:lnTo>
                  <a:lnTo>
                    <a:pt x="5292928" y="0"/>
                  </a:lnTo>
                  <a:lnTo>
                    <a:pt x="5311978" y="0"/>
                  </a:lnTo>
                  <a:lnTo>
                    <a:pt x="5311978" y="12699"/>
                  </a:lnTo>
                  <a:close/>
                </a:path>
                <a:path w="13754100" h="584200">
                  <a:moveTo>
                    <a:pt x="5286590" y="12699"/>
                  </a:moveTo>
                  <a:lnTo>
                    <a:pt x="5267540" y="12699"/>
                  </a:lnTo>
                  <a:lnTo>
                    <a:pt x="5267540" y="0"/>
                  </a:lnTo>
                  <a:lnTo>
                    <a:pt x="5286590" y="0"/>
                  </a:lnTo>
                  <a:lnTo>
                    <a:pt x="5286590" y="12699"/>
                  </a:lnTo>
                  <a:close/>
                </a:path>
                <a:path w="13754100" h="584200">
                  <a:moveTo>
                    <a:pt x="5261190" y="12699"/>
                  </a:moveTo>
                  <a:lnTo>
                    <a:pt x="5242140" y="12699"/>
                  </a:lnTo>
                  <a:lnTo>
                    <a:pt x="5242140" y="0"/>
                  </a:lnTo>
                  <a:lnTo>
                    <a:pt x="5261190" y="0"/>
                  </a:lnTo>
                  <a:lnTo>
                    <a:pt x="5261190" y="12699"/>
                  </a:lnTo>
                  <a:close/>
                </a:path>
                <a:path w="13754100" h="584200">
                  <a:moveTo>
                    <a:pt x="5235803" y="12699"/>
                  </a:moveTo>
                  <a:lnTo>
                    <a:pt x="5216753" y="12699"/>
                  </a:lnTo>
                  <a:lnTo>
                    <a:pt x="5216753" y="0"/>
                  </a:lnTo>
                  <a:lnTo>
                    <a:pt x="5235803" y="0"/>
                  </a:lnTo>
                  <a:lnTo>
                    <a:pt x="5235803" y="12699"/>
                  </a:lnTo>
                  <a:close/>
                </a:path>
                <a:path w="13754100" h="584200">
                  <a:moveTo>
                    <a:pt x="5210403" y="12699"/>
                  </a:moveTo>
                  <a:lnTo>
                    <a:pt x="5191353" y="12699"/>
                  </a:lnTo>
                  <a:lnTo>
                    <a:pt x="5191353" y="0"/>
                  </a:lnTo>
                  <a:lnTo>
                    <a:pt x="5210403" y="0"/>
                  </a:lnTo>
                  <a:lnTo>
                    <a:pt x="5210403" y="12699"/>
                  </a:lnTo>
                  <a:close/>
                </a:path>
                <a:path w="13754100" h="584200">
                  <a:moveTo>
                    <a:pt x="5185016" y="12699"/>
                  </a:moveTo>
                  <a:lnTo>
                    <a:pt x="5165966" y="12699"/>
                  </a:lnTo>
                  <a:lnTo>
                    <a:pt x="5165966" y="0"/>
                  </a:lnTo>
                  <a:lnTo>
                    <a:pt x="5185016" y="0"/>
                  </a:lnTo>
                  <a:lnTo>
                    <a:pt x="5185016" y="12699"/>
                  </a:lnTo>
                  <a:close/>
                </a:path>
                <a:path w="13754100" h="584200">
                  <a:moveTo>
                    <a:pt x="5159616" y="12699"/>
                  </a:moveTo>
                  <a:lnTo>
                    <a:pt x="5140566" y="12699"/>
                  </a:lnTo>
                  <a:lnTo>
                    <a:pt x="5140566" y="0"/>
                  </a:lnTo>
                  <a:lnTo>
                    <a:pt x="5159616" y="0"/>
                  </a:lnTo>
                  <a:lnTo>
                    <a:pt x="5159616" y="12699"/>
                  </a:lnTo>
                  <a:close/>
                </a:path>
                <a:path w="13754100" h="584200">
                  <a:moveTo>
                    <a:pt x="5134216" y="12699"/>
                  </a:moveTo>
                  <a:lnTo>
                    <a:pt x="5115179" y="12699"/>
                  </a:lnTo>
                  <a:lnTo>
                    <a:pt x="5115179" y="0"/>
                  </a:lnTo>
                  <a:lnTo>
                    <a:pt x="5134216" y="0"/>
                  </a:lnTo>
                  <a:lnTo>
                    <a:pt x="5134216" y="12699"/>
                  </a:lnTo>
                  <a:close/>
                </a:path>
                <a:path w="13754100" h="584200">
                  <a:moveTo>
                    <a:pt x="5108829" y="12699"/>
                  </a:moveTo>
                  <a:lnTo>
                    <a:pt x="5089779" y="12699"/>
                  </a:lnTo>
                  <a:lnTo>
                    <a:pt x="5089779" y="0"/>
                  </a:lnTo>
                  <a:lnTo>
                    <a:pt x="5108829" y="0"/>
                  </a:lnTo>
                  <a:lnTo>
                    <a:pt x="5108829" y="12699"/>
                  </a:lnTo>
                  <a:close/>
                </a:path>
                <a:path w="13754100" h="584200">
                  <a:moveTo>
                    <a:pt x="5083429" y="12699"/>
                  </a:moveTo>
                  <a:lnTo>
                    <a:pt x="5064391" y="12699"/>
                  </a:lnTo>
                  <a:lnTo>
                    <a:pt x="5064391" y="0"/>
                  </a:lnTo>
                  <a:lnTo>
                    <a:pt x="5083429" y="0"/>
                  </a:lnTo>
                  <a:lnTo>
                    <a:pt x="5083429" y="12699"/>
                  </a:lnTo>
                  <a:close/>
                </a:path>
                <a:path w="13754100" h="584200">
                  <a:moveTo>
                    <a:pt x="5058041" y="12699"/>
                  </a:moveTo>
                  <a:lnTo>
                    <a:pt x="5038991" y="12699"/>
                  </a:lnTo>
                  <a:lnTo>
                    <a:pt x="5038991" y="0"/>
                  </a:lnTo>
                  <a:lnTo>
                    <a:pt x="5058041" y="0"/>
                  </a:lnTo>
                  <a:lnTo>
                    <a:pt x="5058041" y="12699"/>
                  </a:lnTo>
                  <a:close/>
                </a:path>
                <a:path w="13754100" h="584200">
                  <a:moveTo>
                    <a:pt x="5032641" y="12699"/>
                  </a:moveTo>
                  <a:lnTo>
                    <a:pt x="5013604" y="12699"/>
                  </a:lnTo>
                  <a:lnTo>
                    <a:pt x="5013604" y="0"/>
                  </a:lnTo>
                  <a:lnTo>
                    <a:pt x="5032641" y="0"/>
                  </a:lnTo>
                  <a:lnTo>
                    <a:pt x="5032641" y="12699"/>
                  </a:lnTo>
                  <a:close/>
                </a:path>
                <a:path w="13754100" h="584200">
                  <a:moveTo>
                    <a:pt x="5007254" y="12699"/>
                  </a:moveTo>
                  <a:lnTo>
                    <a:pt x="4988204" y="12699"/>
                  </a:lnTo>
                  <a:lnTo>
                    <a:pt x="4988204" y="0"/>
                  </a:lnTo>
                  <a:lnTo>
                    <a:pt x="5007254" y="0"/>
                  </a:lnTo>
                  <a:lnTo>
                    <a:pt x="5007254" y="12699"/>
                  </a:lnTo>
                  <a:close/>
                </a:path>
                <a:path w="13754100" h="584200">
                  <a:moveTo>
                    <a:pt x="4981854" y="12699"/>
                  </a:moveTo>
                  <a:lnTo>
                    <a:pt x="4962817" y="12699"/>
                  </a:lnTo>
                  <a:lnTo>
                    <a:pt x="4962817" y="0"/>
                  </a:lnTo>
                  <a:lnTo>
                    <a:pt x="4981854" y="0"/>
                  </a:lnTo>
                  <a:lnTo>
                    <a:pt x="4981854" y="12699"/>
                  </a:lnTo>
                  <a:close/>
                </a:path>
                <a:path w="13754100" h="584200">
                  <a:moveTo>
                    <a:pt x="4956467" y="12699"/>
                  </a:moveTo>
                  <a:lnTo>
                    <a:pt x="4937417" y="12699"/>
                  </a:lnTo>
                  <a:lnTo>
                    <a:pt x="4937417" y="0"/>
                  </a:lnTo>
                  <a:lnTo>
                    <a:pt x="4956467" y="0"/>
                  </a:lnTo>
                  <a:lnTo>
                    <a:pt x="4956467" y="12699"/>
                  </a:lnTo>
                  <a:close/>
                </a:path>
                <a:path w="13754100" h="584200">
                  <a:moveTo>
                    <a:pt x="4931067" y="12699"/>
                  </a:moveTo>
                  <a:lnTo>
                    <a:pt x="4912029" y="12699"/>
                  </a:lnTo>
                  <a:lnTo>
                    <a:pt x="4912029" y="0"/>
                  </a:lnTo>
                  <a:lnTo>
                    <a:pt x="4931067" y="0"/>
                  </a:lnTo>
                  <a:lnTo>
                    <a:pt x="4931067" y="12699"/>
                  </a:lnTo>
                  <a:close/>
                </a:path>
                <a:path w="13754100" h="584200">
                  <a:moveTo>
                    <a:pt x="4905679" y="12699"/>
                  </a:moveTo>
                  <a:lnTo>
                    <a:pt x="4886629" y="12699"/>
                  </a:lnTo>
                  <a:lnTo>
                    <a:pt x="4886629" y="0"/>
                  </a:lnTo>
                  <a:lnTo>
                    <a:pt x="4905679" y="0"/>
                  </a:lnTo>
                  <a:lnTo>
                    <a:pt x="4905679" y="12699"/>
                  </a:lnTo>
                  <a:close/>
                </a:path>
                <a:path w="13754100" h="584200">
                  <a:moveTo>
                    <a:pt x="4880279" y="12699"/>
                  </a:moveTo>
                  <a:lnTo>
                    <a:pt x="4861242" y="12699"/>
                  </a:lnTo>
                  <a:lnTo>
                    <a:pt x="4861242" y="0"/>
                  </a:lnTo>
                  <a:lnTo>
                    <a:pt x="4880279" y="0"/>
                  </a:lnTo>
                  <a:lnTo>
                    <a:pt x="4880279" y="12699"/>
                  </a:lnTo>
                  <a:close/>
                </a:path>
                <a:path w="13754100" h="584200">
                  <a:moveTo>
                    <a:pt x="4854892" y="12699"/>
                  </a:moveTo>
                  <a:lnTo>
                    <a:pt x="4835842" y="12699"/>
                  </a:lnTo>
                  <a:lnTo>
                    <a:pt x="4835842" y="0"/>
                  </a:lnTo>
                  <a:lnTo>
                    <a:pt x="4854892" y="0"/>
                  </a:lnTo>
                  <a:lnTo>
                    <a:pt x="4854892" y="12699"/>
                  </a:lnTo>
                  <a:close/>
                </a:path>
                <a:path w="13754100" h="584200">
                  <a:moveTo>
                    <a:pt x="4829492" y="12699"/>
                  </a:moveTo>
                  <a:lnTo>
                    <a:pt x="4810455" y="12699"/>
                  </a:lnTo>
                  <a:lnTo>
                    <a:pt x="4810455" y="0"/>
                  </a:lnTo>
                  <a:lnTo>
                    <a:pt x="4829492" y="0"/>
                  </a:lnTo>
                  <a:lnTo>
                    <a:pt x="4829492" y="12699"/>
                  </a:lnTo>
                  <a:close/>
                </a:path>
                <a:path w="13754100" h="584200">
                  <a:moveTo>
                    <a:pt x="4804105" y="12699"/>
                  </a:moveTo>
                  <a:lnTo>
                    <a:pt x="4785055" y="12699"/>
                  </a:lnTo>
                  <a:lnTo>
                    <a:pt x="4785055" y="0"/>
                  </a:lnTo>
                  <a:lnTo>
                    <a:pt x="4804105" y="0"/>
                  </a:lnTo>
                  <a:lnTo>
                    <a:pt x="4804105" y="12699"/>
                  </a:lnTo>
                  <a:close/>
                </a:path>
                <a:path w="13754100" h="584200">
                  <a:moveTo>
                    <a:pt x="4778705" y="12699"/>
                  </a:moveTo>
                  <a:lnTo>
                    <a:pt x="4759667" y="12699"/>
                  </a:lnTo>
                  <a:lnTo>
                    <a:pt x="4759667" y="0"/>
                  </a:lnTo>
                  <a:lnTo>
                    <a:pt x="4778705" y="0"/>
                  </a:lnTo>
                  <a:lnTo>
                    <a:pt x="4778705" y="12699"/>
                  </a:lnTo>
                  <a:close/>
                </a:path>
                <a:path w="13754100" h="584200">
                  <a:moveTo>
                    <a:pt x="4753317" y="12699"/>
                  </a:moveTo>
                  <a:lnTo>
                    <a:pt x="4734267" y="12699"/>
                  </a:lnTo>
                  <a:lnTo>
                    <a:pt x="4734267" y="0"/>
                  </a:lnTo>
                  <a:lnTo>
                    <a:pt x="4753317" y="0"/>
                  </a:lnTo>
                  <a:lnTo>
                    <a:pt x="4753317" y="12699"/>
                  </a:lnTo>
                  <a:close/>
                </a:path>
                <a:path w="13754100" h="584200">
                  <a:moveTo>
                    <a:pt x="4727917" y="12699"/>
                  </a:moveTo>
                  <a:lnTo>
                    <a:pt x="4708880" y="12699"/>
                  </a:lnTo>
                  <a:lnTo>
                    <a:pt x="4708880" y="0"/>
                  </a:lnTo>
                  <a:lnTo>
                    <a:pt x="4727917" y="0"/>
                  </a:lnTo>
                  <a:lnTo>
                    <a:pt x="4727917" y="12699"/>
                  </a:lnTo>
                  <a:close/>
                </a:path>
                <a:path w="13754100" h="584200">
                  <a:moveTo>
                    <a:pt x="4702530" y="12699"/>
                  </a:moveTo>
                  <a:lnTo>
                    <a:pt x="4683480" y="12699"/>
                  </a:lnTo>
                  <a:lnTo>
                    <a:pt x="4683480" y="0"/>
                  </a:lnTo>
                  <a:lnTo>
                    <a:pt x="4702530" y="0"/>
                  </a:lnTo>
                  <a:lnTo>
                    <a:pt x="4702530" y="12699"/>
                  </a:lnTo>
                  <a:close/>
                </a:path>
                <a:path w="13754100" h="584200">
                  <a:moveTo>
                    <a:pt x="4677130" y="12699"/>
                  </a:moveTo>
                  <a:lnTo>
                    <a:pt x="4658093" y="12699"/>
                  </a:lnTo>
                  <a:lnTo>
                    <a:pt x="4658093" y="0"/>
                  </a:lnTo>
                  <a:lnTo>
                    <a:pt x="4677130" y="0"/>
                  </a:lnTo>
                  <a:lnTo>
                    <a:pt x="4677130" y="12699"/>
                  </a:lnTo>
                  <a:close/>
                </a:path>
                <a:path w="13754100" h="584200">
                  <a:moveTo>
                    <a:pt x="4651743" y="12699"/>
                  </a:moveTo>
                  <a:lnTo>
                    <a:pt x="4632693" y="12699"/>
                  </a:lnTo>
                  <a:lnTo>
                    <a:pt x="4632693" y="0"/>
                  </a:lnTo>
                  <a:lnTo>
                    <a:pt x="4651743" y="0"/>
                  </a:lnTo>
                  <a:lnTo>
                    <a:pt x="4651743" y="12699"/>
                  </a:lnTo>
                  <a:close/>
                </a:path>
                <a:path w="13754100" h="584200">
                  <a:moveTo>
                    <a:pt x="4626343" y="12699"/>
                  </a:moveTo>
                  <a:lnTo>
                    <a:pt x="4607306" y="12699"/>
                  </a:lnTo>
                  <a:lnTo>
                    <a:pt x="4607306" y="0"/>
                  </a:lnTo>
                  <a:lnTo>
                    <a:pt x="4626343" y="0"/>
                  </a:lnTo>
                  <a:lnTo>
                    <a:pt x="4626343" y="12699"/>
                  </a:lnTo>
                  <a:close/>
                </a:path>
                <a:path w="13754100" h="584200">
                  <a:moveTo>
                    <a:pt x="4600956" y="12699"/>
                  </a:moveTo>
                  <a:lnTo>
                    <a:pt x="4581906" y="12699"/>
                  </a:lnTo>
                  <a:lnTo>
                    <a:pt x="4581906" y="0"/>
                  </a:lnTo>
                  <a:lnTo>
                    <a:pt x="4600956" y="0"/>
                  </a:lnTo>
                  <a:lnTo>
                    <a:pt x="4600956" y="12699"/>
                  </a:lnTo>
                  <a:close/>
                </a:path>
                <a:path w="13754100" h="584200">
                  <a:moveTo>
                    <a:pt x="4575556" y="12699"/>
                  </a:moveTo>
                  <a:lnTo>
                    <a:pt x="4556518" y="12699"/>
                  </a:lnTo>
                  <a:lnTo>
                    <a:pt x="4556518" y="0"/>
                  </a:lnTo>
                  <a:lnTo>
                    <a:pt x="4575556" y="0"/>
                  </a:lnTo>
                  <a:lnTo>
                    <a:pt x="4575556" y="12699"/>
                  </a:lnTo>
                  <a:close/>
                </a:path>
                <a:path w="13754100" h="584200">
                  <a:moveTo>
                    <a:pt x="4550168" y="12699"/>
                  </a:moveTo>
                  <a:lnTo>
                    <a:pt x="4531118" y="12699"/>
                  </a:lnTo>
                  <a:lnTo>
                    <a:pt x="4531118" y="0"/>
                  </a:lnTo>
                  <a:lnTo>
                    <a:pt x="4550168" y="0"/>
                  </a:lnTo>
                  <a:lnTo>
                    <a:pt x="4550168" y="12699"/>
                  </a:lnTo>
                  <a:close/>
                </a:path>
                <a:path w="13754100" h="584200">
                  <a:moveTo>
                    <a:pt x="4524768" y="12699"/>
                  </a:moveTo>
                  <a:lnTo>
                    <a:pt x="4505731" y="12699"/>
                  </a:lnTo>
                  <a:lnTo>
                    <a:pt x="4505731" y="0"/>
                  </a:lnTo>
                  <a:lnTo>
                    <a:pt x="4524768" y="0"/>
                  </a:lnTo>
                  <a:lnTo>
                    <a:pt x="4524768" y="12699"/>
                  </a:lnTo>
                  <a:close/>
                </a:path>
                <a:path w="13754100" h="584200">
                  <a:moveTo>
                    <a:pt x="4499381" y="12699"/>
                  </a:moveTo>
                  <a:lnTo>
                    <a:pt x="4480331" y="12699"/>
                  </a:lnTo>
                  <a:lnTo>
                    <a:pt x="4480331" y="0"/>
                  </a:lnTo>
                  <a:lnTo>
                    <a:pt x="4499381" y="0"/>
                  </a:lnTo>
                  <a:lnTo>
                    <a:pt x="4499381" y="12699"/>
                  </a:lnTo>
                  <a:close/>
                </a:path>
                <a:path w="13754100" h="584200">
                  <a:moveTo>
                    <a:pt x="4473981" y="12699"/>
                  </a:moveTo>
                  <a:lnTo>
                    <a:pt x="4454944" y="12699"/>
                  </a:lnTo>
                  <a:lnTo>
                    <a:pt x="4454944" y="0"/>
                  </a:lnTo>
                  <a:lnTo>
                    <a:pt x="4473981" y="0"/>
                  </a:lnTo>
                  <a:lnTo>
                    <a:pt x="4473981" y="12699"/>
                  </a:lnTo>
                  <a:close/>
                </a:path>
                <a:path w="13754100" h="584200">
                  <a:moveTo>
                    <a:pt x="4448594" y="12699"/>
                  </a:moveTo>
                  <a:lnTo>
                    <a:pt x="4429544" y="12699"/>
                  </a:lnTo>
                  <a:lnTo>
                    <a:pt x="4429544" y="0"/>
                  </a:lnTo>
                  <a:lnTo>
                    <a:pt x="4448594" y="0"/>
                  </a:lnTo>
                  <a:lnTo>
                    <a:pt x="4448594" y="12699"/>
                  </a:lnTo>
                  <a:close/>
                </a:path>
                <a:path w="13754100" h="584200">
                  <a:moveTo>
                    <a:pt x="4423194" y="12699"/>
                  </a:moveTo>
                  <a:lnTo>
                    <a:pt x="4404144" y="12699"/>
                  </a:lnTo>
                  <a:lnTo>
                    <a:pt x="4404144" y="0"/>
                  </a:lnTo>
                  <a:lnTo>
                    <a:pt x="4423194" y="0"/>
                  </a:lnTo>
                  <a:lnTo>
                    <a:pt x="4423194" y="12699"/>
                  </a:lnTo>
                  <a:close/>
                </a:path>
                <a:path w="13754100" h="584200">
                  <a:moveTo>
                    <a:pt x="4397806" y="12699"/>
                  </a:moveTo>
                  <a:lnTo>
                    <a:pt x="4378756" y="12699"/>
                  </a:lnTo>
                  <a:lnTo>
                    <a:pt x="4378756" y="0"/>
                  </a:lnTo>
                  <a:lnTo>
                    <a:pt x="4397806" y="0"/>
                  </a:lnTo>
                  <a:lnTo>
                    <a:pt x="4397806" y="12699"/>
                  </a:lnTo>
                  <a:close/>
                </a:path>
                <a:path w="13754100" h="584200">
                  <a:moveTo>
                    <a:pt x="4372406" y="12699"/>
                  </a:moveTo>
                  <a:lnTo>
                    <a:pt x="4353369" y="12699"/>
                  </a:lnTo>
                  <a:lnTo>
                    <a:pt x="4353369" y="0"/>
                  </a:lnTo>
                  <a:lnTo>
                    <a:pt x="4372406" y="0"/>
                  </a:lnTo>
                  <a:lnTo>
                    <a:pt x="4372406" y="12699"/>
                  </a:lnTo>
                  <a:close/>
                </a:path>
                <a:path w="13754100" h="584200">
                  <a:moveTo>
                    <a:pt x="4347019" y="12699"/>
                  </a:moveTo>
                  <a:lnTo>
                    <a:pt x="4327969" y="12699"/>
                  </a:lnTo>
                  <a:lnTo>
                    <a:pt x="4327969" y="0"/>
                  </a:lnTo>
                  <a:lnTo>
                    <a:pt x="4347019" y="0"/>
                  </a:lnTo>
                  <a:lnTo>
                    <a:pt x="4347019" y="12699"/>
                  </a:lnTo>
                  <a:close/>
                </a:path>
                <a:path w="13754100" h="584200">
                  <a:moveTo>
                    <a:pt x="4321619" y="12699"/>
                  </a:moveTo>
                  <a:lnTo>
                    <a:pt x="4302569" y="12699"/>
                  </a:lnTo>
                  <a:lnTo>
                    <a:pt x="4302569" y="0"/>
                  </a:lnTo>
                  <a:lnTo>
                    <a:pt x="4321619" y="0"/>
                  </a:lnTo>
                  <a:lnTo>
                    <a:pt x="4321619" y="12699"/>
                  </a:lnTo>
                  <a:close/>
                </a:path>
                <a:path w="13754100" h="584200">
                  <a:moveTo>
                    <a:pt x="4296232" y="12699"/>
                  </a:moveTo>
                  <a:lnTo>
                    <a:pt x="4277182" y="12699"/>
                  </a:lnTo>
                  <a:lnTo>
                    <a:pt x="4277182" y="0"/>
                  </a:lnTo>
                  <a:lnTo>
                    <a:pt x="4296232" y="0"/>
                  </a:lnTo>
                  <a:lnTo>
                    <a:pt x="4296232" y="12699"/>
                  </a:lnTo>
                  <a:close/>
                </a:path>
                <a:path w="13754100" h="584200">
                  <a:moveTo>
                    <a:pt x="4270832" y="12699"/>
                  </a:moveTo>
                  <a:lnTo>
                    <a:pt x="4251782" y="12699"/>
                  </a:lnTo>
                  <a:lnTo>
                    <a:pt x="4251782" y="0"/>
                  </a:lnTo>
                  <a:lnTo>
                    <a:pt x="4270832" y="0"/>
                  </a:lnTo>
                  <a:lnTo>
                    <a:pt x="4270832" y="12699"/>
                  </a:lnTo>
                  <a:close/>
                </a:path>
                <a:path w="13754100" h="584200">
                  <a:moveTo>
                    <a:pt x="4245444" y="12699"/>
                  </a:moveTo>
                  <a:lnTo>
                    <a:pt x="4226394" y="12699"/>
                  </a:lnTo>
                  <a:lnTo>
                    <a:pt x="4226394" y="0"/>
                  </a:lnTo>
                  <a:lnTo>
                    <a:pt x="4245444" y="0"/>
                  </a:lnTo>
                  <a:lnTo>
                    <a:pt x="4245444" y="12699"/>
                  </a:lnTo>
                  <a:close/>
                </a:path>
                <a:path w="13754100" h="584200">
                  <a:moveTo>
                    <a:pt x="4220044" y="12699"/>
                  </a:moveTo>
                  <a:lnTo>
                    <a:pt x="4200994" y="12699"/>
                  </a:lnTo>
                  <a:lnTo>
                    <a:pt x="4200994" y="0"/>
                  </a:lnTo>
                  <a:lnTo>
                    <a:pt x="4220044" y="0"/>
                  </a:lnTo>
                  <a:lnTo>
                    <a:pt x="4220044" y="12699"/>
                  </a:lnTo>
                  <a:close/>
                </a:path>
                <a:path w="13754100" h="584200">
                  <a:moveTo>
                    <a:pt x="4194657" y="12699"/>
                  </a:moveTo>
                  <a:lnTo>
                    <a:pt x="4175607" y="12699"/>
                  </a:lnTo>
                  <a:lnTo>
                    <a:pt x="4175607" y="0"/>
                  </a:lnTo>
                  <a:lnTo>
                    <a:pt x="4194657" y="0"/>
                  </a:lnTo>
                  <a:lnTo>
                    <a:pt x="4194657" y="12699"/>
                  </a:lnTo>
                  <a:close/>
                </a:path>
                <a:path w="13754100" h="584200">
                  <a:moveTo>
                    <a:pt x="4169257" y="12699"/>
                  </a:moveTo>
                  <a:lnTo>
                    <a:pt x="4150207" y="12699"/>
                  </a:lnTo>
                  <a:lnTo>
                    <a:pt x="4150207" y="0"/>
                  </a:lnTo>
                  <a:lnTo>
                    <a:pt x="4169257" y="0"/>
                  </a:lnTo>
                  <a:lnTo>
                    <a:pt x="4169257" y="12699"/>
                  </a:lnTo>
                  <a:close/>
                </a:path>
                <a:path w="13754100" h="584200">
                  <a:moveTo>
                    <a:pt x="4143870" y="12699"/>
                  </a:moveTo>
                  <a:lnTo>
                    <a:pt x="4124820" y="12699"/>
                  </a:lnTo>
                  <a:lnTo>
                    <a:pt x="4124820" y="0"/>
                  </a:lnTo>
                  <a:lnTo>
                    <a:pt x="4143870" y="0"/>
                  </a:lnTo>
                  <a:lnTo>
                    <a:pt x="4143870" y="12699"/>
                  </a:lnTo>
                  <a:close/>
                </a:path>
                <a:path w="13754100" h="584200">
                  <a:moveTo>
                    <a:pt x="4118470" y="12699"/>
                  </a:moveTo>
                  <a:lnTo>
                    <a:pt x="4099420" y="12699"/>
                  </a:lnTo>
                  <a:lnTo>
                    <a:pt x="4099420" y="0"/>
                  </a:lnTo>
                  <a:lnTo>
                    <a:pt x="4118470" y="0"/>
                  </a:lnTo>
                  <a:lnTo>
                    <a:pt x="4118470" y="12699"/>
                  </a:lnTo>
                  <a:close/>
                </a:path>
                <a:path w="13754100" h="584200">
                  <a:moveTo>
                    <a:pt x="4093070" y="12699"/>
                  </a:moveTo>
                  <a:lnTo>
                    <a:pt x="4074033" y="12699"/>
                  </a:lnTo>
                  <a:lnTo>
                    <a:pt x="4074033" y="0"/>
                  </a:lnTo>
                  <a:lnTo>
                    <a:pt x="4093070" y="0"/>
                  </a:lnTo>
                  <a:lnTo>
                    <a:pt x="4093070" y="12699"/>
                  </a:lnTo>
                  <a:close/>
                </a:path>
                <a:path w="13754100" h="584200">
                  <a:moveTo>
                    <a:pt x="4067683" y="12699"/>
                  </a:moveTo>
                  <a:lnTo>
                    <a:pt x="4048633" y="12699"/>
                  </a:lnTo>
                  <a:lnTo>
                    <a:pt x="4048633" y="0"/>
                  </a:lnTo>
                  <a:lnTo>
                    <a:pt x="4067683" y="0"/>
                  </a:lnTo>
                  <a:lnTo>
                    <a:pt x="4067683" y="12699"/>
                  </a:lnTo>
                  <a:close/>
                </a:path>
                <a:path w="13754100" h="584200">
                  <a:moveTo>
                    <a:pt x="4042283" y="12699"/>
                  </a:moveTo>
                  <a:lnTo>
                    <a:pt x="4023245" y="12699"/>
                  </a:lnTo>
                  <a:lnTo>
                    <a:pt x="4023245" y="0"/>
                  </a:lnTo>
                  <a:lnTo>
                    <a:pt x="4042283" y="0"/>
                  </a:lnTo>
                  <a:lnTo>
                    <a:pt x="4042283" y="12699"/>
                  </a:lnTo>
                  <a:close/>
                </a:path>
                <a:path w="13754100" h="584200">
                  <a:moveTo>
                    <a:pt x="4016895" y="12699"/>
                  </a:moveTo>
                  <a:lnTo>
                    <a:pt x="3997845" y="12699"/>
                  </a:lnTo>
                  <a:lnTo>
                    <a:pt x="3997845" y="0"/>
                  </a:lnTo>
                  <a:lnTo>
                    <a:pt x="4016895" y="0"/>
                  </a:lnTo>
                  <a:lnTo>
                    <a:pt x="4016895" y="12699"/>
                  </a:lnTo>
                  <a:close/>
                </a:path>
                <a:path w="13754100" h="584200">
                  <a:moveTo>
                    <a:pt x="3991495" y="12699"/>
                  </a:moveTo>
                  <a:lnTo>
                    <a:pt x="3972458" y="12699"/>
                  </a:lnTo>
                  <a:lnTo>
                    <a:pt x="3972458" y="0"/>
                  </a:lnTo>
                  <a:lnTo>
                    <a:pt x="3991495" y="0"/>
                  </a:lnTo>
                  <a:lnTo>
                    <a:pt x="3991495" y="12699"/>
                  </a:lnTo>
                  <a:close/>
                </a:path>
                <a:path w="13754100" h="584200">
                  <a:moveTo>
                    <a:pt x="3966108" y="12699"/>
                  </a:moveTo>
                  <a:lnTo>
                    <a:pt x="3947058" y="12699"/>
                  </a:lnTo>
                  <a:lnTo>
                    <a:pt x="3947058" y="0"/>
                  </a:lnTo>
                  <a:lnTo>
                    <a:pt x="3966108" y="0"/>
                  </a:lnTo>
                  <a:lnTo>
                    <a:pt x="3966108" y="12699"/>
                  </a:lnTo>
                  <a:close/>
                </a:path>
                <a:path w="13754100" h="584200">
                  <a:moveTo>
                    <a:pt x="3940708" y="12699"/>
                  </a:moveTo>
                  <a:lnTo>
                    <a:pt x="3921671" y="12699"/>
                  </a:lnTo>
                  <a:lnTo>
                    <a:pt x="3921671" y="0"/>
                  </a:lnTo>
                  <a:lnTo>
                    <a:pt x="3940708" y="0"/>
                  </a:lnTo>
                  <a:lnTo>
                    <a:pt x="3940708" y="12699"/>
                  </a:lnTo>
                  <a:close/>
                </a:path>
                <a:path w="13754100" h="584200">
                  <a:moveTo>
                    <a:pt x="3915321" y="12699"/>
                  </a:moveTo>
                  <a:lnTo>
                    <a:pt x="3896271" y="12699"/>
                  </a:lnTo>
                  <a:lnTo>
                    <a:pt x="3896271" y="0"/>
                  </a:lnTo>
                  <a:lnTo>
                    <a:pt x="3915321" y="0"/>
                  </a:lnTo>
                  <a:lnTo>
                    <a:pt x="3915321" y="12699"/>
                  </a:lnTo>
                  <a:close/>
                </a:path>
                <a:path w="13754100" h="584200">
                  <a:moveTo>
                    <a:pt x="3889921" y="12699"/>
                  </a:moveTo>
                  <a:lnTo>
                    <a:pt x="3870883" y="12699"/>
                  </a:lnTo>
                  <a:lnTo>
                    <a:pt x="3870883" y="0"/>
                  </a:lnTo>
                  <a:lnTo>
                    <a:pt x="3889921" y="0"/>
                  </a:lnTo>
                  <a:lnTo>
                    <a:pt x="3889921" y="12699"/>
                  </a:lnTo>
                  <a:close/>
                </a:path>
                <a:path w="13754100" h="584200">
                  <a:moveTo>
                    <a:pt x="3864533" y="12699"/>
                  </a:moveTo>
                  <a:lnTo>
                    <a:pt x="3845483" y="12699"/>
                  </a:lnTo>
                  <a:lnTo>
                    <a:pt x="3845483" y="0"/>
                  </a:lnTo>
                  <a:lnTo>
                    <a:pt x="3864533" y="0"/>
                  </a:lnTo>
                  <a:lnTo>
                    <a:pt x="3864533" y="12699"/>
                  </a:lnTo>
                  <a:close/>
                </a:path>
                <a:path w="13754100" h="584200">
                  <a:moveTo>
                    <a:pt x="3839133" y="12699"/>
                  </a:moveTo>
                  <a:lnTo>
                    <a:pt x="3820096" y="12699"/>
                  </a:lnTo>
                  <a:lnTo>
                    <a:pt x="3820096" y="0"/>
                  </a:lnTo>
                  <a:lnTo>
                    <a:pt x="3839133" y="0"/>
                  </a:lnTo>
                  <a:lnTo>
                    <a:pt x="3839133" y="12699"/>
                  </a:lnTo>
                  <a:close/>
                </a:path>
                <a:path w="13754100" h="584200">
                  <a:moveTo>
                    <a:pt x="3813746" y="12699"/>
                  </a:moveTo>
                  <a:lnTo>
                    <a:pt x="3794696" y="12699"/>
                  </a:lnTo>
                  <a:lnTo>
                    <a:pt x="3794696" y="0"/>
                  </a:lnTo>
                  <a:lnTo>
                    <a:pt x="3813746" y="0"/>
                  </a:lnTo>
                  <a:lnTo>
                    <a:pt x="3813746" y="12699"/>
                  </a:lnTo>
                  <a:close/>
                </a:path>
                <a:path w="13754100" h="584200">
                  <a:moveTo>
                    <a:pt x="3788346" y="12699"/>
                  </a:moveTo>
                  <a:lnTo>
                    <a:pt x="3769309" y="12699"/>
                  </a:lnTo>
                  <a:lnTo>
                    <a:pt x="3769309" y="0"/>
                  </a:lnTo>
                  <a:lnTo>
                    <a:pt x="3788346" y="0"/>
                  </a:lnTo>
                  <a:lnTo>
                    <a:pt x="3788346" y="12699"/>
                  </a:lnTo>
                  <a:close/>
                </a:path>
                <a:path w="13754100" h="584200">
                  <a:moveTo>
                    <a:pt x="3762959" y="12699"/>
                  </a:moveTo>
                  <a:lnTo>
                    <a:pt x="3743909" y="12699"/>
                  </a:lnTo>
                  <a:lnTo>
                    <a:pt x="3743909" y="0"/>
                  </a:lnTo>
                  <a:lnTo>
                    <a:pt x="3762959" y="0"/>
                  </a:lnTo>
                  <a:lnTo>
                    <a:pt x="3762959" y="12699"/>
                  </a:lnTo>
                  <a:close/>
                </a:path>
                <a:path w="13754100" h="584200">
                  <a:moveTo>
                    <a:pt x="3737559" y="12699"/>
                  </a:moveTo>
                  <a:lnTo>
                    <a:pt x="3718521" y="12699"/>
                  </a:lnTo>
                  <a:lnTo>
                    <a:pt x="3718521" y="0"/>
                  </a:lnTo>
                  <a:lnTo>
                    <a:pt x="3737559" y="0"/>
                  </a:lnTo>
                  <a:lnTo>
                    <a:pt x="3737559" y="12699"/>
                  </a:lnTo>
                  <a:close/>
                </a:path>
                <a:path w="13754100" h="584200">
                  <a:moveTo>
                    <a:pt x="3712171" y="12699"/>
                  </a:moveTo>
                  <a:lnTo>
                    <a:pt x="3693121" y="12699"/>
                  </a:lnTo>
                  <a:lnTo>
                    <a:pt x="3693121" y="0"/>
                  </a:lnTo>
                  <a:lnTo>
                    <a:pt x="3712171" y="0"/>
                  </a:lnTo>
                  <a:lnTo>
                    <a:pt x="3712171" y="12699"/>
                  </a:lnTo>
                  <a:close/>
                </a:path>
                <a:path w="13754100" h="584200">
                  <a:moveTo>
                    <a:pt x="3686771" y="12699"/>
                  </a:moveTo>
                  <a:lnTo>
                    <a:pt x="3667734" y="12699"/>
                  </a:lnTo>
                  <a:lnTo>
                    <a:pt x="3667734" y="0"/>
                  </a:lnTo>
                  <a:lnTo>
                    <a:pt x="3686771" y="0"/>
                  </a:lnTo>
                  <a:lnTo>
                    <a:pt x="3686771" y="12699"/>
                  </a:lnTo>
                  <a:close/>
                </a:path>
                <a:path w="13754100" h="584200">
                  <a:moveTo>
                    <a:pt x="3661384" y="12699"/>
                  </a:moveTo>
                  <a:lnTo>
                    <a:pt x="3642334" y="12699"/>
                  </a:lnTo>
                  <a:lnTo>
                    <a:pt x="3642334" y="0"/>
                  </a:lnTo>
                  <a:lnTo>
                    <a:pt x="3661384" y="0"/>
                  </a:lnTo>
                  <a:lnTo>
                    <a:pt x="3661384" y="12699"/>
                  </a:lnTo>
                  <a:close/>
                </a:path>
                <a:path w="13754100" h="584200">
                  <a:moveTo>
                    <a:pt x="3635984" y="12699"/>
                  </a:moveTo>
                  <a:lnTo>
                    <a:pt x="3616947" y="12699"/>
                  </a:lnTo>
                  <a:lnTo>
                    <a:pt x="3616947" y="0"/>
                  </a:lnTo>
                  <a:lnTo>
                    <a:pt x="3635984" y="0"/>
                  </a:lnTo>
                  <a:lnTo>
                    <a:pt x="3635984" y="12699"/>
                  </a:lnTo>
                  <a:close/>
                </a:path>
                <a:path w="13754100" h="584200">
                  <a:moveTo>
                    <a:pt x="3610597" y="12699"/>
                  </a:moveTo>
                  <a:lnTo>
                    <a:pt x="3591547" y="12699"/>
                  </a:lnTo>
                  <a:lnTo>
                    <a:pt x="3591547" y="0"/>
                  </a:lnTo>
                  <a:lnTo>
                    <a:pt x="3610597" y="0"/>
                  </a:lnTo>
                  <a:lnTo>
                    <a:pt x="3610597" y="12699"/>
                  </a:lnTo>
                  <a:close/>
                </a:path>
                <a:path w="13754100" h="584200">
                  <a:moveTo>
                    <a:pt x="3585197" y="12699"/>
                  </a:moveTo>
                  <a:lnTo>
                    <a:pt x="3566160" y="12699"/>
                  </a:lnTo>
                  <a:lnTo>
                    <a:pt x="3566160" y="0"/>
                  </a:lnTo>
                  <a:lnTo>
                    <a:pt x="3585197" y="0"/>
                  </a:lnTo>
                  <a:lnTo>
                    <a:pt x="3585197" y="12699"/>
                  </a:lnTo>
                  <a:close/>
                </a:path>
                <a:path w="13754100" h="584200">
                  <a:moveTo>
                    <a:pt x="3559810" y="12699"/>
                  </a:moveTo>
                  <a:lnTo>
                    <a:pt x="3540760" y="12699"/>
                  </a:lnTo>
                  <a:lnTo>
                    <a:pt x="3540760" y="0"/>
                  </a:lnTo>
                  <a:lnTo>
                    <a:pt x="3559810" y="0"/>
                  </a:lnTo>
                  <a:lnTo>
                    <a:pt x="3559810" y="12699"/>
                  </a:lnTo>
                  <a:close/>
                </a:path>
                <a:path w="13754100" h="584200">
                  <a:moveTo>
                    <a:pt x="3534410" y="12699"/>
                  </a:moveTo>
                  <a:lnTo>
                    <a:pt x="3515372" y="12699"/>
                  </a:lnTo>
                  <a:lnTo>
                    <a:pt x="3515372" y="0"/>
                  </a:lnTo>
                  <a:lnTo>
                    <a:pt x="3534410" y="0"/>
                  </a:lnTo>
                  <a:lnTo>
                    <a:pt x="3534410" y="12699"/>
                  </a:lnTo>
                  <a:close/>
                </a:path>
                <a:path w="13754100" h="584200">
                  <a:moveTo>
                    <a:pt x="3509022" y="12699"/>
                  </a:moveTo>
                  <a:lnTo>
                    <a:pt x="3489972" y="12699"/>
                  </a:lnTo>
                  <a:lnTo>
                    <a:pt x="3489972" y="0"/>
                  </a:lnTo>
                  <a:lnTo>
                    <a:pt x="3509022" y="0"/>
                  </a:lnTo>
                  <a:lnTo>
                    <a:pt x="3509022" y="12699"/>
                  </a:lnTo>
                  <a:close/>
                </a:path>
                <a:path w="13754100" h="584200">
                  <a:moveTo>
                    <a:pt x="3483622" y="12699"/>
                  </a:moveTo>
                  <a:lnTo>
                    <a:pt x="3464585" y="12699"/>
                  </a:lnTo>
                  <a:lnTo>
                    <a:pt x="3464585" y="0"/>
                  </a:lnTo>
                  <a:lnTo>
                    <a:pt x="3483622" y="0"/>
                  </a:lnTo>
                  <a:lnTo>
                    <a:pt x="3483622" y="12699"/>
                  </a:lnTo>
                  <a:close/>
                </a:path>
                <a:path w="13754100" h="584200">
                  <a:moveTo>
                    <a:pt x="3458235" y="12699"/>
                  </a:moveTo>
                  <a:lnTo>
                    <a:pt x="3439185" y="12699"/>
                  </a:lnTo>
                  <a:lnTo>
                    <a:pt x="3439185" y="0"/>
                  </a:lnTo>
                  <a:lnTo>
                    <a:pt x="3458235" y="0"/>
                  </a:lnTo>
                  <a:lnTo>
                    <a:pt x="3458235" y="12699"/>
                  </a:lnTo>
                  <a:close/>
                </a:path>
                <a:path w="13754100" h="584200">
                  <a:moveTo>
                    <a:pt x="3432835" y="12699"/>
                  </a:moveTo>
                  <a:lnTo>
                    <a:pt x="3413798" y="12699"/>
                  </a:lnTo>
                  <a:lnTo>
                    <a:pt x="3413798" y="0"/>
                  </a:lnTo>
                  <a:lnTo>
                    <a:pt x="3432835" y="0"/>
                  </a:lnTo>
                  <a:lnTo>
                    <a:pt x="3432835" y="12699"/>
                  </a:lnTo>
                  <a:close/>
                </a:path>
                <a:path w="13754100" h="584200">
                  <a:moveTo>
                    <a:pt x="3407448" y="12699"/>
                  </a:moveTo>
                  <a:lnTo>
                    <a:pt x="3388398" y="12699"/>
                  </a:lnTo>
                  <a:lnTo>
                    <a:pt x="3388398" y="0"/>
                  </a:lnTo>
                  <a:lnTo>
                    <a:pt x="3407448" y="0"/>
                  </a:lnTo>
                  <a:lnTo>
                    <a:pt x="3407448" y="12699"/>
                  </a:lnTo>
                  <a:close/>
                </a:path>
                <a:path w="13754100" h="584200">
                  <a:moveTo>
                    <a:pt x="3382048" y="12699"/>
                  </a:moveTo>
                  <a:lnTo>
                    <a:pt x="3362998" y="12699"/>
                  </a:lnTo>
                  <a:lnTo>
                    <a:pt x="3362998" y="0"/>
                  </a:lnTo>
                  <a:lnTo>
                    <a:pt x="3382048" y="0"/>
                  </a:lnTo>
                  <a:lnTo>
                    <a:pt x="3382048" y="12699"/>
                  </a:lnTo>
                  <a:close/>
                </a:path>
                <a:path w="13754100" h="584200">
                  <a:moveTo>
                    <a:pt x="3356660" y="12699"/>
                  </a:moveTo>
                  <a:lnTo>
                    <a:pt x="3337610" y="12699"/>
                  </a:lnTo>
                  <a:lnTo>
                    <a:pt x="3337610" y="0"/>
                  </a:lnTo>
                  <a:lnTo>
                    <a:pt x="3356660" y="0"/>
                  </a:lnTo>
                  <a:lnTo>
                    <a:pt x="3356660" y="12699"/>
                  </a:lnTo>
                  <a:close/>
                </a:path>
                <a:path w="13754100" h="584200">
                  <a:moveTo>
                    <a:pt x="3331260" y="12699"/>
                  </a:moveTo>
                  <a:lnTo>
                    <a:pt x="3312223" y="12699"/>
                  </a:lnTo>
                  <a:lnTo>
                    <a:pt x="3312223" y="0"/>
                  </a:lnTo>
                  <a:lnTo>
                    <a:pt x="3331260" y="0"/>
                  </a:lnTo>
                  <a:lnTo>
                    <a:pt x="3331260" y="12699"/>
                  </a:lnTo>
                  <a:close/>
                </a:path>
                <a:path w="13754100" h="584200">
                  <a:moveTo>
                    <a:pt x="3305873" y="12699"/>
                  </a:moveTo>
                  <a:lnTo>
                    <a:pt x="3286823" y="12699"/>
                  </a:lnTo>
                  <a:lnTo>
                    <a:pt x="3286823" y="0"/>
                  </a:lnTo>
                  <a:lnTo>
                    <a:pt x="3305873" y="0"/>
                  </a:lnTo>
                  <a:lnTo>
                    <a:pt x="3305873" y="12699"/>
                  </a:lnTo>
                  <a:close/>
                </a:path>
                <a:path w="13754100" h="584200">
                  <a:moveTo>
                    <a:pt x="3280473" y="12699"/>
                  </a:moveTo>
                  <a:lnTo>
                    <a:pt x="3261423" y="12699"/>
                  </a:lnTo>
                  <a:lnTo>
                    <a:pt x="3261423" y="0"/>
                  </a:lnTo>
                  <a:lnTo>
                    <a:pt x="3280473" y="0"/>
                  </a:lnTo>
                  <a:lnTo>
                    <a:pt x="3280473" y="12699"/>
                  </a:lnTo>
                  <a:close/>
                </a:path>
                <a:path w="13754100" h="584200">
                  <a:moveTo>
                    <a:pt x="3255086" y="12699"/>
                  </a:moveTo>
                  <a:lnTo>
                    <a:pt x="3236036" y="12699"/>
                  </a:lnTo>
                  <a:lnTo>
                    <a:pt x="3236036" y="0"/>
                  </a:lnTo>
                  <a:lnTo>
                    <a:pt x="3255086" y="0"/>
                  </a:lnTo>
                  <a:lnTo>
                    <a:pt x="3255086" y="12699"/>
                  </a:lnTo>
                  <a:close/>
                </a:path>
                <a:path w="13754100" h="584200">
                  <a:moveTo>
                    <a:pt x="3229686" y="12699"/>
                  </a:moveTo>
                  <a:lnTo>
                    <a:pt x="3210636" y="12699"/>
                  </a:lnTo>
                  <a:lnTo>
                    <a:pt x="3210636" y="0"/>
                  </a:lnTo>
                  <a:lnTo>
                    <a:pt x="3229686" y="0"/>
                  </a:lnTo>
                  <a:lnTo>
                    <a:pt x="3229686" y="12699"/>
                  </a:lnTo>
                  <a:close/>
                </a:path>
                <a:path w="13754100" h="584200">
                  <a:moveTo>
                    <a:pt x="3204298" y="12699"/>
                  </a:moveTo>
                  <a:lnTo>
                    <a:pt x="3185248" y="12699"/>
                  </a:lnTo>
                  <a:lnTo>
                    <a:pt x="3185248" y="0"/>
                  </a:lnTo>
                  <a:lnTo>
                    <a:pt x="3204298" y="0"/>
                  </a:lnTo>
                  <a:lnTo>
                    <a:pt x="3204298" y="12699"/>
                  </a:lnTo>
                  <a:close/>
                </a:path>
                <a:path w="13754100" h="584200">
                  <a:moveTo>
                    <a:pt x="3178898" y="12699"/>
                  </a:moveTo>
                  <a:lnTo>
                    <a:pt x="3159848" y="12699"/>
                  </a:lnTo>
                  <a:lnTo>
                    <a:pt x="3159848" y="0"/>
                  </a:lnTo>
                  <a:lnTo>
                    <a:pt x="3178898" y="0"/>
                  </a:lnTo>
                  <a:lnTo>
                    <a:pt x="3178898" y="12699"/>
                  </a:lnTo>
                  <a:close/>
                </a:path>
                <a:path w="13754100" h="584200">
                  <a:moveTo>
                    <a:pt x="3153511" y="12699"/>
                  </a:moveTo>
                  <a:lnTo>
                    <a:pt x="3134461" y="12699"/>
                  </a:lnTo>
                  <a:lnTo>
                    <a:pt x="3134461" y="0"/>
                  </a:lnTo>
                  <a:lnTo>
                    <a:pt x="3153511" y="0"/>
                  </a:lnTo>
                  <a:lnTo>
                    <a:pt x="3153511" y="12699"/>
                  </a:lnTo>
                  <a:close/>
                </a:path>
                <a:path w="13754100" h="584200">
                  <a:moveTo>
                    <a:pt x="3128111" y="12699"/>
                  </a:moveTo>
                  <a:lnTo>
                    <a:pt x="3109061" y="12699"/>
                  </a:lnTo>
                  <a:lnTo>
                    <a:pt x="3109061" y="0"/>
                  </a:lnTo>
                  <a:lnTo>
                    <a:pt x="3128111" y="0"/>
                  </a:lnTo>
                  <a:lnTo>
                    <a:pt x="3128111" y="12699"/>
                  </a:lnTo>
                  <a:close/>
                </a:path>
                <a:path w="13754100" h="584200">
                  <a:moveTo>
                    <a:pt x="3102724" y="12699"/>
                  </a:moveTo>
                  <a:lnTo>
                    <a:pt x="3083674" y="12699"/>
                  </a:lnTo>
                  <a:lnTo>
                    <a:pt x="3083674" y="0"/>
                  </a:lnTo>
                  <a:lnTo>
                    <a:pt x="3102724" y="0"/>
                  </a:lnTo>
                  <a:lnTo>
                    <a:pt x="3102724" y="12699"/>
                  </a:lnTo>
                  <a:close/>
                </a:path>
                <a:path w="13754100" h="584200">
                  <a:moveTo>
                    <a:pt x="3077324" y="12699"/>
                  </a:moveTo>
                  <a:lnTo>
                    <a:pt x="3058274" y="12699"/>
                  </a:lnTo>
                  <a:lnTo>
                    <a:pt x="3058274" y="0"/>
                  </a:lnTo>
                  <a:lnTo>
                    <a:pt x="3077324" y="0"/>
                  </a:lnTo>
                  <a:lnTo>
                    <a:pt x="3077324" y="12699"/>
                  </a:lnTo>
                  <a:close/>
                </a:path>
                <a:path w="13754100" h="584200">
                  <a:moveTo>
                    <a:pt x="3051937" y="12699"/>
                  </a:moveTo>
                  <a:lnTo>
                    <a:pt x="3032887" y="12699"/>
                  </a:lnTo>
                  <a:lnTo>
                    <a:pt x="3032887" y="0"/>
                  </a:lnTo>
                  <a:lnTo>
                    <a:pt x="3051937" y="0"/>
                  </a:lnTo>
                  <a:lnTo>
                    <a:pt x="3051937" y="12699"/>
                  </a:lnTo>
                  <a:close/>
                </a:path>
                <a:path w="13754100" h="584200">
                  <a:moveTo>
                    <a:pt x="3026537" y="12699"/>
                  </a:moveTo>
                  <a:lnTo>
                    <a:pt x="3007487" y="12699"/>
                  </a:lnTo>
                  <a:lnTo>
                    <a:pt x="3007487" y="0"/>
                  </a:lnTo>
                  <a:lnTo>
                    <a:pt x="3026537" y="0"/>
                  </a:lnTo>
                  <a:lnTo>
                    <a:pt x="3026537" y="12699"/>
                  </a:lnTo>
                  <a:close/>
                </a:path>
                <a:path w="13754100" h="584200">
                  <a:moveTo>
                    <a:pt x="3001137" y="12699"/>
                  </a:moveTo>
                  <a:lnTo>
                    <a:pt x="2982099" y="12699"/>
                  </a:lnTo>
                  <a:lnTo>
                    <a:pt x="2982099" y="0"/>
                  </a:lnTo>
                  <a:lnTo>
                    <a:pt x="3001137" y="0"/>
                  </a:lnTo>
                  <a:lnTo>
                    <a:pt x="3001137" y="12699"/>
                  </a:lnTo>
                  <a:close/>
                </a:path>
                <a:path w="13754100" h="584200">
                  <a:moveTo>
                    <a:pt x="2975749" y="12699"/>
                  </a:moveTo>
                  <a:lnTo>
                    <a:pt x="2956699" y="12699"/>
                  </a:lnTo>
                  <a:lnTo>
                    <a:pt x="2956699" y="0"/>
                  </a:lnTo>
                  <a:lnTo>
                    <a:pt x="2975749" y="0"/>
                  </a:lnTo>
                  <a:lnTo>
                    <a:pt x="2975749" y="12699"/>
                  </a:lnTo>
                  <a:close/>
                </a:path>
                <a:path w="13754100" h="584200">
                  <a:moveTo>
                    <a:pt x="2950349" y="12699"/>
                  </a:moveTo>
                  <a:lnTo>
                    <a:pt x="2931312" y="12699"/>
                  </a:lnTo>
                  <a:lnTo>
                    <a:pt x="2931312" y="0"/>
                  </a:lnTo>
                  <a:lnTo>
                    <a:pt x="2950349" y="0"/>
                  </a:lnTo>
                  <a:lnTo>
                    <a:pt x="2950349" y="12699"/>
                  </a:lnTo>
                  <a:close/>
                </a:path>
                <a:path w="13754100" h="584200">
                  <a:moveTo>
                    <a:pt x="2924962" y="12699"/>
                  </a:moveTo>
                  <a:lnTo>
                    <a:pt x="2905912" y="12699"/>
                  </a:lnTo>
                  <a:lnTo>
                    <a:pt x="2905912" y="0"/>
                  </a:lnTo>
                  <a:lnTo>
                    <a:pt x="2924962" y="0"/>
                  </a:lnTo>
                  <a:lnTo>
                    <a:pt x="2924962" y="12699"/>
                  </a:lnTo>
                  <a:close/>
                </a:path>
                <a:path w="13754100" h="584200">
                  <a:moveTo>
                    <a:pt x="2899562" y="12699"/>
                  </a:moveTo>
                  <a:lnTo>
                    <a:pt x="2880525" y="12699"/>
                  </a:lnTo>
                  <a:lnTo>
                    <a:pt x="2880525" y="0"/>
                  </a:lnTo>
                  <a:lnTo>
                    <a:pt x="2899562" y="0"/>
                  </a:lnTo>
                  <a:lnTo>
                    <a:pt x="2899562" y="12699"/>
                  </a:lnTo>
                  <a:close/>
                </a:path>
                <a:path w="13754100" h="584200">
                  <a:moveTo>
                    <a:pt x="2874175" y="12699"/>
                  </a:moveTo>
                  <a:lnTo>
                    <a:pt x="2855125" y="12699"/>
                  </a:lnTo>
                  <a:lnTo>
                    <a:pt x="2855125" y="0"/>
                  </a:lnTo>
                  <a:lnTo>
                    <a:pt x="2874175" y="0"/>
                  </a:lnTo>
                  <a:lnTo>
                    <a:pt x="2874175" y="12699"/>
                  </a:lnTo>
                  <a:close/>
                </a:path>
                <a:path w="13754100" h="584200">
                  <a:moveTo>
                    <a:pt x="2848775" y="12699"/>
                  </a:moveTo>
                  <a:lnTo>
                    <a:pt x="2829737" y="12699"/>
                  </a:lnTo>
                  <a:lnTo>
                    <a:pt x="2829737" y="0"/>
                  </a:lnTo>
                  <a:lnTo>
                    <a:pt x="2848775" y="0"/>
                  </a:lnTo>
                  <a:lnTo>
                    <a:pt x="2848775" y="12699"/>
                  </a:lnTo>
                  <a:close/>
                </a:path>
                <a:path w="13754100" h="584200">
                  <a:moveTo>
                    <a:pt x="2823387" y="12699"/>
                  </a:moveTo>
                  <a:lnTo>
                    <a:pt x="2804337" y="12699"/>
                  </a:lnTo>
                  <a:lnTo>
                    <a:pt x="2804337" y="0"/>
                  </a:lnTo>
                  <a:lnTo>
                    <a:pt x="2823387" y="0"/>
                  </a:lnTo>
                  <a:lnTo>
                    <a:pt x="2823387" y="12699"/>
                  </a:lnTo>
                  <a:close/>
                </a:path>
                <a:path w="13754100" h="584200">
                  <a:moveTo>
                    <a:pt x="2797987" y="12699"/>
                  </a:moveTo>
                  <a:lnTo>
                    <a:pt x="2778950" y="12699"/>
                  </a:lnTo>
                  <a:lnTo>
                    <a:pt x="2778950" y="0"/>
                  </a:lnTo>
                  <a:lnTo>
                    <a:pt x="2797987" y="0"/>
                  </a:lnTo>
                  <a:lnTo>
                    <a:pt x="2797987" y="12699"/>
                  </a:lnTo>
                  <a:close/>
                </a:path>
                <a:path w="13754100" h="584200">
                  <a:moveTo>
                    <a:pt x="2772600" y="12699"/>
                  </a:moveTo>
                  <a:lnTo>
                    <a:pt x="2753550" y="12699"/>
                  </a:lnTo>
                  <a:lnTo>
                    <a:pt x="2753550" y="0"/>
                  </a:lnTo>
                  <a:lnTo>
                    <a:pt x="2772600" y="0"/>
                  </a:lnTo>
                  <a:lnTo>
                    <a:pt x="2772600" y="12699"/>
                  </a:lnTo>
                  <a:close/>
                </a:path>
                <a:path w="13754100" h="584200">
                  <a:moveTo>
                    <a:pt x="2747200" y="12699"/>
                  </a:moveTo>
                  <a:lnTo>
                    <a:pt x="2728163" y="12699"/>
                  </a:lnTo>
                  <a:lnTo>
                    <a:pt x="2728163" y="0"/>
                  </a:lnTo>
                  <a:lnTo>
                    <a:pt x="2747200" y="0"/>
                  </a:lnTo>
                  <a:lnTo>
                    <a:pt x="2747200" y="12699"/>
                  </a:lnTo>
                  <a:close/>
                </a:path>
                <a:path w="13754100" h="584200">
                  <a:moveTo>
                    <a:pt x="2721813" y="12699"/>
                  </a:moveTo>
                  <a:lnTo>
                    <a:pt x="2702763" y="12699"/>
                  </a:lnTo>
                  <a:lnTo>
                    <a:pt x="2702763" y="0"/>
                  </a:lnTo>
                  <a:lnTo>
                    <a:pt x="2721813" y="0"/>
                  </a:lnTo>
                  <a:lnTo>
                    <a:pt x="2721813" y="12699"/>
                  </a:lnTo>
                  <a:close/>
                </a:path>
                <a:path w="13754100" h="584200">
                  <a:moveTo>
                    <a:pt x="2696413" y="12699"/>
                  </a:moveTo>
                  <a:lnTo>
                    <a:pt x="2677375" y="12699"/>
                  </a:lnTo>
                  <a:lnTo>
                    <a:pt x="2677375" y="0"/>
                  </a:lnTo>
                  <a:lnTo>
                    <a:pt x="2696413" y="0"/>
                  </a:lnTo>
                  <a:lnTo>
                    <a:pt x="2696413" y="12699"/>
                  </a:lnTo>
                  <a:close/>
                </a:path>
                <a:path w="13754100" h="584200">
                  <a:moveTo>
                    <a:pt x="2671025" y="12699"/>
                  </a:moveTo>
                  <a:lnTo>
                    <a:pt x="2651975" y="12699"/>
                  </a:lnTo>
                  <a:lnTo>
                    <a:pt x="2651975" y="0"/>
                  </a:lnTo>
                  <a:lnTo>
                    <a:pt x="2671025" y="0"/>
                  </a:lnTo>
                  <a:lnTo>
                    <a:pt x="2671025" y="12699"/>
                  </a:lnTo>
                  <a:close/>
                </a:path>
                <a:path w="13754100" h="584200">
                  <a:moveTo>
                    <a:pt x="2645625" y="12699"/>
                  </a:moveTo>
                  <a:lnTo>
                    <a:pt x="2626588" y="12699"/>
                  </a:lnTo>
                  <a:lnTo>
                    <a:pt x="2626588" y="0"/>
                  </a:lnTo>
                  <a:lnTo>
                    <a:pt x="2645625" y="0"/>
                  </a:lnTo>
                  <a:lnTo>
                    <a:pt x="2645625" y="12699"/>
                  </a:lnTo>
                  <a:close/>
                </a:path>
                <a:path w="13754100" h="584200">
                  <a:moveTo>
                    <a:pt x="2620238" y="12699"/>
                  </a:moveTo>
                  <a:lnTo>
                    <a:pt x="2601188" y="12699"/>
                  </a:lnTo>
                  <a:lnTo>
                    <a:pt x="2601188" y="0"/>
                  </a:lnTo>
                  <a:lnTo>
                    <a:pt x="2620238" y="0"/>
                  </a:lnTo>
                  <a:lnTo>
                    <a:pt x="2620238" y="12699"/>
                  </a:lnTo>
                  <a:close/>
                </a:path>
                <a:path w="13754100" h="584200">
                  <a:moveTo>
                    <a:pt x="2594838" y="12699"/>
                  </a:moveTo>
                  <a:lnTo>
                    <a:pt x="2575801" y="12699"/>
                  </a:lnTo>
                  <a:lnTo>
                    <a:pt x="2575801" y="0"/>
                  </a:lnTo>
                  <a:lnTo>
                    <a:pt x="2594838" y="0"/>
                  </a:lnTo>
                  <a:lnTo>
                    <a:pt x="2594838" y="12699"/>
                  </a:lnTo>
                  <a:close/>
                </a:path>
                <a:path w="13754100" h="584200">
                  <a:moveTo>
                    <a:pt x="2569451" y="12699"/>
                  </a:moveTo>
                  <a:lnTo>
                    <a:pt x="2550401" y="12699"/>
                  </a:lnTo>
                  <a:lnTo>
                    <a:pt x="2550401" y="0"/>
                  </a:lnTo>
                  <a:lnTo>
                    <a:pt x="2569451" y="0"/>
                  </a:lnTo>
                  <a:lnTo>
                    <a:pt x="2569451" y="12699"/>
                  </a:lnTo>
                  <a:close/>
                </a:path>
                <a:path w="13754100" h="584200">
                  <a:moveTo>
                    <a:pt x="2544051" y="12699"/>
                  </a:moveTo>
                  <a:lnTo>
                    <a:pt x="2525014" y="12699"/>
                  </a:lnTo>
                  <a:lnTo>
                    <a:pt x="2525014" y="0"/>
                  </a:lnTo>
                  <a:lnTo>
                    <a:pt x="2544051" y="0"/>
                  </a:lnTo>
                  <a:lnTo>
                    <a:pt x="2544051" y="12699"/>
                  </a:lnTo>
                  <a:close/>
                </a:path>
                <a:path w="13754100" h="584200">
                  <a:moveTo>
                    <a:pt x="2518664" y="12699"/>
                  </a:moveTo>
                  <a:lnTo>
                    <a:pt x="2499614" y="12699"/>
                  </a:lnTo>
                  <a:lnTo>
                    <a:pt x="2499614" y="0"/>
                  </a:lnTo>
                  <a:lnTo>
                    <a:pt x="2518664" y="0"/>
                  </a:lnTo>
                  <a:lnTo>
                    <a:pt x="2518664" y="12699"/>
                  </a:lnTo>
                  <a:close/>
                </a:path>
                <a:path w="13754100" h="584200">
                  <a:moveTo>
                    <a:pt x="2493264" y="12699"/>
                  </a:moveTo>
                  <a:lnTo>
                    <a:pt x="2474226" y="12699"/>
                  </a:lnTo>
                  <a:lnTo>
                    <a:pt x="2474226" y="0"/>
                  </a:lnTo>
                  <a:lnTo>
                    <a:pt x="2493264" y="0"/>
                  </a:lnTo>
                  <a:lnTo>
                    <a:pt x="2493264" y="12699"/>
                  </a:lnTo>
                  <a:close/>
                </a:path>
                <a:path w="13754100" h="584200">
                  <a:moveTo>
                    <a:pt x="2467876" y="12699"/>
                  </a:moveTo>
                  <a:lnTo>
                    <a:pt x="2448826" y="12699"/>
                  </a:lnTo>
                  <a:lnTo>
                    <a:pt x="2448826" y="0"/>
                  </a:lnTo>
                  <a:lnTo>
                    <a:pt x="2467876" y="0"/>
                  </a:lnTo>
                  <a:lnTo>
                    <a:pt x="2467876" y="12699"/>
                  </a:lnTo>
                  <a:close/>
                </a:path>
                <a:path w="13754100" h="584200">
                  <a:moveTo>
                    <a:pt x="2442476" y="12699"/>
                  </a:moveTo>
                  <a:lnTo>
                    <a:pt x="2423439" y="12699"/>
                  </a:lnTo>
                  <a:lnTo>
                    <a:pt x="2423439" y="0"/>
                  </a:lnTo>
                  <a:lnTo>
                    <a:pt x="2442476" y="0"/>
                  </a:lnTo>
                  <a:lnTo>
                    <a:pt x="2442476" y="12699"/>
                  </a:lnTo>
                  <a:close/>
                </a:path>
                <a:path w="13754100" h="584200">
                  <a:moveTo>
                    <a:pt x="2417089" y="12699"/>
                  </a:moveTo>
                  <a:lnTo>
                    <a:pt x="2398039" y="12699"/>
                  </a:lnTo>
                  <a:lnTo>
                    <a:pt x="2398039" y="0"/>
                  </a:lnTo>
                  <a:lnTo>
                    <a:pt x="2417089" y="0"/>
                  </a:lnTo>
                  <a:lnTo>
                    <a:pt x="2417089" y="12699"/>
                  </a:lnTo>
                  <a:close/>
                </a:path>
                <a:path w="13754100" h="584200">
                  <a:moveTo>
                    <a:pt x="2391689" y="12699"/>
                  </a:moveTo>
                  <a:lnTo>
                    <a:pt x="2372652" y="12699"/>
                  </a:lnTo>
                  <a:lnTo>
                    <a:pt x="2372652" y="0"/>
                  </a:lnTo>
                  <a:lnTo>
                    <a:pt x="2391689" y="0"/>
                  </a:lnTo>
                  <a:lnTo>
                    <a:pt x="2391689" y="12699"/>
                  </a:lnTo>
                  <a:close/>
                </a:path>
                <a:path w="13754100" h="584200">
                  <a:moveTo>
                    <a:pt x="2366302" y="12699"/>
                  </a:moveTo>
                  <a:lnTo>
                    <a:pt x="2347252" y="12699"/>
                  </a:lnTo>
                  <a:lnTo>
                    <a:pt x="2347252" y="0"/>
                  </a:lnTo>
                  <a:lnTo>
                    <a:pt x="2366302" y="0"/>
                  </a:lnTo>
                  <a:lnTo>
                    <a:pt x="2366302" y="12699"/>
                  </a:lnTo>
                  <a:close/>
                </a:path>
                <a:path w="13754100" h="584200">
                  <a:moveTo>
                    <a:pt x="2340902" y="12699"/>
                  </a:moveTo>
                  <a:lnTo>
                    <a:pt x="2321864" y="12699"/>
                  </a:lnTo>
                  <a:lnTo>
                    <a:pt x="2321864" y="0"/>
                  </a:lnTo>
                  <a:lnTo>
                    <a:pt x="2340902" y="0"/>
                  </a:lnTo>
                  <a:lnTo>
                    <a:pt x="2340902" y="12699"/>
                  </a:lnTo>
                  <a:close/>
                </a:path>
                <a:path w="13754100" h="584200">
                  <a:moveTo>
                    <a:pt x="2315514" y="12699"/>
                  </a:moveTo>
                  <a:lnTo>
                    <a:pt x="2296464" y="12699"/>
                  </a:lnTo>
                  <a:lnTo>
                    <a:pt x="2296464" y="0"/>
                  </a:lnTo>
                  <a:lnTo>
                    <a:pt x="2315514" y="0"/>
                  </a:lnTo>
                  <a:lnTo>
                    <a:pt x="2315514" y="12699"/>
                  </a:lnTo>
                  <a:close/>
                </a:path>
                <a:path w="13754100" h="584200">
                  <a:moveTo>
                    <a:pt x="2290114" y="12699"/>
                  </a:moveTo>
                  <a:lnTo>
                    <a:pt x="2271077" y="12699"/>
                  </a:lnTo>
                  <a:lnTo>
                    <a:pt x="2271077" y="0"/>
                  </a:lnTo>
                  <a:lnTo>
                    <a:pt x="2290114" y="0"/>
                  </a:lnTo>
                  <a:lnTo>
                    <a:pt x="2290114" y="12699"/>
                  </a:lnTo>
                  <a:close/>
                </a:path>
                <a:path w="13754100" h="584200">
                  <a:moveTo>
                    <a:pt x="2264727" y="12699"/>
                  </a:moveTo>
                  <a:lnTo>
                    <a:pt x="2245677" y="12699"/>
                  </a:lnTo>
                  <a:lnTo>
                    <a:pt x="2245677" y="0"/>
                  </a:lnTo>
                  <a:lnTo>
                    <a:pt x="2264727" y="0"/>
                  </a:lnTo>
                  <a:lnTo>
                    <a:pt x="2264727" y="12699"/>
                  </a:lnTo>
                  <a:close/>
                </a:path>
                <a:path w="13754100" h="584200">
                  <a:moveTo>
                    <a:pt x="2239327" y="12699"/>
                  </a:moveTo>
                  <a:lnTo>
                    <a:pt x="2220290" y="12699"/>
                  </a:lnTo>
                  <a:lnTo>
                    <a:pt x="2220290" y="0"/>
                  </a:lnTo>
                  <a:lnTo>
                    <a:pt x="2239327" y="0"/>
                  </a:lnTo>
                  <a:lnTo>
                    <a:pt x="2239327" y="12699"/>
                  </a:lnTo>
                  <a:close/>
                </a:path>
                <a:path w="13754100" h="584200">
                  <a:moveTo>
                    <a:pt x="2213940" y="12699"/>
                  </a:moveTo>
                  <a:lnTo>
                    <a:pt x="2194890" y="12699"/>
                  </a:lnTo>
                  <a:lnTo>
                    <a:pt x="2194890" y="0"/>
                  </a:lnTo>
                  <a:lnTo>
                    <a:pt x="2213940" y="0"/>
                  </a:lnTo>
                  <a:lnTo>
                    <a:pt x="2213940" y="12699"/>
                  </a:lnTo>
                  <a:close/>
                </a:path>
                <a:path w="13754100" h="584200">
                  <a:moveTo>
                    <a:pt x="2188540" y="12699"/>
                  </a:moveTo>
                  <a:lnTo>
                    <a:pt x="2169490" y="12699"/>
                  </a:lnTo>
                  <a:lnTo>
                    <a:pt x="2169490" y="0"/>
                  </a:lnTo>
                  <a:lnTo>
                    <a:pt x="2188540" y="0"/>
                  </a:lnTo>
                  <a:lnTo>
                    <a:pt x="2188540" y="12699"/>
                  </a:lnTo>
                  <a:close/>
                </a:path>
                <a:path w="13754100" h="584200">
                  <a:moveTo>
                    <a:pt x="2163152" y="12699"/>
                  </a:moveTo>
                  <a:lnTo>
                    <a:pt x="2144102" y="12699"/>
                  </a:lnTo>
                  <a:lnTo>
                    <a:pt x="2144102" y="0"/>
                  </a:lnTo>
                  <a:lnTo>
                    <a:pt x="2163152" y="0"/>
                  </a:lnTo>
                  <a:lnTo>
                    <a:pt x="2163152" y="12699"/>
                  </a:lnTo>
                  <a:close/>
                </a:path>
                <a:path w="13754100" h="584200">
                  <a:moveTo>
                    <a:pt x="2137752" y="12699"/>
                  </a:moveTo>
                  <a:lnTo>
                    <a:pt x="2118702" y="12699"/>
                  </a:lnTo>
                  <a:lnTo>
                    <a:pt x="2118702" y="0"/>
                  </a:lnTo>
                  <a:lnTo>
                    <a:pt x="2137752" y="0"/>
                  </a:lnTo>
                  <a:lnTo>
                    <a:pt x="2137752" y="12699"/>
                  </a:lnTo>
                  <a:close/>
                </a:path>
                <a:path w="13754100" h="584200">
                  <a:moveTo>
                    <a:pt x="2112365" y="12699"/>
                  </a:moveTo>
                  <a:lnTo>
                    <a:pt x="2093315" y="12699"/>
                  </a:lnTo>
                  <a:lnTo>
                    <a:pt x="2093315" y="0"/>
                  </a:lnTo>
                  <a:lnTo>
                    <a:pt x="2112365" y="0"/>
                  </a:lnTo>
                  <a:lnTo>
                    <a:pt x="2112365" y="12699"/>
                  </a:lnTo>
                  <a:close/>
                </a:path>
                <a:path w="13754100" h="584200">
                  <a:moveTo>
                    <a:pt x="2086965" y="12699"/>
                  </a:moveTo>
                  <a:lnTo>
                    <a:pt x="2067915" y="12699"/>
                  </a:lnTo>
                  <a:lnTo>
                    <a:pt x="2067915" y="0"/>
                  </a:lnTo>
                  <a:lnTo>
                    <a:pt x="2086965" y="0"/>
                  </a:lnTo>
                  <a:lnTo>
                    <a:pt x="2086965" y="12699"/>
                  </a:lnTo>
                  <a:close/>
                </a:path>
                <a:path w="13754100" h="584200">
                  <a:moveTo>
                    <a:pt x="2061578" y="12699"/>
                  </a:moveTo>
                  <a:lnTo>
                    <a:pt x="2042528" y="12699"/>
                  </a:lnTo>
                  <a:lnTo>
                    <a:pt x="2042528" y="0"/>
                  </a:lnTo>
                  <a:lnTo>
                    <a:pt x="2061578" y="0"/>
                  </a:lnTo>
                  <a:lnTo>
                    <a:pt x="2061578" y="12699"/>
                  </a:lnTo>
                  <a:close/>
                </a:path>
                <a:path w="13754100" h="584200">
                  <a:moveTo>
                    <a:pt x="2036178" y="12699"/>
                  </a:moveTo>
                  <a:lnTo>
                    <a:pt x="2017128" y="12699"/>
                  </a:lnTo>
                  <a:lnTo>
                    <a:pt x="2017128" y="0"/>
                  </a:lnTo>
                  <a:lnTo>
                    <a:pt x="2036178" y="0"/>
                  </a:lnTo>
                  <a:lnTo>
                    <a:pt x="2036178" y="12699"/>
                  </a:lnTo>
                  <a:close/>
                </a:path>
                <a:path w="13754100" h="584200">
                  <a:moveTo>
                    <a:pt x="2010791" y="12699"/>
                  </a:moveTo>
                  <a:lnTo>
                    <a:pt x="1991741" y="12699"/>
                  </a:lnTo>
                  <a:lnTo>
                    <a:pt x="1991741" y="0"/>
                  </a:lnTo>
                  <a:lnTo>
                    <a:pt x="2010791" y="0"/>
                  </a:lnTo>
                  <a:lnTo>
                    <a:pt x="2010791" y="12699"/>
                  </a:lnTo>
                  <a:close/>
                </a:path>
                <a:path w="13754100" h="584200">
                  <a:moveTo>
                    <a:pt x="1985391" y="12699"/>
                  </a:moveTo>
                  <a:lnTo>
                    <a:pt x="1966341" y="12699"/>
                  </a:lnTo>
                  <a:lnTo>
                    <a:pt x="1966341" y="0"/>
                  </a:lnTo>
                  <a:lnTo>
                    <a:pt x="1985391" y="0"/>
                  </a:lnTo>
                  <a:lnTo>
                    <a:pt x="1985391" y="12699"/>
                  </a:lnTo>
                  <a:close/>
                </a:path>
                <a:path w="13754100" h="584200">
                  <a:moveTo>
                    <a:pt x="1959991" y="12699"/>
                  </a:moveTo>
                  <a:lnTo>
                    <a:pt x="1940953" y="12699"/>
                  </a:lnTo>
                  <a:lnTo>
                    <a:pt x="1940953" y="0"/>
                  </a:lnTo>
                  <a:lnTo>
                    <a:pt x="1959991" y="0"/>
                  </a:lnTo>
                  <a:lnTo>
                    <a:pt x="1959991" y="12699"/>
                  </a:lnTo>
                  <a:close/>
                </a:path>
                <a:path w="13754100" h="584200">
                  <a:moveTo>
                    <a:pt x="1934603" y="12699"/>
                  </a:moveTo>
                  <a:lnTo>
                    <a:pt x="1915553" y="12699"/>
                  </a:lnTo>
                  <a:lnTo>
                    <a:pt x="1915553" y="0"/>
                  </a:lnTo>
                  <a:lnTo>
                    <a:pt x="1934603" y="0"/>
                  </a:lnTo>
                  <a:lnTo>
                    <a:pt x="1934603" y="12699"/>
                  </a:lnTo>
                  <a:close/>
                </a:path>
                <a:path w="13754100" h="584200">
                  <a:moveTo>
                    <a:pt x="1909203" y="12699"/>
                  </a:moveTo>
                  <a:lnTo>
                    <a:pt x="1890166" y="12699"/>
                  </a:lnTo>
                  <a:lnTo>
                    <a:pt x="1890166" y="0"/>
                  </a:lnTo>
                  <a:lnTo>
                    <a:pt x="1909203" y="0"/>
                  </a:lnTo>
                  <a:lnTo>
                    <a:pt x="1909203" y="12699"/>
                  </a:lnTo>
                  <a:close/>
                </a:path>
                <a:path w="13754100" h="584200">
                  <a:moveTo>
                    <a:pt x="1883816" y="12699"/>
                  </a:moveTo>
                  <a:lnTo>
                    <a:pt x="1864766" y="12699"/>
                  </a:lnTo>
                  <a:lnTo>
                    <a:pt x="1864766" y="0"/>
                  </a:lnTo>
                  <a:lnTo>
                    <a:pt x="1883816" y="0"/>
                  </a:lnTo>
                  <a:lnTo>
                    <a:pt x="1883816" y="12699"/>
                  </a:lnTo>
                  <a:close/>
                </a:path>
                <a:path w="13754100" h="584200">
                  <a:moveTo>
                    <a:pt x="1858416" y="12699"/>
                  </a:moveTo>
                  <a:lnTo>
                    <a:pt x="1839379" y="12699"/>
                  </a:lnTo>
                  <a:lnTo>
                    <a:pt x="1839379" y="0"/>
                  </a:lnTo>
                  <a:lnTo>
                    <a:pt x="1858416" y="0"/>
                  </a:lnTo>
                  <a:lnTo>
                    <a:pt x="1858416" y="12699"/>
                  </a:lnTo>
                  <a:close/>
                </a:path>
                <a:path w="13754100" h="584200">
                  <a:moveTo>
                    <a:pt x="1833029" y="12699"/>
                  </a:moveTo>
                  <a:lnTo>
                    <a:pt x="1813979" y="12699"/>
                  </a:lnTo>
                  <a:lnTo>
                    <a:pt x="1813979" y="0"/>
                  </a:lnTo>
                  <a:lnTo>
                    <a:pt x="1833029" y="0"/>
                  </a:lnTo>
                  <a:lnTo>
                    <a:pt x="1833029" y="12699"/>
                  </a:lnTo>
                  <a:close/>
                </a:path>
                <a:path w="13754100" h="584200">
                  <a:moveTo>
                    <a:pt x="1807629" y="12699"/>
                  </a:moveTo>
                  <a:lnTo>
                    <a:pt x="1788591" y="12699"/>
                  </a:lnTo>
                  <a:lnTo>
                    <a:pt x="1788591" y="0"/>
                  </a:lnTo>
                  <a:lnTo>
                    <a:pt x="1807629" y="0"/>
                  </a:lnTo>
                  <a:lnTo>
                    <a:pt x="1807629" y="12699"/>
                  </a:lnTo>
                  <a:close/>
                </a:path>
                <a:path w="13754100" h="584200">
                  <a:moveTo>
                    <a:pt x="1782241" y="12699"/>
                  </a:moveTo>
                  <a:lnTo>
                    <a:pt x="1763191" y="12699"/>
                  </a:lnTo>
                  <a:lnTo>
                    <a:pt x="1763191" y="0"/>
                  </a:lnTo>
                  <a:lnTo>
                    <a:pt x="1782241" y="0"/>
                  </a:lnTo>
                  <a:lnTo>
                    <a:pt x="1782241" y="12699"/>
                  </a:lnTo>
                  <a:close/>
                </a:path>
                <a:path w="13754100" h="584200">
                  <a:moveTo>
                    <a:pt x="1756841" y="12699"/>
                  </a:moveTo>
                  <a:lnTo>
                    <a:pt x="1737804" y="12699"/>
                  </a:lnTo>
                  <a:lnTo>
                    <a:pt x="1737804" y="0"/>
                  </a:lnTo>
                  <a:lnTo>
                    <a:pt x="1756841" y="0"/>
                  </a:lnTo>
                  <a:lnTo>
                    <a:pt x="1756841" y="12699"/>
                  </a:lnTo>
                  <a:close/>
                </a:path>
                <a:path w="13754100" h="584200">
                  <a:moveTo>
                    <a:pt x="1731454" y="12699"/>
                  </a:moveTo>
                  <a:lnTo>
                    <a:pt x="1712404" y="12699"/>
                  </a:lnTo>
                  <a:lnTo>
                    <a:pt x="1712404" y="0"/>
                  </a:lnTo>
                  <a:lnTo>
                    <a:pt x="1731454" y="0"/>
                  </a:lnTo>
                  <a:lnTo>
                    <a:pt x="1731454" y="12699"/>
                  </a:lnTo>
                  <a:close/>
                </a:path>
                <a:path w="13754100" h="584200">
                  <a:moveTo>
                    <a:pt x="1706054" y="12699"/>
                  </a:moveTo>
                  <a:lnTo>
                    <a:pt x="1687017" y="12699"/>
                  </a:lnTo>
                  <a:lnTo>
                    <a:pt x="1687017" y="0"/>
                  </a:lnTo>
                  <a:lnTo>
                    <a:pt x="1706054" y="0"/>
                  </a:lnTo>
                  <a:lnTo>
                    <a:pt x="1706054" y="12699"/>
                  </a:lnTo>
                  <a:close/>
                </a:path>
                <a:path w="13754100" h="584200">
                  <a:moveTo>
                    <a:pt x="1680667" y="12699"/>
                  </a:moveTo>
                  <a:lnTo>
                    <a:pt x="1661617" y="12699"/>
                  </a:lnTo>
                  <a:lnTo>
                    <a:pt x="1661617" y="0"/>
                  </a:lnTo>
                  <a:lnTo>
                    <a:pt x="1680667" y="0"/>
                  </a:lnTo>
                  <a:lnTo>
                    <a:pt x="1680667" y="12699"/>
                  </a:lnTo>
                  <a:close/>
                </a:path>
                <a:path w="13754100" h="584200">
                  <a:moveTo>
                    <a:pt x="1655267" y="12699"/>
                  </a:moveTo>
                  <a:lnTo>
                    <a:pt x="1636229" y="12699"/>
                  </a:lnTo>
                  <a:lnTo>
                    <a:pt x="1636229" y="0"/>
                  </a:lnTo>
                  <a:lnTo>
                    <a:pt x="1655267" y="0"/>
                  </a:lnTo>
                  <a:lnTo>
                    <a:pt x="1655267" y="12699"/>
                  </a:lnTo>
                  <a:close/>
                </a:path>
                <a:path w="13754100" h="584200">
                  <a:moveTo>
                    <a:pt x="1629879" y="12699"/>
                  </a:moveTo>
                  <a:lnTo>
                    <a:pt x="1610829" y="12699"/>
                  </a:lnTo>
                  <a:lnTo>
                    <a:pt x="1610829" y="0"/>
                  </a:lnTo>
                  <a:lnTo>
                    <a:pt x="1629879" y="0"/>
                  </a:lnTo>
                  <a:lnTo>
                    <a:pt x="1629879" y="12699"/>
                  </a:lnTo>
                  <a:close/>
                </a:path>
                <a:path w="13754100" h="584200">
                  <a:moveTo>
                    <a:pt x="1604479" y="12699"/>
                  </a:moveTo>
                  <a:lnTo>
                    <a:pt x="1585442" y="12699"/>
                  </a:lnTo>
                  <a:lnTo>
                    <a:pt x="1585442" y="0"/>
                  </a:lnTo>
                  <a:lnTo>
                    <a:pt x="1604479" y="0"/>
                  </a:lnTo>
                  <a:lnTo>
                    <a:pt x="1604479" y="12699"/>
                  </a:lnTo>
                  <a:close/>
                </a:path>
                <a:path w="13754100" h="584200">
                  <a:moveTo>
                    <a:pt x="1579092" y="12699"/>
                  </a:moveTo>
                  <a:lnTo>
                    <a:pt x="1560042" y="12699"/>
                  </a:lnTo>
                  <a:lnTo>
                    <a:pt x="1560042" y="0"/>
                  </a:lnTo>
                  <a:lnTo>
                    <a:pt x="1579092" y="0"/>
                  </a:lnTo>
                  <a:lnTo>
                    <a:pt x="1579092" y="12699"/>
                  </a:lnTo>
                  <a:close/>
                </a:path>
                <a:path w="13754100" h="584200">
                  <a:moveTo>
                    <a:pt x="1553692" y="12699"/>
                  </a:moveTo>
                  <a:lnTo>
                    <a:pt x="1534655" y="12699"/>
                  </a:lnTo>
                  <a:lnTo>
                    <a:pt x="1534655" y="0"/>
                  </a:lnTo>
                  <a:lnTo>
                    <a:pt x="1553692" y="0"/>
                  </a:lnTo>
                  <a:lnTo>
                    <a:pt x="1553692" y="12699"/>
                  </a:lnTo>
                  <a:close/>
                </a:path>
                <a:path w="13754100" h="584200">
                  <a:moveTo>
                    <a:pt x="1528305" y="12699"/>
                  </a:moveTo>
                  <a:lnTo>
                    <a:pt x="1509255" y="12699"/>
                  </a:lnTo>
                  <a:lnTo>
                    <a:pt x="1509255" y="0"/>
                  </a:lnTo>
                  <a:lnTo>
                    <a:pt x="1528305" y="0"/>
                  </a:lnTo>
                  <a:lnTo>
                    <a:pt x="1528305" y="12699"/>
                  </a:lnTo>
                  <a:close/>
                </a:path>
                <a:path w="13754100" h="584200">
                  <a:moveTo>
                    <a:pt x="1502905" y="12699"/>
                  </a:moveTo>
                  <a:lnTo>
                    <a:pt x="1483868" y="12699"/>
                  </a:lnTo>
                  <a:lnTo>
                    <a:pt x="1483868" y="0"/>
                  </a:lnTo>
                  <a:lnTo>
                    <a:pt x="1502905" y="0"/>
                  </a:lnTo>
                  <a:lnTo>
                    <a:pt x="1502905" y="12699"/>
                  </a:lnTo>
                  <a:close/>
                </a:path>
                <a:path w="13754100" h="584200">
                  <a:moveTo>
                    <a:pt x="1477518" y="12699"/>
                  </a:moveTo>
                  <a:lnTo>
                    <a:pt x="1458468" y="12699"/>
                  </a:lnTo>
                  <a:lnTo>
                    <a:pt x="1458468" y="0"/>
                  </a:lnTo>
                  <a:lnTo>
                    <a:pt x="1477518" y="0"/>
                  </a:lnTo>
                  <a:lnTo>
                    <a:pt x="1477518" y="12699"/>
                  </a:lnTo>
                  <a:close/>
                </a:path>
                <a:path w="13754100" h="584200">
                  <a:moveTo>
                    <a:pt x="1452118" y="12699"/>
                  </a:moveTo>
                  <a:lnTo>
                    <a:pt x="1433080" y="12699"/>
                  </a:lnTo>
                  <a:lnTo>
                    <a:pt x="1433080" y="0"/>
                  </a:lnTo>
                  <a:lnTo>
                    <a:pt x="1452118" y="0"/>
                  </a:lnTo>
                  <a:lnTo>
                    <a:pt x="1452118" y="12699"/>
                  </a:lnTo>
                  <a:close/>
                </a:path>
                <a:path w="13754100" h="584200">
                  <a:moveTo>
                    <a:pt x="1426730" y="12699"/>
                  </a:moveTo>
                  <a:lnTo>
                    <a:pt x="1407680" y="12699"/>
                  </a:lnTo>
                  <a:lnTo>
                    <a:pt x="1407680" y="0"/>
                  </a:lnTo>
                  <a:lnTo>
                    <a:pt x="1426730" y="0"/>
                  </a:lnTo>
                  <a:lnTo>
                    <a:pt x="1426730" y="12699"/>
                  </a:lnTo>
                  <a:close/>
                </a:path>
                <a:path w="13754100" h="584200">
                  <a:moveTo>
                    <a:pt x="1401330" y="12699"/>
                  </a:moveTo>
                  <a:lnTo>
                    <a:pt x="1382293" y="12699"/>
                  </a:lnTo>
                  <a:lnTo>
                    <a:pt x="1382293" y="0"/>
                  </a:lnTo>
                  <a:lnTo>
                    <a:pt x="1401330" y="0"/>
                  </a:lnTo>
                  <a:lnTo>
                    <a:pt x="1401330" y="12699"/>
                  </a:lnTo>
                  <a:close/>
                </a:path>
                <a:path w="13754100" h="584200">
                  <a:moveTo>
                    <a:pt x="1375943" y="12699"/>
                  </a:moveTo>
                  <a:lnTo>
                    <a:pt x="1356893" y="12699"/>
                  </a:lnTo>
                  <a:lnTo>
                    <a:pt x="1356893" y="0"/>
                  </a:lnTo>
                  <a:lnTo>
                    <a:pt x="1375943" y="0"/>
                  </a:lnTo>
                  <a:lnTo>
                    <a:pt x="1375943" y="12699"/>
                  </a:lnTo>
                  <a:close/>
                </a:path>
                <a:path w="13754100" h="584200">
                  <a:moveTo>
                    <a:pt x="1350543" y="12699"/>
                  </a:moveTo>
                  <a:lnTo>
                    <a:pt x="1331506" y="12699"/>
                  </a:lnTo>
                  <a:lnTo>
                    <a:pt x="1331506" y="0"/>
                  </a:lnTo>
                  <a:lnTo>
                    <a:pt x="1350543" y="0"/>
                  </a:lnTo>
                  <a:lnTo>
                    <a:pt x="1350543" y="12699"/>
                  </a:lnTo>
                  <a:close/>
                </a:path>
                <a:path w="13754100" h="584200">
                  <a:moveTo>
                    <a:pt x="1325156" y="12699"/>
                  </a:moveTo>
                  <a:lnTo>
                    <a:pt x="1306106" y="12699"/>
                  </a:lnTo>
                  <a:lnTo>
                    <a:pt x="1306106" y="0"/>
                  </a:lnTo>
                  <a:lnTo>
                    <a:pt x="1325156" y="0"/>
                  </a:lnTo>
                  <a:lnTo>
                    <a:pt x="1325156" y="12699"/>
                  </a:lnTo>
                  <a:close/>
                </a:path>
                <a:path w="13754100" h="584200">
                  <a:moveTo>
                    <a:pt x="1299756" y="12699"/>
                  </a:moveTo>
                  <a:lnTo>
                    <a:pt x="1280718" y="12699"/>
                  </a:lnTo>
                  <a:lnTo>
                    <a:pt x="1280718" y="0"/>
                  </a:lnTo>
                  <a:lnTo>
                    <a:pt x="1299756" y="0"/>
                  </a:lnTo>
                  <a:lnTo>
                    <a:pt x="1299756" y="12699"/>
                  </a:lnTo>
                  <a:close/>
                </a:path>
                <a:path w="13754100" h="584200">
                  <a:moveTo>
                    <a:pt x="1274368" y="12699"/>
                  </a:moveTo>
                  <a:lnTo>
                    <a:pt x="1255318" y="12699"/>
                  </a:lnTo>
                  <a:lnTo>
                    <a:pt x="1255318" y="0"/>
                  </a:lnTo>
                  <a:lnTo>
                    <a:pt x="1274368" y="0"/>
                  </a:lnTo>
                  <a:lnTo>
                    <a:pt x="1274368" y="12699"/>
                  </a:lnTo>
                  <a:close/>
                </a:path>
                <a:path w="13754100" h="584200">
                  <a:moveTo>
                    <a:pt x="1248968" y="12699"/>
                  </a:moveTo>
                  <a:lnTo>
                    <a:pt x="1229931" y="12699"/>
                  </a:lnTo>
                  <a:lnTo>
                    <a:pt x="1229931" y="0"/>
                  </a:lnTo>
                  <a:lnTo>
                    <a:pt x="1248968" y="0"/>
                  </a:lnTo>
                  <a:lnTo>
                    <a:pt x="1248968" y="12699"/>
                  </a:lnTo>
                  <a:close/>
                </a:path>
                <a:path w="13754100" h="584200">
                  <a:moveTo>
                    <a:pt x="1223581" y="12699"/>
                  </a:moveTo>
                  <a:lnTo>
                    <a:pt x="1204531" y="12699"/>
                  </a:lnTo>
                  <a:lnTo>
                    <a:pt x="1204531" y="0"/>
                  </a:lnTo>
                  <a:lnTo>
                    <a:pt x="1223581" y="0"/>
                  </a:lnTo>
                  <a:lnTo>
                    <a:pt x="1223581" y="12699"/>
                  </a:lnTo>
                  <a:close/>
                </a:path>
                <a:path w="13754100" h="584200">
                  <a:moveTo>
                    <a:pt x="1198181" y="12699"/>
                  </a:moveTo>
                  <a:lnTo>
                    <a:pt x="1179144" y="12699"/>
                  </a:lnTo>
                  <a:lnTo>
                    <a:pt x="1179144" y="0"/>
                  </a:lnTo>
                  <a:lnTo>
                    <a:pt x="1198181" y="0"/>
                  </a:lnTo>
                  <a:lnTo>
                    <a:pt x="1198181" y="12699"/>
                  </a:lnTo>
                  <a:close/>
                </a:path>
                <a:path w="13754100" h="584200">
                  <a:moveTo>
                    <a:pt x="1172794" y="12699"/>
                  </a:moveTo>
                  <a:lnTo>
                    <a:pt x="1153744" y="12699"/>
                  </a:lnTo>
                  <a:lnTo>
                    <a:pt x="1153744" y="0"/>
                  </a:lnTo>
                  <a:lnTo>
                    <a:pt x="1172794" y="0"/>
                  </a:lnTo>
                  <a:lnTo>
                    <a:pt x="1172794" y="12699"/>
                  </a:lnTo>
                  <a:close/>
                </a:path>
                <a:path w="13754100" h="584200">
                  <a:moveTo>
                    <a:pt x="1147394" y="12699"/>
                  </a:moveTo>
                  <a:lnTo>
                    <a:pt x="1128344" y="12699"/>
                  </a:lnTo>
                  <a:lnTo>
                    <a:pt x="1128344" y="0"/>
                  </a:lnTo>
                  <a:lnTo>
                    <a:pt x="1147394" y="0"/>
                  </a:lnTo>
                  <a:lnTo>
                    <a:pt x="1147394" y="12699"/>
                  </a:lnTo>
                  <a:close/>
                </a:path>
                <a:path w="13754100" h="584200">
                  <a:moveTo>
                    <a:pt x="1122006" y="12699"/>
                  </a:moveTo>
                  <a:lnTo>
                    <a:pt x="1102956" y="12699"/>
                  </a:lnTo>
                  <a:lnTo>
                    <a:pt x="1102956" y="0"/>
                  </a:lnTo>
                  <a:lnTo>
                    <a:pt x="1122006" y="0"/>
                  </a:lnTo>
                  <a:lnTo>
                    <a:pt x="1122006" y="12699"/>
                  </a:lnTo>
                  <a:close/>
                </a:path>
                <a:path w="13754100" h="584200">
                  <a:moveTo>
                    <a:pt x="1096606" y="12699"/>
                  </a:moveTo>
                  <a:lnTo>
                    <a:pt x="1077556" y="12699"/>
                  </a:lnTo>
                  <a:lnTo>
                    <a:pt x="1077556" y="0"/>
                  </a:lnTo>
                  <a:lnTo>
                    <a:pt x="1096606" y="0"/>
                  </a:lnTo>
                  <a:lnTo>
                    <a:pt x="1096606" y="12699"/>
                  </a:lnTo>
                  <a:close/>
                </a:path>
                <a:path w="13754100" h="584200">
                  <a:moveTo>
                    <a:pt x="1071219" y="12699"/>
                  </a:moveTo>
                  <a:lnTo>
                    <a:pt x="1052169" y="12699"/>
                  </a:lnTo>
                  <a:lnTo>
                    <a:pt x="1052169" y="0"/>
                  </a:lnTo>
                  <a:lnTo>
                    <a:pt x="1071219" y="0"/>
                  </a:lnTo>
                  <a:lnTo>
                    <a:pt x="1071219" y="12699"/>
                  </a:lnTo>
                  <a:close/>
                </a:path>
                <a:path w="13754100" h="584200">
                  <a:moveTo>
                    <a:pt x="1045819" y="12699"/>
                  </a:moveTo>
                  <a:lnTo>
                    <a:pt x="1026769" y="12699"/>
                  </a:lnTo>
                  <a:lnTo>
                    <a:pt x="1026769" y="0"/>
                  </a:lnTo>
                  <a:lnTo>
                    <a:pt x="1045819" y="0"/>
                  </a:lnTo>
                  <a:lnTo>
                    <a:pt x="1045819" y="12699"/>
                  </a:lnTo>
                  <a:close/>
                </a:path>
                <a:path w="13754100" h="584200">
                  <a:moveTo>
                    <a:pt x="1020432" y="12699"/>
                  </a:moveTo>
                  <a:lnTo>
                    <a:pt x="1001382" y="12699"/>
                  </a:lnTo>
                  <a:lnTo>
                    <a:pt x="1001382" y="0"/>
                  </a:lnTo>
                  <a:lnTo>
                    <a:pt x="1020432" y="0"/>
                  </a:lnTo>
                  <a:lnTo>
                    <a:pt x="1020432" y="12699"/>
                  </a:lnTo>
                  <a:close/>
                </a:path>
                <a:path w="13754100" h="584200">
                  <a:moveTo>
                    <a:pt x="995032" y="12699"/>
                  </a:moveTo>
                  <a:lnTo>
                    <a:pt x="975982" y="12699"/>
                  </a:lnTo>
                  <a:lnTo>
                    <a:pt x="975982" y="0"/>
                  </a:lnTo>
                  <a:lnTo>
                    <a:pt x="995032" y="0"/>
                  </a:lnTo>
                  <a:lnTo>
                    <a:pt x="995032" y="12699"/>
                  </a:lnTo>
                  <a:close/>
                </a:path>
                <a:path w="13754100" h="584200">
                  <a:moveTo>
                    <a:pt x="969644" y="12699"/>
                  </a:moveTo>
                  <a:lnTo>
                    <a:pt x="950594" y="12699"/>
                  </a:lnTo>
                  <a:lnTo>
                    <a:pt x="950594" y="0"/>
                  </a:lnTo>
                  <a:lnTo>
                    <a:pt x="969644" y="0"/>
                  </a:lnTo>
                  <a:lnTo>
                    <a:pt x="969644" y="12699"/>
                  </a:lnTo>
                  <a:close/>
                </a:path>
                <a:path w="13754100" h="584200">
                  <a:moveTo>
                    <a:pt x="944244" y="12699"/>
                  </a:moveTo>
                  <a:lnTo>
                    <a:pt x="925194" y="12699"/>
                  </a:lnTo>
                  <a:lnTo>
                    <a:pt x="925194" y="0"/>
                  </a:lnTo>
                  <a:lnTo>
                    <a:pt x="944244" y="0"/>
                  </a:lnTo>
                  <a:lnTo>
                    <a:pt x="944244" y="12699"/>
                  </a:lnTo>
                  <a:close/>
                </a:path>
                <a:path w="13754100" h="584200">
                  <a:moveTo>
                    <a:pt x="918857" y="12699"/>
                  </a:moveTo>
                  <a:lnTo>
                    <a:pt x="899807" y="12699"/>
                  </a:lnTo>
                  <a:lnTo>
                    <a:pt x="899807" y="0"/>
                  </a:lnTo>
                  <a:lnTo>
                    <a:pt x="918857" y="0"/>
                  </a:lnTo>
                  <a:lnTo>
                    <a:pt x="918857" y="12699"/>
                  </a:lnTo>
                  <a:close/>
                </a:path>
                <a:path w="13754100" h="584200">
                  <a:moveTo>
                    <a:pt x="893457" y="12699"/>
                  </a:moveTo>
                  <a:lnTo>
                    <a:pt x="874407" y="12699"/>
                  </a:lnTo>
                  <a:lnTo>
                    <a:pt x="874407" y="0"/>
                  </a:lnTo>
                  <a:lnTo>
                    <a:pt x="893457" y="0"/>
                  </a:lnTo>
                  <a:lnTo>
                    <a:pt x="893457" y="12699"/>
                  </a:lnTo>
                  <a:close/>
                </a:path>
                <a:path w="13754100" h="584200">
                  <a:moveTo>
                    <a:pt x="868057" y="12699"/>
                  </a:moveTo>
                  <a:lnTo>
                    <a:pt x="849020" y="12699"/>
                  </a:lnTo>
                  <a:lnTo>
                    <a:pt x="849020" y="0"/>
                  </a:lnTo>
                  <a:lnTo>
                    <a:pt x="868057" y="0"/>
                  </a:lnTo>
                  <a:lnTo>
                    <a:pt x="868057" y="12699"/>
                  </a:lnTo>
                  <a:close/>
                </a:path>
                <a:path w="13754100" h="584200">
                  <a:moveTo>
                    <a:pt x="842670" y="12699"/>
                  </a:moveTo>
                  <a:lnTo>
                    <a:pt x="823620" y="12699"/>
                  </a:lnTo>
                  <a:lnTo>
                    <a:pt x="823620" y="0"/>
                  </a:lnTo>
                  <a:lnTo>
                    <a:pt x="842670" y="0"/>
                  </a:lnTo>
                  <a:lnTo>
                    <a:pt x="842670" y="12699"/>
                  </a:lnTo>
                  <a:close/>
                </a:path>
                <a:path w="13754100" h="584200">
                  <a:moveTo>
                    <a:pt x="817270" y="12699"/>
                  </a:moveTo>
                  <a:lnTo>
                    <a:pt x="798233" y="12699"/>
                  </a:lnTo>
                  <a:lnTo>
                    <a:pt x="798233" y="0"/>
                  </a:lnTo>
                  <a:lnTo>
                    <a:pt x="817270" y="0"/>
                  </a:lnTo>
                  <a:lnTo>
                    <a:pt x="817270" y="12699"/>
                  </a:lnTo>
                  <a:close/>
                </a:path>
                <a:path w="13754100" h="584200">
                  <a:moveTo>
                    <a:pt x="791883" y="12699"/>
                  </a:moveTo>
                  <a:lnTo>
                    <a:pt x="772833" y="12699"/>
                  </a:lnTo>
                  <a:lnTo>
                    <a:pt x="772833" y="0"/>
                  </a:lnTo>
                  <a:lnTo>
                    <a:pt x="791883" y="0"/>
                  </a:lnTo>
                  <a:lnTo>
                    <a:pt x="791883" y="12699"/>
                  </a:lnTo>
                  <a:close/>
                </a:path>
                <a:path w="13754100" h="584200">
                  <a:moveTo>
                    <a:pt x="766483" y="12699"/>
                  </a:moveTo>
                  <a:lnTo>
                    <a:pt x="747445" y="12699"/>
                  </a:lnTo>
                  <a:lnTo>
                    <a:pt x="747445" y="0"/>
                  </a:lnTo>
                  <a:lnTo>
                    <a:pt x="766483" y="0"/>
                  </a:lnTo>
                  <a:lnTo>
                    <a:pt x="766483" y="12699"/>
                  </a:lnTo>
                  <a:close/>
                </a:path>
                <a:path w="13754100" h="584200">
                  <a:moveTo>
                    <a:pt x="741095" y="12699"/>
                  </a:moveTo>
                  <a:lnTo>
                    <a:pt x="722045" y="12699"/>
                  </a:lnTo>
                  <a:lnTo>
                    <a:pt x="722045" y="0"/>
                  </a:lnTo>
                  <a:lnTo>
                    <a:pt x="741095" y="0"/>
                  </a:lnTo>
                  <a:lnTo>
                    <a:pt x="741095" y="12699"/>
                  </a:lnTo>
                  <a:close/>
                </a:path>
                <a:path w="13754100" h="584200">
                  <a:moveTo>
                    <a:pt x="715695" y="12699"/>
                  </a:moveTo>
                  <a:lnTo>
                    <a:pt x="696658" y="12699"/>
                  </a:lnTo>
                  <a:lnTo>
                    <a:pt x="696658" y="0"/>
                  </a:lnTo>
                  <a:lnTo>
                    <a:pt x="715695" y="0"/>
                  </a:lnTo>
                  <a:lnTo>
                    <a:pt x="715695" y="12699"/>
                  </a:lnTo>
                  <a:close/>
                </a:path>
                <a:path w="13754100" h="584200">
                  <a:moveTo>
                    <a:pt x="690308" y="12699"/>
                  </a:moveTo>
                  <a:lnTo>
                    <a:pt x="671258" y="12699"/>
                  </a:lnTo>
                  <a:lnTo>
                    <a:pt x="671258" y="0"/>
                  </a:lnTo>
                  <a:lnTo>
                    <a:pt x="690308" y="0"/>
                  </a:lnTo>
                  <a:lnTo>
                    <a:pt x="690308" y="12699"/>
                  </a:lnTo>
                  <a:close/>
                </a:path>
                <a:path w="13754100" h="584200">
                  <a:moveTo>
                    <a:pt x="664908" y="12699"/>
                  </a:moveTo>
                  <a:lnTo>
                    <a:pt x="645871" y="12699"/>
                  </a:lnTo>
                  <a:lnTo>
                    <a:pt x="645871" y="0"/>
                  </a:lnTo>
                  <a:lnTo>
                    <a:pt x="664908" y="0"/>
                  </a:lnTo>
                  <a:lnTo>
                    <a:pt x="664908" y="12699"/>
                  </a:lnTo>
                  <a:close/>
                </a:path>
                <a:path w="13754100" h="584200">
                  <a:moveTo>
                    <a:pt x="639521" y="12699"/>
                  </a:moveTo>
                  <a:lnTo>
                    <a:pt x="620471" y="12699"/>
                  </a:lnTo>
                  <a:lnTo>
                    <a:pt x="620471" y="0"/>
                  </a:lnTo>
                  <a:lnTo>
                    <a:pt x="639521" y="0"/>
                  </a:lnTo>
                  <a:lnTo>
                    <a:pt x="639521" y="12699"/>
                  </a:lnTo>
                  <a:close/>
                </a:path>
                <a:path w="13754100" h="584200">
                  <a:moveTo>
                    <a:pt x="614121" y="12699"/>
                  </a:moveTo>
                  <a:lnTo>
                    <a:pt x="595083" y="12699"/>
                  </a:lnTo>
                  <a:lnTo>
                    <a:pt x="595083" y="0"/>
                  </a:lnTo>
                  <a:lnTo>
                    <a:pt x="614121" y="0"/>
                  </a:lnTo>
                  <a:lnTo>
                    <a:pt x="614121" y="12699"/>
                  </a:lnTo>
                  <a:close/>
                </a:path>
                <a:path w="13754100" h="584200">
                  <a:moveTo>
                    <a:pt x="588733" y="12699"/>
                  </a:moveTo>
                  <a:lnTo>
                    <a:pt x="569683" y="12699"/>
                  </a:lnTo>
                  <a:lnTo>
                    <a:pt x="569683" y="0"/>
                  </a:lnTo>
                  <a:lnTo>
                    <a:pt x="588733" y="0"/>
                  </a:lnTo>
                  <a:lnTo>
                    <a:pt x="588733" y="12699"/>
                  </a:lnTo>
                  <a:close/>
                </a:path>
                <a:path w="13754100" h="584200">
                  <a:moveTo>
                    <a:pt x="563333" y="12699"/>
                  </a:moveTo>
                  <a:lnTo>
                    <a:pt x="544296" y="12699"/>
                  </a:lnTo>
                  <a:lnTo>
                    <a:pt x="544296" y="0"/>
                  </a:lnTo>
                  <a:lnTo>
                    <a:pt x="563333" y="0"/>
                  </a:lnTo>
                  <a:lnTo>
                    <a:pt x="563333" y="12699"/>
                  </a:lnTo>
                  <a:close/>
                </a:path>
                <a:path w="13754100" h="584200">
                  <a:moveTo>
                    <a:pt x="537946" y="12699"/>
                  </a:moveTo>
                  <a:lnTo>
                    <a:pt x="518896" y="12699"/>
                  </a:lnTo>
                  <a:lnTo>
                    <a:pt x="518896" y="0"/>
                  </a:lnTo>
                  <a:lnTo>
                    <a:pt x="537946" y="0"/>
                  </a:lnTo>
                  <a:lnTo>
                    <a:pt x="537946" y="12699"/>
                  </a:lnTo>
                  <a:close/>
                </a:path>
                <a:path w="13754100" h="584200">
                  <a:moveTo>
                    <a:pt x="512546" y="12699"/>
                  </a:moveTo>
                  <a:lnTo>
                    <a:pt x="493509" y="12699"/>
                  </a:lnTo>
                  <a:lnTo>
                    <a:pt x="493509" y="0"/>
                  </a:lnTo>
                  <a:lnTo>
                    <a:pt x="512546" y="0"/>
                  </a:lnTo>
                  <a:lnTo>
                    <a:pt x="512546" y="12699"/>
                  </a:lnTo>
                  <a:close/>
                </a:path>
                <a:path w="13754100" h="584200">
                  <a:moveTo>
                    <a:pt x="487159" y="12699"/>
                  </a:moveTo>
                  <a:lnTo>
                    <a:pt x="468109" y="12699"/>
                  </a:lnTo>
                  <a:lnTo>
                    <a:pt x="468109" y="0"/>
                  </a:lnTo>
                  <a:lnTo>
                    <a:pt x="487159" y="0"/>
                  </a:lnTo>
                  <a:lnTo>
                    <a:pt x="487159" y="12699"/>
                  </a:lnTo>
                  <a:close/>
                </a:path>
                <a:path w="13754100" h="584200">
                  <a:moveTo>
                    <a:pt x="461759" y="12699"/>
                  </a:moveTo>
                  <a:lnTo>
                    <a:pt x="442722" y="12699"/>
                  </a:lnTo>
                  <a:lnTo>
                    <a:pt x="442722" y="0"/>
                  </a:lnTo>
                  <a:lnTo>
                    <a:pt x="461759" y="0"/>
                  </a:lnTo>
                  <a:lnTo>
                    <a:pt x="461759" y="12699"/>
                  </a:lnTo>
                  <a:close/>
                </a:path>
                <a:path w="13754100" h="584200">
                  <a:moveTo>
                    <a:pt x="436372" y="12699"/>
                  </a:moveTo>
                  <a:lnTo>
                    <a:pt x="417322" y="12699"/>
                  </a:lnTo>
                  <a:lnTo>
                    <a:pt x="417322" y="0"/>
                  </a:lnTo>
                  <a:lnTo>
                    <a:pt x="436372" y="0"/>
                  </a:lnTo>
                  <a:lnTo>
                    <a:pt x="436372" y="12699"/>
                  </a:lnTo>
                  <a:close/>
                </a:path>
                <a:path w="13754100" h="584200">
                  <a:moveTo>
                    <a:pt x="410972" y="12699"/>
                  </a:moveTo>
                  <a:lnTo>
                    <a:pt x="391934" y="12699"/>
                  </a:lnTo>
                  <a:lnTo>
                    <a:pt x="391934" y="0"/>
                  </a:lnTo>
                  <a:lnTo>
                    <a:pt x="410972" y="0"/>
                  </a:lnTo>
                  <a:lnTo>
                    <a:pt x="410972" y="12699"/>
                  </a:lnTo>
                  <a:close/>
                </a:path>
                <a:path w="13754100" h="584200">
                  <a:moveTo>
                    <a:pt x="385584" y="12699"/>
                  </a:moveTo>
                  <a:lnTo>
                    <a:pt x="366534" y="12699"/>
                  </a:lnTo>
                  <a:lnTo>
                    <a:pt x="366534" y="0"/>
                  </a:lnTo>
                  <a:lnTo>
                    <a:pt x="385584" y="0"/>
                  </a:lnTo>
                  <a:lnTo>
                    <a:pt x="385584" y="12699"/>
                  </a:lnTo>
                  <a:close/>
                </a:path>
                <a:path w="13754100" h="584200">
                  <a:moveTo>
                    <a:pt x="360184" y="12699"/>
                  </a:moveTo>
                  <a:lnTo>
                    <a:pt x="341147" y="12699"/>
                  </a:lnTo>
                  <a:lnTo>
                    <a:pt x="341147" y="0"/>
                  </a:lnTo>
                  <a:lnTo>
                    <a:pt x="360184" y="0"/>
                  </a:lnTo>
                  <a:lnTo>
                    <a:pt x="360184" y="12699"/>
                  </a:lnTo>
                  <a:close/>
                </a:path>
                <a:path w="13754100" h="584200">
                  <a:moveTo>
                    <a:pt x="334797" y="12699"/>
                  </a:moveTo>
                  <a:lnTo>
                    <a:pt x="315747" y="12699"/>
                  </a:lnTo>
                  <a:lnTo>
                    <a:pt x="315747" y="0"/>
                  </a:lnTo>
                  <a:lnTo>
                    <a:pt x="334797" y="0"/>
                  </a:lnTo>
                  <a:lnTo>
                    <a:pt x="334797" y="12699"/>
                  </a:lnTo>
                  <a:close/>
                </a:path>
                <a:path w="13754100" h="584200">
                  <a:moveTo>
                    <a:pt x="309397" y="12699"/>
                  </a:moveTo>
                  <a:lnTo>
                    <a:pt x="290360" y="12699"/>
                  </a:lnTo>
                  <a:lnTo>
                    <a:pt x="290360" y="0"/>
                  </a:lnTo>
                  <a:lnTo>
                    <a:pt x="309397" y="0"/>
                  </a:lnTo>
                  <a:lnTo>
                    <a:pt x="309397" y="12699"/>
                  </a:lnTo>
                  <a:close/>
                </a:path>
                <a:path w="13754100" h="584200">
                  <a:moveTo>
                    <a:pt x="284010" y="12699"/>
                  </a:moveTo>
                  <a:lnTo>
                    <a:pt x="264960" y="12699"/>
                  </a:lnTo>
                  <a:lnTo>
                    <a:pt x="264960" y="0"/>
                  </a:lnTo>
                  <a:lnTo>
                    <a:pt x="284010" y="0"/>
                  </a:lnTo>
                  <a:lnTo>
                    <a:pt x="284010" y="12699"/>
                  </a:lnTo>
                  <a:close/>
                </a:path>
                <a:path w="13754100" h="584200">
                  <a:moveTo>
                    <a:pt x="249123" y="12699"/>
                  </a:moveTo>
                  <a:lnTo>
                    <a:pt x="239723" y="12699"/>
                  </a:lnTo>
                  <a:lnTo>
                    <a:pt x="239622" y="6349"/>
                  </a:lnTo>
                  <a:lnTo>
                    <a:pt x="239533" y="0"/>
                  </a:lnTo>
                  <a:lnTo>
                    <a:pt x="249123" y="0"/>
                  </a:lnTo>
                  <a:lnTo>
                    <a:pt x="249123" y="12699"/>
                  </a:lnTo>
                  <a:close/>
                </a:path>
                <a:path w="13754100" h="584200">
                  <a:moveTo>
                    <a:pt x="258610" y="12699"/>
                  </a:moveTo>
                  <a:lnTo>
                    <a:pt x="249123" y="12699"/>
                  </a:lnTo>
                  <a:lnTo>
                    <a:pt x="249123" y="0"/>
                  </a:lnTo>
                  <a:lnTo>
                    <a:pt x="258610" y="0"/>
                  </a:lnTo>
                  <a:lnTo>
                    <a:pt x="258610" y="12699"/>
                  </a:lnTo>
                  <a:close/>
                </a:path>
                <a:path w="13754100" h="584200">
                  <a:moveTo>
                    <a:pt x="214706" y="13665"/>
                  </a:moveTo>
                  <a:lnTo>
                    <a:pt x="213995" y="977"/>
                  </a:lnTo>
                  <a:lnTo>
                    <a:pt x="220306" y="622"/>
                  </a:lnTo>
                  <a:lnTo>
                    <a:pt x="226695" y="368"/>
                  </a:lnTo>
                  <a:lnTo>
                    <a:pt x="233146" y="203"/>
                  </a:lnTo>
                  <a:lnTo>
                    <a:pt x="233464" y="12903"/>
                  </a:lnTo>
                  <a:lnTo>
                    <a:pt x="227139" y="13055"/>
                  </a:lnTo>
                  <a:lnTo>
                    <a:pt x="220891" y="13309"/>
                  </a:lnTo>
                  <a:lnTo>
                    <a:pt x="214706" y="13665"/>
                  </a:lnTo>
                  <a:close/>
                </a:path>
                <a:path w="13754100" h="584200">
                  <a:moveTo>
                    <a:pt x="189763" y="15595"/>
                  </a:moveTo>
                  <a:lnTo>
                    <a:pt x="188506" y="2959"/>
                  </a:lnTo>
                  <a:lnTo>
                    <a:pt x="194779" y="2336"/>
                  </a:lnTo>
                  <a:lnTo>
                    <a:pt x="201155" y="1803"/>
                  </a:lnTo>
                  <a:lnTo>
                    <a:pt x="207606" y="1371"/>
                  </a:lnTo>
                  <a:lnTo>
                    <a:pt x="208457" y="14046"/>
                  </a:lnTo>
                  <a:lnTo>
                    <a:pt x="202133" y="14465"/>
                  </a:lnTo>
                  <a:lnTo>
                    <a:pt x="195910" y="14985"/>
                  </a:lnTo>
                  <a:lnTo>
                    <a:pt x="189763" y="15595"/>
                  </a:lnTo>
                  <a:close/>
                </a:path>
                <a:path w="13754100" h="584200">
                  <a:moveTo>
                    <a:pt x="164947" y="18643"/>
                  </a:moveTo>
                  <a:lnTo>
                    <a:pt x="163106" y="6070"/>
                  </a:lnTo>
                  <a:lnTo>
                    <a:pt x="169329" y="5168"/>
                  </a:lnTo>
                  <a:lnTo>
                    <a:pt x="175679" y="4343"/>
                  </a:lnTo>
                  <a:lnTo>
                    <a:pt x="182130" y="3632"/>
                  </a:lnTo>
                  <a:lnTo>
                    <a:pt x="183527" y="16255"/>
                  </a:lnTo>
                  <a:lnTo>
                    <a:pt x="177228" y="16954"/>
                  </a:lnTo>
                  <a:lnTo>
                    <a:pt x="171030" y="17754"/>
                  </a:lnTo>
                  <a:lnTo>
                    <a:pt x="164947" y="18643"/>
                  </a:lnTo>
                  <a:close/>
                </a:path>
                <a:path w="13754100" h="584200">
                  <a:moveTo>
                    <a:pt x="140322" y="22885"/>
                  </a:moveTo>
                  <a:lnTo>
                    <a:pt x="137845" y="10426"/>
                  </a:lnTo>
                  <a:lnTo>
                    <a:pt x="144005" y="9207"/>
                  </a:lnTo>
                  <a:lnTo>
                    <a:pt x="150317" y="8064"/>
                  </a:lnTo>
                  <a:lnTo>
                    <a:pt x="156768" y="7048"/>
                  </a:lnTo>
                  <a:lnTo>
                    <a:pt x="158762" y="19583"/>
                  </a:lnTo>
                  <a:lnTo>
                    <a:pt x="152476" y="20586"/>
                  </a:lnTo>
                  <a:lnTo>
                    <a:pt x="146329" y="21691"/>
                  </a:lnTo>
                  <a:lnTo>
                    <a:pt x="140322" y="22885"/>
                  </a:lnTo>
                  <a:close/>
                </a:path>
                <a:path w="13754100" h="584200">
                  <a:moveTo>
                    <a:pt x="116052" y="28460"/>
                  </a:moveTo>
                  <a:lnTo>
                    <a:pt x="112839" y="16167"/>
                  </a:lnTo>
                  <a:lnTo>
                    <a:pt x="118910" y="14579"/>
                  </a:lnTo>
                  <a:lnTo>
                    <a:pt x="125171" y="13093"/>
                  </a:lnTo>
                  <a:lnTo>
                    <a:pt x="131584" y="11722"/>
                  </a:lnTo>
                  <a:lnTo>
                    <a:pt x="134239" y="24142"/>
                  </a:lnTo>
                  <a:lnTo>
                    <a:pt x="128003" y="25476"/>
                  </a:lnTo>
                  <a:lnTo>
                    <a:pt x="121932" y="26923"/>
                  </a:lnTo>
                  <a:lnTo>
                    <a:pt x="116052" y="28460"/>
                  </a:lnTo>
                  <a:close/>
                </a:path>
                <a:path w="13754100" h="584200">
                  <a:moveTo>
                    <a:pt x="92240" y="35572"/>
                  </a:moveTo>
                  <a:lnTo>
                    <a:pt x="88150" y="23545"/>
                  </a:lnTo>
                  <a:lnTo>
                    <a:pt x="94081" y="21539"/>
                  </a:lnTo>
                  <a:lnTo>
                    <a:pt x="100241" y="19634"/>
                  </a:lnTo>
                  <a:lnTo>
                    <a:pt x="106616" y="17856"/>
                  </a:lnTo>
                  <a:lnTo>
                    <a:pt x="110032" y="30086"/>
                  </a:lnTo>
                  <a:lnTo>
                    <a:pt x="103873" y="31813"/>
                  </a:lnTo>
                  <a:lnTo>
                    <a:pt x="97929" y="33642"/>
                  </a:lnTo>
                  <a:lnTo>
                    <a:pt x="92240" y="35572"/>
                  </a:lnTo>
                  <a:close/>
                </a:path>
                <a:path w="13754100" h="584200">
                  <a:moveTo>
                    <a:pt x="69215" y="44526"/>
                  </a:moveTo>
                  <a:lnTo>
                    <a:pt x="64046" y="32931"/>
                  </a:lnTo>
                  <a:lnTo>
                    <a:pt x="69748" y="30391"/>
                  </a:lnTo>
                  <a:lnTo>
                    <a:pt x="75768" y="27965"/>
                  </a:lnTo>
                  <a:lnTo>
                    <a:pt x="82080" y="25679"/>
                  </a:lnTo>
                  <a:lnTo>
                    <a:pt x="86410" y="37617"/>
                  </a:lnTo>
                  <a:lnTo>
                    <a:pt x="80365" y="39814"/>
                  </a:lnTo>
                  <a:lnTo>
                    <a:pt x="74625" y="42113"/>
                  </a:lnTo>
                  <a:lnTo>
                    <a:pt x="69215" y="44526"/>
                  </a:lnTo>
                  <a:close/>
                </a:path>
                <a:path w="13754100" h="584200">
                  <a:moveTo>
                    <a:pt x="47548" y="55841"/>
                  </a:moveTo>
                  <a:lnTo>
                    <a:pt x="40894" y="45021"/>
                  </a:lnTo>
                  <a:lnTo>
                    <a:pt x="46215" y="41744"/>
                  </a:lnTo>
                  <a:lnTo>
                    <a:pt x="51981" y="38620"/>
                  </a:lnTo>
                  <a:lnTo>
                    <a:pt x="58166" y="35661"/>
                  </a:lnTo>
                  <a:lnTo>
                    <a:pt x="63652" y="47104"/>
                  </a:lnTo>
                  <a:lnTo>
                    <a:pt x="57835" y="49898"/>
                  </a:lnTo>
                  <a:lnTo>
                    <a:pt x="52451" y="52819"/>
                  </a:lnTo>
                  <a:lnTo>
                    <a:pt x="47548" y="55841"/>
                  </a:lnTo>
                  <a:close/>
                </a:path>
                <a:path w="13754100" h="584200">
                  <a:moveTo>
                    <a:pt x="28524" y="70256"/>
                  </a:moveTo>
                  <a:lnTo>
                    <a:pt x="19697" y="61125"/>
                  </a:lnTo>
                  <a:lnTo>
                    <a:pt x="24244" y="56730"/>
                  </a:lnTo>
                  <a:lnTo>
                    <a:pt x="29489" y="52552"/>
                  </a:lnTo>
                  <a:lnTo>
                    <a:pt x="35344" y="48602"/>
                  </a:lnTo>
                  <a:lnTo>
                    <a:pt x="42456" y="59118"/>
                  </a:lnTo>
                  <a:lnTo>
                    <a:pt x="37122" y="62737"/>
                  </a:lnTo>
                  <a:lnTo>
                    <a:pt x="32461" y="66459"/>
                  </a:lnTo>
                  <a:lnTo>
                    <a:pt x="28524" y="70256"/>
                  </a:lnTo>
                  <a:close/>
                </a:path>
                <a:path w="13754100" h="584200">
                  <a:moveTo>
                    <a:pt x="15367" y="88544"/>
                  </a:moveTo>
                  <a:lnTo>
                    <a:pt x="3632" y="83680"/>
                  </a:lnTo>
                  <a:lnTo>
                    <a:pt x="6210" y="77457"/>
                  </a:lnTo>
                  <a:lnTo>
                    <a:pt x="10071" y="71577"/>
                  </a:lnTo>
                  <a:lnTo>
                    <a:pt x="14973" y="66039"/>
                  </a:lnTo>
                  <a:lnTo>
                    <a:pt x="24485" y="74460"/>
                  </a:lnTo>
                  <a:lnTo>
                    <a:pt x="20345" y="79133"/>
                  </a:lnTo>
                  <a:lnTo>
                    <a:pt x="17416" y="83680"/>
                  </a:lnTo>
                  <a:lnTo>
                    <a:pt x="17310" y="83845"/>
                  </a:lnTo>
                  <a:lnTo>
                    <a:pt x="15367" y="88544"/>
                  </a:lnTo>
                  <a:close/>
                </a:path>
              </a:pathLst>
            </a:custGeom>
            <a:solidFill>
              <a:srgbClr val="F344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2482" y="694676"/>
              <a:ext cx="7914144" cy="20010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4000" y="1663700"/>
              <a:ext cx="4991100" cy="23241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021868" y="3833795"/>
              <a:ext cx="168275" cy="263525"/>
            </a:xfrm>
            <a:custGeom>
              <a:avLst/>
              <a:gdLst/>
              <a:ahLst/>
              <a:cxnLst/>
              <a:rect l="l" t="t" r="r" b="b"/>
              <a:pathLst>
                <a:path w="168275" h="263525">
                  <a:moveTo>
                    <a:pt x="166419" y="10341"/>
                  </a:moveTo>
                  <a:lnTo>
                    <a:pt x="155313" y="4181"/>
                  </a:lnTo>
                  <a:lnTo>
                    <a:pt x="156733" y="1611"/>
                  </a:lnTo>
                  <a:lnTo>
                    <a:pt x="157010" y="1110"/>
                  </a:lnTo>
                  <a:lnTo>
                    <a:pt x="160881" y="0"/>
                  </a:lnTo>
                  <a:lnTo>
                    <a:pt x="167017" y="3405"/>
                  </a:lnTo>
                  <a:lnTo>
                    <a:pt x="168116" y="7270"/>
                  </a:lnTo>
                  <a:lnTo>
                    <a:pt x="166696" y="9841"/>
                  </a:lnTo>
                  <a:lnTo>
                    <a:pt x="166419" y="10341"/>
                  </a:lnTo>
                  <a:close/>
                </a:path>
                <a:path w="168275" h="263525">
                  <a:moveTo>
                    <a:pt x="153278" y="34060"/>
                  </a:moveTo>
                  <a:lnTo>
                    <a:pt x="142172" y="27899"/>
                  </a:lnTo>
                  <a:lnTo>
                    <a:pt x="155036" y="4681"/>
                  </a:lnTo>
                  <a:lnTo>
                    <a:pt x="155313" y="4181"/>
                  </a:lnTo>
                  <a:lnTo>
                    <a:pt x="166419" y="10341"/>
                  </a:lnTo>
                  <a:lnTo>
                    <a:pt x="153555" y="33560"/>
                  </a:lnTo>
                  <a:lnTo>
                    <a:pt x="153278" y="34060"/>
                  </a:lnTo>
                  <a:close/>
                </a:path>
                <a:path w="168275" h="263525">
                  <a:moveTo>
                    <a:pt x="21212" y="263406"/>
                  </a:moveTo>
                  <a:lnTo>
                    <a:pt x="17697" y="261460"/>
                  </a:lnTo>
                  <a:lnTo>
                    <a:pt x="0" y="199784"/>
                  </a:lnTo>
                  <a:lnTo>
                    <a:pt x="1946" y="196270"/>
                  </a:lnTo>
                  <a:lnTo>
                    <a:pt x="8694" y="194335"/>
                  </a:lnTo>
                  <a:lnTo>
                    <a:pt x="12209" y="196281"/>
                  </a:lnTo>
                  <a:lnTo>
                    <a:pt x="24706" y="239855"/>
                  </a:lnTo>
                  <a:lnTo>
                    <a:pt x="17276" y="253265"/>
                  </a:lnTo>
                  <a:lnTo>
                    <a:pt x="28388" y="259414"/>
                  </a:lnTo>
                  <a:lnTo>
                    <a:pt x="30860" y="260644"/>
                  </a:lnTo>
                  <a:lnTo>
                    <a:pt x="21212" y="263406"/>
                  </a:lnTo>
                  <a:close/>
                </a:path>
                <a:path w="168275" h="263525">
                  <a:moveTo>
                    <a:pt x="30860" y="260644"/>
                  </a:moveTo>
                  <a:lnTo>
                    <a:pt x="28388" y="259414"/>
                  </a:lnTo>
                  <a:lnTo>
                    <a:pt x="35812" y="246014"/>
                  </a:lnTo>
                  <a:lnTo>
                    <a:pt x="79390" y="233516"/>
                  </a:lnTo>
                  <a:lnTo>
                    <a:pt x="82904" y="235462"/>
                  </a:lnTo>
                  <a:lnTo>
                    <a:pt x="84839" y="242211"/>
                  </a:lnTo>
                  <a:lnTo>
                    <a:pt x="82882" y="245719"/>
                  </a:lnTo>
                  <a:lnTo>
                    <a:pt x="30860" y="260644"/>
                  </a:lnTo>
                  <a:close/>
                </a:path>
                <a:path w="168275" h="263525">
                  <a:moveTo>
                    <a:pt x="27182" y="248489"/>
                  </a:moveTo>
                  <a:lnTo>
                    <a:pt x="24706" y="239855"/>
                  </a:lnTo>
                  <a:lnTo>
                    <a:pt x="30146" y="230035"/>
                  </a:lnTo>
                  <a:lnTo>
                    <a:pt x="30423" y="229535"/>
                  </a:lnTo>
                  <a:lnTo>
                    <a:pt x="41529" y="235696"/>
                  </a:lnTo>
                  <a:lnTo>
                    <a:pt x="36089" y="245515"/>
                  </a:lnTo>
                  <a:lnTo>
                    <a:pt x="35812" y="246014"/>
                  </a:lnTo>
                  <a:lnTo>
                    <a:pt x="27182" y="248489"/>
                  </a:lnTo>
                  <a:close/>
                </a:path>
                <a:path w="168275" h="263525">
                  <a:moveTo>
                    <a:pt x="28388" y="259414"/>
                  </a:moveTo>
                  <a:lnTo>
                    <a:pt x="17276" y="253265"/>
                  </a:lnTo>
                  <a:lnTo>
                    <a:pt x="24429" y="240354"/>
                  </a:lnTo>
                  <a:lnTo>
                    <a:pt x="24706" y="239855"/>
                  </a:lnTo>
                  <a:lnTo>
                    <a:pt x="27182" y="248489"/>
                  </a:lnTo>
                  <a:lnTo>
                    <a:pt x="32873" y="251319"/>
                  </a:lnTo>
                  <a:lnTo>
                    <a:pt x="28659" y="258925"/>
                  </a:lnTo>
                  <a:lnTo>
                    <a:pt x="28388" y="259414"/>
                  </a:lnTo>
                  <a:close/>
                </a:path>
                <a:path w="168275" h="263525">
                  <a:moveTo>
                    <a:pt x="32873" y="251319"/>
                  </a:moveTo>
                  <a:lnTo>
                    <a:pt x="27182" y="248489"/>
                  </a:lnTo>
                  <a:lnTo>
                    <a:pt x="35812" y="246014"/>
                  </a:lnTo>
                  <a:lnTo>
                    <a:pt x="32873" y="251319"/>
                  </a:lnTo>
                  <a:close/>
                </a:path>
                <a:path w="168275" h="263525">
                  <a:moveTo>
                    <a:pt x="61249" y="200115"/>
                  </a:moveTo>
                  <a:lnTo>
                    <a:pt x="50143" y="193954"/>
                  </a:lnTo>
                  <a:lnTo>
                    <a:pt x="76166" y="147011"/>
                  </a:lnTo>
                  <a:lnTo>
                    <a:pt x="76443" y="146511"/>
                  </a:lnTo>
                  <a:lnTo>
                    <a:pt x="87549" y="152671"/>
                  </a:lnTo>
                  <a:lnTo>
                    <a:pt x="61527" y="199614"/>
                  </a:lnTo>
                  <a:lnTo>
                    <a:pt x="61249" y="200115"/>
                  </a:lnTo>
                  <a:close/>
                </a:path>
                <a:path w="168275" h="263525">
                  <a:moveTo>
                    <a:pt x="107258" y="117084"/>
                  </a:moveTo>
                  <a:lnTo>
                    <a:pt x="96152" y="110924"/>
                  </a:lnTo>
                  <a:lnTo>
                    <a:pt x="122175" y="63981"/>
                  </a:lnTo>
                  <a:lnTo>
                    <a:pt x="122446" y="63492"/>
                  </a:lnTo>
                  <a:lnTo>
                    <a:pt x="133557" y="69641"/>
                  </a:lnTo>
                  <a:lnTo>
                    <a:pt x="107535" y="116584"/>
                  </a:lnTo>
                  <a:lnTo>
                    <a:pt x="107258" y="117084"/>
                  </a:lnTo>
                  <a:close/>
                </a:path>
              </a:pathLst>
            </a:custGeom>
            <a:solidFill>
              <a:srgbClr val="5909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558800"/>
              <a:ext cx="85725" cy="7174230"/>
            </a:xfrm>
            <a:custGeom>
              <a:avLst/>
              <a:gdLst/>
              <a:ahLst/>
              <a:cxnLst/>
              <a:rect l="l" t="t" r="r" b="b"/>
              <a:pathLst>
                <a:path w="85725" h="7174230">
                  <a:moveTo>
                    <a:pt x="0" y="7173912"/>
                  </a:moveTo>
                  <a:lnTo>
                    <a:pt x="85725" y="7173912"/>
                  </a:lnTo>
                  <a:lnTo>
                    <a:pt x="85725" y="0"/>
                  </a:lnTo>
                  <a:lnTo>
                    <a:pt x="0" y="0"/>
                  </a:lnTo>
                  <a:lnTo>
                    <a:pt x="0" y="7173912"/>
                  </a:lnTo>
                  <a:close/>
                </a:path>
              </a:pathLst>
            </a:custGeom>
            <a:solidFill>
              <a:srgbClr val="E13E4E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86400" y="1219200"/>
              <a:ext cx="3848100" cy="355600"/>
            </a:xfrm>
            <a:custGeom>
              <a:avLst/>
              <a:gdLst/>
              <a:ahLst/>
              <a:cxnLst/>
              <a:rect l="l" t="t" r="r" b="b"/>
              <a:pathLst>
                <a:path w="3848100" h="355600">
                  <a:moveTo>
                    <a:pt x="3848100" y="0"/>
                  </a:moveTo>
                  <a:lnTo>
                    <a:pt x="3848100" y="355600"/>
                  </a:lnTo>
                  <a:lnTo>
                    <a:pt x="0" y="355600"/>
                  </a:lnTo>
                  <a:lnTo>
                    <a:pt x="0" y="0"/>
                  </a:lnTo>
                  <a:lnTo>
                    <a:pt x="3848100" y="0"/>
                  </a:lnTo>
                  <a:close/>
                </a:path>
              </a:pathLst>
            </a:custGeom>
            <a:solidFill>
              <a:srgbClr val="FD9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79379" y="1308176"/>
              <a:ext cx="1578063" cy="15443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92881" y="3885380"/>
              <a:ext cx="140283" cy="21659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95300" y="4559300"/>
              <a:ext cx="4254500" cy="1530350"/>
            </a:xfrm>
            <a:custGeom>
              <a:avLst/>
              <a:gdLst/>
              <a:ahLst/>
              <a:cxnLst/>
              <a:rect l="l" t="t" r="r" b="b"/>
              <a:pathLst>
                <a:path w="4254500" h="1530350">
                  <a:moveTo>
                    <a:pt x="4254500" y="1517650"/>
                  </a:moveTo>
                  <a:lnTo>
                    <a:pt x="25400" y="1517650"/>
                  </a:lnTo>
                  <a:lnTo>
                    <a:pt x="25400" y="1524000"/>
                  </a:lnTo>
                  <a:lnTo>
                    <a:pt x="0" y="1524000"/>
                  </a:lnTo>
                  <a:lnTo>
                    <a:pt x="0" y="1530350"/>
                  </a:lnTo>
                  <a:lnTo>
                    <a:pt x="4254500" y="1530350"/>
                  </a:lnTo>
                  <a:lnTo>
                    <a:pt x="4254500" y="1524000"/>
                  </a:lnTo>
                  <a:lnTo>
                    <a:pt x="4254500" y="1517650"/>
                  </a:lnTo>
                  <a:close/>
                </a:path>
                <a:path w="4254500" h="1530350">
                  <a:moveTo>
                    <a:pt x="4254500" y="0"/>
                  </a:moveTo>
                  <a:lnTo>
                    <a:pt x="25400" y="0"/>
                  </a:lnTo>
                  <a:lnTo>
                    <a:pt x="25400" y="6350"/>
                  </a:lnTo>
                  <a:lnTo>
                    <a:pt x="4254500" y="6350"/>
                  </a:lnTo>
                  <a:lnTo>
                    <a:pt x="4254500" y="0"/>
                  </a:lnTo>
                  <a:close/>
                </a:path>
              </a:pathLst>
            </a:custGeom>
            <a:solidFill>
              <a:srgbClr val="A02B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9700" y="4559300"/>
              <a:ext cx="381000" cy="1524000"/>
            </a:xfrm>
            <a:custGeom>
              <a:avLst/>
              <a:gdLst/>
              <a:ahLst/>
              <a:cxnLst/>
              <a:rect l="l" t="t" r="r" b="b"/>
              <a:pathLst>
                <a:path w="381000" h="1524000">
                  <a:moveTo>
                    <a:pt x="381000" y="1524000"/>
                  </a:moveTo>
                  <a:lnTo>
                    <a:pt x="0" y="1524000"/>
                  </a:lnTo>
                  <a:lnTo>
                    <a:pt x="0" y="0"/>
                  </a:lnTo>
                  <a:lnTo>
                    <a:pt x="381000" y="0"/>
                  </a:lnTo>
                  <a:lnTo>
                    <a:pt x="381000" y="1524000"/>
                  </a:lnTo>
                  <a:close/>
                </a:path>
              </a:pathLst>
            </a:custGeom>
            <a:solidFill>
              <a:srgbClr val="FD9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3830" y="4685372"/>
              <a:ext cx="148590" cy="1312545"/>
            </a:xfrm>
            <a:custGeom>
              <a:avLst/>
              <a:gdLst/>
              <a:ahLst/>
              <a:cxnLst/>
              <a:rect l="l" t="t" r="r" b="b"/>
              <a:pathLst>
                <a:path w="148590" h="1312545">
                  <a:moveTo>
                    <a:pt x="6337" y="1259954"/>
                  </a:moveTo>
                  <a:lnTo>
                    <a:pt x="6337" y="1312087"/>
                  </a:lnTo>
                  <a:lnTo>
                    <a:pt x="117170" y="1312087"/>
                  </a:lnTo>
                  <a:lnTo>
                    <a:pt x="117170" y="1288656"/>
                  </a:lnTo>
                  <a:lnTo>
                    <a:pt x="81229" y="1288656"/>
                  </a:lnTo>
                  <a:lnTo>
                    <a:pt x="81229" y="1296835"/>
                  </a:lnTo>
                  <a:lnTo>
                    <a:pt x="62458" y="1296835"/>
                  </a:lnTo>
                  <a:lnTo>
                    <a:pt x="62458" y="1288656"/>
                  </a:lnTo>
                  <a:lnTo>
                    <a:pt x="25488" y="1288656"/>
                  </a:lnTo>
                  <a:lnTo>
                    <a:pt x="25488" y="1232745"/>
                  </a:lnTo>
                  <a:lnTo>
                    <a:pt x="18745" y="1236459"/>
                  </a:lnTo>
                  <a:lnTo>
                    <a:pt x="14325" y="1240967"/>
                  </a:lnTo>
                  <a:lnTo>
                    <a:pt x="7937" y="1252791"/>
                  </a:lnTo>
                  <a:lnTo>
                    <a:pt x="6337" y="1259954"/>
                  </a:lnTo>
                  <a:close/>
                </a:path>
                <a:path w="148590" h="1312545">
                  <a:moveTo>
                    <a:pt x="62458" y="1288656"/>
                  </a:moveTo>
                  <a:lnTo>
                    <a:pt x="62458" y="1296835"/>
                  </a:lnTo>
                  <a:lnTo>
                    <a:pt x="81229" y="1296835"/>
                  </a:lnTo>
                  <a:lnTo>
                    <a:pt x="81229" y="1288656"/>
                  </a:lnTo>
                  <a:lnTo>
                    <a:pt x="62458" y="1288656"/>
                  </a:lnTo>
                  <a:close/>
                </a:path>
                <a:path w="148590" h="1312545">
                  <a:moveTo>
                    <a:pt x="25488" y="1232745"/>
                  </a:moveTo>
                  <a:lnTo>
                    <a:pt x="25488" y="1268310"/>
                  </a:lnTo>
                  <a:lnTo>
                    <a:pt x="26263" y="1264564"/>
                  </a:lnTo>
                  <a:lnTo>
                    <a:pt x="29336" y="1258646"/>
                  </a:lnTo>
                  <a:lnTo>
                    <a:pt x="31483" y="1256436"/>
                  </a:lnTo>
                  <a:lnTo>
                    <a:pt x="34264" y="1255001"/>
                  </a:lnTo>
                  <a:lnTo>
                    <a:pt x="37007" y="1253515"/>
                  </a:lnTo>
                  <a:lnTo>
                    <a:pt x="40208" y="1252778"/>
                  </a:lnTo>
                  <a:lnTo>
                    <a:pt x="47536" y="1252778"/>
                  </a:lnTo>
                  <a:lnTo>
                    <a:pt x="50761" y="1253515"/>
                  </a:lnTo>
                  <a:lnTo>
                    <a:pt x="53581" y="1255001"/>
                  </a:lnTo>
                  <a:lnTo>
                    <a:pt x="56362" y="1256436"/>
                  </a:lnTo>
                  <a:lnTo>
                    <a:pt x="58546" y="1258646"/>
                  </a:lnTo>
                  <a:lnTo>
                    <a:pt x="61683" y="1264526"/>
                  </a:lnTo>
                  <a:lnTo>
                    <a:pt x="62458" y="1268234"/>
                  </a:lnTo>
                  <a:lnTo>
                    <a:pt x="62458" y="1288656"/>
                  </a:lnTo>
                  <a:lnTo>
                    <a:pt x="81229" y="1288656"/>
                  </a:lnTo>
                  <a:lnTo>
                    <a:pt x="81229" y="1260449"/>
                  </a:lnTo>
                  <a:lnTo>
                    <a:pt x="79667" y="1253197"/>
                  </a:lnTo>
                  <a:lnTo>
                    <a:pt x="73393" y="1241183"/>
                  </a:lnTo>
                  <a:lnTo>
                    <a:pt x="68999" y="1236573"/>
                  </a:lnTo>
                  <a:lnTo>
                    <a:pt x="57746" y="1230223"/>
                  </a:lnTo>
                  <a:lnTo>
                    <a:pt x="51257" y="1228636"/>
                  </a:lnTo>
                  <a:lnTo>
                    <a:pt x="36537" y="1228636"/>
                  </a:lnTo>
                  <a:lnTo>
                    <a:pt x="30035" y="1230210"/>
                  </a:lnTo>
                  <a:lnTo>
                    <a:pt x="25488" y="1232745"/>
                  </a:lnTo>
                  <a:close/>
                </a:path>
                <a:path w="148590" h="1312545">
                  <a:moveTo>
                    <a:pt x="34048" y="1187932"/>
                  </a:moveTo>
                  <a:lnTo>
                    <a:pt x="34048" y="1210284"/>
                  </a:lnTo>
                  <a:lnTo>
                    <a:pt x="117170" y="1210284"/>
                  </a:lnTo>
                  <a:lnTo>
                    <a:pt x="117170" y="1187221"/>
                  </a:lnTo>
                  <a:lnTo>
                    <a:pt x="66751" y="1187221"/>
                  </a:lnTo>
                  <a:lnTo>
                    <a:pt x="63753" y="1186472"/>
                  </a:lnTo>
                  <a:lnTo>
                    <a:pt x="52997" y="1173442"/>
                  </a:lnTo>
                  <a:lnTo>
                    <a:pt x="52997" y="1159840"/>
                  </a:lnTo>
                  <a:lnTo>
                    <a:pt x="48552" y="1159840"/>
                  </a:lnTo>
                  <a:lnTo>
                    <a:pt x="48552" y="1187932"/>
                  </a:lnTo>
                  <a:lnTo>
                    <a:pt x="34048" y="1187932"/>
                  </a:lnTo>
                  <a:close/>
                </a:path>
                <a:path w="148590" h="1312545">
                  <a:moveTo>
                    <a:pt x="52997" y="1159840"/>
                  </a:moveTo>
                  <a:lnTo>
                    <a:pt x="52997" y="1166240"/>
                  </a:lnTo>
                  <a:lnTo>
                    <a:pt x="53619" y="1161558"/>
                  </a:lnTo>
                  <a:lnTo>
                    <a:pt x="53619" y="1161831"/>
                  </a:lnTo>
                  <a:lnTo>
                    <a:pt x="53797" y="1160919"/>
                  </a:lnTo>
                  <a:lnTo>
                    <a:pt x="54127" y="1159840"/>
                  </a:lnTo>
                  <a:lnTo>
                    <a:pt x="52997" y="1159840"/>
                  </a:lnTo>
                  <a:close/>
                </a:path>
                <a:path w="148590" h="1312545">
                  <a:moveTo>
                    <a:pt x="32918" y="1164691"/>
                  </a:moveTo>
                  <a:lnTo>
                    <a:pt x="32918" y="1171948"/>
                  </a:lnTo>
                  <a:lnTo>
                    <a:pt x="34188" y="1175867"/>
                  </a:lnTo>
                  <a:lnTo>
                    <a:pt x="39496" y="1183004"/>
                  </a:lnTo>
                  <a:lnTo>
                    <a:pt x="43383" y="1185544"/>
                  </a:lnTo>
                  <a:lnTo>
                    <a:pt x="48552" y="1187068"/>
                  </a:lnTo>
                  <a:lnTo>
                    <a:pt x="48552" y="1159840"/>
                  </a:lnTo>
                  <a:lnTo>
                    <a:pt x="33667" y="1159840"/>
                  </a:lnTo>
                  <a:lnTo>
                    <a:pt x="33413" y="1160856"/>
                  </a:lnTo>
                  <a:lnTo>
                    <a:pt x="33210" y="1162024"/>
                  </a:lnTo>
                  <a:lnTo>
                    <a:pt x="32918" y="1164691"/>
                  </a:lnTo>
                  <a:close/>
                </a:path>
                <a:path w="148590" h="1312545">
                  <a:moveTo>
                    <a:pt x="34048" y="1121295"/>
                  </a:moveTo>
                  <a:lnTo>
                    <a:pt x="34048" y="1144346"/>
                  </a:lnTo>
                  <a:lnTo>
                    <a:pt x="117170" y="1144346"/>
                  </a:lnTo>
                  <a:lnTo>
                    <a:pt x="117170" y="1121295"/>
                  </a:lnTo>
                  <a:lnTo>
                    <a:pt x="34048" y="1121295"/>
                  </a:lnTo>
                  <a:close/>
                </a:path>
                <a:path w="148590" h="1312545">
                  <a:moveTo>
                    <a:pt x="0" y="1129347"/>
                  </a:moveTo>
                  <a:lnTo>
                    <a:pt x="0" y="1136192"/>
                  </a:lnTo>
                  <a:lnTo>
                    <a:pt x="1155" y="1139139"/>
                  </a:lnTo>
                  <a:lnTo>
                    <a:pt x="5740" y="1144003"/>
                  </a:lnTo>
                  <a:lnTo>
                    <a:pt x="8458" y="1145222"/>
                  </a:lnTo>
                  <a:lnTo>
                    <a:pt x="14846" y="1145222"/>
                  </a:lnTo>
                  <a:lnTo>
                    <a:pt x="17614" y="1144003"/>
                  </a:lnTo>
                  <a:lnTo>
                    <a:pt x="19913" y="1141590"/>
                  </a:lnTo>
                  <a:lnTo>
                    <a:pt x="22186" y="1139139"/>
                  </a:lnTo>
                  <a:lnTo>
                    <a:pt x="23329" y="1136192"/>
                  </a:lnTo>
                  <a:lnTo>
                    <a:pt x="23329" y="1129347"/>
                  </a:lnTo>
                  <a:lnTo>
                    <a:pt x="22186" y="1126413"/>
                  </a:lnTo>
                  <a:lnTo>
                    <a:pt x="17614" y="1121549"/>
                  </a:lnTo>
                  <a:lnTo>
                    <a:pt x="14846" y="1120317"/>
                  </a:lnTo>
                  <a:lnTo>
                    <a:pt x="8458" y="1120317"/>
                  </a:lnTo>
                  <a:lnTo>
                    <a:pt x="5740" y="1121549"/>
                  </a:lnTo>
                  <a:lnTo>
                    <a:pt x="3467" y="1124000"/>
                  </a:lnTo>
                  <a:lnTo>
                    <a:pt x="1155" y="1126413"/>
                  </a:lnTo>
                  <a:lnTo>
                    <a:pt x="0" y="1129347"/>
                  </a:lnTo>
                  <a:close/>
                </a:path>
                <a:path w="148590" h="1312545">
                  <a:moveTo>
                    <a:pt x="34048" y="1077277"/>
                  </a:moveTo>
                  <a:lnTo>
                    <a:pt x="34048" y="1099261"/>
                  </a:lnTo>
                  <a:lnTo>
                    <a:pt x="117170" y="1099261"/>
                  </a:lnTo>
                  <a:lnTo>
                    <a:pt x="117170" y="1076197"/>
                  </a:lnTo>
                  <a:lnTo>
                    <a:pt x="64211" y="1076197"/>
                  </a:lnTo>
                  <a:lnTo>
                    <a:pt x="62077" y="1075722"/>
                  </a:lnTo>
                  <a:lnTo>
                    <a:pt x="51955" y="1065237"/>
                  </a:lnTo>
                  <a:lnTo>
                    <a:pt x="51955" y="978560"/>
                  </a:lnTo>
                  <a:lnTo>
                    <a:pt x="48704" y="979697"/>
                  </a:lnTo>
                  <a:lnTo>
                    <a:pt x="48704" y="1077277"/>
                  </a:lnTo>
                  <a:lnTo>
                    <a:pt x="34048" y="1077277"/>
                  </a:lnTo>
                  <a:close/>
                </a:path>
                <a:path w="148590" h="1312545">
                  <a:moveTo>
                    <a:pt x="51955" y="1018527"/>
                  </a:moveTo>
                  <a:lnTo>
                    <a:pt x="51955" y="1058887"/>
                  </a:lnTo>
                  <a:lnTo>
                    <a:pt x="53289" y="1055519"/>
                  </a:lnTo>
                  <a:lnTo>
                    <a:pt x="53289" y="1055718"/>
                  </a:lnTo>
                  <a:lnTo>
                    <a:pt x="55587" y="1053528"/>
                  </a:lnTo>
                  <a:lnTo>
                    <a:pt x="58000" y="1051178"/>
                  </a:lnTo>
                  <a:lnTo>
                    <a:pt x="61252" y="1050010"/>
                  </a:lnTo>
                  <a:lnTo>
                    <a:pt x="117170" y="1050010"/>
                  </a:lnTo>
                  <a:lnTo>
                    <a:pt x="117170" y="1027658"/>
                  </a:lnTo>
                  <a:lnTo>
                    <a:pt x="62077" y="1027658"/>
                  </a:lnTo>
                  <a:lnTo>
                    <a:pt x="58597" y="1026477"/>
                  </a:lnTo>
                  <a:lnTo>
                    <a:pt x="53289" y="1021791"/>
                  </a:lnTo>
                  <a:lnTo>
                    <a:pt x="51955" y="1018527"/>
                  </a:lnTo>
                  <a:close/>
                </a:path>
                <a:path w="148590" h="1312545">
                  <a:moveTo>
                    <a:pt x="51955" y="978560"/>
                  </a:moveTo>
                  <a:lnTo>
                    <a:pt x="51955" y="1010665"/>
                  </a:lnTo>
                  <a:lnTo>
                    <a:pt x="53289" y="1007119"/>
                  </a:lnTo>
                  <a:lnTo>
                    <a:pt x="53289" y="1007404"/>
                  </a:lnTo>
                  <a:lnTo>
                    <a:pt x="57734" y="1002690"/>
                  </a:lnTo>
                  <a:lnTo>
                    <a:pt x="61252" y="1001458"/>
                  </a:lnTo>
                  <a:lnTo>
                    <a:pt x="117170" y="1001458"/>
                  </a:lnTo>
                  <a:lnTo>
                    <a:pt x="117170" y="978458"/>
                  </a:lnTo>
                  <a:lnTo>
                    <a:pt x="51955" y="978560"/>
                  </a:lnTo>
                  <a:close/>
                </a:path>
                <a:path w="148590" h="1312545">
                  <a:moveTo>
                    <a:pt x="32956" y="1047445"/>
                  </a:moveTo>
                  <a:lnTo>
                    <a:pt x="32956" y="1058773"/>
                  </a:lnTo>
                  <a:lnTo>
                    <a:pt x="34048" y="1062522"/>
                  </a:lnTo>
                  <a:lnTo>
                    <a:pt x="48704" y="1076312"/>
                  </a:lnTo>
                  <a:lnTo>
                    <a:pt x="48704" y="1030579"/>
                  </a:lnTo>
                  <a:lnTo>
                    <a:pt x="43941" y="1031895"/>
                  </a:lnTo>
                  <a:lnTo>
                    <a:pt x="40144" y="1034518"/>
                  </a:lnTo>
                  <a:lnTo>
                    <a:pt x="34404" y="1042575"/>
                  </a:lnTo>
                  <a:lnTo>
                    <a:pt x="32956" y="1047445"/>
                  </a:lnTo>
                  <a:close/>
                </a:path>
                <a:path w="148590" h="1312545">
                  <a:moveTo>
                    <a:pt x="32956" y="996899"/>
                  </a:moveTo>
                  <a:lnTo>
                    <a:pt x="32956" y="1010754"/>
                  </a:lnTo>
                  <a:lnTo>
                    <a:pt x="34404" y="1016038"/>
                  </a:lnTo>
                  <a:lnTo>
                    <a:pt x="40144" y="1024953"/>
                  </a:lnTo>
                  <a:lnTo>
                    <a:pt x="43941" y="1028014"/>
                  </a:lnTo>
                  <a:lnTo>
                    <a:pt x="48704" y="1029715"/>
                  </a:lnTo>
                  <a:lnTo>
                    <a:pt x="48704" y="979697"/>
                  </a:lnTo>
                  <a:lnTo>
                    <a:pt x="45275" y="980897"/>
                  </a:lnTo>
                  <a:lnTo>
                    <a:pt x="40373" y="985773"/>
                  </a:lnTo>
                  <a:lnTo>
                    <a:pt x="35432" y="990599"/>
                  </a:lnTo>
                  <a:lnTo>
                    <a:pt x="32956" y="996899"/>
                  </a:lnTo>
                  <a:close/>
                </a:path>
                <a:path w="148590" h="1312545">
                  <a:moveTo>
                    <a:pt x="49796" y="888262"/>
                  </a:moveTo>
                  <a:lnTo>
                    <a:pt x="49796" y="917625"/>
                  </a:lnTo>
                  <a:lnTo>
                    <a:pt x="50723" y="914590"/>
                  </a:lnTo>
                  <a:lnTo>
                    <a:pt x="52603" y="912469"/>
                  </a:lnTo>
                  <a:lnTo>
                    <a:pt x="54482" y="910297"/>
                  </a:lnTo>
                  <a:lnTo>
                    <a:pt x="57137" y="909218"/>
                  </a:lnTo>
                  <a:lnTo>
                    <a:pt x="62649" y="909218"/>
                  </a:lnTo>
                  <a:lnTo>
                    <a:pt x="68745" y="933462"/>
                  </a:lnTo>
                  <a:lnTo>
                    <a:pt x="69430" y="937399"/>
                  </a:lnTo>
                  <a:lnTo>
                    <a:pt x="89331" y="960577"/>
                  </a:lnTo>
                  <a:lnTo>
                    <a:pt x="99453" y="960573"/>
                  </a:lnTo>
                  <a:lnTo>
                    <a:pt x="118745" y="938275"/>
                  </a:lnTo>
                  <a:lnTo>
                    <a:pt x="118745" y="928865"/>
                  </a:lnTo>
                  <a:lnTo>
                    <a:pt x="105638" y="908672"/>
                  </a:lnTo>
                  <a:lnTo>
                    <a:pt x="105638" y="886155"/>
                  </a:lnTo>
                  <a:lnTo>
                    <a:pt x="102831" y="886155"/>
                  </a:lnTo>
                  <a:lnTo>
                    <a:pt x="102831" y="929906"/>
                  </a:lnTo>
                  <a:lnTo>
                    <a:pt x="102019" y="932827"/>
                  </a:lnTo>
                  <a:lnTo>
                    <a:pt x="100393" y="935139"/>
                  </a:lnTo>
                  <a:lnTo>
                    <a:pt x="98729" y="937412"/>
                  </a:lnTo>
                  <a:lnTo>
                    <a:pt x="96329" y="938542"/>
                  </a:lnTo>
                  <a:lnTo>
                    <a:pt x="91033" y="938542"/>
                  </a:lnTo>
                  <a:lnTo>
                    <a:pt x="81775" y="920851"/>
                  </a:lnTo>
                  <a:lnTo>
                    <a:pt x="81254" y="917752"/>
                  </a:lnTo>
                  <a:lnTo>
                    <a:pt x="78638" y="909053"/>
                  </a:lnTo>
                  <a:lnTo>
                    <a:pt x="78638" y="886155"/>
                  </a:lnTo>
                  <a:lnTo>
                    <a:pt x="56159" y="886155"/>
                  </a:lnTo>
                  <a:lnTo>
                    <a:pt x="51917" y="887120"/>
                  </a:lnTo>
                  <a:lnTo>
                    <a:pt x="49796" y="888262"/>
                  </a:lnTo>
                  <a:close/>
                </a:path>
                <a:path w="148590" h="1312545">
                  <a:moveTo>
                    <a:pt x="105638" y="886155"/>
                  </a:moveTo>
                  <a:lnTo>
                    <a:pt x="105638" y="908024"/>
                  </a:lnTo>
                  <a:lnTo>
                    <a:pt x="117170" y="908024"/>
                  </a:lnTo>
                  <a:lnTo>
                    <a:pt x="117170" y="886155"/>
                  </a:lnTo>
                  <a:lnTo>
                    <a:pt x="105638" y="886155"/>
                  </a:lnTo>
                  <a:close/>
                </a:path>
                <a:path w="148590" h="1312545">
                  <a:moveTo>
                    <a:pt x="78638" y="886155"/>
                  </a:moveTo>
                  <a:lnTo>
                    <a:pt x="78638" y="909053"/>
                  </a:lnTo>
                  <a:lnTo>
                    <a:pt x="90385" y="909053"/>
                  </a:lnTo>
                  <a:lnTo>
                    <a:pt x="93002" y="909789"/>
                  </a:lnTo>
                  <a:lnTo>
                    <a:pt x="102831" y="922985"/>
                  </a:lnTo>
                  <a:lnTo>
                    <a:pt x="102831" y="886155"/>
                  </a:lnTo>
                  <a:lnTo>
                    <a:pt x="78638" y="886155"/>
                  </a:lnTo>
                  <a:close/>
                </a:path>
                <a:path w="148590" h="1312545">
                  <a:moveTo>
                    <a:pt x="32956" y="916825"/>
                  </a:moveTo>
                  <a:lnTo>
                    <a:pt x="32956" y="928090"/>
                  </a:lnTo>
                  <a:lnTo>
                    <a:pt x="33972" y="933932"/>
                  </a:lnTo>
                  <a:lnTo>
                    <a:pt x="56629" y="957439"/>
                  </a:lnTo>
                  <a:lnTo>
                    <a:pt x="57137" y="957547"/>
                  </a:lnTo>
                  <a:lnTo>
                    <a:pt x="57645" y="957656"/>
                  </a:lnTo>
                  <a:lnTo>
                    <a:pt x="59372" y="936332"/>
                  </a:lnTo>
                  <a:lnTo>
                    <a:pt x="56629" y="935532"/>
                  </a:lnTo>
                  <a:lnTo>
                    <a:pt x="54482" y="933998"/>
                  </a:lnTo>
                  <a:lnTo>
                    <a:pt x="50723" y="929021"/>
                  </a:lnTo>
                  <a:lnTo>
                    <a:pt x="49796" y="925702"/>
                  </a:lnTo>
                  <a:lnTo>
                    <a:pt x="49796" y="888262"/>
                  </a:lnTo>
                  <a:lnTo>
                    <a:pt x="44818" y="890943"/>
                  </a:lnTo>
                  <a:lnTo>
                    <a:pt x="41884" y="893559"/>
                  </a:lnTo>
                  <a:lnTo>
                    <a:pt x="37337" y="900163"/>
                  </a:lnTo>
                  <a:lnTo>
                    <a:pt x="35661" y="903935"/>
                  </a:lnTo>
                  <a:lnTo>
                    <a:pt x="33502" y="912406"/>
                  </a:lnTo>
                  <a:lnTo>
                    <a:pt x="32956" y="916825"/>
                  </a:lnTo>
                  <a:close/>
                </a:path>
                <a:path w="148590" h="1312545">
                  <a:moveTo>
                    <a:pt x="34048" y="842352"/>
                  </a:moveTo>
                  <a:lnTo>
                    <a:pt x="34048" y="864704"/>
                  </a:lnTo>
                  <a:lnTo>
                    <a:pt x="117170" y="864704"/>
                  </a:lnTo>
                  <a:lnTo>
                    <a:pt x="117170" y="841654"/>
                  </a:lnTo>
                  <a:lnTo>
                    <a:pt x="66751" y="841654"/>
                  </a:lnTo>
                  <a:lnTo>
                    <a:pt x="63753" y="840892"/>
                  </a:lnTo>
                  <a:lnTo>
                    <a:pt x="52997" y="827863"/>
                  </a:lnTo>
                  <a:lnTo>
                    <a:pt x="52997" y="814260"/>
                  </a:lnTo>
                  <a:lnTo>
                    <a:pt x="48552" y="814260"/>
                  </a:lnTo>
                  <a:lnTo>
                    <a:pt x="48552" y="842352"/>
                  </a:lnTo>
                  <a:lnTo>
                    <a:pt x="34048" y="842352"/>
                  </a:lnTo>
                  <a:close/>
                </a:path>
                <a:path w="148590" h="1312545">
                  <a:moveTo>
                    <a:pt x="52997" y="814260"/>
                  </a:moveTo>
                  <a:lnTo>
                    <a:pt x="52997" y="820673"/>
                  </a:lnTo>
                  <a:lnTo>
                    <a:pt x="53619" y="815975"/>
                  </a:lnTo>
                  <a:lnTo>
                    <a:pt x="53619" y="816252"/>
                  </a:lnTo>
                  <a:lnTo>
                    <a:pt x="53797" y="815339"/>
                  </a:lnTo>
                  <a:lnTo>
                    <a:pt x="54127" y="814260"/>
                  </a:lnTo>
                  <a:lnTo>
                    <a:pt x="52997" y="814260"/>
                  </a:lnTo>
                  <a:close/>
                </a:path>
                <a:path w="148590" h="1312545">
                  <a:moveTo>
                    <a:pt x="32918" y="819111"/>
                  </a:moveTo>
                  <a:lnTo>
                    <a:pt x="32918" y="826369"/>
                  </a:lnTo>
                  <a:lnTo>
                    <a:pt x="34188" y="830287"/>
                  </a:lnTo>
                  <a:lnTo>
                    <a:pt x="39496" y="837425"/>
                  </a:lnTo>
                  <a:lnTo>
                    <a:pt x="43383" y="839965"/>
                  </a:lnTo>
                  <a:lnTo>
                    <a:pt x="48552" y="841489"/>
                  </a:lnTo>
                  <a:lnTo>
                    <a:pt x="48552" y="814260"/>
                  </a:lnTo>
                  <a:lnTo>
                    <a:pt x="33667" y="814260"/>
                  </a:lnTo>
                  <a:lnTo>
                    <a:pt x="33413" y="815276"/>
                  </a:lnTo>
                  <a:lnTo>
                    <a:pt x="33210" y="816444"/>
                  </a:lnTo>
                  <a:lnTo>
                    <a:pt x="32918" y="819111"/>
                  </a:lnTo>
                  <a:close/>
                </a:path>
                <a:path w="148590" h="1312545">
                  <a:moveTo>
                    <a:pt x="128752" y="791311"/>
                  </a:moveTo>
                  <a:lnTo>
                    <a:pt x="145580" y="796403"/>
                  </a:lnTo>
                  <a:lnTo>
                    <a:pt x="145961" y="796518"/>
                  </a:lnTo>
                  <a:lnTo>
                    <a:pt x="146646" y="794854"/>
                  </a:lnTo>
                  <a:lnTo>
                    <a:pt x="147205" y="792759"/>
                  </a:lnTo>
                  <a:lnTo>
                    <a:pt x="147637" y="790232"/>
                  </a:lnTo>
                  <a:lnTo>
                    <a:pt x="148107" y="787679"/>
                  </a:lnTo>
                  <a:lnTo>
                    <a:pt x="148348" y="784936"/>
                  </a:lnTo>
                  <a:lnTo>
                    <a:pt x="148348" y="776312"/>
                  </a:lnTo>
                  <a:lnTo>
                    <a:pt x="147421" y="771436"/>
                  </a:lnTo>
                  <a:lnTo>
                    <a:pt x="143776" y="763358"/>
                  </a:lnTo>
                  <a:lnTo>
                    <a:pt x="141198" y="760018"/>
                  </a:lnTo>
                  <a:lnTo>
                    <a:pt x="137845" y="757389"/>
                  </a:lnTo>
                  <a:lnTo>
                    <a:pt x="134518" y="754710"/>
                  </a:lnTo>
                  <a:lnTo>
                    <a:pt x="130632" y="752601"/>
                  </a:lnTo>
                  <a:lnTo>
                    <a:pt x="130175" y="752443"/>
                  </a:lnTo>
                  <a:lnTo>
                    <a:pt x="130175" y="785439"/>
                  </a:lnTo>
                  <a:lnTo>
                    <a:pt x="129666" y="788134"/>
                  </a:lnTo>
                  <a:lnTo>
                    <a:pt x="129666" y="788315"/>
                  </a:lnTo>
                  <a:lnTo>
                    <a:pt x="128752" y="791311"/>
                  </a:lnTo>
                  <a:close/>
                </a:path>
                <a:path w="148590" h="1312545">
                  <a:moveTo>
                    <a:pt x="34048" y="778598"/>
                  </a:moveTo>
                  <a:lnTo>
                    <a:pt x="34048" y="802843"/>
                  </a:lnTo>
                  <a:lnTo>
                    <a:pt x="119545" y="773023"/>
                  </a:lnTo>
                  <a:lnTo>
                    <a:pt x="125666" y="775385"/>
                  </a:lnTo>
                  <a:lnTo>
                    <a:pt x="127507" y="776706"/>
                  </a:lnTo>
                  <a:lnTo>
                    <a:pt x="129666" y="779919"/>
                  </a:lnTo>
                  <a:lnTo>
                    <a:pt x="130175" y="781811"/>
                  </a:lnTo>
                  <a:lnTo>
                    <a:pt x="130175" y="752443"/>
                  </a:lnTo>
                  <a:lnTo>
                    <a:pt x="126149" y="751052"/>
                  </a:lnTo>
                  <a:lnTo>
                    <a:pt x="95084" y="740155"/>
                  </a:lnTo>
                  <a:lnTo>
                    <a:pt x="95084" y="761390"/>
                  </a:lnTo>
                  <a:lnTo>
                    <a:pt x="34048" y="778598"/>
                  </a:lnTo>
                  <a:close/>
                </a:path>
                <a:path w="148590" h="1312545">
                  <a:moveTo>
                    <a:pt x="34048" y="718743"/>
                  </a:moveTo>
                  <a:lnTo>
                    <a:pt x="34048" y="743153"/>
                  </a:lnTo>
                  <a:lnTo>
                    <a:pt x="95084" y="760526"/>
                  </a:lnTo>
                  <a:lnTo>
                    <a:pt x="95084" y="740155"/>
                  </a:lnTo>
                  <a:lnTo>
                    <a:pt x="34048" y="718743"/>
                  </a:lnTo>
                  <a:close/>
                </a:path>
                <a:path w="148590" h="1312545">
                  <a:moveTo>
                    <a:pt x="34048" y="642175"/>
                  </a:moveTo>
                  <a:lnTo>
                    <a:pt x="34048" y="664527"/>
                  </a:lnTo>
                  <a:lnTo>
                    <a:pt x="117170" y="664527"/>
                  </a:lnTo>
                  <a:lnTo>
                    <a:pt x="117170" y="641476"/>
                  </a:lnTo>
                  <a:lnTo>
                    <a:pt x="66751" y="641476"/>
                  </a:lnTo>
                  <a:lnTo>
                    <a:pt x="63753" y="640714"/>
                  </a:lnTo>
                  <a:lnTo>
                    <a:pt x="52997" y="627696"/>
                  </a:lnTo>
                  <a:lnTo>
                    <a:pt x="52997" y="614095"/>
                  </a:lnTo>
                  <a:lnTo>
                    <a:pt x="48552" y="614095"/>
                  </a:lnTo>
                  <a:lnTo>
                    <a:pt x="48552" y="642175"/>
                  </a:lnTo>
                  <a:lnTo>
                    <a:pt x="34048" y="642175"/>
                  </a:lnTo>
                  <a:close/>
                </a:path>
                <a:path w="148590" h="1312545">
                  <a:moveTo>
                    <a:pt x="52997" y="614095"/>
                  </a:moveTo>
                  <a:lnTo>
                    <a:pt x="52997" y="620496"/>
                  </a:lnTo>
                  <a:lnTo>
                    <a:pt x="53619" y="615813"/>
                  </a:lnTo>
                  <a:lnTo>
                    <a:pt x="53619" y="616087"/>
                  </a:lnTo>
                  <a:lnTo>
                    <a:pt x="53797" y="615175"/>
                  </a:lnTo>
                  <a:lnTo>
                    <a:pt x="54127" y="614095"/>
                  </a:lnTo>
                  <a:lnTo>
                    <a:pt x="52997" y="614095"/>
                  </a:lnTo>
                  <a:close/>
                </a:path>
                <a:path w="148590" h="1312545">
                  <a:moveTo>
                    <a:pt x="32918" y="618947"/>
                  </a:moveTo>
                  <a:lnTo>
                    <a:pt x="32918" y="626191"/>
                  </a:lnTo>
                  <a:lnTo>
                    <a:pt x="34188" y="630110"/>
                  </a:lnTo>
                  <a:lnTo>
                    <a:pt x="39496" y="637247"/>
                  </a:lnTo>
                  <a:lnTo>
                    <a:pt x="43383" y="639800"/>
                  </a:lnTo>
                  <a:lnTo>
                    <a:pt x="48552" y="641311"/>
                  </a:lnTo>
                  <a:lnTo>
                    <a:pt x="48552" y="614095"/>
                  </a:lnTo>
                  <a:lnTo>
                    <a:pt x="33667" y="614095"/>
                  </a:lnTo>
                  <a:lnTo>
                    <a:pt x="33413" y="615099"/>
                  </a:lnTo>
                  <a:lnTo>
                    <a:pt x="33210" y="616267"/>
                  </a:lnTo>
                  <a:lnTo>
                    <a:pt x="32918" y="618947"/>
                  </a:lnTo>
                  <a:close/>
                </a:path>
                <a:path w="148590" h="1312545">
                  <a:moveTo>
                    <a:pt x="32956" y="560019"/>
                  </a:moveTo>
                  <a:lnTo>
                    <a:pt x="32956" y="573658"/>
                  </a:lnTo>
                  <a:lnTo>
                    <a:pt x="34759" y="580770"/>
                  </a:lnTo>
                  <a:lnTo>
                    <a:pt x="67221" y="605780"/>
                  </a:lnTo>
                  <a:lnTo>
                    <a:pt x="84747" y="605828"/>
                  </a:lnTo>
                  <a:lnTo>
                    <a:pt x="91947" y="604250"/>
                  </a:lnTo>
                  <a:lnTo>
                    <a:pt x="118795" y="573138"/>
                  </a:lnTo>
                  <a:lnTo>
                    <a:pt x="118795" y="557733"/>
                  </a:lnTo>
                  <a:lnTo>
                    <a:pt x="101587" y="529536"/>
                  </a:lnTo>
                  <a:lnTo>
                    <a:pt x="101587" y="568070"/>
                  </a:lnTo>
                  <a:lnTo>
                    <a:pt x="100774" y="571398"/>
                  </a:lnTo>
                  <a:lnTo>
                    <a:pt x="85674" y="583044"/>
                  </a:lnTo>
                  <a:lnTo>
                    <a:pt x="81508" y="583036"/>
                  </a:lnTo>
                  <a:lnTo>
                    <a:pt x="81508" y="596620"/>
                  </a:lnTo>
                  <a:lnTo>
                    <a:pt x="67221" y="596620"/>
                  </a:lnTo>
                  <a:lnTo>
                    <a:pt x="67221" y="583010"/>
                  </a:lnTo>
                  <a:lnTo>
                    <a:pt x="64693" y="583006"/>
                  </a:lnTo>
                  <a:lnTo>
                    <a:pt x="61937" y="582287"/>
                  </a:lnTo>
                  <a:lnTo>
                    <a:pt x="61721" y="582231"/>
                  </a:lnTo>
                  <a:lnTo>
                    <a:pt x="56337" y="579196"/>
                  </a:lnTo>
                  <a:lnTo>
                    <a:pt x="54190" y="577100"/>
                  </a:lnTo>
                  <a:lnTo>
                    <a:pt x="50977" y="571728"/>
                  </a:lnTo>
                  <a:lnTo>
                    <a:pt x="50164" y="568629"/>
                  </a:lnTo>
                  <a:lnTo>
                    <a:pt x="50164" y="532149"/>
                  </a:lnTo>
                  <a:lnTo>
                    <a:pt x="47015" y="534142"/>
                  </a:lnTo>
                  <a:lnTo>
                    <a:pt x="39954" y="541273"/>
                  </a:lnTo>
                  <a:lnTo>
                    <a:pt x="37337" y="545426"/>
                  </a:lnTo>
                  <a:lnTo>
                    <a:pt x="35610" y="550189"/>
                  </a:lnTo>
                  <a:lnTo>
                    <a:pt x="33845" y="554913"/>
                  </a:lnTo>
                  <a:lnTo>
                    <a:pt x="32956" y="560019"/>
                  </a:lnTo>
                  <a:close/>
                </a:path>
                <a:path w="148590" h="1312545">
                  <a:moveTo>
                    <a:pt x="91947" y="548246"/>
                  </a:moveTo>
                  <a:lnTo>
                    <a:pt x="101587" y="561644"/>
                  </a:lnTo>
                  <a:lnTo>
                    <a:pt x="101587" y="529536"/>
                  </a:lnTo>
                  <a:lnTo>
                    <a:pt x="98475" y="528002"/>
                  </a:lnTo>
                  <a:lnTo>
                    <a:pt x="93357" y="526922"/>
                  </a:lnTo>
                  <a:lnTo>
                    <a:pt x="91947" y="548246"/>
                  </a:lnTo>
                  <a:close/>
                </a:path>
                <a:path w="148590" h="1312545">
                  <a:moveTo>
                    <a:pt x="67221" y="583010"/>
                  </a:moveTo>
                  <a:lnTo>
                    <a:pt x="67221" y="596620"/>
                  </a:lnTo>
                  <a:lnTo>
                    <a:pt x="81508" y="596620"/>
                  </a:lnTo>
                  <a:lnTo>
                    <a:pt x="81508" y="583036"/>
                  </a:lnTo>
                  <a:lnTo>
                    <a:pt x="67221" y="583010"/>
                  </a:lnTo>
                  <a:close/>
                </a:path>
                <a:path w="148590" h="1312545">
                  <a:moveTo>
                    <a:pt x="50164" y="532149"/>
                  </a:moveTo>
                  <a:lnTo>
                    <a:pt x="50164" y="561771"/>
                  </a:lnTo>
                  <a:lnTo>
                    <a:pt x="50977" y="558575"/>
                  </a:lnTo>
                  <a:lnTo>
                    <a:pt x="50977" y="558716"/>
                  </a:lnTo>
                  <a:lnTo>
                    <a:pt x="52387" y="556298"/>
                  </a:lnTo>
                  <a:lnTo>
                    <a:pt x="53835" y="553745"/>
                  </a:lnTo>
                  <a:lnTo>
                    <a:pt x="55829" y="551738"/>
                  </a:lnTo>
                  <a:lnTo>
                    <a:pt x="60959" y="548855"/>
                  </a:lnTo>
                  <a:lnTo>
                    <a:pt x="63893" y="548131"/>
                  </a:lnTo>
                  <a:lnTo>
                    <a:pt x="67221" y="548131"/>
                  </a:lnTo>
                  <a:lnTo>
                    <a:pt x="67221" y="583010"/>
                  </a:lnTo>
                  <a:lnTo>
                    <a:pt x="81508" y="583036"/>
                  </a:lnTo>
                  <a:lnTo>
                    <a:pt x="81508" y="526427"/>
                  </a:lnTo>
                  <a:lnTo>
                    <a:pt x="67436" y="526533"/>
                  </a:lnTo>
                  <a:lnTo>
                    <a:pt x="61937" y="527418"/>
                  </a:lnTo>
                  <a:lnTo>
                    <a:pt x="51358" y="531393"/>
                  </a:lnTo>
                  <a:lnTo>
                    <a:pt x="50164" y="532149"/>
                  </a:lnTo>
                  <a:close/>
                </a:path>
                <a:path w="148590" h="1312545">
                  <a:moveTo>
                    <a:pt x="91897" y="488822"/>
                  </a:moveTo>
                  <a:lnTo>
                    <a:pt x="93090" y="511492"/>
                  </a:lnTo>
                  <a:lnTo>
                    <a:pt x="101028" y="510374"/>
                  </a:lnTo>
                  <a:lnTo>
                    <a:pt x="107302" y="506564"/>
                  </a:lnTo>
                  <a:lnTo>
                    <a:pt x="118795" y="473773"/>
                  </a:lnTo>
                  <a:lnTo>
                    <a:pt x="118795" y="466559"/>
                  </a:lnTo>
                  <a:lnTo>
                    <a:pt x="117652" y="460184"/>
                  </a:lnTo>
                  <a:lnTo>
                    <a:pt x="113080" y="449110"/>
                  </a:lnTo>
                  <a:lnTo>
                    <a:pt x="109867" y="444741"/>
                  </a:lnTo>
                  <a:lnTo>
                    <a:pt x="102184" y="438788"/>
                  </a:lnTo>
                  <a:lnTo>
                    <a:pt x="102184" y="477824"/>
                  </a:lnTo>
                  <a:lnTo>
                    <a:pt x="101409" y="480811"/>
                  </a:lnTo>
                  <a:lnTo>
                    <a:pt x="101409" y="481047"/>
                  </a:lnTo>
                  <a:lnTo>
                    <a:pt x="99580" y="483844"/>
                  </a:lnTo>
                  <a:lnTo>
                    <a:pt x="97815" y="486473"/>
                  </a:lnTo>
                  <a:lnTo>
                    <a:pt x="95249" y="488137"/>
                  </a:lnTo>
                  <a:lnTo>
                    <a:pt x="91897" y="488822"/>
                  </a:lnTo>
                  <a:close/>
                </a:path>
                <a:path w="148590" h="1312545">
                  <a:moveTo>
                    <a:pt x="32956" y="474040"/>
                  </a:moveTo>
                  <a:lnTo>
                    <a:pt x="32956" y="481152"/>
                  </a:lnTo>
                  <a:lnTo>
                    <a:pt x="34010" y="487349"/>
                  </a:lnTo>
                  <a:lnTo>
                    <a:pt x="38188" y="497928"/>
                  </a:lnTo>
                  <a:lnTo>
                    <a:pt x="41173" y="502018"/>
                  </a:lnTo>
                  <a:lnTo>
                    <a:pt x="48894" y="507834"/>
                  </a:lnTo>
                  <a:lnTo>
                    <a:pt x="53492" y="509269"/>
                  </a:lnTo>
                  <a:lnTo>
                    <a:pt x="65036" y="509269"/>
                  </a:lnTo>
                  <a:lnTo>
                    <a:pt x="70142" y="507314"/>
                  </a:lnTo>
                  <a:lnTo>
                    <a:pt x="78155" y="499402"/>
                  </a:lnTo>
                  <a:lnTo>
                    <a:pt x="80962" y="493369"/>
                  </a:lnTo>
                  <a:lnTo>
                    <a:pt x="86182" y="467245"/>
                  </a:lnTo>
                  <a:lnTo>
                    <a:pt x="87223" y="464565"/>
                  </a:lnTo>
                  <a:lnTo>
                    <a:pt x="88595" y="462838"/>
                  </a:lnTo>
                  <a:lnTo>
                    <a:pt x="89928" y="461111"/>
                  </a:lnTo>
                  <a:lnTo>
                    <a:pt x="91643" y="460222"/>
                  </a:lnTo>
                  <a:lnTo>
                    <a:pt x="96227" y="460222"/>
                  </a:lnTo>
                  <a:lnTo>
                    <a:pt x="98259" y="461492"/>
                  </a:lnTo>
                  <a:lnTo>
                    <a:pt x="101409" y="466432"/>
                  </a:lnTo>
                  <a:lnTo>
                    <a:pt x="102184" y="469671"/>
                  </a:lnTo>
                  <a:lnTo>
                    <a:pt x="102184" y="438788"/>
                  </a:lnTo>
                  <a:lnTo>
                    <a:pt x="101638" y="438365"/>
                  </a:lnTo>
                  <a:lnTo>
                    <a:pt x="96862" y="436752"/>
                  </a:lnTo>
                  <a:lnTo>
                    <a:pt x="85420" y="436752"/>
                  </a:lnTo>
                  <a:lnTo>
                    <a:pt x="80581" y="438734"/>
                  </a:lnTo>
                  <a:lnTo>
                    <a:pt x="73228" y="446671"/>
                  </a:lnTo>
                  <a:lnTo>
                    <a:pt x="70561" y="452704"/>
                  </a:lnTo>
                  <a:lnTo>
                    <a:pt x="65862" y="475830"/>
                  </a:lnTo>
                  <a:lnTo>
                    <a:pt x="65036" y="479691"/>
                  </a:lnTo>
                  <a:lnTo>
                    <a:pt x="63931" y="482409"/>
                  </a:lnTo>
                  <a:lnTo>
                    <a:pt x="61188" y="485584"/>
                  </a:lnTo>
                  <a:lnTo>
                    <a:pt x="59512" y="486384"/>
                  </a:lnTo>
                  <a:lnTo>
                    <a:pt x="55041" y="486384"/>
                  </a:lnTo>
                  <a:lnTo>
                    <a:pt x="53060" y="485152"/>
                  </a:lnTo>
                  <a:lnTo>
                    <a:pt x="50101" y="480312"/>
                  </a:lnTo>
                  <a:lnTo>
                    <a:pt x="49301" y="477240"/>
                  </a:lnTo>
                  <a:lnTo>
                    <a:pt x="49301" y="440128"/>
                  </a:lnTo>
                  <a:lnTo>
                    <a:pt x="44056" y="443191"/>
                  </a:lnTo>
                  <a:lnTo>
                    <a:pt x="39611" y="449249"/>
                  </a:lnTo>
                  <a:lnTo>
                    <a:pt x="36701" y="454191"/>
                  </a:lnTo>
                  <a:lnTo>
                    <a:pt x="34621" y="459968"/>
                  </a:lnTo>
                  <a:lnTo>
                    <a:pt x="33373" y="466584"/>
                  </a:lnTo>
                  <a:lnTo>
                    <a:pt x="32956" y="474040"/>
                  </a:lnTo>
                  <a:close/>
                </a:path>
                <a:path w="148590" h="1312545">
                  <a:moveTo>
                    <a:pt x="49301" y="440128"/>
                  </a:moveTo>
                  <a:lnTo>
                    <a:pt x="49301" y="470992"/>
                  </a:lnTo>
                  <a:lnTo>
                    <a:pt x="49758" y="468706"/>
                  </a:lnTo>
                  <a:lnTo>
                    <a:pt x="50660" y="466788"/>
                  </a:lnTo>
                  <a:lnTo>
                    <a:pt x="59042" y="459752"/>
                  </a:lnTo>
                  <a:lnTo>
                    <a:pt x="57746" y="438645"/>
                  </a:lnTo>
                  <a:lnTo>
                    <a:pt x="51523" y="439472"/>
                  </a:lnTo>
                  <a:lnTo>
                    <a:pt x="50660" y="439587"/>
                  </a:lnTo>
                  <a:lnTo>
                    <a:pt x="50101" y="439661"/>
                  </a:lnTo>
                  <a:lnTo>
                    <a:pt x="49301" y="440128"/>
                  </a:lnTo>
                  <a:close/>
                </a:path>
                <a:path w="148590" h="1312545">
                  <a:moveTo>
                    <a:pt x="32956" y="376212"/>
                  </a:moveTo>
                  <a:lnTo>
                    <a:pt x="32956" y="389851"/>
                  </a:lnTo>
                  <a:lnTo>
                    <a:pt x="34759" y="396963"/>
                  </a:lnTo>
                  <a:lnTo>
                    <a:pt x="67221" y="421973"/>
                  </a:lnTo>
                  <a:lnTo>
                    <a:pt x="84747" y="422020"/>
                  </a:lnTo>
                  <a:lnTo>
                    <a:pt x="91947" y="420443"/>
                  </a:lnTo>
                  <a:lnTo>
                    <a:pt x="118795" y="389331"/>
                  </a:lnTo>
                  <a:lnTo>
                    <a:pt x="118795" y="373926"/>
                  </a:lnTo>
                  <a:lnTo>
                    <a:pt x="101587" y="345737"/>
                  </a:lnTo>
                  <a:lnTo>
                    <a:pt x="101587" y="384263"/>
                  </a:lnTo>
                  <a:lnTo>
                    <a:pt x="100774" y="387603"/>
                  </a:lnTo>
                  <a:lnTo>
                    <a:pt x="85674" y="399237"/>
                  </a:lnTo>
                  <a:lnTo>
                    <a:pt x="81508" y="399229"/>
                  </a:lnTo>
                  <a:lnTo>
                    <a:pt x="81508" y="412826"/>
                  </a:lnTo>
                  <a:lnTo>
                    <a:pt x="67221" y="412826"/>
                  </a:lnTo>
                  <a:lnTo>
                    <a:pt x="67221" y="399203"/>
                  </a:lnTo>
                  <a:lnTo>
                    <a:pt x="64693" y="399199"/>
                  </a:lnTo>
                  <a:lnTo>
                    <a:pt x="61937" y="398480"/>
                  </a:lnTo>
                  <a:lnTo>
                    <a:pt x="61721" y="398424"/>
                  </a:lnTo>
                  <a:lnTo>
                    <a:pt x="56337" y="395389"/>
                  </a:lnTo>
                  <a:lnTo>
                    <a:pt x="54190" y="393306"/>
                  </a:lnTo>
                  <a:lnTo>
                    <a:pt x="50977" y="387921"/>
                  </a:lnTo>
                  <a:lnTo>
                    <a:pt x="50164" y="384822"/>
                  </a:lnTo>
                  <a:lnTo>
                    <a:pt x="50164" y="348341"/>
                  </a:lnTo>
                  <a:lnTo>
                    <a:pt x="47015" y="350335"/>
                  </a:lnTo>
                  <a:lnTo>
                    <a:pt x="39954" y="357479"/>
                  </a:lnTo>
                  <a:lnTo>
                    <a:pt x="37337" y="361619"/>
                  </a:lnTo>
                  <a:lnTo>
                    <a:pt x="35610" y="366382"/>
                  </a:lnTo>
                  <a:lnTo>
                    <a:pt x="33845" y="371106"/>
                  </a:lnTo>
                  <a:lnTo>
                    <a:pt x="32956" y="376212"/>
                  </a:lnTo>
                  <a:close/>
                </a:path>
                <a:path w="148590" h="1312545">
                  <a:moveTo>
                    <a:pt x="91947" y="364439"/>
                  </a:moveTo>
                  <a:lnTo>
                    <a:pt x="101587" y="377837"/>
                  </a:lnTo>
                  <a:lnTo>
                    <a:pt x="101587" y="345737"/>
                  </a:lnTo>
                  <a:lnTo>
                    <a:pt x="98691" y="344302"/>
                  </a:lnTo>
                  <a:lnTo>
                    <a:pt x="98475" y="344195"/>
                  </a:lnTo>
                  <a:lnTo>
                    <a:pt x="93357" y="343115"/>
                  </a:lnTo>
                  <a:lnTo>
                    <a:pt x="91947" y="364439"/>
                  </a:lnTo>
                  <a:close/>
                </a:path>
                <a:path w="148590" h="1312545">
                  <a:moveTo>
                    <a:pt x="67221" y="399203"/>
                  </a:moveTo>
                  <a:lnTo>
                    <a:pt x="67221" y="412826"/>
                  </a:lnTo>
                  <a:lnTo>
                    <a:pt x="81508" y="412826"/>
                  </a:lnTo>
                  <a:lnTo>
                    <a:pt x="81508" y="399229"/>
                  </a:lnTo>
                  <a:lnTo>
                    <a:pt x="67221" y="399203"/>
                  </a:lnTo>
                  <a:close/>
                </a:path>
                <a:path w="148590" h="1312545">
                  <a:moveTo>
                    <a:pt x="50164" y="348341"/>
                  </a:moveTo>
                  <a:lnTo>
                    <a:pt x="50164" y="377964"/>
                  </a:lnTo>
                  <a:lnTo>
                    <a:pt x="50977" y="374782"/>
                  </a:lnTo>
                  <a:lnTo>
                    <a:pt x="50977" y="374922"/>
                  </a:lnTo>
                  <a:lnTo>
                    <a:pt x="52387" y="372503"/>
                  </a:lnTo>
                  <a:lnTo>
                    <a:pt x="53835" y="369938"/>
                  </a:lnTo>
                  <a:lnTo>
                    <a:pt x="55829" y="367931"/>
                  </a:lnTo>
                  <a:lnTo>
                    <a:pt x="60959" y="365048"/>
                  </a:lnTo>
                  <a:lnTo>
                    <a:pt x="63893" y="364324"/>
                  </a:lnTo>
                  <a:lnTo>
                    <a:pt x="67221" y="364324"/>
                  </a:lnTo>
                  <a:lnTo>
                    <a:pt x="67221" y="399203"/>
                  </a:lnTo>
                  <a:lnTo>
                    <a:pt x="81508" y="399229"/>
                  </a:lnTo>
                  <a:lnTo>
                    <a:pt x="81508" y="342633"/>
                  </a:lnTo>
                  <a:lnTo>
                    <a:pt x="67436" y="342739"/>
                  </a:lnTo>
                  <a:lnTo>
                    <a:pt x="61937" y="343623"/>
                  </a:lnTo>
                  <a:lnTo>
                    <a:pt x="51358" y="347586"/>
                  </a:lnTo>
                  <a:lnTo>
                    <a:pt x="50164" y="348341"/>
                  </a:lnTo>
                  <a:close/>
                </a:path>
                <a:path w="148590" h="1312545">
                  <a:moveTo>
                    <a:pt x="49796" y="255596"/>
                  </a:moveTo>
                  <a:lnTo>
                    <a:pt x="49796" y="284949"/>
                  </a:lnTo>
                  <a:lnTo>
                    <a:pt x="50723" y="281927"/>
                  </a:lnTo>
                  <a:lnTo>
                    <a:pt x="54482" y="277634"/>
                  </a:lnTo>
                  <a:lnTo>
                    <a:pt x="57137" y="276542"/>
                  </a:lnTo>
                  <a:lnTo>
                    <a:pt x="62649" y="276542"/>
                  </a:lnTo>
                  <a:lnTo>
                    <a:pt x="68745" y="300799"/>
                  </a:lnTo>
                  <a:lnTo>
                    <a:pt x="69430" y="304723"/>
                  </a:lnTo>
                  <a:lnTo>
                    <a:pt x="89331" y="327901"/>
                  </a:lnTo>
                  <a:lnTo>
                    <a:pt x="99453" y="327898"/>
                  </a:lnTo>
                  <a:lnTo>
                    <a:pt x="118745" y="305612"/>
                  </a:lnTo>
                  <a:lnTo>
                    <a:pt x="118745" y="296189"/>
                  </a:lnTo>
                  <a:lnTo>
                    <a:pt x="105638" y="276009"/>
                  </a:lnTo>
                  <a:lnTo>
                    <a:pt x="105638" y="253491"/>
                  </a:lnTo>
                  <a:lnTo>
                    <a:pt x="102831" y="253491"/>
                  </a:lnTo>
                  <a:lnTo>
                    <a:pt x="102831" y="297243"/>
                  </a:lnTo>
                  <a:lnTo>
                    <a:pt x="102019" y="300164"/>
                  </a:lnTo>
                  <a:lnTo>
                    <a:pt x="100393" y="302475"/>
                  </a:lnTo>
                  <a:lnTo>
                    <a:pt x="98729" y="304749"/>
                  </a:lnTo>
                  <a:lnTo>
                    <a:pt x="96329" y="305879"/>
                  </a:lnTo>
                  <a:lnTo>
                    <a:pt x="91033" y="305879"/>
                  </a:lnTo>
                  <a:lnTo>
                    <a:pt x="81775" y="288188"/>
                  </a:lnTo>
                  <a:lnTo>
                    <a:pt x="81254" y="285076"/>
                  </a:lnTo>
                  <a:lnTo>
                    <a:pt x="78638" y="276390"/>
                  </a:lnTo>
                  <a:lnTo>
                    <a:pt x="78638" y="253491"/>
                  </a:lnTo>
                  <a:lnTo>
                    <a:pt x="56159" y="253491"/>
                  </a:lnTo>
                  <a:lnTo>
                    <a:pt x="51917" y="254444"/>
                  </a:lnTo>
                  <a:lnTo>
                    <a:pt x="49796" y="255596"/>
                  </a:lnTo>
                  <a:close/>
                </a:path>
                <a:path w="148590" h="1312545">
                  <a:moveTo>
                    <a:pt x="105638" y="253491"/>
                  </a:moveTo>
                  <a:lnTo>
                    <a:pt x="105638" y="275361"/>
                  </a:lnTo>
                  <a:lnTo>
                    <a:pt x="117170" y="275361"/>
                  </a:lnTo>
                  <a:lnTo>
                    <a:pt x="117170" y="253491"/>
                  </a:lnTo>
                  <a:lnTo>
                    <a:pt x="105638" y="253491"/>
                  </a:lnTo>
                  <a:close/>
                </a:path>
                <a:path w="148590" h="1312545">
                  <a:moveTo>
                    <a:pt x="78638" y="253491"/>
                  </a:moveTo>
                  <a:lnTo>
                    <a:pt x="78638" y="276390"/>
                  </a:lnTo>
                  <a:lnTo>
                    <a:pt x="90385" y="276390"/>
                  </a:lnTo>
                  <a:lnTo>
                    <a:pt x="93002" y="277126"/>
                  </a:lnTo>
                  <a:lnTo>
                    <a:pt x="102831" y="290309"/>
                  </a:lnTo>
                  <a:lnTo>
                    <a:pt x="102831" y="253491"/>
                  </a:lnTo>
                  <a:lnTo>
                    <a:pt x="78638" y="253491"/>
                  </a:lnTo>
                  <a:close/>
                </a:path>
                <a:path w="148590" h="1312545">
                  <a:moveTo>
                    <a:pt x="32956" y="284162"/>
                  </a:moveTo>
                  <a:lnTo>
                    <a:pt x="32956" y="295414"/>
                  </a:lnTo>
                  <a:lnTo>
                    <a:pt x="33972" y="301256"/>
                  </a:lnTo>
                  <a:lnTo>
                    <a:pt x="56629" y="324763"/>
                  </a:lnTo>
                  <a:lnTo>
                    <a:pt x="57137" y="324871"/>
                  </a:lnTo>
                  <a:lnTo>
                    <a:pt x="57645" y="324980"/>
                  </a:lnTo>
                  <a:lnTo>
                    <a:pt x="59372" y="303656"/>
                  </a:lnTo>
                  <a:lnTo>
                    <a:pt x="56629" y="302869"/>
                  </a:lnTo>
                  <a:lnTo>
                    <a:pt x="54482" y="301334"/>
                  </a:lnTo>
                  <a:lnTo>
                    <a:pt x="50723" y="296358"/>
                  </a:lnTo>
                  <a:lnTo>
                    <a:pt x="49796" y="293039"/>
                  </a:lnTo>
                  <a:lnTo>
                    <a:pt x="49796" y="255596"/>
                  </a:lnTo>
                  <a:lnTo>
                    <a:pt x="44818" y="258267"/>
                  </a:lnTo>
                  <a:lnTo>
                    <a:pt x="41884" y="260883"/>
                  </a:lnTo>
                  <a:lnTo>
                    <a:pt x="39611" y="264210"/>
                  </a:lnTo>
                  <a:lnTo>
                    <a:pt x="37337" y="267487"/>
                  </a:lnTo>
                  <a:lnTo>
                    <a:pt x="35661" y="271259"/>
                  </a:lnTo>
                  <a:lnTo>
                    <a:pt x="33502" y="279742"/>
                  </a:lnTo>
                  <a:lnTo>
                    <a:pt x="32956" y="284162"/>
                  </a:lnTo>
                  <a:close/>
                </a:path>
                <a:path w="148590" h="1312545">
                  <a:moveTo>
                    <a:pt x="34048" y="209676"/>
                  </a:moveTo>
                  <a:lnTo>
                    <a:pt x="34048" y="232028"/>
                  </a:lnTo>
                  <a:lnTo>
                    <a:pt x="117170" y="232028"/>
                  </a:lnTo>
                  <a:lnTo>
                    <a:pt x="117170" y="208978"/>
                  </a:lnTo>
                  <a:lnTo>
                    <a:pt x="66751" y="208978"/>
                  </a:lnTo>
                  <a:lnTo>
                    <a:pt x="63753" y="208216"/>
                  </a:lnTo>
                  <a:lnTo>
                    <a:pt x="52997" y="195200"/>
                  </a:lnTo>
                  <a:lnTo>
                    <a:pt x="52997" y="181597"/>
                  </a:lnTo>
                  <a:lnTo>
                    <a:pt x="48552" y="181597"/>
                  </a:lnTo>
                  <a:lnTo>
                    <a:pt x="48552" y="209676"/>
                  </a:lnTo>
                  <a:lnTo>
                    <a:pt x="34048" y="209676"/>
                  </a:lnTo>
                  <a:close/>
                </a:path>
                <a:path w="148590" h="1312545">
                  <a:moveTo>
                    <a:pt x="52997" y="181597"/>
                  </a:moveTo>
                  <a:lnTo>
                    <a:pt x="52997" y="187998"/>
                  </a:lnTo>
                  <a:lnTo>
                    <a:pt x="53619" y="183315"/>
                  </a:lnTo>
                  <a:lnTo>
                    <a:pt x="53619" y="183588"/>
                  </a:lnTo>
                  <a:lnTo>
                    <a:pt x="53797" y="182676"/>
                  </a:lnTo>
                  <a:lnTo>
                    <a:pt x="54127" y="181597"/>
                  </a:lnTo>
                  <a:lnTo>
                    <a:pt x="52997" y="181597"/>
                  </a:lnTo>
                  <a:close/>
                </a:path>
                <a:path w="148590" h="1312545">
                  <a:moveTo>
                    <a:pt x="32918" y="186448"/>
                  </a:moveTo>
                  <a:lnTo>
                    <a:pt x="32918" y="193693"/>
                  </a:lnTo>
                  <a:lnTo>
                    <a:pt x="34188" y="197611"/>
                  </a:lnTo>
                  <a:lnTo>
                    <a:pt x="39496" y="204762"/>
                  </a:lnTo>
                  <a:lnTo>
                    <a:pt x="43383" y="207302"/>
                  </a:lnTo>
                  <a:lnTo>
                    <a:pt x="48552" y="208813"/>
                  </a:lnTo>
                  <a:lnTo>
                    <a:pt x="48552" y="181597"/>
                  </a:lnTo>
                  <a:lnTo>
                    <a:pt x="33667" y="181597"/>
                  </a:lnTo>
                  <a:lnTo>
                    <a:pt x="33413" y="182600"/>
                  </a:lnTo>
                  <a:lnTo>
                    <a:pt x="33210" y="183781"/>
                  </a:lnTo>
                  <a:lnTo>
                    <a:pt x="32918" y="186448"/>
                  </a:lnTo>
                  <a:close/>
                </a:path>
                <a:path w="148590" h="1312545">
                  <a:moveTo>
                    <a:pt x="32956" y="125272"/>
                  </a:moveTo>
                  <a:lnTo>
                    <a:pt x="32956" y="140931"/>
                  </a:lnTo>
                  <a:lnTo>
                    <a:pt x="34785" y="148183"/>
                  </a:lnTo>
                  <a:lnTo>
                    <a:pt x="42036" y="160375"/>
                  </a:lnTo>
                  <a:lnTo>
                    <a:pt x="47066" y="165087"/>
                  </a:lnTo>
                  <a:lnTo>
                    <a:pt x="59943" y="171691"/>
                  </a:lnTo>
                  <a:lnTo>
                    <a:pt x="67411" y="173329"/>
                  </a:lnTo>
                  <a:lnTo>
                    <a:pt x="84340" y="173329"/>
                  </a:lnTo>
                  <a:lnTo>
                    <a:pt x="116992" y="148247"/>
                  </a:lnTo>
                  <a:lnTo>
                    <a:pt x="118795" y="140931"/>
                  </a:lnTo>
                  <a:lnTo>
                    <a:pt x="118795" y="125018"/>
                  </a:lnTo>
                  <a:lnTo>
                    <a:pt x="117436" y="118617"/>
                  </a:lnTo>
                  <a:lnTo>
                    <a:pt x="112026" y="107784"/>
                  </a:lnTo>
                  <a:lnTo>
                    <a:pt x="108280" y="103555"/>
                  </a:lnTo>
                  <a:lnTo>
                    <a:pt x="100558" y="98611"/>
                  </a:lnTo>
                  <a:lnTo>
                    <a:pt x="100558" y="135712"/>
                  </a:lnTo>
                  <a:lnTo>
                    <a:pt x="99580" y="138836"/>
                  </a:lnTo>
                  <a:lnTo>
                    <a:pt x="80911" y="149898"/>
                  </a:lnTo>
                  <a:lnTo>
                    <a:pt x="70370" y="149898"/>
                  </a:lnTo>
                  <a:lnTo>
                    <a:pt x="50926" y="135712"/>
                  </a:lnTo>
                  <a:lnTo>
                    <a:pt x="50926" y="98585"/>
                  </a:lnTo>
                  <a:lnTo>
                    <a:pt x="43243" y="103708"/>
                  </a:lnTo>
                  <a:lnTo>
                    <a:pt x="39547" y="108026"/>
                  </a:lnTo>
                  <a:lnTo>
                    <a:pt x="34277" y="118922"/>
                  </a:lnTo>
                  <a:lnTo>
                    <a:pt x="32956" y="125272"/>
                  </a:lnTo>
                  <a:close/>
                </a:path>
                <a:path w="148590" h="1312545">
                  <a:moveTo>
                    <a:pt x="86702" y="95288"/>
                  </a:moveTo>
                  <a:lnTo>
                    <a:pt x="86702" y="117043"/>
                  </a:lnTo>
                  <a:lnTo>
                    <a:pt x="89141" y="117403"/>
                  </a:lnTo>
                  <a:lnTo>
                    <a:pt x="89623" y="117474"/>
                  </a:lnTo>
                  <a:lnTo>
                    <a:pt x="100558" y="129514"/>
                  </a:lnTo>
                  <a:lnTo>
                    <a:pt x="100558" y="98611"/>
                  </a:lnTo>
                  <a:lnTo>
                    <a:pt x="98640" y="97383"/>
                  </a:lnTo>
                  <a:lnTo>
                    <a:pt x="93052" y="95643"/>
                  </a:lnTo>
                  <a:lnTo>
                    <a:pt x="86702" y="95288"/>
                  </a:lnTo>
                  <a:close/>
                </a:path>
                <a:path w="148590" h="1312545">
                  <a:moveTo>
                    <a:pt x="50926" y="98585"/>
                  </a:moveTo>
                  <a:lnTo>
                    <a:pt x="50926" y="127927"/>
                  </a:lnTo>
                  <a:lnTo>
                    <a:pt x="52209" y="124510"/>
                  </a:lnTo>
                  <a:lnTo>
                    <a:pt x="54775" y="121919"/>
                  </a:lnTo>
                  <a:lnTo>
                    <a:pt x="57302" y="119278"/>
                  </a:lnTo>
                  <a:lnTo>
                    <a:pt x="60629" y="117652"/>
                  </a:lnTo>
                  <a:lnTo>
                    <a:pt x="64782" y="117043"/>
                  </a:lnTo>
                  <a:lnTo>
                    <a:pt x="64782" y="95288"/>
                  </a:lnTo>
                  <a:lnTo>
                    <a:pt x="60629" y="95501"/>
                  </a:lnTo>
                  <a:lnTo>
                    <a:pt x="58356" y="95618"/>
                  </a:lnTo>
                  <a:lnTo>
                    <a:pt x="52768" y="97358"/>
                  </a:lnTo>
                  <a:lnTo>
                    <a:pt x="50926" y="98585"/>
                  </a:lnTo>
                  <a:close/>
                </a:path>
                <a:path w="148590" h="1312545">
                  <a:moveTo>
                    <a:pt x="6337" y="54546"/>
                  </a:moveTo>
                  <a:lnTo>
                    <a:pt x="6337" y="76961"/>
                  </a:lnTo>
                  <a:lnTo>
                    <a:pt x="117170" y="76961"/>
                  </a:lnTo>
                  <a:lnTo>
                    <a:pt x="117170" y="53898"/>
                  </a:lnTo>
                  <a:lnTo>
                    <a:pt x="65544" y="53860"/>
                  </a:lnTo>
                  <a:lnTo>
                    <a:pt x="62496" y="53174"/>
                  </a:lnTo>
                  <a:lnTo>
                    <a:pt x="57403" y="50469"/>
                  </a:lnTo>
                  <a:lnTo>
                    <a:pt x="55460" y="48602"/>
                  </a:lnTo>
                  <a:lnTo>
                    <a:pt x="52781" y="43802"/>
                  </a:lnTo>
                  <a:lnTo>
                    <a:pt x="52171" y="41234"/>
                  </a:lnTo>
                  <a:lnTo>
                    <a:pt x="52171" y="1155"/>
                  </a:lnTo>
                  <a:lnTo>
                    <a:pt x="48704" y="2955"/>
                  </a:lnTo>
                  <a:lnTo>
                    <a:pt x="48704" y="54546"/>
                  </a:lnTo>
                  <a:lnTo>
                    <a:pt x="6337" y="54546"/>
                  </a:lnTo>
                  <a:close/>
                </a:path>
                <a:path w="148590" h="1312545">
                  <a:moveTo>
                    <a:pt x="52171" y="1155"/>
                  </a:moveTo>
                  <a:lnTo>
                    <a:pt x="52171" y="33055"/>
                  </a:lnTo>
                  <a:lnTo>
                    <a:pt x="53543" y="29552"/>
                  </a:lnTo>
                  <a:lnTo>
                    <a:pt x="59245" y="24320"/>
                  </a:lnTo>
                  <a:lnTo>
                    <a:pt x="63233" y="23012"/>
                  </a:lnTo>
                  <a:lnTo>
                    <a:pt x="117170" y="23050"/>
                  </a:lnTo>
                  <a:lnTo>
                    <a:pt x="117170" y="0"/>
                  </a:lnTo>
                  <a:lnTo>
                    <a:pt x="57403" y="35"/>
                  </a:lnTo>
                  <a:lnTo>
                    <a:pt x="52171" y="1155"/>
                  </a:lnTo>
                  <a:close/>
                </a:path>
                <a:path w="148590" h="1312545">
                  <a:moveTo>
                    <a:pt x="32956" y="22961"/>
                  </a:moveTo>
                  <a:lnTo>
                    <a:pt x="32956" y="35051"/>
                  </a:lnTo>
                  <a:lnTo>
                    <a:pt x="34366" y="40297"/>
                  </a:lnTo>
                  <a:lnTo>
                    <a:pt x="37185" y="44488"/>
                  </a:lnTo>
                  <a:lnTo>
                    <a:pt x="39954" y="48666"/>
                  </a:lnTo>
                  <a:lnTo>
                    <a:pt x="43802" y="51701"/>
                  </a:lnTo>
                  <a:lnTo>
                    <a:pt x="48704" y="53581"/>
                  </a:lnTo>
                  <a:lnTo>
                    <a:pt x="48704" y="2955"/>
                  </a:lnTo>
                  <a:lnTo>
                    <a:pt x="42824" y="5956"/>
                  </a:lnTo>
                  <a:lnTo>
                    <a:pt x="39242" y="9309"/>
                  </a:lnTo>
                  <a:lnTo>
                    <a:pt x="36753" y="13639"/>
                  </a:lnTo>
                  <a:lnTo>
                    <a:pt x="34226" y="17932"/>
                  </a:lnTo>
                  <a:lnTo>
                    <a:pt x="32956" y="229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97497" y="4565713"/>
              <a:ext cx="4250690" cy="220979"/>
            </a:xfrm>
            <a:custGeom>
              <a:avLst/>
              <a:gdLst/>
              <a:ahLst/>
              <a:cxnLst/>
              <a:rect l="l" t="t" r="r" b="b"/>
              <a:pathLst>
                <a:path w="4250690" h="220979">
                  <a:moveTo>
                    <a:pt x="484301" y="0"/>
                  </a:moveTo>
                  <a:lnTo>
                    <a:pt x="0" y="0"/>
                  </a:lnTo>
                  <a:lnTo>
                    <a:pt x="0" y="220929"/>
                  </a:lnTo>
                  <a:lnTo>
                    <a:pt x="484301" y="220929"/>
                  </a:lnTo>
                  <a:lnTo>
                    <a:pt x="484301" y="0"/>
                  </a:lnTo>
                  <a:close/>
                </a:path>
                <a:path w="4250690" h="220979">
                  <a:moveTo>
                    <a:pt x="1434909" y="0"/>
                  </a:moveTo>
                  <a:lnTo>
                    <a:pt x="484314" y="0"/>
                  </a:lnTo>
                  <a:lnTo>
                    <a:pt x="484314" y="220929"/>
                  </a:lnTo>
                  <a:lnTo>
                    <a:pt x="1434909" y="220929"/>
                  </a:lnTo>
                  <a:lnTo>
                    <a:pt x="1434909" y="0"/>
                  </a:lnTo>
                  <a:close/>
                </a:path>
                <a:path w="4250690" h="220979">
                  <a:moveTo>
                    <a:pt x="4250093" y="0"/>
                  </a:moveTo>
                  <a:lnTo>
                    <a:pt x="3102483" y="0"/>
                  </a:lnTo>
                  <a:lnTo>
                    <a:pt x="2386812" y="0"/>
                  </a:lnTo>
                  <a:lnTo>
                    <a:pt x="1434947" y="0"/>
                  </a:lnTo>
                  <a:lnTo>
                    <a:pt x="1434947" y="220929"/>
                  </a:lnTo>
                  <a:lnTo>
                    <a:pt x="2386812" y="220929"/>
                  </a:lnTo>
                  <a:lnTo>
                    <a:pt x="3102470" y="220929"/>
                  </a:lnTo>
                  <a:lnTo>
                    <a:pt x="4250093" y="220929"/>
                  </a:lnTo>
                  <a:lnTo>
                    <a:pt x="4250093" y="0"/>
                  </a:lnTo>
                  <a:close/>
                </a:path>
              </a:pathLst>
            </a:custGeom>
            <a:solidFill>
              <a:srgbClr val="E765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7501" y="4786617"/>
              <a:ext cx="484505" cy="556260"/>
            </a:xfrm>
            <a:custGeom>
              <a:avLst/>
              <a:gdLst/>
              <a:ahLst/>
              <a:cxnLst/>
              <a:rect l="l" t="t" r="r" b="b"/>
              <a:pathLst>
                <a:path w="484505" h="556260">
                  <a:moveTo>
                    <a:pt x="484301" y="556145"/>
                  </a:moveTo>
                  <a:lnTo>
                    <a:pt x="0" y="556145"/>
                  </a:lnTo>
                  <a:lnTo>
                    <a:pt x="0" y="0"/>
                  </a:lnTo>
                  <a:lnTo>
                    <a:pt x="484301" y="0"/>
                  </a:lnTo>
                  <a:lnTo>
                    <a:pt x="484301" y="5561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81811" y="4786617"/>
              <a:ext cx="3766185" cy="556260"/>
            </a:xfrm>
            <a:custGeom>
              <a:avLst/>
              <a:gdLst/>
              <a:ahLst/>
              <a:cxnLst/>
              <a:rect l="l" t="t" r="r" b="b"/>
              <a:pathLst>
                <a:path w="3766185" h="556260">
                  <a:moveTo>
                    <a:pt x="950595" y="0"/>
                  </a:moveTo>
                  <a:lnTo>
                    <a:pt x="0" y="0"/>
                  </a:lnTo>
                  <a:lnTo>
                    <a:pt x="0" y="556145"/>
                  </a:lnTo>
                  <a:lnTo>
                    <a:pt x="950595" y="556145"/>
                  </a:lnTo>
                  <a:lnTo>
                    <a:pt x="950595" y="0"/>
                  </a:lnTo>
                  <a:close/>
                </a:path>
                <a:path w="3766185" h="556260">
                  <a:moveTo>
                    <a:pt x="3765778" y="0"/>
                  </a:moveTo>
                  <a:lnTo>
                    <a:pt x="2618168" y="0"/>
                  </a:lnTo>
                  <a:lnTo>
                    <a:pt x="1902498" y="0"/>
                  </a:lnTo>
                  <a:lnTo>
                    <a:pt x="950633" y="0"/>
                  </a:lnTo>
                  <a:lnTo>
                    <a:pt x="950633" y="556145"/>
                  </a:lnTo>
                  <a:lnTo>
                    <a:pt x="1902498" y="556145"/>
                  </a:lnTo>
                  <a:lnTo>
                    <a:pt x="2618155" y="556145"/>
                  </a:lnTo>
                  <a:lnTo>
                    <a:pt x="3765778" y="556145"/>
                  </a:lnTo>
                  <a:lnTo>
                    <a:pt x="3765778" y="0"/>
                  </a:lnTo>
                  <a:close/>
                </a:path>
              </a:pathLst>
            </a:custGeom>
            <a:solidFill>
              <a:srgbClr val="FBE3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97501" y="5342725"/>
              <a:ext cx="484505" cy="739140"/>
            </a:xfrm>
            <a:custGeom>
              <a:avLst/>
              <a:gdLst/>
              <a:ahLst/>
              <a:cxnLst/>
              <a:rect l="l" t="t" r="r" b="b"/>
              <a:pathLst>
                <a:path w="484505" h="739139">
                  <a:moveTo>
                    <a:pt x="484301" y="738987"/>
                  </a:moveTo>
                  <a:lnTo>
                    <a:pt x="0" y="738987"/>
                  </a:lnTo>
                  <a:lnTo>
                    <a:pt x="0" y="0"/>
                  </a:lnTo>
                  <a:lnTo>
                    <a:pt x="484301" y="0"/>
                  </a:lnTo>
                  <a:lnTo>
                    <a:pt x="484301" y="7389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8950" y="4559300"/>
              <a:ext cx="4267200" cy="1524635"/>
            </a:xfrm>
            <a:custGeom>
              <a:avLst/>
              <a:gdLst/>
              <a:ahLst/>
              <a:cxnLst/>
              <a:rect l="l" t="t" r="r" b="b"/>
              <a:pathLst>
                <a:path w="4267200" h="1524635">
                  <a:moveTo>
                    <a:pt x="4267187" y="1524000"/>
                  </a:moveTo>
                  <a:lnTo>
                    <a:pt x="4264990" y="0"/>
                  </a:lnTo>
                  <a:lnTo>
                    <a:pt x="4258640" y="0"/>
                  </a:lnTo>
                  <a:lnTo>
                    <a:pt x="4253408" y="12"/>
                  </a:lnTo>
                  <a:lnTo>
                    <a:pt x="4253408" y="777125"/>
                  </a:lnTo>
                  <a:lnTo>
                    <a:pt x="13766" y="777125"/>
                  </a:lnTo>
                  <a:lnTo>
                    <a:pt x="14554" y="233692"/>
                  </a:lnTo>
                  <a:lnTo>
                    <a:pt x="4252620" y="233692"/>
                  </a:lnTo>
                  <a:lnTo>
                    <a:pt x="4253408" y="777125"/>
                  </a:lnTo>
                  <a:lnTo>
                    <a:pt x="4253408" y="12"/>
                  </a:lnTo>
                  <a:lnTo>
                    <a:pt x="4252290" y="12"/>
                  </a:lnTo>
                  <a:lnTo>
                    <a:pt x="4252607" y="220992"/>
                  </a:lnTo>
                  <a:lnTo>
                    <a:pt x="14566" y="220992"/>
                  </a:lnTo>
                  <a:lnTo>
                    <a:pt x="14897" y="12"/>
                  </a:lnTo>
                  <a:lnTo>
                    <a:pt x="8547" y="0"/>
                  </a:lnTo>
                  <a:lnTo>
                    <a:pt x="2197" y="0"/>
                  </a:lnTo>
                  <a:lnTo>
                    <a:pt x="0" y="1524000"/>
                  </a:lnTo>
                  <a:lnTo>
                    <a:pt x="12700" y="1524012"/>
                  </a:lnTo>
                  <a:lnTo>
                    <a:pt x="13754" y="789825"/>
                  </a:lnTo>
                  <a:lnTo>
                    <a:pt x="4253420" y="789825"/>
                  </a:lnTo>
                  <a:lnTo>
                    <a:pt x="4254487" y="1524012"/>
                  </a:lnTo>
                  <a:lnTo>
                    <a:pt x="4267187" y="1524000"/>
                  </a:lnTo>
                  <a:close/>
                </a:path>
              </a:pathLst>
            </a:custGeom>
            <a:solidFill>
              <a:srgbClr val="A02B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8065" y="4628083"/>
              <a:ext cx="974890" cy="12346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958081" y="4616653"/>
              <a:ext cx="628650" cy="157480"/>
            </a:xfrm>
            <a:custGeom>
              <a:avLst/>
              <a:gdLst/>
              <a:ahLst/>
              <a:cxnLst/>
              <a:rect l="l" t="t" r="r" b="b"/>
              <a:pathLst>
                <a:path w="628650" h="157479">
                  <a:moveTo>
                    <a:pt x="54927" y="5092"/>
                  </a:moveTo>
                  <a:lnTo>
                    <a:pt x="15740" y="20848"/>
                  </a:lnTo>
                  <a:lnTo>
                    <a:pt x="452" y="56119"/>
                  </a:lnTo>
                  <a:lnTo>
                    <a:pt x="0" y="65354"/>
                  </a:lnTo>
                  <a:lnTo>
                    <a:pt x="406" y="73634"/>
                  </a:lnTo>
                  <a:lnTo>
                    <a:pt x="15803" y="109870"/>
                  </a:lnTo>
                  <a:lnTo>
                    <a:pt x="54927" y="125603"/>
                  </a:lnTo>
                  <a:lnTo>
                    <a:pt x="62497" y="125162"/>
                  </a:lnTo>
                  <a:lnTo>
                    <a:pt x="98651" y="104329"/>
                  </a:lnTo>
                  <a:lnTo>
                    <a:pt x="99061" y="103670"/>
                  </a:lnTo>
                  <a:lnTo>
                    <a:pt x="48933" y="103670"/>
                  </a:lnTo>
                  <a:lnTo>
                    <a:pt x="43700" y="102196"/>
                  </a:lnTo>
                  <a:lnTo>
                    <a:pt x="34772" y="96316"/>
                  </a:lnTo>
                  <a:lnTo>
                    <a:pt x="31292" y="91998"/>
                  </a:lnTo>
                  <a:lnTo>
                    <a:pt x="26365" y="80619"/>
                  </a:lnTo>
                  <a:lnTo>
                    <a:pt x="25146" y="73634"/>
                  </a:lnTo>
                  <a:lnTo>
                    <a:pt x="25146" y="57061"/>
                  </a:lnTo>
                  <a:lnTo>
                    <a:pt x="48933" y="27038"/>
                  </a:lnTo>
                  <a:lnTo>
                    <a:pt x="99064" y="27038"/>
                  </a:lnTo>
                  <a:lnTo>
                    <a:pt x="98651" y="26376"/>
                  </a:lnTo>
                  <a:lnTo>
                    <a:pt x="62497" y="5537"/>
                  </a:lnTo>
                  <a:lnTo>
                    <a:pt x="54927" y="5092"/>
                  </a:lnTo>
                  <a:close/>
                </a:path>
                <a:path w="628650" h="157479">
                  <a:moveTo>
                    <a:pt x="99064" y="27038"/>
                  </a:moveTo>
                  <a:lnTo>
                    <a:pt x="60921" y="27038"/>
                  </a:lnTo>
                  <a:lnTo>
                    <a:pt x="66154" y="28498"/>
                  </a:lnTo>
                  <a:lnTo>
                    <a:pt x="75095" y="34378"/>
                  </a:lnTo>
                  <a:lnTo>
                    <a:pt x="78549" y="38696"/>
                  </a:lnTo>
                  <a:lnTo>
                    <a:pt x="80987" y="44386"/>
                  </a:lnTo>
                  <a:lnTo>
                    <a:pt x="83477" y="50076"/>
                  </a:lnTo>
                  <a:lnTo>
                    <a:pt x="84721" y="57061"/>
                  </a:lnTo>
                  <a:lnTo>
                    <a:pt x="84721" y="73634"/>
                  </a:lnTo>
                  <a:lnTo>
                    <a:pt x="83477" y="80619"/>
                  </a:lnTo>
                  <a:lnTo>
                    <a:pt x="80987" y="86309"/>
                  </a:lnTo>
                  <a:lnTo>
                    <a:pt x="78549" y="91998"/>
                  </a:lnTo>
                  <a:lnTo>
                    <a:pt x="75095" y="96316"/>
                  </a:lnTo>
                  <a:lnTo>
                    <a:pt x="66154" y="102196"/>
                  </a:lnTo>
                  <a:lnTo>
                    <a:pt x="60921" y="103670"/>
                  </a:lnTo>
                  <a:lnTo>
                    <a:pt x="99061" y="103670"/>
                  </a:lnTo>
                  <a:lnTo>
                    <a:pt x="109855" y="65354"/>
                  </a:lnTo>
                  <a:lnTo>
                    <a:pt x="109448" y="57061"/>
                  </a:lnTo>
                  <a:lnTo>
                    <a:pt x="109402" y="56119"/>
                  </a:lnTo>
                  <a:lnTo>
                    <a:pt x="108042" y="47599"/>
                  </a:lnTo>
                  <a:lnTo>
                    <a:pt x="105772" y="39793"/>
                  </a:lnTo>
                  <a:lnTo>
                    <a:pt x="102590" y="32702"/>
                  </a:lnTo>
                  <a:lnTo>
                    <a:pt x="99064" y="27038"/>
                  </a:lnTo>
                  <a:close/>
                </a:path>
                <a:path w="628650" h="157479">
                  <a:moveTo>
                    <a:pt x="157476" y="89941"/>
                  </a:moveTo>
                  <a:lnTo>
                    <a:pt x="132816" y="89941"/>
                  </a:lnTo>
                  <a:lnTo>
                    <a:pt x="132816" y="156997"/>
                  </a:lnTo>
                  <a:lnTo>
                    <a:pt x="157213" y="156997"/>
                  </a:lnTo>
                  <a:lnTo>
                    <a:pt x="157213" y="109918"/>
                  </a:lnTo>
                  <a:lnTo>
                    <a:pt x="211563" y="109918"/>
                  </a:lnTo>
                  <a:lnTo>
                    <a:pt x="213376" y="106019"/>
                  </a:lnTo>
                  <a:lnTo>
                    <a:pt x="171272" y="106019"/>
                  </a:lnTo>
                  <a:lnTo>
                    <a:pt x="168039" y="104990"/>
                  </a:lnTo>
                  <a:lnTo>
                    <a:pt x="165121" y="102755"/>
                  </a:lnTo>
                  <a:lnTo>
                    <a:pt x="162420" y="100634"/>
                  </a:lnTo>
                  <a:lnTo>
                    <a:pt x="160324" y="97599"/>
                  </a:lnTo>
                  <a:lnTo>
                    <a:pt x="157476" y="89941"/>
                  </a:lnTo>
                  <a:close/>
                </a:path>
                <a:path w="628650" h="157479">
                  <a:moveTo>
                    <a:pt x="211563" y="109918"/>
                  </a:moveTo>
                  <a:lnTo>
                    <a:pt x="157962" y="109918"/>
                  </a:lnTo>
                  <a:lnTo>
                    <a:pt x="159067" y="112356"/>
                  </a:lnTo>
                  <a:lnTo>
                    <a:pt x="178193" y="125437"/>
                  </a:lnTo>
                  <a:lnTo>
                    <a:pt x="189611" y="125437"/>
                  </a:lnTo>
                  <a:lnTo>
                    <a:pt x="195643" y="123710"/>
                  </a:lnTo>
                  <a:lnTo>
                    <a:pt x="206451" y="116801"/>
                  </a:lnTo>
                  <a:lnTo>
                    <a:pt x="210731" y="111709"/>
                  </a:lnTo>
                  <a:lnTo>
                    <a:pt x="211563" y="109918"/>
                  </a:lnTo>
                  <a:close/>
                </a:path>
                <a:path w="628650" h="157479">
                  <a:moveTo>
                    <a:pt x="218617" y="89941"/>
                  </a:moveTo>
                  <a:lnTo>
                    <a:pt x="192873" y="89941"/>
                  </a:lnTo>
                  <a:lnTo>
                    <a:pt x="190028" y="97599"/>
                  </a:lnTo>
                  <a:lnTo>
                    <a:pt x="187898" y="100634"/>
                  </a:lnTo>
                  <a:lnTo>
                    <a:pt x="185280" y="102755"/>
                  </a:lnTo>
                  <a:lnTo>
                    <a:pt x="182329" y="104990"/>
                  </a:lnTo>
                  <a:lnTo>
                    <a:pt x="179171" y="106019"/>
                  </a:lnTo>
                  <a:lnTo>
                    <a:pt x="213376" y="106019"/>
                  </a:lnTo>
                  <a:lnTo>
                    <a:pt x="217030" y="98234"/>
                  </a:lnTo>
                  <a:lnTo>
                    <a:pt x="218617" y="89941"/>
                  </a:lnTo>
                  <a:close/>
                </a:path>
                <a:path w="628650" h="157479">
                  <a:moveTo>
                    <a:pt x="192920" y="89814"/>
                  </a:moveTo>
                  <a:lnTo>
                    <a:pt x="157429" y="89814"/>
                  </a:lnTo>
                  <a:lnTo>
                    <a:pt x="192873" y="89941"/>
                  </a:lnTo>
                  <a:close/>
                </a:path>
                <a:path w="628650" h="157479">
                  <a:moveTo>
                    <a:pt x="156870" y="36029"/>
                  </a:moveTo>
                  <a:lnTo>
                    <a:pt x="132816" y="36029"/>
                  </a:lnTo>
                  <a:lnTo>
                    <a:pt x="132816" y="89814"/>
                  </a:lnTo>
                  <a:lnTo>
                    <a:pt x="157429" y="89814"/>
                  </a:lnTo>
                  <a:lnTo>
                    <a:pt x="156692" y="85242"/>
                  </a:lnTo>
                  <a:lnTo>
                    <a:pt x="156692" y="74777"/>
                  </a:lnTo>
                  <a:lnTo>
                    <a:pt x="171234" y="54292"/>
                  </a:lnTo>
                  <a:lnTo>
                    <a:pt x="213404" y="54292"/>
                  </a:lnTo>
                  <a:lnTo>
                    <a:pt x="211724" y="50800"/>
                  </a:lnTo>
                  <a:lnTo>
                    <a:pt x="156870" y="50800"/>
                  </a:lnTo>
                  <a:lnTo>
                    <a:pt x="156870" y="36029"/>
                  </a:lnTo>
                  <a:close/>
                </a:path>
                <a:path w="628650" h="157479">
                  <a:moveTo>
                    <a:pt x="213404" y="54292"/>
                  </a:moveTo>
                  <a:lnTo>
                    <a:pt x="179209" y="54292"/>
                  </a:lnTo>
                  <a:lnTo>
                    <a:pt x="182587" y="55384"/>
                  </a:lnTo>
                  <a:lnTo>
                    <a:pt x="188087" y="59740"/>
                  </a:lnTo>
                  <a:lnTo>
                    <a:pt x="193682" y="85242"/>
                  </a:lnTo>
                  <a:lnTo>
                    <a:pt x="192976" y="89662"/>
                  </a:lnTo>
                  <a:lnTo>
                    <a:pt x="192920" y="89814"/>
                  </a:lnTo>
                  <a:lnTo>
                    <a:pt x="218617" y="89814"/>
                  </a:lnTo>
                  <a:lnTo>
                    <a:pt x="218617" y="80124"/>
                  </a:lnTo>
                  <a:lnTo>
                    <a:pt x="218399" y="74930"/>
                  </a:lnTo>
                  <a:lnTo>
                    <a:pt x="218313" y="72887"/>
                  </a:lnTo>
                  <a:lnTo>
                    <a:pt x="217398" y="66286"/>
                  </a:lnTo>
                  <a:lnTo>
                    <a:pt x="215874" y="60320"/>
                  </a:lnTo>
                  <a:lnTo>
                    <a:pt x="213741" y="54991"/>
                  </a:lnTo>
                  <a:lnTo>
                    <a:pt x="213404" y="54292"/>
                  </a:lnTo>
                  <a:close/>
                </a:path>
                <a:path w="628650" h="157479">
                  <a:moveTo>
                    <a:pt x="189407" y="34886"/>
                  </a:moveTo>
                  <a:lnTo>
                    <a:pt x="178066" y="34886"/>
                  </a:lnTo>
                  <a:lnTo>
                    <a:pt x="173939" y="35725"/>
                  </a:lnTo>
                  <a:lnTo>
                    <a:pt x="167335" y="39039"/>
                  </a:lnTo>
                  <a:lnTo>
                    <a:pt x="164655" y="41109"/>
                  </a:lnTo>
                  <a:lnTo>
                    <a:pt x="160578" y="46024"/>
                  </a:lnTo>
                  <a:lnTo>
                    <a:pt x="159143" y="48260"/>
                  </a:lnTo>
                  <a:lnTo>
                    <a:pt x="159029" y="48437"/>
                  </a:lnTo>
                  <a:lnTo>
                    <a:pt x="157962" y="50800"/>
                  </a:lnTo>
                  <a:lnTo>
                    <a:pt x="211724" y="50800"/>
                  </a:lnTo>
                  <a:lnTo>
                    <a:pt x="210588" y="48437"/>
                  </a:lnTo>
                  <a:lnTo>
                    <a:pt x="210502" y="48260"/>
                  </a:lnTo>
                  <a:lnTo>
                    <a:pt x="206171" y="43243"/>
                  </a:lnTo>
                  <a:lnTo>
                    <a:pt x="195326" y="36563"/>
                  </a:lnTo>
                  <a:lnTo>
                    <a:pt x="189407" y="34886"/>
                  </a:lnTo>
                  <a:close/>
                </a:path>
                <a:path w="628650" h="157479">
                  <a:moveTo>
                    <a:pt x="264325" y="36029"/>
                  </a:moveTo>
                  <a:lnTo>
                    <a:pt x="239915" y="36029"/>
                  </a:lnTo>
                  <a:lnTo>
                    <a:pt x="239915" y="124002"/>
                  </a:lnTo>
                  <a:lnTo>
                    <a:pt x="264325" y="124002"/>
                  </a:lnTo>
                  <a:lnTo>
                    <a:pt x="264325" y="36029"/>
                  </a:lnTo>
                  <a:close/>
                </a:path>
                <a:path w="628650" h="157479">
                  <a:moveTo>
                    <a:pt x="255803" y="0"/>
                  </a:moveTo>
                  <a:lnTo>
                    <a:pt x="248551" y="0"/>
                  </a:lnTo>
                  <a:lnTo>
                    <a:pt x="245440" y="1219"/>
                  </a:lnTo>
                  <a:lnTo>
                    <a:pt x="240284" y="6070"/>
                  </a:lnTo>
                  <a:lnTo>
                    <a:pt x="239001" y="8953"/>
                  </a:lnTo>
                  <a:lnTo>
                    <a:pt x="239001" y="15709"/>
                  </a:lnTo>
                  <a:lnTo>
                    <a:pt x="240284" y="18630"/>
                  </a:lnTo>
                  <a:lnTo>
                    <a:pt x="242836" y="21082"/>
                  </a:lnTo>
                  <a:lnTo>
                    <a:pt x="245440" y="23482"/>
                  </a:lnTo>
                  <a:lnTo>
                    <a:pt x="248551" y="24688"/>
                  </a:lnTo>
                  <a:lnTo>
                    <a:pt x="255803" y="24688"/>
                  </a:lnTo>
                  <a:lnTo>
                    <a:pt x="258902" y="23482"/>
                  </a:lnTo>
                  <a:lnTo>
                    <a:pt x="264058" y="18630"/>
                  </a:lnTo>
                  <a:lnTo>
                    <a:pt x="265353" y="15709"/>
                  </a:lnTo>
                  <a:lnTo>
                    <a:pt x="265353" y="8953"/>
                  </a:lnTo>
                  <a:lnTo>
                    <a:pt x="264058" y="6070"/>
                  </a:lnTo>
                  <a:lnTo>
                    <a:pt x="261454" y="3670"/>
                  </a:lnTo>
                  <a:lnTo>
                    <a:pt x="258902" y="1219"/>
                  </a:lnTo>
                  <a:lnTo>
                    <a:pt x="255803" y="0"/>
                  </a:lnTo>
                  <a:close/>
                </a:path>
                <a:path w="628650" h="157479">
                  <a:moveTo>
                    <a:pt x="312166" y="36029"/>
                  </a:moveTo>
                  <a:lnTo>
                    <a:pt x="288912" y="36029"/>
                  </a:lnTo>
                  <a:lnTo>
                    <a:pt x="288912" y="124002"/>
                  </a:lnTo>
                  <a:lnTo>
                    <a:pt x="313309" y="124002"/>
                  </a:lnTo>
                  <a:lnTo>
                    <a:pt x="313347" y="69367"/>
                  </a:lnTo>
                  <a:lnTo>
                    <a:pt x="314045" y="66128"/>
                  </a:lnTo>
                  <a:lnTo>
                    <a:pt x="316839" y="60756"/>
                  </a:lnTo>
                  <a:lnTo>
                    <a:pt x="318782" y="58686"/>
                  </a:lnTo>
                  <a:lnTo>
                    <a:pt x="323786" y="55867"/>
                  </a:lnTo>
                  <a:lnTo>
                    <a:pt x="326227" y="55270"/>
                  </a:lnTo>
                  <a:lnTo>
                    <a:pt x="368744" y="55270"/>
                  </a:lnTo>
                  <a:lnTo>
                    <a:pt x="366852" y="51549"/>
                  </a:lnTo>
                  <a:lnTo>
                    <a:pt x="312166" y="51549"/>
                  </a:lnTo>
                  <a:lnTo>
                    <a:pt x="312166" y="36029"/>
                  </a:lnTo>
                  <a:close/>
                </a:path>
                <a:path w="628650" h="157479">
                  <a:moveTo>
                    <a:pt x="368744" y="55270"/>
                  </a:moveTo>
                  <a:lnTo>
                    <a:pt x="335148" y="55270"/>
                  </a:lnTo>
                  <a:lnTo>
                    <a:pt x="338696" y="56680"/>
                  </a:lnTo>
                  <a:lnTo>
                    <a:pt x="344271" y="62750"/>
                  </a:lnTo>
                  <a:lnTo>
                    <a:pt x="345643" y="66954"/>
                  </a:lnTo>
                  <a:lnTo>
                    <a:pt x="345605" y="124002"/>
                  </a:lnTo>
                  <a:lnTo>
                    <a:pt x="370014" y="124002"/>
                  </a:lnTo>
                  <a:lnTo>
                    <a:pt x="369929" y="60756"/>
                  </a:lnTo>
                  <a:lnTo>
                    <a:pt x="368744" y="55270"/>
                  </a:lnTo>
                  <a:close/>
                </a:path>
                <a:path w="628650" h="157479">
                  <a:moveTo>
                    <a:pt x="345757" y="34886"/>
                  </a:moveTo>
                  <a:lnTo>
                    <a:pt x="333121" y="34886"/>
                  </a:lnTo>
                  <a:lnTo>
                    <a:pt x="327571" y="36385"/>
                  </a:lnTo>
                  <a:lnTo>
                    <a:pt x="322986" y="39408"/>
                  </a:lnTo>
                  <a:lnTo>
                    <a:pt x="318401" y="42379"/>
                  </a:lnTo>
                  <a:lnTo>
                    <a:pt x="315137" y="46431"/>
                  </a:lnTo>
                  <a:lnTo>
                    <a:pt x="313194" y="51549"/>
                  </a:lnTo>
                  <a:lnTo>
                    <a:pt x="366852" y="51549"/>
                  </a:lnTo>
                  <a:lnTo>
                    <a:pt x="363715" y="45377"/>
                  </a:lnTo>
                  <a:lnTo>
                    <a:pt x="360172" y="41567"/>
                  </a:lnTo>
                  <a:lnTo>
                    <a:pt x="351091" y="36220"/>
                  </a:lnTo>
                  <a:lnTo>
                    <a:pt x="345757" y="34886"/>
                  </a:lnTo>
                  <a:close/>
                </a:path>
                <a:path w="628650" h="157479">
                  <a:moveTo>
                    <a:pt x="418680" y="36029"/>
                  </a:moveTo>
                  <a:lnTo>
                    <a:pt x="394284" y="36029"/>
                  </a:lnTo>
                  <a:lnTo>
                    <a:pt x="394284" y="124002"/>
                  </a:lnTo>
                  <a:lnTo>
                    <a:pt x="418680" y="124002"/>
                  </a:lnTo>
                  <a:lnTo>
                    <a:pt x="418680" y="36029"/>
                  </a:lnTo>
                  <a:close/>
                </a:path>
                <a:path w="628650" h="157479">
                  <a:moveTo>
                    <a:pt x="410159" y="0"/>
                  </a:moveTo>
                  <a:lnTo>
                    <a:pt x="402907" y="0"/>
                  </a:lnTo>
                  <a:lnTo>
                    <a:pt x="399796" y="1219"/>
                  </a:lnTo>
                  <a:lnTo>
                    <a:pt x="394639" y="6070"/>
                  </a:lnTo>
                  <a:lnTo>
                    <a:pt x="393369" y="8953"/>
                  </a:lnTo>
                  <a:lnTo>
                    <a:pt x="393369" y="15709"/>
                  </a:lnTo>
                  <a:lnTo>
                    <a:pt x="394639" y="18630"/>
                  </a:lnTo>
                  <a:lnTo>
                    <a:pt x="397205" y="21082"/>
                  </a:lnTo>
                  <a:lnTo>
                    <a:pt x="399796" y="23482"/>
                  </a:lnTo>
                  <a:lnTo>
                    <a:pt x="402907" y="24688"/>
                  </a:lnTo>
                  <a:lnTo>
                    <a:pt x="410159" y="24688"/>
                  </a:lnTo>
                  <a:lnTo>
                    <a:pt x="413258" y="23482"/>
                  </a:lnTo>
                  <a:lnTo>
                    <a:pt x="418414" y="18630"/>
                  </a:lnTo>
                  <a:lnTo>
                    <a:pt x="419709" y="15709"/>
                  </a:lnTo>
                  <a:lnTo>
                    <a:pt x="419709" y="8953"/>
                  </a:lnTo>
                  <a:lnTo>
                    <a:pt x="418414" y="6070"/>
                  </a:lnTo>
                  <a:lnTo>
                    <a:pt x="415810" y="3670"/>
                  </a:lnTo>
                  <a:lnTo>
                    <a:pt x="413258" y="1219"/>
                  </a:lnTo>
                  <a:lnTo>
                    <a:pt x="410159" y="0"/>
                  </a:lnTo>
                  <a:close/>
                </a:path>
                <a:path w="628650" h="157479">
                  <a:moveTo>
                    <a:pt x="491909" y="34886"/>
                  </a:moveTo>
                  <a:lnTo>
                    <a:pt x="474116" y="34886"/>
                  </a:lnTo>
                  <a:lnTo>
                    <a:pt x="466420" y="36791"/>
                  </a:lnTo>
                  <a:lnTo>
                    <a:pt x="439881" y="70510"/>
                  </a:lnTo>
                  <a:lnTo>
                    <a:pt x="439822" y="89865"/>
                  </a:lnTo>
                  <a:lnTo>
                    <a:pt x="441477" y="97294"/>
                  </a:lnTo>
                  <a:lnTo>
                    <a:pt x="474116" y="125717"/>
                  </a:lnTo>
                  <a:lnTo>
                    <a:pt x="491909" y="125717"/>
                  </a:lnTo>
                  <a:lnTo>
                    <a:pt x="499592" y="123825"/>
                  </a:lnTo>
                  <a:lnTo>
                    <a:pt x="512533" y="116230"/>
                  </a:lnTo>
                  <a:lnTo>
                    <a:pt x="517537" y="110921"/>
                  </a:lnTo>
                  <a:lnTo>
                    <a:pt x="519651" y="106819"/>
                  </a:lnTo>
                  <a:lnTo>
                    <a:pt x="479044" y="106819"/>
                  </a:lnTo>
                  <a:lnTo>
                    <a:pt x="475602" y="105676"/>
                  </a:lnTo>
                  <a:lnTo>
                    <a:pt x="464515" y="85305"/>
                  </a:lnTo>
                  <a:lnTo>
                    <a:pt x="464515" y="75069"/>
                  </a:lnTo>
                  <a:lnTo>
                    <a:pt x="479044" y="53492"/>
                  </a:lnTo>
                  <a:lnTo>
                    <a:pt x="519485" y="53492"/>
                  </a:lnTo>
                  <a:lnTo>
                    <a:pt x="517537" y="49695"/>
                  </a:lnTo>
                  <a:lnTo>
                    <a:pt x="512533" y="44386"/>
                  </a:lnTo>
                  <a:lnTo>
                    <a:pt x="506044" y="40614"/>
                  </a:lnTo>
                  <a:lnTo>
                    <a:pt x="499592" y="36791"/>
                  </a:lnTo>
                  <a:lnTo>
                    <a:pt x="491909" y="34886"/>
                  </a:lnTo>
                  <a:close/>
                </a:path>
                <a:path w="628650" h="157479">
                  <a:moveTo>
                    <a:pt x="519485" y="53492"/>
                  </a:moveTo>
                  <a:lnTo>
                    <a:pt x="487172" y="53492"/>
                  </a:lnTo>
                  <a:lnTo>
                    <a:pt x="490562" y="54660"/>
                  </a:lnTo>
                  <a:lnTo>
                    <a:pt x="495985" y="59321"/>
                  </a:lnTo>
                  <a:lnTo>
                    <a:pt x="498017" y="62484"/>
                  </a:lnTo>
                  <a:lnTo>
                    <a:pt x="500811" y="70510"/>
                  </a:lnTo>
                  <a:lnTo>
                    <a:pt x="501510" y="75069"/>
                  </a:lnTo>
                  <a:lnTo>
                    <a:pt x="501510" y="85305"/>
                  </a:lnTo>
                  <a:lnTo>
                    <a:pt x="500887" y="89369"/>
                  </a:lnTo>
                  <a:lnTo>
                    <a:pt x="500811" y="89865"/>
                  </a:lnTo>
                  <a:lnTo>
                    <a:pt x="498017" y="97878"/>
                  </a:lnTo>
                  <a:lnTo>
                    <a:pt x="495985" y="101053"/>
                  </a:lnTo>
                  <a:lnTo>
                    <a:pt x="490562" y="105676"/>
                  </a:lnTo>
                  <a:lnTo>
                    <a:pt x="487172" y="106819"/>
                  </a:lnTo>
                  <a:lnTo>
                    <a:pt x="519651" y="106819"/>
                  </a:lnTo>
                  <a:lnTo>
                    <a:pt x="524560" y="97294"/>
                  </a:lnTo>
                  <a:lnTo>
                    <a:pt x="526203" y="89865"/>
                  </a:lnTo>
                  <a:lnTo>
                    <a:pt x="526313" y="71272"/>
                  </a:lnTo>
                  <a:lnTo>
                    <a:pt x="524560" y="63322"/>
                  </a:lnTo>
                  <a:lnTo>
                    <a:pt x="519485" y="53492"/>
                  </a:lnTo>
                  <a:close/>
                </a:path>
                <a:path w="628650" h="157479">
                  <a:moveTo>
                    <a:pt x="570471" y="36029"/>
                  </a:moveTo>
                  <a:lnTo>
                    <a:pt x="547217" y="36029"/>
                  </a:lnTo>
                  <a:lnTo>
                    <a:pt x="547217" y="124002"/>
                  </a:lnTo>
                  <a:lnTo>
                    <a:pt x="571627" y="124002"/>
                  </a:lnTo>
                  <a:lnTo>
                    <a:pt x="571665" y="69367"/>
                  </a:lnTo>
                  <a:lnTo>
                    <a:pt x="572363" y="66128"/>
                  </a:lnTo>
                  <a:lnTo>
                    <a:pt x="575157" y="60756"/>
                  </a:lnTo>
                  <a:lnTo>
                    <a:pt x="577100" y="58686"/>
                  </a:lnTo>
                  <a:lnTo>
                    <a:pt x="582104" y="55867"/>
                  </a:lnTo>
                  <a:lnTo>
                    <a:pt x="584534" y="55270"/>
                  </a:lnTo>
                  <a:lnTo>
                    <a:pt x="627062" y="55270"/>
                  </a:lnTo>
                  <a:lnTo>
                    <a:pt x="625166" y="51549"/>
                  </a:lnTo>
                  <a:lnTo>
                    <a:pt x="570471" y="51549"/>
                  </a:lnTo>
                  <a:lnTo>
                    <a:pt x="570471" y="36029"/>
                  </a:lnTo>
                  <a:close/>
                </a:path>
                <a:path w="628650" h="157479">
                  <a:moveTo>
                    <a:pt x="627062" y="55270"/>
                  </a:moveTo>
                  <a:lnTo>
                    <a:pt x="593466" y="55270"/>
                  </a:lnTo>
                  <a:lnTo>
                    <a:pt x="597014" y="56680"/>
                  </a:lnTo>
                  <a:lnTo>
                    <a:pt x="602589" y="62750"/>
                  </a:lnTo>
                  <a:lnTo>
                    <a:pt x="603961" y="66954"/>
                  </a:lnTo>
                  <a:lnTo>
                    <a:pt x="603923" y="124002"/>
                  </a:lnTo>
                  <a:lnTo>
                    <a:pt x="628319" y="124002"/>
                  </a:lnTo>
                  <a:lnTo>
                    <a:pt x="628235" y="60756"/>
                  </a:lnTo>
                  <a:lnTo>
                    <a:pt x="627062" y="55270"/>
                  </a:lnTo>
                  <a:close/>
                </a:path>
                <a:path w="628650" h="157479">
                  <a:moveTo>
                    <a:pt x="604075" y="34886"/>
                  </a:moveTo>
                  <a:lnTo>
                    <a:pt x="591439" y="34886"/>
                  </a:lnTo>
                  <a:lnTo>
                    <a:pt x="585889" y="36385"/>
                  </a:lnTo>
                  <a:lnTo>
                    <a:pt x="581304" y="39408"/>
                  </a:lnTo>
                  <a:lnTo>
                    <a:pt x="576719" y="42379"/>
                  </a:lnTo>
                  <a:lnTo>
                    <a:pt x="573455" y="46431"/>
                  </a:lnTo>
                  <a:lnTo>
                    <a:pt x="571512" y="51549"/>
                  </a:lnTo>
                  <a:lnTo>
                    <a:pt x="625166" y="51549"/>
                  </a:lnTo>
                  <a:lnTo>
                    <a:pt x="622020" y="45377"/>
                  </a:lnTo>
                  <a:lnTo>
                    <a:pt x="618490" y="41567"/>
                  </a:lnTo>
                  <a:lnTo>
                    <a:pt x="609409" y="36220"/>
                  </a:lnTo>
                  <a:lnTo>
                    <a:pt x="604075" y="348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22647" y="4858022"/>
              <a:ext cx="2646273" cy="43084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46463" y="5442223"/>
              <a:ext cx="2158098" cy="56085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6280" y="5597004"/>
              <a:ext cx="565035" cy="20815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50374" y="4938928"/>
              <a:ext cx="706069" cy="10157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54464" y="949629"/>
              <a:ext cx="11465128" cy="15007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573000" y="609600"/>
              <a:ext cx="1282700" cy="5588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71600" y="4127500"/>
              <a:ext cx="1257300" cy="2286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496300" y="1511300"/>
              <a:ext cx="774700" cy="160019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626100" y="3340100"/>
              <a:ext cx="1333500" cy="12319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772400" y="3073400"/>
              <a:ext cx="1511300" cy="15621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874000" y="2209800"/>
              <a:ext cx="571500" cy="7493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172200" y="2133600"/>
              <a:ext cx="571500" cy="8255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112000" y="1638300"/>
              <a:ext cx="901700" cy="7747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197870" y="1822691"/>
              <a:ext cx="714628" cy="31206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340600" y="3111500"/>
              <a:ext cx="812800" cy="6985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439089" y="3220351"/>
              <a:ext cx="619272" cy="425704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486400" y="1638300"/>
              <a:ext cx="927100" cy="8001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94037" y="1759852"/>
              <a:ext cx="725932" cy="53974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486400" y="3086098"/>
              <a:ext cx="850900" cy="73433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518043" y="3193306"/>
              <a:ext cx="771753" cy="514311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9366247" y="1219175"/>
              <a:ext cx="0" cy="3263900"/>
            </a:xfrm>
            <a:custGeom>
              <a:avLst/>
              <a:gdLst/>
              <a:ahLst/>
              <a:cxnLst/>
              <a:rect l="l" t="t" r="r" b="b"/>
              <a:pathLst>
                <a:path h="3263900">
                  <a:moveTo>
                    <a:pt x="0" y="0"/>
                  </a:moveTo>
                  <a:lnTo>
                    <a:pt x="0" y="3263899"/>
                  </a:lnTo>
                </a:path>
              </a:pathLst>
            </a:custGeom>
            <a:ln w="27292">
              <a:solidFill>
                <a:srgbClr val="59094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258051" y="3086049"/>
              <a:ext cx="0" cy="1397000"/>
            </a:xfrm>
            <a:custGeom>
              <a:avLst/>
              <a:gdLst/>
              <a:ahLst/>
              <a:cxnLst/>
              <a:rect l="l" t="t" r="r" b="b"/>
              <a:pathLst>
                <a:path h="1397000">
                  <a:moveTo>
                    <a:pt x="0" y="0"/>
                  </a:moveTo>
                  <a:lnTo>
                    <a:pt x="0" y="1397000"/>
                  </a:lnTo>
                </a:path>
              </a:pathLst>
            </a:custGeom>
            <a:ln w="25489">
              <a:solidFill>
                <a:srgbClr val="59094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499036" y="3086100"/>
              <a:ext cx="3860800" cy="0"/>
            </a:xfrm>
            <a:custGeom>
              <a:avLst/>
              <a:gdLst/>
              <a:ahLst/>
              <a:cxnLst/>
              <a:rect l="l" t="t" r="r" b="b"/>
              <a:pathLst>
                <a:path w="3860800">
                  <a:moveTo>
                    <a:pt x="0" y="0"/>
                  </a:moveTo>
                  <a:lnTo>
                    <a:pt x="3860800" y="0"/>
                  </a:lnTo>
                </a:path>
              </a:pathLst>
            </a:custGeom>
            <a:ln w="44450">
              <a:solidFill>
                <a:srgbClr val="590948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436048" y="4127500"/>
              <a:ext cx="4419600" cy="0"/>
            </a:xfrm>
            <a:custGeom>
              <a:avLst/>
              <a:gdLst/>
              <a:ahLst/>
              <a:cxnLst/>
              <a:rect l="l" t="t" r="r" b="b"/>
              <a:pathLst>
                <a:path w="4419600">
                  <a:moveTo>
                    <a:pt x="0" y="0"/>
                  </a:moveTo>
                  <a:lnTo>
                    <a:pt x="4419600" y="0"/>
                  </a:lnTo>
                </a:path>
              </a:pathLst>
            </a:custGeom>
            <a:ln w="44450">
              <a:solidFill>
                <a:srgbClr val="590948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3893800" y="558800"/>
              <a:ext cx="76200" cy="7186930"/>
            </a:xfrm>
            <a:custGeom>
              <a:avLst/>
              <a:gdLst/>
              <a:ahLst/>
              <a:cxnLst/>
              <a:rect l="l" t="t" r="r" b="b"/>
              <a:pathLst>
                <a:path w="76200" h="7186930">
                  <a:moveTo>
                    <a:pt x="0" y="7186675"/>
                  </a:moveTo>
                  <a:lnTo>
                    <a:pt x="76200" y="7186675"/>
                  </a:lnTo>
                  <a:lnTo>
                    <a:pt x="76200" y="0"/>
                  </a:lnTo>
                  <a:lnTo>
                    <a:pt x="0" y="0"/>
                  </a:lnTo>
                  <a:lnTo>
                    <a:pt x="0" y="7186675"/>
                  </a:lnTo>
                  <a:close/>
                </a:path>
              </a:pathLst>
            </a:custGeom>
            <a:solidFill>
              <a:srgbClr val="E13E4E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410700" y="1219194"/>
              <a:ext cx="4445000" cy="2413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740900" y="1689100"/>
              <a:ext cx="558800" cy="5842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690100" y="3365500"/>
              <a:ext cx="723900" cy="812799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766300" y="2844800"/>
              <a:ext cx="635000" cy="6731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702800" y="2247900"/>
              <a:ext cx="723900" cy="6858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436100" y="1485900"/>
              <a:ext cx="4432300" cy="20320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0782300" y="1752600"/>
              <a:ext cx="3086100" cy="5588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0782300" y="2349500"/>
              <a:ext cx="3098800" cy="11430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795000" y="3530600"/>
              <a:ext cx="3086100" cy="5588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0" y="6210300"/>
              <a:ext cx="1714500" cy="14351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612898" y="6019797"/>
              <a:ext cx="934376" cy="82575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838700" y="4635499"/>
              <a:ext cx="4415563" cy="1942618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968980" y="6737350"/>
              <a:ext cx="1247495" cy="5207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974176" y="6740349"/>
              <a:ext cx="1247495" cy="52070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424776" y="6740349"/>
              <a:ext cx="1247495" cy="520700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5014593" y="6746699"/>
              <a:ext cx="1225550" cy="508000"/>
            </a:xfrm>
            <a:custGeom>
              <a:avLst/>
              <a:gdLst/>
              <a:ahLst/>
              <a:cxnLst/>
              <a:rect l="l" t="t" r="r" b="b"/>
              <a:pathLst>
                <a:path w="1225550" h="508000">
                  <a:moveTo>
                    <a:pt x="930516" y="0"/>
                  </a:moveTo>
                  <a:lnTo>
                    <a:pt x="0" y="0"/>
                  </a:lnTo>
                  <a:lnTo>
                    <a:pt x="174002" y="259994"/>
                  </a:lnTo>
                  <a:lnTo>
                    <a:pt x="0" y="507999"/>
                  </a:lnTo>
                  <a:lnTo>
                    <a:pt x="930516" y="507999"/>
                  </a:lnTo>
                  <a:lnTo>
                    <a:pt x="1225550" y="259994"/>
                  </a:lnTo>
                  <a:lnTo>
                    <a:pt x="930516" y="0"/>
                  </a:lnTo>
                  <a:close/>
                </a:path>
              </a:pathLst>
            </a:custGeom>
            <a:solidFill>
              <a:srgbClr val="EE97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002376" y="6740349"/>
              <a:ext cx="1247775" cy="520700"/>
            </a:xfrm>
            <a:custGeom>
              <a:avLst/>
              <a:gdLst/>
              <a:ahLst/>
              <a:cxnLst/>
              <a:rect l="l" t="t" r="r" b="b"/>
              <a:pathLst>
                <a:path w="1247775" h="520700">
                  <a:moveTo>
                    <a:pt x="7023" y="510705"/>
                  </a:moveTo>
                  <a:lnTo>
                    <a:pt x="0" y="520699"/>
                  </a:lnTo>
                  <a:lnTo>
                    <a:pt x="12217" y="520699"/>
                  </a:lnTo>
                  <a:lnTo>
                    <a:pt x="12217" y="514357"/>
                  </a:lnTo>
                  <a:lnTo>
                    <a:pt x="7023" y="510705"/>
                  </a:lnTo>
                  <a:close/>
                </a:path>
                <a:path w="1247775" h="520700">
                  <a:moveTo>
                    <a:pt x="12228" y="514357"/>
                  </a:moveTo>
                  <a:lnTo>
                    <a:pt x="12217" y="520699"/>
                  </a:lnTo>
                  <a:lnTo>
                    <a:pt x="942733" y="520699"/>
                  </a:lnTo>
                  <a:lnTo>
                    <a:pt x="942733" y="517994"/>
                  </a:lnTo>
                  <a:lnTo>
                    <a:pt x="17411" y="517994"/>
                  </a:lnTo>
                  <a:lnTo>
                    <a:pt x="12228" y="514357"/>
                  </a:lnTo>
                  <a:close/>
                </a:path>
                <a:path w="1247775" h="520700">
                  <a:moveTo>
                    <a:pt x="942733" y="514357"/>
                  </a:moveTo>
                  <a:lnTo>
                    <a:pt x="942733" y="520699"/>
                  </a:lnTo>
                  <a:lnTo>
                    <a:pt x="945045" y="520699"/>
                  </a:lnTo>
                  <a:lnTo>
                    <a:pt x="946810" y="519214"/>
                  </a:lnTo>
                  <a:lnTo>
                    <a:pt x="942733" y="514357"/>
                  </a:lnTo>
                  <a:close/>
                </a:path>
                <a:path w="1247775" h="520700">
                  <a:moveTo>
                    <a:pt x="960151" y="507999"/>
                  </a:moveTo>
                  <a:lnTo>
                    <a:pt x="942733" y="507999"/>
                  </a:lnTo>
                  <a:lnTo>
                    <a:pt x="942740" y="514357"/>
                  </a:lnTo>
                  <a:lnTo>
                    <a:pt x="946810" y="519214"/>
                  </a:lnTo>
                  <a:lnTo>
                    <a:pt x="960151" y="507999"/>
                  </a:lnTo>
                  <a:close/>
                </a:path>
                <a:path w="1247775" h="520700">
                  <a:moveTo>
                    <a:pt x="24424" y="507999"/>
                  </a:moveTo>
                  <a:lnTo>
                    <a:pt x="12217" y="507999"/>
                  </a:lnTo>
                  <a:lnTo>
                    <a:pt x="12228" y="514357"/>
                  </a:lnTo>
                  <a:lnTo>
                    <a:pt x="17411" y="517994"/>
                  </a:lnTo>
                  <a:lnTo>
                    <a:pt x="24424" y="507999"/>
                  </a:lnTo>
                  <a:close/>
                </a:path>
                <a:path w="1247775" h="520700">
                  <a:moveTo>
                    <a:pt x="940412" y="507999"/>
                  </a:moveTo>
                  <a:lnTo>
                    <a:pt x="24424" y="507999"/>
                  </a:lnTo>
                  <a:lnTo>
                    <a:pt x="17411" y="517994"/>
                  </a:lnTo>
                  <a:lnTo>
                    <a:pt x="942733" y="517994"/>
                  </a:lnTo>
                  <a:lnTo>
                    <a:pt x="942733" y="514357"/>
                  </a:lnTo>
                  <a:lnTo>
                    <a:pt x="938644" y="509485"/>
                  </a:lnTo>
                  <a:lnTo>
                    <a:pt x="940412" y="507999"/>
                  </a:lnTo>
                  <a:close/>
                </a:path>
                <a:path w="1247775" h="520700">
                  <a:moveTo>
                    <a:pt x="181175" y="262813"/>
                  </a:moveTo>
                  <a:lnTo>
                    <a:pt x="180932" y="262813"/>
                  </a:lnTo>
                  <a:lnTo>
                    <a:pt x="7023" y="510705"/>
                  </a:lnTo>
                  <a:lnTo>
                    <a:pt x="12228" y="514357"/>
                  </a:lnTo>
                  <a:lnTo>
                    <a:pt x="12217" y="507999"/>
                  </a:lnTo>
                  <a:lnTo>
                    <a:pt x="24424" y="507999"/>
                  </a:lnTo>
                  <a:lnTo>
                    <a:pt x="191414" y="270001"/>
                  </a:lnTo>
                  <a:lnTo>
                    <a:pt x="181013" y="270001"/>
                  </a:lnTo>
                  <a:lnTo>
                    <a:pt x="178642" y="266458"/>
                  </a:lnTo>
                  <a:lnTo>
                    <a:pt x="186367" y="266458"/>
                  </a:lnTo>
                  <a:lnTo>
                    <a:pt x="181175" y="262813"/>
                  </a:lnTo>
                  <a:close/>
                </a:path>
                <a:path w="1247775" h="520700">
                  <a:moveTo>
                    <a:pt x="1233752" y="261581"/>
                  </a:moveTo>
                  <a:lnTo>
                    <a:pt x="1233572" y="261581"/>
                  </a:lnTo>
                  <a:lnTo>
                    <a:pt x="938644" y="509485"/>
                  </a:lnTo>
                  <a:lnTo>
                    <a:pt x="942733" y="514357"/>
                  </a:lnTo>
                  <a:lnTo>
                    <a:pt x="942733" y="507999"/>
                  </a:lnTo>
                  <a:lnTo>
                    <a:pt x="960151" y="507999"/>
                  </a:lnTo>
                  <a:lnTo>
                    <a:pt x="1241856" y="271208"/>
                  </a:lnTo>
                  <a:lnTo>
                    <a:pt x="1233664" y="271208"/>
                  </a:lnTo>
                  <a:lnTo>
                    <a:pt x="1228274" y="266458"/>
                  </a:lnTo>
                  <a:lnTo>
                    <a:pt x="1237863" y="266458"/>
                  </a:lnTo>
                  <a:lnTo>
                    <a:pt x="1233752" y="261581"/>
                  </a:lnTo>
                  <a:close/>
                </a:path>
                <a:path w="1247775" h="520700">
                  <a:moveTo>
                    <a:pt x="942733" y="6349"/>
                  </a:moveTo>
                  <a:lnTo>
                    <a:pt x="938529" y="11112"/>
                  </a:lnTo>
                  <a:lnTo>
                    <a:pt x="1233664" y="271208"/>
                  </a:lnTo>
                  <a:lnTo>
                    <a:pt x="1233485" y="271208"/>
                  </a:lnTo>
                  <a:lnTo>
                    <a:pt x="1237672" y="266458"/>
                  </a:lnTo>
                  <a:lnTo>
                    <a:pt x="1227770" y="266458"/>
                  </a:lnTo>
                  <a:lnTo>
                    <a:pt x="1233572" y="261581"/>
                  </a:lnTo>
                  <a:lnTo>
                    <a:pt x="1241971" y="261581"/>
                  </a:lnTo>
                  <a:lnTo>
                    <a:pt x="959535" y="12699"/>
                  </a:lnTo>
                  <a:lnTo>
                    <a:pt x="942733" y="12699"/>
                  </a:lnTo>
                  <a:lnTo>
                    <a:pt x="942733" y="6349"/>
                  </a:lnTo>
                  <a:close/>
                </a:path>
                <a:path w="1247775" h="520700">
                  <a:moveTo>
                    <a:pt x="1241971" y="261581"/>
                  </a:moveTo>
                  <a:lnTo>
                    <a:pt x="1233485" y="271208"/>
                  </a:lnTo>
                  <a:lnTo>
                    <a:pt x="1241856" y="271208"/>
                  </a:lnTo>
                  <a:lnTo>
                    <a:pt x="1237863" y="266458"/>
                  </a:lnTo>
                  <a:lnTo>
                    <a:pt x="1247495" y="266458"/>
                  </a:lnTo>
                  <a:lnTo>
                    <a:pt x="1241971" y="261581"/>
                  </a:lnTo>
                  <a:close/>
                </a:path>
                <a:path w="1247775" h="520700">
                  <a:moveTo>
                    <a:pt x="1247495" y="266458"/>
                  </a:moveTo>
                  <a:lnTo>
                    <a:pt x="1237863" y="266458"/>
                  </a:lnTo>
                  <a:lnTo>
                    <a:pt x="1241856" y="271208"/>
                  </a:lnTo>
                  <a:lnTo>
                    <a:pt x="1247495" y="266458"/>
                  </a:lnTo>
                  <a:close/>
                </a:path>
                <a:path w="1247775" h="520700">
                  <a:moveTo>
                    <a:pt x="12217" y="6349"/>
                  </a:moveTo>
                  <a:lnTo>
                    <a:pt x="6934" y="9880"/>
                  </a:lnTo>
                  <a:lnTo>
                    <a:pt x="181013" y="270001"/>
                  </a:lnTo>
                  <a:lnTo>
                    <a:pt x="180766" y="270001"/>
                  </a:lnTo>
                  <a:lnTo>
                    <a:pt x="186049" y="266458"/>
                  </a:lnTo>
                  <a:lnTo>
                    <a:pt x="178375" y="266458"/>
                  </a:lnTo>
                  <a:lnTo>
                    <a:pt x="180932" y="262813"/>
                  </a:lnTo>
                  <a:lnTo>
                    <a:pt x="191490" y="262813"/>
                  </a:lnTo>
                  <a:lnTo>
                    <a:pt x="24112" y="12699"/>
                  </a:lnTo>
                  <a:lnTo>
                    <a:pt x="12217" y="12699"/>
                  </a:lnTo>
                  <a:lnTo>
                    <a:pt x="12217" y="6349"/>
                  </a:lnTo>
                  <a:close/>
                </a:path>
                <a:path w="1247775" h="520700">
                  <a:moveTo>
                    <a:pt x="191490" y="262813"/>
                  </a:moveTo>
                  <a:lnTo>
                    <a:pt x="180766" y="270001"/>
                  </a:lnTo>
                  <a:lnTo>
                    <a:pt x="191414" y="270001"/>
                  </a:lnTo>
                  <a:lnTo>
                    <a:pt x="186382" y="266458"/>
                  </a:lnTo>
                  <a:lnTo>
                    <a:pt x="193933" y="266458"/>
                  </a:lnTo>
                  <a:lnTo>
                    <a:pt x="191490" y="262813"/>
                  </a:lnTo>
                  <a:close/>
                </a:path>
                <a:path w="1247775" h="520700">
                  <a:moveTo>
                    <a:pt x="193898" y="266458"/>
                  </a:moveTo>
                  <a:lnTo>
                    <a:pt x="186367" y="266458"/>
                  </a:lnTo>
                  <a:lnTo>
                    <a:pt x="191414" y="270001"/>
                  </a:lnTo>
                  <a:lnTo>
                    <a:pt x="193898" y="266458"/>
                  </a:lnTo>
                  <a:close/>
                </a:path>
                <a:path w="1247775" h="520700">
                  <a:moveTo>
                    <a:pt x="191490" y="262813"/>
                  </a:moveTo>
                  <a:lnTo>
                    <a:pt x="181175" y="262813"/>
                  </a:lnTo>
                  <a:lnTo>
                    <a:pt x="186367" y="266458"/>
                  </a:lnTo>
                  <a:lnTo>
                    <a:pt x="186049" y="266458"/>
                  </a:lnTo>
                  <a:lnTo>
                    <a:pt x="191490" y="262813"/>
                  </a:lnTo>
                  <a:close/>
                </a:path>
                <a:path w="1247775" h="520700">
                  <a:moveTo>
                    <a:pt x="1241971" y="261581"/>
                  </a:moveTo>
                  <a:lnTo>
                    <a:pt x="1233752" y="261581"/>
                  </a:lnTo>
                  <a:lnTo>
                    <a:pt x="1237863" y="266458"/>
                  </a:lnTo>
                  <a:lnTo>
                    <a:pt x="1237666" y="266458"/>
                  </a:lnTo>
                  <a:lnTo>
                    <a:pt x="1241971" y="261581"/>
                  </a:lnTo>
                  <a:close/>
                </a:path>
                <a:path w="1247775" h="520700">
                  <a:moveTo>
                    <a:pt x="17500" y="2819"/>
                  </a:moveTo>
                  <a:lnTo>
                    <a:pt x="12217" y="6349"/>
                  </a:lnTo>
                  <a:lnTo>
                    <a:pt x="12217" y="12699"/>
                  </a:lnTo>
                  <a:lnTo>
                    <a:pt x="24112" y="12699"/>
                  </a:lnTo>
                  <a:lnTo>
                    <a:pt x="17500" y="2819"/>
                  </a:lnTo>
                  <a:close/>
                </a:path>
                <a:path w="1247775" h="520700">
                  <a:moveTo>
                    <a:pt x="942733" y="2819"/>
                  </a:moveTo>
                  <a:lnTo>
                    <a:pt x="17500" y="2819"/>
                  </a:lnTo>
                  <a:lnTo>
                    <a:pt x="24112" y="12699"/>
                  </a:lnTo>
                  <a:lnTo>
                    <a:pt x="940331" y="12699"/>
                  </a:lnTo>
                  <a:lnTo>
                    <a:pt x="938529" y="11112"/>
                  </a:lnTo>
                  <a:lnTo>
                    <a:pt x="942733" y="6349"/>
                  </a:lnTo>
                  <a:lnTo>
                    <a:pt x="942733" y="2819"/>
                  </a:lnTo>
                  <a:close/>
                </a:path>
                <a:path w="1247775" h="520700">
                  <a:moveTo>
                    <a:pt x="946924" y="1587"/>
                  </a:moveTo>
                  <a:lnTo>
                    <a:pt x="942733" y="6349"/>
                  </a:lnTo>
                  <a:lnTo>
                    <a:pt x="942733" y="12699"/>
                  </a:lnTo>
                  <a:lnTo>
                    <a:pt x="959535" y="12699"/>
                  </a:lnTo>
                  <a:lnTo>
                    <a:pt x="946924" y="1587"/>
                  </a:lnTo>
                  <a:close/>
                </a:path>
                <a:path w="1247775" h="520700">
                  <a:moveTo>
                    <a:pt x="12217" y="0"/>
                  </a:moveTo>
                  <a:lnTo>
                    <a:pt x="330" y="0"/>
                  </a:lnTo>
                  <a:lnTo>
                    <a:pt x="6934" y="9880"/>
                  </a:lnTo>
                  <a:lnTo>
                    <a:pt x="12217" y="6349"/>
                  </a:lnTo>
                  <a:lnTo>
                    <a:pt x="12217" y="0"/>
                  </a:lnTo>
                  <a:close/>
                </a:path>
                <a:path w="1247775" h="520700">
                  <a:moveTo>
                    <a:pt x="942733" y="0"/>
                  </a:moveTo>
                  <a:lnTo>
                    <a:pt x="12217" y="0"/>
                  </a:lnTo>
                  <a:lnTo>
                    <a:pt x="12217" y="6349"/>
                  </a:lnTo>
                  <a:lnTo>
                    <a:pt x="17500" y="2819"/>
                  </a:lnTo>
                  <a:lnTo>
                    <a:pt x="942733" y="2819"/>
                  </a:lnTo>
                  <a:lnTo>
                    <a:pt x="942733" y="0"/>
                  </a:lnTo>
                  <a:close/>
                </a:path>
                <a:path w="1247775" h="520700">
                  <a:moveTo>
                    <a:pt x="945121" y="0"/>
                  </a:moveTo>
                  <a:lnTo>
                    <a:pt x="942733" y="0"/>
                  </a:lnTo>
                  <a:lnTo>
                    <a:pt x="942733" y="6349"/>
                  </a:lnTo>
                  <a:lnTo>
                    <a:pt x="946924" y="1587"/>
                  </a:lnTo>
                  <a:lnTo>
                    <a:pt x="945121" y="0"/>
                  </a:lnTo>
                  <a:close/>
                </a:path>
              </a:pathLst>
            </a:custGeom>
            <a:solidFill>
              <a:srgbClr val="4900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528693" y="6746699"/>
              <a:ext cx="1225550" cy="508000"/>
            </a:xfrm>
            <a:custGeom>
              <a:avLst/>
              <a:gdLst/>
              <a:ahLst/>
              <a:cxnLst/>
              <a:rect l="l" t="t" r="r" b="b"/>
              <a:pathLst>
                <a:path w="1225550" h="508000">
                  <a:moveTo>
                    <a:pt x="930516" y="0"/>
                  </a:moveTo>
                  <a:lnTo>
                    <a:pt x="0" y="0"/>
                  </a:lnTo>
                  <a:lnTo>
                    <a:pt x="174002" y="259994"/>
                  </a:lnTo>
                  <a:lnTo>
                    <a:pt x="0" y="507999"/>
                  </a:lnTo>
                  <a:lnTo>
                    <a:pt x="930516" y="507999"/>
                  </a:lnTo>
                  <a:lnTo>
                    <a:pt x="1225550" y="259994"/>
                  </a:lnTo>
                  <a:lnTo>
                    <a:pt x="930516" y="0"/>
                  </a:lnTo>
                  <a:close/>
                </a:path>
              </a:pathLst>
            </a:custGeom>
            <a:solidFill>
              <a:srgbClr val="FFBB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516476" y="6740349"/>
              <a:ext cx="1247775" cy="520700"/>
            </a:xfrm>
            <a:custGeom>
              <a:avLst/>
              <a:gdLst/>
              <a:ahLst/>
              <a:cxnLst/>
              <a:rect l="l" t="t" r="r" b="b"/>
              <a:pathLst>
                <a:path w="1247775" h="520700">
                  <a:moveTo>
                    <a:pt x="7023" y="510705"/>
                  </a:moveTo>
                  <a:lnTo>
                    <a:pt x="0" y="520699"/>
                  </a:lnTo>
                  <a:lnTo>
                    <a:pt x="12217" y="520699"/>
                  </a:lnTo>
                  <a:lnTo>
                    <a:pt x="12217" y="514357"/>
                  </a:lnTo>
                  <a:lnTo>
                    <a:pt x="7023" y="510705"/>
                  </a:lnTo>
                  <a:close/>
                </a:path>
                <a:path w="1247775" h="520700">
                  <a:moveTo>
                    <a:pt x="12228" y="514357"/>
                  </a:moveTo>
                  <a:lnTo>
                    <a:pt x="12217" y="520699"/>
                  </a:lnTo>
                  <a:lnTo>
                    <a:pt x="942733" y="520699"/>
                  </a:lnTo>
                  <a:lnTo>
                    <a:pt x="942733" y="517994"/>
                  </a:lnTo>
                  <a:lnTo>
                    <a:pt x="17411" y="517994"/>
                  </a:lnTo>
                  <a:lnTo>
                    <a:pt x="12228" y="514357"/>
                  </a:lnTo>
                  <a:close/>
                </a:path>
                <a:path w="1247775" h="520700">
                  <a:moveTo>
                    <a:pt x="942733" y="514357"/>
                  </a:moveTo>
                  <a:lnTo>
                    <a:pt x="942733" y="520699"/>
                  </a:lnTo>
                  <a:lnTo>
                    <a:pt x="945045" y="520699"/>
                  </a:lnTo>
                  <a:lnTo>
                    <a:pt x="946810" y="519214"/>
                  </a:lnTo>
                  <a:lnTo>
                    <a:pt x="942733" y="514357"/>
                  </a:lnTo>
                  <a:close/>
                </a:path>
                <a:path w="1247775" h="520700">
                  <a:moveTo>
                    <a:pt x="960151" y="507999"/>
                  </a:moveTo>
                  <a:lnTo>
                    <a:pt x="942733" y="507999"/>
                  </a:lnTo>
                  <a:lnTo>
                    <a:pt x="942740" y="514357"/>
                  </a:lnTo>
                  <a:lnTo>
                    <a:pt x="946810" y="519214"/>
                  </a:lnTo>
                  <a:lnTo>
                    <a:pt x="960151" y="507999"/>
                  </a:lnTo>
                  <a:close/>
                </a:path>
                <a:path w="1247775" h="520700">
                  <a:moveTo>
                    <a:pt x="24424" y="507999"/>
                  </a:moveTo>
                  <a:lnTo>
                    <a:pt x="12217" y="507999"/>
                  </a:lnTo>
                  <a:lnTo>
                    <a:pt x="12228" y="514357"/>
                  </a:lnTo>
                  <a:lnTo>
                    <a:pt x="17411" y="517994"/>
                  </a:lnTo>
                  <a:lnTo>
                    <a:pt x="24424" y="507999"/>
                  </a:lnTo>
                  <a:close/>
                </a:path>
                <a:path w="1247775" h="520700">
                  <a:moveTo>
                    <a:pt x="940412" y="507999"/>
                  </a:moveTo>
                  <a:lnTo>
                    <a:pt x="24424" y="507999"/>
                  </a:lnTo>
                  <a:lnTo>
                    <a:pt x="17411" y="517994"/>
                  </a:lnTo>
                  <a:lnTo>
                    <a:pt x="942733" y="517994"/>
                  </a:lnTo>
                  <a:lnTo>
                    <a:pt x="942733" y="514357"/>
                  </a:lnTo>
                  <a:lnTo>
                    <a:pt x="938644" y="509485"/>
                  </a:lnTo>
                  <a:lnTo>
                    <a:pt x="940412" y="507999"/>
                  </a:lnTo>
                  <a:close/>
                </a:path>
                <a:path w="1247775" h="520700">
                  <a:moveTo>
                    <a:pt x="181175" y="262813"/>
                  </a:moveTo>
                  <a:lnTo>
                    <a:pt x="180932" y="262813"/>
                  </a:lnTo>
                  <a:lnTo>
                    <a:pt x="7023" y="510705"/>
                  </a:lnTo>
                  <a:lnTo>
                    <a:pt x="12228" y="514357"/>
                  </a:lnTo>
                  <a:lnTo>
                    <a:pt x="12217" y="507999"/>
                  </a:lnTo>
                  <a:lnTo>
                    <a:pt x="24424" y="507999"/>
                  </a:lnTo>
                  <a:lnTo>
                    <a:pt x="191414" y="270001"/>
                  </a:lnTo>
                  <a:lnTo>
                    <a:pt x="181013" y="270001"/>
                  </a:lnTo>
                  <a:lnTo>
                    <a:pt x="178642" y="266458"/>
                  </a:lnTo>
                  <a:lnTo>
                    <a:pt x="186367" y="266458"/>
                  </a:lnTo>
                  <a:lnTo>
                    <a:pt x="181175" y="262813"/>
                  </a:lnTo>
                  <a:close/>
                </a:path>
                <a:path w="1247775" h="520700">
                  <a:moveTo>
                    <a:pt x="1233752" y="261581"/>
                  </a:moveTo>
                  <a:lnTo>
                    <a:pt x="1233572" y="261581"/>
                  </a:lnTo>
                  <a:lnTo>
                    <a:pt x="938644" y="509485"/>
                  </a:lnTo>
                  <a:lnTo>
                    <a:pt x="942733" y="514357"/>
                  </a:lnTo>
                  <a:lnTo>
                    <a:pt x="942733" y="507999"/>
                  </a:lnTo>
                  <a:lnTo>
                    <a:pt x="960151" y="507999"/>
                  </a:lnTo>
                  <a:lnTo>
                    <a:pt x="1241856" y="271208"/>
                  </a:lnTo>
                  <a:lnTo>
                    <a:pt x="1233664" y="271208"/>
                  </a:lnTo>
                  <a:lnTo>
                    <a:pt x="1228274" y="266458"/>
                  </a:lnTo>
                  <a:lnTo>
                    <a:pt x="1237863" y="266458"/>
                  </a:lnTo>
                  <a:lnTo>
                    <a:pt x="1233752" y="261581"/>
                  </a:lnTo>
                  <a:close/>
                </a:path>
                <a:path w="1247775" h="520700">
                  <a:moveTo>
                    <a:pt x="942733" y="6349"/>
                  </a:moveTo>
                  <a:lnTo>
                    <a:pt x="938529" y="11112"/>
                  </a:lnTo>
                  <a:lnTo>
                    <a:pt x="1233664" y="271208"/>
                  </a:lnTo>
                  <a:lnTo>
                    <a:pt x="1233485" y="271208"/>
                  </a:lnTo>
                  <a:lnTo>
                    <a:pt x="1237672" y="266458"/>
                  </a:lnTo>
                  <a:lnTo>
                    <a:pt x="1227770" y="266458"/>
                  </a:lnTo>
                  <a:lnTo>
                    <a:pt x="1233572" y="261581"/>
                  </a:lnTo>
                  <a:lnTo>
                    <a:pt x="1241971" y="261581"/>
                  </a:lnTo>
                  <a:lnTo>
                    <a:pt x="959535" y="12699"/>
                  </a:lnTo>
                  <a:lnTo>
                    <a:pt x="942733" y="12699"/>
                  </a:lnTo>
                  <a:lnTo>
                    <a:pt x="942733" y="6349"/>
                  </a:lnTo>
                  <a:close/>
                </a:path>
                <a:path w="1247775" h="520700">
                  <a:moveTo>
                    <a:pt x="1241971" y="261581"/>
                  </a:moveTo>
                  <a:lnTo>
                    <a:pt x="1233485" y="271208"/>
                  </a:lnTo>
                  <a:lnTo>
                    <a:pt x="1241856" y="271208"/>
                  </a:lnTo>
                  <a:lnTo>
                    <a:pt x="1237863" y="266458"/>
                  </a:lnTo>
                  <a:lnTo>
                    <a:pt x="1247495" y="266458"/>
                  </a:lnTo>
                  <a:lnTo>
                    <a:pt x="1241971" y="261581"/>
                  </a:lnTo>
                  <a:close/>
                </a:path>
                <a:path w="1247775" h="520700">
                  <a:moveTo>
                    <a:pt x="1247495" y="266458"/>
                  </a:moveTo>
                  <a:lnTo>
                    <a:pt x="1237863" y="266458"/>
                  </a:lnTo>
                  <a:lnTo>
                    <a:pt x="1241856" y="271208"/>
                  </a:lnTo>
                  <a:lnTo>
                    <a:pt x="1247495" y="266458"/>
                  </a:lnTo>
                  <a:close/>
                </a:path>
                <a:path w="1247775" h="520700">
                  <a:moveTo>
                    <a:pt x="12217" y="6349"/>
                  </a:moveTo>
                  <a:lnTo>
                    <a:pt x="6934" y="9880"/>
                  </a:lnTo>
                  <a:lnTo>
                    <a:pt x="181013" y="270001"/>
                  </a:lnTo>
                  <a:lnTo>
                    <a:pt x="180766" y="270001"/>
                  </a:lnTo>
                  <a:lnTo>
                    <a:pt x="186049" y="266458"/>
                  </a:lnTo>
                  <a:lnTo>
                    <a:pt x="178375" y="266458"/>
                  </a:lnTo>
                  <a:lnTo>
                    <a:pt x="180932" y="262813"/>
                  </a:lnTo>
                  <a:lnTo>
                    <a:pt x="191490" y="262813"/>
                  </a:lnTo>
                  <a:lnTo>
                    <a:pt x="24112" y="12699"/>
                  </a:lnTo>
                  <a:lnTo>
                    <a:pt x="12217" y="12699"/>
                  </a:lnTo>
                  <a:lnTo>
                    <a:pt x="12217" y="6349"/>
                  </a:lnTo>
                  <a:close/>
                </a:path>
                <a:path w="1247775" h="520700">
                  <a:moveTo>
                    <a:pt x="191490" y="262813"/>
                  </a:moveTo>
                  <a:lnTo>
                    <a:pt x="180766" y="270001"/>
                  </a:lnTo>
                  <a:lnTo>
                    <a:pt x="191414" y="270001"/>
                  </a:lnTo>
                  <a:lnTo>
                    <a:pt x="186382" y="266458"/>
                  </a:lnTo>
                  <a:lnTo>
                    <a:pt x="193933" y="266458"/>
                  </a:lnTo>
                  <a:lnTo>
                    <a:pt x="191490" y="262813"/>
                  </a:lnTo>
                  <a:close/>
                </a:path>
                <a:path w="1247775" h="520700">
                  <a:moveTo>
                    <a:pt x="193898" y="266458"/>
                  </a:moveTo>
                  <a:lnTo>
                    <a:pt x="186367" y="266458"/>
                  </a:lnTo>
                  <a:lnTo>
                    <a:pt x="191414" y="270001"/>
                  </a:lnTo>
                  <a:lnTo>
                    <a:pt x="193898" y="266458"/>
                  </a:lnTo>
                  <a:close/>
                </a:path>
                <a:path w="1247775" h="520700">
                  <a:moveTo>
                    <a:pt x="191490" y="262813"/>
                  </a:moveTo>
                  <a:lnTo>
                    <a:pt x="181175" y="262813"/>
                  </a:lnTo>
                  <a:lnTo>
                    <a:pt x="186367" y="266458"/>
                  </a:lnTo>
                  <a:lnTo>
                    <a:pt x="186049" y="266458"/>
                  </a:lnTo>
                  <a:lnTo>
                    <a:pt x="191490" y="262813"/>
                  </a:lnTo>
                  <a:close/>
                </a:path>
                <a:path w="1247775" h="520700">
                  <a:moveTo>
                    <a:pt x="1241971" y="261581"/>
                  </a:moveTo>
                  <a:lnTo>
                    <a:pt x="1233752" y="261581"/>
                  </a:lnTo>
                  <a:lnTo>
                    <a:pt x="1237863" y="266458"/>
                  </a:lnTo>
                  <a:lnTo>
                    <a:pt x="1237666" y="266458"/>
                  </a:lnTo>
                  <a:lnTo>
                    <a:pt x="1241971" y="261581"/>
                  </a:lnTo>
                  <a:close/>
                </a:path>
                <a:path w="1247775" h="520700">
                  <a:moveTo>
                    <a:pt x="17500" y="2819"/>
                  </a:moveTo>
                  <a:lnTo>
                    <a:pt x="12217" y="6349"/>
                  </a:lnTo>
                  <a:lnTo>
                    <a:pt x="12217" y="12699"/>
                  </a:lnTo>
                  <a:lnTo>
                    <a:pt x="24112" y="12699"/>
                  </a:lnTo>
                  <a:lnTo>
                    <a:pt x="17500" y="2819"/>
                  </a:lnTo>
                  <a:close/>
                </a:path>
                <a:path w="1247775" h="520700">
                  <a:moveTo>
                    <a:pt x="942733" y="2819"/>
                  </a:moveTo>
                  <a:lnTo>
                    <a:pt x="17500" y="2819"/>
                  </a:lnTo>
                  <a:lnTo>
                    <a:pt x="24112" y="12699"/>
                  </a:lnTo>
                  <a:lnTo>
                    <a:pt x="940331" y="12699"/>
                  </a:lnTo>
                  <a:lnTo>
                    <a:pt x="938529" y="11112"/>
                  </a:lnTo>
                  <a:lnTo>
                    <a:pt x="942733" y="6349"/>
                  </a:lnTo>
                  <a:lnTo>
                    <a:pt x="942733" y="2819"/>
                  </a:lnTo>
                  <a:close/>
                </a:path>
                <a:path w="1247775" h="520700">
                  <a:moveTo>
                    <a:pt x="946924" y="1587"/>
                  </a:moveTo>
                  <a:lnTo>
                    <a:pt x="942733" y="6349"/>
                  </a:lnTo>
                  <a:lnTo>
                    <a:pt x="942733" y="12699"/>
                  </a:lnTo>
                  <a:lnTo>
                    <a:pt x="959535" y="12699"/>
                  </a:lnTo>
                  <a:lnTo>
                    <a:pt x="946924" y="1587"/>
                  </a:lnTo>
                  <a:close/>
                </a:path>
                <a:path w="1247775" h="520700">
                  <a:moveTo>
                    <a:pt x="12217" y="0"/>
                  </a:moveTo>
                  <a:lnTo>
                    <a:pt x="330" y="0"/>
                  </a:lnTo>
                  <a:lnTo>
                    <a:pt x="6934" y="9880"/>
                  </a:lnTo>
                  <a:lnTo>
                    <a:pt x="12217" y="6349"/>
                  </a:lnTo>
                  <a:lnTo>
                    <a:pt x="12217" y="0"/>
                  </a:lnTo>
                  <a:close/>
                </a:path>
                <a:path w="1247775" h="520700">
                  <a:moveTo>
                    <a:pt x="942733" y="0"/>
                  </a:moveTo>
                  <a:lnTo>
                    <a:pt x="12217" y="0"/>
                  </a:lnTo>
                  <a:lnTo>
                    <a:pt x="12217" y="6349"/>
                  </a:lnTo>
                  <a:lnTo>
                    <a:pt x="17500" y="2819"/>
                  </a:lnTo>
                  <a:lnTo>
                    <a:pt x="942733" y="2819"/>
                  </a:lnTo>
                  <a:lnTo>
                    <a:pt x="942733" y="0"/>
                  </a:lnTo>
                  <a:close/>
                </a:path>
                <a:path w="1247775" h="520700">
                  <a:moveTo>
                    <a:pt x="945121" y="0"/>
                  </a:moveTo>
                  <a:lnTo>
                    <a:pt x="942733" y="0"/>
                  </a:lnTo>
                  <a:lnTo>
                    <a:pt x="942733" y="6349"/>
                  </a:lnTo>
                  <a:lnTo>
                    <a:pt x="946924" y="1587"/>
                  </a:lnTo>
                  <a:lnTo>
                    <a:pt x="945121" y="0"/>
                  </a:lnTo>
                  <a:close/>
                </a:path>
              </a:pathLst>
            </a:custGeom>
            <a:solidFill>
              <a:srgbClr val="4900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815397" y="6837553"/>
              <a:ext cx="1953260" cy="266700"/>
            </a:xfrm>
            <a:custGeom>
              <a:avLst/>
              <a:gdLst/>
              <a:ahLst/>
              <a:cxnLst/>
              <a:rect l="l" t="t" r="r" b="b"/>
              <a:pathLst>
                <a:path w="1953260" h="266700">
                  <a:moveTo>
                    <a:pt x="87833" y="228727"/>
                  </a:moveTo>
                  <a:lnTo>
                    <a:pt x="63652" y="207238"/>
                  </a:lnTo>
                  <a:lnTo>
                    <a:pt x="63652" y="228727"/>
                  </a:lnTo>
                  <a:lnTo>
                    <a:pt x="63652" y="235978"/>
                  </a:lnTo>
                  <a:lnTo>
                    <a:pt x="62153" y="239344"/>
                  </a:lnTo>
                  <a:lnTo>
                    <a:pt x="56159" y="244348"/>
                  </a:lnTo>
                  <a:lnTo>
                    <a:pt x="51396" y="245592"/>
                  </a:lnTo>
                  <a:lnTo>
                    <a:pt x="25768" y="245592"/>
                  </a:lnTo>
                  <a:lnTo>
                    <a:pt x="25768" y="216154"/>
                  </a:lnTo>
                  <a:lnTo>
                    <a:pt x="49161" y="216154"/>
                  </a:lnTo>
                  <a:lnTo>
                    <a:pt x="63652" y="228727"/>
                  </a:lnTo>
                  <a:lnTo>
                    <a:pt x="63652" y="207238"/>
                  </a:lnTo>
                  <a:lnTo>
                    <a:pt x="63487" y="207225"/>
                  </a:lnTo>
                  <a:lnTo>
                    <a:pt x="63487" y="206146"/>
                  </a:lnTo>
                  <a:lnTo>
                    <a:pt x="67348" y="205282"/>
                  </a:lnTo>
                  <a:lnTo>
                    <a:pt x="70777" y="203822"/>
                  </a:lnTo>
                  <a:lnTo>
                    <a:pt x="75869" y="200304"/>
                  </a:lnTo>
                  <a:lnTo>
                    <a:pt x="76682" y="199745"/>
                  </a:lnTo>
                  <a:lnTo>
                    <a:pt x="79184" y="197002"/>
                  </a:lnTo>
                  <a:lnTo>
                    <a:pt x="82638" y="190474"/>
                  </a:lnTo>
                  <a:lnTo>
                    <a:pt x="83515" y="186664"/>
                  </a:lnTo>
                  <a:lnTo>
                    <a:pt x="83515" y="176771"/>
                  </a:lnTo>
                  <a:lnTo>
                    <a:pt x="82410" y="172859"/>
                  </a:lnTo>
                  <a:lnTo>
                    <a:pt x="82143" y="171869"/>
                  </a:lnTo>
                  <a:lnTo>
                    <a:pt x="76657" y="163322"/>
                  </a:lnTo>
                  <a:lnTo>
                    <a:pt x="72555" y="159969"/>
                  </a:lnTo>
                  <a:lnTo>
                    <a:pt x="61658" y="155130"/>
                  </a:lnTo>
                  <a:lnTo>
                    <a:pt x="59855" y="154813"/>
                  </a:lnTo>
                  <a:lnTo>
                    <a:pt x="59855" y="182219"/>
                  </a:lnTo>
                  <a:lnTo>
                    <a:pt x="59855" y="189153"/>
                  </a:lnTo>
                  <a:lnTo>
                    <a:pt x="46342" y="200304"/>
                  </a:lnTo>
                  <a:lnTo>
                    <a:pt x="25768" y="200304"/>
                  </a:lnTo>
                  <a:lnTo>
                    <a:pt x="25768" y="172859"/>
                  </a:lnTo>
                  <a:lnTo>
                    <a:pt x="48768" y="172859"/>
                  </a:lnTo>
                  <a:lnTo>
                    <a:pt x="52768" y="174091"/>
                  </a:lnTo>
                  <a:lnTo>
                    <a:pt x="58432" y="178993"/>
                  </a:lnTo>
                  <a:lnTo>
                    <a:pt x="59855" y="182219"/>
                  </a:lnTo>
                  <a:lnTo>
                    <a:pt x="59855" y="154813"/>
                  </a:lnTo>
                  <a:lnTo>
                    <a:pt x="54864" y="153924"/>
                  </a:lnTo>
                  <a:lnTo>
                    <a:pt x="2336" y="153924"/>
                  </a:lnTo>
                  <a:lnTo>
                    <a:pt x="2336" y="264756"/>
                  </a:lnTo>
                  <a:lnTo>
                    <a:pt x="57988" y="264756"/>
                  </a:lnTo>
                  <a:lnTo>
                    <a:pt x="87833" y="240004"/>
                  </a:lnTo>
                  <a:lnTo>
                    <a:pt x="87833" y="228727"/>
                  </a:lnTo>
                  <a:close/>
                </a:path>
                <a:path w="1953260" h="266700">
                  <a:moveTo>
                    <a:pt x="89357" y="74091"/>
                  </a:moveTo>
                  <a:lnTo>
                    <a:pt x="75603" y="74091"/>
                  </a:lnTo>
                  <a:lnTo>
                    <a:pt x="75603" y="27063"/>
                  </a:lnTo>
                  <a:lnTo>
                    <a:pt x="75603" y="1524"/>
                  </a:lnTo>
                  <a:lnTo>
                    <a:pt x="62191" y="1524"/>
                  </a:lnTo>
                  <a:lnTo>
                    <a:pt x="53632" y="1524"/>
                  </a:lnTo>
                  <a:lnTo>
                    <a:pt x="53632" y="27063"/>
                  </a:lnTo>
                  <a:lnTo>
                    <a:pt x="53632" y="74091"/>
                  </a:lnTo>
                  <a:lnTo>
                    <a:pt x="23596" y="74091"/>
                  </a:lnTo>
                  <a:lnTo>
                    <a:pt x="23596" y="73228"/>
                  </a:lnTo>
                  <a:lnTo>
                    <a:pt x="52768" y="27063"/>
                  </a:lnTo>
                  <a:lnTo>
                    <a:pt x="53632" y="27063"/>
                  </a:lnTo>
                  <a:lnTo>
                    <a:pt x="53632" y="1524"/>
                  </a:lnTo>
                  <a:lnTo>
                    <a:pt x="46278" y="1524"/>
                  </a:lnTo>
                  <a:lnTo>
                    <a:pt x="0" y="74422"/>
                  </a:lnTo>
                  <a:lnTo>
                    <a:pt x="0" y="92875"/>
                  </a:lnTo>
                  <a:lnTo>
                    <a:pt x="53200" y="92875"/>
                  </a:lnTo>
                  <a:lnTo>
                    <a:pt x="53200" y="112356"/>
                  </a:lnTo>
                  <a:lnTo>
                    <a:pt x="75603" y="112356"/>
                  </a:lnTo>
                  <a:lnTo>
                    <a:pt x="75603" y="92875"/>
                  </a:lnTo>
                  <a:lnTo>
                    <a:pt x="89357" y="92875"/>
                  </a:lnTo>
                  <a:lnTo>
                    <a:pt x="89357" y="74091"/>
                  </a:lnTo>
                  <a:close/>
                </a:path>
                <a:path w="1953260" h="266700">
                  <a:moveTo>
                    <a:pt x="156972" y="47790"/>
                  </a:moveTo>
                  <a:lnTo>
                    <a:pt x="106426" y="47790"/>
                  </a:lnTo>
                  <a:lnTo>
                    <a:pt x="106426" y="66090"/>
                  </a:lnTo>
                  <a:lnTo>
                    <a:pt x="156972" y="66090"/>
                  </a:lnTo>
                  <a:lnTo>
                    <a:pt x="156972" y="47790"/>
                  </a:lnTo>
                  <a:close/>
                </a:path>
                <a:path w="1953260" h="266700">
                  <a:moveTo>
                    <a:pt x="179019" y="181635"/>
                  </a:moveTo>
                  <a:lnTo>
                    <a:pt x="155956" y="181635"/>
                  </a:lnTo>
                  <a:lnTo>
                    <a:pt x="155994" y="233083"/>
                  </a:lnTo>
                  <a:lnTo>
                    <a:pt x="155257" y="236194"/>
                  </a:lnTo>
                  <a:lnTo>
                    <a:pt x="152361" y="241058"/>
                  </a:lnTo>
                  <a:lnTo>
                    <a:pt x="152260" y="241249"/>
                  </a:lnTo>
                  <a:lnTo>
                    <a:pt x="150317" y="243166"/>
                  </a:lnTo>
                  <a:lnTo>
                    <a:pt x="147904" y="244462"/>
                  </a:lnTo>
                  <a:lnTo>
                    <a:pt x="145478" y="245719"/>
                  </a:lnTo>
                  <a:lnTo>
                    <a:pt x="142887" y="246354"/>
                  </a:lnTo>
                  <a:lnTo>
                    <a:pt x="135737" y="246354"/>
                  </a:lnTo>
                  <a:lnTo>
                    <a:pt x="132257" y="244932"/>
                  </a:lnTo>
                  <a:lnTo>
                    <a:pt x="127063" y="239229"/>
                  </a:lnTo>
                  <a:lnTo>
                    <a:pt x="125742" y="235356"/>
                  </a:lnTo>
                  <a:lnTo>
                    <a:pt x="125704" y="181635"/>
                  </a:lnTo>
                  <a:lnTo>
                    <a:pt x="102654" y="181635"/>
                  </a:lnTo>
                  <a:lnTo>
                    <a:pt x="102730" y="241249"/>
                  </a:lnTo>
                  <a:lnTo>
                    <a:pt x="125234" y="265836"/>
                  </a:lnTo>
                  <a:lnTo>
                    <a:pt x="137033" y="265836"/>
                  </a:lnTo>
                  <a:lnTo>
                    <a:pt x="142328" y="264363"/>
                  </a:lnTo>
                  <a:lnTo>
                    <a:pt x="151015" y="258445"/>
                  </a:lnTo>
                  <a:lnTo>
                    <a:pt x="154139" y="254533"/>
                  </a:lnTo>
                  <a:lnTo>
                    <a:pt x="156019" y="249656"/>
                  </a:lnTo>
                  <a:lnTo>
                    <a:pt x="156883" y="249656"/>
                  </a:lnTo>
                  <a:lnTo>
                    <a:pt x="156883" y="264756"/>
                  </a:lnTo>
                  <a:lnTo>
                    <a:pt x="179019" y="264756"/>
                  </a:lnTo>
                  <a:lnTo>
                    <a:pt x="179019" y="249656"/>
                  </a:lnTo>
                  <a:lnTo>
                    <a:pt x="179019" y="246354"/>
                  </a:lnTo>
                  <a:lnTo>
                    <a:pt x="179019" y="181635"/>
                  </a:lnTo>
                  <a:close/>
                </a:path>
                <a:path w="1953260" h="266700">
                  <a:moveTo>
                    <a:pt x="220510" y="181635"/>
                  </a:moveTo>
                  <a:lnTo>
                    <a:pt x="197459" y="181635"/>
                  </a:lnTo>
                  <a:lnTo>
                    <a:pt x="197459" y="264756"/>
                  </a:lnTo>
                  <a:lnTo>
                    <a:pt x="220510" y="264756"/>
                  </a:lnTo>
                  <a:lnTo>
                    <a:pt x="220510" y="181635"/>
                  </a:lnTo>
                  <a:close/>
                </a:path>
                <a:path w="1953260" h="266700">
                  <a:moveTo>
                    <a:pt x="221488" y="156044"/>
                  </a:moveTo>
                  <a:lnTo>
                    <a:pt x="220256" y="153327"/>
                  </a:lnTo>
                  <a:lnTo>
                    <a:pt x="217805" y="151053"/>
                  </a:lnTo>
                  <a:lnTo>
                    <a:pt x="215392" y="148742"/>
                  </a:lnTo>
                  <a:lnTo>
                    <a:pt x="212471" y="147586"/>
                  </a:lnTo>
                  <a:lnTo>
                    <a:pt x="205613" y="147586"/>
                  </a:lnTo>
                  <a:lnTo>
                    <a:pt x="202666" y="148742"/>
                  </a:lnTo>
                  <a:lnTo>
                    <a:pt x="197802" y="153327"/>
                  </a:lnTo>
                  <a:lnTo>
                    <a:pt x="196596" y="156044"/>
                  </a:lnTo>
                  <a:lnTo>
                    <a:pt x="196596" y="162433"/>
                  </a:lnTo>
                  <a:lnTo>
                    <a:pt x="197802" y="165201"/>
                  </a:lnTo>
                  <a:lnTo>
                    <a:pt x="200215" y="167500"/>
                  </a:lnTo>
                  <a:lnTo>
                    <a:pt x="202666" y="169773"/>
                  </a:lnTo>
                  <a:lnTo>
                    <a:pt x="205613" y="170916"/>
                  </a:lnTo>
                  <a:lnTo>
                    <a:pt x="212471" y="170916"/>
                  </a:lnTo>
                  <a:lnTo>
                    <a:pt x="215392" y="169773"/>
                  </a:lnTo>
                  <a:lnTo>
                    <a:pt x="220256" y="165201"/>
                  </a:lnTo>
                  <a:lnTo>
                    <a:pt x="221488" y="162433"/>
                  </a:lnTo>
                  <a:lnTo>
                    <a:pt x="221488" y="156044"/>
                  </a:lnTo>
                  <a:close/>
                </a:path>
                <a:path w="1953260" h="266700">
                  <a:moveTo>
                    <a:pt x="224624" y="1524"/>
                  </a:moveTo>
                  <a:lnTo>
                    <a:pt x="202603" y="1524"/>
                  </a:lnTo>
                  <a:lnTo>
                    <a:pt x="175158" y="18897"/>
                  </a:lnTo>
                  <a:lnTo>
                    <a:pt x="175158" y="39674"/>
                  </a:lnTo>
                  <a:lnTo>
                    <a:pt x="200545" y="23761"/>
                  </a:lnTo>
                  <a:lnTo>
                    <a:pt x="201193" y="23761"/>
                  </a:lnTo>
                  <a:lnTo>
                    <a:pt x="201193" y="112356"/>
                  </a:lnTo>
                  <a:lnTo>
                    <a:pt x="224624" y="112356"/>
                  </a:lnTo>
                  <a:lnTo>
                    <a:pt x="224624" y="23761"/>
                  </a:lnTo>
                  <a:lnTo>
                    <a:pt x="224624" y="1524"/>
                  </a:lnTo>
                  <a:close/>
                </a:path>
                <a:path w="1953260" h="266700">
                  <a:moveTo>
                    <a:pt x="262039" y="153924"/>
                  </a:moveTo>
                  <a:lnTo>
                    <a:pt x="238975" y="153924"/>
                  </a:lnTo>
                  <a:lnTo>
                    <a:pt x="238975" y="264756"/>
                  </a:lnTo>
                  <a:lnTo>
                    <a:pt x="262039" y="264756"/>
                  </a:lnTo>
                  <a:lnTo>
                    <a:pt x="262039" y="153924"/>
                  </a:lnTo>
                  <a:close/>
                </a:path>
                <a:path w="1953260" h="266700">
                  <a:moveTo>
                    <a:pt x="339178" y="57048"/>
                  </a:moveTo>
                  <a:lnTo>
                    <a:pt x="338874" y="48641"/>
                  </a:lnTo>
                  <a:lnTo>
                    <a:pt x="338861" y="48310"/>
                  </a:lnTo>
                  <a:lnTo>
                    <a:pt x="337896" y="40513"/>
                  </a:lnTo>
                  <a:lnTo>
                    <a:pt x="337870" y="40271"/>
                  </a:lnTo>
                  <a:lnTo>
                    <a:pt x="336181" y="32893"/>
                  </a:lnTo>
                  <a:lnTo>
                    <a:pt x="333832" y="26250"/>
                  </a:lnTo>
                  <a:lnTo>
                    <a:pt x="330860" y="19215"/>
                  </a:lnTo>
                  <a:lnTo>
                    <a:pt x="330212" y="17678"/>
                  </a:lnTo>
                  <a:lnTo>
                    <a:pt x="325056" y="11188"/>
                  </a:lnTo>
                  <a:lnTo>
                    <a:pt x="315264" y="4660"/>
                  </a:lnTo>
                  <a:lnTo>
                    <a:pt x="315264" y="57048"/>
                  </a:lnTo>
                  <a:lnTo>
                    <a:pt x="314947" y="65557"/>
                  </a:lnTo>
                  <a:lnTo>
                    <a:pt x="300774" y="95364"/>
                  </a:lnTo>
                  <a:lnTo>
                    <a:pt x="290207" y="95364"/>
                  </a:lnTo>
                  <a:lnTo>
                    <a:pt x="273532" y="57048"/>
                  </a:lnTo>
                  <a:lnTo>
                    <a:pt x="273888" y="48641"/>
                  </a:lnTo>
                  <a:lnTo>
                    <a:pt x="273900" y="48310"/>
                  </a:lnTo>
                  <a:lnTo>
                    <a:pt x="288112" y="19215"/>
                  </a:lnTo>
                  <a:lnTo>
                    <a:pt x="298653" y="19215"/>
                  </a:lnTo>
                  <a:lnTo>
                    <a:pt x="302310" y="20624"/>
                  </a:lnTo>
                  <a:lnTo>
                    <a:pt x="305409" y="23444"/>
                  </a:lnTo>
                  <a:lnTo>
                    <a:pt x="308546" y="26250"/>
                  </a:lnTo>
                  <a:lnTo>
                    <a:pt x="310972" y="30454"/>
                  </a:lnTo>
                  <a:lnTo>
                    <a:pt x="312661" y="36042"/>
                  </a:lnTo>
                  <a:lnTo>
                    <a:pt x="314401" y="41643"/>
                  </a:lnTo>
                  <a:lnTo>
                    <a:pt x="315214" y="48310"/>
                  </a:lnTo>
                  <a:lnTo>
                    <a:pt x="315264" y="57048"/>
                  </a:lnTo>
                  <a:lnTo>
                    <a:pt x="315264" y="4660"/>
                  </a:lnTo>
                  <a:lnTo>
                    <a:pt x="311670" y="2247"/>
                  </a:lnTo>
                  <a:lnTo>
                    <a:pt x="303695" y="0"/>
                  </a:lnTo>
                  <a:lnTo>
                    <a:pt x="285153" y="0"/>
                  </a:lnTo>
                  <a:lnTo>
                    <a:pt x="254990" y="26250"/>
                  </a:lnTo>
                  <a:lnTo>
                    <a:pt x="249669" y="57048"/>
                  </a:lnTo>
                  <a:lnTo>
                    <a:pt x="249961" y="65557"/>
                  </a:lnTo>
                  <a:lnTo>
                    <a:pt x="263791" y="103428"/>
                  </a:lnTo>
                  <a:lnTo>
                    <a:pt x="285242" y="114795"/>
                  </a:lnTo>
                  <a:lnTo>
                    <a:pt x="303733" y="114795"/>
                  </a:lnTo>
                  <a:lnTo>
                    <a:pt x="333730" y="88290"/>
                  </a:lnTo>
                  <a:lnTo>
                    <a:pt x="338848" y="65557"/>
                  </a:lnTo>
                  <a:lnTo>
                    <a:pt x="339178" y="57048"/>
                  </a:lnTo>
                  <a:close/>
                </a:path>
                <a:path w="1953260" h="266700">
                  <a:moveTo>
                    <a:pt x="358432" y="153924"/>
                  </a:moveTo>
                  <a:lnTo>
                    <a:pt x="335927" y="153924"/>
                  </a:lnTo>
                  <a:lnTo>
                    <a:pt x="335927" y="218249"/>
                  </a:lnTo>
                  <a:lnTo>
                    <a:pt x="335927" y="228130"/>
                  </a:lnTo>
                  <a:lnTo>
                    <a:pt x="335229" y="232308"/>
                  </a:lnTo>
                  <a:lnTo>
                    <a:pt x="335165" y="232575"/>
                  </a:lnTo>
                  <a:lnTo>
                    <a:pt x="333806" y="236131"/>
                  </a:lnTo>
                  <a:lnTo>
                    <a:pt x="332435" y="239814"/>
                  </a:lnTo>
                  <a:lnTo>
                    <a:pt x="330454" y="242671"/>
                  </a:lnTo>
                  <a:lnTo>
                    <a:pt x="327914" y="244678"/>
                  </a:lnTo>
                  <a:lnTo>
                    <a:pt x="325170" y="246786"/>
                  </a:lnTo>
                  <a:lnTo>
                    <a:pt x="322160" y="247764"/>
                  </a:lnTo>
                  <a:lnTo>
                    <a:pt x="314655" y="247764"/>
                  </a:lnTo>
                  <a:lnTo>
                    <a:pt x="300977" y="228130"/>
                  </a:lnTo>
                  <a:lnTo>
                    <a:pt x="300977" y="218249"/>
                  </a:lnTo>
                  <a:lnTo>
                    <a:pt x="314655" y="198894"/>
                  </a:lnTo>
                  <a:lnTo>
                    <a:pt x="322160" y="198894"/>
                  </a:lnTo>
                  <a:lnTo>
                    <a:pt x="335927" y="218249"/>
                  </a:lnTo>
                  <a:lnTo>
                    <a:pt x="335927" y="153924"/>
                  </a:lnTo>
                  <a:lnTo>
                    <a:pt x="335432" y="153924"/>
                  </a:lnTo>
                  <a:lnTo>
                    <a:pt x="335432" y="195592"/>
                  </a:lnTo>
                  <a:lnTo>
                    <a:pt x="334733" y="195592"/>
                  </a:lnTo>
                  <a:lnTo>
                    <a:pt x="333717" y="193357"/>
                  </a:lnTo>
                  <a:lnTo>
                    <a:pt x="332244" y="191084"/>
                  </a:lnTo>
                  <a:lnTo>
                    <a:pt x="330288" y="188772"/>
                  </a:lnTo>
                  <a:lnTo>
                    <a:pt x="328383" y="186423"/>
                  </a:lnTo>
                  <a:lnTo>
                    <a:pt x="325856" y="184480"/>
                  </a:lnTo>
                  <a:lnTo>
                    <a:pt x="322719" y="182930"/>
                  </a:lnTo>
                  <a:lnTo>
                    <a:pt x="319608" y="181343"/>
                  </a:lnTo>
                  <a:lnTo>
                    <a:pt x="315734" y="180543"/>
                  </a:lnTo>
                  <a:lnTo>
                    <a:pt x="304977" y="180543"/>
                  </a:lnTo>
                  <a:lnTo>
                    <a:pt x="277418" y="213779"/>
                  </a:lnTo>
                  <a:lnTo>
                    <a:pt x="277418" y="232575"/>
                  </a:lnTo>
                  <a:lnTo>
                    <a:pt x="299097" y="264490"/>
                  </a:lnTo>
                  <a:lnTo>
                    <a:pt x="304825" y="266115"/>
                  </a:lnTo>
                  <a:lnTo>
                    <a:pt x="315607" y="266115"/>
                  </a:lnTo>
                  <a:lnTo>
                    <a:pt x="334733" y="251447"/>
                  </a:lnTo>
                  <a:lnTo>
                    <a:pt x="335711" y="251447"/>
                  </a:lnTo>
                  <a:lnTo>
                    <a:pt x="335711" y="264756"/>
                  </a:lnTo>
                  <a:lnTo>
                    <a:pt x="358432" y="264756"/>
                  </a:lnTo>
                  <a:lnTo>
                    <a:pt x="358432" y="251447"/>
                  </a:lnTo>
                  <a:lnTo>
                    <a:pt x="358432" y="247764"/>
                  </a:lnTo>
                  <a:lnTo>
                    <a:pt x="358432" y="198894"/>
                  </a:lnTo>
                  <a:lnTo>
                    <a:pt x="358432" y="195592"/>
                  </a:lnTo>
                  <a:lnTo>
                    <a:pt x="358432" y="153924"/>
                  </a:lnTo>
                  <a:close/>
                </a:path>
                <a:path w="1953260" h="266700">
                  <a:moveTo>
                    <a:pt x="1599298" y="1524"/>
                  </a:moveTo>
                  <a:lnTo>
                    <a:pt x="1577276" y="1524"/>
                  </a:lnTo>
                  <a:lnTo>
                    <a:pt x="1549831" y="18897"/>
                  </a:lnTo>
                  <a:lnTo>
                    <a:pt x="1549831" y="39674"/>
                  </a:lnTo>
                  <a:lnTo>
                    <a:pt x="1575219" y="23761"/>
                  </a:lnTo>
                  <a:lnTo>
                    <a:pt x="1575866" y="23761"/>
                  </a:lnTo>
                  <a:lnTo>
                    <a:pt x="1575866" y="112356"/>
                  </a:lnTo>
                  <a:lnTo>
                    <a:pt x="1599298" y="112356"/>
                  </a:lnTo>
                  <a:lnTo>
                    <a:pt x="1599298" y="23761"/>
                  </a:lnTo>
                  <a:lnTo>
                    <a:pt x="1599298" y="1524"/>
                  </a:lnTo>
                  <a:close/>
                </a:path>
                <a:path w="1953260" h="266700">
                  <a:moveTo>
                    <a:pt x="1635188" y="184124"/>
                  </a:moveTo>
                  <a:lnTo>
                    <a:pt x="1633613" y="177622"/>
                  </a:lnTo>
                  <a:lnTo>
                    <a:pt x="1631073" y="173075"/>
                  </a:lnTo>
                  <a:lnTo>
                    <a:pt x="1627365" y="166331"/>
                  </a:lnTo>
                  <a:lnTo>
                    <a:pt x="1622856" y="161912"/>
                  </a:lnTo>
                  <a:lnTo>
                    <a:pt x="1611045" y="155536"/>
                  </a:lnTo>
                  <a:lnTo>
                    <a:pt x="1611045" y="187794"/>
                  </a:lnTo>
                  <a:lnTo>
                    <a:pt x="1611045" y="195122"/>
                  </a:lnTo>
                  <a:lnTo>
                    <a:pt x="1610309" y="198348"/>
                  </a:lnTo>
                  <a:lnTo>
                    <a:pt x="1608823" y="201168"/>
                  </a:lnTo>
                  <a:lnTo>
                    <a:pt x="1607388" y="203949"/>
                  </a:lnTo>
                  <a:lnTo>
                    <a:pt x="1605178" y="206133"/>
                  </a:lnTo>
                  <a:lnTo>
                    <a:pt x="1599298" y="209270"/>
                  </a:lnTo>
                  <a:lnTo>
                    <a:pt x="1595589" y="210045"/>
                  </a:lnTo>
                  <a:lnTo>
                    <a:pt x="1575168" y="210045"/>
                  </a:lnTo>
                  <a:lnTo>
                    <a:pt x="1575168" y="173075"/>
                  </a:lnTo>
                  <a:lnTo>
                    <a:pt x="1595513" y="173075"/>
                  </a:lnTo>
                  <a:lnTo>
                    <a:pt x="1599260" y="173850"/>
                  </a:lnTo>
                  <a:lnTo>
                    <a:pt x="1605178" y="176923"/>
                  </a:lnTo>
                  <a:lnTo>
                    <a:pt x="1607388" y="179070"/>
                  </a:lnTo>
                  <a:lnTo>
                    <a:pt x="1608823" y="181851"/>
                  </a:lnTo>
                  <a:lnTo>
                    <a:pt x="1610309" y="184581"/>
                  </a:lnTo>
                  <a:lnTo>
                    <a:pt x="1611045" y="187794"/>
                  </a:lnTo>
                  <a:lnTo>
                    <a:pt x="1611045" y="155536"/>
                  </a:lnTo>
                  <a:lnTo>
                    <a:pt x="1603870" y="153924"/>
                  </a:lnTo>
                  <a:lnTo>
                    <a:pt x="1551736" y="153924"/>
                  </a:lnTo>
                  <a:lnTo>
                    <a:pt x="1551736" y="264756"/>
                  </a:lnTo>
                  <a:lnTo>
                    <a:pt x="1575168" y="264756"/>
                  </a:lnTo>
                  <a:lnTo>
                    <a:pt x="1575168" y="228815"/>
                  </a:lnTo>
                  <a:lnTo>
                    <a:pt x="1603375" y="228815"/>
                  </a:lnTo>
                  <a:lnTo>
                    <a:pt x="1633601" y="205333"/>
                  </a:lnTo>
                  <a:lnTo>
                    <a:pt x="1635188" y="198843"/>
                  </a:lnTo>
                  <a:lnTo>
                    <a:pt x="1635188" y="184124"/>
                  </a:lnTo>
                  <a:close/>
                </a:path>
                <a:path w="1953260" h="266700">
                  <a:moveTo>
                    <a:pt x="1673021" y="181635"/>
                  </a:moveTo>
                  <a:lnTo>
                    <a:pt x="1649971" y="181635"/>
                  </a:lnTo>
                  <a:lnTo>
                    <a:pt x="1649971" y="264756"/>
                  </a:lnTo>
                  <a:lnTo>
                    <a:pt x="1673021" y="264756"/>
                  </a:lnTo>
                  <a:lnTo>
                    <a:pt x="1673021" y="181635"/>
                  </a:lnTo>
                  <a:close/>
                </a:path>
                <a:path w="1953260" h="266700">
                  <a:moveTo>
                    <a:pt x="1673860" y="1524"/>
                  </a:moveTo>
                  <a:lnTo>
                    <a:pt x="1651838" y="1524"/>
                  </a:lnTo>
                  <a:lnTo>
                    <a:pt x="1624393" y="18897"/>
                  </a:lnTo>
                  <a:lnTo>
                    <a:pt x="1624393" y="39674"/>
                  </a:lnTo>
                  <a:lnTo>
                    <a:pt x="1649780" y="23761"/>
                  </a:lnTo>
                  <a:lnTo>
                    <a:pt x="1650428" y="23761"/>
                  </a:lnTo>
                  <a:lnTo>
                    <a:pt x="1650428" y="112356"/>
                  </a:lnTo>
                  <a:lnTo>
                    <a:pt x="1673860" y="112356"/>
                  </a:lnTo>
                  <a:lnTo>
                    <a:pt x="1673860" y="23761"/>
                  </a:lnTo>
                  <a:lnTo>
                    <a:pt x="1673860" y="1524"/>
                  </a:lnTo>
                  <a:close/>
                </a:path>
                <a:path w="1953260" h="266700">
                  <a:moveTo>
                    <a:pt x="1673999" y="156044"/>
                  </a:moveTo>
                  <a:lnTo>
                    <a:pt x="1672767" y="153327"/>
                  </a:lnTo>
                  <a:lnTo>
                    <a:pt x="1670316" y="151053"/>
                  </a:lnTo>
                  <a:lnTo>
                    <a:pt x="1667903" y="148742"/>
                  </a:lnTo>
                  <a:lnTo>
                    <a:pt x="1664982" y="147586"/>
                  </a:lnTo>
                  <a:lnTo>
                    <a:pt x="1658124" y="147586"/>
                  </a:lnTo>
                  <a:lnTo>
                    <a:pt x="1655178" y="148742"/>
                  </a:lnTo>
                  <a:lnTo>
                    <a:pt x="1650314" y="153327"/>
                  </a:lnTo>
                  <a:lnTo>
                    <a:pt x="1649107" y="156044"/>
                  </a:lnTo>
                  <a:lnTo>
                    <a:pt x="1649107" y="162433"/>
                  </a:lnTo>
                  <a:lnTo>
                    <a:pt x="1650314" y="165201"/>
                  </a:lnTo>
                  <a:lnTo>
                    <a:pt x="1652727" y="167500"/>
                  </a:lnTo>
                  <a:lnTo>
                    <a:pt x="1655178" y="169773"/>
                  </a:lnTo>
                  <a:lnTo>
                    <a:pt x="1658124" y="170916"/>
                  </a:lnTo>
                  <a:lnTo>
                    <a:pt x="1664982" y="170916"/>
                  </a:lnTo>
                  <a:lnTo>
                    <a:pt x="1667903" y="169773"/>
                  </a:lnTo>
                  <a:lnTo>
                    <a:pt x="1672767" y="165201"/>
                  </a:lnTo>
                  <a:lnTo>
                    <a:pt x="1673999" y="162433"/>
                  </a:lnTo>
                  <a:lnTo>
                    <a:pt x="1673999" y="156044"/>
                  </a:lnTo>
                  <a:close/>
                </a:path>
                <a:path w="1953260" h="266700">
                  <a:moveTo>
                    <a:pt x="1714550" y="153924"/>
                  </a:moveTo>
                  <a:lnTo>
                    <a:pt x="1691487" y="153924"/>
                  </a:lnTo>
                  <a:lnTo>
                    <a:pt x="1691487" y="264756"/>
                  </a:lnTo>
                  <a:lnTo>
                    <a:pt x="1714550" y="264756"/>
                  </a:lnTo>
                  <a:lnTo>
                    <a:pt x="1714550" y="153924"/>
                  </a:lnTo>
                  <a:close/>
                </a:path>
                <a:path w="1953260" h="266700">
                  <a:moveTo>
                    <a:pt x="1752219" y="47790"/>
                  </a:moveTo>
                  <a:lnTo>
                    <a:pt x="1701673" y="47790"/>
                  </a:lnTo>
                  <a:lnTo>
                    <a:pt x="1701673" y="66090"/>
                  </a:lnTo>
                  <a:lnTo>
                    <a:pt x="1752219" y="66090"/>
                  </a:lnTo>
                  <a:lnTo>
                    <a:pt x="1752219" y="47790"/>
                  </a:lnTo>
                  <a:close/>
                </a:path>
                <a:path w="1953260" h="266700">
                  <a:moveTo>
                    <a:pt x="1811489" y="214934"/>
                  </a:moveTo>
                  <a:lnTo>
                    <a:pt x="1809826" y="207429"/>
                  </a:lnTo>
                  <a:lnTo>
                    <a:pt x="1805038" y="198132"/>
                  </a:lnTo>
                  <a:lnTo>
                    <a:pt x="1803196" y="194551"/>
                  </a:lnTo>
                  <a:lnTo>
                    <a:pt x="1798459" y="189534"/>
                  </a:lnTo>
                  <a:lnTo>
                    <a:pt x="1788058" y="183426"/>
                  </a:lnTo>
                  <a:lnTo>
                    <a:pt x="1788058" y="218516"/>
                  </a:lnTo>
                  <a:lnTo>
                    <a:pt x="1788058" y="228193"/>
                  </a:lnTo>
                  <a:lnTo>
                    <a:pt x="1787448" y="232029"/>
                  </a:lnTo>
                  <a:lnTo>
                    <a:pt x="1787385" y="232498"/>
                  </a:lnTo>
                  <a:lnTo>
                    <a:pt x="1786051" y="236296"/>
                  </a:lnTo>
                  <a:lnTo>
                    <a:pt x="1774507" y="248526"/>
                  </a:lnTo>
                  <a:lnTo>
                    <a:pt x="1766824" y="248526"/>
                  </a:lnTo>
                  <a:lnTo>
                    <a:pt x="1753095" y="228193"/>
                  </a:lnTo>
                  <a:lnTo>
                    <a:pt x="1753095" y="218516"/>
                  </a:lnTo>
                  <a:lnTo>
                    <a:pt x="1766824" y="198132"/>
                  </a:lnTo>
                  <a:lnTo>
                    <a:pt x="1774507" y="198132"/>
                  </a:lnTo>
                  <a:lnTo>
                    <a:pt x="1777695" y="199237"/>
                  </a:lnTo>
                  <a:lnTo>
                    <a:pt x="1782826" y="203631"/>
                  </a:lnTo>
                  <a:lnTo>
                    <a:pt x="1784756" y="206629"/>
                  </a:lnTo>
                  <a:lnTo>
                    <a:pt x="1786051" y="210426"/>
                  </a:lnTo>
                  <a:lnTo>
                    <a:pt x="1787385" y="214210"/>
                  </a:lnTo>
                  <a:lnTo>
                    <a:pt x="1788058" y="218516"/>
                  </a:lnTo>
                  <a:lnTo>
                    <a:pt x="1788058" y="183426"/>
                  </a:lnTo>
                  <a:lnTo>
                    <a:pt x="1786229" y="182346"/>
                  </a:lnTo>
                  <a:lnTo>
                    <a:pt x="1778977" y="180543"/>
                  </a:lnTo>
                  <a:lnTo>
                    <a:pt x="1762163" y="180543"/>
                  </a:lnTo>
                  <a:lnTo>
                    <a:pt x="1731327" y="207429"/>
                  </a:lnTo>
                  <a:lnTo>
                    <a:pt x="1729765" y="232498"/>
                  </a:lnTo>
                  <a:lnTo>
                    <a:pt x="1731327" y="239522"/>
                  </a:lnTo>
                  <a:lnTo>
                    <a:pt x="1737956" y="252399"/>
                  </a:lnTo>
                  <a:lnTo>
                    <a:pt x="1742668" y="257416"/>
                  </a:lnTo>
                  <a:lnTo>
                    <a:pt x="1754898" y="264591"/>
                  </a:lnTo>
                  <a:lnTo>
                    <a:pt x="1762163" y="266382"/>
                  </a:lnTo>
                  <a:lnTo>
                    <a:pt x="1778977" y="266382"/>
                  </a:lnTo>
                  <a:lnTo>
                    <a:pt x="1786229" y="264591"/>
                  </a:lnTo>
                  <a:lnTo>
                    <a:pt x="1798459" y="257416"/>
                  </a:lnTo>
                  <a:lnTo>
                    <a:pt x="1803196" y="252399"/>
                  </a:lnTo>
                  <a:lnTo>
                    <a:pt x="1805190" y="248526"/>
                  </a:lnTo>
                  <a:lnTo>
                    <a:pt x="1809826" y="239522"/>
                  </a:lnTo>
                  <a:lnTo>
                    <a:pt x="1811375" y="232498"/>
                  </a:lnTo>
                  <a:lnTo>
                    <a:pt x="1811489" y="214934"/>
                  </a:lnTo>
                  <a:close/>
                </a:path>
                <a:path w="1953260" h="266700">
                  <a:moveTo>
                    <a:pt x="1847532" y="93192"/>
                  </a:moveTo>
                  <a:lnTo>
                    <a:pt x="1800987" y="93192"/>
                  </a:lnTo>
                  <a:lnTo>
                    <a:pt x="1800987" y="92443"/>
                  </a:lnTo>
                  <a:lnTo>
                    <a:pt x="1817166" y="76581"/>
                  </a:lnTo>
                  <a:lnTo>
                    <a:pt x="1824786" y="69659"/>
                  </a:lnTo>
                  <a:lnTo>
                    <a:pt x="1830679" y="63715"/>
                  </a:lnTo>
                  <a:lnTo>
                    <a:pt x="1834870" y="58775"/>
                  </a:lnTo>
                  <a:lnTo>
                    <a:pt x="1839048" y="53797"/>
                  </a:lnTo>
                  <a:lnTo>
                    <a:pt x="1841957" y="49276"/>
                  </a:lnTo>
                  <a:lnTo>
                    <a:pt x="1843582" y="45199"/>
                  </a:lnTo>
                  <a:lnTo>
                    <a:pt x="1845246" y="41122"/>
                  </a:lnTo>
                  <a:lnTo>
                    <a:pt x="1846008" y="37287"/>
                  </a:lnTo>
                  <a:lnTo>
                    <a:pt x="1845945" y="25984"/>
                  </a:lnTo>
                  <a:lnTo>
                    <a:pt x="1844433" y="20751"/>
                  </a:lnTo>
                  <a:lnTo>
                    <a:pt x="1842973" y="18567"/>
                  </a:lnTo>
                  <a:lnTo>
                    <a:pt x="1837867" y="10871"/>
                  </a:lnTo>
                  <a:lnTo>
                    <a:pt x="1833257" y="7010"/>
                  </a:lnTo>
                  <a:lnTo>
                    <a:pt x="1821573" y="1460"/>
                  </a:lnTo>
                  <a:lnTo>
                    <a:pt x="1821713" y="1460"/>
                  </a:lnTo>
                  <a:lnTo>
                    <a:pt x="1814550" y="0"/>
                  </a:lnTo>
                  <a:lnTo>
                    <a:pt x="1798904" y="0"/>
                  </a:lnTo>
                  <a:lnTo>
                    <a:pt x="1767433" y="28422"/>
                  </a:lnTo>
                  <a:lnTo>
                    <a:pt x="1767433" y="35674"/>
                  </a:lnTo>
                  <a:lnTo>
                    <a:pt x="1789684" y="35674"/>
                  </a:lnTo>
                  <a:lnTo>
                    <a:pt x="1789684" y="32131"/>
                  </a:lnTo>
                  <a:lnTo>
                    <a:pt x="1790369" y="29083"/>
                  </a:lnTo>
                  <a:lnTo>
                    <a:pt x="1803069" y="18567"/>
                  </a:lnTo>
                  <a:lnTo>
                    <a:pt x="1809699" y="18567"/>
                  </a:lnTo>
                  <a:lnTo>
                    <a:pt x="1823453" y="31127"/>
                  </a:lnTo>
                  <a:lnTo>
                    <a:pt x="1823453" y="37287"/>
                  </a:lnTo>
                  <a:lnTo>
                    <a:pt x="1768513" y="95465"/>
                  </a:lnTo>
                  <a:lnTo>
                    <a:pt x="1768513" y="112356"/>
                  </a:lnTo>
                  <a:lnTo>
                    <a:pt x="1847532" y="112356"/>
                  </a:lnTo>
                  <a:lnTo>
                    <a:pt x="1847532" y="93192"/>
                  </a:lnTo>
                  <a:close/>
                </a:path>
                <a:path w="1953260" h="266700">
                  <a:moveTo>
                    <a:pt x="1872208" y="263728"/>
                  </a:moveTo>
                  <a:lnTo>
                    <a:pt x="1868817" y="247688"/>
                  </a:lnTo>
                  <a:lnTo>
                    <a:pt x="1868741" y="247332"/>
                  </a:lnTo>
                  <a:lnTo>
                    <a:pt x="1868690" y="247091"/>
                  </a:lnTo>
                  <a:lnTo>
                    <a:pt x="1868601" y="246684"/>
                  </a:lnTo>
                  <a:lnTo>
                    <a:pt x="1868004" y="246684"/>
                  </a:lnTo>
                  <a:lnTo>
                    <a:pt x="1865934" y="247091"/>
                  </a:lnTo>
                  <a:lnTo>
                    <a:pt x="1864461" y="247332"/>
                  </a:lnTo>
                  <a:lnTo>
                    <a:pt x="1861299" y="247332"/>
                  </a:lnTo>
                  <a:lnTo>
                    <a:pt x="1859927" y="247091"/>
                  </a:lnTo>
                  <a:lnTo>
                    <a:pt x="1857578" y="246164"/>
                  </a:lnTo>
                  <a:lnTo>
                    <a:pt x="1856676" y="245351"/>
                  </a:lnTo>
                  <a:lnTo>
                    <a:pt x="1855381" y="243001"/>
                  </a:lnTo>
                  <a:lnTo>
                    <a:pt x="1855050" y="241338"/>
                  </a:lnTo>
                  <a:lnTo>
                    <a:pt x="1855050" y="198945"/>
                  </a:lnTo>
                  <a:lnTo>
                    <a:pt x="1870697" y="198945"/>
                  </a:lnTo>
                  <a:lnTo>
                    <a:pt x="1870697" y="181635"/>
                  </a:lnTo>
                  <a:lnTo>
                    <a:pt x="1855050" y="181635"/>
                  </a:lnTo>
                  <a:lnTo>
                    <a:pt x="1855050" y="161709"/>
                  </a:lnTo>
                  <a:lnTo>
                    <a:pt x="1832000" y="161709"/>
                  </a:lnTo>
                  <a:lnTo>
                    <a:pt x="1831987" y="181635"/>
                  </a:lnTo>
                  <a:lnTo>
                    <a:pt x="1820633" y="181635"/>
                  </a:lnTo>
                  <a:lnTo>
                    <a:pt x="1820633" y="198945"/>
                  </a:lnTo>
                  <a:lnTo>
                    <a:pt x="1831975" y="198945"/>
                  </a:lnTo>
                  <a:lnTo>
                    <a:pt x="1831962" y="247688"/>
                  </a:lnTo>
                  <a:lnTo>
                    <a:pt x="1833105" y="252196"/>
                  </a:lnTo>
                  <a:lnTo>
                    <a:pt x="1837715" y="259346"/>
                  </a:lnTo>
                  <a:lnTo>
                    <a:pt x="1840953" y="261975"/>
                  </a:lnTo>
                  <a:lnTo>
                    <a:pt x="1849564" y="265480"/>
                  </a:lnTo>
                  <a:lnTo>
                    <a:pt x="1850021" y="265480"/>
                  </a:lnTo>
                  <a:lnTo>
                    <a:pt x="1854149" y="266115"/>
                  </a:lnTo>
                  <a:lnTo>
                    <a:pt x="1859711" y="265887"/>
                  </a:lnTo>
                  <a:lnTo>
                    <a:pt x="1861858" y="265887"/>
                  </a:lnTo>
                  <a:lnTo>
                    <a:pt x="1865249" y="265480"/>
                  </a:lnTo>
                  <a:lnTo>
                    <a:pt x="1867344" y="264972"/>
                  </a:lnTo>
                  <a:lnTo>
                    <a:pt x="1869440" y="264502"/>
                  </a:lnTo>
                  <a:lnTo>
                    <a:pt x="1871052" y="264083"/>
                  </a:lnTo>
                  <a:lnTo>
                    <a:pt x="1872208" y="263728"/>
                  </a:lnTo>
                  <a:close/>
                </a:path>
                <a:path w="1953260" h="266700">
                  <a:moveTo>
                    <a:pt x="1952726" y="57048"/>
                  </a:moveTo>
                  <a:lnTo>
                    <a:pt x="1944408" y="19215"/>
                  </a:lnTo>
                  <a:lnTo>
                    <a:pt x="1943760" y="17678"/>
                  </a:lnTo>
                  <a:lnTo>
                    <a:pt x="1938604" y="11188"/>
                  </a:lnTo>
                  <a:lnTo>
                    <a:pt x="1928812" y="4660"/>
                  </a:lnTo>
                  <a:lnTo>
                    <a:pt x="1928812" y="57048"/>
                  </a:lnTo>
                  <a:lnTo>
                    <a:pt x="1928495" y="65557"/>
                  </a:lnTo>
                  <a:lnTo>
                    <a:pt x="1914321" y="95364"/>
                  </a:lnTo>
                  <a:lnTo>
                    <a:pt x="1903755" y="95364"/>
                  </a:lnTo>
                  <a:lnTo>
                    <a:pt x="1887080" y="57048"/>
                  </a:lnTo>
                  <a:lnTo>
                    <a:pt x="1887435" y="48641"/>
                  </a:lnTo>
                  <a:lnTo>
                    <a:pt x="1887448" y="48310"/>
                  </a:lnTo>
                  <a:lnTo>
                    <a:pt x="1901659" y="19215"/>
                  </a:lnTo>
                  <a:lnTo>
                    <a:pt x="1912188" y="19215"/>
                  </a:lnTo>
                  <a:lnTo>
                    <a:pt x="1915858" y="20624"/>
                  </a:lnTo>
                  <a:lnTo>
                    <a:pt x="1918957" y="23444"/>
                  </a:lnTo>
                  <a:lnTo>
                    <a:pt x="1922094" y="26250"/>
                  </a:lnTo>
                  <a:lnTo>
                    <a:pt x="1924519" y="30454"/>
                  </a:lnTo>
                  <a:lnTo>
                    <a:pt x="1926209" y="36042"/>
                  </a:lnTo>
                  <a:lnTo>
                    <a:pt x="1927936" y="41643"/>
                  </a:lnTo>
                  <a:lnTo>
                    <a:pt x="1928761" y="48310"/>
                  </a:lnTo>
                  <a:lnTo>
                    <a:pt x="1928812" y="57048"/>
                  </a:lnTo>
                  <a:lnTo>
                    <a:pt x="1928812" y="4660"/>
                  </a:lnTo>
                  <a:lnTo>
                    <a:pt x="1925218" y="2247"/>
                  </a:lnTo>
                  <a:lnTo>
                    <a:pt x="1917242" y="0"/>
                  </a:lnTo>
                  <a:lnTo>
                    <a:pt x="1898700" y="0"/>
                  </a:lnTo>
                  <a:lnTo>
                    <a:pt x="1868538" y="26250"/>
                  </a:lnTo>
                  <a:lnTo>
                    <a:pt x="1863217" y="57048"/>
                  </a:lnTo>
                  <a:lnTo>
                    <a:pt x="1863509" y="65557"/>
                  </a:lnTo>
                  <a:lnTo>
                    <a:pt x="1877326" y="103428"/>
                  </a:lnTo>
                  <a:lnTo>
                    <a:pt x="1898789" y="114795"/>
                  </a:lnTo>
                  <a:lnTo>
                    <a:pt x="1917280" y="114795"/>
                  </a:lnTo>
                  <a:lnTo>
                    <a:pt x="1947278" y="88290"/>
                  </a:lnTo>
                  <a:lnTo>
                    <a:pt x="1952396" y="65557"/>
                  </a:lnTo>
                  <a:lnTo>
                    <a:pt x="1952726" y="57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309100" y="4178302"/>
              <a:ext cx="4561046" cy="1993201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8013700" y="6070600"/>
              <a:ext cx="5524500" cy="1587500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8102601" y="6184894"/>
              <a:ext cx="5422900" cy="1485900"/>
            </a:xfrm>
            <a:custGeom>
              <a:avLst/>
              <a:gdLst/>
              <a:ahLst/>
              <a:cxnLst/>
              <a:rect l="l" t="t" r="r" b="b"/>
              <a:pathLst>
                <a:path w="5422900" h="1485900">
                  <a:moveTo>
                    <a:pt x="5417007" y="1485900"/>
                  </a:moveTo>
                  <a:lnTo>
                    <a:pt x="1445475" y="1485900"/>
                  </a:lnTo>
                  <a:lnTo>
                    <a:pt x="1439583" y="1480007"/>
                  </a:lnTo>
                  <a:lnTo>
                    <a:pt x="1439583" y="825258"/>
                  </a:lnTo>
                  <a:lnTo>
                    <a:pt x="1437055" y="820889"/>
                  </a:lnTo>
                  <a:lnTo>
                    <a:pt x="0" y="0"/>
                  </a:lnTo>
                  <a:lnTo>
                    <a:pt x="1421523" y="569836"/>
                  </a:lnTo>
                  <a:lnTo>
                    <a:pt x="1427994" y="570700"/>
                  </a:lnTo>
                  <a:lnTo>
                    <a:pt x="1433796" y="568523"/>
                  </a:lnTo>
                  <a:lnTo>
                    <a:pt x="1437977" y="563948"/>
                  </a:lnTo>
                  <a:lnTo>
                    <a:pt x="1439583" y="557618"/>
                  </a:lnTo>
                  <a:lnTo>
                    <a:pt x="1439583" y="13169"/>
                  </a:lnTo>
                  <a:lnTo>
                    <a:pt x="1439583" y="5892"/>
                  </a:lnTo>
                  <a:lnTo>
                    <a:pt x="1445475" y="0"/>
                  </a:lnTo>
                  <a:lnTo>
                    <a:pt x="5417007" y="0"/>
                  </a:lnTo>
                  <a:lnTo>
                    <a:pt x="5422899" y="5892"/>
                  </a:lnTo>
                  <a:lnTo>
                    <a:pt x="5422899" y="1480007"/>
                  </a:lnTo>
                  <a:lnTo>
                    <a:pt x="5417007" y="1485900"/>
                  </a:lnTo>
                  <a:close/>
                </a:path>
              </a:pathLst>
            </a:custGeom>
            <a:solidFill>
              <a:srgbClr val="EA99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9613901" y="6252057"/>
              <a:ext cx="3813225" cy="1350518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9745106" y="6703779"/>
              <a:ext cx="3517900" cy="725805"/>
            </a:xfrm>
            <a:custGeom>
              <a:avLst/>
              <a:gdLst/>
              <a:ahLst/>
              <a:cxnLst/>
              <a:rect l="l" t="t" r="r" b="b"/>
              <a:pathLst>
                <a:path w="3517900" h="725804">
                  <a:moveTo>
                    <a:pt x="13449" y="33210"/>
                  </a:moveTo>
                  <a:lnTo>
                    <a:pt x="0" y="52692"/>
                  </a:lnTo>
                  <a:lnTo>
                    <a:pt x="16459" y="66128"/>
                  </a:lnTo>
                  <a:lnTo>
                    <a:pt x="19507" y="66128"/>
                  </a:lnTo>
                  <a:lnTo>
                    <a:pt x="32931" y="46634"/>
                  </a:lnTo>
                  <a:lnTo>
                    <a:pt x="13449" y="33210"/>
                  </a:lnTo>
                  <a:close/>
                </a:path>
                <a:path w="3517900" h="725804">
                  <a:moveTo>
                    <a:pt x="112433" y="59029"/>
                  </a:moveTo>
                  <a:lnTo>
                    <a:pt x="100838" y="59029"/>
                  </a:lnTo>
                  <a:lnTo>
                    <a:pt x="102387" y="67627"/>
                  </a:lnTo>
                  <a:lnTo>
                    <a:pt x="118783" y="80556"/>
                  </a:lnTo>
                  <a:lnTo>
                    <a:pt x="152260" y="73952"/>
                  </a:lnTo>
                  <a:lnTo>
                    <a:pt x="152978" y="70827"/>
                  </a:lnTo>
                  <a:lnTo>
                    <a:pt x="135585" y="70827"/>
                  </a:lnTo>
                  <a:lnTo>
                    <a:pt x="112433" y="59029"/>
                  </a:lnTo>
                  <a:close/>
                </a:path>
                <a:path w="3517900" h="725804">
                  <a:moveTo>
                    <a:pt x="124917" y="2540"/>
                  </a:moveTo>
                  <a:lnTo>
                    <a:pt x="104089" y="16268"/>
                  </a:lnTo>
                  <a:lnTo>
                    <a:pt x="104673" y="34162"/>
                  </a:lnTo>
                  <a:lnTo>
                    <a:pt x="141452" y="50698"/>
                  </a:lnTo>
                  <a:lnTo>
                    <a:pt x="135585" y="70827"/>
                  </a:lnTo>
                  <a:lnTo>
                    <a:pt x="152978" y="70827"/>
                  </a:lnTo>
                  <a:lnTo>
                    <a:pt x="157162" y="52628"/>
                  </a:lnTo>
                  <a:lnTo>
                    <a:pt x="128333" y="35534"/>
                  </a:lnTo>
                  <a:lnTo>
                    <a:pt x="134175" y="12522"/>
                  </a:lnTo>
                  <a:lnTo>
                    <a:pt x="152131" y="12522"/>
                  </a:lnTo>
                  <a:lnTo>
                    <a:pt x="150914" y="9601"/>
                  </a:lnTo>
                  <a:lnTo>
                    <a:pt x="124917" y="2540"/>
                  </a:lnTo>
                  <a:close/>
                </a:path>
                <a:path w="3517900" h="725804">
                  <a:moveTo>
                    <a:pt x="152131" y="12522"/>
                  </a:moveTo>
                  <a:lnTo>
                    <a:pt x="134175" y="12522"/>
                  </a:lnTo>
                  <a:lnTo>
                    <a:pt x="145643" y="23710"/>
                  </a:lnTo>
                  <a:lnTo>
                    <a:pt x="156794" y="23710"/>
                  </a:lnTo>
                  <a:lnTo>
                    <a:pt x="152131" y="12522"/>
                  </a:lnTo>
                  <a:close/>
                </a:path>
                <a:path w="3517900" h="725804">
                  <a:moveTo>
                    <a:pt x="189445" y="21996"/>
                  </a:moveTo>
                  <a:lnTo>
                    <a:pt x="173659" y="31788"/>
                  </a:lnTo>
                  <a:lnTo>
                    <a:pt x="168173" y="57492"/>
                  </a:lnTo>
                  <a:lnTo>
                    <a:pt x="176606" y="75044"/>
                  </a:lnTo>
                  <a:lnTo>
                    <a:pt x="194957" y="81356"/>
                  </a:lnTo>
                  <a:lnTo>
                    <a:pt x="203454" y="80530"/>
                  </a:lnTo>
                  <a:lnTo>
                    <a:pt x="213912" y="67716"/>
                  </a:lnTo>
                  <a:lnTo>
                    <a:pt x="184454" y="67716"/>
                  </a:lnTo>
                  <a:lnTo>
                    <a:pt x="182714" y="37833"/>
                  </a:lnTo>
                  <a:lnTo>
                    <a:pt x="198602" y="31419"/>
                  </a:lnTo>
                  <a:lnTo>
                    <a:pt x="214122" y="31419"/>
                  </a:lnTo>
                  <a:lnTo>
                    <a:pt x="212699" y="28257"/>
                  </a:lnTo>
                  <a:lnTo>
                    <a:pt x="189445" y="21996"/>
                  </a:lnTo>
                  <a:close/>
                </a:path>
                <a:path w="3517900" h="725804">
                  <a:moveTo>
                    <a:pt x="218567" y="62014"/>
                  </a:moveTo>
                  <a:lnTo>
                    <a:pt x="184454" y="67716"/>
                  </a:lnTo>
                  <a:lnTo>
                    <a:pt x="213912" y="67716"/>
                  </a:lnTo>
                  <a:lnTo>
                    <a:pt x="218567" y="62014"/>
                  </a:lnTo>
                  <a:close/>
                </a:path>
                <a:path w="3517900" h="725804">
                  <a:moveTo>
                    <a:pt x="214122" y="31419"/>
                  </a:moveTo>
                  <a:lnTo>
                    <a:pt x="198602" y="31419"/>
                  </a:lnTo>
                  <a:lnTo>
                    <a:pt x="207683" y="41300"/>
                  </a:lnTo>
                  <a:lnTo>
                    <a:pt x="218567" y="41300"/>
                  </a:lnTo>
                  <a:lnTo>
                    <a:pt x="214122" y="31419"/>
                  </a:lnTo>
                  <a:close/>
                </a:path>
                <a:path w="3517900" h="725804">
                  <a:moveTo>
                    <a:pt x="264820" y="23228"/>
                  </a:moveTo>
                  <a:lnTo>
                    <a:pt x="244652" y="23228"/>
                  </a:lnTo>
                  <a:lnTo>
                    <a:pt x="229057" y="40563"/>
                  </a:lnTo>
                  <a:lnTo>
                    <a:pt x="233502" y="71729"/>
                  </a:lnTo>
                  <a:lnTo>
                    <a:pt x="254736" y="81356"/>
                  </a:lnTo>
                  <a:lnTo>
                    <a:pt x="260121" y="81356"/>
                  </a:lnTo>
                  <a:lnTo>
                    <a:pt x="275573" y="71970"/>
                  </a:lnTo>
                  <a:lnTo>
                    <a:pt x="254774" y="71970"/>
                  </a:lnTo>
                  <a:lnTo>
                    <a:pt x="243725" y="67360"/>
                  </a:lnTo>
                  <a:lnTo>
                    <a:pt x="242133" y="40563"/>
                  </a:lnTo>
                  <a:lnTo>
                    <a:pt x="242011" y="38506"/>
                  </a:lnTo>
                  <a:lnTo>
                    <a:pt x="261162" y="32283"/>
                  </a:lnTo>
                  <a:lnTo>
                    <a:pt x="272966" y="32283"/>
                  </a:lnTo>
                  <a:lnTo>
                    <a:pt x="264820" y="23228"/>
                  </a:lnTo>
                  <a:close/>
                </a:path>
                <a:path w="3517900" h="725804">
                  <a:moveTo>
                    <a:pt x="272966" y="32283"/>
                  </a:moveTo>
                  <a:lnTo>
                    <a:pt x="261162" y="32283"/>
                  </a:lnTo>
                  <a:lnTo>
                    <a:pt x="270217" y="55384"/>
                  </a:lnTo>
                  <a:lnTo>
                    <a:pt x="254774" y="71970"/>
                  </a:lnTo>
                  <a:lnTo>
                    <a:pt x="275573" y="71970"/>
                  </a:lnTo>
                  <a:lnTo>
                    <a:pt x="275971" y="71729"/>
                  </a:lnTo>
                  <a:lnTo>
                    <a:pt x="280416" y="40563"/>
                  </a:lnTo>
                  <a:lnTo>
                    <a:pt x="272966" y="32283"/>
                  </a:lnTo>
                  <a:close/>
                </a:path>
                <a:path w="3517900" h="725804">
                  <a:moveTo>
                    <a:pt x="304812" y="22745"/>
                  </a:moveTo>
                  <a:lnTo>
                    <a:pt x="294005" y="22745"/>
                  </a:lnTo>
                  <a:lnTo>
                    <a:pt x="294005" y="80200"/>
                  </a:lnTo>
                  <a:lnTo>
                    <a:pt x="305193" y="80200"/>
                  </a:lnTo>
                  <a:lnTo>
                    <a:pt x="305193" y="45110"/>
                  </a:lnTo>
                  <a:lnTo>
                    <a:pt x="318922" y="32169"/>
                  </a:lnTo>
                  <a:lnTo>
                    <a:pt x="319099" y="31864"/>
                  </a:lnTo>
                  <a:lnTo>
                    <a:pt x="305409" y="31864"/>
                  </a:lnTo>
                  <a:lnTo>
                    <a:pt x="304812" y="22745"/>
                  </a:lnTo>
                  <a:close/>
                </a:path>
                <a:path w="3517900" h="725804">
                  <a:moveTo>
                    <a:pt x="324751" y="22136"/>
                  </a:moveTo>
                  <a:lnTo>
                    <a:pt x="305409" y="31864"/>
                  </a:lnTo>
                  <a:lnTo>
                    <a:pt x="319099" y="31864"/>
                  </a:lnTo>
                  <a:lnTo>
                    <a:pt x="324751" y="22136"/>
                  </a:lnTo>
                  <a:close/>
                </a:path>
                <a:path w="3517900" h="725804">
                  <a:moveTo>
                    <a:pt x="346354" y="23253"/>
                  </a:moveTo>
                  <a:lnTo>
                    <a:pt x="330898" y="40766"/>
                  </a:lnTo>
                  <a:lnTo>
                    <a:pt x="335305" y="71856"/>
                  </a:lnTo>
                  <a:lnTo>
                    <a:pt x="357136" y="81356"/>
                  </a:lnTo>
                  <a:lnTo>
                    <a:pt x="361327" y="81356"/>
                  </a:lnTo>
                  <a:lnTo>
                    <a:pt x="377563" y="68605"/>
                  </a:lnTo>
                  <a:lnTo>
                    <a:pt x="346240" y="68605"/>
                  </a:lnTo>
                  <a:lnTo>
                    <a:pt x="343197" y="54838"/>
                  </a:lnTo>
                  <a:lnTo>
                    <a:pt x="336118" y="54838"/>
                  </a:lnTo>
                  <a:lnTo>
                    <a:pt x="336118" y="46456"/>
                  </a:lnTo>
                  <a:lnTo>
                    <a:pt x="341345" y="46456"/>
                  </a:lnTo>
                  <a:lnTo>
                    <a:pt x="340944" y="44640"/>
                  </a:lnTo>
                  <a:lnTo>
                    <a:pt x="359321" y="31229"/>
                  </a:lnTo>
                  <a:lnTo>
                    <a:pt x="376465" y="31229"/>
                  </a:lnTo>
                  <a:lnTo>
                    <a:pt x="376402" y="30949"/>
                  </a:lnTo>
                  <a:lnTo>
                    <a:pt x="346354" y="23253"/>
                  </a:lnTo>
                  <a:close/>
                </a:path>
                <a:path w="3517900" h="725804">
                  <a:moveTo>
                    <a:pt x="370497" y="63931"/>
                  </a:moveTo>
                  <a:lnTo>
                    <a:pt x="346240" y="68605"/>
                  </a:lnTo>
                  <a:lnTo>
                    <a:pt x="377563" y="68605"/>
                  </a:lnTo>
                  <a:lnTo>
                    <a:pt x="381088" y="65836"/>
                  </a:lnTo>
                  <a:lnTo>
                    <a:pt x="370497" y="63931"/>
                  </a:lnTo>
                  <a:close/>
                </a:path>
                <a:path w="3517900" h="725804">
                  <a:moveTo>
                    <a:pt x="341345" y="46456"/>
                  </a:moveTo>
                  <a:lnTo>
                    <a:pt x="336118" y="46456"/>
                  </a:lnTo>
                  <a:lnTo>
                    <a:pt x="336118" y="54838"/>
                  </a:lnTo>
                  <a:lnTo>
                    <a:pt x="343197" y="54838"/>
                  </a:lnTo>
                  <a:lnTo>
                    <a:pt x="341345" y="46456"/>
                  </a:lnTo>
                  <a:close/>
                </a:path>
                <a:path w="3517900" h="725804">
                  <a:moveTo>
                    <a:pt x="376465" y="31229"/>
                  </a:moveTo>
                  <a:lnTo>
                    <a:pt x="359321" y="31229"/>
                  </a:lnTo>
                  <a:lnTo>
                    <a:pt x="370840" y="46456"/>
                  </a:lnTo>
                  <a:lnTo>
                    <a:pt x="341345" y="46456"/>
                  </a:lnTo>
                  <a:lnTo>
                    <a:pt x="343197" y="54838"/>
                  </a:lnTo>
                  <a:lnTo>
                    <a:pt x="381800" y="54838"/>
                  </a:lnTo>
                  <a:lnTo>
                    <a:pt x="376465" y="31229"/>
                  </a:lnTo>
                  <a:close/>
                </a:path>
                <a:path w="3517900" h="725804">
                  <a:moveTo>
                    <a:pt x="487946" y="3581"/>
                  </a:moveTo>
                  <a:lnTo>
                    <a:pt x="474586" y="3581"/>
                  </a:lnTo>
                  <a:lnTo>
                    <a:pt x="447014" y="80200"/>
                  </a:lnTo>
                  <a:lnTo>
                    <a:pt x="459295" y="80200"/>
                  </a:lnTo>
                  <a:lnTo>
                    <a:pt x="466312" y="59918"/>
                  </a:lnTo>
                  <a:lnTo>
                    <a:pt x="461352" y="59918"/>
                  </a:lnTo>
                  <a:lnTo>
                    <a:pt x="461352" y="50203"/>
                  </a:lnTo>
                  <a:lnTo>
                    <a:pt x="469673" y="50203"/>
                  </a:lnTo>
                  <a:lnTo>
                    <a:pt x="480987" y="17500"/>
                  </a:lnTo>
                  <a:lnTo>
                    <a:pt x="492955" y="17500"/>
                  </a:lnTo>
                  <a:lnTo>
                    <a:pt x="487946" y="3581"/>
                  </a:lnTo>
                  <a:close/>
                </a:path>
                <a:path w="3517900" h="725804">
                  <a:moveTo>
                    <a:pt x="492955" y="17500"/>
                  </a:moveTo>
                  <a:lnTo>
                    <a:pt x="480987" y="17500"/>
                  </a:lnTo>
                  <a:lnTo>
                    <a:pt x="503250" y="80200"/>
                  </a:lnTo>
                  <a:lnTo>
                    <a:pt x="515518" y="80200"/>
                  </a:lnTo>
                  <a:lnTo>
                    <a:pt x="508219" y="59918"/>
                  </a:lnTo>
                  <a:lnTo>
                    <a:pt x="501154" y="59918"/>
                  </a:lnTo>
                  <a:lnTo>
                    <a:pt x="501154" y="50203"/>
                  </a:lnTo>
                  <a:lnTo>
                    <a:pt x="504723" y="50203"/>
                  </a:lnTo>
                  <a:lnTo>
                    <a:pt x="492955" y="17500"/>
                  </a:lnTo>
                  <a:close/>
                </a:path>
                <a:path w="3517900" h="725804">
                  <a:moveTo>
                    <a:pt x="469673" y="50203"/>
                  </a:moveTo>
                  <a:lnTo>
                    <a:pt x="461352" y="50203"/>
                  </a:lnTo>
                  <a:lnTo>
                    <a:pt x="461352" y="59918"/>
                  </a:lnTo>
                  <a:lnTo>
                    <a:pt x="466312" y="59918"/>
                  </a:lnTo>
                  <a:lnTo>
                    <a:pt x="469673" y="50203"/>
                  </a:lnTo>
                  <a:close/>
                </a:path>
                <a:path w="3517900" h="725804">
                  <a:moveTo>
                    <a:pt x="492598" y="50203"/>
                  </a:moveTo>
                  <a:lnTo>
                    <a:pt x="469673" y="50203"/>
                  </a:lnTo>
                  <a:lnTo>
                    <a:pt x="466312" y="59918"/>
                  </a:lnTo>
                  <a:lnTo>
                    <a:pt x="496048" y="59918"/>
                  </a:lnTo>
                  <a:lnTo>
                    <a:pt x="492598" y="50203"/>
                  </a:lnTo>
                  <a:close/>
                </a:path>
                <a:path w="3517900" h="725804">
                  <a:moveTo>
                    <a:pt x="504723" y="50203"/>
                  </a:moveTo>
                  <a:lnTo>
                    <a:pt x="501154" y="50203"/>
                  </a:lnTo>
                  <a:lnTo>
                    <a:pt x="501154" y="59918"/>
                  </a:lnTo>
                  <a:lnTo>
                    <a:pt x="508219" y="59918"/>
                  </a:lnTo>
                  <a:lnTo>
                    <a:pt x="504723" y="50203"/>
                  </a:lnTo>
                  <a:close/>
                </a:path>
                <a:path w="3517900" h="725804">
                  <a:moveTo>
                    <a:pt x="538137" y="3581"/>
                  </a:moveTo>
                  <a:lnTo>
                    <a:pt x="526580" y="3581"/>
                  </a:lnTo>
                  <a:lnTo>
                    <a:pt x="526580" y="80200"/>
                  </a:lnTo>
                  <a:lnTo>
                    <a:pt x="538137" y="80200"/>
                  </a:lnTo>
                  <a:lnTo>
                    <a:pt x="538137" y="3581"/>
                  </a:lnTo>
                  <a:close/>
                </a:path>
                <a:path w="3517900" h="725804">
                  <a:moveTo>
                    <a:pt x="592772" y="22745"/>
                  </a:moveTo>
                  <a:lnTo>
                    <a:pt x="581952" y="22745"/>
                  </a:lnTo>
                  <a:lnTo>
                    <a:pt x="581952" y="80200"/>
                  </a:lnTo>
                  <a:lnTo>
                    <a:pt x="593140" y="80200"/>
                  </a:lnTo>
                  <a:lnTo>
                    <a:pt x="593140" y="45110"/>
                  </a:lnTo>
                  <a:lnTo>
                    <a:pt x="606869" y="32169"/>
                  </a:lnTo>
                  <a:lnTo>
                    <a:pt x="607046" y="31864"/>
                  </a:lnTo>
                  <a:lnTo>
                    <a:pt x="593369" y="31864"/>
                  </a:lnTo>
                  <a:lnTo>
                    <a:pt x="592772" y="22745"/>
                  </a:lnTo>
                  <a:close/>
                </a:path>
                <a:path w="3517900" h="725804">
                  <a:moveTo>
                    <a:pt x="612711" y="22136"/>
                  </a:moveTo>
                  <a:lnTo>
                    <a:pt x="593369" y="31864"/>
                  </a:lnTo>
                  <a:lnTo>
                    <a:pt x="607046" y="31864"/>
                  </a:lnTo>
                  <a:lnTo>
                    <a:pt x="612711" y="22136"/>
                  </a:lnTo>
                  <a:close/>
                </a:path>
                <a:path w="3517900" h="725804">
                  <a:moveTo>
                    <a:pt x="661922" y="31038"/>
                  </a:moveTo>
                  <a:lnTo>
                    <a:pt x="648423" y="31038"/>
                  </a:lnTo>
                  <a:lnTo>
                    <a:pt x="655726" y="41325"/>
                  </a:lnTo>
                  <a:lnTo>
                    <a:pt x="630593" y="48844"/>
                  </a:lnTo>
                  <a:lnTo>
                    <a:pt x="620026" y="70916"/>
                  </a:lnTo>
                  <a:lnTo>
                    <a:pt x="638594" y="81470"/>
                  </a:lnTo>
                  <a:lnTo>
                    <a:pt x="656031" y="80200"/>
                  </a:lnTo>
                  <a:lnTo>
                    <a:pt x="666953" y="80200"/>
                  </a:lnTo>
                  <a:lnTo>
                    <a:pt x="666953" y="72491"/>
                  </a:lnTo>
                  <a:lnTo>
                    <a:pt x="637857" y="72491"/>
                  </a:lnTo>
                  <a:lnTo>
                    <a:pt x="630135" y="62115"/>
                  </a:lnTo>
                  <a:lnTo>
                    <a:pt x="655764" y="59474"/>
                  </a:lnTo>
                  <a:lnTo>
                    <a:pt x="666953" y="59474"/>
                  </a:lnTo>
                  <a:lnTo>
                    <a:pt x="666953" y="37858"/>
                  </a:lnTo>
                  <a:lnTo>
                    <a:pt x="661922" y="31038"/>
                  </a:lnTo>
                  <a:close/>
                </a:path>
                <a:path w="3517900" h="725804">
                  <a:moveTo>
                    <a:pt x="666953" y="59474"/>
                  </a:moveTo>
                  <a:lnTo>
                    <a:pt x="655764" y="59474"/>
                  </a:lnTo>
                  <a:lnTo>
                    <a:pt x="641019" y="72491"/>
                  </a:lnTo>
                  <a:lnTo>
                    <a:pt x="666953" y="72491"/>
                  </a:lnTo>
                  <a:lnTo>
                    <a:pt x="666953" y="59474"/>
                  </a:lnTo>
                  <a:close/>
                </a:path>
                <a:path w="3517900" h="725804">
                  <a:moveTo>
                    <a:pt x="656958" y="24307"/>
                  </a:moveTo>
                  <a:lnTo>
                    <a:pt x="620941" y="36652"/>
                  </a:lnTo>
                  <a:lnTo>
                    <a:pt x="631444" y="39052"/>
                  </a:lnTo>
                  <a:lnTo>
                    <a:pt x="648423" y="31038"/>
                  </a:lnTo>
                  <a:lnTo>
                    <a:pt x="661922" y="31038"/>
                  </a:lnTo>
                  <a:lnTo>
                    <a:pt x="656958" y="24307"/>
                  </a:lnTo>
                  <a:close/>
                </a:path>
                <a:path w="3517900" h="725804">
                  <a:moveTo>
                    <a:pt x="696887" y="8978"/>
                  </a:moveTo>
                  <a:lnTo>
                    <a:pt x="685698" y="8978"/>
                  </a:lnTo>
                  <a:lnTo>
                    <a:pt x="685698" y="69113"/>
                  </a:lnTo>
                  <a:lnTo>
                    <a:pt x="702462" y="80949"/>
                  </a:lnTo>
                  <a:lnTo>
                    <a:pt x="696887" y="8978"/>
                  </a:lnTo>
                  <a:close/>
                </a:path>
                <a:path w="3517900" h="725804">
                  <a:moveTo>
                    <a:pt x="685698" y="22745"/>
                  </a:moveTo>
                  <a:lnTo>
                    <a:pt x="677278" y="22745"/>
                  </a:lnTo>
                  <a:lnTo>
                    <a:pt x="677278" y="31711"/>
                  </a:lnTo>
                  <a:lnTo>
                    <a:pt x="685698" y="31711"/>
                  </a:lnTo>
                  <a:lnTo>
                    <a:pt x="685698" y="22745"/>
                  </a:lnTo>
                  <a:close/>
                </a:path>
                <a:path w="3517900" h="725804">
                  <a:moveTo>
                    <a:pt x="708672" y="22745"/>
                  </a:moveTo>
                  <a:lnTo>
                    <a:pt x="697953" y="22745"/>
                  </a:lnTo>
                  <a:lnTo>
                    <a:pt x="698648" y="31711"/>
                  </a:lnTo>
                  <a:lnTo>
                    <a:pt x="708672" y="31711"/>
                  </a:lnTo>
                  <a:lnTo>
                    <a:pt x="708672" y="22745"/>
                  </a:lnTo>
                  <a:close/>
                </a:path>
                <a:path w="3517900" h="725804">
                  <a:moveTo>
                    <a:pt x="734402" y="23253"/>
                  </a:moveTo>
                  <a:lnTo>
                    <a:pt x="718947" y="40766"/>
                  </a:lnTo>
                  <a:lnTo>
                    <a:pt x="723353" y="71856"/>
                  </a:lnTo>
                  <a:lnTo>
                    <a:pt x="745185" y="81356"/>
                  </a:lnTo>
                  <a:lnTo>
                    <a:pt x="749376" y="81356"/>
                  </a:lnTo>
                  <a:lnTo>
                    <a:pt x="765612" y="68605"/>
                  </a:lnTo>
                  <a:lnTo>
                    <a:pt x="734288" y="68605"/>
                  </a:lnTo>
                  <a:lnTo>
                    <a:pt x="731246" y="54838"/>
                  </a:lnTo>
                  <a:lnTo>
                    <a:pt x="724166" y="54838"/>
                  </a:lnTo>
                  <a:lnTo>
                    <a:pt x="724166" y="46456"/>
                  </a:lnTo>
                  <a:lnTo>
                    <a:pt x="729394" y="46456"/>
                  </a:lnTo>
                  <a:lnTo>
                    <a:pt x="728992" y="44640"/>
                  </a:lnTo>
                  <a:lnTo>
                    <a:pt x="747369" y="31229"/>
                  </a:lnTo>
                  <a:lnTo>
                    <a:pt x="764501" y="31229"/>
                  </a:lnTo>
                  <a:lnTo>
                    <a:pt x="764438" y="30949"/>
                  </a:lnTo>
                  <a:lnTo>
                    <a:pt x="734402" y="23253"/>
                  </a:lnTo>
                  <a:close/>
                </a:path>
                <a:path w="3517900" h="725804">
                  <a:moveTo>
                    <a:pt x="758545" y="63931"/>
                  </a:moveTo>
                  <a:lnTo>
                    <a:pt x="734288" y="68605"/>
                  </a:lnTo>
                  <a:lnTo>
                    <a:pt x="765612" y="68605"/>
                  </a:lnTo>
                  <a:lnTo>
                    <a:pt x="769137" y="65836"/>
                  </a:lnTo>
                  <a:lnTo>
                    <a:pt x="758545" y="63931"/>
                  </a:lnTo>
                  <a:close/>
                </a:path>
                <a:path w="3517900" h="725804">
                  <a:moveTo>
                    <a:pt x="729394" y="46456"/>
                  </a:moveTo>
                  <a:lnTo>
                    <a:pt x="724166" y="46456"/>
                  </a:lnTo>
                  <a:lnTo>
                    <a:pt x="724166" y="54838"/>
                  </a:lnTo>
                  <a:lnTo>
                    <a:pt x="731246" y="54838"/>
                  </a:lnTo>
                  <a:lnTo>
                    <a:pt x="729394" y="46456"/>
                  </a:lnTo>
                  <a:close/>
                </a:path>
                <a:path w="3517900" h="725804">
                  <a:moveTo>
                    <a:pt x="764501" y="31229"/>
                  </a:moveTo>
                  <a:lnTo>
                    <a:pt x="747369" y="31229"/>
                  </a:lnTo>
                  <a:lnTo>
                    <a:pt x="758888" y="46456"/>
                  </a:lnTo>
                  <a:lnTo>
                    <a:pt x="729394" y="46456"/>
                  </a:lnTo>
                  <a:lnTo>
                    <a:pt x="731246" y="54838"/>
                  </a:lnTo>
                  <a:lnTo>
                    <a:pt x="769848" y="54838"/>
                  </a:lnTo>
                  <a:lnTo>
                    <a:pt x="764501" y="31229"/>
                  </a:lnTo>
                  <a:close/>
                </a:path>
                <a:path w="3517900" h="725804">
                  <a:moveTo>
                    <a:pt x="790524" y="63817"/>
                  </a:moveTo>
                  <a:lnTo>
                    <a:pt x="779716" y="65455"/>
                  </a:lnTo>
                  <a:lnTo>
                    <a:pt x="780630" y="70548"/>
                  </a:lnTo>
                  <a:lnTo>
                    <a:pt x="796505" y="81356"/>
                  </a:lnTo>
                  <a:lnTo>
                    <a:pt x="821474" y="75463"/>
                  </a:lnTo>
                  <a:lnTo>
                    <a:pt x="822070" y="72339"/>
                  </a:lnTo>
                  <a:lnTo>
                    <a:pt x="799503" y="72339"/>
                  </a:lnTo>
                  <a:lnTo>
                    <a:pt x="790524" y="63817"/>
                  </a:lnTo>
                  <a:close/>
                </a:path>
                <a:path w="3517900" h="725804">
                  <a:moveTo>
                    <a:pt x="809790" y="21996"/>
                  </a:moveTo>
                  <a:lnTo>
                    <a:pt x="786130" y="27571"/>
                  </a:lnTo>
                  <a:lnTo>
                    <a:pt x="782763" y="45935"/>
                  </a:lnTo>
                  <a:lnTo>
                    <a:pt x="782662" y="46481"/>
                  </a:lnTo>
                  <a:lnTo>
                    <a:pt x="806831" y="57124"/>
                  </a:lnTo>
                  <a:lnTo>
                    <a:pt x="814946" y="66636"/>
                  </a:lnTo>
                  <a:lnTo>
                    <a:pt x="799503" y="72339"/>
                  </a:lnTo>
                  <a:lnTo>
                    <a:pt x="822070" y="72339"/>
                  </a:lnTo>
                  <a:lnTo>
                    <a:pt x="825144" y="56222"/>
                  </a:lnTo>
                  <a:lnTo>
                    <a:pt x="801598" y="45935"/>
                  </a:lnTo>
                  <a:lnTo>
                    <a:pt x="792581" y="36194"/>
                  </a:lnTo>
                  <a:lnTo>
                    <a:pt x="825163" y="36194"/>
                  </a:lnTo>
                  <a:lnTo>
                    <a:pt x="824166" y="32283"/>
                  </a:lnTo>
                  <a:lnTo>
                    <a:pt x="809790" y="21996"/>
                  </a:lnTo>
                  <a:close/>
                </a:path>
                <a:path w="3517900" h="725804">
                  <a:moveTo>
                    <a:pt x="825163" y="36194"/>
                  </a:moveTo>
                  <a:lnTo>
                    <a:pt x="792581" y="36194"/>
                  </a:lnTo>
                  <a:lnTo>
                    <a:pt x="825309" y="36766"/>
                  </a:lnTo>
                  <a:lnTo>
                    <a:pt x="825163" y="36194"/>
                  </a:lnTo>
                  <a:close/>
                </a:path>
                <a:path w="3517900" h="725804">
                  <a:moveTo>
                    <a:pt x="906664" y="31038"/>
                  </a:moveTo>
                  <a:lnTo>
                    <a:pt x="893165" y="31038"/>
                  </a:lnTo>
                  <a:lnTo>
                    <a:pt x="900468" y="41325"/>
                  </a:lnTo>
                  <a:lnTo>
                    <a:pt x="875334" y="48844"/>
                  </a:lnTo>
                  <a:lnTo>
                    <a:pt x="864768" y="70916"/>
                  </a:lnTo>
                  <a:lnTo>
                    <a:pt x="883335" y="81470"/>
                  </a:lnTo>
                  <a:lnTo>
                    <a:pt x="900772" y="80200"/>
                  </a:lnTo>
                  <a:lnTo>
                    <a:pt x="911694" y="80200"/>
                  </a:lnTo>
                  <a:lnTo>
                    <a:pt x="911694" y="72491"/>
                  </a:lnTo>
                  <a:lnTo>
                    <a:pt x="882599" y="72491"/>
                  </a:lnTo>
                  <a:lnTo>
                    <a:pt x="874877" y="62115"/>
                  </a:lnTo>
                  <a:lnTo>
                    <a:pt x="900506" y="59474"/>
                  </a:lnTo>
                  <a:lnTo>
                    <a:pt x="911694" y="59474"/>
                  </a:lnTo>
                  <a:lnTo>
                    <a:pt x="911694" y="37858"/>
                  </a:lnTo>
                  <a:lnTo>
                    <a:pt x="906664" y="31038"/>
                  </a:lnTo>
                  <a:close/>
                </a:path>
                <a:path w="3517900" h="725804">
                  <a:moveTo>
                    <a:pt x="911694" y="59474"/>
                  </a:moveTo>
                  <a:lnTo>
                    <a:pt x="900506" y="59474"/>
                  </a:lnTo>
                  <a:lnTo>
                    <a:pt x="885761" y="72491"/>
                  </a:lnTo>
                  <a:lnTo>
                    <a:pt x="911694" y="72491"/>
                  </a:lnTo>
                  <a:lnTo>
                    <a:pt x="911694" y="59474"/>
                  </a:lnTo>
                  <a:close/>
                </a:path>
                <a:path w="3517900" h="725804">
                  <a:moveTo>
                    <a:pt x="901700" y="24307"/>
                  </a:moveTo>
                  <a:lnTo>
                    <a:pt x="865682" y="36652"/>
                  </a:lnTo>
                  <a:lnTo>
                    <a:pt x="876185" y="39052"/>
                  </a:lnTo>
                  <a:lnTo>
                    <a:pt x="893165" y="31038"/>
                  </a:lnTo>
                  <a:lnTo>
                    <a:pt x="906664" y="31038"/>
                  </a:lnTo>
                  <a:lnTo>
                    <a:pt x="901700" y="24307"/>
                  </a:lnTo>
                  <a:close/>
                </a:path>
                <a:path w="3517900" h="725804">
                  <a:moveTo>
                    <a:pt x="939431" y="23164"/>
                  </a:moveTo>
                  <a:lnTo>
                    <a:pt x="925118" y="40055"/>
                  </a:lnTo>
                  <a:lnTo>
                    <a:pt x="929196" y="71780"/>
                  </a:lnTo>
                  <a:lnTo>
                    <a:pt x="929220" y="71970"/>
                  </a:lnTo>
                  <a:lnTo>
                    <a:pt x="948105" y="81318"/>
                  </a:lnTo>
                  <a:lnTo>
                    <a:pt x="965644" y="80200"/>
                  </a:lnTo>
                  <a:lnTo>
                    <a:pt x="976566" y="80200"/>
                  </a:lnTo>
                  <a:lnTo>
                    <a:pt x="976566" y="71780"/>
                  </a:lnTo>
                  <a:lnTo>
                    <a:pt x="950569" y="71780"/>
                  </a:lnTo>
                  <a:lnTo>
                    <a:pt x="939939" y="67335"/>
                  </a:lnTo>
                  <a:lnTo>
                    <a:pt x="938320" y="40055"/>
                  </a:lnTo>
                  <a:lnTo>
                    <a:pt x="938212" y="38239"/>
                  </a:lnTo>
                  <a:lnTo>
                    <a:pt x="956576" y="32334"/>
                  </a:lnTo>
                  <a:lnTo>
                    <a:pt x="976566" y="32334"/>
                  </a:lnTo>
                  <a:lnTo>
                    <a:pt x="976566" y="32054"/>
                  </a:lnTo>
                  <a:lnTo>
                    <a:pt x="965377" y="32054"/>
                  </a:lnTo>
                  <a:lnTo>
                    <a:pt x="939431" y="23164"/>
                  </a:lnTo>
                  <a:close/>
                </a:path>
                <a:path w="3517900" h="725804">
                  <a:moveTo>
                    <a:pt x="976566" y="32334"/>
                  </a:moveTo>
                  <a:lnTo>
                    <a:pt x="956576" y="32334"/>
                  </a:lnTo>
                  <a:lnTo>
                    <a:pt x="964984" y="59054"/>
                  </a:lnTo>
                  <a:lnTo>
                    <a:pt x="950569" y="71780"/>
                  </a:lnTo>
                  <a:lnTo>
                    <a:pt x="976566" y="71780"/>
                  </a:lnTo>
                  <a:lnTo>
                    <a:pt x="976566" y="32334"/>
                  </a:lnTo>
                  <a:close/>
                </a:path>
                <a:path w="3517900" h="725804">
                  <a:moveTo>
                    <a:pt x="976566" y="3581"/>
                  </a:moveTo>
                  <a:lnTo>
                    <a:pt x="965377" y="3581"/>
                  </a:lnTo>
                  <a:lnTo>
                    <a:pt x="965377" y="32054"/>
                  </a:lnTo>
                  <a:lnTo>
                    <a:pt x="976566" y="32054"/>
                  </a:lnTo>
                  <a:lnTo>
                    <a:pt x="976566" y="3581"/>
                  </a:lnTo>
                  <a:close/>
                </a:path>
                <a:path w="3517900" h="725804">
                  <a:moveTo>
                    <a:pt x="1005382" y="23164"/>
                  </a:moveTo>
                  <a:lnTo>
                    <a:pt x="991057" y="40055"/>
                  </a:lnTo>
                  <a:lnTo>
                    <a:pt x="995134" y="71780"/>
                  </a:lnTo>
                  <a:lnTo>
                    <a:pt x="995159" y="71970"/>
                  </a:lnTo>
                  <a:lnTo>
                    <a:pt x="1014044" y="81318"/>
                  </a:lnTo>
                  <a:lnTo>
                    <a:pt x="1031582" y="80200"/>
                  </a:lnTo>
                  <a:lnTo>
                    <a:pt x="1042517" y="80200"/>
                  </a:lnTo>
                  <a:lnTo>
                    <a:pt x="1042517" y="71780"/>
                  </a:lnTo>
                  <a:lnTo>
                    <a:pt x="1016508" y="71780"/>
                  </a:lnTo>
                  <a:lnTo>
                    <a:pt x="1005890" y="67335"/>
                  </a:lnTo>
                  <a:lnTo>
                    <a:pt x="1004259" y="40055"/>
                  </a:lnTo>
                  <a:lnTo>
                    <a:pt x="1004150" y="38239"/>
                  </a:lnTo>
                  <a:lnTo>
                    <a:pt x="1022527" y="32334"/>
                  </a:lnTo>
                  <a:lnTo>
                    <a:pt x="1042517" y="32334"/>
                  </a:lnTo>
                  <a:lnTo>
                    <a:pt x="1042517" y="32054"/>
                  </a:lnTo>
                  <a:lnTo>
                    <a:pt x="1031328" y="32054"/>
                  </a:lnTo>
                  <a:lnTo>
                    <a:pt x="1005382" y="23164"/>
                  </a:lnTo>
                  <a:close/>
                </a:path>
                <a:path w="3517900" h="725804">
                  <a:moveTo>
                    <a:pt x="1042517" y="32334"/>
                  </a:moveTo>
                  <a:lnTo>
                    <a:pt x="1022527" y="32334"/>
                  </a:lnTo>
                  <a:lnTo>
                    <a:pt x="1030922" y="59054"/>
                  </a:lnTo>
                  <a:lnTo>
                    <a:pt x="1016508" y="71780"/>
                  </a:lnTo>
                  <a:lnTo>
                    <a:pt x="1042517" y="71780"/>
                  </a:lnTo>
                  <a:lnTo>
                    <a:pt x="1042517" y="32334"/>
                  </a:lnTo>
                  <a:close/>
                </a:path>
                <a:path w="3517900" h="725804">
                  <a:moveTo>
                    <a:pt x="1042517" y="3581"/>
                  </a:moveTo>
                  <a:lnTo>
                    <a:pt x="1031328" y="3581"/>
                  </a:lnTo>
                  <a:lnTo>
                    <a:pt x="1031328" y="32054"/>
                  </a:lnTo>
                  <a:lnTo>
                    <a:pt x="1042517" y="32054"/>
                  </a:lnTo>
                  <a:lnTo>
                    <a:pt x="1042517" y="3581"/>
                  </a:lnTo>
                  <a:close/>
                </a:path>
                <a:path w="3517900" h="725804">
                  <a:moveTo>
                    <a:pt x="1069289" y="22745"/>
                  </a:moveTo>
                  <a:lnTo>
                    <a:pt x="1058481" y="22745"/>
                  </a:lnTo>
                  <a:lnTo>
                    <a:pt x="1058481" y="80200"/>
                  </a:lnTo>
                  <a:lnTo>
                    <a:pt x="1069657" y="80200"/>
                  </a:lnTo>
                  <a:lnTo>
                    <a:pt x="1069657" y="45110"/>
                  </a:lnTo>
                  <a:lnTo>
                    <a:pt x="1083386" y="32169"/>
                  </a:lnTo>
                  <a:lnTo>
                    <a:pt x="1083563" y="31864"/>
                  </a:lnTo>
                  <a:lnTo>
                    <a:pt x="1069886" y="31864"/>
                  </a:lnTo>
                  <a:lnTo>
                    <a:pt x="1069289" y="22745"/>
                  </a:lnTo>
                  <a:close/>
                </a:path>
                <a:path w="3517900" h="725804">
                  <a:moveTo>
                    <a:pt x="1089228" y="22136"/>
                  </a:moveTo>
                  <a:lnTo>
                    <a:pt x="1069886" y="31864"/>
                  </a:lnTo>
                  <a:lnTo>
                    <a:pt x="1083563" y="31864"/>
                  </a:lnTo>
                  <a:lnTo>
                    <a:pt x="1089228" y="22136"/>
                  </a:lnTo>
                  <a:close/>
                </a:path>
                <a:path w="3517900" h="725804">
                  <a:moveTo>
                    <a:pt x="1110830" y="23253"/>
                  </a:moveTo>
                  <a:lnTo>
                    <a:pt x="1095362" y="40766"/>
                  </a:lnTo>
                  <a:lnTo>
                    <a:pt x="1099781" y="71856"/>
                  </a:lnTo>
                  <a:lnTo>
                    <a:pt x="1121613" y="81356"/>
                  </a:lnTo>
                  <a:lnTo>
                    <a:pt x="1125804" y="81356"/>
                  </a:lnTo>
                  <a:lnTo>
                    <a:pt x="1142029" y="68605"/>
                  </a:lnTo>
                  <a:lnTo>
                    <a:pt x="1110716" y="68605"/>
                  </a:lnTo>
                  <a:lnTo>
                    <a:pt x="1107674" y="54838"/>
                  </a:lnTo>
                  <a:lnTo>
                    <a:pt x="1100594" y="54838"/>
                  </a:lnTo>
                  <a:lnTo>
                    <a:pt x="1100594" y="46456"/>
                  </a:lnTo>
                  <a:lnTo>
                    <a:pt x="1105822" y="46456"/>
                  </a:lnTo>
                  <a:lnTo>
                    <a:pt x="1105420" y="44640"/>
                  </a:lnTo>
                  <a:lnTo>
                    <a:pt x="1123797" y="31229"/>
                  </a:lnTo>
                  <a:lnTo>
                    <a:pt x="1140929" y="31229"/>
                  </a:lnTo>
                  <a:lnTo>
                    <a:pt x="1140866" y="30949"/>
                  </a:lnTo>
                  <a:lnTo>
                    <a:pt x="1110830" y="23253"/>
                  </a:lnTo>
                  <a:close/>
                </a:path>
                <a:path w="3517900" h="725804">
                  <a:moveTo>
                    <a:pt x="1134973" y="63931"/>
                  </a:moveTo>
                  <a:lnTo>
                    <a:pt x="1110716" y="68605"/>
                  </a:lnTo>
                  <a:lnTo>
                    <a:pt x="1142029" y="68605"/>
                  </a:lnTo>
                  <a:lnTo>
                    <a:pt x="1145552" y="65836"/>
                  </a:lnTo>
                  <a:lnTo>
                    <a:pt x="1134973" y="63931"/>
                  </a:lnTo>
                  <a:close/>
                </a:path>
                <a:path w="3517900" h="725804">
                  <a:moveTo>
                    <a:pt x="1105822" y="46456"/>
                  </a:moveTo>
                  <a:lnTo>
                    <a:pt x="1100594" y="46456"/>
                  </a:lnTo>
                  <a:lnTo>
                    <a:pt x="1100594" y="54838"/>
                  </a:lnTo>
                  <a:lnTo>
                    <a:pt x="1107674" y="54838"/>
                  </a:lnTo>
                  <a:lnTo>
                    <a:pt x="1105822" y="46456"/>
                  </a:lnTo>
                  <a:close/>
                </a:path>
                <a:path w="3517900" h="725804">
                  <a:moveTo>
                    <a:pt x="1140929" y="31229"/>
                  </a:moveTo>
                  <a:lnTo>
                    <a:pt x="1123797" y="31229"/>
                  </a:lnTo>
                  <a:lnTo>
                    <a:pt x="1135303" y="46456"/>
                  </a:lnTo>
                  <a:lnTo>
                    <a:pt x="1105822" y="46456"/>
                  </a:lnTo>
                  <a:lnTo>
                    <a:pt x="1107674" y="54838"/>
                  </a:lnTo>
                  <a:lnTo>
                    <a:pt x="1146263" y="54838"/>
                  </a:lnTo>
                  <a:lnTo>
                    <a:pt x="1140929" y="31229"/>
                  </a:lnTo>
                  <a:close/>
                </a:path>
                <a:path w="3517900" h="725804">
                  <a:moveTo>
                    <a:pt x="1166939" y="63817"/>
                  </a:moveTo>
                  <a:lnTo>
                    <a:pt x="1156131" y="65455"/>
                  </a:lnTo>
                  <a:lnTo>
                    <a:pt x="1157058" y="70548"/>
                  </a:lnTo>
                  <a:lnTo>
                    <a:pt x="1172933" y="81356"/>
                  </a:lnTo>
                  <a:lnTo>
                    <a:pt x="1197889" y="75463"/>
                  </a:lnTo>
                  <a:lnTo>
                    <a:pt x="1198485" y="72339"/>
                  </a:lnTo>
                  <a:lnTo>
                    <a:pt x="1175918" y="72339"/>
                  </a:lnTo>
                  <a:lnTo>
                    <a:pt x="1166939" y="63817"/>
                  </a:lnTo>
                  <a:close/>
                </a:path>
                <a:path w="3517900" h="725804">
                  <a:moveTo>
                    <a:pt x="1186205" y="21996"/>
                  </a:moveTo>
                  <a:lnTo>
                    <a:pt x="1162558" y="27571"/>
                  </a:lnTo>
                  <a:lnTo>
                    <a:pt x="1159191" y="45935"/>
                  </a:lnTo>
                  <a:lnTo>
                    <a:pt x="1159090" y="46481"/>
                  </a:lnTo>
                  <a:lnTo>
                    <a:pt x="1183259" y="57124"/>
                  </a:lnTo>
                  <a:lnTo>
                    <a:pt x="1191374" y="66636"/>
                  </a:lnTo>
                  <a:lnTo>
                    <a:pt x="1175918" y="72339"/>
                  </a:lnTo>
                  <a:lnTo>
                    <a:pt x="1198485" y="72339"/>
                  </a:lnTo>
                  <a:lnTo>
                    <a:pt x="1201559" y="56222"/>
                  </a:lnTo>
                  <a:lnTo>
                    <a:pt x="1178013" y="45935"/>
                  </a:lnTo>
                  <a:lnTo>
                    <a:pt x="1168996" y="36194"/>
                  </a:lnTo>
                  <a:lnTo>
                    <a:pt x="1201591" y="36194"/>
                  </a:lnTo>
                  <a:lnTo>
                    <a:pt x="1200594" y="32283"/>
                  </a:lnTo>
                  <a:lnTo>
                    <a:pt x="1186205" y="21996"/>
                  </a:lnTo>
                  <a:close/>
                </a:path>
                <a:path w="3517900" h="725804">
                  <a:moveTo>
                    <a:pt x="1201591" y="36194"/>
                  </a:moveTo>
                  <a:lnTo>
                    <a:pt x="1168996" y="36194"/>
                  </a:lnTo>
                  <a:lnTo>
                    <a:pt x="1201737" y="36766"/>
                  </a:lnTo>
                  <a:lnTo>
                    <a:pt x="1201591" y="36194"/>
                  </a:lnTo>
                  <a:close/>
                </a:path>
                <a:path w="3517900" h="725804">
                  <a:moveTo>
                    <a:pt x="1223429" y="63817"/>
                  </a:moveTo>
                  <a:lnTo>
                    <a:pt x="1212608" y="65455"/>
                  </a:lnTo>
                  <a:lnTo>
                    <a:pt x="1213535" y="70548"/>
                  </a:lnTo>
                  <a:lnTo>
                    <a:pt x="1229410" y="81356"/>
                  </a:lnTo>
                  <a:lnTo>
                    <a:pt x="1254379" y="75463"/>
                  </a:lnTo>
                  <a:lnTo>
                    <a:pt x="1254972" y="72339"/>
                  </a:lnTo>
                  <a:lnTo>
                    <a:pt x="1232408" y="72339"/>
                  </a:lnTo>
                  <a:lnTo>
                    <a:pt x="1223429" y="63817"/>
                  </a:lnTo>
                  <a:close/>
                </a:path>
                <a:path w="3517900" h="725804">
                  <a:moveTo>
                    <a:pt x="1242695" y="21996"/>
                  </a:moveTo>
                  <a:lnTo>
                    <a:pt x="1219034" y="27571"/>
                  </a:lnTo>
                  <a:lnTo>
                    <a:pt x="1215667" y="45935"/>
                  </a:lnTo>
                  <a:lnTo>
                    <a:pt x="1215567" y="46481"/>
                  </a:lnTo>
                  <a:lnTo>
                    <a:pt x="1239735" y="57124"/>
                  </a:lnTo>
                  <a:lnTo>
                    <a:pt x="1247851" y="66636"/>
                  </a:lnTo>
                  <a:lnTo>
                    <a:pt x="1232408" y="72339"/>
                  </a:lnTo>
                  <a:lnTo>
                    <a:pt x="1254972" y="72339"/>
                  </a:lnTo>
                  <a:lnTo>
                    <a:pt x="1258036" y="56222"/>
                  </a:lnTo>
                  <a:lnTo>
                    <a:pt x="1234490" y="45935"/>
                  </a:lnTo>
                  <a:lnTo>
                    <a:pt x="1225486" y="36194"/>
                  </a:lnTo>
                  <a:lnTo>
                    <a:pt x="1258068" y="36194"/>
                  </a:lnTo>
                  <a:lnTo>
                    <a:pt x="1257071" y="32283"/>
                  </a:lnTo>
                  <a:lnTo>
                    <a:pt x="1242695" y="21996"/>
                  </a:lnTo>
                  <a:close/>
                </a:path>
                <a:path w="3517900" h="725804">
                  <a:moveTo>
                    <a:pt x="1258068" y="36194"/>
                  </a:moveTo>
                  <a:lnTo>
                    <a:pt x="1225486" y="36194"/>
                  </a:lnTo>
                  <a:lnTo>
                    <a:pt x="1258214" y="36766"/>
                  </a:lnTo>
                  <a:lnTo>
                    <a:pt x="1258068" y="36194"/>
                  </a:lnTo>
                  <a:close/>
                </a:path>
                <a:path w="3517900" h="725804">
                  <a:moveTo>
                    <a:pt x="1349489" y="78397"/>
                  </a:moveTo>
                  <a:lnTo>
                    <a:pt x="1331747" y="78397"/>
                  </a:lnTo>
                  <a:lnTo>
                    <a:pt x="1338313" y="101752"/>
                  </a:lnTo>
                  <a:lnTo>
                    <a:pt x="1349489" y="101752"/>
                  </a:lnTo>
                  <a:lnTo>
                    <a:pt x="1349489" y="78397"/>
                  </a:lnTo>
                  <a:close/>
                </a:path>
                <a:path w="3517900" h="725804">
                  <a:moveTo>
                    <a:pt x="1316482" y="21996"/>
                  </a:moveTo>
                  <a:lnTo>
                    <a:pt x="1302207" y="31229"/>
                  </a:lnTo>
                  <a:lnTo>
                    <a:pt x="1298028" y="63118"/>
                  </a:lnTo>
                  <a:lnTo>
                    <a:pt x="1312240" y="80137"/>
                  </a:lnTo>
                  <a:lnTo>
                    <a:pt x="1331747" y="78397"/>
                  </a:lnTo>
                  <a:lnTo>
                    <a:pt x="1349489" y="78397"/>
                  </a:lnTo>
                  <a:lnTo>
                    <a:pt x="1349489" y="71780"/>
                  </a:lnTo>
                  <a:lnTo>
                    <a:pt x="1323492" y="71780"/>
                  </a:lnTo>
                  <a:lnTo>
                    <a:pt x="1312875" y="67335"/>
                  </a:lnTo>
                  <a:lnTo>
                    <a:pt x="1311135" y="38239"/>
                  </a:lnTo>
                  <a:lnTo>
                    <a:pt x="1329499" y="32334"/>
                  </a:lnTo>
                  <a:lnTo>
                    <a:pt x="1349489" y="32334"/>
                  </a:lnTo>
                  <a:lnTo>
                    <a:pt x="1349489" y="32054"/>
                  </a:lnTo>
                  <a:lnTo>
                    <a:pt x="1338567" y="32054"/>
                  </a:lnTo>
                  <a:lnTo>
                    <a:pt x="1316482" y="21996"/>
                  </a:lnTo>
                  <a:close/>
                </a:path>
                <a:path w="3517900" h="725804">
                  <a:moveTo>
                    <a:pt x="1349489" y="32334"/>
                  </a:moveTo>
                  <a:lnTo>
                    <a:pt x="1329499" y="32334"/>
                  </a:lnTo>
                  <a:lnTo>
                    <a:pt x="1337906" y="59054"/>
                  </a:lnTo>
                  <a:lnTo>
                    <a:pt x="1323492" y="71780"/>
                  </a:lnTo>
                  <a:lnTo>
                    <a:pt x="1349489" y="71780"/>
                  </a:lnTo>
                  <a:lnTo>
                    <a:pt x="1349489" y="32334"/>
                  </a:lnTo>
                  <a:close/>
                </a:path>
                <a:path w="3517900" h="725804">
                  <a:moveTo>
                    <a:pt x="1349489" y="22745"/>
                  </a:moveTo>
                  <a:lnTo>
                    <a:pt x="1338567" y="22745"/>
                  </a:lnTo>
                  <a:lnTo>
                    <a:pt x="1338567" y="32054"/>
                  </a:lnTo>
                  <a:lnTo>
                    <a:pt x="1349489" y="32054"/>
                  </a:lnTo>
                  <a:lnTo>
                    <a:pt x="1349489" y="22745"/>
                  </a:lnTo>
                  <a:close/>
                </a:path>
                <a:path w="3517900" h="725804">
                  <a:moveTo>
                    <a:pt x="1375714" y="22745"/>
                  </a:moveTo>
                  <a:lnTo>
                    <a:pt x="1364526" y="22745"/>
                  </a:lnTo>
                  <a:lnTo>
                    <a:pt x="1364526" y="59283"/>
                  </a:lnTo>
                  <a:lnTo>
                    <a:pt x="1368552" y="74434"/>
                  </a:lnTo>
                  <a:lnTo>
                    <a:pt x="1387703" y="80949"/>
                  </a:lnTo>
                  <a:lnTo>
                    <a:pt x="1400556" y="70243"/>
                  </a:lnTo>
                  <a:lnTo>
                    <a:pt x="1412151" y="70243"/>
                  </a:lnTo>
                  <a:lnTo>
                    <a:pt x="1412151" y="66573"/>
                  </a:lnTo>
                  <a:lnTo>
                    <a:pt x="1397508" y="66573"/>
                  </a:lnTo>
                  <a:lnTo>
                    <a:pt x="1376807" y="64973"/>
                  </a:lnTo>
                  <a:lnTo>
                    <a:pt x="1375714" y="22745"/>
                  </a:lnTo>
                  <a:close/>
                </a:path>
                <a:path w="3517900" h="725804">
                  <a:moveTo>
                    <a:pt x="1412151" y="70243"/>
                  </a:moveTo>
                  <a:lnTo>
                    <a:pt x="1400556" y="70243"/>
                  </a:lnTo>
                  <a:lnTo>
                    <a:pt x="1401152" y="80200"/>
                  </a:lnTo>
                  <a:lnTo>
                    <a:pt x="1412151" y="80200"/>
                  </a:lnTo>
                  <a:lnTo>
                    <a:pt x="1412151" y="70243"/>
                  </a:lnTo>
                  <a:close/>
                </a:path>
                <a:path w="3517900" h="725804">
                  <a:moveTo>
                    <a:pt x="1412151" y="22745"/>
                  </a:moveTo>
                  <a:lnTo>
                    <a:pt x="1400937" y="22745"/>
                  </a:lnTo>
                  <a:lnTo>
                    <a:pt x="1400937" y="56375"/>
                  </a:lnTo>
                  <a:lnTo>
                    <a:pt x="1397508" y="66573"/>
                  </a:lnTo>
                  <a:lnTo>
                    <a:pt x="1412151" y="66573"/>
                  </a:lnTo>
                  <a:lnTo>
                    <a:pt x="1412151" y="22745"/>
                  </a:lnTo>
                  <a:close/>
                </a:path>
                <a:path w="3517900" h="725804">
                  <a:moveTo>
                    <a:pt x="1467236" y="31038"/>
                  </a:moveTo>
                  <a:lnTo>
                    <a:pt x="1453730" y="31038"/>
                  </a:lnTo>
                  <a:lnTo>
                    <a:pt x="1461033" y="41325"/>
                  </a:lnTo>
                  <a:lnTo>
                    <a:pt x="1435900" y="48844"/>
                  </a:lnTo>
                  <a:lnTo>
                    <a:pt x="1425333" y="70916"/>
                  </a:lnTo>
                  <a:lnTo>
                    <a:pt x="1443901" y="81470"/>
                  </a:lnTo>
                  <a:lnTo>
                    <a:pt x="1461338" y="80200"/>
                  </a:lnTo>
                  <a:lnTo>
                    <a:pt x="1472260" y="80200"/>
                  </a:lnTo>
                  <a:lnTo>
                    <a:pt x="1472260" y="72491"/>
                  </a:lnTo>
                  <a:lnTo>
                    <a:pt x="1443164" y="72491"/>
                  </a:lnTo>
                  <a:lnTo>
                    <a:pt x="1435455" y="62115"/>
                  </a:lnTo>
                  <a:lnTo>
                    <a:pt x="1461071" y="59474"/>
                  </a:lnTo>
                  <a:lnTo>
                    <a:pt x="1472260" y="59474"/>
                  </a:lnTo>
                  <a:lnTo>
                    <a:pt x="1472260" y="37858"/>
                  </a:lnTo>
                  <a:lnTo>
                    <a:pt x="1467236" y="31038"/>
                  </a:lnTo>
                  <a:close/>
                </a:path>
                <a:path w="3517900" h="725804">
                  <a:moveTo>
                    <a:pt x="1472260" y="59474"/>
                  </a:moveTo>
                  <a:lnTo>
                    <a:pt x="1461071" y="59474"/>
                  </a:lnTo>
                  <a:lnTo>
                    <a:pt x="1446339" y="72491"/>
                  </a:lnTo>
                  <a:lnTo>
                    <a:pt x="1472260" y="72491"/>
                  </a:lnTo>
                  <a:lnTo>
                    <a:pt x="1472260" y="59474"/>
                  </a:lnTo>
                  <a:close/>
                </a:path>
                <a:path w="3517900" h="725804">
                  <a:moveTo>
                    <a:pt x="1462278" y="24307"/>
                  </a:moveTo>
                  <a:lnTo>
                    <a:pt x="1426248" y="36652"/>
                  </a:lnTo>
                  <a:lnTo>
                    <a:pt x="1436763" y="39052"/>
                  </a:lnTo>
                  <a:lnTo>
                    <a:pt x="1453730" y="31038"/>
                  </a:lnTo>
                  <a:lnTo>
                    <a:pt x="1467236" y="31038"/>
                  </a:lnTo>
                  <a:lnTo>
                    <a:pt x="1462278" y="24307"/>
                  </a:lnTo>
                  <a:close/>
                </a:path>
                <a:path w="3517900" h="725804">
                  <a:moveTo>
                    <a:pt x="1498346" y="3581"/>
                  </a:moveTo>
                  <a:lnTo>
                    <a:pt x="1487157" y="3581"/>
                  </a:lnTo>
                  <a:lnTo>
                    <a:pt x="1487157" y="80200"/>
                  </a:lnTo>
                  <a:lnTo>
                    <a:pt x="1498346" y="80200"/>
                  </a:lnTo>
                  <a:lnTo>
                    <a:pt x="1498346" y="3581"/>
                  </a:lnTo>
                  <a:close/>
                </a:path>
                <a:path w="3517900" h="725804">
                  <a:moveTo>
                    <a:pt x="1524584" y="22745"/>
                  </a:moveTo>
                  <a:lnTo>
                    <a:pt x="1513395" y="22745"/>
                  </a:lnTo>
                  <a:lnTo>
                    <a:pt x="1513395" y="80200"/>
                  </a:lnTo>
                  <a:lnTo>
                    <a:pt x="1524584" y="80200"/>
                  </a:lnTo>
                  <a:lnTo>
                    <a:pt x="1524584" y="22745"/>
                  </a:lnTo>
                  <a:close/>
                </a:path>
                <a:path w="3517900" h="725804">
                  <a:moveTo>
                    <a:pt x="1517091" y="520"/>
                  </a:moveTo>
                  <a:lnTo>
                    <a:pt x="1519047" y="13868"/>
                  </a:lnTo>
                  <a:lnTo>
                    <a:pt x="1520990" y="13868"/>
                  </a:lnTo>
                  <a:lnTo>
                    <a:pt x="1517091" y="520"/>
                  </a:lnTo>
                  <a:close/>
                </a:path>
                <a:path w="3517900" h="725804">
                  <a:moveTo>
                    <a:pt x="1554670" y="8978"/>
                  </a:moveTo>
                  <a:lnTo>
                    <a:pt x="1543481" y="8978"/>
                  </a:lnTo>
                  <a:lnTo>
                    <a:pt x="1543481" y="69113"/>
                  </a:lnTo>
                  <a:lnTo>
                    <a:pt x="1560245" y="80949"/>
                  </a:lnTo>
                  <a:lnTo>
                    <a:pt x="1554670" y="8978"/>
                  </a:lnTo>
                  <a:close/>
                </a:path>
                <a:path w="3517900" h="725804">
                  <a:moveTo>
                    <a:pt x="1543481" y="22745"/>
                  </a:moveTo>
                  <a:lnTo>
                    <a:pt x="1535061" y="22745"/>
                  </a:lnTo>
                  <a:lnTo>
                    <a:pt x="1535061" y="31711"/>
                  </a:lnTo>
                  <a:lnTo>
                    <a:pt x="1543481" y="31711"/>
                  </a:lnTo>
                  <a:lnTo>
                    <a:pt x="1543481" y="22745"/>
                  </a:lnTo>
                  <a:close/>
                </a:path>
                <a:path w="3517900" h="725804">
                  <a:moveTo>
                    <a:pt x="1566443" y="22745"/>
                  </a:moveTo>
                  <a:lnTo>
                    <a:pt x="1555736" y="22745"/>
                  </a:lnTo>
                  <a:lnTo>
                    <a:pt x="1556431" y="31711"/>
                  </a:lnTo>
                  <a:lnTo>
                    <a:pt x="1566443" y="31711"/>
                  </a:lnTo>
                  <a:lnTo>
                    <a:pt x="1566443" y="22745"/>
                  </a:lnTo>
                  <a:close/>
                </a:path>
                <a:path w="3517900" h="725804">
                  <a:moveTo>
                    <a:pt x="1586268" y="22745"/>
                  </a:moveTo>
                  <a:lnTo>
                    <a:pt x="1574292" y="22745"/>
                  </a:lnTo>
                  <a:lnTo>
                    <a:pt x="1595323" y="80949"/>
                  </a:lnTo>
                  <a:lnTo>
                    <a:pt x="1593938" y="84759"/>
                  </a:lnTo>
                  <a:lnTo>
                    <a:pt x="1580959" y="91351"/>
                  </a:lnTo>
                  <a:lnTo>
                    <a:pt x="1578267" y="100507"/>
                  </a:lnTo>
                  <a:lnTo>
                    <a:pt x="1585887" y="101752"/>
                  </a:lnTo>
                  <a:lnTo>
                    <a:pt x="1591703" y="101218"/>
                  </a:lnTo>
                  <a:lnTo>
                    <a:pt x="1607365" y="67335"/>
                  </a:lnTo>
                  <a:lnTo>
                    <a:pt x="1601419" y="67335"/>
                  </a:lnTo>
                  <a:lnTo>
                    <a:pt x="1586268" y="22745"/>
                  </a:lnTo>
                  <a:close/>
                </a:path>
                <a:path w="3517900" h="725804">
                  <a:moveTo>
                    <a:pt x="1627974" y="22745"/>
                  </a:moveTo>
                  <a:lnTo>
                    <a:pt x="1615973" y="22745"/>
                  </a:lnTo>
                  <a:lnTo>
                    <a:pt x="1601419" y="67335"/>
                  </a:lnTo>
                  <a:lnTo>
                    <a:pt x="1607365" y="67335"/>
                  </a:lnTo>
                  <a:lnTo>
                    <a:pt x="1627974" y="22745"/>
                  </a:lnTo>
                  <a:close/>
                </a:path>
                <a:path w="3517900" h="725804">
                  <a:moveTo>
                    <a:pt x="1694395" y="711"/>
                  </a:moveTo>
                  <a:lnTo>
                    <a:pt x="1684134" y="711"/>
                  </a:lnTo>
                  <a:lnTo>
                    <a:pt x="1679397" y="7365"/>
                  </a:lnTo>
                  <a:lnTo>
                    <a:pt x="1669630" y="48399"/>
                  </a:lnTo>
                  <a:lnTo>
                    <a:pt x="1684134" y="96138"/>
                  </a:lnTo>
                  <a:lnTo>
                    <a:pt x="1694395" y="96138"/>
                  </a:lnTo>
                  <a:lnTo>
                    <a:pt x="1681810" y="60350"/>
                  </a:lnTo>
                  <a:lnTo>
                    <a:pt x="1694395" y="711"/>
                  </a:lnTo>
                  <a:close/>
                </a:path>
                <a:path w="3517900" h="725804">
                  <a:moveTo>
                    <a:pt x="1719135" y="23253"/>
                  </a:moveTo>
                  <a:lnTo>
                    <a:pt x="1703666" y="40766"/>
                  </a:lnTo>
                  <a:lnTo>
                    <a:pt x="1708086" y="71856"/>
                  </a:lnTo>
                  <a:lnTo>
                    <a:pt x="1729917" y="81356"/>
                  </a:lnTo>
                  <a:lnTo>
                    <a:pt x="1734108" y="81356"/>
                  </a:lnTo>
                  <a:lnTo>
                    <a:pt x="1750334" y="68605"/>
                  </a:lnTo>
                  <a:lnTo>
                    <a:pt x="1719021" y="68605"/>
                  </a:lnTo>
                  <a:lnTo>
                    <a:pt x="1715978" y="54838"/>
                  </a:lnTo>
                  <a:lnTo>
                    <a:pt x="1708899" y="54838"/>
                  </a:lnTo>
                  <a:lnTo>
                    <a:pt x="1708899" y="46456"/>
                  </a:lnTo>
                  <a:lnTo>
                    <a:pt x="1714126" y="46456"/>
                  </a:lnTo>
                  <a:lnTo>
                    <a:pt x="1713725" y="44640"/>
                  </a:lnTo>
                  <a:lnTo>
                    <a:pt x="1732102" y="31229"/>
                  </a:lnTo>
                  <a:lnTo>
                    <a:pt x="1749234" y="31229"/>
                  </a:lnTo>
                  <a:lnTo>
                    <a:pt x="1749171" y="30949"/>
                  </a:lnTo>
                  <a:lnTo>
                    <a:pt x="1719135" y="23253"/>
                  </a:lnTo>
                  <a:close/>
                </a:path>
                <a:path w="3517900" h="725804">
                  <a:moveTo>
                    <a:pt x="1743278" y="63931"/>
                  </a:moveTo>
                  <a:lnTo>
                    <a:pt x="1719021" y="68605"/>
                  </a:lnTo>
                  <a:lnTo>
                    <a:pt x="1750334" y="68605"/>
                  </a:lnTo>
                  <a:lnTo>
                    <a:pt x="1753857" y="65836"/>
                  </a:lnTo>
                  <a:lnTo>
                    <a:pt x="1743278" y="63931"/>
                  </a:lnTo>
                  <a:close/>
                </a:path>
                <a:path w="3517900" h="725804">
                  <a:moveTo>
                    <a:pt x="1714126" y="46456"/>
                  </a:moveTo>
                  <a:lnTo>
                    <a:pt x="1708899" y="46456"/>
                  </a:lnTo>
                  <a:lnTo>
                    <a:pt x="1708899" y="54838"/>
                  </a:lnTo>
                  <a:lnTo>
                    <a:pt x="1715978" y="54838"/>
                  </a:lnTo>
                  <a:lnTo>
                    <a:pt x="1714126" y="46456"/>
                  </a:lnTo>
                  <a:close/>
                </a:path>
                <a:path w="3517900" h="725804">
                  <a:moveTo>
                    <a:pt x="1749234" y="31229"/>
                  </a:moveTo>
                  <a:lnTo>
                    <a:pt x="1732102" y="31229"/>
                  </a:lnTo>
                  <a:lnTo>
                    <a:pt x="1743608" y="46456"/>
                  </a:lnTo>
                  <a:lnTo>
                    <a:pt x="1714126" y="46456"/>
                  </a:lnTo>
                  <a:lnTo>
                    <a:pt x="1715978" y="54838"/>
                  </a:lnTo>
                  <a:lnTo>
                    <a:pt x="1754568" y="54838"/>
                  </a:lnTo>
                  <a:lnTo>
                    <a:pt x="1749234" y="31229"/>
                  </a:lnTo>
                  <a:close/>
                </a:path>
                <a:path w="3517900" h="725804">
                  <a:moveTo>
                    <a:pt x="1796478" y="89928"/>
                  </a:moveTo>
                  <a:lnTo>
                    <a:pt x="1820913" y="102946"/>
                  </a:lnTo>
                  <a:lnTo>
                    <a:pt x="1825802" y="102946"/>
                  </a:lnTo>
                  <a:lnTo>
                    <a:pt x="1841806" y="92900"/>
                  </a:lnTo>
                  <a:lnTo>
                    <a:pt x="1828761" y="92900"/>
                  </a:lnTo>
                  <a:lnTo>
                    <a:pt x="1796478" y="89928"/>
                  </a:lnTo>
                  <a:close/>
                </a:path>
                <a:path w="3517900" h="725804">
                  <a:moveTo>
                    <a:pt x="1845925" y="76593"/>
                  </a:moveTo>
                  <a:lnTo>
                    <a:pt x="1829092" y="76593"/>
                  </a:lnTo>
                  <a:lnTo>
                    <a:pt x="1835683" y="85509"/>
                  </a:lnTo>
                  <a:lnTo>
                    <a:pt x="1828761" y="92900"/>
                  </a:lnTo>
                  <a:lnTo>
                    <a:pt x="1841806" y="92900"/>
                  </a:lnTo>
                  <a:lnTo>
                    <a:pt x="1845691" y="90462"/>
                  </a:lnTo>
                  <a:lnTo>
                    <a:pt x="1845774" y="85509"/>
                  </a:lnTo>
                  <a:lnTo>
                    <a:pt x="1845896" y="78282"/>
                  </a:lnTo>
                  <a:lnTo>
                    <a:pt x="1845925" y="76593"/>
                  </a:lnTo>
                  <a:close/>
                </a:path>
                <a:path w="3517900" h="725804">
                  <a:moveTo>
                    <a:pt x="1813788" y="21996"/>
                  </a:moveTo>
                  <a:lnTo>
                    <a:pt x="1799513" y="31165"/>
                  </a:lnTo>
                  <a:lnTo>
                    <a:pt x="1795360" y="62509"/>
                  </a:lnTo>
                  <a:lnTo>
                    <a:pt x="1809699" y="78282"/>
                  </a:lnTo>
                  <a:lnTo>
                    <a:pt x="1829092" y="76593"/>
                  </a:lnTo>
                  <a:lnTo>
                    <a:pt x="1845925" y="76593"/>
                  </a:lnTo>
                  <a:lnTo>
                    <a:pt x="1846035" y="70065"/>
                  </a:lnTo>
                  <a:lnTo>
                    <a:pt x="1820799" y="70065"/>
                  </a:lnTo>
                  <a:lnTo>
                    <a:pt x="1810169" y="66078"/>
                  </a:lnTo>
                  <a:lnTo>
                    <a:pt x="1808441" y="38176"/>
                  </a:lnTo>
                  <a:lnTo>
                    <a:pt x="1826806" y="32334"/>
                  </a:lnTo>
                  <a:lnTo>
                    <a:pt x="1846672" y="32334"/>
                  </a:lnTo>
                  <a:lnTo>
                    <a:pt x="1846676" y="32054"/>
                  </a:lnTo>
                  <a:lnTo>
                    <a:pt x="1835873" y="32054"/>
                  </a:lnTo>
                  <a:lnTo>
                    <a:pt x="1813788" y="21996"/>
                  </a:lnTo>
                  <a:close/>
                </a:path>
                <a:path w="3517900" h="725804">
                  <a:moveTo>
                    <a:pt x="1846672" y="32334"/>
                  </a:moveTo>
                  <a:lnTo>
                    <a:pt x="1826806" y="32334"/>
                  </a:lnTo>
                  <a:lnTo>
                    <a:pt x="1835213" y="58470"/>
                  </a:lnTo>
                  <a:lnTo>
                    <a:pt x="1820799" y="70065"/>
                  </a:lnTo>
                  <a:lnTo>
                    <a:pt x="1846035" y="70065"/>
                  </a:lnTo>
                  <a:lnTo>
                    <a:pt x="1846573" y="38176"/>
                  </a:lnTo>
                  <a:lnTo>
                    <a:pt x="1846672" y="32334"/>
                  </a:lnTo>
                  <a:close/>
                </a:path>
                <a:path w="3517900" h="725804">
                  <a:moveTo>
                    <a:pt x="1846834" y="22745"/>
                  </a:moveTo>
                  <a:lnTo>
                    <a:pt x="1835873" y="22745"/>
                  </a:lnTo>
                  <a:lnTo>
                    <a:pt x="1835873" y="32054"/>
                  </a:lnTo>
                  <a:lnTo>
                    <a:pt x="1846676" y="32054"/>
                  </a:lnTo>
                  <a:lnTo>
                    <a:pt x="1846834" y="22745"/>
                  </a:lnTo>
                  <a:close/>
                </a:path>
                <a:path w="3517900" h="725804">
                  <a:moveTo>
                    <a:pt x="1906219" y="69722"/>
                  </a:moveTo>
                  <a:lnTo>
                    <a:pt x="1895449" y="69722"/>
                  </a:lnTo>
                  <a:lnTo>
                    <a:pt x="1891131" y="97358"/>
                  </a:lnTo>
                  <a:lnTo>
                    <a:pt x="1898738" y="98907"/>
                  </a:lnTo>
                  <a:lnTo>
                    <a:pt x="1906219" y="69722"/>
                  </a:lnTo>
                  <a:close/>
                </a:path>
                <a:path w="3517900" h="725804">
                  <a:moveTo>
                    <a:pt x="1976437" y="2540"/>
                  </a:moveTo>
                  <a:lnTo>
                    <a:pt x="1953717" y="16484"/>
                  </a:lnTo>
                  <a:lnTo>
                    <a:pt x="1947087" y="50012"/>
                  </a:lnTo>
                  <a:lnTo>
                    <a:pt x="1954390" y="68745"/>
                  </a:lnTo>
                  <a:lnTo>
                    <a:pt x="1968906" y="79654"/>
                  </a:lnTo>
                  <a:lnTo>
                    <a:pt x="1993595" y="79959"/>
                  </a:lnTo>
                  <a:lnTo>
                    <a:pt x="2004310" y="69583"/>
                  </a:lnTo>
                  <a:lnTo>
                    <a:pt x="1973427" y="69583"/>
                  </a:lnTo>
                  <a:lnTo>
                    <a:pt x="1959584" y="53314"/>
                  </a:lnTo>
                  <a:lnTo>
                    <a:pt x="1963585" y="21894"/>
                  </a:lnTo>
                  <a:lnTo>
                    <a:pt x="1981466" y="13093"/>
                  </a:lnTo>
                  <a:lnTo>
                    <a:pt x="2004027" y="13093"/>
                  </a:lnTo>
                  <a:lnTo>
                    <a:pt x="1976437" y="2540"/>
                  </a:lnTo>
                  <a:close/>
                </a:path>
                <a:path w="3517900" h="725804">
                  <a:moveTo>
                    <a:pt x="2002815" y="50012"/>
                  </a:moveTo>
                  <a:lnTo>
                    <a:pt x="2002600" y="50012"/>
                  </a:lnTo>
                  <a:lnTo>
                    <a:pt x="1998332" y="64058"/>
                  </a:lnTo>
                  <a:lnTo>
                    <a:pt x="1973427" y="69583"/>
                  </a:lnTo>
                  <a:lnTo>
                    <a:pt x="2004310" y="69583"/>
                  </a:lnTo>
                  <a:lnTo>
                    <a:pt x="2012416" y="61734"/>
                  </a:lnTo>
                  <a:lnTo>
                    <a:pt x="2013157" y="50533"/>
                  </a:lnTo>
                  <a:lnTo>
                    <a:pt x="2005596" y="50533"/>
                  </a:lnTo>
                  <a:lnTo>
                    <a:pt x="2002815" y="50012"/>
                  </a:lnTo>
                  <a:close/>
                </a:path>
                <a:path w="3517900" h="725804">
                  <a:moveTo>
                    <a:pt x="2013788" y="40995"/>
                  </a:moveTo>
                  <a:lnTo>
                    <a:pt x="1983676" y="40995"/>
                  </a:lnTo>
                  <a:lnTo>
                    <a:pt x="1983676" y="50533"/>
                  </a:lnTo>
                  <a:lnTo>
                    <a:pt x="2002442" y="50533"/>
                  </a:lnTo>
                  <a:lnTo>
                    <a:pt x="2002600" y="50012"/>
                  </a:lnTo>
                  <a:lnTo>
                    <a:pt x="2013191" y="50012"/>
                  </a:lnTo>
                  <a:lnTo>
                    <a:pt x="2013788" y="40995"/>
                  </a:lnTo>
                  <a:close/>
                </a:path>
                <a:path w="3517900" h="725804">
                  <a:moveTo>
                    <a:pt x="2013191" y="50012"/>
                  </a:moveTo>
                  <a:lnTo>
                    <a:pt x="2002815" y="50012"/>
                  </a:lnTo>
                  <a:lnTo>
                    <a:pt x="2005596" y="50533"/>
                  </a:lnTo>
                  <a:lnTo>
                    <a:pt x="2013157" y="50533"/>
                  </a:lnTo>
                  <a:lnTo>
                    <a:pt x="2013191" y="50012"/>
                  </a:lnTo>
                  <a:close/>
                </a:path>
                <a:path w="3517900" h="725804">
                  <a:moveTo>
                    <a:pt x="2004027" y="13093"/>
                  </a:moveTo>
                  <a:lnTo>
                    <a:pt x="1981466" y="13093"/>
                  </a:lnTo>
                  <a:lnTo>
                    <a:pt x="2001405" y="27787"/>
                  </a:lnTo>
                  <a:lnTo>
                    <a:pt x="2013267" y="27787"/>
                  </a:lnTo>
                  <a:lnTo>
                    <a:pt x="2007679" y="14490"/>
                  </a:lnTo>
                  <a:lnTo>
                    <a:pt x="2004027" y="13093"/>
                  </a:lnTo>
                  <a:close/>
                </a:path>
                <a:path w="3517900" h="725804">
                  <a:moveTo>
                    <a:pt x="2061857" y="23228"/>
                  </a:moveTo>
                  <a:lnTo>
                    <a:pt x="2041677" y="23228"/>
                  </a:lnTo>
                  <a:lnTo>
                    <a:pt x="2026094" y="40563"/>
                  </a:lnTo>
                  <a:lnTo>
                    <a:pt x="2030539" y="71729"/>
                  </a:lnTo>
                  <a:lnTo>
                    <a:pt x="2051773" y="81356"/>
                  </a:lnTo>
                  <a:lnTo>
                    <a:pt x="2057158" y="81356"/>
                  </a:lnTo>
                  <a:lnTo>
                    <a:pt x="2072611" y="71970"/>
                  </a:lnTo>
                  <a:lnTo>
                    <a:pt x="2051812" y="71970"/>
                  </a:lnTo>
                  <a:lnTo>
                    <a:pt x="2040763" y="67360"/>
                  </a:lnTo>
                  <a:lnTo>
                    <a:pt x="2039170" y="40563"/>
                  </a:lnTo>
                  <a:lnTo>
                    <a:pt x="2039048" y="38506"/>
                  </a:lnTo>
                  <a:lnTo>
                    <a:pt x="2058187" y="32283"/>
                  </a:lnTo>
                  <a:lnTo>
                    <a:pt x="2069997" y="32283"/>
                  </a:lnTo>
                  <a:lnTo>
                    <a:pt x="2061857" y="23228"/>
                  </a:lnTo>
                  <a:close/>
                </a:path>
                <a:path w="3517900" h="725804">
                  <a:moveTo>
                    <a:pt x="2069997" y="32283"/>
                  </a:moveTo>
                  <a:lnTo>
                    <a:pt x="2058187" y="32283"/>
                  </a:lnTo>
                  <a:lnTo>
                    <a:pt x="2067255" y="55384"/>
                  </a:lnTo>
                  <a:lnTo>
                    <a:pt x="2051812" y="71970"/>
                  </a:lnTo>
                  <a:lnTo>
                    <a:pt x="2072611" y="71970"/>
                  </a:lnTo>
                  <a:lnTo>
                    <a:pt x="2073008" y="71729"/>
                  </a:lnTo>
                  <a:lnTo>
                    <a:pt x="2077440" y="40563"/>
                  </a:lnTo>
                  <a:lnTo>
                    <a:pt x="2069997" y="32283"/>
                  </a:lnTo>
                  <a:close/>
                </a:path>
                <a:path w="3517900" h="725804">
                  <a:moveTo>
                    <a:pt x="2125332" y="23228"/>
                  </a:moveTo>
                  <a:lnTo>
                    <a:pt x="2105152" y="23228"/>
                  </a:lnTo>
                  <a:lnTo>
                    <a:pt x="2089569" y="40563"/>
                  </a:lnTo>
                  <a:lnTo>
                    <a:pt x="2094014" y="71729"/>
                  </a:lnTo>
                  <a:lnTo>
                    <a:pt x="2115248" y="81356"/>
                  </a:lnTo>
                  <a:lnTo>
                    <a:pt x="2120633" y="81356"/>
                  </a:lnTo>
                  <a:lnTo>
                    <a:pt x="2136085" y="71970"/>
                  </a:lnTo>
                  <a:lnTo>
                    <a:pt x="2115286" y="71970"/>
                  </a:lnTo>
                  <a:lnTo>
                    <a:pt x="2104237" y="67360"/>
                  </a:lnTo>
                  <a:lnTo>
                    <a:pt x="2102645" y="40563"/>
                  </a:lnTo>
                  <a:lnTo>
                    <a:pt x="2102523" y="38506"/>
                  </a:lnTo>
                  <a:lnTo>
                    <a:pt x="2121662" y="32283"/>
                  </a:lnTo>
                  <a:lnTo>
                    <a:pt x="2133471" y="32283"/>
                  </a:lnTo>
                  <a:lnTo>
                    <a:pt x="2125332" y="23228"/>
                  </a:lnTo>
                  <a:close/>
                </a:path>
                <a:path w="3517900" h="725804">
                  <a:moveTo>
                    <a:pt x="2133471" y="32283"/>
                  </a:moveTo>
                  <a:lnTo>
                    <a:pt x="2121662" y="32283"/>
                  </a:lnTo>
                  <a:lnTo>
                    <a:pt x="2130729" y="55384"/>
                  </a:lnTo>
                  <a:lnTo>
                    <a:pt x="2115286" y="71970"/>
                  </a:lnTo>
                  <a:lnTo>
                    <a:pt x="2136085" y="71970"/>
                  </a:lnTo>
                  <a:lnTo>
                    <a:pt x="2136482" y="71729"/>
                  </a:lnTo>
                  <a:lnTo>
                    <a:pt x="2140915" y="40563"/>
                  </a:lnTo>
                  <a:lnTo>
                    <a:pt x="2133471" y="32283"/>
                  </a:lnTo>
                  <a:close/>
                </a:path>
                <a:path w="3517900" h="725804">
                  <a:moveTo>
                    <a:pt x="2167356" y="23164"/>
                  </a:moveTo>
                  <a:lnTo>
                    <a:pt x="2153043" y="40055"/>
                  </a:lnTo>
                  <a:lnTo>
                    <a:pt x="2157121" y="71780"/>
                  </a:lnTo>
                  <a:lnTo>
                    <a:pt x="2157145" y="71970"/>
                  </a:lnTo>
                  <a:lnTo>
                    <a:pt x="2176030" y="81318"/>
                  </a:lnTo>
                  <a:lnTo>
                    <a:pt x="2193569" y="80200"/>
                  </a:lnTo>
                  <a:lnTo>
                    <a:pt x="2204491" y="80200"/>
                  </a:lnTo>
                  <a:lnTo>
                    <a:pt x="2204491" y="71780"/>
                  </a:lnTo>
                  <a:lnTo>
                    <a:pt x="2178494" y="71780"/>
                  </a:lnTo>
                  <a:lnTo>
                    <a:pt x="2167877" y="67335"/>
                  </a:lnTo>
                  <a:lnTo>
                    <a:pt x="2166246" y="40055"/>
                  </a:lnTo>
                  <a:lnTo>
                    <a:pt x="2166137" y="38239"/>
                  </a:lnTo>
                  <a:lnTo>
                    <a:pt x="2184501" y="32334"/>
                  </a:lnTo>
                  <a:lnTo>
                    <a:pt x="2204491" y="32334"/>
                  </a:lnTo>
                  <a:lnTo>
                    <a:pt x="2204491" y="32054"/>
                  </a:lnTo>
                  <a:lnTo>
                    <a:pt x="2193315" y="32054"/>
                  </a:lnTo>
                  <a:lnTo>
                    <a:pt x="2167356" y="23164"/>
                  </a:lnTo>
                  <a:close/>
                </a:path>
                <a:path w="3517900" h="725804">
                  <a:moveTo>
                    <a:pt x="2204491" y="32334"/>
                  </a:moveTo>
                  <a:lnTo>
                    <a:pt x="2184501" y="32334"/>
                  </a:lnTo>
                  <a:lnTo>
                    <a:pt x="2192909" y="59054"/>
                  </a:lnTo>
                  <a:lnTo>
                    <a:pt x="2178494" y="71780"/>
                  </a:lnTo>
                  <a:lnTo>
                    <a:pt x="2204491" y="71780"/>
                  </a:lnTo>
                  <a:lnTo>
                    <a:pt x="2204491" y="32334"/>
                  </a:lnTo>
                  <a:close/>
                </a:path>
                <a:path w="3517900" h="725804">
                  <a:moveTo>
                    <a:pt x="2204491" y="3581"/>
                  </a:moveTo>
                  <a:lnTo>
                    <a:pt x="2193315" y="3581"/>
                  </a:lnTo>
                  <a:lnTo>
                    <a:pt x="2193315" y="32054"/>
                  </a:lnTo>
                  <a:lnTo>
                    <a:pt x="2204491" y="32054"/>
                  </a:lnTo>
                  <a:lnTo>
                    <a:pt x="2204491" y="3581"/>
                  </a:lnTo>
                  <a:close/>
                </a:path>
                <a:path w="3517900" h="725804">
                  <a:moveTo>
                    <a:pt x="2277516" y="0"/>
                  </a:moveTo>
                  <a:lnTo>
                    <a:pt x="2267534" y="0"/>
                  </a:lnTo>
                  <a:lnTo>
                    <a:pt x="2242845" y="91719"/>
                  </a:lnTo>
                  <a:lnTo>
                    <a:pt x="2252827" y="91719"/>
                  </a:lnTo>
                  <a:lnTo>
                    <a:pt x="2277516" y="0"/>
                  </a:lnTo>
                  <a:close/>
                </a:path>
                <a:path w="3517900" h="725804">
                  <a:moveTo>
                    <a:pt x="2363304" y="3581"/>
                  </a:moveTo>
                  <a:lnTo>
                    <a:pt x="2315794" y="3581"/>
                  </a:lnTo>
                  <a:lnTo>
                    <a:pt x="2315794" y="80200"/>
                  </a:lnTo>
                  <a:lnTo>
                    <a:pt x="2327351" y="80200"/>
                  </a:lnTo>
                  <a:lnTo>
                    <a:pt x="2327351" y="46799"/>
                  </a:lnTo>
                  <a:lnTo>
                    <a:pt x="2359901" y="46799"/>
                  </a:lnTo>
                  <a:lnTo>
                    <a:pt x="2359901" y="36880"/>
                  </a:lnTo>
                  <a:lnTo>
                    <a:pt x="2327351" y="36880"/>
                  </a:lnTo>
                  <a:lnTo>
                    <a:pt x="2327351" y="13538"/>
                  </a:lnTo>
                  <a:lnTo>
                    <a:pt x="2363304" y="13538"/>
                  </a:lnTo>
                  <a:lnTo>
                    <a:pt x="2363304" y="3581"/>
                  </a:lnTo>
                  <a:close/>
                </a:path>
                <a:path w="3517900" h="725804">
                  <a:moveTo>
                    <a:pt x="2416472" y="31038"/>
                  </a:moveTo>
                  <a:lnTo>
                    <a:pt x="2402967" y="31038"/>
                  </a:lnTo>
                  <a:lnTo>
                    <a:pt x="2410269" y="41325"/>
                  </a:lnTo>
                  <a:lnTo>
                    <a:pt x="2385136" y="48844"/>
                  </a:lnTo>
                  <a:lnTo>
                    <a:pt x="2374569" y="70916"/>
                  </a:lnTo>
                  <a:lnTo>
                    <a:pt x="2393137" y="81470"/>
                  </a:lnTo>
                  <a:lnTo>
                    <a:pt x="2410574" y="80200"/>
                  </a:lnTo>
                  <a:lnTo>
                    <a:pt x="2421496" y="80200"/>
                  </a:lnTo>
                  <a:lnTo>
                    <a:pt x="2421496" y="72491"/>
                  </a:lnTo>
                  <a:lnTo>
                    <a:pt x="2392400" y="72491"/>
                  </a:lnTo>
                  <a:lnTo>
                    <a:pt x="2384691" y="62115"/>
                  </a:lnTo>
                  <a:lnTo>
                    <a:pt x="2410307" y="59474"/>
                  </a:lnTo>
                  <a:lnTo>
                    <a:pt x="2421496" y="59474"/>
                  </a:lnTo>
                  <a:lnTo>
                    <a:pt x="2421496" y="37858"/>
                  </a:lnTo>
                  <a:lnTo>
                    <a:pt x="2416472" y="31038"/>
                  </a:lnTo>
                  <a:close/>
                </a:path>
                <a:path w="3517900" h="725804">
                  <a:moveTo>
                    <a:pt x="2421496" y="59474"/>
                  </a:moveTo>
                  <a:lnTo>
                    <a:pt x="2410307" y="59474"/>
                  </a:lnTo>
                  <a:lnTo>
                    <a:pt x="2395575" y="72491"/>
                  </a:lnTo>
                  <a:lnTo>
                    <a:pt x="2421496" y="72491"/>
                  </a:lnTo>
                  <a:lnTo>
                    <a:pt x="2421496" y="59474"/>
                  </a:lnTo>
                  <a:close/>
                </a:path>
                <a:path w="3517900" h="725804">
                  <a:moveTo>
                    <a:pt x="2411514" y="24307"/>
                  </a:moveTo>
                  <a:lnTo>
                    <a:pt x="2375484" y="36652"/>
                  </a:lnTo>
                  <a:lnTo>
                    <a:pt x="2385999" y="39052"/>
                  </a:lnTo>
                  <a:lnTo>
                    <a:pt x="2402967" y="31038"/>
                  </a:lnTo>
                  <a:lnTo>
                    <a:pt x="2416472" y="31038"/>
                  </a:lnTo>
                  <a:lnTo>
                    <a:pt x="2411514" y="24307"/>
                  </a:lnTo>
                  <a:close/>
                </a:path>
                <a:path w="3517900" h="725804">
                  <a:moveTo>
                    <a:pt x="2447582" y="22745"/>
                  </a:moveTo>
                  <a:lnTo>
                    <a:pt x="2436393" y="22745"/>
                  </a:lnTo>
                  <a:lnTo>
                    <a:pt x="2436393" y="80200"/>
                  </a:lnTo>
                  <a:lnTo>
                    <a:pt x="2447582" y="80200"/>
                  </a:lnTo>
                  <a:lnTo>
                    <a:pt x="2447582" y="22745"/>
                  </a:lnTo>
                  <a:close/>
                </a:path>
                <a:path w="3517900" h="725804">
                  <a:moveTo>
                    <a:pt x="2440101" y="520"/>
                  </a:moveTo>
                  <a:lnTo>
                    <a:pt x="2442044" y="13868"/>
                  </a:lnTo>
                  <a:lnTo>
                    <a:pt x="2443988" y="13868"/>
                  </a:lnTo>
                  <a:lnTo>
                    <a:pt x="2440101" y="520"/>
                  </a:lnTo>
                  <a:close/>
                </a:path>
                <a:path w="3517900" h="725804">
                  <a:moveTo>
                    <a:pt x="2473439" y="22745"/>
                  </a:moveTo>
                  <a:lnTo>
                    <a:pt x="2462631" y="22745"/>
                  </a:lnTo>
                  <a:lnTo>
                    <a:pt x="2462631" y="80200"/>
                  </a:lnTo>
                  <a:lnTo>
                    <a:pt x="2473820" y="80200"/>
                  </a:lnTo>
                  <a:lnTo>
                    <a:pt x="2473820" y="45110"/>
                  </a:lnTo>
                  <a:lnTo>
                    <a:pt x="2487549" y="32169"/>
                  </a:lnTo>
                  <a:lnTo>
                    <a:pt x="2487726" y="31864"/>
                  </a:lnTo>
                  <a:lnTo>
                    <a:pt x="2474036" y="31864"/>
                  </a:lnTo>
                  <a:lnTo>
                    <a:pt x="2473439" y="22745"/>
                  </a:lnTo>
                  <a:close/>
                </a:path>
                <a:path w="3517900" h="725804">
                  <a:moveTo>
                    <a:pt x="2493378" y="22136"/>
                  </a:moveTo>
                  <a:lnTo>
                    <a:pt x="2474036" y="31864"/>
                  </a:lnTo>
                  <a:lnTo>
                    <a:pt x="2487726" y="31864"/>
                  </a:lnTo>
                  <a:lnTo>
                    <a:pt x="2493378" y="22136"/>
                  </a:lnTo>
                  <a:close/>
                </a:path>
                <a:path w="3517900" h="725804">
                  <a:moveTo>
                    <a:pt x="2560116" y="0"/>
                  </a:moveTo>
                  <a:lnTo>
                    <a:pt x="2550134" y="0"/>
                  </a:lnTo>
                  <a:lnTo>
                    <a:pt x="2525445" y="91719"/>
                  </a:lnTo>
                  <a:lnTo>
                    <a:pt x="2535428" y="91719"/>
                  </a:lnTo>
                  <a:lnTo>
                    <a:pt x="2560116" y="0"/>
                  </a:lnTo>
                  <a:close/>
                </a:path>
                <a:path w="3517900" h="725804">
                  <a:moveTo>
                    <a:pt x="2598394" y="3581"/>
                  </a:moveTo>
                  <a:lnTo>
                    <a:pt x="2598394" y="80200"/>
                  </a:lnTo>
                  <a:lnTo>
                    <a:pt x="2609951" y="80200"/>
                  </a:lnTo>
                  <a:lnTo>
                    <a:pt x="2609951" y="53263"/>
                  </a:lnTo>
                  <a:lnTo>
                    <a:pt x="2606890" y="53263"/>
                  </a:lnTo>
                  <a:lnTo>
                    <a:pt x="2606890" y="43459"/>
                  </a:lnTo>
                  <a:lnTo>
                    <a:pt x="2609951" y="42959"/>
                  </a:lnTo>
                  <a:lnTo>
                    <a:pt x="2609951" y="13500"/>
                  </a:lnTo>
                  <a:lnTo>
                    <a:pt x="2645887" y="13500"/>
                  </a:lnTo>
                  <a:lnTo>
                    <a:pt x="2644432" y="9004"/>
                  </a:lnTo>
                  <a:lnTo>
                    <a:pt x="2598394" y="3581"/>
                  </a:lnTo>
                  <a:close/>
                </a:path>
                <a:path w="3517900" h="725804">
                  <a:moveTo>
                    <a:pt x="2609951" y="42959"/>
                  </a:moveTo>
                  <a:lnTo>
                    <a:pt x="2606890" y="43459"/>
                  </a:lnTo>
                  <a:lnTo>
                    <a:pt x="2606890" y="53263"/>
                  </a:lnTo>
                  <a:lnTo>
                    <a:pt x="2609951" y="53263"/>
                  </a:lnTo>
                  <a:lnTo>
                    <a:pt x="2609951" y="42959"/>
                  </a:lnTo>
                  <a:close/>
                </a:path>
                <a:path w="3517900" h="725804">
                  <a:moveTo>
                    <a:pt x="2645887" y="13500"/>
                  </a:moveTo>
                  <a:lnTo>
                    <a:pt x="2609951" y="13500"/>
                  </a:lnTo>
                  <a:lnTo>
                    <a:pt x="2636113" y="16675"/>
                  </a:lnTo>
                  <a:lnTo>
                    <a:pt x="2637853" y="38404"/>
                  </a:lnTo>
                  <a:lnTo>
                    <a:pt x="2609951" y="42959"/>
                  </a:lnTo>
                  <a:lnTo>
                    <a:pt x="2609951" y="53263"/>
                  </a:lnTo>
                  <a:lnTo>
                    <a:pt x="2625674" y="53263"/>
                  </a:lnTo>
                  <a:lnTo>
                    <a:pt x="2644381" y="47815"/>
                  </a:lnTo>
                  <a:lnTo>
                    <a:pt x="2652229" y="33096"/>
                  </a:lnTo>
                  <a:lnTo>
                    <a:pt x="2645887" y="13500"/>
                  </a:lnTo>
                  <a:close/>
                </a:path>
                <a:path w="3517900" h="725804">
                  <a:moveTo>
                    <a:pt x="2698457" y="23228"/>
                  </a:moveTo>
                  <a:lnTo>
                    <a:pt x="2678277" y="23228"/>
                  </a:lnTo>
                  <a:lnTo>
                    <a:pt x="2662694" y="40563"/>
                  </a:lnTo>
                  <a:lnTo>
                    <a:pt x="2667127" y="71729"/>
                  </a:lnTo>
                  <a:lnTo>
                    <a:pt x="2688361" y="81356"/>
                  </a:lnTo>
                  <a:lnTo>
                    <a:pt x="2693758" y="81356"/>
                  </a:lnTo>
                  <a:lnTo>
                    <a:pt x="2709211" y="71970"/>
                  </a:lnTo>
                  <a:lnTo>
                    <a:pt x="2688399" y="71970"/>
                  </a:lnTo>
                  <a:lnTo>
                    <a:pt x="2677350" y="67360"/>
                  </a:lnTo>
                  <a:lnTo>
                    <a:pt x="2675770" y="40563"/>
                  </a:lnTo>
                  <a:lnTo>
                    <a:pt x="2675648" y="38506"/>
                  </a:lnTo>
                  <a:lnTo>
                    <a:pt x="2694787" y="32283"/>
                  </a:lnTo>
                  <a:lnTo>
                    <a:pt x="2706597" y="32283"/>
                  </a:lnTo>
                  <a:lnTo>
                    <a:pt x="2698457" y="23228"/>
                  </a:lnTo>
                  <a:close/>
                </a:path>
                <a:path w="3517900" h="725804">
                  <a:moveTo>
                    <a:pt x="2706597" y="32283"/>
                  </a:moveTo>
                  <a:lnTo>
                    <a:pt x="2694787" y="32283"/>
                  </a:lnTo>
                  <a:lnTo>
                    <a:pt x="2703855" y="55384"/>
                  </a:lnTo>
                  <a:lnTo>
                    <a:pt x="2688399" y="71970"/>
                  </a:lnTo>
                  <a:lnTo>
                    <a:pt x="2709211" y="71970"/>
                  </a:lnTo>
                  <a:lnTo>
                    <a:pt x="2709608" y="71729"/>
                  </a:lnTo>
                  <a:lnTo>
                    <a:pt x="2714040" y="40563"/>
                  </a:lnTo>
                  <a:lnTo>
                    <a:pt x="2706597" y="32283"/>
                  </a:lnTo>
                  <a:close/>
                </a:path>
                <a:path w="3517900" h="725804">
                  <a:moveTo>
                    <a:pt x="2761932" y="23228"/>
                  </a:moveTo>
                  <a:lnTo>
                    <a:pt x="2741752" y="23228"/>
                  </a:lnTo>
                  <a:lnTo>
                    <a:pt x="2726169" y="40563"/>
                  </a:lnTo>
                  <a:lnTo>
                    <a:pt x="2730601" y="71729"/>
                  </a:lnTo>
                  <a:lnTo>
                    <a:pt x="2751836" y="81356"/>
                  </a:lnTo>
                  <a:lnTo>
                    <a:pt x="2757233" y="81356"/>
                  </a:lnTo>
                  <a:lnTo>
                    <a:pt x="2772685" y="71970"/>
                  </a:lnTo>
                  <a:lnTo>
                    <a:pt x="2751874" y="71970"/>
                  </a:lnTo>
                  <a:lnTo>
                    <a:pt x="2740825" y="67360"/>
                  </a:lnTo>
                  <a:lnTo>
                    <a:pt x="2739244" y="40563"/>
                  </a:lnTo>
                  <a:lnTo>
                    <a:pt x="2739123" y="38506"/>
                  </a:lnTo>
                  <a:lnTo>
                    <a:pt x="2758262" y="32283"/>
                  </a:lnTo>
                  <a:lnTo>
                    <a:pt x="2770072" y="32283"/>
                  </a:lnTo>
                  <a:lnTo>
                    <a:pt x="2761932" y="23228"/>
                  </a:lnTo>
                  <a:close/>
                </a:path>
                <a:path w="3517900" h="725804">
                  <a:moveTo>
                    <a:pt x="2770072" y="32283"/>
                  </a:moveTo>
                  <a:lnTo>
                    <a:pt x="2758262" y="32283"/>
                  </a:lnTo>
                  <a:lnTo>
                    <a:pt x="2767330" y="55384"/>
                  </a:lnTo>
                  <a:lnTo>
                    <a:pt x="2751874" y="71970"/>
                  </a:lnTo>
                  <a:lnTo>
                    <a:pt x="2772685" y="71970"/>
                  </a:lnTo>
                  <a:lnTo>
                    <a:pt x="2773083" y="71729"/>
                  </a:lnTo>
                  <a:lnTo>
                    <a:pt x="2777515" y="40563"/>
                  </a:lnTo>
                  <a:lnTo>
                    <a:pt x="2770072" y="32283"/>
                  </a:lnTo>
                  <a:close/>
                </a:path>
                <a:path w="3517900" h="725804">
                  <a:moveTo>
                    <a:pt x="2801924" y="22745"/>
                  </a:moveTo>
                  <a:lnTo>
                    <a:pt x="2791117" y="22745"/>
                  </a:lnTo>
                  <a:lnTo>
                    <a:pt x="2791117" y="80200"/>
                  </a:lnTo>
                  <a:lnTo>
                    <a:pt x="2802293" y="80200"/>
                  </a:lnTo>
                  <a:lnTo>
                    <a:pt x="2802293" y="45110"/>
                  </a:lnTo>
                  <a:lnTo>
                    <a:pt x="2816021" y="32169"/>
                  </a:lnTo>
                  <a:lnTo>
                    <a:pt x="2816199" y="31864"/>
                  </a:lnTo>
                  <a:lnTo>
                    <a:pt x="2802521" y="31864"/>
                  </a:lnTo>
                  <a:lnTo>
                    <a:pt x="2801924" y="22745"/>
                  </a:lnTo>
                  <a:close/>
                </a:path>
                <a:path w="3517900" h="725804">
                  <a:moveTo>
                    <a:pt x="2821863" y="22136"/>
                  </a:moveTo>
                  <a:lnTo>
                    <a:pt x="2802521" y="31864"/>
                  </a:lnTo>
                  <a:lnTo>
                    <a:pt x="2816199" y="31864"/>
                  </a:lnTo>
                  <a:lnTo>
                    <a:pt x="2821863" y="22136"/>
                  </a:lnTo>
                  <a:close/>
                </a:path>
                <a:path w="3517900" h="725804">
                  <a:moveTo>
                    <a:pt x="2838538" y="711"/>
                  </a:moveTo>
                  <a:lnTo>
                    <a:pt x="2828290" y="711"/>
                  </a:lnTo>
                  <a:lnTo>
                    <a:pt x="2840875" y="36499"/>
                  </a:lnTo>
                  <a:lnTo>
                    <a:pt x="2828290" y="96138"/>
                  </a:lnTo>
                  <a:lnTo>
                    <a:pt x="2838538" y="96138"/>
                  </a:lnTo>
                  <a:lnTo>
                    <a:pt x="2843276" y="89484"/>
                  </a:lnTo>
                  <a:lnTo>
                    <a:pt x="2853055" y="48399"/>
                  </a:lnTo>
                  <a:lnTo>
                    <a:pt x="2838538" y="711"/>
                  </a:lnTo>
                  <a:close/>
                </a:path>
                <a:path w="3517900" h="725804">
                  <a:moveTo>
                    <a:pt x="13449" y="160210"/>
                  </a:moveTo>
                  <a:lnTo>
                    <a:pt x="0" y="179692"/>
                  </a:lnTo>
                  <a:lnTo>
                    <a:pt x="16459" y="193128"/>
                  </a:lnTo>
                  <a:lnTo>
                    <a:pt x="19507" y="193128"/>
                  </a:lnTo>
                  <a:lnTo>
                    <a:pt x="32931" y="173634"/>
                  </a:lnTo>
                  <a:lnTo>
                    <a:pt x="13449" y="160210"/>
                  </a:lnTo>
                  <a:close/>
                </a:path>
                <a:path w="3517900" h="725804">
                  <a:moveTo>
                    <a:pt x="103860" y="130581"/>
                  </a:moveTo>
                  <a:lnTo>
                    <a:pt x="103860" y="207200"/>
                  </a:lnTo>
                  <a:lnTo>
                    <a:pt x="136448" y="207200"/>
                  </a:lnTo>
                  <a:lnTo>
                    <a:pt x="154050" y="199504"/>
                  </a:lnTo>
                  <a:lnTo>
                    <a:pt x="155562" y="197103"/>
                  </a:lnTo>
                  <a:lnTo>
                    <a:pt x="115417" y="197103"/>
                  </a:lnTo>
                  <a:lnTo>
                    <a:pt x="115417" y="140690"/>
                  </a:lnTo>
                  <a:lnTo>
                    <a:pt x="155582" y="140690"/>
                  </a:lnTo>
                  <a:lnTo>
                    <a:pt x="143408" y="132118"/>
                  </a:lnTo>
                  <a:lnTo>
                    <a:pt x="103860" y="130581"/>
                  </a:lnTo>
                  <a:close/>
                </a:path>
                <a:path w="3517900" h="725804">
                  <a:moveTo>
                    <a:pt x="155582" y="140690"/>
                  </a:moveTo>
                  <a:lnTo>
                    <a:pt x="134327" y="140690"/>
                  </a:lnTo>
                  <a:lnTo>
                    <a:pt x="149364" y="149288"/>
                  </a:lnTo>
                  <a:lnTo>
                    <a:pt x="154139" y="174840"/>
                  </a:lnTo>
                  <a:lnTo>
                    <a:pt x="146443" y="191592"/>
                  </a:lnTo>
                  <a:lnTo>
                    <a:pt x="115417" y="197103"/>
                  </a:lnTo>
                  <a:lnTo>
                    <a:pt x="155562" y="197103"/>
                  </a:lnTo>
                  <a:lnTo>
                    <a:pt x="164058" y="183616"/>
                  </a:lnTo>
                  <a:lnTo>
                    <a:pt x="165519" y="160820"/>
                  </a:lnTo>
                  <a:lnTo>
                    <a:pt x="158305" y="142608"/>
                  </a:lnTo>
                  <a:lnTo>
                    <a:pt x="155582" y="140690"/>
                  </a:lnTo>
                  <a:close/>
                </a:path>
                <a:path w="3517900" h="725804">
                  <a:moveTo>
                    <a:pt x="192963" y="150253"/>
                  </a:moveTo>
                  <a:lnTo>
                    <a:pt x="177507" y="167766"/>
                  </a:lnTo>
                  <a:lnTo>
                    <a:pt x="181914" y="198856"/>
                  </a:lnTo>
                  <a:lnTo>
                    <a:pt x="203758" y="208356"/>
                  </a:lnTo>
                  <a:lnTo>
                    <a:pt x="207949" y="208356"/>
                  </a:lnTo>
                  <a:lnTo>
                    <a:pt x="224175" y="195605"/>
                  </a:lnTo>
                  <a:lnTo>
                    <a:pt x="192862" y="195605"/>
                  </a:lnTo>
                  <a:lnTo>
                    <a:pt x="189812" y="181838"/>
                  </a:lnTo>
                  <a:lnTo>
                    <a:pt x="182727" y="181838"/>
                  </a:lnTo>
                  <a:lnTo>
                    <a:pt x="182727" y="173456"/>
                  </a:lnTo>
                  <a:lnTo>
                    <a:pt x="187955" y="173456"/>
                  </a:lnTo>
                  <a:lnTo>
                    <a:pt x="187553" y="171640"/>
                  </a:lnTo>
                  <a:lnTo>
                    <a:pt x="205943" y="158229"/>
                  </a:lnTo>
                  <a:lnTo>
                    <a:pt x="223075" y="158229"/>
                  </a:lnTo>
                  <a:lnTo>
                    <a:pt x="223012" y="157949"/>
                  </a:lnTo>
                  <a:lnTo>
                    <a:pt x="192963" y="150253"/>
                  </a:lnTo>
                  <a:close/>
                </a:path>
                <a:path w="3517900" h="725804">
                  <a:moveTo>
                    <a:pt x="217106" y="190931"/>
                  </a:moveTo>
                  <a:lnTo>
                    <a:pt x="192862" y="195605"/>
                  </a:lnTo>
                  <a:lnTo>
                    <a:pt x="224175" y="195605"/>
                  </a:lnTo>
                  <a:lnTo>
                    <a:pt x="227698" y="192836"/>
                  </a:lnTo>
                  <a:lnTo>
                    <a:pt x="217106" y="190931"/>
                  </a:lnTo>
                  <a:close/>
                </a:path>
                <a:path w="3517900" h="725804">
                  <a:moveTo>
                    <a:pt x="187955" y="173456"/>
                  </a:moveTo>
                  <a:lnTo>
                    <a:pt x="182727" y="173456"/>
                  </a:lnTo>
                  <a:lnTo>
                    <a:pt x="182727" y="181838"/>
                  </a:lnTo>
                  <a:lnTo>
                    <a:pt x="189812" y="181838"/>
                  </a:lnTo>
                  <a:lnTo>
                    <a:pt x="187955" y="173456"/>
                  </a:lnTo>
                  <a:close/>
                </a:path>
                <a:path w="3517900" h="725804">
                  <a:moveTo>
                    <a:pt x="223075" y="158229"/>
                  </a:moveTo>
                  <a:lnTo>
                    <a:pt x="205943" y="158229"/>
                  </a:lnTo>
                  <a:lnTo>
                    <a:pt x="217449" y="173456"/>
                  </a:lnTo>
                  <a:lnTo>
                    <a:pt x="187955" y="173456"/>
                  </a:lnTo>
                  <a:lnTo>
                    <a:pt x="189812" y="181838"/>
                  </a:lnTo>
                  <a:lnTo>
                    <a:pt x="228409" y="181838"/>
                  </a:lnTo>
                  <a:lnTo>
                    <a:pt x="223075" y="158229"/>
                  </a:lnTo>
                  <a:close/>
                </a:path>
                <a:path w="3517900" h="725804">
                  <a:moveTo>
                    <a:pt x="255854" y="135978"/>
                  </a:moveTo>
                  <a:lnTo>
                    <a:pt x="244665" y="135978"/>
                  </a:lnTo>
                  <a:lnTo>
                    <a:pt x="244665" y="196113"/>
                  </a:lnTo>
                  <a:lnTo>
                    <a:pt x="261429" y="207949"/>
                  </a:lnTo>
                  <a:lnTo>
                    <a:pt x="255854" y="135978"/>
                  </a:lnTo>
                  <a:close/>
                </a:path>
                <a:path w="3517900" h="725804">
                  <a:moveTo>
                    <a:pt x="244665" y="149745"/>
                  </a:moveTo>
                  <a:lnTo>
                    <a:pt x="236258" y="149745"/>
                  </a:lnTo>
                  <a:lnTo>
                    <a:pt x="236258" y="158711"/>
                  </a:lnTo>
                  <a:lnTo>
                    <a:pt x="244665" y="158711"/>
                  </a:lnTo>
                  <a:lnTo>
                    <a:pt x="244665" y="149745"/>
                  </a:lnTo>
                  <a:close/>
                </a:path>
                <a:path w="3517900" h="725804">
                  <a:moveTo>
                    <a:pt x="267639" y="149745"/>
                  </a:moveTo>
                  <a:lnTo>
                    <a:pt x="256920" y="149745"/>
                  </a:lnTo>
                  <a:lnTo>
                    <a:pt x="257615" y="158711"/>
                  </a:lnTo>
                  <a:lnTo>
                    <a:pt x="267639" y="158711"/>
                  </a:lnTo>
                  <a:lnTo>
                    <a:pt x="267639" y="149745"/>
                  </a:lnTo>
                  <a:close/>
                </a:path>
                <a:path w="3517900" h="725804">
                  <a:moveTo>
                    <a:pt x="293370" y="150253"/>
                  </a:moveTo>
                  <a:lnTo>
                    <a:pt x="277914" y="167766"/>
                  </a:lnTo>
                  <a:lnTo>
                    <a:pt x="282321" y="198856"/>
                  </a:lnTo>
                  <a:lnTo>
                    <a:pt x="304165" y="208356"/>
                  </a:lnTo>
                  <a:lnTo>
                    <a:pt x="308356" y="208356"/>
                  </a:lnTo>
                  <a:lnTo>
                    <a:pt x="324581" y="195605"/>
                  </a:lnTo>
                  <a:lnTo>
                    <a:pt x="293268" y="195605"/>
                  </a:lnTo>
                  <a:lnTo>
                    <a:pt x="290218" y="181838"/>
                  </a:lnTo>
                  <a:lnTo>
                    <a:pt x="283133" y="181838"/>
                  </a:lnTo>
                  <a:lnTo>
                    <a:pt x="283133" y="173456"/>
                  </a:lnTo>
                  <a:lnTo>
                    <a:pt x="288362" y="173456"/>
                  </a:lnTo>
                  <a:lnTo>
                    <a:pt x="287959" y="171640"/>
                  </a:lnTo>
                  <a:lnTo>
                    <a:pt x="306349" y="158229"/>
                  </a:lnTo>
                  <a:lnTo>
                    <a:pt x="323481" y="158229"/>
                  </a:lnTo>
                  <a:lnTo>
                    <a:pt x="323418" y="157949"/>
                  </a:lnTo>
                  <a:lnTo>
                    <a:pt x="293370" y="150253"/>
                  </a:lnTo>
                  <a:close/>
                </a:path>
                <a:path w="3517900" h="725804">
                  <a:moveTo>
                    <a:pt x="317512" y="190931"/>
                  </a:moveTo>
                  <a:lnTo>
                    <a:pt x="293268" y="195605"/>
                  </a:lnTo>
                  <a:lnTo>
                    <a:pt x="324581" y="195605"/>
                  </a:lnTo>
                  <a:lnTo>
                    <a:pt x="328104" y="192836"/>
                  </a:lnTo>
                  <a:lnTo>
                    <a:pt x="317512" y="190931"/>
                  </a:lnTo>
                  <a:close/>
                </a:path>
                <a:path w="3517900" h="725804">
                  <a:moveTo>
                    <a:pt x="288362" y="173456"/>
                  </a:moveTo>
                  <a:lnTo>
                    <a:pt x="283133" y="173456"/>
                  </a:lnTo>
                  <a:lnTo>
                    <a:pt x="283133" y="181838"/>
                  </a:lnTo>
                  <a:lnTo>
                    <a:pt x="290218" y="181838"/>
                  </a:lnTo>
                  <a:lnTo>
                    <a:pt x="288362" y="173456"/>
                  </a:lnTo>
                  <a:close/>
                </a:path>
                <a:path w="3517900" h="725804">
                  <a:moveTo>
                    <a:pt x="323481" y="158229"/>
                  </a:moveTo>
                  <a:lnTo>
                    <a:pt x="306349" y="158229"/>
                  </a:lnTo>
                  <a:lnTo>
                    <a:pt x="317855" y="173456"/>
                  </a:lnTo>
                  <a:lnTo>
                    <a:pt x="288362" y="173456"/>
                  </a:lnTo>
                  <a:lnTo>
                    <a:pt x="290218" y="181838"/>
                  </a:lnTo>
                  <a:lnTo>
                    <a:pt x="328815" y="181838"/>
                  </a:lnTo>
                  <a:lnTo>
                    <a:pt x="323481" y="158229"/>
                  </a:lnTo>
                  <a:close/>
                </a:path>
                <a:path w="3517900" h="725804">
                  <a:moveTo>
                    <a:pt x="359905" y="148996"/>
                  </a:moveTo>
                  <a:lnTo>
                    <a:pt x="344131" y="158788"/>
                  </a:lnTo>
                  <a:lnTo>
                    <a:pt x="338645" y="184492"/>
                  </a:lnTo>
                  <a:lnTo>
                    <a:pt x="347078" y="202044"/>
                  </a:lnTo>
                  <a:lnTo>
                    <a:pt x="365429" y="208356"/>
                  </a:lnTo>
                  <a:lnTo>
                    <a:pt x="373926" y="207530"/>
                  </a:lnTo>
                  <a:lnTo>
                    <a:pt x="384384" y="194716"/>
                  </a:lnTo>
                  <a:lnTo>
                    <a:pt x="354914" y="194716"/>
                  </a:lnTo>
                  <a:lnTo>
                    <a:pt x="353187" y="164833"/>
                  </a:lnTo>
                  <a:lnTo>
                    <a:pt x="369074" y="158419"/>
                  </a:lnTo>
                  <a:lnTo>
                    <a:pt x="384584" y="158419"/>
                  </a:lnTo>
                  <a:lnTo>
                    <a:pt x="383159" y="155257"/>
                  </a:lnTo>
                  <a:lnTo>
                    <a:pt x="359905" y="148996"/>
                  </a:lnTo>
                  <a:close/>
                </a:path>
                <a:path w="3517900" h="725804">
                  <a:moveTo>
                    <a:pt x="389039" y="189014"/>
                  </a:moveTo>
                  <a:lnTo>
                    <a:pt x="354914" y="194716"/>
                  </a:lnTo>
                  <a:lnTo>
                    <a:pt x="384384" y="194716"/>
                  </a:lnTo>
                  <a:lnTo>
                    <a:pt x="389039" y="189014"/>
                  </a:lnTo>
                  <a:close/>
                </a:path>
                <a:path w="3517900" h="725804">
                  <a:moveTo>
                    <a:pt x="384584" y="158419"/>
                  </a:moveTo>
                  <a:lnTo>
                    <a:pt x="369074" y="158419"/>
                  </a:lnTo>
                  <a:lnTo>
                    <a:pt x="378142" y="168300"/>
                  </a:lnTo>
                  <a:lnTo>
                    <a:pt x="389039" y="168300"/>
                  </a:lnTo>
                  <a:lnTo>
                    <a:pt x="384584" y="158419"/>
                  </a:lnTo>
                  <a:close/>
                </a:path>
                <a:path w="3517900" h="725804">
                  <a:moveTo>
                    <a:pt x="416039" y="135978"/>
                  </a:moveTo>
                  <a:lnTo>
                    <a:pt x="404850" y="135978"/>
                  </a:lnTo>
                  <a:lnTo>
                    <a:pt x="404850" y="196113"/>
                  </a:lnTo>
                  <a:lnTo>
                    <a:pt x="421614" y="207949"/>
                  </a:lnTo>
                  <a:lnTo>
                    <a:pt x="416039" y="135978"/>
                  </a:lnTo>
                  <a:close/>
                </a:path>
                <a:path w="3517900" h="725804">
                  <a:moveTo>
                    <a:pt x="404850" y="149745"/>
                  </a:moveTo>
                  <a:lnTo>
                    <a:pt x="396430" y="149745"/>
                  </a:lnTo>
                  <a:lnTo>
                    <a:pt x="396430" y="158711"/>
                  </a:lnTo>
                  <a:lnTo>
                    <a:pt x="404850" y="158711"/>
                  </a:lnTo>
                  <a:lnTo>
                    <a:pt x="404850" y="149745"/>
                  </a:lnTo>
                  <a:close/>
                </a:path>
                <a:path w="3517900" h="725804">
                  <a:moveTo>
                    <a:pt x="427824" y="149745"/>
                  </a:moveTo>
                  <a:lnTo>
                    <a:pt x="417105" y="149745"/>
                  </a:lnTo>
                  <a:lnTo>
                    <a:pt x="417800" y="158711"/>
                  </a:lnTo>
                  <a:lnTo>
                    <a:pt x="427824" y="158711"/>
                  </a:lnTo>
                  <a:lnTo>
                    <a:pt x="427824" y="149745"/>
                  </a:lnTo>
                  <a:close/>
                </a:path>
                <a:path w="3517900" h="725804">
                  <a:moveTo>
                    <a:pt x="510362" y="130581"/>
                  </a:moveTo>
                  <a:lnTo>
                    <a:pt x="498805" y="130581"/>
                  </a:lnTo>
                  <a:lnTo>
                    <a:pt x="498805" y="207200"/>
                  </a:lnTo>
                  <a:lnTo>
                    <a:pt x="510362" y="207200"/>
                  </a:lnTo>
                  <a:lnTo>
                    <a:pt x="510362" y="130581"/>
                  </a:lnTo>
                  <a:close/>
                </a:path>
                <a:path w="3517900" h="725804">
                  <a:moveTo>
                    <a:pt x="539140" y="150164"/>
                  </a:moveTo>
                  <a:lnTo>
                    <a:pt x="524827" y="167055"/>
                  </a:lnTo>
                  <a:lnTo>
                    <a:pt x="528905" y="198780"/>
                  </a:lnTo>
                  <a:lnTo>
                    <a:pt x="528929" y="198970"/>
                  </a:lnTo>
                  <a:lnTo>
                    <a:pt x="547814" y="208318"/>
                  </a:lnTo>
                  <a:lnTo>
                    <a:pt x="565353" y="207200"/>
                  </a:lnTo>
                  <a:lnTo>
                    <a:pt x="576275" y="207200"/>
                  </a:lnTo>
                  <a:lnTo>
                    <a:pt x="576275" y="198780"/>
                  </a:lnTo>
                  <a:lnTo>
                    <a:pt x="550278" y="198780"/>
                  </a:lnTo>
                  <a:lnTo>
                    <a:pt x="539648" y="194335"/>
                  </a:lnTo>
                  <a:lnTo>
                    <a:pt x="538029" y="167055"/>
                  </a:lnTo>
                  <a:lnTo>
                    <a:pt x="537921" y="165239"/>
                  </a:lnTo>
                  <a:lnTo>
                    <a:pt x="556285" y="159334"/>
                  </a:lnTo>
                  <a:lnTo>
                    <a:pt x="576275" y="159334"/>
                  </a:lnTo>
                  <a:lnTo>
                    <a:pt x="576275" y="159054"/>
                  </a:lnTo>
                  <a:lnTo>
                    <a:pt x="565086" y="159054"/>
                  </a:lnTo>
                  <a:lnTo>
                    <a:pt x="539140" y="150164"/>
                  </a:lnTo>
                  <a:close/>
                </a:path>
                <a:path w="3517900" h="725804">
                  <a:moveTo>
                    <a:pt x="576275" y="159334"/>
                  </a:moveTo>
                  <a:lnTo>
                    <a:pt x="556285" y="159334"/>
                  </a:lnTo>
                  <a:lnTo>
                    <a:pt x="564692" y="186055"/>
                  </a:lnTo>
                  <a:lnTo>
                    <a:pt x="550278" y="198780"/>
                  </a:lnTo>
                  <a:lnTo>
                    <a:pt x="576275" y="198780"/>
                  </a:lnTo>
                  <a:lnTo>
                    <a:pt x="576275" y="159334"/>
                  </a:lnTo>
                  <a:close/>
                </a:path>
                <a:path w="3517900" h="725804">
                  <a:moveTo>
                    <a:pt x="576275" y="130581"/>
                  </a:moveTo>
                  <a:lnTo>
                    <a:pt x="565086" y="130581"/>
                  </a:lnTo>
                  <a:lnTo>
                    <a:pt x="565086" y="159054"/>
                  </a:lnTo>
                  <a:lnTo>
                    <a:pt x="576275" y="159054"/>
                  </a:lnTo>
                  <a:lnTo>
                    <a:pt x="576275" y="130581"/>
                  </a:lnTo>
                  <a:close/>
                </a:path>
                <a:path w="3517900" h="725804">
                  <a:moveTo>
                    <a:pt x="606221" y="150253"/>
                  </a:moveTo>
                  <a:lnTo>
                    <a:pt x="590753" y="167766"/>
                  </a:lnTo>
                  <a:lnTo>
                    <a:pt x="595172" y="198856"/>
                  </a:lnTo>
                  <a:lnTo>
                    <a:pt x="617004" y="208356"/>
                  </a:lnTo>
                  <a:lnTo>
                    <a:pt x="621195" y="208356"/>
                  </a:lnTo>
                  <a:lnTo>
                    <a:pt x="637420" y="195605"/>
                  </a:lnTo>
                  <a:lnTo>
                    <a:pt x="606107" y="195605"/>
                  </a:lnTo>
                  <a:lnTo>
                    <a:pt x="603065" y="181838"/>
                  </a:lnTo>
                  <a:lnTo>
                    <a:pt x="595985" y="181838"/>
                  </a:lnTo>
                  <a:lnTo>
                    <a:pt x="595985" y="173456"/>
                  </a:lnTo>
                  <a:lnTo>
                    <a:pt x="601212" y="173456"/>
                  </a:lnTo>
                  <a:lnTo>
                    <a:pt x="600811" y="171640"/>
                  </a:lnTo>
                  <a:lnTo>
                    <a:pt x="619188" y="158229"/>
                  </a:lnTo>
                  <a:lnTo>
                    <a:pt x="636320" y="158229"/>
                  </a:lnTo>
                  <a:lnTo>
                    <a:pt x="636257" y="157949"/>
                  </a:lnTo>
                  <a:lnTo>
                    <a:pt x="606221" y="150253"/>
                  </a:lnTo>
                  <a:close/>
                </a:path>
                <a:path w="3517900" h="725804">
                  <a:moveTo>
                    <a:pt x="630364" y="190931"/>
                  </a:moveTo>
                  <a:lnTo>
                    <a:pt x="606107" y="195605"/>
                  </a:lnTo>
                  <a:lnTo>
                    <a:pt x="637420" y="195605"/>
                  </a:lnTo>
                  <a:lnTo>
                    <a:pt x="640943" y="192836"/>
                  </a:lnTo>
                  <a:lnTo>
                    <a:pt x="630364" y="190931"/>
                  </a:lnTo>
                  <a:close/>
                </a:path>
                <a:path w="3517900" h="725804">
                  <a:moveTo>
                    <a:pt x="601212" y="173456"/>
                  </a:moveTo>
                  <a:lnTo>
                    <a:pt x="595985" y="173456"/>
                  </a:lnTo>
                  <a:lnTo>
                    <a:pt x="595985" y="181838"/>
                  </a:lnTo>
                  <a:lnTo>
                    <a:pt x="603065" y="181838"/>
                  </a:lnTo>
                  <a:lnTo>
                    <a:pt x="601212" y="173456"/>
                  </a:lnTo>
                  <a:close/>
                </a:path>
                <a:path w="3517900" h="725804">
                  <a:moveTo>
                    <a:pt x="636320" y="158229"/>
                  </a:moveTo>
                  <a:lnTo>
                    <a:pt x="619188" y="158229"/>
                  </a:lnTo>
                  <a:lnTo>
                    <a:pt x="630694" y="173456"/>
                  </a:lnTo>
                  <a:lnTo>
                    <a:pt x="601212" y="173456"/>
                  </a:lnTo>
                  <a:lnTo>
                    <a:pt x="603065" y="181838"/>
                  </a:lnTo>
                  <a:lnTo>
                    <a:pt x="641654" y="181838"/>
                  </a:lnTo>
                  <a:lnTo>
                    <a:pt x="636320" y="158229"/>
                  </a:lnTo>
                  <a:close/>
                </a:path>
                <a:path w="3517900" h="725804">
                  <a:moveTo>
                    <a:pt x="664806" y="149745"/>
                  </a:moveTo>
                  <a:lnTo>
                    <a:pt x="654075" y="149745"/>
                  </a:lnTo>
                  <a:lnTo>
                    <a:pt x="654075" y="207200"/>
                  </a:lnTo>
                  <a:lnTo>
                    <a:pt x="665251" y="207200"/>
                  </a:lnTo>
                  <a:lnTo>
                    <a:pt x="665251" y="173088"/>
                  </a:lnTo>
                  <a:lnTo>
                    <a:pt x="668147" y="163131"/>
                  </a:lnTo>
                  <a:lnTo>
                    <a:pt x="700020" y="163131"/>
                  </a:lnTo>
                  <a:lnTo>
                    <a:pt x="698940" y="159092"/>
                  </a:lnTo>
                  <a:lnTo>
                    <a:pt x="665518" y="159092"/>
                  </a:lnTo>
                  <a:lnTo>
                    <a:pt x="664806" y="149745"/>
                  </a:lnTo>
                  <a:close/>
                </a:path>
                <a:path w="3517900" h="725804">
                  <a:moveTo>
                    <a:pt x="700020" y="163131"/>
                  </a:moveTo>
                  <a:lnTo>
                    <a:pt x="668147" y="163131"/>
                  </a:lnTo>
                  <a:lnTo>
                    <a:pt x="689762" y="164579"/>
                  </a:lnTo>
                  <a:lnTo>
                    <a:pt x="690841" y="207200"/>
                  </a:lnTo>
                  <a:lnTo>
                    <a:pt x="702030" y="207200"/>
                  </a:lnTo>
                  <a:lnTo>
                    <a:pt x="702030" y="170649"/>
                  </a:lnTo>
                  <a:lnTo>
                    <a:pt x="700020" y="163131"/>
                  </a:lnTo>
                  <a:close/>
                </a:path>
                <a:path w="3517900" h="725804">
                  <a:moveTo>
                    <a:pt x="678154" y="148996"/>
                  </a:moveTo>
                  <a:lnTo>
                    <a:pt x="665518" y="159092"/>
                  </a:lnTo>
                  <a:lnTo>
                    <a:pt x="698940" y="159092"/>
                  </a:lnTo>
                  <a:lnTo>
                    <a:pt x="697979" y="155498"/>
                  </a:lnTo>
                  <a:lnTo>
                    <a:pt x="678154" y="148996"/>
                  </a:lnTo>
                  <a:close/>
                </a:path>
                <a:path w="3517900" h="725804">
                  <a:moveTo>
                    <a:pt x="732066" y="135978"/>
                  </a:moveTo>
                  <a:lnTo>
                    <a:pt x="720890" y="135978"/>
                  </a:lnTo>
                  <a:lnTo>
                    <a:pt x="721664" y="198996"/>
                  </a:lnTo>
                  <a:lnTo>
                    <a:pt x="737641" y="207949"/>
                  </a:lnTo>
                  <a:lnTo>
                    <a:pt x="732066" y="135978"/>
                  </a:lnTo>
                  <a:close/>
                </a:path>
                <a:path w="3517900" h="725804">
                  <a:moveTo>
                    <a:pt x="721059" y="149745"/>
                  </a:moveTo>
                  <a:lnTo>
                    <a:pt x="712470" y="149745"/>
                  </a:lnTo>
                  <a:lnTo>
                    <a:pt x="712470" y="158711"/>
                  </a:lnTo>
                  <a:lnTo>
                    <a:pt x="721169" y="158711"/>
                  </a:lnTo>
                  <a:lnTo>
                    <a:pt x="721059" y="149745"/>
                  </a:lnTo>
                  <a:close/>
                </a:path>
                <a:path w="3517900" h="725804">
                  <a:moveTo>
                    <a:pt x="743851" y="149745"/>
                  </a:moveTo>
                  <a:lnTo>
                    <a:pt x="733132" y="149745"/>
                  </a:lnTo>
                  <a:lnTo>
                    <a:pt x="733827" y="158711"/>
                  </a:lnTo>
                  <a:lnTo>
                    <a:pt x="743851" y="158711"/>
                  </a:lnTo>
                  <a:lnTo>
                    <a:pt x="743851" y="149745"/>
                  </a:lnTo>
                  <a:close/>
                </a:path>
                <a:path w="3517900" h="725804">
                  <a:moveTo>
                    <a:pt x="767410" y="149745"/>
                  </a:moveTo>
                  <a:lnTo>
                    <a:pt x="756221" y="149745"/>
                  </a:lnTo>
                  <a:lnTo>
                    <a:pt x="756221" y="207200"/>
                  </a:lnTo>
                  <a:lnTo>
                    <a:pt x="767410" y="207200"/>
                  </a:lnTo>
                  <a:lnTo>
                    <a:pt x="767410" y="149745"/>
                  </a:lnTo>
                  <a:close/>
                </a:path>
                <a:path w="3517900" h="725804">
                  <a:moveTo>
                    <a:pt x="759929" y="127520"/>
                  </a:moveTo>
                  <a:lnTo>
                    <a:pt x="761873" y="140868"/>
                  </a:lnTo>
                  <a:lnTo>
                    <a:pt x="763816" y="140868"/>
                  </a:lnTo>
                  <a:lnTo>
                    <a:pt x="759929" y="127520"/>
                  </a:lnTo>
                  <a:close/>
                </a:path>
                <a:path w="3517900" h="725804">
                  <a:moveTo>
                    <a:pt x="812609" y="128524"/>
                  </a:moveTo>
                  <a:lnTo>
                    <a:pt x="790168" y="131749"/>
                  </a:lnTo>
                  <a:lnTo>
                    <a:pt x="786244" y="207200"/>
                  </a:lnTo>
                  <a:lnTo>
                    <a:pt x="797420" y="207200"/>
                  </a:lnTo>
                  <a:lnTo>
                    <a:pt x="797420" y="144576"/>
                  </a:lnTo>
                  <a:lnTo>
                    <a:pt x="812609" y="128524"/>
                  </a:lnTo>
                  <a:close/>
                </a:path>
                <a:path w="3517900" h="725804">
                  <a:moveTo>
                    <a:pt x="789232" y="149745"/>
                  </a:moveTo>
                  <a:lnTo>
                    <a:pt x="777328" y="149745"/>
                  </a:lnTo>
                  <a:lnTo>
                    <a:pt x="777328" y="158711"/>
                  </a:lnTo>
                  <a:lnTo>
                    <a:pt x="788766" y="158711"/>
                  </a:lnTo>
                  <a:lnTo>
                    <a:pt x="789232" y="149745"/>
                  </a:lnTo>
                  <a:close/>
                </a:path>
                <a:path w="3517900" h="725804">
                  <a:moveTo>
                    <a:pt x="809802" y="149745"/>
                  </a:moveTo>
                  <a:lnTo>
                    <a:pt x="797420" y="149745"/>
                  </a:lnTo>
                  <a:lnTo>
                    <a:pt x="797420" y="158711"/>
                  </a:lnTo>
                  <a:lnTo>
                    <a:pt x="809802" y="158711"/>
                  </a:lnTo>
                  <a:lnTo>
                    <a:pt x="809802" y="149745"/>
                  </a:lnTo>
                  <a:close/>
                </a:path>
                <a:path w="3517900" h="725804">
                  <a:moveTo>
                    <a:pt x="832535" y="149745"/>
                  </a:moveTo>
                  <a:lnTo>
                    <a:pt x="821347" y="149745"/>
                  </a:lnTo>
                  <a:lnTo>
                    <a:pt x="821347" y="207200"/>
                  </a:lnTo>
                  <a:lnTo>
                    <a:pt x="832535" y="207200"/>
                  </a:lnTo>
                  <a:lnTo>
                    <a:pt x="832535" y="149745"/>
                  </a:lnTo>
                  <a:close/>
                </a:path>
                <a:path w="3517900" h="725804">
                  <a:moveTo>
                    <a:pt x="825055" y="127520"/>
                  </a:moveTo>
                  <a:lnTo>
                    <a:pt x="826998" y="140868"/>
                  </a:lnTo>
                  <a:lnTo>
                    <a:pt x="828941" y="140868"/>
                  </a:lnTo>
                  <a:lnTo>
                    <a:pt x="825055" y="127520"/>
                  </a:lnTo>
                  <a:close/>
                </a:path>
                <a:path w="3517900" h="725804">
                  <a:moveTo>
                    <a:pt x="861555" y="150253"/>
                  </a:moveTo>
                  <a:lnTo>
                    <a:pt x="846099" y="167766"/>
                  </a:lnTo>
                  <a:lnTo>
                    <a:pt x="850506" y="198856"/>
                  </a:lnTo>
                  <a:lnTo>
                    <a:pt x="872350" y="208356"/>
                  </a:lnTo>
                  <a:lnTo>
                    <a:pt x="876541" y="208356"/>
                  </a:lnTo>
                  <a:lnTo>
                    <a:pt x="892766" y="195605"/>
                  </a:lnTo>
                  <a:lnTo>
                    <a:pt x="861441" y="195605"/>
                  </a:lnTo>
                  <a:lnTo>
                    <a:pt x="858398" y="181838"/>
                  </a:lnTo>
                  <a:lnTo>
                    <a:pt x="851319" y="181838"/>
                  </a:lnTo>
                  <a:lnTo>
                    <a:pt x="851319" y="173456"/>
                  </a:lnTo>
                  <a:lnTo>
                    <a:pt x="856546" y="173456"/>
                  </a:lnTo>
                  <a:lnTo>
                    <a:pt x="856145" y="171640"/>
                  </a:lnTo>
                  <a:lnTo>
                    <a:pt x="874522" y="158229"/>
                  </a:lnTo>
                  <a:lnTo>
                    <a:pt x="891666" y="158229"/>
                  </a:lnTo>
                  <a:lnTo>
                    <a:pt x="891603" y="157949"/>
                  </a:lnTo>
                  <a:lnTo>
                    <a:pt x="861555" y="150253"/>
                  </a:lnTo>
                  <a:close/>
                </a:path>
                <a:path w="3517900" h="725804">
                  <a:moveTo>
                    <a:pt x="885698" y="190931"/>
                  </a:moveTo>
                  <a:lnTo>
                    <a:pt x="861441" y="195605"/>
                  </a:lnTo>
                  <a:lnTo>
                    <a:pt x="892766" y="195605"/>
                  </a:lnTo>
                  <a:lnTo>
                    <a:pt x="896289" y="192836"/>
                  </a:lnTo>
                  <a:lnTo>
                    <a:pt x="885698" y="190931"/>
                  </a:lnTo>
                  <a:close/>
                </a:path>
                <a:path w="3517900" h="725804">
                  <a:moveTo>
                    <a:pt x="856546" y="173456"/>
                  </a:moveTo>
                  <a:lnTo>
                    <a:pt x="851319" y="173456"/>
                  </a:lnTo>
                  <a:lnTo>
                    <a:pt x="851319" y="181838"/>
                  </a:lnTo>
                  <a:lnTo>
                    <a:pt x="858398" y="181838"/>
                  </a:lnTo>
                  <a:lnTo>
                    <a:pt x="856546" y="173456"/>
                  </a:lnTo>
                  <a:close/>
                </a:path>
                <a:path w="3517900" h="725804">
                  <a:moveTo>
                    <a:pt x="891666" y="158229"/>
                  </a:moveTo>
                  <a:lnTo>
                    <a:pt x="874522" y="158229"/>
                  </a:lnTo>
                  <a:lnTo>
                    <a:pt x="886040" y="173456"/>
                  </a:lnTo>
                  <a:lnTo>
                    <a:pt x="856546" y="173456"/>
                  </a:lnTo>
                  <a:lnTo>
                    <a:pt x="858398" y="181838"/>
                  </a:lnTo>
                  <a:lnTo>
                    <a:pt x="897001" y="181838"/>
                  </a:lnTo>
                  <a:lnTo>
                    <a:pt x="891666" y="158229"/>
                  </a:lnTo>
                  <a:close/>
                </a:path>
                <a:path w="3517900" h="725804">
                  <a:moveTo>
                    <a:pt x="917676" y="190817"/>
                  </a:moveTo>
                  <a:lnTo>
                    <a:pt x="906868" y="192455"/>
                  </a:lnTo>
                  <a:lnTo>
                    <a:pt x="907783" y="197548"/>
                  </a:lnTo>
                  <a:lnTo>
                    <a:pt x="923658" y="208356"/>
                  </a:lnTo>
                  <a:lnTo>
                    <a:pt x="948626" y="202463"/>
                  </a:lnTo>
                  <a:lnTo>
                    <a:pt x="949222" y="199339"/>
                  </a:lnTo>
                  <a:lnTo>
                    <a:pt x="926655" y="199339"/>
                  </a:lnTo>
                  <a:lnTo>
                    <a:pt x="917676" y="190817"/>
                  </a:lnTo>
                  <a:close/>
                </a:path>
                <a:path w="3517900" h="725804">
                  <a:moveTo>
                    <a:pt x="936942" y="148996"/>
                  </a:moveTo>
                  <a:lnTo>
                    <a:pt x="913282" y="154571"/>
                  </a:lnTo>
                  <a:lnTo>
                    <a:pt x="909915" y="172935"/>
                  </a:lnTo>
                  <a:lnTo>
                    <a:pt x="909815" y="173481"/>
                  </a:lnTo>
                  <a:lnTo>
                    <a:pt x="933983" y="184124"/>
                  </a:lnTo>
                  <a:lnTo>
                    <a:pt x="942098" y="193636"/>
                  </a:lnTo>
                  <a:lnTo>
                    <a:pt x="926655" y="199339"/>
                  </a:lnTo>
                  <a:lnTo>
                    <a:pt x="949222" y="199339"/>
                  </a:lnTo>
                  <a:lnTo>
                    <a:pt x="952296" y="183222"/>
                  </a:lnTo>
                  <a:lnTo>
                    <a:pt x="928751" y="172935"/>
                  </a:lnTo>
                  <a:lnTo>
                    <a:pt x="919734" y="163194"/>
                  </a:lnTo>
                  <a:lnTo>
                    <a:pt x="952316" y="163194"/>
                  </a:lnTo>
                  <a:lnTo>
                    <a:pt x="951318" y="159283"/>
                  </a:lnTo>
                  <a:lnTo>
                    <a:pt x="936942" y="148996"/>
                  </a:lnTo>
                  <a:close/>
                </a:path>
                <a:path w="3517900" h="725804">
                  <a:moveTo>
                    <a:pt x="952316" y="163194"/>
                  </a:moveTo>
                  <a:lnTo>
                    <a:pt x="919734" y="163194"/>
                  </a:lnTo>
                  <a:lnTo>
                    <a:pt x="952461" y="163766"/>
                  </a:lnTo>
                  <a:lnTo>
                    <a:pt x="952316" y="163194"/>
                  </a:lnTo>
                  <a:close/>
                </a:path>
                <a:path w="3517900" h="725804">
                  <a:moveTo>
                    <a:pt x="1004951" y="149745"/>
                  </a:moveTo>
                  <a:lnTo>
                    <a:pt x="993762" y="149745"/>
                  </a:lnTo>
                  <a:lnTo>
                    <a:pt x="993762" y="207200"/>
                  </a:lnTo>
                  <a:lnTo>
                    <a:pt x="1004951" y="207200"/>
                  </a:lnTo>
                  <a:lnTo>
                    <a:pt x="1004951" y="149745"/>
                  </a:lnTo>
                  <a:close/>
                </a:path>
                <a:path w="3517900" h="725804">
                  <a:moveTo>
                    <a:pt x="997470" y="127520"/>
                  </a:moveTo>
                  <a:lnTo>
                    <a:pt x="999413" y="140868"/>
                  </a:lnTo>
                  <a:lnTo>
                    <a:pt x="1001356" y="140868"/>
                  </a:lnTo>
                  <a:lnTo>
                    <a:pt x="997470" y="127520"/>
                  </a:lnTo>
                  <a:close/>
                </a:path>
                <a:path w="3517900" h="725804">
                  <a:moveTo>
                    <a:pt x="1030732" y="149745"/>
                  </a:moveTo>
                  <a:lnTo>
                    <a:pt x="1020000" y="149745"/>
                  </a:lnTo>
                  <a:lnTo>
                    <a:pt x="1020000" y="207200"/>
                  </a:lnTo>
                  <a:lnTo>
                    <a:pt x="1031189" y="207200"/>
                  </a:lnTo>
                  <a:lnTo>
                    <a:pt x="1031189" y="173088"/>
                  </a:lnTo>
                  <a:lnTo>
                    <a:pt x="1034084" y="163131"/>
                  </a:lnTo>
                  <a:lnTo>
                    <a:pt x="1065945" y="163131"/>
                  </a:lnTo>
                  <a:lnTo>
                    <a:pt x="1064865" y="159092"/>
                  </a:lnTo>
                  <a:lnTo>
                    <a:pt x="1031443" y="159092"/>
                  </a:lnTo>
                  <a:lnTo>
                    <a:pt x="1030732" y="149745"/>
                  </a:lnTo>
                  <a:close/>
                </a:path>
                <a:path w="3517900" h="725804">
                  <a:moveTo>
                    <a:pt x="1065945" y="163131"/>
                  </a:moveTo>
                  <a:lnTo>
                    <a:pt x="1034084" y="163131"/>
                  </a:lnTo>
                  <a:lnTo>
                    <a:pt x="1055687" y="164579"/>
                  </a:lnTo>
                  <a:lnTo>
                    <a:pt x="1056779" y="207200"/>
                  </a:lnTo>
                  <a:lnTo>
                    <a:pt x="1067955" y="207200"/>
                  </a:lnTo>
                  <a:lnTo>
                    <a:pt x="1067955" y="170649"/>
                  </a:lnTo>
                  <a:lnTo>
                    <a:pt x="1065945" y="163131"/>
                  </a:lnTo>
                  <a:close/>
                </a:path>
                <a:path w="3517900" h="725804">
                  <a:moveTo>
                    <a:pt x="1044079" y="148996"/>
                  </a:moveTo>
                  <a:lnTo>
                    <a:pt x="1031443" y="159092"/>
                  </a:lnTo>
                  <a:lnTo>
                    <a:pt x="1064865" y="159092"/>
                  </a:lnTo>
                  <a:lnTo>
                    <a:pt x="1063904" y="155498"/>
                  </a:lnTo>
                  <a:lnTo>
                    <a:pt x="1044079" y="148996"/>
                  </a:lnTo>
                  <a:close/>
                </a:path>
                <a:path w="3517900" h="725804">
                  <a:moveTo>
                    <a:pt x="1101636" y="148996"/>
                  </a:moveTo>
                  <a:lnTo>
                    <a:pt x="1085862" y="158788"/>
                  </a:lnTo>
                  <a:lnTo>
                    <a:pt x="1080376" y="184492"/>
                  </a:lnTo>
                  <a:lnTo>
                    <a:pt x="1088809" y="202044"/>
                  </a:lnTo>
                  <a:lnTo>
                    <a:pt x="1107160" y="208356"/>
                  </a:lnTo>
                  <a:lnTo>
                    <a:pt x="1115656" y="207530"/>
                  </a:lnTo>
                  <a:lnTo>
                    <a:pt x="1126115" y="194716"/>
                  </a:lnTo>
                  <a:lnTo>
                    <a:pt x="1096657" y="194716"/>
                  </a:lnTo>
                  <a:lnTo>
                    <a:pt x="1094917" y="164833"/>
                  </a:lnTo>
                  <a:lnTo>
                    <a:pt x="1110805" y="158419"/>
                  </a:lnTo>
                  <a:lnTo>
                    <a:pt x="1126325" y="158419"/>
                  </a:lnTo>
                  <a:lnTo>
                    <a:pt x="1124902" y="155257"/>
                  </a:lnTo>
                  <a:lnTo>
                    <a:pt x="1101636" y="148996"/>
                  </a:lnTo>
                  <a:close/>
                </a:path>
                <a:path w="3517900" h="725804">
                  <a:moveTo>
                    <a:pt x="1130769" y="189014"/>
                  </a:moveTo>
                  <a:lnTo>
                    <a:pt x="1096657" y="194716"/>
                  </a:lnTo>
                  <a:lnTo>
                    <a:pt x="1126115" y="194716"/>
                  </a:lnTo>
                  <a:lnTo>
                    <a:pt x="1130769" y="189014"/>
                  </a:lnTo>
                  <a:close/>
                </a:path>
                <a:path w="3517900" h="725804">
                  <a:moveTo>
                    <a:pt x="1126325" y="158419"/>
                  </a:moveTo>
                  <a:lnTo>
                    <a:pt x="1110805" y="158419"/>
                  </a:lnTo>
                  <a:lnTo>
                    <a:pt x="1119886" y="168300"/>
                  </a:lnTo>
                  <a:lnTo>
                    <a:pt x="1130769" y="168300"/>
                  </a:lnTo>
                  <a:lnTo>
                    <a:pt x="1126325" y="158419"/>
                  </a:lnTo>
                  <a:close/>
                </a:path>
                <a:path w="3517900" h="725804">
                  <a:moveTo>
                    <a:pt x="1177023" y="150228"/>
                  </a:moveTo>
                  <a:lnTo>
                    <a:pt x="1156843" y="150228"/>
                  </a:lnTo>
                  <a:lnTo>
                    <a:pt x="1141260" y="167563"/>
                  </a:lnTo>
                  <a:lnTo>
                    <a:pt x="1145705" y="198729"/>
                  </a:lnTo>
                  <a:lnTo>
                    <a:pt x="1166939" y="208356"/>
                  </a:lnTo>
                  <a:lnTo>
                    <a:pt x="1172324" y="208356"/>
                  </a:lnTo>
                  <a:lnTo>
                    <a:pt x="1187776" y="198970"/>
                  </a:lnTo>
                  <a:lnTo>
                    <a:pt x="1166977" y="198970"/>
                  </a:lnTo>
                  <a:lnTo>
                    <a:pt x="1155928" y="194360"/>
                  </a:lnTo>
                  <a:lnTo>
                    <a:pt x="1154336" y="167563"/>
                  </a:lnTo>
                  <a:lnTo>
                    <a:pt x="1154214" y="165506"/>
                  </a:lnTo>
                  <a:lnTo>
                    <a:pt x="1173353" y="159283"/>
                  </a:lnTo>
                  <a:lnTo>
                    <a:pt x="1185162" y="159283"/>
                  </a:lnTo>
                  <a:lnTo>
                    <a:pt x="1177023" y="150228"/>
                  </a:lnTo>
                  <a:close/>
                </a:path>
                <a:path w="3517900" h="725804">
                  <a:moveTo>
                    <a:pt x="1185162" y="159283"/>
                  </a:moveTo>
                  <a:lnTo>
                    <a:pt x="1173353" y="159283"/>
                  </a:lnTo>
                  <a:lnTo>
                    <a:pt x="1182420" y="182384"/>
                  </a:lnTo>
                  <a:lnTo>
                    <a:pt x="1166977" y="198970"/>
                  </a:lnTo>
                  <a:lnTo>
                    <a:pt x="1187776" y="198970"/>
                  </a:lnTo>
                  <a:lnTo>
                    <a:pt x="1188173" y="198729"/>
                  </a:lnTo>
                  <a:lnTo>
                    <a:pt x="1192606" y="167563"/>
                  </a:lnTo>
                  <a:lnTo>
                    <a:pt x="1185162" y="159283"/>
                  </a:lnTo>
                  <a:close/>
                </a:path>
                <a:path w="3517900" h="725804">
                  <a:moveTo>
                    <a:pt x="1216939" y="149745"/>
                  </a:moveTo>
                  <a:lnTo>
                    <a:pt x="1206207" y="149745"/>
                  </a:lnTo>
                  <a:lnTo>
                    <a:pt x="1206207" y="207200"/>
                  </a:lnTo>
                  <a:lnTo>
                    <a:pt x="1217396" y="207200"/>
                  </a:lnTo>
                  <a:lnTo>
                    <a:pt x="1217396" y="169176"/>
                  </a:lnTo>
                  <a:lnTo>
                    <a:pt x="1234821" y="159588"/>
                  </a:lnTo>
                  <a:lnTo>
                    <a:pt x="1282509" y="159588"/>
                  </a:lnTo>
                  <a:lnTo>
                    <a:pt x="1282152" y="159092"/>
                  </a:lnTo>
                  <a:lnTo>
                    <a:pt x="1217650" y="159092"/>
                  </a:lnTo>
                  <a:lnTo>
                    <a:pt x="1217006" y="150622"/>
                  </a:lnTo>
                  <a:lnTo>
                    <a:pt x="1216939" y="149745"/>
                  </a:lnTo>
                  <a:close/>
                </a:path>
                <a:path w="3517900" h="725804">
                  <a:moveTo>
                    <a:pt x="1282509" y="159588"/>
                  </a:moveTo>
                  <a:lnTo>
                    <a:pt x="1234821" y="159588"/>
                  </a:lnTo>
                  <a:lnTo>
                    <a:pt x="1239685" y="207200"/>
                  </a:lnTo>
                  <a:lnTo>
                    <a:pt x="1250835" y="207200"/>
                  </a:lnTo>
                  <a:lnTo>
                    <a:pt x="1250835" y="170573"/>
                  </a:lnTo>
                  <a:lnTo>
                    <a:pt x="1255890" y="159765"/>
                  </a:lnTo>
                  <a:lnTo>
                    <a:pt x="1282637" y="159765"/>
                  </a:lnTo>
                  <a:lnTo>
                    <a:pt x="1282509" y="159588"/>
                  </a:lnTo>
                  <a:close/>
                </a:path>
                <a:path w="3517900" h="725804">
                  <a:moveTo>
                    <a:pt x="1282637" y="159765"/>
                  </a:moveTo>
                  <a:lnTo>
                    <a:pt x="1255890" y="159765"/>
                  </a:lnTo>
                  <a:lnTo>
                    <a:pt x="1272070" y="163004"/>
                  </a:lnTo>
                  <a:lnTo>
                    <a:pt x="1273136" y="207200"/>
                  </a:lnTo>
                  <a:lnTo>
                    <a:pt x="1284312" y="207200"/>
                  </a:lnTo>
                  <a:lnTo>
                    <a:pt x="1284312" y="162090"/>
                  </a:lnTo>
                  <a:lnTo>
                    <a:pt x="1282637" y="159765"/>
                  </a:lnTo>
                  <a:close/>
                </a:path>
                <a:path w="3517900" h="725804">
                  <a:moveTo>
                    <a:pt x="1229499" y="148996"/>
                  </a:moveTo>
                  <a:lnTo>
                    <a:pt x="1217650" y="159092"/>
                  </a:lnTo>
                  <a:lnTo>
                    <a:pt x="1249337" y="159092"/>
                  </a:lnTo>
                  <a:lnTo>
                    <a:pt x="1247495" y="155943"/>
                  </a:lnTo>
                  <a:lnTo>
                    <a:pt x="1229499" y="148996"/>
                  </a:lnTo>
                  <a:close/>
                </a:path>
                <a:path w="3517900" h="725804">
                  <a:moveTo>
                    <a:pt x="1262443" y="148996"/>
                  </a:moveTo>
                  <a:lnTo>
                    <a:pt x="1249337" y="159092"/>
                  </a:lnTo>
                  <a:lnTo>
                    <a:pt x="1282152" y="159092"/>
                  </a:lnTo>
                  <a:lnTo>
                    <a:pt x="1276045" y="150622"/>
                  </a:lnTo>
                  <a:lnTo>
                    <a:pt x="1262443" y="148996"/>
                  </a:lnTo>
                  <a:close/>
                </a:path>
                <a:path w="3517900" h="725804">
                  <a:moveTo>
                    <a:pt x="1310233" y="149745"/>
                  </a:moveTo>
                  <a:lnTo>
                    <a:pt x="1299311" y="149745"/>
                  </a:lnTo>
                  <a:lnTo>
                    <a:pt x="1299311" y="228752"/>
                  </a:lnTo>
                  <a:lnTo>
                    <a:pt x="1310500" y="228752"/>
                  </a:lnTo>
                  <a:lnTo>
                    <a:pt x="1310500" y="198259"/>
                  </a:lnTo>
                  <a:lnTo>
                    <a:pt x="1346711" y="198259"/>
                  </a:lnTo>
                  <a:lnTo>
                    <a:pt x="1346753" y="197929"/>
                  </a:lnTo>
                  <a:lnTo>
                    <a:pt x="1319339" y="197929"/>
                  </a:lnTo>
                  <a:lnTo>
                    <a:pt x="1310271" y="178473"/>
                  </a:lnTo>
                  <a:lnTo>
                    <a:pt x="1314767" y="162852"/>
                  </a:lnTo>
                  <a:lnTo>
                    <a:pt x="1314818" y="162674"/>
                  </a:lnTo>
                  <a:lnTo>
                    <a:pt x="1347037" y="162674"/>
                  </a:lnTo>
                  <a:lnTo>
                    <a:pt x="1336446" y="150164"/>
                  </a:lnTo>
                  <a:lnTo>
                    <a:pt x="1310233" y="149745"/>
                  </a:lnTo>
                  <a:close/>
                </a:path>
                <a:path w="3517900" h="725804">
                  <a:moveTo>
                    <a:pt x="1346711" y="198259"/>
                  </a:moveTo>
                  <a:lnTo>
                    <a:pt x="1310500" y="198259"/>
                  </a:lnTo>
                  <a:lnTo>
                    <a:pt x="1332420" y="208318"/>
                  </a:lnTo>
                  <a:lnTo>
                    <a:pt x="1346619" y="198970"/>
                  </a:lnTo>
                  <a:lnTo>
                    <a:pt x="1346711" y="198259"/>
                  </a:lnTo>
                  <a:close/>
                </a:path>
                <a:path w="3517900" h="725804">
                  <a:moveTo>
                    <a:pt x="1347037" y="162674"/>
                  </a:moveTo>
                  <a:lnTo>
                    <a:pt x="1314818" y="162674"/>
                  </a:lnTo>
                  <a:lnTo>
                    <a:pt x="1335951" y="162852"/>
                  </a:lnTo>
                  <a:lnTo>
                    <a:pt x="1337589" y="191897"/>
                  </a:lnTo>
                  <a:lnTo>
                    <a:pt x="1319339" y="197929"/>
                  </a:lnTo>
                  <a:lnTo>
                    <a:pt x="1346753" y="197929"/>
                  </a:lnTo>
                  <a:lnTo>
                    <a:pt x="1350746" y="167055"/>
                  </a:lnTo>
                  <a:lnTo>
                    <a:pt x="1347037" y="162674"/>
                  </a:lnTo>
                  <a:close/>
                </a:path>
                <a:path w="3517900" h="725804">
                  <a:moveTo>
                    <a:pt x="1375511" y="130581"/>
                  </a:moveTo>
                  <a:lnTo>
                    <a:pt x="1364322" y="130581"/>
                  </a:lnTo>
                  <a:lnTo>
                    <a:pt x="1364322" y="207200"/>
                  </a:lnTo>
                  <a:lnTo>
                    <a:pt x="1375511" y="207200"/>
                  </a:lnTo>
                  <a:lnTo>
                    <a:pt x="1375511" y="130581"/>
                  </a:lnTo>
                  <a:close/>
                </a:path>
                <a:path w="3517900" h="725804">
                  <a:moveTo>
                    <a:pt x="1404543" y="150253"/>
                  </a:moveTo>
                  <a:lnTo>
                    <a:pt x="1389075" y="167766"/>
                  </a:lnTo>
                  <a:lnTo>
                    <a:pt x="1393494" y="198856"/>
                  </a:lnTo>
                  <a:lnTo>
                    <a:pt x="1415326" y="208356"/>
                  </a:lnTo>
                  <a:lnTo>
                    <a:pt x="1419517" y="208356"/>
                  </a:lnTo>
                  <a:lnTo>
                    <a:pt x="1435742" y="195605"/>
                  </a:lnTo>
                  <a:lnTo>
                    <a:pt x="1404429" y="195605"/>
                  </a:lnTo>
                  <a:lnTo>
                    <a:pt x="1401379" y="181838"/>
                  </a:lnTo>
                  <a:lnTo>
                    <a:pt x="1394294" y="181838"/>
                  </a:lnTo>
                  <a:lnTo>
                    <a:pt x="1394294" y="173456"/>
                  </a:lnTo>
                  <a:lnTo>
                    <a:pt x="1399523" y="173456"/>
                  </a:lnTo>
                  <a:lnTo>
                    <a:pt x="1399120" y="171640"/>
                  </a:lnTo>
                  <a:lnTo>
                    <a:pt x="1417510" y="158229"/>
                  </a:lnTo>
                  <a:lnTo>
                    <a:pt x="1434642" y="158229"/>
                  </a:lnTo>
                  <a:lnTo>
                    <a:pt x="1434579" y="157949"/>
                  </a:lnTo>
                  <a:lnTo>
                    <a:pt x="1404543" y="150253"/>
                  </a:lnTo>
                  <a:close/>
                </a:path>
                <a:path w="3517900" h="725804">
                  <a:moveTo>
                    <a:pt x="1428673" y="190931"/>
                  </a:moveTo>
                  <a:lnTo>
                    <a:pt x="1404429" y="195605"/>
                  </a:lnTo>
                  <a:lnTo>
                    <a:pt x="1435742" y="195605"/>
                  </a:lnTo>
                  <a:lnTo>
                    <a:pt x="1439265" y="192836"/>
                  </a:lnTo>
                  <a:lnTo>
                    <a:pt x="1428673" y="190931"/>
                  </a:lnTo>
                  <a:close/>
                </a:path>
                <a:path w="3517900" h="725804">
                  <a:moveTo>
                    <a:pt x="1399523" y="173456"/>
                  </a:moveTo>
                  <a:lnTo>
                    <a:pt x="1394294" y="173456"/>
                  </a:lnTo>
                  <a:lnTo>
                    <a:pt x="1394294" y="181838"/>
                  </a:lnTo>
                  <a:lnTo>
                    <a:pt x="1401379" y="181838"/>
                  </a:lnTo>
                  <a:lnTo>
                    <a:pt x="1399523" y="173456"/>
                  </a:lnTo>
                  <a:close/>
                </a:path>
                <a:path w="3517900" h="725804">
                  <a:moveTo>
                    <a:pt x="1434642" y="158229"/>
                  </a:moveTo>
                  <a:lnTo>
                    <a:pt x="1417510" y="158229"/>
                  </a:lnTo>
                  <a:lnTo>
                    <a:pt x="1429016" y="173456"/>
                  </a:lnTo>
                  <a:lnTo>
                    <a:pt x="1399523" y="173456"/>
                  </a:lnTo>
                  <a:lnTo>
                    <a:pt x="1401379" y="181838"/>
                  </a:lnTo>
                  <a:lnTo>
                    <a:pt x="1439976" y="181838"/>
                  </a:lnTo>
                  <a:lnTo>
                    <a:pt x="1434642" y="158229"/>
                  </a:lnTo>
                  <a:close/>
                </a:path>
                <a:path w="3517900" h="725804">
                  <a:moveTo>
                    <a:pt x="1467421" y="135978"/>
                  </a:moveTo>
                  <a:lnTo>
                    <a:pt x="1456245" y="135978"/>
                  </a:lnTo>
                  <a:lnTo>
                    <a:pt x="1456245" y="196113"/>
                  </a:lnTo>
                  <a:lnTo>
                    <a:pt x="1472996" y="207949"/>
                  </a:lnTo>
                  <a:lnTo>
                    <a:pt x="1467421" y="135978"/>
                  </a:lnTo>
                  <a:close/>
                </a:path>
                <a:path w="3517900" h="725804">
                  <a:moveTo>
                    <a:pt x="1456245" y="149745"/>
                  </a:moveTo>
                  <a:lnTo>
                    <a:pt x="1447825" y="149745"/>
                  </a:lnTo>
                  <a:lnTo>
                    <a:pt x="1447825" y="158711"/>
                  </a:lnTo>
                  <a:lnTo>
                    <a:pt x="1456245" y="158711"/>
                  </a:lnTo>
                  <a:lnTo>
                    <a:pt x="1456245" y="149745"/>
                  </a:lnTo>
                  <a:close/>
                </a:path>
                <a:path w="3517900" h="725804">
                  <a:moveTo>
                    <a:pt x="1479207" y="149745"/>
                  </a:moveTo>
                  <a:lnTo>
                    <a:pt x="1468487" y="149745"/>
                  </a:lnTo>
                  <a:lnTo>
                    <a:pt x="1469182" y="158711"/>
                  </a:lnTo>
                  <a:lnTo>
                    <a:pt x="1479207" y="158711"/>
                  </a:lnTo>
                  <a:lnTo>
                    <a:pt x="1479207" y="149745"/>
                  </a:lnTo>
                  <a:close/>
                </a:path>
                <a:path w="3517900" h="725804">
                  <a:moveTo>
                    <a:pt x="1504950" y="150253"/>
                  </a:moveTo>
                  <a:lnTo>
                    <a:pt x="1489481" y="167766"/>
                  </a:lnTo>
                  <a:lnTo>
                    <a:pt x="1493901" y="198856"/>
                  </a:lnTo>
                  <a:lnTo>
                    <a:pt x="1515732" y="208356"/>
                  </a:lnTo>
                  <a:lnTo>
                    <a:pt x="1519923" y="208356"/>
                  </a:lnTo>
                  <a:lnTo>
                    <a:pt x="1536148" y="195605"/>
                  </a:lnTo>
                  <a:lnTo>
                    <a:pt x="1504835" y="195605"/>
                  </a:lnTo>
                  <a:lnTo>
                    <a:pt x="1501786" y="181838"/>
                  </a:lnTo>
                  <a:lnTo>
                    <a:pt x="1494713" y="181838"/>
                  </a:lnTo>
                  <a:lnTo>
                    <a:pt x="1494713" y="173456"/>
                  </a:lnTo>
                  <a:lnTo>
                    <a:pt x="1499929" y="173456"/>
                  </a:lnTo>
                  <a:lnTo>
                    <a:pt x="1499527" y="171640"/>
                  </a:lnTo>
                  <a:lnTo>
                    <a:pt x="1517916" y="158229"/>
                  </a:lnTo>
                  <a:lnTo>
                    <a:pt x="1535048" y="158229"/>
                  </a:lnTo>
                  <a:lnTo>
                    <a:pt x="1534985" y="157949"/>
                  </a:lnTo>
                  <a:lnTo>
                    <a:pt x="1504950" y="150253"/>
                  </a:lnTo>
                  <a:close/>
                </a:path>
                <a:path w="3517900" h="725804">
                  <a:moveTo>
                    <a:pt x="1529092" y="190931"/>
                  </a:moveTo>
                  <a:lnTo>
                    <a:pt x="1504835" y="195605"/>
                  </a:lnTo>
                  <a:lnTo>
                    <a:pt x="1536148" y="195605"/>
                  </a:lnTo>
                  <a:lnTo>
                    <a:pt x="1539671" y="192836"/>
                  </a:lnTo>
                  <a:lnTo>
                    <a:pt x="1529092" y="190931"/>
                  </a:lnTo>
                  <a:close/>
                </a:path>
                <a:path w="3517900" h="725804">
                  <a:moveTo>
                    <a:pt x="1499929" y="173456"/>
                  </a:moveTo>
                  <a:lnTo>
                    <a:pt x="1494713" y="173456"/>
                  </a:lnTo>
                  <a:lnTo>
                    <a:pt x="1494713" y="181838"/>
                  </a:lnTo>
                  <a:lnTo>
                    <a:pt x="1501786" y="181838"/>
                  </a:lnTo>
                  <a:lnTo>
                    <a:pt x="1499929" y="173456"/>
                  </a:lnTo>
                  <a:close/>
                </a:path>
                <a:path w="3517900" h="725804">
                  <a:moveTo>
                    <a:pt x="1535048" y="158229"/>
                  </a:moveTo>
                  <a:lnTo>
                    <a:pt x="1517916" y="158229"/>
                  </a:lnTo>
                  <a:lnTo>
                    <a:pt x="1529422" y="173456"/>
                  </a:lnTo>
                  <a:lnTo>
                    <a:pt x="1499929" y="173456"/>
                  </a:lnTo>
                  <a:lnTo>
                    <a:pt x="1501786" y="181838"/>
                  </a:lnTo>
                  <a:lnTo>
                    <a:pt x="1540383" y="181838"/>
                  </a:lnTo>
                  <a:lnTo>
                    <a:pt x="1535048" y="158229"/>
                  </a:lnTo>
                  <a:close/>
                </a:path>
                <a:path w="3517900" h="725804">
                  <a:moveTo>
                    <a:pt x="1614970" y="150228"/>
                  </a:moveTo>
                  <a:lnTo>
                    <a:pt x="1594789" y="150228"/>
                  </a:lnTo>
                  <a:lnTo>
                    <a:pt x="1579206" y="167563"/>
                  </a:lnTo>
                  <a:lnTo>
                    <a:pt x="1583639" y="198729"/>
                  </a:lnTo>
                  <a:lnTo>
                    <a:pt x="1604873" y="208356"/>
                  </a:lnTo>
                  <a:lnTo>
                    <a:pt x="1610271" y="208356"/>
                  </a:lnTo>
                  <a:lnTo>
                    <a:pt x="1625723" y="198970"/>
                  </a:lnTo>
                  <a:lnTo>
                    <a:pt x="1604911" y="198970"/>
                  </a:lnTo>
                  <a:lnTo>
                    <a:pt x="1593862" y="194360"/>
                  </a:lnTo>
                  <a:lnTo>
                    <a:pt x="1592282" y="167563"/>
                  </a:lnTo>
                  <a:lnTo>
                    <a:pt x="1592160" y="165506"/>
                  </a:lnTo>
                  <a:lnTo>
                    <a:pt x="1611299" y="159283"/>
                  </a:lnTo>
                  <a:lnTo>
                    <a:pt x="1623109" y="159283"/>
                  </a:lnTo>
                  <a:lnTo>
                    <a:pt x="1614970" y="150228"/>
                  </a:lnTo>
                  <a:close/>
                </a:path>
                <a:path w="3517900" h="725804">
                  <a:moveTo>
                    <a:pt x="1623109" y="159283"/>
                  </a:moveTo>
                  <a:lnTo>
                    <a:pt x="1611299" y="159283"/>
                  </a:lnTo>
                  <a:lnTo>
                    <a:pt x="1620367" y="182384"/>
                  </a:lnTo>
                  <a:lnTo>
                    <a:pt x="1604911" y="198970"/>
                  </a:lnTo>
                  <a:lnTo>
                    <a:pt x="1625723" y="198970"/>
                  </a:lnTo>
                  <a:lnTo>
                    <a:pt x="1626120" y="198729"/>
                  </a:lnTo>
                  <a:lnTo>
                    <a:pt x="1630553" y="167563"/>
                  </a:lnTo>
                  <a:lnTo>
                    <a:pt x="1623109" y="159283"/>
                  </a:lnTo>
                  <a:close/>
                </a:path>
                <a:path w="3517900" h="725804">
                  <a:moveTo>
                    <a:pt x="1654962" y="149745"/>
                  </a:moveTo>
                  <a:lnTo>
                    <a:pt x="1644154" y="149745"/>
                  </a:lnTo>
                  <a:lnTo>
                    <a:pt x="1644154" y="207200"/>
                  </a:lnTo>
                  <a:lnTo>
                    <a:pt x="1655330" y="207200"/>
                  </a:lnTo>
                  <a:lnTo>
                    <a:pt x="1655330" y="172110"/>
                  </a:lnTo>
                  <a:lnTo>
                    <a:pt x="1669059" y="159169"/>
                  </a:lnTo>
                  <a:lnTo>
                    <a:pt x="1669236" y="158864"/>
                  </a:lnTo>
                  <a:lnTo>
                    <a:pt x="1655559" y="158864"/>
                  </a:lnTo>
                  <a:lnTo>
                    <a:pt x="1654962" y="149745"/>
                  </a:lnTo>
                  <a:close/>
                </a:path>
                <a:path w="3517900" h="725804">
                  <a:moveTo>
                    <a:pt x="1674901" y="149136"/>
                  </a:moveTo>
                  <a:lnTo>
                    <a:pt x="1655559" y="158864"/>
                  </a:lnTo>
                  <a:lnTo>
                    <a:pt x="1669236" y="158864"/>
                  </a:lnTo>
                  <a:lnTo>
                    <a:pt x="1674901" y="149136"/>
                  </a:lnTo>
                  <a:close/>
                </a:path>
                <a:path w="3517900" h="725804">
                  <a:moveTo>
                    <a:pt x="1723644" y="149745"/>
                  </a:moveTo>
                  <a:lnTo>
                    <a:pt x="1712455" y="149745"/>
                  </a:lnTo>
                  <a:lnTo>
                    <a:pt x="1712455" y="186283"/>
                  </a:lnTo>
                  <a:lnTo>
                    <a:pt x="1716468" y="201434"/>
                  </a:lnTo>
                  <a:lnTo>
                    <a:pt x="1735632" y="207949"/>
                  </a:lnTo>
                  <a:lnTo>
                    <a:pt x="1748485" y="197243"/>
                  </a:lnTo>
                  <a:lnTo>
                    <a:pt x="1760080" y="197243"/>
                  </a:lnTo>
                  <a:lnTo>
                    <a:pt x="1760080" y="193573"/>
                  </a:lnTo>
                  <a:lnTo>
                    <a:pt x="1745424" y="193573"/>
                  </a:lnTo>
                  <a:lnTo>
                    <a:pt x="1724723" y="191973"/>
                  </a:lnTo>
                  <a:lnTo>
                    <a:pt x="1723644" y="149745"/>
                  </a:lnTo>
                  <a:close/>
                </a:path>
                <a:path w="3517900" h="725804">
                  <a:moveTo>
                    <a:pt x="1760080" y="197243"/>
                  </a:moveTo>
                  <a:lnTo>
                    <a:pt x="1748485" y="197243"/>
                  </a:lnTo>
                  <a:lnTo>
                    <a:pt x="1749082" y="207200"/>
                  </a:lnTo>
                  <a:lnTo>
                    <a:pt x="1760080" y="207200"/>
                  </a:lnTo>
                  <a:lnTo>
                    <a:pt x="1760080" y="197243"/>
                  </a:lnTo>
                  <a:close/>
                </a:path>
                <a:path w="3517900" h="725804">
                  <a:moveTo>
                    <a:pt x="1760080" y="149745"/>
                  </a:moveTo>
                  <a:lnTo>
                    <a:pt x="1748853" y="149745"/>
                  </a:lnTo>
                  <a:lnTo>
                    <a:pt x="1748853" y="183375"/>
                  </a:lnTo>
                  <a:lnTo>
                    <a:pt x="1745424" y="193573"/>
                  </a:lnTo>
                  <a:lnTo>
                    <a:pt x="1760080" y="193573"/>
                  </a:lnTo>
                  <a:lnTo>
                    <a:pt x="1760080" y="149745"/>
                  </a:lnTo>
                  <a:close/>
                </a:path>
                <a:path w="3517900" h="725804">
                  <a:moveTo>
                    <a:pt x="1785848" y="149745"/>
                  </a:moveTo>
                  <a:lnTo>
                    <a:pt x="1775104" y="149745"/>
                  </a:lnTo>
                  <a:lnTo>
                    <a:pt x="1775104" y="207200"/>
                  </a:lnTo>
                  <a:lnTo>
                    <a:pt x="1786293" y="207200"/>
                  </a:lnTo>
                  <a:lnTo>
                    <a:pt x="1786293" y="173088"/>
                  </a:lnTo>
                  <a:lnTo>
                    <a:pt x="1789188" y="163131"/>
                  </a:lnTo>
                  <a:lnTo>
                    <a:pt x="1821061" y="163131"/>
                  </a:lnTo>
                  <a:lnTo>
                    <a:pt x="1819982" y="159092"/>
                  </a:lnTo>
                  <a:lnTo>
                    <a:pt x="1786559" y="159092"/>
                  </a:lnTo>
                  <a:lnTo>
                    <a:pt x="1785848" y="149745"/>
                  </a:lnTo>
                  <a:close/>
                </a:path>
                <a:path w="3517900" h="725804">
                  <a:moveTo>
                    <a:pt x="1821061" y="163131"/>
                  </a:moveTo>
                  <a:lnTo>
                    <a:pt x="1789188" y="163131"/>
                  </a:lnTo>
                  <a:lnTo>
                    <a:pt x="1810804" y="164579"/>
                  </a:lnTo>
                  <a:lnTo>
                    <a:pt x="1811883" y="207200"/>
                  </a:lnTo>
                  <a:lnTo>
                    <a:pt x="1823072" y="207200"/>
                  </a:lnTo>
                  <a:lnTo>
                    <a:pt x="1823072" y="170649"/>
                  </a:lnTo>
                  <a:lnTo>
                    <a:pt x="1821061" y="163131"/>
                  </a:lnTo>
                  <a:close/>
                </a:path>
                <a:path w="3517900" h="725804">
                  <a:moveTo>
                    <a:pt x="1799183" y="148996"/>
                  </a:moveTo>
                  <a:lnTo>
                    <a:pt x="1786559" y="159092"/>
                  </a:lnTo>
                  <a:lnTo>
                    <a:pt x="1819982" y="159092"/>
                  </a:lnTo>
                  <a:lnTo>
                    <a:pt x="1819021" y="155498"/>
                  </a:lnTo>
                  <a:lnTo>
                    <a:pt x="1799183" y="148996"/>
                  </a:lnTo>
                  <a:close/>
                </a:path>
                <a:path w="3517900" h="725804">
                  <a:moveTo>
                    <a:pt x="1856752" y="148996"/>
                  </a:moveTo>
                  <a:lnTo>
                    <a:pt x="1840979" y="158788"/>
                  </a:lnTo>
                  <a:lnTo>
                    <a:pt x="1835492" y="184492"/>
                  </a:lnTo>
                  <a:lnTo>
                    <a:pt x="1843913" y="202044"/>
                  </a:lnTo>
                  <a:lnTo>
                    <a:pt x="1862277" y="208356"/>
                  </a:lnTo>
                  <a:lnTo>
                    <a:pt x="1870760" y="207530"/>
                  </a:lnTo>
                  <a:lnTo>
                    <a:pt x="1881219" y="194716"/>
                  </a:lnTo>
                  <a:lnTo>
                    <a:pt x="1851761" y="194716"/>
                  </a:lnTo>
                  <a:lnTo>
                    <a:pt x="1850034" y="164833"/>
                  </a:lnTo>
                  <a:lnTo>
                    <a:pt x="1865909" y="158419"/>
                  </a:lnTo>
                  <a:lnTo>
                    <a:pt x="1881428" y="158419"/>
                  </a:lnTo>
                  <a:lnTo>
                    <a:pt x="1880006" y="155257"/>
                  </a:lnTo>
                  <a:lnTo>
                    <a:pt x="1856752" y="148996"/>
                  </a:lnTo>
                  <a:close/>
                </a:path>
                <a:path w="3517900" h="725804">
                  <a:moveTo>
                    <a:pt x="1885873" y="189014"/>
                  </a:moveTo>
                  <a:lnTo>
                    <a:pt x="1851761" y="194716"/>
                  </a:lnTo>
                  <a:lnTo>
                    <a:pt x="1881219" y="194716"/>
                  </a:lnTo>
                  <a:lnTo>
                    <a:pt x="1885873" y="189014"/>
                  </a:lnTo>
                  <a:close/>
                </a:path>
                <a:path w="3517900" h="725804">
                  <a:moveTo>
                    <a:pt x="1881428" y="158419"/>
                  </a:moveTo>
                  <a:lnTo>
                    <a:pt x="1865909" y="158419"/>
                  </a:lnTo>
                  <a:lnTo>
                    <a:pt x="1874989" y="168300"/>
                  </a:lnTo>
                  <a:lnTo>
                    <a:pt x="1885873" y="168300"/>
                  </a:lnTo>
                  <a:lnTo>
                    <a:pt x="1881428" y="158419"/>
                  </a:lnTo>
                  <a:close/>
                </a:path>
                <a:path w="3517900" h="725804">
                  <a:moveTo>
                    <a:pt x="1909025" y="130581"/>
                  </a:moveTo>
                  <a:lnTo>
                    <a:pt x="1897837" y="130581"/>
                  </a:lnTo>
                  <a:lnTo>
                    <a:pt x="1897837" y="207200"/>
                  </a:lnTo>
                  <a:lnTo>
                    <a:pt x="1909025" y="207200"/>
                  </a:lnTo>
                  <a:lnTo>
                    <a:pt x="1909025" y="130581"/>
                  </a:lnTo>
                  <a:close/>
                </a:path>
                <a:path w="3517900" h="725804">
                  <a:moveTo>
                    <a:pt x="1938058" y="150253"/>
                  </a:moveTo>
                  <a:lnTo>
                    <a:pt x="1922589" y="167766"/>
                  </a:lnTo>
                  <a:lnTo>
                    <a:pt x="1927009" y="198856"/>
                  </a:lnTo>
                  <a:lnTo>
                    <a:pt x="1948840" y="208356"/>
                  </a:lnTo>
                  <a:lnTo>
                    <a:pt x="1953031" y="208356"/>
                  </a:lnTo>
                  <a:lnTo>
                    <a:pt x="1969256" y="195605"/>
                  </a:lnTo>
                  <a:lnTo>
                    <a:pt x="1937943" y="195605"/>
                  </a:lnTo>
                  <a:lnTo>
                    <a:pt x="1934894" y="181838"/>
                  </a:lnTo>
                  <a:lnTo>
                    <a:pt x="1927809" y="181838"/>
                  </a:lnTo>
                  <a:lnTo>
                    <a:pt x="1927809" y="173456"/>
                  </a:lnTo>
                  <a:lnTo>
                    <a:pt x="1933037" y="173456"/>
                  </a:lnTo>
                  <a:lnTo>
                    <a:pt x="1932635" y="171640"/>
                  </a:lnTo>
                  <a:lnTo>
                    <a:pt x="1951024" y="158229"/>
                  </a:lnTo>
                  <a:lnTo>
                    <a:pt x="1968156" y="158229"/>
                  </a:lnTo>
                  <a:lnTo>
                    <a:pt x="1968093" y="157949"/>
                  </a:lnTo>
                  <a:lnTo>
                    <a:pt x="1938058" y="150253"/>
                  </a:lnTo>
                  <a:close/>
                </a:path>
                <a:path w="3517900" h="725804">
                  <a:moveTo>
                    <a:pt x="1962188" y="190931"/>
                  </a:moveTo>
                  <a:lnTo>
                    <a:pt x="1937943" y="195605"/>
                  </a:lnTo>
                  <a:lnTo>
                    <a:pt x="1969256" y="195605"/>
                  </a:lnTo>
                  <a:lnTo>
                    <a:pt x="1972779" y="192836"/>
                  </a:lnTo>
                  <a:lnTo>
                    <a:pt x="1962188" y="190931"/>
                  </a:lnTo>
                  <a:close/>
                </a:path>
                <a:path w="3517900" h="725804">
                  <a:moveTo>
                    <a:pt x="1933037" y="173456"/>
                  </a:moveTo>
                  <a:lnTo>
                    <a:pt x="1927809" y="173456"/>
                  </a:lnTo>
                  <a:lnTo>
                    <a:pt x="1927809" y="181838"/>
                  </a:lnTo>
                  <a:lnTo>
                    <a:pt x="1934894" y="181838"/>
                  </a:lnTo>
                  <a:lnTo>
                    <a:pt x="1933037" y="173456"/>
                  </a:lnTo>
                  <a:close/>
                </a:path>
                <a:path w="3517900" h="725804">
                  <a:moveTo>
                    <a:pt x="1968156" y="158229"/>
                  </a:moveTo>
                  <a:lnTo>
                    <a:pt x="1951024" y="158229"/>
                  </a:lnTo>
                  <a:lnTo>
                    <a:pt x="1962531" y="173456"/>
                  </a:lnTo>
                  <a:lnTo>
                    <a:pt x="1933037" y="173456"/>
                  </a:lnTo>
                  <a:lnTo>
                    <a:pt x="1934894" y="181838"/>
                  </a:lnTo>
                  <a:lnTo>
                    <a:pt x="1973491" y="181838"/>
                  </a:lnTo>
                  <a:lnTo>
                    <a:pt x="1968156" y="158229"/>
                  </a:lnTo>
                  <a:close/>
                </a:path>
                <a:path w="3517900" h="725804">
                  <a:moveTo>
                    <a:pt x="2025953" y="158038"/>
                  </a:moveTo>
                  <a:lnTo>
                    <a:pt x="2012454" y="158038"/>
                  </a:lnTo>
                  <a:lnTo>
                    <a:pt x="2019757" y="168325"/>
                  </a:lnTo>
                  <a:lnTo>
                    <a:pt x="1994623" y="175844"/>
                  </a:lnTo>
                  <a:lnTo>
                    <a:pt x="1984057" y="197916"/>
                  </a:lnTo>
                  <a:lnTo>
                    <a:pt x="2002624" y="208470"/>
                  </a:lnTo>
                  <a:lnTo>
                    <a:pt x="2020062" y="207200"/>
                  </a:lnTo>
                  <a:lnTo>
                    <a:pt x="2030984" y="207200"/>
                  </a:lnTo>
                  <a:lnTo>
                    <a:pt x="2030984" y="199491"/>
                  </a:lnTo>
                  <a:lnTo>
                    <a:pt x="2001888" y="199491"/>
                  </a:lnTo>
                  <a:lnTo>
                    <a:pt x="1994166" y="189115"/>
                  </a:lnTo>
                  <a:lnTo>
                    <a:pt x="2019795" y="186474"/>
                  </a:lnTo>
                  <a:lnTo>
                    <a:pt x="2030984" y="186474"/>
                  </a:lnTo>
                  <a:lnTo>
                    <a:pt x="2030984" y="164858"/>
                  </a:lnTo>
                  <a:lnTo>
                    <a:pt x="2025953" y="158038"/>
                  </a:lnTo>
                  <a:close/>
                </a:path>
                <a:path w="3517900" h="725804">
                  <a:moveTo>
                    <a:pt x="2030984" y="186474"/>
                  </a:moveTo>
                  <a:lnTo>
                    <a:pt x="2019795" y="186474"/>
                  </a:lnTo>
                  <a:lnTo>
                    <a:pt x="2005050" y="199491"/>
                  </a:lnTo>
                  <a:lnTo>
                    <a:pt x="2030984" y="199491"/>
                  </a:lnTo>
                  <a:lnTo>
                    <a:pt x="2030984" y="186474"/>
                  </a:lnTo>
                  <a:close/>
                </a:path>
                <a:path w="3517900" h="725804">
                  <a:moveTo>
                    <a:pt x="2020989" y="151307"/>
                  </a:moveTo>
                  <a:lnTo>
                    <a:pt x="1984971" y="163652"/>
                  </a:lnTo>
                  <a:lnTo>
                    <a:pt x="1995474" y="166052"/>
                  </a:lnTo>
                  <a:lnTo>
                    <a:pt x="2012454" y="158038"/>
                  </a:lnTo>
                  <a:lnTo>
                    <a:pt x="2025953" y="158038"/>
                  </a:lnTo>
                  <a:lnTo>
                    <a:pt x="2020989" y="151307"/>
                  </a:lnTo>
                  <a:close/>
                </a:path>
                <a:path w="3517900" h="725804">
                  <a:moveTo>
                    <a:pt x="2056688" y="149745"/>
                  </a:moveTo>
                  <a:lnTo>
                    <a:pt x="2045881" y="149745"/>
                  </a:lnTo>
                  <a:lnTo>
                    <a:pt x="2045881" y="207200"/>
                  </a:lnTo>
                  <a:lnTo>
                    <a:pt x="2057069" y="207200"/>
                  </a:lnTo>
                  <a:lnTo>
                    <a:pt x="2057069" y="172110"/>
                  </a:lnTo>
                  <a:lnTo>
                    <a:pt x="2070798" y="159169"/>
                  </a:lnTo>
                  <a:lnTo>
                    <a:pt x="2070975" y="158864"/>
                  </a:lnTo>
                  <a:lnTo>
                    <a:pt x="2057285" y="158864"/>
                  </a:lnTo>
                  <a:lnTo>
                    <a:pt x="2056688" y="149745"/>
                  </a:lnTo>
                  <a:close/>
                </a:path>
                <a:path w="3517900" h="725804">
                  <a:moveTo>
                    <a:pt x="2076627" y="149136"/>
                  </a:moveTo>
                  <a:lnTo>
                    <a:pt x="2057285" y="158864"/>
                  </a:lnTo>
                  <a:lnTo>
                    <a:pt x="2070975" y="158864"/>
                  </a:lnTo>
                  <a:lnTo>
                    <a:pt x="2076627" y="149136"/>
                  </a:lnTo>
                  <a:close/>
                </a:path>
                <a:path w="3517900" h="725804">
                  <a:moveTo>
                    <a:pt x="2154242" y="158038"/>
                  </a:moveTo>
                  <a:lnTo>
                    <a:pt x="2140737" y="158038"/>
                  </a:lnTo>
                  <a:lnTo>
                    <a:pt x="2148039" y="168325"/>
                  </a:lnTo>
                  <a:lnTo>
                    <a:pt x="2122906" y="175844"/>
                  </a:lnTo>
                  <a:lnTo>
                    <a:pt x="2112340" y="197916"/>
                  </a:lnTo>
                  <a:lnTo>
                    <a:pt x="2130907" y="208470"/>
                  </a:lnTo>
                  <a:lnTo>
                    <a:pt x="2148344" y="207200"/>
                  </a:lnTo>
                  <a:lnTo>
                    <a:pt x="2159266" y="207200"/>
                  </a:lnTo>
                  <a:lnTo>
                    <a:pt x="2159266" y="199491"/>
                  </a:lnTo>
                  <a:lnTo>
                    <a:pt x="2130171" y="199491"/>
                  </a:lnTo>
                  <a:lnTo>
                    <a:pt x="2122462" y="189115"/>
                  </a:lnTo>
                  <a:lnTo>
                    <a:pt x="2148078" y="186474"/>
                  </a:lnTo>
                  <a:lnTo>
                    <a:pt x="2159266" y="186474"/>
                  </a:lnTo>
                  <a:lnTo>
                    <a:pt x="2159266" y="164858"/>
                  </a:lnTo>
                  <a:lnTo>
                    <a:pt x="2154242" y="158038"/>
                  </a:lnTo>
                  <a:close/>
                </a:path>
                <a:path w="3517900" h="725804">
                  <a:moveTo>
                    <a:pt x="2159266" y="186474"/>
                  </a:moveTo>
                  <a:lnTo>
                    <a:pt x="2148078" y="186474"/>
                  </a:lnTo>
                  <a:lnTo>
                    <a:pt x="2133346" y="199491"/>
                  </a:lnTo>
                  <a:lnTo>
                    <a:pt x="2159266" y="199491"/>
                  </a:lnTo>
                  <a:lnTo>
                    <a:pt x="2159266" y="186474"/>
                  </a:lnTo>
                  <a:close/>
                </a:path>
                <a:path w="3517900" h="725804">
                  <a:moveTo>
                    <a:pt x="2149284" y="151307"/>
                  </a:moveTo>
                  <a:lnTo>
                    <a:pt x="2113254" y="163652"/>
                  </a:lnTo>
                  <a:lnTo>
                    <a:pt x="2123770" y="166052"/>
                  </a:lnTo>
                  <a:lnTo>
                    <a:pt x="2140737" y="158038"/>
                  </a:lnTo>
                  <a:lnTo>
                    <a:pt x="2154242" y="158038"/>
                  </a:lnTo>
                  <a:lnTo>
                    <a:pt x="2149284" y="151307"/>
                  </a:lnTo>
                  <a:close/>
                </a:path>
                <a:path w="3517900" h="725804">
                  <a:moveTo>
                    <a:pt x="2187003" y="150164"/>
                  </a:moveTo>
                  <a:lnTo>
                    <a:pt x="2172690" y="167055"/>
                  </a:lnTo>
                  <a:lnTo>
                    <a:pt x="2176768" y="198780"/>
                  </a:lnTo>
                  <a:lnTo>
                    <a:pt x="2176792" y="198970"/>
                  </a:lnTo>
                  <a:lnTo>
                    <a:pt x="2195677" y="208318"/>
                  </a:lnTo>
                  <a:lnTo>
                    <a:pt x="2213216" y="207200"/>
                  </a:lnTo>
                  <a:lnTo>
                    <a:pt x="2224138" y="207200"/>
                  </a:lnTo>
                  <a:lnTo>
                    <a:pt x="2224138" y="198780"/>
                  </a:lnTo>
                  <a:lnTo>
                    <a:pt x="2198141" y="198780"/>
                  </a:lnTo>
                  <a:lnTo>
                    <a:pt x="2187524" y="194335"/>
                  </a:lnTo>
                  <a:lnTo>
                    <a:pt x="2185892" y="167055"/>
                  </a:lnTo>
                  <a:lnTo>
                    <a:pt x="2185784" y="165239"/>
                  </a:lnTo>
                  <a:lnTo>
                    <a:pt x="2204161" y="159334"/>
                  </a:lnTo>
                  <a:lnTo>
                    <a:pt x="2224138" y="159334"/>
                  </a:lnTo>
                  <a:lnTo>
                    <a:pt x="2224138" y="159054"/>
                  </a:lnTo>
                  <a:lnTo>
                    <a:pt x="2212962" y="159054"/>
                  </a:lnTo>
                  <a:lnTo>
                    <a:pt x="2187003" y="150164"/>
                  </a:lnTo>
                  <a:close/>
                </a:path>
                <a:path w="3517900" h="725804">
                  <a:moveTo>
                    <a:pt x="2224138" y="159334"/>
                  </a:moveTo>
                  <a:lnTo>
                    <a:pt x="2204161" y="159334"/>
                  </a:lnTo>
                  <a:lnTo>
                    <a:pt x="2212555" y="186055"/>
                  </a:lnTo>
                  <a:lnTo>
                    <a:pt x="2198141" y="198780"/>
                  </a:lnTo>
                  <a:lnTo>
                    <a:pt x="2224138" y="198780"/>
                  </a:lnTo>
                  <a:lnTo>
                    <a:pt x="2224138" y="159334"/>
                  </a:lnTo>
                  <a:close/>
                </a:path>
                <a:path w="3517900" h="725804">
                  <a:moveTo>
                    <a:pt x="2224138" y="130581"/>
                  </a:moveTo>
                  <a:lnTo>
                    <a:pt x="2212962" y="130581"/>
                  </a:lnTo>
                  <a:lnTo>
                    <a:pt x="2212962" y="159054"/>
                  </a:lnTo>
                  <a:lnTo>
                    <a:pt x="2224138" y="159054"/>
                  </a:lnTo>
                  <a:lnTo>
                    <a:pt x="2224138" y="130581"/>
                  </a:lnTo>
                  <a:close/>
                </a:path>
                <a:path w="3517900" h="725804">
                  <a:moveTo>
                    <a:pt x="2252954" y="150164"/>
                  </a:moveTo>
                  <a:lnTo>
                    <a:pt x="2238641" y="167055"/>
                  </a:lnTo>
                  <a:lnTo>
                    <a:pt x="2242719" y="198780"/>
                  </a:lnTo>
                  <a:lnTo>
                    <a:pt x="2242743" y="198970"/>
                  </a:lnTo>
                  <a:lnTo>
                    <a:pt x="2261616" y="208318"/>
                  </a:lnTo>
                  <a:lnTo>
                    <a:pt x="2279167" y="207200"/>
                  </a:lnTo>
                  <a:lnTo>
                    <a:pt x="2290089" y="207200"/>
                  </a:lnTo>
                  <a:lnTo>
                    <a:pt x="2290089" y="198780"/>
                  </a:lnTo>
                  <a:lnTo>
                    <a:pt x="2264092" y="198780"/>
                  </a:lnTo>
                  <a:lnTo>
                    <a:pt x="2253462" y="194335"/>
                  </a:lnTo>
                  <a:lnTo>
                    <a:pt x="2251843" y="167055"/>
                  </a:lnTo>
                  <a:lnTo>
                    <a:pt x="2251735" y="165239"/>
                  </a:lnTo>
                  <a:lnTo>
                    <a:pt x="2270099" y="159334"/>
                  </a:lnTo>
                  <a:lnTo>
                    <a:pt x="2290089" y="159334"/>
                  </a:lnTo>
                  <a:lnTo>
                    <a:pt x="2290089" y="159054"/>
                  </a:lnTo>
                  <a:lnTo>
                    <a:pt x="2278900" y="159054"/>
                  </a:lnTo>
                  <a:lnTo>
                    <a:pt x="2252954" y="150164"/>
                  </a:lnTo>
                  <a:close/>
                </a:path>
                <a:path w="3517900" h="725804">
                  <a:moveTo>
                    <a:pt x="2290089" y="159334"/>
                  </a:moveTo>
                  <a:lnTo>
                    <a:pt x="2270099" y="159334"/>
                  </a:lnTo>
                  <a:lnTo>
                    <a:pt x="2278507" y="186055"/>
                  </a:lnTo>
                  <a:lnTo>
                    <a:pt x="2264092" y="198780"/>
                  </a:lnTo>
                  <a:lnTo>
                    <a:pt x="2290089" y="198780"/>
                  </a:lnTo>
                  <a:lnTo>
                    <a:pt x="2290089" y="159334"/>
                  </a:lnTo>
                  <a:close/>
                </a:path>
                <a:path w="3517900" h="725804">
                  <a:moveTo>
                    <a:pt x="2290089" y="130581"/>
                  </a:moveTo>
                  <a:lnTo>
                    <a:pt x="2278900" y="130581"/>
                  </a:lnTo>
                  <a:lnTo>
                    <a:pt x="2278900" y="159054"/>
                  </a:lnTo>
                  <a:lnTo>
                    <a:pt x="2290089" y="159054"/>
                  </a:lnTo>
                  <a:lnTo>
                    <a:pt x="2290089" y="130581"/>
                  </a:lnTo>
                  <a:close/>
                </a:path>
                <a:path w="3517900" h="725804">
                  <a:moveTo>
                    <a:pt x="2316861" y="149745"/>
                  </a:moveTo>
                  <a:lnTo>
                    <a:pt x="2306053" y="149745"/>
                  </a:lnTo>
                  <a:lnTo>
                    <a:pt x="2306053" y="207200"/>
                  </a:lnTo>
                  <a:lnTo>
                    <a:pt x="2317242" y="207200"/>
                  </a:lnTo>
                  <a:lnTo>
                    <a:pt x="2317242" y="172110"/>
                  </a:lnTo>
                  <a:lnTo>
                    <a:pt x="2330970" y="159169"/>
                  </a:lnTo>
                  <a:lnTo>
                    <a:pt x="2331147" y="158864"/>
                  </a:lnTo>
                  <a:lnTo>
                    <a:pt x="2317457" y="158864"/>
                  </a:lnTo>
                  <a:lnTo>
                    <a:pt x="2316861" y="149745"/>
                  </a:lnTo>
                  <a:close/>
                </a:path>
                <a:path w="3517900" h="725804">
                  <a:moveTo>
                    <a:pt x="2336800" y="149136"/>
                  </a:moveTo>
                  <a:lnTo>
                    <a:pt x="2317457" y="158864"/>
                  </a:lnTo>
                  <a:lnTo>
                    <a:pt x="2331147" y="158864"/>
                  </a:lnTo>
                  <a:lnTo>
                    <a:pt x="2336800" y="149136"/>
                  </a:lnTo>
                  <a:close/>
                </a:path>
                <a:path w="3517900" h="725804">
                  <a:moveTo>
                    <a:pt x="2358402" y="150253"/>
                  </a:moveTo>
                  <a:lnTo>
                    <a:pt x="2342946" y="167766"/>
                  </a:lnTo>
                  <a:lnTo>
                    <a:pt x="2347353" y="198856"/>
                  </a:lnTo>
                  <a:lnTo>
                    <a:pt x="2369185" y="208356"/>
                  </a:lnTo>
                  <a:lnTo>
                    <a:pt x="2373376" y="208356"/>
                  </a:lnTo>
                  <a:lnTo>
                    <a:pt x="2389611" y="195605"/>
                  </a:lnTo>
                  <a:lnTo>
                    <a:pt x="2358288" y="195605"/>
                  </a:lnTo>
                  <a:lnTo>
                    <a:pt x="2355246" y="181838"/>
                  </a:lnTo>
                  <a:lnTo>
                    <a:pt x="2348166" y="181838"/>
                  </a:lnTo>
                  <a:lnTo>
                    <a:pt x="2348166" y="173456"/>
                  </a:lnTo>
                  <a:lnTo>
                    <a:pt x="2353393" y="173456"/>
                  </a:lnTo>
                  <a:lnTo>
                    <a:pt x="2352992" y="171640"/>
                  </a:lnTo>
                  <a:lnTo>
                    <a:pt x="2371369" y="158229"/>
                  </a:lnTo>
                  <a:lnTo>
                    <a:pt x="2388501" y="158229"/>
                  </a:lnTo>
                  <a:lnTo>
                    <a:pt x="2388438" y="157949"/>
                  </a:lnTo>
                  <a:lnTo>
                    <a:pt x="2358402" y="150253"/>
                  </a:lnTo>
                  <a:close/>
                </a:path>
                <a:path w="3517900" h="725804">
                  <a:moveTo>
                    <a:pt x="2382545" y="190931"/>
                  </a:moveTo>
                  <a:lnTo>
                    <a:pt x="2358288" y="195605"/>
                  </a:lnTo>
                  <a:lnTo>
                    <a:pt x="2389611" y="195605"/>
                  </a:lnTo>
                  <a:lnTo>
                    <a:pt x="2393137" y="192836"/>
                  </a:lnTo>
                  <a:lnTo>
                    <a:pt x="2382545" y="190931"/>
                  </a:lnTo>
                  <a:close/>
                </a:path>
                <a:path w="3517900" h="725804">
                  <a:moveTo>
                    <a:pt x="2353393" y="173456"/>
                  </a:moveTo>
                  <a:lnTo>
                    <a:pt x="2348166" y="173456"/>
                  </a:lnTo>
                  <a:lnTo>
                    <a:pt x="2348166" y="181838"/>
                  </a:lnTo>
                  <a:lnTo>
                    <a:pt x="2355246" y="181838"/>
                  </a:lnTo>
                  <a:lnTo>
                    <a:pt x="2353393" y="173456"/>
                  </a:lnTo>
                  <a:close/>
                </a:path>
                <a:path w="3517900" h="725804">
                  <a:moveTo>
                    <a:pt x="2388501" y="158229"/>
                  </a:moveTo>
                  <a:lnTo>
                    <a:pt x="2371369" y="158229"/>
                  </a:lnTo>
                  <a:lnTo>
                    <a:pt x="2382888" y="173456"/>
                  </a:lnTo>
                  <a:lnTo>
                    <a:pt x="2353393" y="173456"/>
                  </a:lnTo>
                  <a:lnTo>
                    <a:pt x="2355246" y="181838"/>
                  </a:lnTo>
                  <a:lnTo>
                    <a:pt x="2393848" y="181838"/>
                  </a:lnTo>
                  <a:lnTo>
                    <a:pt x="2388501" y="158229"/>
                  </a:lnTo>
                  <a:close/>
                </a:path>
                <a:path w="3517900" h="725804">
                  <a:moveTo>
                    <a:pt x="2414524" y="190817"/>
                  </a:moveTo>
                  <a:lnTo>
                    <a:pt x="2403703" y="192455"/>
                  </a:lnTo>
                  <a:lnTo>
                    <a:pt x="2404630" y="197548"/>
                  </a:lnTo>
                  <a:lnTo>
                    <a:pt x="2420505" y="208356"/>
                  </a:lnTo>
                  <a:lnTo>
                    <a:pt x="2445473" y="202463"/>
                  </a:lnTo>
                  <a:lnTo>
                    <a:pt x="2446067" y="199339"/>
                  </a:lnTo>
                  <a:lnTo>
                    <a:pt x="2423502" y="199339"/>
                  </a:lnTo>
                  <a:lnTo>
                    <a:pt x="2414524" y="190817"/>
                  </a:lnTo>
                  <a:close/>
                </a:path>
                <a:path w="3517900" h="725804">
                  <a:moveTo>
                    <a:pt x="2433789" y="148996"/>
                  </a:moveTo>
                  <a:lnTo>
                    <a:pt x="2410129" y="154571"/>
                  </a:lnTo>
                  <a:lnTo>
                    <a:pt x="2406762" y="172935"/>
                  </a:lnTo>
                  <a:lnTo>
                    <a:pt x="2406662" y="173481"/>
                  </a:lnTo>
                  <a:lnTo>
                    <a:pt x="2430830" y="184124"/>
                  </a:lnTo>
                  <a:lnTo>
                    <a:pt x="2438946" y="193636"/>
                  </a:lnTo>
                  <a:lnTo>
                    <a:pt x="2423502" y="199339"/>
                  </a:lnTo>
                  <a:lnTo>
                    <a:pt x="2446067" y="199339"/>
                  </a:lnTo>
                  <a:lnTo>
                    <a:pt x="2449131" y="183222"/>
                  </a:lnTo>
                  <a:lnTo>
                    <a:pt x="2425598" y="172935"/>
                  </a:lnTo>
                  <a:lnTo>
                    <a:pt x="2416581" y="163194"/>
                  </a:lnTo>
                  <a:lnTo>
                    <a:pt x="2449163" y="163194"/>
                  </a:lnTo>
                  <a:lnTo>
                    <a:pt x="2448166" y="159283"/>
                  </a:lnTo>
                  <a:lnTo>
                    <a:pt x="2433789" y="148996"/>
                  </a:lnTo>
                  <a:close/>
                </a:path>
                <a:path w="3517900" h="725804">
                  <a:moveTo>
                    <a:pt x="2449163" y="163194"/>
                  </a:moveTo>
                  <a:lnTo>
                    <a:pt x="2416581" y="163194"/>
                  </a:lnTo>
                  <a:lnTo>
                    <a:pt x="2449309" y="163766"/>
                  </a:lnTo>
                  <a:lnTo>
                    <a:pt x="2449163" y="163194"/>
                  </a:lnTo>
                  <a:close/>
                </a:path>
                <a:path w="3517900" h="725804">
                  <a:moveTo>
                    <a:pt x="2471000" y="190817"/>
                  </a:moveTo>
                  <a:lnTo>
                    <a:pt x="2460193" y="192455"/>
                  </a:lnTo>
                  <a:lnTo>
                    <a:pt x="2461107" y="197548"/>
                  </a:lnTo>
                  <a:lnTo>
                    <a:pt x="2476982" y="208356"/>
                  </a:lnTo>
                  <a:lnTo>
                    <a:pt x="2501950" y="202463"/>
                  </a:lnTo>
                  <a:lnTo>
                    <a:pt x="2502546" y="199339"/>
                  </a:lnTo>
                  <a:lnTo>
                    <a:pt x="2479979" y="199339"/>
                  </a:lnTo>
                  <a:lnTo>
                    <a:pt x="2471000" y="190817"/>
                  </a:lnTo>
                  <a:close/>
                </a:path>
                <a:path w="3517900" h="725804">
                  <a:moveTo>
                    <a:pt x="2490266" y="148996"/>
                  </a:moveTo>
                  <a:lnTo>
                    <a:pt x="2466606" y="154571"/>
                  </a:lnTo>
                  <a:lnTo>
                    <a:pt x="2463239" y="172935"/>
                  </a:lnTo>
                  <a:lnTo>
                    <a:pt x="2463139" y="173481"/>
                  </a:lnTo>
                  <a:lnTo>
                    <a:pt x="2487307" y="184124"/>
                  </a:lnTo>
                  <a:lnTo>
                    <a:pt x="2495423" y="193636"/>
                  </a:lnTo>
                  <a:lnTo>
                    <a:pt x="2479979" y="199339"/>
                  </a:lnTo>
                  <a:lnTo>
                    <a:pt x="2502546" y="199339"/>
                  </a:lnTo>
                  <a:lnTo>
                    <a:pt x="2505621" y="183222"/>
                  </a:lnTo>
                  <a:lnTo>
                    <a:pt x="2482075" y="172935"/>
                  </a:lnTo>
                  <a:lnTo>
                    <a:pt x="2473058" y="163194"/>
                  </a:lnTo>
                  <a:lnTo>
                    <a:pt x="2505640" y="163194"/>
                  </a:lnTo>
                  <a:lnTo>
                    <a:pt x="2504643" y="159283"/>
                  </a:lnTo>
                  <a:lnTo>
                    <a:pt x="2490266" y="148996"/>
                  </a:lnTo>
                  <a:close/>
                </a:path>
                <a:path w="3517900" h="725804">
                  <a:moveTo>
                    <a:pt x="2505640" y="163194"/>
                  </a:moveTo>
                  <a:lnTo>
                    <a:pt x="2473058" y="163194"/>
                  </a:lnTo>
                  <a:lnTo>
                    <a:pt x="2505786" y="163766"/>
                  </a:lnTo>
                  <a:lnTo>
                    <a:pt x="2505640" y="163194"/>
                  </a:lnTo>
                  <a:close/>
                </a:path>
                <a:path w="3517900" h="725804">
                  <a:moveTo>
                    <a:pt x="2533192" y="150253"/>
                  </a:moveTo>
                  <a:lnTo>
                    <a:pt x="2517724" y="167766"/>
                  </a:lnTo>
                  <a:lnTo>
                    <a:pt x="2522143" y="198856"/>
                  </a:lnTo>
                  <a:lnTo>
                    <a:pt x="2543975" y="208356"/>
                  </a:lnTo>
                  <a:lnTo>
                    <a:pt x="2548166" y="208356"/>
                  </a:lnTo>
                  <a:lnTo>
                    <a:pt x="2564391" y="195605"/>
                  </a:lnTo>
                  <a:lnTo>
                    <a:pt x="2533078" y="195605"/>
                  </a:lnTo>
                  <a:lnTo>
                    <a:pt x="2530036" y="181838"/>
                  </a:lnTo>
                  <a:lnTo>
                    <a:pt x="2522956" y="181838"/>
                  </a:lnTo>
                  <a:lnTo>
                    <a:pt x="2522956" y="173456"/>
                  </a:lnTo>
                  <a:lnTo>
                    <a:pt x="2528183" y="173456"/>
                  </a:lnTo>
                  <a:lnTo>
                    <a:pt x="2527782" y="171640"/>
                  </a:lnTo>
                  <a:lnTo>
                    <a:pt x="2546159" y="158229"/>
                  </a:lnTo>
                  <a:lnTo>
                    <a:pt x="2563291" y="158229"/>
                  </a:lnTo>
                  <a:lnTo>
                    <a:pt x="2563228" y="157949"/>
                  </a:lnTo>
                  <a:lnTo>
                    <a:pt x="2533192" y="150253"/>
                  </a:lnTo>
                  <a:close/>
                </a:path>
                <a:path w="3517900" h="725804">
                  <a:moveTo>
                    <a:pt x="2557335" y="190931"/>
                  </a:moveTo>
                  <a:lnTo>
                    <a:pt x="2533078" y="195605"/>
                  </a:lnTo>
                  <a:lnTo>
                    <a:pt x="2564391" y="195605"/>
                  </a:lnTo>
                  <a:lnTo>
                    <a:pt x="2567914" y="192836"/>
                  </a:lnTo>
                  <a:lnTo>
                    <a:pt x="2557335" y="190931"/>
                  </a:lnTo>
                  <a:close/>
                </a:path>
                <a:path w="3517900" h="725804">
                  <a:moveTo>
                    <a:pt x="2528183" y="173456"/>
                  </a:moveTo>
                  <a:lnTo>
                    <a:pt x="2522956" y="173456"/>
                  </a:lnTo>
                  <a:lnTo>
                    <a:pt x="2522956" y="181838"/>
                  </a:lnTo>
                  <a:lnTo>
                    <a:pt x="2530036" y="181838"/>
                  </a:lnTo>
                  <a:lnTo>
                    <a:pt x="2528183" y="173456"/>
                  </a:lnTo>
                  <a:close/>
                </a:path>
                <a:path w="3517900" h="725804">
                  <a:moveTo>
                    <a:pt x="2563291" y="158229"/>
                  </a:moveTo>
                  <a:lnTo>
                    <a:pt x="2546159" y="158229"/>
                  </a:lnTo>
                  <a:lnTo>
                    <a:pt x="2557665" y="173456"/>
                  </a:lnTo>
                  <a:lnTo>
                    <a:pt x="2528183" y="173456"/>
                  </a:lnTo>
                  <a:lnTo>
                    <a:pt x="2530036" y="181838"/>
                  </a:lnTo>
                  <a:lnTo>
                    <a:pt x="2568625" y="181838"/>
                  </a:lnTo>
                  <a:lnTo>
                    <a:pt x="2563291" y="158229"/>
                  </a:lnTo>
                  <a:close/>
                </a:path>
                <a:path w="3517900" h="725804">
                  <a:moveTo>
                    <a:pt x="2589301" y="190817"/>
                  </a:moveTo>
                  <a:lnTo>
                    <a:pt x="2578493" y="192455"/>
                  </a:lnTo>
                  <a:lnTo>
                    <a:pt x="2579420" y="197548"/>
                  </a:lnTo>
                  <a:lnTo>
                    <a:pt x="2595295" y="208356"/>
                  </a:lnTo>
                  <a:lnTo>
                    <a:pt x="2620251" y="202463"/>
                  </a:lnTo>
                  <a:lnTo>
                    <a:pt x="2620847" y="199339"/>
                  </a:lnTo>
                  <a:lnTo>
                    <a:pt x="2598280" y="199339"/>
                  </a:lnTo>
                  <a:lnTo>
                    <a:pt x="2589301" y="190817"/>
                  </a:lnTo>
                  <a:close/>
                </a:path>
                <a:path w="3517900" h="725804">
                  <a:moveTo>
                    <a:pt x="2608567" y="148996"/>
                  </a:moveTo>
                  <a:lnTo>
                    <a:pt x="2584919" y="154571"/>
                  </a:lnTo>
                  <a:lnTo>
                    <a:pt x="2581552" y="172935"/>
                  </a:lnTo>
                  <a:lnTo>
                    <a:pt x="2581452" y="173481"/>
                  </a:lnTo>
                  <a:lnTo>
                    <a:pt x="2605620" y="184124"/>
                  </a:lnTo>
                  <a:lnTo>
                    <a:pt x="2613736" y="193636"/>
                  </a:lnTo>
                  <a:lnTo>
                    <a:pt x="2598280" y="199339"/>
                  </a:lnTo>
                  <a:lnTo>
                    <a:pt x="2620847" y="199339"/>
                  </a:lnTo>
                  <a:lnTo>
                    <a:pt x="2623921" y="183222"/>
                  </a:lnTo>
                  <a:lnTo>
                    <a:pt x="2600375" y="172935"/>
                  </a:lnTo>
                  <a:lnTo>
                    <a:pt x="2591358" y="163194"/>
                  </a:lnTo>
                  <a:lnTo>
                    <a:pt x="2623953" y="163194"/>
                  </a:lnTo>
                  <a:lnTo>
                    <a:pt x="2622956" y="159283"/>
                  </a:lnTo>
                  <a:lnTo>
                    <a:pt x="2608567" y="148996"/>
                  </a:lnTo>
                  <a:close/>
                </a:path>
                <a:path w="3517900" h="725804">
                  <a:moveTo>
                    <a:pt x="2623953" y="163194"/>
                  </a:moveTo>
                  <a:lnTo>
                    <a:pt x="2591358" y="163194"/>
                  </a:lnTo>
                  <a:lnTo>
                    <a:pt x="2624099" y="163766"/>
                  </a:lnTo>
                  <a:lnTo>
                    <a:pt x="2623953" y="163194"/>
                  </a:lnTo>
                  <a:close/>
                </a:path>
                <a:path w="3517900" h="725804">
                  <a:moveTo>
                    <a:pt x="13449" y="287210"/>
                  </a:moveTo>
                  <a:lnTo>
                    <a:pt x="0" y="306692"/>
                  </a:lnTo>
                  <a:lnTo>
                    <a:pt x="16459" y="320128"/>
                  </a:lnTo>
                  <a:lnTo>
                    <a:pt x="19507" y="320128"/>
                  </a:lnTo>
                  <a:lnTo>
                    <a:pt x="32931" y="300634"/>
                  </a:lnTo>
                  <a:lnTo>
                    <a:pt x="13449" y="287210"/>
                  </a:lnTo>
                  <a:close/>
                </a:path>
                <a:path w="3517900" h="725804">
                  <a:moveTo>
                    <a:pt x="112433" y="313029"/>
                  </a:moveTo>
                  <a:lnTo>
                    <a:pt x="100838" y="313029"/>
                  </a:lnTo>
                  <a:lnTo>
                    <a:pt x="102387" y="321627"/>
                  </a:lnTo>
                  <a:lnTo>
                    <a:pt x="118783" y="334556"/>
                  </a:lnTo>
                  <a:lnTo>
                    <a:pt x="152260" y="327952"/>
                  </a:lnTo>
                  <a:lnTo>
                    <a:pt x="152978" y="324827"/>
                  </a:lnTo>
                  <a:lnTo>
                    <a:pt x="135585" y="324827"/>
                  </a:lnTo>
                  <a:lnTo>
                    <a:pt x="112433" y="313029"/>
                  </a:lnTo>
                  <a:close/>
                </a:path>
                <a:path w="3517900" h="725804">
                  <a:moveTo>
                    <a:pt x="124917" y="256539"/>
                  </a:moveTo>
                  <a:lnTo>
                    <a:pt x="104089" y="270268"/>
                  </a:lnTo>
                  <a:lnTo>
                    <a:pt x="104673" y="288163"/>
                  </a:lnTo>
                  <a:lnTo>
                    <a:pt x="141452" y="304698"/>
                  </a:lnTo>
                  <a:lnTo>
                    <a:pt x="135585" y="324827"/>
                  </a:lnTo>
                  <a:lnTo>
                    <a:pt x="152978" y="324827"/>
                  </a:lnTo>
                  <a:lnTo>
                    <a:pt x="157162" y="306628"/>
                  </a:lnTo>
                  <a:lnTo>
                    <a:pt x="128333" y="289534"/>
                  </a:lnTo>
                  <a:lnTo>
                    <a:pt x="134175" y="266522"/>
                  </a:lnTo>
                  <a:lnTo>
                    <a:pt x="152131" y="266522"/>
                  </a:lnTo>
                  <a:lnTo>
                    <a:pt x="150914" y="263601"/>
                  </a:lnTo>
                  <a:lnTo>
                    <a:pt x="124917" y="256539"/>
                  </a:lnTo>
                  <a:close/>
                </a:path>
                <a:path w="3517900" h="725804">
                  <a:moveTo>
                    <a:pt x="152131" y="266522"/>
                  </a:moveTo>
                  <a:lnTo>
                    <a:pt x="134175" y="266522"/>
                  </a:lnTo>
                  <a:lnTo>
                    <a:pt x="145643" y="277710"/>
                  </a:lnTo>
                  <a:lnTo>
                    <a:pt x="156794" y="277710"/>
                  </a:lnTo>
                  <a:lnTo>
                    <a:pt x="152131" y="266522"/>
                  </a:lnTo>
                  <a:close/>
                </a:path>
                <a:path w="3517900" h="725804">
                  <a:moveTo>
                    <a:pt x="181940" y="276745"/>
                  </a:moveTo>
                  <a:lnTo>
                    <a:pt x="170764" y="276745"/>
                  </a:lnTo>
                  <a:lnTo>
                    <a:pt x="170764" y="313283"/>
                  </a:lnTo>
                  <a:lnTo>
                    <a:pt x="174777" y="328434"/>
                  </a:lnTo>
                  <a:lnTo>
                    <a:pt x="193929" y="334949"/>
                  </a:lnTo>
                  <a:lnTo>
                    <a:pt x="206781" y="324243"/>
                  </a:lnTo>
                  <a:lnTo>
                    <a:pt x="218376" y="324243"/>
                  </a:lnTo>
                  <a:lnTo>
                    <a:pt x="218376" y="320573"/>
                  </a:lnTo>
                  <a:lnTo>
                    <a:pt x="203733" y="320573"/>
                  </a:lnTo>
                  <a:lnTo>
                    <a:pt x="183032" y="318973"/>
                  </a:lnTo>
                  <a:lnTo>
                    <a:pt x="181940" y="276745"/>
                  </a:lnTo>
                  <a:close/>
                </a:path>
                <a:path w="3517900" h="725804">
                  <a:moveTo>
                    <a:pt x="218376" y="324243"/>
                  </a:moveTo>
                  <a:lnTo>
                    <a:pt x="206781" y="324243"/>
                  </a:lnTo>
                  <a:lnTo>
                    <a:pt x="207378" y="334200"/>
                  </a:lnTo>
                  <a:lnTo>
                    <a:pt x="218376" y="334200"/>
                  </a:lnTo>
                  <a:lnTo>
                    <a:pt x="218376" y="324243"/>
                  </a:lnTo>
                  <a:close/>
                </a:path>
                <a:path w="3517900" h="725804">
                  <a:moveTo>
                    <a:pt x="218376" y="276745"/>
                  </a:moveTo>
                  <a:lnTo>
                    <a:pt x="207162" y="276745"/>
                  </a:lnTo>
                  <a:lnTo>
                    <a:pt x="207162" y="310375"/>
                  </a:lnTo>
                  <a:lnTo>
                    <a:pt x="203733" y="320573"/>
                  </a:lnTo>
                  <a:lnTo>
                    <a:pt x="218376" y="320573"/>
                  </a:lnTo>
                  <a:lnTo>
                    <a:pt x="218376" y="276745"/>
                  </a:lnTo>
                  <a:close/>
                </a:path>
                <a:path w="3517900" h="725804">
                  <a:moveTo>
                    <a:pt x="233070" y="343928"/>
                  </a:moveTo>
                  <a:lnTo>
                    <a:pt x="257505" y="356946"/>
                  </a:lnTo>
                  <a:lnTo>
                    <a:pt x="262394" y="356946"/>
                  </a:lnTo>
                  <a:lnTo>
                    <a:pt x="278398" y="346900"/>
                  </a:lnTo>
                  <a:lnTo>
                    <a:pt x="265353" y="346900"/>
                  </a:lnTo>
                  <a:lnTo>
                    <a:pt x="233070" y="343928"/>
                  </a:lnTo>
                  <a:close/>
                </a:path>
                <a:path w="3517900" h="725804">
                  <a:moveTo>
                    <a:pt x="282516" y="330593"/>
                  </a:moveTo>
                  <a:lnTo>
                    <a:pt x="265684" y="330593"/>
                  </a:lnTo>
                  <a:lnTo>
                    <a:pt x="272275" y="339509"/>
                  </a:lnTo>
                  <a:lnTo>
                    <a:pt x="265353" y="346900"/>
                  </a:lnTo>
                  <a:lnTo>
                    <a:pt x="278398" y="346900"/>
                  </a:lnTo>
                  <a:lnTo>
                    <a:pt x="282282" y="344462"/>
                  </a:lnTo>
                  <a:lnTo>
                    <a:pt x="282366" y="339509"/>
                  </a:lnTo>
                  <a:lnTo>
                    <a:pt x="282488" y="332282"/>
                  </a:lnTo>
                  <a:lnTo>
                    <a:pt x="282516" y="330593"/>
                  </a:lnTo>
                  <a:close/>
                </a:path>
                <a:path w="3517900" h="725804">
                  <a:moveTo>
                    <a:pt x="250380" y="275996"/>
                  </a:moveTo>
                  <a:lnTo>
                    <a:pt x="236105" y="285165"/>
                  </a:lnTo>
                  <a:lnTo>
                    <a:pt x="231952" y="316509"/>
                  </a:lnTo>
                  <a:lnTo>
                    <a:pt x="246291" y="332282"/>
                  </a:lnTo>
                  <a:lnTo>
                    <a:pt x="265684" y="330593"/>
                  </a:lnTo>
                  <a:lnTo>
                    <a:pt x="282516" y="330593"/>
                  </a:lnTo>
                  <a:lnTo>
                    <a:pt x="282627" y="324065"/>
                  </a:lnTo>
                  <a:lnTo>
                    <a:pt x="257390" y="324065"/>
                  </a:lnTo>
                  <a:lnTo>
                    <a:pt x="246761" y="320078"/>
                  </a:lnTo>
                  <a:lnTo>
                    <a:pt x="245033" y="292176"/>
                  </a:lnTo>
                  <a:lnTo>
                    <a:pt x="263398" y="286334"/>
                  </a:lnTo>
                  <a:lnTo>
                    <a:pt x="283264" y="286334"/>
                  </a:lnTo>
                  <a:lnTo>
                    <a:pt x="283268" y="286054"/>
                  </a:lnTo>
                  <a:lnTo>
                    <a:pt x="272465" y="286054"/>
                  </a:lnTo>
                  <a:lnTo>
                    <a:pt x="250380" y="275996"/>
                  </a:lnTo>
                  <a:close/>
                </a:path>
                <a:path w="3517900" h="725804">
                  <a:moveTo>
                    <a:pt x="283264" y="286334"/>
                  </a:moveTo>
                  <a:lnTo>
                    <a:pt x="263398" y="286334"/>
                  </a:lnTo>
                  <a:lnTo>
                    <a:pt x="271805" y="312470"/>
                  </a:lnTo>
                  <a:lnTo>
                    <a:pt x="257390" y="324065"/>
                  </a:lnTo>
                  <a:lnTo>
                    <a:pt x="282627" y="324065"/>
                  </a:lnTo>
                  <a:lnTo>
                    <a:pt x="283165" y="292176"/>
                  </a:lnTo>
                  <a:lnTo>
                    <a:pt x="283264" y="286334"/>
                  </a:lnTo>
                  <a:close/>
                </a:path>
                <a:path w="3517900" h="725804">
                  <a:moveTo>
                    <a:pt x="283425" y="276745"/>
                  </a:moveTo>
                  <a:lnTo>
                    <a:pt x="272465" y="276745"/>
                  </a:lnTo>
                  <a:lnTo>
                    <a:pt x="272465" y="286054"/>
                  </a:lnTo>
                  <a:lnTo>
                    <a:pt x="283268" y="286054"/>
                  </a:lnTo>
                  <a:lnTo>
                    <a:pt x="283425" y="276745"/>
                  </a:lnTo>
                  <a:close/>
                </a:path>
                <a:path w="3517900" h="725804">
                  <a:moveTo>
                    <a:pt x="298094" y="343928"/>
                  </a:moveTo>
                  <a:lnTo>
                    <a:pt x="322516" y="356946"/>
                  </a:lnTo>
                  <a:lnTo>
                    <a:pt x="327406" y="356946"/>
                  </a:lnTo>
                  <a:lnTo>
                    <a:pt x="343409" y="346900"/>
                  </a:lnTo>
                  <a:lnTo>
                    <a:pt x="330377" y="346900"/>
                  </a:lnTo>
                  <a:lnTo>
                    <a:pt x="298094" y="343928"/>
                  </a:lnTo>
                  <a:close/>
                </a:path>
                <a:path w="3517900" h="725804">
                  <a:moveTo>
                    <a:pt x="347530" y="330593"/>
                  </a:moveTo>
                  <a:lnTo>
                    <a:pt x="330695" y="330593"/>
                  </a:lnTo>
                  <a:lnTo>
                    <a:pt x="337299" y="339509"/>
                  </a:lnTo>
                  <a:lnTo>
                    <a:pt x="330377" y="346900"/>
                  </a:lnTo>
                  <a:lnTo>
                    <a:pt x="343409" y="346900"/>
                  </a:lnTo>
                  <a:lnTo>
                    <a:pt x="347294" y="344462"/>
                  </a:lnTo>
                  <a:lnTo>
                    <a:pt x="347378" y="339509"/>
                  </a:lnTo>
                  <a:lnTo>
                    <a:pt x="347502" y="332282"/>
                  </a:lnTo>
                  <a:lnTo>
                    <a:pt x="347530" y="330593"/>
                  </a:lnTo>
                  <a:close/>
                </a:path>
                <a:path w="3517900" h="725804">
                  <a:moveTo>
                    <a:pt x="315404" y="275996"/>
                  </a:moveTo>
                  <a:lnTo>
                    <a:pt x="301117" y="285165"/>
                  </a:lnTo>
                  <a:lnTo>
                    <a:pt x="296964" y="316509"/>
                  </a:lnTo>
                  <a:lnTo>
                    <a:pt x="311315" y="332282"/>
                  </a:lnTo>
                  <a:lnTo>
                    <a:pt x="330695" y="330593"/>
                  </a:lnTo>
                  <a:lnTo>
                    <a:pt x="347530" y="330593"/>
                  </a:lnTo>
                  <a:lnTo>
                    <a:pt x="347642" y="324065"/>
                  </a:lnTo>
                  <a:lnTo>
                    <a:pt x="322402" y="324065"/>
                  </a:lnTo>
                  <a:lnTo>
                    <a:pt x="311785" y="320078"/>
                  </a:lnTo>
                  <a:lnTo>
                    <a:pt x="310045" y="292176"/>
                  </a:lnTo>
                  <a:lnTo>
                    <a:pt x="328422" y="286334"/>
                  </a:lnTo>
                  <a:lnTo>
                    <a:pt x="348286" y="286334"/>
                  </a:lnTo>
                  <a:lnTo>
                    <a:pt x="348291" y="286054"/>
                  </a:lnTo>
                  <a:lnTo>
                    <a:pt x="337489" y="286054"/>
                  </a:lnTo>
                  <a:lnTo>
                    <a:pt x="315404" y="275996"/>
                  </a:lnTo>
                  <a:close/>
                </a:path>
                <a:path w="3517900" h="725804">
                  <a:moveTo>
                    <a:pt x="348286" y="286334"/>
                  </a:moveTo>
                  <a:lnTo>
                    <a:pt x="328422" y="286334"/>
                  </a:lnTo>
                  <a:lnTo>
                    <a:pt x="336829" y="312470"/>
                  </a:lnTo>
                  <a:lnTo>
                    <a:pt x="322402" y="324065"/>
                  </a:lnTo>
                  <a:lnTo>
                    <a:pt x="347642" y="324065"/>
                  </a:lnTo>
                  <a:lnTo>
                    <a:pt x="348186" y="292176"/>
                  </a:lnTo>
                  <a:lnTo>
                    <a:pt x="348286" y="286334"/>
                  </a:lnTo>
                  <a:close/>
                </a:path>
                <a:path w="3517900" h="725804">
                  <a:moveTo>
                    <a:pt x="348449" y="276745"/>
                  </a:moveTo>
                  <a:lnTo>
                    <a:pt x="337489" y="276745"/>
                  </a:lnTo>
                  <a:lnTo>
                    <a:pt x="337489" y="286054"/>
                  </a:lnTo>
                  <a:lnTo>
                    <a:pt x="348291" y="286054"/>
                  </a:lnTo>
                  <a:lnTo>
                    <a:pt x="348449" y="276745"/>
                  </a:lnTo>
                  <a:close/>
                </a:path>
                <a:path w="3517900" h="725804">
                  <a:moveTo>
                    <a:pt x="377431" y="277253"/>
                  </a:moveTo>
                  <a:lnTo>
                    <a:pt x="361962" y="294766"/>
                  </a:lnTo>
                  <a:lnTo>
                    <a:pt x="366382" y="325856"/>
                  </a:lnTo>
                  <a:lnTo>
                    <a:pt x="388213" y="335356"/>
                  </a:lnTo>
                  <a:lnTo>
                    <a:pt x="392404" y="335356"/>
                  </a:lnTo>
                  <a:lnTo>
                    <a:pt x="408630" y="322605"/>
                  </a:lnTo>
                  <a:lnTo>
                    <a:pt x="377317" y="322605"/>
                  </a:lnTo>
                  <a:lnTo>
                    <a:pt x="374267" y="308838"/>
                  </a:lnTo>
                  <a:lnTo>
                    <a:pt x="367182" y="308838"/>
                  </a:lnTo>
                  <a:lnTo>
                    <a:pt x="367182" y="300456"/>
                  </a:lnTo>
                  <a:lnTo>
                    <a:pt x="372410" y="300456"/>
                  </a:lnTo>
                  <a:lnTo>
                    <a:pt x="372008" y="298640"/>
                  </a:lnTo>
                  <a:lnTo>
                    <a:pt x="390398" y="285229"/>
                  </a:lnTo>
                  <a:lnTo>
                    <a:pt x="407529" y="285229"/>
                  </a:lnTo>
                  <a:lnTo>
                    <a:pt x="407466" y="284949"/>
                  </a:lnTo>
                  <a:lnTo>
                    <a:pt x="377431" y="277253"/>
                  </a:lnTo>
                  <a:close/>
                </a:path>
                <a:path w="3517900" h="725804">
                  <a:moveTo>
                    <a:pt x="401561" y="317931"/>
                  </a:moveTo>
                  <a:lnTo>
                    <a:pt x="377317" y="322605"/>
                  </a:lnTo>
                  <a:lnTo>
                    <a:pt x="408630" y="322605"/>
                  </a:lnTo>
                  <a:lnTo>
                    <a:pt x="412153" y="319836"/>
                  </a:lnTo>
                  <a:lnTo>
                    <a:pt x="401561" y="317931"/>
                  </a:lnTo>
                  <a:close/>
                </a:path>
                <a:path w="3517900" h="725804">
                  <a:moveTo>
                    <a:pt x="372410" y="300456"/>
                  </a:moveTo>
                  <a:lnTo>
                    <a:pt x="367182" y="300456"/>
                  </a:lnTo>
                  <a:lnTo>
                    <a:pt x="367182" y="308838"/>
                  </a:lnTo>
                  <a:lnTo>
                    <a:pt x="374267" y="308838"/>
                  </a:lnTo>
                  <a:lnTo>
                    <a:pt x="372410" y="300456"/>
                  </a:lnTo>
                  <a:close/>
                </a:path>
                <a:path w="3517900" h="725804">
                  <a:moveTo>
                    <a:pt x="407529" y="285229"/>
                  </a:moveTo>
                  <a:lnTo>
                    <a:pt x="390398" y="285229"/>
                  </a:lnTo>
                  <a:lnTo>
                    <a:pt x="401904" y="300456"/>
                  </a:lnTo>
                  <a:lnTo>
                    <a:pt x="372410" y="300456"/>
                  </a:lnTo>
                  <a:lnTo>
                    <a:pt x="374267" y="308838"/>
                  </a:lnTo>
                  <a:lnTo>
                    <a:pt x="412864" y="308838"/>
                  </a:lnTo>
                  <a:lnTo>
                    <a:pt x="407529" y="285229"/>
                  </a:lnTo>
                  <a:close/>
                </a:path>
                <a:path w="3517900" h="725804">
                  <a:moveTo>
                    <a:pt x="433539" y="317817"/>
                  </a:moveTo>
                  <a:lnTo>
                    <a:pt x="422732" y="319455"/>
                  </a:lnTo>
                  <a:lnTo>
                    <a:pt x="423659" y="324548"/>
                  </a:lnTo>
                  <a:lnTo>
                    <a:pt x="439521" y="335356"/>
                  </a:lnTo>
                  <a:lnTo>
                    <a:pt x="464489" y="329463"/>
                  </a:lnTo>
                  <a:lnTo>
                    <a:pt x="465085" y="326339"/>
                  </a:lnTo>
                  <a:lnTo>
                    <a:pt x="442518" y="326339"/>
                  </a:lnTo>
                  <a:lnTo>
                    <a:pt x="433539" y="317817"/>
                  </a:lnTo>
                  <a:close/>
                </a:path>
                <a:path w="3517900" h="725804">
                  <a:moveTo>
                    <a:pt x="452805" y="275996"/>
                  </a:moveTo>
                  <a:lnTo>
                    <a:pt x="429158" y="281571"/>
                  </a:lnTo>
                  <a:lnTo>
                    <a:pt x="425791" y="299935"/>
                  </a:lnTo>
                  <a:lnTo>
                    <a:pt x="425691" y="300481"/>
                  </a:lnTo>
                  <a:lnTo>
                    <a:pt x="449846" y="311124"/>
                  </a:lnTo>
                  <a:lnTo>
                    <a:pt x="457974" y="320636"/>
                  </a:lnTo>
                  <a:lnTo>
                    <a:pt x="442518" y="326339"/>
                  </a:lnTo>
                  <a:lnTo>
                    <a:pt x="465085" y="326339"/>
                  </a:lnTo>
                  <a:lnTo>
                    <a:pt x="468160" y="310222"/>
                  </a:lnTo>
                  <a:lnTo>
                    <a:pt x="444614" y="299935"/>
                  </a:lnTo>
                  <a:lnTo>
                    <a:pt x="435597" y="290194"/>
                  </a:lnTo>
                  <a:lnTo>
                    <a:pt x="468190" y="290194"/>
                  </a:lnTo>
                  <a:lnTo>
                    <a:pt x="467182" y="286283"/>
                  </a:lnTo>
                  <a:lnTo>
                    <a:pt x="452805" y="275996"/>
                  </a:lnTo>
                  <a:close/>
                </a:path>
                <a:path w="3517900" h="725804">
                  <a:moveTo>
                    <a:pt x="468190" y="290194"/>
                  </a:moveTo>
                  <a:lnTo>
                    <a:pt x="435597" y="290194"/>
                  </a:lnTo>
                  <a:lnTo>
                    <a:pt x="468337" y="290766"/>
                  </a:lnTo>
                  <a:lnTo>
                    <a:pt x="468190" y="290194"/>
                  </a:lnTo>
                  <a:close/>
                </a:path>
                <a:path w="3517900" h="725804">
                  <a:moveTo>
                    <a:pt x="496798" y="262978"/>
                  </a:moveTo>
                  <a:lnTo>
                    <a:pt x="485609" y="262978"/>
                  </a:lnTo>
                  <a:lnTo>
                    <a:pt x="485609" y="323113"/>
                  </a:lnTo>
                  <a:lnTo>
                    <a:pt x="502361" y="334949"/>
                  </a:lnTo>
                  <a:lnTo>
                    <a:pt x="496798" y="262978"/>
                  </a:lnTo>
                  <a:close/>
                </a:path>
                <a:path w="3517900" h="725804">
                  <a:moveTo>
                    <a:pt x="485609" y="276745"/>
                  </a:moveTo>
                  <a:lnTo>
                    <a:pt x="477189" y="276745"/>
                  </a:lnTo>
                  <a:lnTo>
                    <a:pt x="477189" y="285711"/>
                  </a:lnTo>
                  <a:lnTo>
                    <a:pt x="485609" y="285711"/>
                  </a:lnTo>
                  <a:lnTo>
                    <a:pt x="485609" y="276745"/>
                  </a:lnTo>
                  <a:close/>
                </a:path>
                <a:path w="3517900" h="725804">
                  <a:moveTo>
                    <a:pt x="508571" y="276745"/>
                  </a:moveTo>
                  <a:lnTo>
                    <a:pt x="497862" y="276745"/>
                  </a:lnTo>
                  <a:lnTo>
                    <a:pt x="498555" y="285711"/>
                  </a:lnTo>
                  <a:lnTo>
                    <a:pt x="508571" y="285711"/>
                  </a:lnTo>
                  <a:lnTo>
                    <a:pt x="508571" y="276745"/>
                  </a:lnTo>
                  <a:close/>
                </a:path>
                <a:path w="3517900" h="725804">
                  <a:moveTo>
                    <a:pt x="579564" y="257581"/>
                  </a:moveTo>
                  <a:lnTo>
                    <a:pt x="579564" y="334200"/>
                  </a:lnTo>
                  <a:lnTo>
                    <a:pt x="591121" y="334200"/>
                  </a:lnTo>
                  <a:lnTo>
                    <a:pt x="591121" y="305206"/>
                  </a:lnTo>
                  <a:lnTo>
                    <a:pt x="586143" y="305206"/>
                  </a:lnTo>
                  <a:lnTo>
                    <a:pt x="586143" y="295262"/>
                  </a:lnTo>
                  <a:lnTo>
                    <a:pt x="591121" y="294079"/>
                  </a:lnTo>
                  <a:lnTo>
                    <a:pt x="591121" y="267500"/>
                  </a:lnTo>
                  <a:lnTo>
                    <a:pt x="627175" y="267500"/>
                  </a:lnTo>
                  <a:lnTo>
                    <a:pt x="625589" y="262699"/>
                  </a:lnTo>
                  <a:lnTo>
                    <a:pt x="579564" y="257581"/>
                  </a:lnTo>
                  <a:close/>
                </a:path>
                <a:path w="3517900" h="725804">
                  <a:moveTo>
                    <a:pt x="618723" y="302076"/>
                  </a:moveTo>
                  <a:lnTo>
                    <a:pt x="607483" y="305034"/>
                  </a:lnTo>
                  <a:lnTo>
                    <a:pt x="623138" y="334200"/>
                  </a:lnTo>
                  <a:lnTo>
                    <a:pt x="636308" y="334200"/>
                  </a:lnTo>
                  <a:lnTo>
                    <a:pt x="618723" y="302076"/>
                  </a:lnTo>
                  <a:close/>
                </a:path>
                <a:path w="3517900" h="725804">
                  <a:moveTo>
                    <a:pt x="591121" y="294079"/>
                  </a:moveTo>
                  <a:lnTo>
                    <a:pt x="586143" y="295262"/>
                  </a:lnTo>
                  <a:lnTo>
                    <a:pt x="586143" y="305206"/>
                  </a:lnTo>
                  <a:lnTo>
                    <a:pt x="591121" y="305206"/>
                  </a:lnTo>
                  <a:lnTo>
                    <a:pt x="591121" y="294079"/>
                  </a:lnTo>
                  <a:close/>
                </a:path>
                <a:path w="3517900" h="725804">
                  <a:moveTo>
                    <a:pt x="627175" y="267500"/>
                  </a:moveTo>
                  <a:lnTo>
                    <a:pt x="591121" y="267500"/>
                  </a:lnTo>
                  <a:lnTo>
                    <a:pt x="612533" y="268071"/>
                  </a:lnTo>
                  <a:lnTo>
                    <a:pt x="621207" y="286931"/>
                  </a:lnTo>
                  <a:lnTo>
                    <a:pt x="591121" y="294079"/>
                  </a:lnTo>
                  <a:lnTo>
                    <a:pt x="591121" y="305206"/>
                  </a:lnTo>
                  <a:lnTo>
                    <a:pt x="606831" y="305206"/>
                  </a:lnTo>
                  <a:lnTo>
                    <a:pt x="607483" y="305034"/>
                  </a:lnTo>
                  <a:lnTo>
                    <a:pt x="604583" y="299631"/>
                  </a:lnTo>
                  <a:lnTo>
                    <a:pt x="625914" y="299631"/>
                  </a:lnTo>
                  <a:lnTo>
                    <a:pt x="633387" y="286296"/>
                  </a:lnTo>
                  <a:lnTo>
                    <a:pt x="627175" y="267500"/>
                  </a:lnTo>
                  <a:close/>
                </a:path>
                <a:path w="3517900" h="725804">
                  <a:moveTo>
                    <a:pt x="617385" y="299631"/>
                  </a:moveTo>
                  <a:lnTo>
                    <a:pt x="604583" y="299631"/>
                  </a:lnTo>
                  <a:lnTo>
                    <a:pt x="607483" y="305034"/>
                  </a:lnTo>
                  <a:lnTo>
                    <a:pt x="618723" y="302076"/>
                  </a:lnTo>
                  <a:lnTo>
                    <a:pt x="617385" y="299631"/>
                  </a:lnTo>
                  <a:close/>
                </a:path>
                <a:path w="3517900" h="725804">
                  <a:moveTo>
                    <a:pt x="625914" y="299631"/>
                  </a:moveTo>
                  <a:lnTo>
                    <a:pt x="617385" y="299631"/>
                  </a:lnTo>
                  <a:lnTo>
                    <a:pt x="618723" y="302076"/>
                  </a:lnTo>
                  <a:lnTo>
                    <a:pt x="625551" y="300278"/>
                  </a:lnTo>
                  <a:lnTo>
                    <a:pt x="625914" y="299631"/>
                  </a:lnTo>
                  <a:close/>
                </a:path>
                <a:path w="3517900" h="725804">
                  <a:moveTo>
                    <a:pt x="659815" y="277253"/>
                  </a:moveTo>
                  <a:lnTo>
                    <a:pt x="644359" y="294766"/>
                  </a:lnTo>
                  <a:lnTo>
                    <a:pt x="648766" y="325856"/>
                  </a:lnTo>
                  <a:lnTo>
                    <a:pt x="670610" y="335356"/>
                  </a:lnTo>
                  <a:lnTo>
                    <a:pt x="674801" y="335356"/>
                  </a:lnTo>
                  <a:lnTo>
                    <a:pt x="691027" y="322605"/>
                  </a:lnTo>
                  <a:lnTo>
                    <a:pt x="659701" y="322605"/>
                  </a:lnTo>
                  <a:lnTo>
                    <a:pt x="656659" y="308838"/>
                  </a:lnTo>
                  <a:lnTo>
                    <a:pt x="649579" y="308838"/>
                  </a:lnTo>
                  <a:lnTo>
                    <a:pt x="649579" y="300456"/>
                  </a:lnTo>
                  <a:lnTo>
                    <a:pt x="654806" y="300456"/>
                  </a:lnTo>
                  <a:lnTo>
                    <a:pt x="654405" y="298640"/>
                  </a:lnTo>
                  <a:lnTo>
                    <a:pt x="672782" y="285229"/>
                  </a:lnTo>
                  <a:lnTo>
                    <a:pt x="689927" y="285229"/>
                  </a:lnTo>
                  <a:lnTo>
                    <a:pt x="689864" y="284949"/>
                  </a:lnTo>
                  <a:lnTo>
                    <a:pt x="659815" y="277253"/>
                  </a:lnTo>
                  <a:close/>
                </a:path>
                <a:path w="3517900" h="725804">
                  <a:moveTo>
                    <a:pt x="683958" y="317931"/>
                  </a:moveTo>
                  <a:lnTo>
                    <a:pt x="659701" y="322605"/>
                  </a:lnTo>
                  <a:lnTo>
                    <a:pt x="691027" y="322605"/>
                  </a:lnTo>
                  <a:lnTo>
                    <a:pt x="694550" y="319836"/>
                  </a:lnTo>
                  <a:lnTo>
                    <a:pt x="683958" y="317931"/>
                  </a:lnTo>
                  <a:close/>
                </a:path>
                <a:path w="3517900" h="725804">
                  <a:moveTo>
                    <a:pt x="654806" y="300456"/>
                  </a:moveTo>
                  <a:lnTo>
                    <a:pt x="649579" y="300456"/>
                  </a:lnTo>
                  <a:lnTo>
                    <a:pt x="649579" y="308838"/>
                  </a:lnTo>
                  <a:lnTo>
                    <a:pt x="656659" y="308838"/>
                  </a:lnTo>
                  <a:lnTo>
                    <a:pt x="654806" y="300456"/>
                  </a:lnTo>
                  <a:close/>
                </a:path>
                <a:path w="3517900" h="725804">
                  <a:moveTo>
                    <a:pt x="689927" y="285229"/>
                  </a:moveTo>
                  <a:lnTo>
                    <a:pt x="672782" y="285229"/>
                  </a:lnTo>
                  <a:lnTo>
                    <a:pt x="684301" y="300456"/>
                  </a:lnTo>
                  <a:lnTo>
                    <a:pt x="654806" y="300456"/>
                  </a:lnTo>
                  <a:lnTo>
                    <a:pt x="656659" y="308838"/>
                  </a:lnTo>
                  <a:lnTo>
                    <a:pt x="695261" y="308838"/>
                  </a:lnTo>
                  <a:lnTo>
                    <a:pt x="689927" y="285229"/>
                  </a:lnTo>
                  <a:close/>
                </a:path>
                <a:path w="3517900" h="725804">
                  <a:moveTo>
                    <a:pt x="726351" y="275996"/>
                  </a:moveTo>
                  <a:lnTo>
                    <a:pt x="710577" y="285788"/>
                  </a:lnTo>
                  <a:lnTo>
                    <a:pt x="705091" y="311492"/>
                  </a:lnTo>
                  <a:lnTo>
                    <a:pt x="713511" y="329044"/>
                  </a:lnTo>
                  <a:lnTo>
                    <a:pt x="731875" y="335356"/>
                  </a:lnTo>
                  <a:lnTo>
                    <a:pt x="740359" y="334530"/>
                  </a:lnTo>
                  <a:lnTo>
                    <a:pt x="750818" y="321716"/>
                  </a:lnTo>
                  <a:lnTo>
                    <a:pt x="721360" y="321716"/>
                  </a:lnTo>
                  <a:lnTo>
                    <a:pt x="719632" y="291833"/>
                  </a:lnTo>
                  <a:lnTo>
                    <a:pt x="735520" y="285419"/>
                  </a:lnTo>
                  <a:lnTo>
                    <a:pt x="751027" y="285419"/>
                  </a:lnTo>
                  <a:lnTo>
                    <a:pt x="749604" y="282257"/>
                  </a:lnTo>
                  <a:lnTo>
                    <a:pt x="726351" y="275996"/>
                  </a:lnTo>
                  <a:close/>
                </a:path>
                <a:path w="3517900" h="725804">
                  <a:moveTo>
                    <a:pt x="755472" y="316014"/>
                  </a:moveTo>
                  <a:lnTo>
                    <a:pt x="721360" y="321716"/>
                  </a:lnTo>
                  <a:lnTo>
                    <a:pt x="750818" y="321716"/>
                  </a:lnTo>
                  <a:lnTo>
                    <a:pt x="755472" y="316014"/>
                  </a:lnTo>
                  <a:close/>
                </a:path>
                <a:path w="3517900" h="725804">
                  <a:moveTo>
                    <a:pt x="751027" y="285419"/>
                  </a:moveTo>
                  <a:lnTo>
                    <a:pt x="735520" y="285419"/>
                  </a:lnTo>
                  <a:lnTo>
                    <a:pt x="744588" y="295300"/>
                  </a:lnTo>
                  <a:lnTo>
                    <a:pt x="755472" y="295300"/>
                  </a:lnTo>
                  <a:lnTo>
                    <a:pt x="751027" y="285419"/>
                  </a:lnTo>
                  <a:close/>
                </a:path>
                <a:path w="3517900" h="725804">
                  <a:moveTo>
                    <a:pt x="801738" y="277228"/>
                  </a:moveTo>
                  <a:lnTo>
                    <a:pt x="781558" y="277228"/>
                  </a:lnTo>
                  <a:lnTo>
                    <a:pt x="765975" y="294563"/>
                  </a:lnTo>
                  <a:lnTo>
                    <a:pt x="770407" y="325729"/>
                  </a:lnTo>
                  <a:lnTo>
                    <a:pt x="791641" y="335356"/>
                  </a:lnTo>
                  <a:lnTo>
                    <a:pt x="797026" y="335356"/>
                  </a:lnTo>
                  <a:lnTo>
                    <a:pt x="812478" y="325970"/>
                  </a:lnTo>
                  <a:lnTo>
                    <a:pt x="791679" y="325970"/>
                  </a:lnTo>
                  <a:lnTo>
                    <a:pt x="780630" y="321360"/>
                  </a:lnTo>
                  <a:lnTo>
                    <a:pt x="779050" y="294563"/>
                  </a:lnTo>
                  <a:lnTo>
                    <a:pt x="778929" y="292506"/>
                  </a:lnTo>
                  <a:lnTo>
                    <a:pt x="798068" y="286283"/>
                  </a:lnTo>
                  <a:lnTo>
                    <a:pt x="809877" y="286283"/>
                  </a:lnTo>
                  <a:lnTo>
                    <a:pt x="801738" y="277228"/>
                  </a:lnTo>
                  <a:close/>
                </a:path>
                <a:path w="3517900" h="725804">
                  <a:moveTo>
                    <a:pt x="809877" y="286283"/>
                  </a:moveTo>
                  <a:lnTo>
                    <a:pt x="798068" y="286283"/>
                  </a:lnTo>
                  <a:lnTo>
                    <a:pt x="807135" y="309384"/>
                  </a:lnTo>
                  <a:lnTo>
                    <a:pt x="791679" y="325970"/>
                  </a:lnTo>
                  <a:lnTo>
                    <a:pt x="812478" y="325970"/>
                  </a:lnTo>
                  <a:lnTo>
                    <a:pt x="812876" y="325729"/>
                  </a:lnTo>
                  <a:lnTo>
                    <a:pt x="817321" y="294563"/>
                  </a:lnTo>
                  <a:lnTo>
                    <a:pt x="809877" y="286283"/>
                  </a:lnTo>
                  <a:close/>
                </a:path>
                <a:path w="3517900" h="725804">
                  <a:moveTo>
                    <a:pt x="841654" y="276745"/>
                  </a:moveTo>
                  <a:lnTo>
                    <a:pt x="830910" y="276745"/>
                  </a:lnTo>
                  <a:lnTo>
                    <a:pt x="830910" y="334200"/>
                  </a:lnTo>
                  <a:lnTo>
                    <a:pt x="842098" y="334200"/>
                  </a:lnTo>
                  <a:lnTo>
                    <a:pt x="842098" y="296176"/>
                  </a:lnTo>
                  <a:lnTo>
                    <a:pt x="859536" y="286588"/>
                  </a:lnTo>
                  <a:lnTo>
                    <a:pt x="907224" y="286588"/>
                  </a:lnTo>
                  <a:lnTo>
                    <a:pt x="906867" y="286092"/>
                  </a:lnTo>
                  <a:lnTo>
                    <a:pt x="842365" y="286092"/>
                  </a:lnTo>
                  <a:lnTo>
                    <a:pt x="841721" y="277622"/>
                  </a:lnTo>
                  <a:lnTo>
                    <a:pt x="841654" y="276745"/>
                  </a:lnTo>
                  <a:close/>
                </a:path>
                <a:path w="3517900" h="725804">
                  <a:moveTo>
                    <a:pt x="907224" y="286588"/>
                  </a:moveTo>
                  <a:lnTo>
                    <a:pt x="859536" y="286588"/>
                  </a:lnTo>
                  <a:lnTo>
                    <a:pt x="864400" y="334200"/>
                  </a:lnTo>
                  <a:lnTo>
                    <a:pt x="875538" y="334200"/>
                  </a:lnTo>
                  <a:lnTo>
                    <a:pt x="875538" y="297573"/>
                  </a:lnTo>
                  <a:lnTo>
                    <a:pt x="880592" y="286766"/>
                  </a:lnTo>
                  <a:lnTo>
                    <a:pt x="907352" y="286766"/>
                  </a:lnTo>
                  <a:lnTo>
                    <a:pt x="907224" y="286588"/>
                  </a:lnTo>
                  <a:close/>
                </a:path>
                <a:path w="3517900" h="725804">
                  <a:moveTo>
                    <a:pt x="907352" y="286766"/>
                  </a:moveTo>
                  <a:lnTo>
                    <a:pt x="880592" y="286766"/>
                  </a:lnTo>
                  <a:lnTo>
                    <a:pt x="896785" y="290004"/>
                  </a:lnTo>
                  <a:lnTo>
                    <a:pt x="897839" y="334200"/>
                  </a:lnTo>
                  <a:lnTo>
                    <a:pt x="909027" y="334200"/>
                  </a:lnTo>
                  <a:lnTo>
                    <a:pt x="909027" y="289090"/>
                  </a:lnTo>
                  <a:lnTo>
                    <a:pt x="907352" y="286766"/>
                  </a:lnTo>
                  <a:close/>
                </a:path>
                <a:path w="3517900" h="725804">
                  <a:moveTo>
                    <a:pt x="854201" y="275996"/>
                  </a:moveTo>
                  <a:lnTo>
                    <a:pt x="842365" y="286092"/>
                  </a:lnTo>
                  <a:lnTo>
                    <a:pt x="874052" y="286092"/>
                  </a:lnTo>
                  <a:lnTo>
                    <a:pt x="872197" y="282943"/>
                  </a:lnTo>
                  <a:lnTo>
                    <a:pt x="854201" y="275996"/>
                  </a:lnTo>
                  <a:close/>
                </a:path>
                <a:path w="3517900" h="725804">
                  <a:moveTo>
                    <a:pt x="887158" y="275996"/>
                  </a:moveTo>
                  <a:lnTo>
                    <a:pt x="874052" y="286092"/>
                  </a:lnTo>
                  <a:lnTo>
                    <a:pt x="906867" y="286092"/>
                  </a:lnTo>
                  <a:lnTo>
                    <a:pt x="900760" y="277622"/>
                  </a:lnTo>
                  <a:lnTo>
                    <a:pt x="887158" y="275996"/>
                  </a:lnTo>
                  <a:close/>
                </a:path>
                <a:path w="3517900" h="725804">
                  <a:moveTo>
                    <a:pt x="934758" y="276745"/>
                  </a:moveTo>
                  <a:lnTo>
                    <a:pt x="924013" y="276745"/>
                  </a:lnTo>
                  <a:lnTo>
                    <a:pt x="924013" y="334200"/>
                  </a:lnTo>
                  <a:lnTo>
                    <a:pt x="935202" y="334200"/>
                  </a:lnTo>
                  <a:lnTo>
                    <a:pt x="935202" y="296176"/>
                  </a:lnTo>
                  <a:lnTo>
                    <a:pt x="952639" y="286588"/>
                  </a:lnTo>
                  <a:lnTo>
                    <a:pt x="1000327" y="286588"/>
                  </a:lnTo>
                  <a:lnTo>
                    <a:pt x="999970" y="286092"/>
                  </a:lnTo>
                  <a:lnTo>
                    <a:pt x="935469" y="286092"/>
                  </a:lnTo>
                  <a:lnTo>
                    <a:pt x="934824" y="277622"/>
                  </a:lnTo>
                  <a:lnTo>
                    <a:pt x="934758" y="276745"/>
                  </a:lnTo>
                  <a:close/>
                </a:path>
                <a:path w="3517900" h="725804">
                  <a:moveTo>
                    <a:pt x="1000327" y="286588"/>
                  </a:moveTo>
                  <a:lnTo>
                    <a:pt x="952639" y="286588"/>
                  </a:lnTo>
                  <a:lnTo>
                    <a:pt x="957503" y="334200"/>
                  </a:lnTo>
                  <a:lnTo>
                    <a:pt x="968641" y="334200"/>
                  </a:lnTo>
                  <a:lnTo>
                    <a:pt x="968641" y="297573"/>
                  </a:lnTo>
                  <a:lnTo>
                    <a:pt x="973696" y="286766"/>
                  </a:lnTo>
                  <a:lnTo>
                    <a:pt x="1000456" y="286766"/>
                  </a:lnTo>
                  <a:lnTo>
                    <a:pt x="1000327" y="286588"/>
                  </a:lnTo>
                  <a:close/>
                </a:path>
                <a:path w="3517900" h="725804">
                  <a:moveTo>
                    <a:pt x="1000456" y="286766"/>
                  </a:moveTo>
                  <a:lnTo>
                    <a:pt x="973696" y="286766"/>
                  </a:lnTo>
                  <a:lnTo>
                    <a:pt x="989888" y="290004"/>
                  </a:lnTo>
                  <a:lnTo>
                    <a:pt x="990942" y="334200"/>
                  </a:lnTo>
                  <a:lnTo>
                    <a:pt x="1002131" y="334200"/>
                  </a:lnTo>
                  <a:lnTo>
                    <a:pt x="1002131" y="289090"/>
                  </a:lnTo>
                  <a:lnTo>
                    <a:pt x="1000456" y="286766"/>
                  </a:lnTo>
                  <a:close/>
                </a:path>
                <a:path w="3517900" h="725804">
                  <a:moveTo>
                    <a:pt x="947305" y="275996"/>
                  </a:moveTo>
                  <a:lnTo>
                    <a:pt x="935469" y="286092"/>
                  </a:lnTo>
                  <a:lnTo>
                    <a:pt x="967155" y="286092"/>
                  </a:lnTo>
                  <a:lnTo>
                    <a:pt x="965301" y="282943"/>
                  </a:lnTo>
                  <a:lnTo>
                    <a:pt x="947305" y="275996"/>
                  </a:lnTo>
                  <a:close/>
                </a:path>
                <a:path w="3517900" h="725804">
                  <a:moveTo>
                    <a:pt x="980262" y="275996"/>
                  </a:moveTo>
                  <a:lnTo>
                    <a:pt x="967155" y="286092"/>
                  </a:lnTo>
                  <a:lnTo>
                    <a:pt x="999970" y="286092"/>
                  </a:lnTo>
                  <a:lnTo>
                    <a:pt x="993863" y="277622"/>
                  </a:lnTo>
                  <a:lnTo>
                    <a:pt x="980262" y="275996"/>
                  </a:lnTo>
                  <a:close/>
                </a:path>
                <a:path w="3517900" h="725804">
                  <a:moveTo>
                    <a:pt x="1031100" y="277253"/>
                  </a:moveTo>
                  <a:lnTo>
                    <a:pt x="1015631" y="294766"/>
                  </a:lnTo>
                  <a:lnTo>
                    <a:pt x="1020051" y="325856"/>
                  </a:lnTo>
                  <a:lnTo>
                    <a:pt x="1041882" y="335356"/>
                  </a:lnTo>
                  <a:lnTo>
                    <a:pt x="1046073" y="335356"/>
                  </a:lnTo>
                  <a:lnTo>
                    <a:pt x="1062299" y="322605"/>
                  </a:lnTo>
                  <a:lnTo>
                    <a:pt x="1030986" y="322605"/>
                  </a:lnTo>
                  <a:lnTo>
                    <a:pt x="1027943" y="308838"/>
                  </a:lnTo>
                  <a:lnTo>
                    <a:pt x="1020864" y="308838"/>
                  </a:lnTo>
                  <a:lnTo>
                    <a:pt x="1020864" y="300456"/>
                  </a:lnTo>
                  <a:lnTo>
                    <a:pt x="1026091" y="300456"/>
                  </a:lnTo>
                  <a:lnTo>
                    <a:pt x="1025690" y="298640"/>
                  </a:lnTo>
                  <a:lnTo>
                    <a:pt x="1044067" y="285229"/>
                  </a:lnTo>
                  <a:lnTo>
                    <a:pt x="1061198" y="285229"/>
                  </a:lnTo>
                  <a:lnTo>
                    <a:pt x="1061135" y="284949"/>
                  </a:lnTo>
                  <a:lnTo>
                    <a:pt x="1031100" y="277253"/>
                  </a:lnTo>
                  <a:close/>
                </a:path>
                <a:path w="3517900" h="725804">
                  <a:moveTo>
                    <a:pt x="1055243" y="317931"/>
                  </a:moveTo>
                  <a:lnTo>
                    <a:pt x="1030986" y="322605"/>
                  </a:lnTo>
                  <a:lnTo>
                    <a:pt x="1062299" y="322605"/>
                  </a:lnTo>
                  <a:lnTo>
                    <a:pt x="1065822" y="319836"/>
                  </a:lnTo>
                  <a:lnTo>
                    <a:pt x="1055243" y="317931"/>
                  </a:lnTo>
                  <a:close/>
                </a:path>
                <a:path w="3517900" h="725804">
                  <a:moveTo>
                    <a:pt x="1026091" y="300456"/>
                  </a:moveTo>
                  <a:lnTo>
                    <a:pt x="1020864" y="300456"/>
                  </a:lnTo>
                  <a:lnTo>
                    <a:pt x="1020864" y="308838"/>
                  </a:lnTo>
                  <a:lnTo>
                    <a:pt x="1027943" y="308838"/>
                  </a:lnTo>
                  <a:lnTo>
                    <a:pt x="1026091" y="300456"/>
                  </a:lnTo>
                  <a:close/>
                </a:path>
                <a:path w="3517900" h="725804">
                  <a:moveTo>
                    <a:pt x="1061198" y="285229"/>
                  </a:moveTo>
                  <a:lnTo>
                    <a:pt x="1044067" y="285229"/>
                  </a:lnTo>
                  <a:lnTo>
                    <a:pt x="1055573" y="300456"/>
                  </a:lnTo>
                  <a:lnTo>
                    <a:pt x="1026091" y="300456"/>
                  </a:lnTo>
                  <a:lnTo>
                    <a:pt x="1027943" y="308838"/>
                  </a:lnTo>
                  <a:lnTo>
                    <a:pt x="1066533" y="308838"/>
                  </a:lnTo>
                  <a:lnTo>
                    <a:pt x="1061198" y="285229"/>
                  </a:lnTo>
                  <a:close/>
                </a:path>
                <a:path w="3517900" h="725804">
                  <a:moveTo>
                    <a:pt x="1089685" y="276745"/>
                  </a:moveTo>
                  <a:lnTo>
                    <a:pt x="1078953" y="276745"/>
                  </a:lnTo>
                  <a:lnTo>
                    <a:pt x="1078953" y="334200"/>
                  </a:lnTo>
                  <a:lnTo>
                    <a:pt x="1090129" y="334200"/>
                  </a:lnTo>
                  <a:lnTo>
                    <a:pt x="1090129" y="300088"/>
                  </a:lnTo>
                  <a:lnTo>
                    <a:pt x="1093025" y="290131"/>
                  </a:lnTo>
                  <a:lnTo>
                    <a:pt x="1124898" y="290131"/>
                  </a:lnTo>
                  <a:lnTo>
                    <a:pt x="1123818" y="286092"/>
                  </a:lnTo>
                  <a:lnTo>
                    <a:pt x="1090396" y="286092"/>
                  </a:lnTo>
                  <a:lnTo>
                    <a:pt x="1089685" y="276745"/>
                  </a:lnTo>
                  <a:close/>
                </a:path>
                <a:path w="3517900" h="725804">
                  <a:moveTo>
                    <a:pt x="1124898" y="290131"/>
                  </a:moveTo>
                  <a:lnTo>
                    <a:pt x="1093025" y="290131"/>
                  </a:lnTo>
                  <a:lnTo>
                    <a:pt x="1114640" y="291579"/>
                  </a:lnTo>
                  <a:lnTo>
                    <a:pt x="1115720" y="334200"/>
                  </a:lnTo>
                  <a:lnTo>
                    <a:pt x="1126909" y="334200"/>
                  </a:lnTo>
                  <a:lnTo>
                    <a:pt x="1126909" y="297649"/>
                  </a:lnTo>
                  <a:lnTo>
                    <a:pt x="1124898" y="290131"/>
                  </a:lnTo>
                  <a:close/>
                </a:path>
                <a:path w="3517900" h="725804">
                  <a:moveTo>
                    <a:pt x="1103033" y="275996"/>
                  </a:moveTo>
                  <a:lnTo>
                    <a:pt x="1090396" y="286092"/>
                  </a:lnTo>
                  <a:lnTo>
                    <a:pt x="1123818" y="286092"/>
                  </a:lnTo>
                  <a:lnTo>
                    <a:pt x="1122857" y="282498"/>
                  </a:lnTo>
                  <a:lnTo>
                    <a:pt x="1103033" y="275996"/>
                  </a:lnTo>
                  <a:close/>
                </a:path>
                <a:path w="3517900" h="725804">
                  <a:moveTo>
                    <a:pt x="1154747" y="277164"/>
                  </a:moveTo>
                  <a:lnTo>
                    <a:pt x="1140434" y="294055"/>
                  </a:lnTo>
                  <a:lnTo>
                    <a:pt x="1144512" y="325780"/>
                  </a:lnTo>
                  <a:lnTo>
                    <a:pt x="1144536" y="325970"/>
                  </a:lnTo>
                  <a:lnTo>
                    <a:pt x="1163421" y="335318"/>
                  </a:lnTo>
                  <a:lnTo>
                    <a:pt x="1180960" y="334200"/>
                  </a:lnTo>
                  <a:lnTo>
                    <a:pt x="1191882" y="334200"/>
                  </a:lnTo>
                  <a:lnTo>
                    <a:pt x="1191882" y="325780"/>
                  </a:lnTo>
                  <a:lnTo>
                    <a:pt x="1165885" y="325780"/>
                  </a:lnTo>
                  <a:lnTo>
                    <a:pt x="1155268" y="321335"/>
                  </a:lnTo>
                  <a:lnTo>
                    <a:pt x="1153636" y="294055"/>
                  </a:lnTo>
                  <a:lnTo>
                    <a:pt x="1153528" y="292239"/>
                  </a:lnTo>
                  <a:lnTo>
                    <a:pt x="1171892" y="286334"/>
                  </a:lnTo>
                  <a:lnTo>
                    <a:pt x="1191882" y="286334"/>
                  </a:lnTo>
                  <a:lnTo>
                    <a:pt x="1191882" y="286054"/>
                  </a:lnTo>
                  <a:lnTo>
                    <a:pt x="1180706" y="286054"/>
                  </a:lnTo>
                  <a:lnTo>
                    <a:pt x="1154747" y="277164"/>
                  </a:lnTo>
                  <a:close/>
                </a:path>
                <a:path w="3517900" h="725804">
                  <a:moveTo>
                    <a:pt x="1191882" y="286334"/>
                  </a:moveTo>
                  <a:lnTo>
                    <a:pt x="1171892" y="286334"/>
                  </a:lnTo>
                  <a:lnTo>
                    <a:pt x="1180299" y="313055"/>
                  </a:lnTo>
                  <a:lnTo>
                    <a:pt x="1165885" y="325780"/>
                  </a:lnTo>
                  <a:lnTo>
                    <a:pt x="1191882" y="325780"/>
                  </a:lnTo>
                  <a:lnTo>
                    <a:pt x="1191882" y="286334"/>
                  </a:lnTo>
                  <a:close/>
                </a:path>
                <a:path w="3517900" h="725804">
                  <a:moveTo>
                    <a:pt x="1191882" y="257581"/>
                  </a:moveTo>
                  <a:lnTo>
                    <a:pt x="1180706" y="257581"/>
                  </a:lnTo>
                  <a:lnTo>
                    <a:pt x="1180706" y="286054"/>
                  </a:lnTo>
                  <a:lnTo>
                    <a:pt x="1191882" y="286054"/>
                  </a:lnTo>
                  <a:lnTo>
                    <a:pt x="1191882" y="257581"/>
                  </a:lnTo>
                  <a:close/>
                </a:path>
                <a:path w="3517900" h="725804">
                  <a:moveTo>
                    <a:pt x="1216113" y="317817"/>
                  </a:moveTo>
                  <a:lnTo>
                    <a:pt x="1205306" y="319455"/>
                  </a:lnTo>
                  <a:lnTo>
                    <a:pt x="1206233" y="324548"/>
                  </a:lnTo>
                  <a:lnTo>
                    <a:pt x="1222108" y="335356"/>
                  </a:lnTo>
                  <a:lnTo>
                    <a:pt x="1247063" y="329463"/>
                  </a:lnTo>
                  <a:lnTo>
                    <a:pt x="1247659" y="326339"/>
                  </a:lnTo>
                  <a:lnTo>
                    <a:pt x="1225092" y="326339"/>
                  </a:lnTo>
                  <a:lnTo>
                    <a:pt x="1216113" y="317817"/>
                  </a:lnTo>
                  <a:close/>
                </a:path>
                <a:path w="3517900" h="725804">
                  <a:moveTo>
                    <a:pt x="1235379" y="275996"/>
                  </a:moveTo>
                  <a:lnTo>
                    <a:pt x="1211732" y="281571"/>
                  </a:lnTo>
                  <a:lnTo>
                    <a:pt x="1208365" y="299935"/>
                  </a:lnTo>
                  <a:lnTo>
                    <a:pt x="1208265" y="300481"/>
                  </a:lnTo>
                  <a:lnTo>
                    <a:pt x="1232433" y="311124"/>
                  </a:lnTo>
                  <a:lnTo>
                    <a:pt x="1240548" y="320636"/>
                  </a:lnTo>
                  <a:lnTo>
                    <a:pt x="1225092" y="326339"/>
                  </a:lnTo>
                  <a:lnTo>
                    <a:pt x="1247659" y="326339"/>
                  </a:lnTo>
                  <a:lnTo>
                    <a:pt x="1250734" y="310222"/>
                  </a:lnTo>
                  <a:lnTo>
                    <a:pt x="1227188" y="299935"/>
                  </a:lnTo>
                  <a:lnTo>
                    <a:pt x="1218171" y="290194"/>
                  </a:lnTo>
                  <a:lnTo>
                    <a:pt x="1250766" y="290194"/>
                  </a:lnTo>
                  <a:lnTo>
                    <a:pt x="1249768" y="286283"/>
                  </a:lnTo>
                  <a:lnTo>
                    <a:pt x="1235379" y="275996"/>
                  </a:lnTo>
                  <a:close/>
                </a:path>
                <a:path w="3517900" h="725804">
                  <a:moveTo>
                    <a:pt x="1250766" y="290194"/>
                  </a:moveTo>
                  <a:lnTo>
                    <a:pt x="1218171" y="290194"/>
                  </a:lnTo>
                  <a:lnTo>
                    <a:pt x="1250911" y="290766"/>
                  </a:lnTo>
                  <a:lnTo>
                    <a:pt x="1250766" y="290194"/>
                  </a:lnTo>
                  <a:close/>
                </a:path>
                <a:path w="3517900" h="725804">
                  <a:moveTo>
                    <a:pt x="1299324" y="276745"/>
                  </a:moveTo>
                  <a:lnTo>
                    <a:pt x="1287754" y="276745"/>
                  </a:lnTo>
                  <a:lnTo>
                    <a:pt x="1304671" y="334200"/>
                  </a:lnTo>
                  <a:lnTo>
                    <a:pt x="1316037" y="334200"/>
                  </a:lnTo>
                  <a:lnTo>
                    <a:pt x="1320331" y="318935"/>
                  </a:lnTo>
                  <a:lnTo>
                    <a:pt x="1311135" y="318935"/>
                  </a:lnTo>
                  <a:lnTo>
                    <a:pt x="1299324" y="276745"/>
                  </a:lnTo>
                  <a:close/>
                </a:path>
                <a:path w="3517900" h="725804">
                  <a:moveTo>
                    <a:pt x="1338475" y="292709"/>
                  </a:moveTo>
                  <a:lnTo>
                    <a:pt x="1327708" y="292709"/>
                  </a:lnTo>
                  <a:lnTo>
                    <a:pt x="1340243" y="334200"/>
                  </a:lnTo>
                  <a:lnTo>
                    <a:pt x="1351648" y="334200"/>
                  </a:lnTo>
                  <a:lnTo>
                    <a:pt x="1356132" y="318935"/>
                  </a:lnTo>
                  <a:lnTo>
                    <a:pt x="1356188" y="318744"/>
                  </a:lnTo>
                  <a:lnTo>
                    <a:pt x="1345780" y="318744"/>
                  </a:lnTo>
                  <a:lnTo>
                    <a:pt x="1338475" y="292709"/>
                  </a:lnTo>
                  <a:close/>
                </a:path>
                <a:path w="3517900" h="725804">
                  <a:moveTo>
                    <a:pt x="1333995" y="276745"/>
                  </a:moveTo>
                  <a:lnTo>
                    <a:pt x="1322438" y="276745"/>
                  </a:lnTo>
                  <a:lnTo>
                    <a:pt x="1311186" y="318744"/>
                  </a:lnTo>
                  <a:lnTo>
                    <a:pt x="1311135" y="318935"/>
                  </a:lnTo>
                  <a:lnTo>
                    <a:pt x="1320331" y="318935"/>
                  </a:lnTo>
                  <a:lnTo>
                    <a:pt x="1327708" y="292709"/>
                  </a:lnTo>
                  <a:lnTo>
                    <a:pt x="1338475" y="292709"/>
                  </a:lnTo>
                  <a:lnTo>
                    <a:pt x="1333995" y="276745"/>
                  </a:lnTo>
                  <a:close/>
                </a:path>
                <a:path w="3517900" h="725804">
                  <a:moveTo>
                    <a:pt x="1368526" y="276745"/>
                  </a:moveTo>
                  <a:lnTo>
                    <a:pt x="1356969" y="276745"/>
                  </a:lnTo>
                  <a:lnTo>
                    <a:pt x="1345780" y="318744"/>
                  </a:lnTo>
                  <a:lnTo>
                    <a:pt x="1356188" y="318744"/>
                  </a:lnTo>
                  <a:lnTo>
                    <a:pt x="1368526" y="276745"/>
                  </a:lnTo>
                  <a:close/>
                </a:path>
                <a:path w="3517900" h="725804">
                  <a:moveTo>
                    <a:pt x="1390180" y="257581"/>
                  </a:moveTo>
                  <a:lnTo>
                    <a:pt x="1379143" y="257581"/>
                  </a:lnTo>
                  <a:lnTo>
                    <a:pt x="1379143" y="334200"/>
                  </a:lnTo>
                  <a:lnTo>
                    <a:pt x="1390319" y="334200"/>
                  </a:lnTo>
                  <a:lnTo>
                    <a:pt x="1390319" y="300088"/>
                  </a:lnTo>
                  <a:lnTo>
                    <a:pt x="1393278" y="290131"/>
                  </a:lnTo>
                  <a:lnTo>
                    <a:pt x="1425557" y="290131"/>
                  </a:lnTo>
                  <a:lnTo>
                    <a:pt x="1424470" y="286092"/>
                  </a:lnTo>
                  <a:lnTo>
                    <a:pt x="1390891" y="286092"/>
                  </a:lnTo>
                  <a:lnTo>
                    <a:pt x="1390180" y="257581"/>
                  </a:lnTo>
                  <a:close/>
                </a:path>
                <a:path w="3517900" h="725804">
                  <a:moveTo>
                    <a:pt x="1425557" y="290131"/>
                  </a:moveTo>
                  <a:lnTo>
                    <a:pt x="1393278" y="290131"/>
                  </a:lnTo>
                  <a:lnTo>
                    <a:pt x="1415313" y="291515"/>
                  </a:lnTo>
                  <a:lnTo>
                    <a:pt x="1416405" y="334200"/>
                  </a:lnTo>
                  <a:lnTo>
                    <a:pt x="1427581" y="334200"/>
                  </a:lnTo>
                  <a:lnTo>
                    <a:pt x="1427581" y="297649"/>
                  </a:lnTo>
                  <a:lnTo>
                    <a:pt x="1425557" y="290131"/>
                  </a:lnTo>
                  <a:close/>
                </a:path>
                <a:path w="3517900" h="725804">
                  <a:moveTo>
                    <a:pt x="1403438" y="275996"/>
                  </a:moveTo>
                  <a:lnTo>
                    <a:pt x="1390891" y="286092"/>
                  </a:lnTo>
                  <a:lnTo>
                    <a:pt x="1424470" y="286092"/>
                  </a:lnTo>
                  <a:lnTo>
                    <a:pt x="1423492" y="282460"/>
                  </a:lnTo>
                  <a:lnTo>
                    <a:pt x="1403438" y="275996"/>
                  </a:lnTo>
                  <a:close/>
                </a:path>
                <a:path w="3517900" h="725804">
                  <a:moveTo>
                    <a:pt x="1482565" y="285038"/>
                  </a:moveTo>
                  <a:lnTo>
                    <a:pt x="1469059" y="285038"/>
                  </a:lnTo>
                  <a:lnTo>
                    <a:pt x="1476362" y="295325"/>
                  </a:lnTo>
                  <a:lnTo>
                    <a:pt x="1451229" y="302844"/>
                  </a:lnTo>
                  <a:lnTo>
                    <a:pt x="1440662" y="324916"/>
                  </a:lnTo>
                  <a:lnTo>
                    <a:pt x="1459230" y="335470"/>
                  </a:lnTo>
                  <a:lnTo>
                    <a:pt x="1476667" y="334200"/>
                  </a:lnTo>
                  <a:lnTo>
                    <a:pt x="1487589" y="334200"/>
                  </a:lnTo>
                  <a:lnTo>
                    <a:pt x="1487589" y="326491"/>
                  </a:lnTo>
                  <a:lnTo>
                    <a:pt x="1458493" y="326491"/>
                  </a:lnTo>
                  <a:lnTo>
                    <a:pt x="1450784" y="316115"/>
                  </a:lnTo>
                  <a:lnTo>
                    <a:pt x="1476400" y="313474"/>
                  </a:lnTo>
                  <a:lnTo>
                    <a:pt x="1487589" y="313474"/>
                  </a:lnTo>
                  <a:lnTo>
                    <a:pt x="1487589" y="291858"/>
                  </a:lnTo>
                  <a:lnTo>
                    <a:pt x="1482565" y="285038"/>
                  </a:lnTo>
                  <a:close/>
                </a:path>
                <a:path w="3517900" h="725804">
                  <a:moveTo>
                    <a:pt x="1487589" y="313474"/>
                  </a:moveTo>
                  <a:lnTo>
                    <a:pt x="1476400" y="313474"/>
                  </a:lnTo>
                  <a:lnTo>
                    <a:pt x="1461668" y="326491"/>
                  </a:lnTo>
                  <a:lnTo>
                    <a:pt x="1487589" y="326491"/>
                  </a:lnTo>
                  <a:lnTo>
                    <a:pt x="1487589" y="313474"/>
                  </a:lnTo>
                  <a:close/>
                </a:path>
                <a:path w="3517900" h="725804">
                  <a:moveTo>
                    <a:pt x="1477606" y="278307"/>
                  </a:moveTo>
                  <a:lnTo>
                    <a:pt x="1441577" y="290652"/>
                  </a:lnTo>
                  <a:lnTo>
                    <a:pt x="1452092" y="293052"/>
                  </a:lnTo>
                  <a:lnTo>
                    <a:pt x="1469059" y="285038"/>
                  </a:lnTo>
                  <a:lnTo>
                    <a:pt x="1482565" y="285038"/>
                  </a:lnTo>
                  <a:lnTo>
                    <a:pt x="1477606" y="278307"/>
                  </a:lnTo>
                  <a:close/>
                </a:path>
                <a:path w="3517900" h="725804">
                  <a:moveTo>
                    <a:pt x="1517523" y="262978"/>
                  </a:moveTo>
                  <a:lnTo>
                    <a:pt x="1506347" y="262978"/>
                  </a:lnTo>
                  <a:lnTo>
                    <a:pt x="1507121" y="325996"/>
                  </a:lnTo>
                  <a:lnTo>
                    <a:pt x="1523098" y="334949"/>
                  </a:lnTo>
                  <a:lnTo>
                    <a:pt x="1517523" y="262978"/>
                  </a:lnTo>
                  <a:close/>
                </a:path>
                <a:path w="3517900" h="725804">
                  <a:moveTo>
                    <a:pt x="1506516" y="276745"/>
                  </a:moveTo>
                  <a:lnTo>
                    <a:pt x="1497926" y="276745"/>
                  </a:lnTo>
                  <a:lnTo>
                    <a:pt x="1497926" y="285711"/>
                  </a:lnTo>
                  <a:lnTo>
                    <a:pt x="1506626" y="285711"/>
                  </a:lnTo>
                  <a:lnTo>
                    <a:pt x="1506516" y="276745"/>
                  </a:lnTo>
                  <a:close/>
                </a:path>
                <a:path w="3517900" h="725804">
                  <a:moveTo>
                    <a:pt x="1529308" y="276745"/>
                  </a:moveTo>
                  <a:lnTo>
                    <a:pt x="1518589" y="276745"/>
                  </a:lnTo>
                  <a:lnTo>
                    <a:pt x="1519284" y="285711"/>
                  </a:lnTo>
                  <a:lnTo>
                    <a:pt x="1529308" y="285711"/>
                  </a:lnTo>
                  <a:lnTo>
                    <a:pt x="1529308" y="276745"/>
                  </a:lnTo>
                  <a:close/>
                </a:path>
                <a:path w="3517900" h="725804">
                  <a:moveTo>
                    <a:pt x="1584604" y="262978"/>
                  </a:moveTo>
                  <a:lnTo>
                    <a:pt x="1573415" y="262978"/>
                  </a:lnTo>
                  <a:lnTo>
                    <a:pt x="1573415" y="323113"/>
                  </a:lnTo>
                  <a:lnTo>
                    <a:pt x="1590179" y="334949"/>
                  </a:lnTo>
                  <a:lnTo>
                    <a:pt x="1584604" y="262978"/>
                  </a:lnTo>
                  <a:close/>
                </a:path>
                <a:path w="3517900" h="725804">
                  <a:moveTo>
                    <a:pt x="1573415" y="276745"/>
                  </a:moveTo>
                  <a:lnTo>
                    <a:pt x="1564995" y="276745"/>
                  </a:lnTo>
                  <a:lnTo>
                    <a:pt x="1564995" y="285711"/>
                  </a:lnTo>
                  <a:lnTo>
                    <a:pt x="1573415" y="285711"/>
                  </a:lnTo>
                  <a:lnTo>
                    <a:pt x="1573415" y="276745"/>
                  </a:lnTo>
                  <a:close/>
                </a:path>
                <a:path w="3517900" h="725804">
                  <a:moveTo>
                    <a:pt x="1596390" y="276745"/>
                  </a:moveTo>
                  <a:lnTo>
                    <a:pt x="1585670" y="276745"/>
                  </a:lnTo>
                  <a:lnTo>
                    <a:pt x="1586365" y="285711"/>
                  </a:lnTo>
                  <a:lnTo>
                    <a:pt x="1596390" y="285711"/>
                  </a:lnTo>
                  <a:lnTo>
                    <a:pt x="1596390" y="276745"/>
                  </a:lnTo>
                  <a:close/>
                </a:path>
                <a:path w="3517900" h="725804">
                  <a:moveTo>
                    <a:pt x="1642440" y="277228"/>
                  </a:moveTo>
                  <a:lnTo>
                    <a:pt x="1622259" y="277228"/>
                  </a:lnTo>
                  <a:lnTo>
                    <a:pt x="1606677" y="294563"/>
                  </a:lnTo>
                  <a:lnTo>
                    <a:pt x="1611109" y="325729"/>
                  </a:lnTo>
                  <a:lnTo>
                    <a:pt x="1632343" y="335356"/>
                  </a:lnTo>
                  <a:lnTo>
                    <a:pt x="1637728" y="335356"/>
                  </a:lnTo>
                  <a:lnTo>
                    <a:pt x="1653180" y="325970"/>
                  </a:lnTo>
                  <a:lnTo>
                    <a:pt x="1632381" y="325970"/>
                  </a:lnTo>
                  <a:lnTo>
                    <a:pt x="1621332" y="321360"/>
                  </a:lnTo>
                  <a:lnTo>
                    <a:pt x="1619752" y="294563"/>
                  </a:lnTo>
                  <a:lnTo>
                    <a:pt x="1619631" y="292506"/>
                  </a:lnTo>
                  <a:lnTo>
                    <a:pt x="1638769" y="286283"/>
                  </a:lnTo>
                  <a:lnTo>
                    <a:pt x="1650579" y="286283"/>
                  </a:lnTo>
                  <a:lnTo>
                    <a:pt x="1642440" y="277228"/>
                  </a:lnTo>
                  <a:close/>
                </a:path>
                <a:path w="3517900" h="725804">
                  <a:moveTo>
                    <a:pt x="1650579" y="286283"/>
                  </a:moveTo>
                  <a:lnTo>
                    <a:pt x="1638769" y="286283"/>
                  </a:lnTo>
                  <a:lnTo>
                    <a:pt x="1647837" y="309384"/>
                  </a:lnTo>
                  <a:lnTo>
                    <a:pt x="1632381" y="325970"/>
                  </a:lnTo>
                  <a:lnTo>
                    <a:pt x="1653180" y="325970"/>
                  </a:lnTo>
                  <a:lnTo>
                    <a:pt x="1653578" y="325729"/>
                  </a:lnTo>
                  <a:lnTo>
                    <a:pt x="1658023" y="294563"/>
                  </a:lnTo>
                  <a:lnTo>
                    <a:pt x="1650579" y="286283"/>
                  </a:lnTo>
                  <a:close/>
                </a:path>
                <a:path w="3517900" h="725804">
                  <a:moveTo>
                    <a:pt x="1739549" y="285038"/>
                  </a:moveTo>
                  <a:lnTo>
                    <a:pt x="1726044" y="285038"/>
                  </a:lnTo>
                  <a:lnTo>
                    <a:pt x="1733346" y="295325"/>
                  </a:lnTo>
                  <a:lnTo>
                    <a:pt x="1708213" y="302844"/>
                  </a:lnTo>
                  <a:lnTo>
                    <a:pt x="1697647" y="324916"/>
                  </a:lnTo>
                  <a:lnTo>
                    <a:pt x="1716214" y="335470"/>
                  </a:lnTo>
                  <a:lnTo>
                    <a:pt x="1733651" y="334200"/>
                  </a:lnTo>
                  <a:lnTo>
                    <a:pt x="1744573" y="334200"/>
                  </a:lnTo>
                  <a:lnTo>
                    <a:pt x="1744573" y="326491"/>
                  </a:lnTo>
                  <a:lnTo>
                    <a:pt x="1715477" y="326491"/>
                  </a:lnTo>
                  <a:lnTo>
                    <a:pt x="1707769" y="316115"/>
                  </a:lnTo>
                  <a:lnTo>
                    <a:pt x="1733384" y="313474"/>
                  </a:lnTo>
                  <a:lnTo>
                    <a:pt x="1744573" y="313474"/>
                  </a:lnTo>
                  <a:lnTo>
                    <a:pt x="1744573" y="291858"/>
                  </a:lnTo>
                  <a:lnTo>
                    <a:pt x="1739549" y="285038"/>
                  </a:lnTo>
                  <a:close/>
                </a:path>
                <a:path w="3517900" h="725804">
                  <a:moveTo>
                    <a:pt x="1744573" y="313474"/>
                  </a:moveTo>
                  <a:lnTo>
                    <a:pt x="1733384" y="313474"/>
                  </a:lnTo>
                  <a:lnTo>
                    <a:pt x="1718652" y="326491"/>
                  </a:lnTo>
                  <a:lnTo>
                    <a:pt x="1744573" y="326491"/>
                  </a:lnTo>
                  <a:lnTo>
                    <a:pt x="1744573" y="313474"/>
                  </a:lnTo>
                  <a:close/>
                </a:path>
                <a:path w="3517900" h="725804">
                  <a:moveTo>
                    <a:pt x="1734591" y="278307"/>
                  </a:moveTo>
                  <a:lnTo>
                    <a:pt x="1698561" y="290652"/>
                  </a:lnTo>
                  <a:lnTo>
                    <a:pt x="1709077" y="293052"/>
                  </a:lnTo>
                  <a:lnTo>
                    <a:pt x="1726044" y="285038"/>
                  </a:lnTo>
                  <a:lnTo>
                    <a:pt x="1739549" y="285038"/>
                  </a:lnTo>
                  <a:lnTo>
                    <a:pt x="1734591" y="278307"/>
                  </a:lnTo>
                  <a:close/>
                </a:path>
                <a:path w="3517900" h="725804">
                  <a:moveTo>
                    <a:pt x="1772310" y="277164"/>
                  </a:moveTo>
                  <a:lnTo>
                    <a:pt x="1757997" y="294055"/>
                  </a:lnTo>
                  <a:lnTo>
                    <a:pt x="1762075" y="325780"/>
                  </a:lnTo>
                  <a:lnTo>
                    <a:pt x="1762099" y="325970"/>
                  </a:lnTo>
                  <a:lnTo>
                    <a:pt x="1780984" y="335318"/>
                  </a:lnTo>
                  <a:lnTo>
                    <a:pt x="1798523" y="334200"/>
                  </a:lnTo>
                  <a:lnTo>
                    <a:pt x="1809457" y="334200"/>
                  </a:lnTo>
                  <a:lnTo>
                    <a:pt x="1809457" y="325780"/>
                  </a:lnTo>
                  <a:lnTo>
                    <a:pt x="1783448" y="325780"/>
                  </a:lnTo>
                  <a:lnTo>
                    <a:pt x="1772831" y="321335"/>
                  </a:lnTo>
                  <a:lnTo>
                    <a:pt x="1771199" y="294055"/>
                  </a:lnTo>
                  <a:lnTo>
                    <a:pt x="1771091" y="292239"/>
                  </a:lnTo>
                  <a:lnTo>
                    <a:pt x="1789468" y="286334"/>
                  </a:lnTo>
                  <a:lnTo>
                    <a:pt x="1809457" y="286334"/>
                  </a:lnTo>
                  <a:lnTo>
                    <a:pt x="1809457" y="286054"/>
                  </a:lnTo>
                  <a:lnTo>
                    <a:pt x="1798269" y="286054"/>
                  </a:lnTo>
                  <a:lnTo>
                    <a:pt x="1772310" y="277164"/>
                  </a:lnTo>
                  <a:close/>
                </a:path>
                <a:path w="3517900" h="725804">
                  <a:moveTo>
                    <a:pt x="1809457" y="286334"/>
                  </a:moveTo>
                  <a:lnTo>
                    <a:pt x="1789468" y="286334"/>
                  </a:lnTo>
                  <a:lnTo>
                    <a:pt x="1797862" y="313055"/>
                  </a:lnTo>
                  <a:lnTo>
                    <a:pt x="1783448" y="325780"/>
                  </a:lnTo>
                  <a:lnTo>
                    <a:pt x="1809457" y="325780"/>
                  </a:lnTo>
                  <a:lnTo>
                    <a:pt x="1809457" y="286334"/>
                  </a:lnTo>
                  <a:close/>
                </a:path>
                <a:path w="3517900" h="725804">
                  <a:moveTo>
                    <a:pt x="1809457" y="257581"/>
                  </a:moveTo>
                  <a:lnTo>
                    <a:pt x="1798269" y="257581"/>
                  </a:lnTo>
                  <a:lnTo>
                    <a:pt x="1798269" y="286054"/>
                  </a:lnTo>
                  <a:lnTo>
                    <a:pt x="1809457" y="286054"/>
                  </a:lnTo>
                  <a:lnTo>
                    <a:pt x="1809457" y="257581"/>
                  </a:lnTo>
                  <a:close/>
                </a:path>
                <a:path w="3517900" h="725804">
                  <a:moveTo>
                    <a:pt x="1838261" y="277164"/>
                  </a:moveTo>
                  <a:lnTo>
                    <a:pt x="1823948" y="294055"/>
                  </a:lnTo>
                  <a:lnTo>
                    <a:pt x="1828026" y="325780"/>
                  </a:lnTo>
                  <a:lnTo>
                    <a:pt x="1828050" y="325970"/>
                  </a:lnTo>
                  <a:lnTo>
                    <a:pt x="1846922" y="335318"/>
                  </a:lnTo>
                  <a:lnTo>
                    <a:pt x="1864474" y="334200"/>
                  </a:lnTo>
                  <a:lnTo>
                    <a:pt x="1875396" y="334200"/>
                  </a:lnTo>
                  <a:lnTo>
                    <a:pt x="1875396" y="325780"/>
                  </a:lnTo>
                  <a:lnTo>
                    <a:pt x="1849399" y="325780"/>
                  </a:lnTo>
                  <a:lnTo>
                    <a:pt x="1838769" y="321335"/>
                  </a:lnTo>
                  <a:lnTo>
                    <a:pt x="1837150" y="294055"/>
                  </a:lnTo>
                  <a:lnTo>
                    <a:pt x="1837042" y="292239"/>
                  </a:lnTo>
                  <a:lnTo>
                    <a:pt x="1855406" y="286334"/>
                  </a:lnTo>
                  <a:lnTo>
                    <a:pt x="1875396" y="286334"/>
                  </a:lnTo>
                  <a:lnTo>
                    <a:pt x="1875396" y="286054"/>
                  </a:lnTo>
                  <a:lnTo>
                    <a:pt x="1864207" y="286054"/>
                  </a:lnTo>
                  <a:lnTo>
                    <a:pt x="1838261" y="277164"/>
                  </a:lnTo>
                  <a:close/>
                </a:path>
                <a:path w="3517900" h="725804">
                  <a:moveTo>
                    <a:pt x="1875396" y="286334"/>
                  </a:moveTo>
                  <a:lnTo>
                    <a:pt x="1855406" y="286334"/>
                  </a:lnTo>
                  <a:lnTo>
                    <a:pt x="1863813" y="313055"/>
                  </a:lnTo>
                  <a:lnTo>
                    <a:pt x="1849399" y="325780"/>
                  </a:lnTo>
                  <a:lnTo>
                    <a:pt x="1875396" y="325780"/>
                  </a:lnTo>
                  <a:lnTo>
                    <a:pt x="1875396" y="286334"/>
                  </a:lnTo>
                  <a:close/>
                </a:path>
                <a:path w="3517900" h="725804">
                  <a:moveTo>
                    <a:pt x="1875396" y="257581"/>
                  </a:moveTo>
                  <a:lnTo>
                    <a:pt x="1864207" y="257581"/>
                  </a:lnTo>
                  <a:lnTo>
                    <a:pt x="1864207" y="286054"/>
                  </a:lnTo>
                  <a:lnTo>
                    <a:pt x="1875396" y="286054"/>
                  </a:lnTo>
                  <a:lnTo>
                    <a:pt x="1875396" y="257581"/>
                  </a:lnTo>
                  <a:close/>
                </a:path>
                <a:path w="3517900" h="725804">
                  <a:moveTo>
                    <a:pt x="2017064" y="296976"/>
                  </a:moveTo>
                  <a:lnTo>
                    <a:pt x="1911718" y="296976"/>
                  </a:lnTo>
                  <a:lnTo>
                    <a:pt x="1911718" y="306666"/>
                  </a:lnTo>
                  <a:lnTo>
                    <a:pt x="2017064" y="306666"/>
                  </a:lnTo>
                  <a:lnTo>
                    <a:pt x="2017064" y="296976"/>
                  </a:lnTo>
                  <a:close/>
                </a:path>
                <a:path w="3517900" h="725804">
                  <a:moveTo>
                    <a:pt x="2063648" y="257581"/>
                  </a:moveTo>
                  <a:lnTo>
                    <a:pt x="2052459" y="257581"/>
                  </a:lnTo>
                  <a:lnTo>
                    <a:pt x="2052459" y="334200"/>
                  </a:lnTo>
                  <a:lnTo>
                    <a:pt x="2063648" y="334200"/>
                  </a:lnTo>
                  <a:lnTo>
                    <a:pt x="2063648" y="257581"/>
                  </a:lnTo>
                  <a:close/>
                </a:path>
                <a:path w="3517900" h="725804">
                  <a:moveTo>
                    <a:pt x="2118746" y="285038"/>
                  </a:moveTo>
                  <a:lnTo>
                    <a:pt x="2105240" y="285038"/>
                  </a:lnTo>
                  <a:lnTo>
                    <a:pt x="2112556" y="295325"/>
                  </a:lnTo>
                  <a:lnTo>
                    <a:pt x="2087410" y="302844"/>
                  </a:lnTo>
                  <a:lnTo>
                    <a:pt x="2076856" y="324916"/>
                  </a:lnTo>
                  <a:lnTo>
                    <a:pt x="2095423" y="335470"/>
                  </a:lnTo>
                  <a:lnTo>
                    <a:pt x="2112848" y="334200"/>
                  </a:lnTo>
                  <a:lnTo>
                    <a:pt x="2123770" y="334200"/>
                  </a:lnTo>
                  <a:lnTo>
                    <a:pt x="2123770" y="326491"/>
                  </a:lnTo>
                  <a:lnTo>
                    <a:pt x="2094687" y="326491"/>
                  </a:lnTo>
                  <a:lnTo>
                    <a:pt x="2086965" y="316115"/>
                  </a:lnTo>
                  <a:lnTo>
                    <a:pt x="2112594" y="313474"/>
                  </a:lnTo>
                  <a:lnTo>
                    <a:pt x="2123770" y="313474"/>
                  </a:lnTo>
                  <a:lnTo>
                    <a:pt x="2123770" y="291858"/>
                  </a:lnTo>
                  <a:lnTo>
                    <a:pt x="2118746" y="285038"/>
                  </a:lnTo>
                  <a:close/>
                </a:path>
                <a:path w="3517900" h="725804">
                  <a:moveTo>
                    <a:pt x="2123770" y="313474"/>
                  </a:moveTo>
                  <a:lnTo>
                    <a:pt x="2112594" y="313474"/>
                  </a:lnTo>
                  <a:lnTo>
                    <a:pt x="2097849" y="326491"/>
                  </a:lnTo>
                  <a:lnTo>
                    <a:pt x="2123770" y="326491"/>
                  </a:lnTo>
                  <a:lnTo>
                    <a:pt x="2123770" y="313474"/>
                  </a:lnTo>
                  <a:close/>
                </a:path>
                <a:path w="3517900" h="725804">
                  <a:moveTo>
                    <a:pt x="2113788" y="278307"/>
                  </a:moveTo>
                  <a:lnTo>
                    <a:pt x="2077758" y="290652"/>
                  </a:lnTo>
                  <a:lnTo>
                    <a:pt x="2088273" y="293052"/>
                  </a:lnTo>
                  <a:lnTo>
                    <a:pt x="2105240" y="285038"/>
                  </a:lnTo>
                  <a:lnTo>
                    <a:pt x="2118746" y="285038"/>
                  </a:lnTo>
                  <a:lnTo>
                    <a:pt x="2113788" y="278307"/>
                  </a:lnTo>
                  <a:close/>
                </a:path>
                <a:path w="3517900" h="725804">
                  <a:moveTo>
                    <a:pt x="2149411" y="276745"/>
                  </a:moveTo>
                  <a:lnTo>
                    <a:pt x="2138667" y="276745"/>
                  </a:lnTo>
                  <a:lnTo>
                    <a:pt x="2138667" y="334200"/>
                  </a:lnTo>
                  <a:lnTo>
                    <a:pt x="2149856" y="334200"/>
                  </a:lnTo>
                  <a:lnTo>
                    <a:pt x="2149856" y="300088"/>
                  </a:lnTo>
                  <a:lnTo>
                    <a:pt x="2152751" y="290131"/>
                  </a:lnTo>
                  <a:lnTo>
                    <a:pt x="2184624" y="290131"/>
                  </a:lnTo>
                  <a:lnTo>
                    <a:pt x="2183544" y="286092"/>
                  </a:lnTo>
                  <a:lnTo>
                    <a:pt x="2150122" y="286092"/>
                  </a:lnTo>
                  <a:lnTo>
                    <a:pt x="2149411" y="276745"/>
                  </a:lnTo>
                  <a:close/>
                </a:path>
                <a:path w="3517900" h="725804">
                  <a:moveTo>
                    <a:pt x="2184624" y="290131"/>
                  </a:moveTo>
                  <a:lnTo>
                    <a:pt x="2152751" y="290131"/>
                  </a:lnTo>
                  <a:lnTo>
                    <a:pt x="2174367" y="291579"/>
                  </a:lnTo>
                  <a:lnTo>
                    <a:pt x="2175446" y="334200"/>
                  </a:lnTo>
                  <a:lnTo>
                    <a:pt x="2186635" y="334200"/>
                  </a:lnTo>
                  <a:lnTo>
                    <a:pt x="2186635" y="297649"/>
                  </a:lnTo>
                  <a:lnTo>
                    <a:pt x="2184624" y="290131"/>
                  </a:lnTo>
                  <a:close/>
                </a:path>
                <a:path w="3517900" h="725804">
                  <a:moveTo>
                    <a:pt x="2162746" y="275996"/>
                  </a:moveTo>
                  <a:lnTo>
                    <a:pt x="2150122" y="286092"/>
                  </a:lnTo>
                  <a:lnTo>
                    <a:pt x="2183544" y="286092"/>
                  </a:lnTo>
                  <a:lnTo>
                    <a:pt x="2182583" y="282498"/>
                  </a:lnTo>
                  <a:lnTo>
                    <a:pt x="2162746" y="275996"/>
                  </a:lnTo>
                  <a:close/>
                </a:path>
                <a:path w="3517900" h="725804">
                  <a:moveTo>
                    <a:pt x="2214473" y="277164"/>
                  </a:moveTo>
                  <a:lnTo>
                    <a:pt x="2200160" y="294055"/>
                  </a:lnTo>
                  <a:lnTo>
                    <a:pt x="2204238" y="325780"/>
                  </a:lnTo>
                  <a:lnTo>
                    <a:pt x="2204262" y="325970"/>
                  </a:lnTo>
                  <a:lnTo>
                    <a:pt x="2223147" y="335318"/>
                  </a:lnTo>
                  <a:lnTo>
                    <a:pt x="2240686" y="334200"/>
                  </a:lnTo>
                  <a:lnTo>
                    <a:pt x="2251608" y="334200"/>
                  </a:lnTo>
                  <a:lnTo>
                    <a:pt x="2251608" y="325780"/>
                  </a:lnTo>
                  <a:lnTo>
                    <a:pt x="2225611" y="325780"/>
                  </a:lnTo>
                  <a:lnTo>
                    <a:pt x="2214994" y="321335"/>
                  </a:lnTo>
                  <a:lnTo>
                    <a:pt x="2213363" y="294055"/>
                  </a:lnTo>
                  <a:lnTo>
                    <a:pt x="2213254" y="292239"/>
                  </a:lnTo>
                  <a:lnTo>
                    <a:pt x="2231618" y="286334"/>
                  </a:lnTo>
                  <a:lnTo>
                    <a:pt x="2251608" y="286334"/>
                  </a:lnTo>
                  <a:lnTo>
                    <a:pt x="2251608" y="286054"/>
                  </a:lnTo>
                  <a:lnTo>
                    <a:pt x="2240432" y="286054"/>
                  </a:lnTo>
                  <a:lnTo>
                    <a:pt x="2214473" y="277164"/>
                  </a:lnTo>
                  <a:close/>
                </a:path>
                <a:path w="3517900" h="725804">
                  <a:moveTo>
                    <a:pt x="2251608" y="286334"/>
                  </a:moveTo>
                  <a:lnTo>
                    <a:pt x="2231618" y="286334"/>
                  </a:lnTo>
                  <a:lnTo>
                    <a:pt x="2240026" y="313055"/>
                  </a:lnTo>
                  <a:lnTo>
                    <a:pt x="2225611" y="325780"/>
                  </a:lnTo>
                  <a:lnTo>
                    <a:pt x="2251608" y="325780"/>
                  </a:lnTo>
                  <a:lnTo>
                    <a:pt x="2251608" y="286334"/>
                  </a:lnTo>
                  <a:close/>
                </a:path>
                <a:path w="3517900" h="725804">
                  <a:moveTo>
                    <a:pt x="2251608" y="257581"/>
                  </a:moveTo>
                  <a:lnTo>
                    <a:pt x="2240432" y="257581"/>
                  </a:lnTo>
                  <a:lnTo>
                    <a:pt x="2240432" y="286054"/>
                  </a:lnTo>
                  <a:lnTo>
                    <a:pt x="2251608" y="286054"/>
                  </a:lnTo>
                  <a:lnTo>
                    <a:pt x="2251608" y="257581"/>
                  </a:lnTo>
                  <a:close/>
                </a:path>
                <a:path w="3517900" h="725804">
                  <a:moveTo>
                    <a:pt x="2278316" y="276745"/>
                  </a:moveTo>
                  <a:lnTo>
                    <a:pt x="2267572" y="276745"/>
                  </a:lnTo>
                  <a:lnTo>
                    <a:pt x="2267572" y="334200"/>
                  </a:lnTo>
                  <a:lnTo>
                    <a:pt x="2278761" y="334200"/>
                  </a:lnTo>
                  <a:lnTo>
                    <a:pt x="2278761" y="296176"/>
                  </a:lnTo>
                  <a:lnTo>
                    <a:pt x="2296198" y="286588"/>
                  </a:lnTo>
                  <a:lnTo>
                    <a:pt x="2343886" y="286588"/>
                  </a:lnTo>
                  <a:lnTo>
                    <a:pt x="2343529" y="286092"/>
                  </a:lnTo>
                  <a:lnTo>
                    <a:pt x="2279027" y="286092"/>
                  </a:lnTo>
                  <a:lnTo>
                    <a:pt x="2278383" y="277622"/>
                  </a:lnTo>
                  <a:lnTo>
                    <a:pt x="2278316" y="276745"/>
                  </a:lnTo>
                  <a:close/>
                </a:path>
                <a:path w="3517900" h="725804">
                  <a:moveTo>
                    <a:pt x="2343886" y="286588"/>
                  </a:moveTo>
                  <a:lnTo>
                    <a:pt x="2296198" y="286588"/>
                  </a:lnTo>
                  <a:lnTo>
                    <a:pt x="2301062" y="334200"/>
                  </a:lnTo>
                  <a:lnTo>
                    <a:pt x="2312200" y="334200"/>
                  </a:lnTo>
                  <a:lnTo>
                    <a:pt x="2312200" y="297573"/>
                  </a:lnTo>
                  <a:lnTo>
                    <a:pt x="2317254" y="286766"/>
                  </a:lnTo>
                  <a:lnTo>
                    <a:pt x="2344014" y="286766"/>
                  </a:lnTo>
                  <a:lnTo>
                    <a:pt x="2343886" y="286588"/>
                  </a:lnTo>
                  <a:close/>
                </a:path>
                <a:path w="3517900" h="725804">
                  <a:moveTo>
                    <a:pt x="2344014" y="286766"/>
                  </a:moveTo>
                  <a:lnTo>
                    <a:pt x="2317254" y="286766"/>
                  </a:lnTo>
                  <a:lnTo>
                    <a:pt x="2333447" y="290004"/>
                  </a:lnTo>
                  <a:lnTo>
                    <a:pt x="2334501" y="334200"/>
                  </a:lnTo>
                  <a:lnTo>
                    <a:pt x="2345690" y="334200"/>
                  </a:lnTo>
                  <a:lnTo>
                    <a:pt x="2345690" y="289090"/>
                  </a:lnTo>
                  <a:lnTo>
                    <a:pt x="2344014" y="286766"/>
                  </a:lnTo>
                  <a:close/>
                </a:path>
                <a:path w="3517900" h="725804">
                  <a:moveTo>
                    <a:pt x="2290876" y="275996"/>
                  </a:moveTo>
                  <a:lnTo>
                    <a:pt x="2279027" y="286092"/>
                  </a:lnTo>
                  <a:lnTo>
                    <a:pt x="2310714" y="286092"/>
                  </a:lnTo>
                  <a:lnTo>
                    <a:pt x="2308860" y="282943"/>
                  </a:lnTo>
                  <a:lnTo>
                    <a:pt x="2290876" y="275996"/>
                  </a:lnTo>
                  <a:close/>
                </a:path>
                <a:path w="3517900" h="725804">
                  <a:moveTo>
                    <a:pt x="2323820" y="275996"/>
                  </a:moveTo>
                  <a:lnTo>
                    <a:pt x="2310714" y="286092"/>
                  </a:lnTo>
                  <a:lnTo>
                    <a:pt x="2343529" y="286092"/>
                  </a:lnTo>
                  <a:lnTo>
                    <a:pt x="2337422" y="277622"/>
                  </a:lnTo>
                  <a:lnTo>
                    <a:pt x="2323820" y="275996"/>
                  </a:lnTo>
                  <a:close/>
                </a:path>
                <a:path w="3517900" h="725804">
                  <a:moveTo>
                    <a:pt x="2400730" y="285038"/>
                  </a:moveTo>
                  <a:lnTo>
                    <a:pt x="2387231" y="285038"/>
                  </a:lnTo>
                  <a:lnTo>
                    <a:pt x="2394534" y="295325"/>
                  </a:lnTo>
                  <a:lnTo>
                    <a:pt x="2369400" y="302844"/>
                  </a:lnTo>
                  <a:lnTo>
                    <a:pt x="2358834" y="324916"/>
                  </a:lnTo>
                  <a:lnTo>
                    <a:pt x="2377401" y="335470"/>
                  </a:lnTo>
                  <a:lnTo>
                    <a:pt x="2394839" y="334200"/>
                  </a:lnTo>
                  <a:lnTo>
                    <a:pt x="2405761" y="334200"/>
                  </a:lnTo>
                  <a:lnTo>
                    <a:pt x="2405761" y="326491"/>
                  </a:lnTo>
                  <a:lnTo>
                    <a:pt x="2376665" y="326491"/>
                  </a:lnTo>
                  <a:lnTo>
                    <a:pt x="2368943" y="316115"/>
                  </a:lnTo>
                  <a:lnTo>
                    <a:pt x="2394572" y="313474"/>
                  </a:lnTo>
                  <a:lnTo>
                    <a:pt x="2405761" y="313474"/>
                  </a:lnTo>
                  <a:lnTo>
                    <a:pt x="2405761" y="291858"/>
                  </a:lnTo>
                  <a:lnTo>
                    <a:pt x="2400730" y="285038"/>
                  </a:lnTo>
                  <a:close/>
                </a:path>
                <a:path w="3517900" h="725804">
                  <a:moveTo>
                    <a:pt x="2405761" y="313474"/>
                  </a:moveTo>
                  <a:lnTo>
                    <a:pt x="2394572" y="313474"/>
                  </a:lnTo>
                  <a:lnTo>
                    <a:pt x="2379827" y="326491"/>
                  </a:lnTo>
                  <a:lnTo>
                    <a:pt x="2405761" y="326491"/>
                  </a:lnTo>
                  <a:lnTo>
                    <a:pt x="2405761" y="313474"/>
                  </a:lnTo>
                  <a:close/>
                </a:path>
                <a:path w="3517900" h="725804">
                  <a:moveTo>
                    <a:pt x="2395766" y="278307"/>
                  </a:moveTo>
                  <a:lnTo>
                    <a:pt x="2359748" y="290652"/>
                  </a:lnTo>
                  <a:lnTo>
                    <a:pt x="2370251" y="293052"/>
                  </a:lnTo>
                  <a:lnTo>
                    <a:pt x="2387231" y="285038"/>
                  </a:lnTo>
                  <a:lnTo>
                    <a:pt x="2400730" y="285038"/>
                  </a:lnTo>
                  <a:lnTo>
                    <a:pt x="2395766" y="278307"/>
                  </a:lnTo>
                  <a:close/>
                </a:path>
                <a:path w="3517900" h="725804">
                  <a:moveTo>
                    <a:pt x="2431465" y="276745"/>
                  </a:moveTo>
                  <a:lnTo>
                    <a:pt x="2420658" y="276745"/>
                  </a:lnTo>
                  <a:lnTo>
                    <a:pt x="2420658" y="334200"/>
                  </a:lnTo>
                  <a:lnTo>
                    <a:pt x="2431846" y="334200"/>
                  </a:lnTo>
                  <a:lnTo>
                    <a:pt x="2431846" y="299110"/>
                  </a:lnTo>
                  <a:lnTo>
                    <a:pt x="2445575" y="286169"/>
                  </a:lnTo>
                  <a:lnTo>
                    <a:pt x="2445752" y="285864"/>
                  </a:lnTo>
                  <a:lnTo>
                    <a:pt x="2432062" y="285864"/>
                  </a:lnTo>
                  <a:lnTo>
                    <a:pt x="2431465" y="276745"/>
                  </a:lnTo>
                  <a:close/>
                </a:path>
                <a:path w="3517900" h="725804">
                  <a:moveTo>
                    <a:pt x="2451404" y="276136"/>
                  </a:moveTo>
                  <a:lnTo>
                    <a:pt x="2432062" y="285864"/>
                  </a:lnTo>
                  <a:lnTo>
                    <a:pt x="2445752" y="285864"/>
                  </a:lnTo>
                  <a:lnTo>
                    <a:pt x="2451404" y="276136"/>
                  </a:lnTo>
                  <a:close/>
                </a:path>
                <a:path w="3517900" h="725804">
                  <a:moveTo>
                    <a:pt x="2472270" y="257581"/>
                  </a:moveTo>
                  <a:lnTo>
                    <a:pt x="2461082" y="257581"/>
                  </a:lnTo>
                  <a:lnTo>
                    <a:pt x="2461082" y="334200"/>
                  </a:lnTo>
                  <a:lnTo>
                    <a:pt x="2472270" y="334200"/>
                  </a:lnTo>
                  <a:lnTo>
                    <a:pt x="2472270" y="314706"/>
                  </a:lnTo>
                  <a:lnTo>
                    <a:pt x="2471369" y="314706"/>
                  </a:lnTo>
                  <a:lnTo>
                    <a:pt x="2471305" y="301053"/>
                  </a:lnTo>
                  <a:lnTo>
                    <a:pt x="2472270" y="300108"/>
                  </a:lnTo>
                  <a:lnTo>
                    <a:pt x="2472270" y="257581"/>
                  </a:lnTo>
                  <a:close/>
                </a:path>
                <a:path w="3517900" h="725804">
                  <a:moveTo>
                    <a:pt x="2485611" y="300539"/>
                  </a:moveTo>
                  <a:lnTo>
                    <a:pt x="2477840" y="308269"/>
                  </a:lnTo>
                  <a:lnTo>
                    <a:pt x="2497378" y="334200"/>
                  </a:lnTo>
                  <a:lnTo>
                    <a:pt x="2511107" y="334200"/>
                  </a:lnTo>
                  <a:lnTo>
                    <a:pt x="2485611" y="300539"/>
                  </a:lnTo>
                  <a:close/>
                </a:path>
                <a:path w="3517900" h="725804">
                  <a:moveTo>
                    <a:pt x="2472270" y="300108"/>
                  </a:moveTo>
                  <a:lnTo>
                    <a:pt x="2471305" y="301053"/>
                  </a:lnTo>
                  <a:lnTo>
                    <a:pt x="2471369" y="314706"/>
                  </a:lnTo>
                  <a:lnTo>
                    <a:pt x="2472270" y="313809"/>
                  </a:lnTo>
                  <a:lnTo>
                    <a:pt x="2472270" y="300108"/>
                  </a:lnTo>
                  <a:close/>
                </a:path>
                <a:path w="3517900" h="725804">
                  <a:moveTo>
                    <a:pt x="2472270" y="313809"/>
                  </a:moveTo>
                  <a:lnTo>
                    <a:pt x="2471369" y="314706"/>
                  </a:lnTo>
                  <a:lnTo>
                    <a:pt x="2472270" y="314706"/>
                  </a:lnTo>
                  <a:lnTo>
                    <a:pt x="2472270" y="313809"/>
                  </a:lnTo>
                  <a:close/>
                </a:path>
                <a:path w="3517900" h="725804">
                  <a:moveTo>
                    <a:pt x="2509532" y="276745"/>
                  </a:moveTo>
                  <a:lnTo>
                    <a:pt x="2496134" y="276745"/>
                  </a:lnTo>
                  <a:lnTo>
                    <a:pt x="2472270" y="300108"/>
                  </a:lnTo>
                  <a:lnTo>
                    <a:pt x="2472270" y="313809"/>
                  </a:lnTo>
                  <a:lnTo>
                    <a:pt x="2477840" y="308269"/>
                  </a:lnTo>
                  <a:lnTo>
                    <a:pt x="2476804" y="306895"/>
                  </a:lnTo>
                  <a:lnTo>
                    <a:pt x="2484501" y="299072"/>
                  </a:lnTo>
                  <a:lnTo>
                    <a:pt x="2487086" y="299072"/>
                  </a:lnTo>
                  <a:lnTo>
                    <a:pt x="2509532" y="276745"/>
                  </a:lnTo>
                  <a:close/>
                </a:path>
                <a:path w="3517900" h="725804">
                  <a:moveTo>
                    <a:pt x="2484501" y="299072"/>
                  </a:moveTo>
                  <a:lnTo>
                    <a:pt x="2476804" y="306895"/>
                  </a:lnTo>
                  <a:lnTo>
                    <a:pt x="2477840" y="308269"/>
                  </a:lnTo>
                  <a:lnTo>
                    <a:pt x="2485611" y="300539"/>
                  </a:lnTo>
                  <a:lnTo>
                    <a:pt x="2484501" y="299072"/>
                  </a:lnTo>
                  <a:close/>
                </a:path>
                <a:path w="3517900" h="725804">
                  <a:moveTo>
                    <a:pt x="2487086" y="299072"/>
                  </a:moveTo>
                  <a:lnTo>
                    <a:pt x="2484501" y="299072"/>
                  </a:lnTo>
                  <a:lnTo>
                    <a:pt x="2485611" y="300539"/>
                  </a:lnTo>
                  <a:lnTo>
                    <a:pt x="2487086" y="299072"/>
                  </a:lnTo>
                  <a:close/>
                </a:path>
                <a:path w="3517900" h="725804">
                  <a:moveTo>
                    <a:pt x="2534272" y="323722"/>
                  </a:moveTo>
                  <a:lnTo>
                    <a:pt x="2523502" y="323722"/>
                  </a:lnTo>
                  <a:lnTo>
                    <a:pt x="2519184" y="351358"/>
                  </a:lnTo>
                  <a:lnTo>
                    <a:pt x="2526792" y="352907"/>
                  </a:lnTo>
                  <a:lnTo>
                    <a:pt x="2534272" y="323722"/>
                  </a:lnTo>
                  <a:close/>
                </a:path>
                <a:path w="3517900" h="725804">
                  <a:moveTo>
                    <a:pt x="2577617" y="257581"/>
                  </a:moveTo>
                  <a:lnTo>
                    <a:pt x="2577617" y="334200"/>
                  </a:lnTo>
                  <a:lnTo>
                    <a:pt x="2589174" y="334200"/>
                  </a:lnTo>
                  <a:lnTo>
                    <a:pt x="2589174" y="307263"/>
                  </a:lnTo>
                  <a:lnTo>
                    <a:pt x="2586113" y="307263"/>
                  </a:lnTo>
                  <a:lnTo>
                    <a:pt x="2586113" y="297459"/>
                  </a:lnTo>
                  <a:lnTo>
                    <a:pt x="2589174" y="296959"/>
                  </a:lnTo>
                  <a:lnTo>
                    <a:pt x="2589174" y="267500"/>
                  </a:lnTo>
                  <a:lnTo>
                    <a:pt x="2625110" y="267500"/>
                  </a:lnTo>
                  <a:lnTo>
                    <a:pt x="2623654" y="263004"/>
                  </a:lnTo>
                  <a:lnTo>
                    <a:pt x="2577617" y="257581"/>
                  </a:lnTo>
                  <a:close/>
                </a:path>
                <a:path w="3517900" h="725804">
                  <a:moveTo>
                    <a:pt x="2589174" y="296959"/>
                  </a:moveTo>
                  <a:lnTo>
                    <a:pt x="2586113" y="297459"/>
                  </a:lnTo>
                  <a:lnTo>
                    <a:pt x="2586113" y="307263"/>
                  </a:lnTo>
                  <a:lnTo>
                    <a:pt x="2589174" y="307263"/>
                  </a:lnTo>
                  <a:lnTo>
                    <a:pt x="2589174" y="296959"/>
                  </a:lnTo>
                  <a:close/>
                </a:path>
                <a:path w="3517900" h="725804">
                  <a:moveTo>
                    <a:pt x="2625110" y="267500"/>
                  </a:moveTo>
                  <a:lnTo>
                    <a:pt x="2589174" y="267500"/>
                  </a:lnTo>
                  <a:lnTo>
                    <a:pt x="2615336" y="270675"/>
                  </a:lnTo>
                  <a:lnTo>
                    <a:pt x="2617076" y="292404"/>
                  </a:lnTo>
                  <a:lnTo>
                    <a:pt x="2589174" y="296959"/>
                  </a:lnTo>
                  <a:lnTo>
                    <a:pt x="2589174" y="307263"/>
                  </a:lnTo>
                  <a:lnTo>
                    <a:pt x="2604884" y="307263"/>
                  </a:lnTo>
                  <a:lnTo>
                    <a:pt x="2623604" y="301815"/>
                  </a:lnTo>
                  <a:lnTo>
                    <a:pt x="2631452" y="287096"/>
                  </a:lnTo>
                  <a:lnTo>
                    <a:pt x="2625110" y="267500"/>
                  </a:lnTo>
                  <a:close/>
                </a:path>
                <a:path w="3517900" h="725804">
                  <a:moveTo>
                    <a:pt x="2656560" y="257581"/>
                  </a:moveTo>
                  <a:lnTo>
                    <a:pt x="2645003" y="257581"/>
                  </a:lnTo>
                  <a:lnTo>
                    <a:pt x="2645003" y="334200"/>
                  </a:lnTo>
                  <a:lnTo>
                    <a:pt x="2656560" y="334200"/>
                  </a:lnTo>
                  <a:lnTo>
                    <a:pt x="2656560" y="257581"/>
                  </a:lnTo>
                  <a:close/>
                </a:path>
                <a:path w="3517900" h="725804">
                  <a:moveTo>
                    <a:pt x="2684094" y="257581"/>
                  </a:moveTo>
                  <a:lnTo>
                    <a:pt x="2673388" y="257581"/>
                  </a:lnTo>
                  <a:lnTo>
                    <a:pt x="2673388" y="334200"/>
                  </a:lnTo>
                  <a:lnTo>
                    <a:pt x="2684957" y="334200"/>
                  </a:lnTo>
                  <a:lnTo>
                    <a:pt x="2684957" y="278015"/>
                  </a:lnTo>
                  <a:lnTo>
                    <a:pt x="2698505" y="278015"/>
                  </a:lnTo>
                  <a:lnTo>
                    <a:pt x="2684094" y="257581"/>
                  </a:lnTo>
                  <a:close/>
                </a:path>
                <a:path w="3517900" h="725804">
                  <a:moveTo>
                    <a:pt x="2698505" y="278015"/>
                  </a:moveTo>
                  <a:lnTo>
                    <a:pt x="2684957" y="278015"/>
                  </a:lnTo>
                  <a:lnTo>
                    <a:pt x="2724607" y="334200"/>
                  </a:lnTo>
                  <a:lnTo>
                    <a:pt x="2735237" y="334200"/>
                  </a:lnTo>
                  <a:lnTo>
                    <a:pt x="2735237" y="313855"/>
                  </a:lnTo>
                  <a:lnTo>
                    <a:pt x="2723781" y="313855"/>
                  </a:lnTo>
                  <a:lnTo>
                    <a:pt x="2698505" y="278015"/>
                  </a:lnTo>
                  <a:close/>
                </a:path>
                <a:path w="3517900" h="725804">
                  <a:moveTo>
                    <a:pt x="2735237" y="257581"/>
                  </a:moveTo>
                  <a:lnTo>
                    <a:pt x="2723781" y="257581"/>
                  </a:lnTo>
                  <a:lnTo>
                    <a:pt x="2723781" y="313855"/>
                  </a:lnTo>
                  <a:lnTo>
                    <a:pt x="2735237" y="313855"/>
                  </a:lnTo>
                  <a:lnTo>
                    <a:pt x="2735237" y="257581"/>
                  </a:lnTo>
                  <a:close/>
                </a:path>
                <a:path w="3517900" h="725804">
                  <a:moveTo>
                    <a:pt x="2797759" y="275996"/>
                  </a:moveTo>
                  <a:lnTo>
                    <a:pt x="2781985" y="285788"/>
                  </a:lnTo>
                  <a:lnTo>
                    <a:pt x="2776499" y="311492"/>
                  </a:lnTo>
                  <a:lnTo>
                    <a:pt x="2784919" y="329044"/>
                  </a:lnTo>
                  <a:lnTo>
                    <a:pt x="2803283" y="335356"/>
                  </a:lnTo>
                  <a:lnTo>
                    <a:pt x="2811767" y="334530"/>
                  </a:lnTo>
                  <a:lnTo>
                    <a:pt x="2822226" y="321716"/>
                  </a:lnTo>
                  <a:lnTo>
                    <a:pt x="2792768" y="321716"/>
                  </a:lnTo>
                  <a:lnTo>
                    <a:pt x="2791028" y="291833"/>
                  </a:lnTo>
                  <a:lnTo>
                    <a:pt x="2806915" y="285419"/>
                  </a:lnTo>
                  <a:lnTo>
                    <a:pt x="2822435" y="285419"/>
                  </a:lnTo>
                  <a:lnTo>
                    <a:pt x="2821012" y="282257"/>
                  </a:lnTo>
                  <a:lnTo>
                    <a:pt x="2797759" y="275996"/>
                  </a:lnTo>
                  <a:close/>
                </a:path>
                <a:path w="3517900" h="725804">
                  <a:moveTo>
                    <a:pt x="2826880" y="316014"/>
                  </a:moveTo>
                  <a:lnTo>
                    <a:pt x="2792768" y="321716"/>
                  </a:lnTo>
                  <a:lnTo>
                    <a:pt x="2822226" y="321716"/>
                  </a:lnTo>
                  <a:lnTo>
                    <a:pt x="2826880" y="316014"/>
                  </a:lnTo>
                  <a:close/>
                </a:path>
                <a:path w="3517900" h="725804">
                  <a:moveTo>
                    <a:pt x="2822435" y="285419"/>
                  </a:moveTo>
                  <a:lnTo>
                    <a:pt x="2806915" y="285419"/>
                  </a:lnTo>
                  <a:lnTo>
                    <a:pt x="2815996" y="295300"/>
                  </a:lnTo>
                  <a:lnTo>
                    <a:pt x="2826880" y="295300"/>
                  </a:lnTo>
                  <a:lnTo>
                    <a:pt x="2822435" y="285419"/>
                  </a:lnTo>
                  <a:close/>
                </a:path>
                <a:path w="3517900" h="725804">
                  <a:moveTo>
                    <a:pt x="2873133" y="277228"/>
                  </a:moveTo>
                  <a:lnTo>
                    <a:pt x="2852966" y="277228"/>
                  </a:lnTo>
                  <a:lnTo>
                    <a:pt x="2837370" y="294563"/>
                  </a:lnTo>
                  <a:lnTo>
                    <a:pt x="2841815" y="325729"/>
                  </a:lnTo>
                  <a:lnTo>
                    <a:pt x="2863049" y="335356"/>
                  </a:lnTo>
                  <a:lnTo>
                    <a:pt x="2868434" y="335356"/>
                  </a:lnTo>
                  <a:lnTo>
                    <a:pt x="2883887" y="325970"/>
                  </a:lnTo>
                  <a:lnTo>
                    <a:pt x="2863088" y="325970"/>
                  </a:lnTo>
                  <a:lnTo>
                    <a:pt x="2852039" y="321360"/>
                  </a:lnTo>
                  <a:lnTo>
                    <a:pt x="2850458" y="294563"/>
                  </a:lnTo>
                  <a:lnTo>
                    <a:pt x="2850337" y="292506"/>
                  </a:lnTo>
                  <a:lnTo>
                    <a:pt x="2869476" y="286283"/>
                  </a:lnTo>
                  <a:lnTo>
                    <a:pt x="2881279" y="286283"/>
                  </a:lnTo>
                  <a:lnTo>
                    <a:pt x="2873133" y="277228"/>
                  </a:lnTo>
                  <a:close/>
                </a:path>
                <a:path w="3517900" h="725804">
                  <a:moveTo>
                    <a:pt x="2881279" y="286283"/>
                  </a:moveTo>
                  <a:lnTo>
                    <a:pt x="2869476" y="286283"/>
                  </a:lnTo>
                  <a:lnTo>
                    <a:pt x="2878543" y="309384"/>
                  </a:lnTo>
                  <a:lnTo>
                    <a:pt x="2863088" y="325970"/>
                  </a:lnTo>
                  <a:lnTo>
                    <a:pt x="2883887" y="325970"/>
                  </a:lnTo>
                  <a:lnTo>
                    <a:pt x="2884284" y="325729"/>
                  </a:lnTo>
                  <a:lnTo>
                    <a:pt x="2888729" y="294563"/>
                  </a:lnTo>
                  <a:lnTo>
                    <a:pt x="2881279" y="286283"/>
                  </a:lnTo>
                  <a:close/>
                </a:path>
                <a:path w="3517900" h="725804">
                  <a:moveTo>
                    <a:pt x="2915170" y="277164"/>
                  </a:moveTo>
                  <a:lnTo>
                    <a:pt x="2900845" y="294055"/>
                  </a:lnTo>
                  <a:lnTo>
                    <a:pt x="2904922" y="325780"/>
                  </a:lnTo>
                  <a:lnTo>
                    <a:pt x="2904947" y="325970"/>
                  </a:lnTo>
                  <a:lnTo>
                    <a:pt x="2923832" y="335318"/>
                  </a:lnTo>
                  <a:lnTo>
                    <a:pt x="2941370" y="334200"/>
                  </a:lnTo>
                  <a:lnTo>
                    <a:pt x="2952305" y="334200"/>
                  </a:lnTo>
                  <a:lnTo>
                    <a:pt x="2952305" y="325780"/>
                  </a:lnTo>
                  <a:lnTo>
                    <a:pt x="2926295" y="325780"/>
                  </a:lnTo>
                  <a:lnTo>
                    <a:pt x="2915678" y="321335"/>
                  </a:lnTo>
                  <a:lnTo>
                    <a:pt x="2914047" y="294055"/>
                  </a:lnTo>
                  <a:lnTo>
                    <a:pt x="2913938" y="292239"/>
                  </a:lnTo>
                  <a:lnTo>
                    <a:pt x="2932315" y="286334"/>
                  </a:lnTo>
                  <a:lnTo>
                    <a:pt x="2952305" y="286334"/>
                  </a:lnTo>
                  <a:lnTo>
                    <a:pt x="2952305" y="286054"/>
                  </a:lnTo>
                  <a:lnTo>
                    <a:pt x="2941116" y="286054"/>
                  </a:lnTo>
                  <a:lnTo>
                    <a:pt x="2915170" y="277164"/>
                  </a:lnTo>
                  <a:close/>
                </a:path>
                <a:path w="3517900" h="725804">
                  <a:moveTo>
                    <a:pt x="2952305" y="286334"/>
                  </a:moveTo>
                  <a:lnTo>
                    <a:pt x="2932315" y="286334"/>
                  </a:lnTo>
                  <a:lnTo>
                    <a:pt x="2940710" y="313055"/>
                  </a:lnTo>
                  <a:lnTo>
                    <a:pt x="2926295" y="325780"/>
                  </a:lnTo>
                  <a:lnTo>
                    <a:pt x="2952305" y="325780"/>
                  </a:lnTo>
                  <a:lnTo>
                    <a:pt x="2952305" y="286334"/>
                  </a:lnTo>
                  <a:close/>
                </a:path>
                <a:path w="3517900" h="725804">
                  <a:moveTo>
                    <a:pt x="2952305" y="257581"/>
                  </a:moveTo>
                  <a:lnTo>
                    <a:pt x="2941116" y="257581"/>
                  </a:lnTo>
                  <a:lnTo>
                    <a:pt x="2941116" y="286054"/>
                  </a:lnTo>
                  <a:lnTo>
                    <a:pt x="2952305" y="286054"/>
                  </a:lnTo>
                  <a:lnTo>
                    <a:pt x="2952305" y="257581"/>
                  </a:lnTo>
                  <a:close/>
                </a:path>
                <a:path w="3517900" h="725804">
                  <a:moveTo>
                    <a:pt x="2982239" y="277253"/>
                  </a:moveTo>
                  <a:lnTo>
                    <a:pt x="2966783" y="294766"/>
                  </a:lnTo>
                  <a:lnTo>
                    <a:pt x="2971190" y="325856"/>
                  </a:lnTo>
                  <a:lnTo>
                    <a:pt x="2993034" y="335356"/>
                  </a:lnTo>
                  <a:lnTo>
                    <a:pt x="2997225" y="335356"/>
                  </a:lnTo>
                  <a:lnTo>
                    <a:pt x="3013450" y="322605"/>
                  </a:lnTo>
                  <a:lnTo>
                    <a:pt x="2982125" y="322605"/>
                  </a:lnTo>
                  <a:lnTo>
                    <a:pt x="2979082" y="308838"/>
                  </a:lnTo>
                  <a:lnTo>
                    <a:pt x="2972003" y="308838"/>
                  </a:lnTo>
                  <a:lnTo>
                    <a:pt x="2972003" y="300456"/>
                  </a:lnTo>
                  <a:lnTo>
                    <a:pt x="2977230" y="300456"/>
                  </a:lnTo>
                  <a:lnTo>
                    <a:pt x="2976829" y="298640"/>
                  </a:lnTo>
                  <a:lnTo>
                    <a:pt x="2995206" y="285229"/>
                  </a:lnTo>
                  <a:lnTo>
                    <a:pt x="3012350" y="285229"/>
                  </a:lnTo>
                  <a:lnTo>
                    <a:pt x="3012287" y="284949"/>
                  </a:lnTo>
                  <a:lnTo>
                    <a:pt x="2982239" y="277253"/>
                  </a:lnTo>
                  <a:close/>
                </a:path>
                <a:path w="3517900" h="725804">
                  <a:moveTo>
                    <a:pt x="3006382" y="317931"/>
                  </a:moveTo>
                  <a:lnTo>
                    <a:pt x="2982125" y="322605"/>
                  </a:lnTo>
                  <a:lnTo>
                    <a:pt x="3013450" y="322605"/>
                  </a:lnTo>
                  <a:lnTo>
                    <a:pt x="3016973" y="319836"/>
                  </a:lnTo>
                  <a:lnTo>
                    <a:pt x="3006382" y="317931"/>
                  </a:lnTo>
                  <a:close/>
                </a:path>
                <a:path w="3517900" h="725804">
                  <a:moveTo>
                    <a:pt x="2977230" y="300456"/>
                  </a:moveTo>
                  <a:lnTo>
                    <a:pt x="2972003" y="300456"/>
                  </a:lnTo>
                  <a:lnTo>
                    <a:pt x="2972003" y="308838"/>
                  </a:lnTo>
                  <a:lnTo>
                    <a:pt x="2979082" y="308838"/>
                  </a:lnTo>
                  <a:lnTo>
                    <a:pt x="2977230" y="300456"/>
                  </a:lnTo>
                  <a:close/>
                </a:path>
                <a:path w="3517900" h="725804">
                  <a:moveTo>
                    <a:pt x="3012350" y="285229"/>
                  </a:moveTo>
                  <a:lnTo>
                    <a:pt x="2995206" y="285229"/>
                  </a:lnTo>
                  <a:lnTo>
                    <a:pt x="3006725" y="300456"/>
                  </a:lnTo>
                  <a:lnTo>
                    <a:pt x="2977230" y="300456"/>
                  </a:lnTo>
                  <a:lnTo>
                    <a:pt x="2979082" y="308838"/>
                  </a:lnTo>
                  <a:lnTo>
                    <a:pt x="3017685" y="308838"/>
                  </a:lnTo>
                  <a:lnTo>
                    <a:pt x="3012350" y="285229"/>
                  </a:lnTo>
                  <a:close/>
                </a:path>
                <a:path w="3517900" h="725804">
                  <a:moveTo>
                    <a:pt x="3044647" y="323722"/>
                  </a:moveTo>
                  <a:lnTo>
                    <a:pt x="3033877" y="323722"/>
                  </a:lnTo>
                  <a:lnTo>
                    <a:pt x="3029559" y="351358"/>
                  </a:lnTo>
                  <a:lnTo>
                    <a:pt x="3037166" y="352907"/>
                  </a:lnTo>
                  <a:lnTo>
                    <a:pt x="3044647" y="323722"/>
                  </a:lnTo>
                  <a:close/>
                </a:path>
                <a:path w="3517900" h="725804">
                  <a:moveTo>
                    <a:pt x="3135391" y="325259"/>
                  </a:moveTo>
                  <a:lnTo>
                    <a:pt x="3098901" y="325259"/>
                  </a:lnTo>
                  <a:lnTo>
                    <a:pt x="3121088" y="335318"/>
                  </a:lnTo>
                  <a:lnTo>
                    <a:pt x="3135299" y="325970"/>
                  </a:lnTo>
                  <a:lnTo>
                    <a:pt x="3135391" y="325259"/>
                  </a:lnTo>
                  <a:close/>
                </a:path>
                <a:path w="3517900" h="725804">
                  <a:moveTo>
                    <a:pt x="3099168" y="257581"/>
                  </a:moveTo>
                  <a:lnTo>
                    <a:pt x="3087979" y="257581"/>
                  </a:lnTo>
                  <a:lnTo>
                    <a:pt x="3087979" y="334200"/>
                  </a:lnTo>
                  <a:lnTo>
                    <a:pt x="3098901" y="334200"/>
                  </a:lnTo>
                  <a:lnTo>
                    <a:pt x="3098901" y="325259"/>
                  </a:lnTo>
                  <a:lnTo>
                    <a:pt x="3135391" y="325259"/>
                  </a:lnTo>
                  <a:lnTo>
                    <a:pt x="3135434" y="324929"/>
                  </a:lnTo>
                  <a:lnTo>
                    <a:pt x="3108007" y="324929"/>
                  </a:lnTo>
                  <a:lnTo>
                    <a:pt x="3098939" y="305473"/>
                  </a:lnTo>
                  <a:lnTo>
                    <a:pt x="3103447" y="289852"/>
                  </a:lnTo>
                  <a:lnTo>
                    <a:pt x="3103499" y="289674"/>
                  </a:lnTo>
                  <a:lnTo>
                    <a:pt x="3135714" y="289674"/>
                  </a:lnTo>
                  <a:lnTo>
                    <a:pt x="3126631" y="278955"/>
                  </a:lnTo>
                  <a:lnTo>
                    <a:pt x="3105569" y="278955"/>
                  </a:lnTo>
                  <a:lnTo>
                    <a:pt x="3099168" y="257581"/>
                  </a:lnTo>
                  <a:close/>
                </a:path>
                <a:path w="3517900" h="725804">
                  <a:moveTo>
                    <a:pt x="3135714" y="289674"/>
                  </a:moveTo>
                  <a:lnTo>
                    <a:pt x="3103499" y="289674"/>
                  </a:lnTo>
                  <a:lnTo>
                    <a:pt x="3124631" y="289852"/>
                  </a:lnTo>
                  <a:lnTo>
                    <a:pt x="3126270" y="318897"/>
                  </a:lnTo>
                  <a:lnTo>
                    <a:pt x="3108007" y="324929"/>
                  </a:lnTo>
                  <a:lnTo>
                    <a:pt x="3135434" y="324929"/>
                  </a:lnTo>
                  <a:lnTo>
                    <a:pt x="3139427" y="294055"/>
                  </a:lnTo>
                  <a:lnTo>
                    <a:pt x="3135714" y="289674"/>
                  </a:lnTo>
                  <a:close/>
                </a:path>
                <a:path w="3517900" h="725804">
                  <a:moveTo>
                    <a:pt x="3125114" y="277164"/>
                  </a:moveTo>
                  <a:lnTo>
                    <a:pt x="3105569" y="278955"/>
                  </a:lnTo>
                  <a:lnTo>
                    <a:pt x="3126631" y="278955"/>
                  </a:lnTo>
                  <a:lnTo>
                    <a:pt x="3125114" y="277164"/>
                  </a:lnTo>
                  <a:close/>
                </a:path>
                <a:path w="3517900" h="725804">
                  <a:moveTo>
                    <a:pt x="3164217" y="276745"/>
                  </a:moveTo>
                  <a:lnTo>
                    <a:pt x="3153029" y="276745"/>
                  </a:lnTo>
                  <a:lnTo>
                    <a:pt x="3153029" y="313283"/>
                  </a:lnTo>
                  <a:lnTo>
                    <a:pt x="3157042" y="328434"/>
                  </a:lnTo>
                  <a:lnTo>
                    <a:pt x="3176193" y="334949"/>
                  </a:lnTo>
                  <a:lnTo>
                    <a:pt x="3189058" y="324243"/>
                  </a:lnTo>
                  <a:lnTo>
                    <a:pt x="3200654" y="324243"/>
                  </a:lnTo>
                  <a:lnTo>
                    <a:pt x="3200654" y="320573"/>
                  </a:lnTo>
                  <a:lnTo>
                    <a:pt x="3185998" y="320573"/>
                  </a:lnTo>
                  <a:lnTo>
                    <a:pt x="3165297" y="318973"/>
                  </a:lnTo>
                  <a:lnTo>
                    <a:pt x="3164217" y="276745"/>
                  </a:lnTo>
                  <a:close/>
                </a:path>
                <a:path w="3517900" h="725804">
                  <a:moveTo>
                    <a:pt x="3200654" y="324243"/>
                  </a:moveTo>
                  <a:lnTo>
                    <a:pt x="3189058" y="324243"/>
                  </a:lnTo>
                  <a:lnTo>
                    <a:pt x="3189655" y="334200"/>
                  </a:lnTo>
                  <a:lnTo>
                    <a:pt x="3200654" y="334200"/>
                  </a:lnTo>
                  <a:lnTo>
                    <a:pt x="3200654" y="324243"/>
                  </a:lnTo>
                  <a:close/>
                </a:path>
                <a:path w="3517900" h="725804">
                  <a:moveTo>
                    <a:pt x="3200654" y="276745"/>
                  </a:moveTo>
                  <a:lnTo>
                    <a:pt x="3189427" y="276745"/>
                  </a:lnTo>
                  <a:lnTo>
                    <a:pt x="3189427" y="310375"/>
                  </a:lnTo>
                  <a:lnTo>
                    <a:pt x="3185998" y="320573"/>
                  </a:lnTo>
                  <a:lnTo>
                    <a:pt x="3200654" y="320573"/>
                  </a:lnTo>
                  <a:lnTo>
                    <a:pt x="3200654" y="276745"/>
                  </a:lnTo>
                  <a:close/>
                </a:path>
                <a:path w="3517900" h="725804">
                  <a:moveTo>
                    <a:pt x="3226866" y="276745"/>
                  </a:moveTo>
                  <a:lnTo>
                    <a:pt x="3215678" y="276745"/>
                  </a:lnTo>
                  <a:lnTo>
                    <a:pt x="3215678" y="334200"/>
                  </a:lnTo>
                  <a:lnTo>
                    <a:pt x="3226866" y="334200"/>
                  </a:lnTo>
                  <a:lnTo>
                    <a:pt x="3226866" y="276745"/>
                  </a:lnTo>
                  <a:close/>
                </a:path>
                <a:path w="3517900" h="725804">
                  <a:moveTo>
                    <a:pt x="3219386" y="254520"/>
                  </a:moveTo>
                  <a:lnTo>
                    <a:pt x="3221329" y="267868"/>
                  </a:lnTo>
                  <a:lnTo>
                    <a:pt x="3223272" y="267868"/>
                  </a:lnTo>
                  <a:lnTo>
                    <a:pt x="3219386" y="254520"/>
                  </a:lnTo>
                  <a:close/>
                </a:path>
                <a:path w="3517900" h="725804">
                  <a:moveTo>
                    <a:pt x="3253105" y="257581"/>
                  </a:moveTo>
                  <a:lnTo>
                    <a:pt x="3241916" y="257581"/>
                  </a:lnTo>
                  <a:lnTo>
                    <a:pt x="3241916" y="334200"/>
                  </a:lnTo>
                  <a:lnTo>
                    <a:pt x="3253105" y="334200"/>
                  </a:lnTo>
                  <a:lnTo>
                    <a:pt x="3253105" y="257581"/>
                  </a:lnTo>
                  <a:close/>
                </a:path>
                <a:path w="3517900" h="725804">
                  <a:moveTo>
                    <a:pt x="3280994" y="277164"/>
                  </a:moveTo>
                  <a:lnTo>
                    <a:pt x="3266681" y="294055"/>
                  </a:lnTo>
                  <a:lnTo>
                    <a:pt x="3270758" y="325780"/>
                  </a:lnTo>
                  <a:lnTo>
                    <a:pt x="3270783" y="325970"/>
                  </a:lnTo>
                  <a:lnTo>
                    <a:pt x="3289655" y="335318"/>
                  </a:lnTo>
                  <a:lnTo>
                    <a:pt x="3307207" y="334200"/>
                  </a:lnTo>
                  <a:lnTo>
                    <a:pt x="3318129" y="334200"/>
                  </a:lnTo>
                  <a:lnTo>
                    <a:pt x="3318129" y="325780"/>
                  </a:lnTo>
                  <a:lnTo>
                    <a:pt x="3292132" y="325780"/>
                  </a:lnTo>
                  <a:lnTo>
                    <a:pt x="3281502" y="321335"/>
                  </a:lnTo>
                  <a:lnTo>
                    <a:pt x="3279882" y="294055"/>
                  </a:lnTo>
                  <a:lnTo>
                    <a:pt x="3279775" y="292239"/>
                  </a:lnTo>
                  <a:lnTo>
                    <a:pt x="3298139" y="286334"/>
                  </a:lnTo>
                  <a:lnTo>
                    <a:pt x="3318129" y="286334"/>
                  </a:lnTo>
                  <a:lnTo>
                    <a:pt x="3318129" y="286054"/>
                  </a:lnTo>
                  <a:lnTo>
                    <a:pt x="3306940" y="286054"/>
                  </a:lnTo>
                  <a:lnTo>
                    <a:pt x="3280994" y="277164"/>
                  </a:lnTo>
                  <a:close/>
                </a:path>
                <a:path w="3517900" h="725804">
                  <a:moveTo>
                    <a:pt x="3318129" y="286334"/>
                  </a:moveTo>
                  <a:lnTo>
                    <a:pt x="3298139" y="286334"/>
                  </a:lnTo>
                  <a:lnTo>
                    <a:pt x="3306546" y="313055"/>
                  </a:lnTo>
                  <a:lnTo>
                    <a:pt x="3292132" y="325780"/>
                  </a:lnTo>
                  <a:lnTo>
                    <a:pt x="3318129" y="325780"/>
                  </a:lnTo>
                  <a:lnTo>
                    <a:pt x="3318129" y="286334"/>
                  </a:lnTo>
                  <a:close/>
                </a:path>
                <a:path w="3517900" h="725804">
                  <a:moveTo>
                    <a:pt x="3318129" y="257581"/>
                  </a:moveTo>
                  <a:lnTo>
                    <a:pt x="3306940" y="257581"/>
                  </a:lnTo>
                  <a:lnTo>
                    <a:pt x="3306940" y="286054"/>
                  </a:lnTo>
                  <a:lnTo>
                    <a:pt x="3318129" y="286054"/>
                  </a:lnTo>
                  <a:lnTo>
                    <a:pt x="3318129" y="257581"/>
                  </a:lnTo>
                  <a:close/>
                </a:path>
                <a:path w="3517900" h="725804">
                  <a:moveTo>
                    <a:pt x="3345281" y="276745"/>
                  </a:moveTo>
                  <a:lnTo>
                    <a:pt x="3334092" y="276745"/>
                  </a:lnTo>
                  <a:lnTo>
                    <a:pt x="3334092" y="334200"/>
                  </a:lnTo>
                  <a:lnTo>
                    <a:pt x="3345281" y="334200"/>
                  </a:lnTo>
                  <a:lnTo>
                    <a:pt x="3345281" y="276745"/>
                  </a:lnTo>
                  <a:close/>
                </a:path>
                <a:path w="3517900" h="725804">
                  <a:moveTo>
                    <a:pt x="3337801" y="254520"/>
                  </a:moveTo>
                  <a:lnTo>
                    <a:pt x="3339744" y="267868"/>
                  </a:lnTo>
                  <a:lnTo>
                    <a:pt x="3341687" y="267868"/>
                  </a:lnTo>
                  <a:lnTo>
                    <a:pt x="3337801" y="254520"/>
                  </a:lnTo>
                  <a:close/>
                </a:path>
                <a:path w="3517900" h="725804">
                  <a:moveTo>
                    <a:pt x="3371062" y="276745"/>
                  </a:moveTo>
                  <a:lnTo>
                    <a:pt x="3360318" y="276745"/>
                  </a:lnTo>
                  <a:lnTo>
                    <a:pt x="3360318" y="334200"/>
                  </a:lnTo>
                  <a:lnTo>
                    <a:pt x="3371507" y="334200"/>
                  </a:lnTo>
                  <a:lnTo>
                    <a:pt x="3371507" y="300088"/>
                  </a:lnTo>
                  <a:lnTo>
                    <a:pt x="3374402" y="290131"/>
                  </a:lnTo>
                  <a:lnTo>
                    <a:pt x="3406275" y="290131"/>
                  </a:lnTo>
                  <a:lnTo>
                    <a:pt x="3405196" y="286092"/>
                  </a:lnTo>
                  <a:lnTo>
                    <a:pt x="3371773" y="286092"/>
                  </a:lnTo>
                  <a:lnTo>
                    <a:pt x="3371062" y="276745"/>
                  </a:lnTo>
                  <a:close/>
                </a:path>
                <a:path w="3517900" h="725804">
                  <a:moveTo>
                    <a:pt x="3406275" y="290131"/>
                  </a:moveTo>
                  <a:lnTo>
                    <a:pt x="3374402" y="290131"/>
                  </a:lnTo>
                  <a:lnTo>
                    <a:pt x="3396018" y="291579"/>
                  </a:lnTo>
                  <a:lnTo>
                    <a:pt x="3397097" y="334200"/>
                  </a:lnTo>
                  <a:lnTo>
                    <a:pt x="3408286" y="334200"/>
                  </a:lnTo>
                  <a:lnTo>
                    <a:pt x="3408286" y="297649"/>
                  </a:lnTo>
                  <a:lnTo>
                    <a:pt x="3406275" y="290131"/>
                  </a:lnTo>
                  <a:close/>
                </a:path>
                <a:path w="3517900" h="725804">
                  <a:moveTo>
                    <a:pt x="3384397" y="275996"/>
                  </a:moveTo>
                  <a:lnTo>
                    <a:pt x="3371773" y="286092"/>
                  </a:lnTo>
                  <a:lnTo>
                    <a:pt x="3405196" y="286092"/>
                  </a:lnTo>
                  <a:lnTo>
                    <a:pt x="3404235" y="282498"/>
                  </a:lnTo>
                  <a:lnTo>
                    <a:pt x="3384397" y="275996"/>
                  </a:lnTo>
                  <a:close/>
                </a:path>
                <a:path w="3517900" h="725804">
                  <a:moveTo>
                    <a:pt x="3422942" y="343928"/>
                  </a:moveTo>
                  <a:lnTo>
                    <a:pt x="3447376" y="356946"/>
                  </a:lnTo>
                  <a:lnTo>
                    <a:pt x="3452266" y="356946"/>
                  </a:lnTo>
                  <a:lnTo>
                    <a:pt x="3468270" y="346900"/>
                  </a:lnTo>
                  <a:lnTo>
                    <a:pt x="3455238" y="346900"/>
                  </a:lnTo>
                  <a:lnTo>
                    <a:pt x="3422942" y="343928"/>
                  </a:lnTo>
                  <a:close/>
                </a:path>
                <a:path w="3517900" h="725804">
                  <a:moveTo>
                    <a:pt x="3472388" y="330593"/>
                  </a:moveTo>
                  <a:lnTo>
                    <a:pt x="3455555" y="330593"/>
                  </a:lnTo>
                  <a:lnTo>
                    <a:pt x="3462159" y="339509"/>
                  </a:lnTo>
                  <a:lnTo>
                    <a:pt x="3455238" y="346900"/>
                  </a:lnTo>
                  <a:lnTo>
                    <a:pt x="3468270" y="346900"/>
                  </a:lnTo>
                  <a:lnTo>
                    <a:pt x="3472154" y="344462"/>
                  </a:lnTo>
                  <a:lnTo>
                    <a:pt x="3472238" y="339509"/>
                  </a:lnTo>
                  <a:lnTo>
                    <a:pt x="3472360" y="332282"/>
                  </a:lnTo>
                  <a:lnTo>
                    <a:pt x="3472388" y="330593"/>
                  </a:lnTo>
                  <a:close/>
                </a:path>
                <a:path w="3517900" h="725804">
                  <a:moveTo>
                    <a:pt x="3440252" y="275996"/>
                  </a:moveTo>
                  <a:lnTo>
                    <a:pt x="3425977" y="285165"/>
                  </a:lnTo>
                  <a:lnTo>
                    <a:pt x="3421824" y="316509"/>
                  </a:lnTo>
                  <a:lnTo>
                    <a:pt x="3436162" y="332282"/>
                  </a:lnTo>
                  <a:lnTo>
                    <a:pt x="3455555" y="330593"/>
                  </a:lnTo>
                  <a:lnTo>
                    <a:pt x="3472388" y="330593"/>
                  </a:lnTo>
                  <a:lnTo>
                    <a:pt x="3472498" y="324065"/>
                  </a:lnTo>
                  <a:lnTo>
                    <a:pt x="3447262" y="324065"/>
                  </a:lnTo>
                  <a:lnTo>
                    <a:pt x="3436645" y="320078"/>
                  </a:lnTo>
                  <a:lnTo>
                    <a:pt x="3434905" y="292176"/>
                  </a:lnTo>
                  <a:lnTo>
                    <a:pt x="3453269" y="286334"/>
                  </a:lnTo>
                  <a:lnTo>
                    <a:pt x="3473135" y="286334"/>
                  </a:lnTo>
                  <a:lnTo>
                    <a:pt x="3473140" y="286054"/>
                  </a:lnTo>
                  <a:lnTo>
                    <a:pt x="3462337" y="286054"/>
                  </a:lnTo>
                  <a:lnTo>
                    <a:pt x="3440252" y="275996"/>
                  </a:lnTo>
                  <a:close/>
                </a:path>
                <a:path w="3517900" h="725804">
                  <a:moveTo>
                    <a:pt x="3473135" y="286334"/>
                  </a:moveTo>
                  <a:lnTo>
                    <a:pt x="3453269" y="286334"/>
                  </a:lnTo>
                  <a:lnTo>
                    <a:pt x="3461677" y="312470"/>
                  </a:lnTo>
                  <a:lnTo>
                    <a:pt x="3447262" y="324065"/>
                  </a:lnTo>
                  <a:lnTo>
                    <a:pt x="3472498" y="324065"/>
                  </a:lnTo>
                  <a:lnTo>
                    <a:pt x="3473037" y="292176"/>
                  </a:lnTo>
                  <a:lnTo>
                    <a:pt x="3473135" y="286334"/>
                  </a:lnTo>
                  <a:close/>
                </a:path>
                <a:path w="3517900" h="725804">
                  <a:moveTo>
                    <a:pt x="3473297" y="276745"/>
                  </a:moveTo>
                  <a:lnTo>
                    <a:pt x="3462337" y="276745"/>
                  </a:lnTo>
                  <a:lnTo>
                    <a:pt x="3462337" y="286054"/>
                  </a:lnTo>
                  <a:lnTo>
                    <a:pt x="3473140" y="286054"/>
                  </a:lnTo>
                  <a:lnTo>
                    <a:pt x="3473297" y="276745"/>
                  </a:lnTo>
                  <a:close/>
                </a:path>
                <a:path w="3517900" h="725804">
                  <a:moveTo>
                    <a:pt x="3517480" y="254000"/>
                  </a:moveTo>
                  <a:lnTo>
                    <a:pt x="3507498" y="254000"/>
                  </a:lnTo>
                  <a:lnTo>
                    <a:pt x="3482797" y="345719"/>
                  </a:lnTo>
                  <a:lnTo>
                    <a:pt x="3492792" y="345719"/>
                  </a:lnTo>
                  <a:lnTo>
                    <a:pt x="3517480" y="254000"/>
                  </a:lnTo>
                  <a:close/>
                </a:path>
                <a:path w="3517900" h="725804">
                  <a:moveTo>
                    <a:pt x="111226" y="444817"/>
                  </a:moveTo>
                  <a:lnTo>
                    <a:pt x="100418" y="446455"/>
                  </a:lnTo>
                  <a:lnTo>
                    <a:pt x="101346" y="451548"/>
                  </a:lnTo>
                  <a:lnTo>
                    <a:pt x="117221" y="462356"/>
                  </a:lnTo>
                  <a:lnTo>
                    <a:pt x="142176" y="456463"/>
                  </a:lnTo>
                  <a:lnTo>
                    <a:pt x="142772" y="453339"/>
                  </a:lnTo>
                  <a:lnTo>
                    <a:pt x="120205" y="453339"/>
                  </a:lnTo>
                  <a:lnTo>
                    <a:pt x="111226" y="444817"/>
                  </a:lnTo>
                  <a:close/>
                </a:path>
                <a:path w="3517900" h="725804">
                  <a:moveTo>
                    <a:pt x="130492" y="402996"/>
                  </a:moveTo>
                  <a:lnTo>
                    <a:pt x="106845" y="408571"/>
                  </a:lnTo>
                  <a:lnTo>
                    <a:pt x="103478" y="426935"/>
                  </a:lnTo>
                  <a:lnTo>
                    <a:pt x="103378" y="427481"/>
                  </a:lnTo>
                  <a:lnTo>
                    <a:pt x="127546" y="438124"/>
                  </a:lnTo>
                  <a:lnTo>
                    <a:pt x="135661" y="447636"/>
                  </a:lnTo>
                  <a:lnTo>
                    <a:pt x="120205" y="453339"/>
                  </a:lnTo>
                  <a:lnTo>
                    <a:pt x="142772" y="453339"/>
                  </a:lnTo>
                  <a:lnTo>
                    <a:pt x="145846" y="437222"/>
                  </a:lnTo>
                  <a:lnTo>
                    <a:pt x="122300" y="426935"/>
                  </a:lnTo>
                  <a:lnTo>
                    <a:pt x="113284" y="417194"/>
                  </a:lnTo>
                  <a:lnTo>
                    <a:pt x="145878" y="417194"/>
                  </a:lnTo>
                  <a:lnTo>
                    <a:pt x="144881" y="413283"/>
                  </a:lnTo>
                  <a:lnTo>
                    <a:pt x="130492" y="402996"/>
                  </a:lnTo>
                  <a:close/>
                </a:path>
                <a:path w="3517900" h="725804">
                  <a:moveTo>
                    <a:pt x="145878" y="417194"/>
                  </a:moveTo>
                  <a:lnTo>
                    <a:pt x="113284" y="417194"/>
                  </a:lnTo>
                  <a:lnTo>
                    <a:pt x="146024" y="417766"/>
                  </a:lnTo>
                  <a:lnTo>
                    <a:pt x="145878" y="417194"/>
                  </a:lnTo>
                  <a:close/>
                </a:path>
                <a:path w="3517900" h="725804">
                  <a:moveTo>
                    <a:pt x="193738" y="404228"/>
                  </a:moveTo>
                  <a:lnTo>
                    <a:pt x="173558" y="404228"/>
                  </a:lnTo>
                  <a:lnTo>
                    <a:pt x="157975" y="421563"/>
                  </a:lnTo>
                  <a:lnTo>
                    <a:pt x="162407" y="452729"/>
                  </a:lnTo>
                  <a:lnTo>
                    <a:pt x="183642" y="462356"/>
                  </a:lnTo>
                  <a:lnTo>
                    <a:pt x="189039" y="462356"/>
                  </a:lnTo>
                  <a:lnTo>
                    <a:pt x="204491" y="452970"/>
                  </a:lnTo>
                  <a:lnTo>
                    <a:pt x="183680" y="452970"/>
                  </a:lnTo>
                  <a:lnTo>
                    <a:pt x="172631" y="448360"/>
                  </a:lnTo>
                  <a:lnTo>
                    <a:pt x="171050" y="421563"/>
                  </a:lnTo>
                  <a:lnTo>
                    <a:pt x="170929" y="419506"/>
                  </a:lnTo>
                  <a:lnTo>
                    <a:pt x="190068" y="413283"/>
                  </a:lnTo>
                  <a:lnTo>
                    <a:pt x="201878" y="413283"/>
                  </a:lnTo>
                  <a:lnTo>
                    <a:pt x="193738" y="404228"/>
                  </a:lnTo>
                  <a:close/>
                </a:path>
                <a:path w="3517900" h="725804">
                  <a:moveTo>
                    <a:pt x="201878" y="413283"/>
                  </a:moveTo>
                  <a:lnTo>
                    <a:pt x="190068" y="413283"/>
                  </a:lnTo>
                  <a:lnTo>
                    <a:pt x="199136" y="436384"/>
                  </a:lnTo>
                  <a:lnTo>
                    <a:pt x="183680" y="452970"/>
                  </a:lnTo>
                  <a:lnTo>
                    <a:pt x="204491" y="452970"/>
                  </a:lnTo>
                  <a:lnTo>
                    <a:pt x="204889" y="452729"/>
                  </a:lnTo>
                  <a:lnTo>
                    <a:pt x="209321" y="421563"/>
                  </a:lnTo>
                  <a:lnTo>
                    <a:pt x="201878" y="413283"/>
                  </a:lnTo>
                  <a:close/>
                </a:path>
                <a:path w="3517900" h="725804">
                  <a:moveTo>
                    <a:pt x="241592" y="402996"/>
                  </a:moveTo>
                  <a:lnTo>
                    <a:pt x="225818" y="412788"/>
                  </a:lnTo>
                  <a:lnTo>
                    <a:pt x="220332" y="438492"/>
                  </a:lnTo>
                  <a:lnTo>
                    <a:pt x="228765" y="456044"/>
                  </a:lnTo>
                  <a:lnTo>
                    <a:pt x="247116" y="462356"/>
                  </a:lnTo>
                  <a:lnTo>
                    <a:pt x="255612" y="461530"/>
                  </a:lnTo>
                  <a:lnTo>
                    <a:pt x="266071" y="448716"/>
                  </a:lnTo>
                  <a:lnTo>
                    <a:pt x="236613" y="448716"/>
                  </a:lnTo>
                  <a:lnTo>
                    <a:pt x="234873" y="418833"/>
                  </a:lnTo>
                  <a:lnTo>
                    <a:pt x="250761" y="412419"/>
                  </a:lnTo>
                  <a:lnTo>
                    <a:pt x="266281" y="412419"/>
                  </a:lnTo>
                  <a:lnTo>
                    <a:pt x="264858" y="409257"/>
                  </a:lnTo>
                  <a:lnTo>
                    <a:pt x="241592" y="402996"/>
                  </a:lnTo>
                  <a:close/>
                </a:path>
                <a:path w="3517900" h="725804">
                  <a:moveTo>
                    <a:pt x="270725" y="443014"/>
                  </a:moveTo>
                  <a:lnTo>
                    <a:pt x="236613" y="448716"/>
                  </a:lnTo>
                  <a:lnTo>
                    <a:pt x="266071" y="448716"/>
                  </a:lnTo>
                  <a:lnTo>
                    <a:pt x="270725" y="443014"/>
                  </a:lnTo>
                  <a:close/>
                </a:path>
                <a:path w="3517900" h="725804">
                  <a:moveTo>
                    <a:pt x="266281" y="412419"/>
                  </a:moveTo>
                  <a:lnTo>
                    <a:pt x="250761" y="412419"/>
                  </a:lnTo>
                  <a:lnTo>
                    <a:pt x="259842" y="422300"/>
                  </a:lnTo>
                  <a:lnTo>
                    <a:pt x="270725" y="422300"/>
                  </a:lnTo>
                  <a:lnTo>
                    <a:pt x="266281" y="412419"/>
                  </a:lnTo>
                  <a:close/>
                </a:path>
                <a:path w="3517900" h="725804">
                  <a:moveTo>
                    <a:pt x="293878" y="403745"/>
                  </a:moveTo>
                  <a:lnTo>
                    <a:pt x="282689" y="403745"/>
                  </a:lnTo>
                  <a:lnTo>
                    <a:pt x="282689" y="461200"/>
                  </a:lnTo>
                  <a:lnTo>
                    <a:pt x="293878" y="461200"/>
                  </a:lnTo>
                  <a:lnTo>
                    <a:pt x="293878" y="403745"/>
                  </a:lnTo>
                  <a:close/>
                </a:path>
                <a:path w="3517900" h="725804">
                  <a:moveTo>
                    <a:pt x="286397" y="381520"/>
                  </a:moveTo>
                  <a:lnTo>
                    <a:pt x="288340" y="394868"/>
                  </a:lnTo>
                  <a:lnTo>
                    <a:pt x="290283" y="394868"/>
                  </a:lnTo>
                  <a:lnTo>
                    <a:pt x="286397" y="381520"/>
                  </a:lnTo>
                  <a:close/>
                </a:path>
                <a:path w="3517900" h="725804">
                  <a:moveTo>
                    <a:pt x="322897" y="404253"/>
                  </a:moveTo>
                  <a:lnTo>
                    <a:pt x="307441" y="421766"/>
                  </a:lnTo>
                  <a:lnTo>
                    <a:pt x="311848" y="452856"/>
                  </a:lnTo>
                  <a:lnTo>
                    <a:pt x="333692" y="462356"/>
                  </a:lnTo>
                  <a:lnTo>
                    <a:pt x="337883" y="462356"/>
                  </a:lnTo>
                  <a:lnTo>
                    <a:pt x="354108" y="449605"/>
                  </a:lnTo>
                  <a:lnTo>
                    <a:pt x="322783" y="449605"/>
                  </a:lnTo>
                  <a:lnTo>
                    <a:pt x="319740" y="435838"/>
                  </a:lnTo>
                  <a:lnTo>
                    <a:pt x="312661" y="435838"/>
                  </a:lnTo>
                  <a:lnTo>
                    <a:pt x="312661" y="427456"/>
                  </a:lnTo>
                  <a:lnTo>
                    <a:pt x="317888" y="427456"/>
                  </a:lnTo>
                  <a:lnTo>
                    <a:pt x="317487" y="425640"/>
                  </a:lnTo>
                  <a:lnTo>
                    <a:pt x="335864" y="412229"/>
                  </a:lnTo>
                  <a:lnTo>
                    <a:pt x="353008" y="412229"/>
                  </a:lnTo>
                  <a:lnTo>
                    <a:pt x="352945" y="411949"/>
                  </a:lnTo>
                  <a:lnTo>
                    <a:pt x="322897" y="404253"/>
                  </a:lnTo>
                  <a:close/>
                </a:path>
                <a:path w="3517900" h="725804">
                  <a:moveTo>
                    <a:pt x="347040" y="444931"/>
                  </a:moveTo>
                  <a:lnTo>
                    <a:pt x="322783" y="449605"/>
                  </a:lnTo>
                  <a:lnTo>
                    <a:pt x="354108" y="449605"/>
                  </a:lnTo>
                  <a:lnTo>
                    <a:pt x="357632" y="446836"/>
                  </a:lnTo>
                  <a:lnTo>
                    <a:pt x="347040" y="444931"/>
                  </a:lnTo>
                  <a:close/>
                </a:path>
                <a:path w="3517900" h="725804">
                  <a:moveTo>
                    <a:pt x="317888" y="427456"/>
                  </a:moveTo>
                  <a:lnTo>
                    <a:pt x="312661" y="427456"/>
                  </a:lnTo>
                  <a:lnTo>
                    <a:pt x="312661" y="435838"/>
                  </a:lnTo>
                  <a:lnTo>
                    <a:pt x="319740" y="435838"/>
                  </a:lnTo>
                  <a:lnTo>
                    <a:pt x="317888" y="427456"/>
                  </a:lnTo>
                  <a:close/>
                </a:path>
                <a:path w="3517900" h="725804">
                  <a:moveTo>
                    <a:pt x="353008" y="412229"/>
                  </a:moveTo>
                  <a:lnTo>
                    <a:pt x="335864" y="412229"/>
                  </a:lnTo>
                  <a:lnTo>
                    <a:pt x="347383" y="427456"/>
                  </a:lnTo>
                  <a:lnTo>
                    <a:pt x="317888" y="427456"/>
                  </a:lnTo>
                  <a:lnTo>
                    <a:pt x="319740" y="435838"/>
                  </a:lnTo>
                  <a:lnTo>
                    <a:pt x="358343" y="435838"/>
                  </a:lnTo>
                  <a:lnTo>
                    <a:pt x="353008" y="412229"/>
                  </a:lnTo>
                  <a:close/>
                </a:path>
                <a:path w="3517900" h="725804">
                  <a:moveTo>
                    <a:pt x="385787" y="389978"/>
                  </a:moveTo>
                  <a:lnTo>
                    <a:pt x="374599" y="389978"/>
                  </a:lnTo>
                  <a:lnTo>
                    <a:pt x="374599" y="450113"/>
                  </a:lnTo>
                  <a:lnTo>
                    <a:pt x="391363" y="461949"/>
                  </a:lnTo>
                  <a:lnTo>
                    <a:pt x="385787" y="389978"/>
                  </a:lnTo>
                  <a:close/>
                </a:path>
                <a:path w="3517900" h="725804">
                  <a:moveTo>
                    <a:pt x="374599" y="403745"/>
                  </a:moveTo>
                  <a:lnTo>
                    <a:pt x="366191" y="403745"/>
                  </a:lnTo>
                  <a:lnTo>
                    <a:pt x="366191" y="412711"/>
                  </a:lnTo>
                  <a:lnTo>
                    <a:pt x="374599" y="412711"/>
                  </a:lnTo>
                  <a:lnTo>
                    <a:pt x="374599" y="403745"/>
                  </a:lnTo>
                  <a:close/>
                </a:path>
                <a:path w="3517900" h="725804">
                  <a:moveTo>
                    <a:pt x="397573" y="403745"/>
                  </a:moveTo>
                  <a:lnTo>
                    <a:pt x="386854" y="403745"/>
                  </a:lnTo>
                  <a:lnTo>
                    <a:pt x="387548" y="412711"/>
                  </a:lnTo>
                  <a:lnTo>
                    <a:pt x="397573" y="412711"/>
                  </a:lnTo>
                  <a:lnTo>
                    <a:pt x="397573" y="403745"/>
                  </a:lnTo>
                  <a:close/>
                </a:path>
                <a:path w="3517900" h="725804">
                  <a:moveTo>
                    <a:pt x="417385" y="403745"/>
                  </a:moveTo>
                  <a:lnTo>
                    <a:pt x="405422" y="403745"/>
                  </a:lnTo>
                  <a:lnTo>
                    <a:pt x="426440" y="461949"/>
                  </a:lnTo>
                  <a:lnTo>
                    <a:pt x="425056" y="465759"/>
                  </a:lnTo>
                  <a:lnTo>
                    <a:pt x="412076" y="472351"/>
                  </a:lnTo>
                  <a:lnTo>
                    <a:pt x="409384" y="481507"/>
                  </a:lnTo>
                  <a:lnTo>
                    <a:pt x="417017" y="482752"/>
                  </a:lnTo>
                  <a:lnTo>
                    <a:pt x="422833" y="482219"/>
                  </a:lnTo>
                  <a:lnTo>
                    <a:pt x="438495" y="448335"/>
                  </a:lnTo>
                  <a:lnTo>
                    <a:pt x="432536" y="448335"/>
                  </a:lnTo>
                  <a:lnTo>
                    <a:pt x="417385" y="403745"/>
                  </a:lnTo>
                  <a:close/>
                </a:path>
                <a:path w="3517900" h="725804">
                  <a:moveTo>
                    <a:pt x="459105" y="403745"/>
                  </a:moveTo>
                  <a:lnTo>
                    <a:pt x="447090" y="403745"/>
                  </a:lnTo>
                  <a:lnTo>
                    <a:pt x="432536" y="448335"/>
                  </a:lnTo>
                  <a:lnTo>
                    <a:pt x="438495" y="448335"/>
                  </a:lnTo>
                  <a:lnTo>
                    <a:pt x="459105" y="403745"/>
                  </a:lnTo>
                  <a:close/>
                </a:path>
                <a:path w="3517900" h="725804">
                  <a:moveTo>
                    <a:pt x="480568" y="450722"/>
                  </a:moveTo>
                  <a:lnTo>
                    <a:pt x="469798" y="450722"/>
                  </a:lnTo>
                  <a:lnTo>
                    <a:pt x="465480" y="478358"/>
                  </a:lnTo>
                  <a:lnTo>
                    <a:pt x="473087" y="479907"/>
                  </a:lnTo>
                  <a:lnTo>
                    <a:pt x="480568" y="450722"/>
                  </a:lnTo>
                  <a:close/>
                </a:path>
                <a:path w="3517900" h="725804">
                  <a:moveTo>
                    <a:pt x="553161" y="382523"/>
                  </a:moveTo>
                  <a:lnTo>
                    <a:pt x="530707" y="385749"/>
                  </a:lnTo>
                  <a:lnTo>
                    <a:pt x="526783" y="461200"/>
                  </a:lnTo>
                  <a:lnTo>
                    <a:pt x="537972" y="461200"/>
                  </a:lnTo>
                  <a:lnTo>
                    <a:pt x="537972" y="398576"/>
                  </a:lnTo>
                  <a:lnTo>
                    <a:pt x="553161" y="382523"/>
                  </a:lnTo>
                  <a:close/>
                </a:path>
                <a:path w="3517900" h="725804">
                  <a:moveTo>
                    <a:pt x="529771" y="403745"/>
                  </a:moveTo>
                  <a:lnTo>
                    <a:pt x="517880" y="403745"/>
                  </a:lnTo>
                  <a:lnTo>
                    <a:pt x="517880" y="412711"/>
                  </a:lnTo>
                  <a:lnTo>
                    <a:pt x="529305" y="412711"/>
                  </a:lnTo>
                  <a:lnTo>
                    <a:pt x="529771" y="403745"/>
                  </a:lnTo>
                  <a:close/>
                </a:path>
                <a:path w="3517900" h="725804">
                  <a:moveTo>
                    <a:pt x="550354" y="403745"/>
                  </a:moveTo>
                  <a:lnTo>
                    <a:pt x="537972" y="403745"/>
                  </a:lnTo>
                  <a:lnTo>
                    <a:pt x="537972" y="412711"/>
                  </a:lnTo>
                  <a:lnTo>
                    <a:pt x="550354" y="412711"/>
                  </a:lnTo>
                  <a:lnTo>
                    <a:pt x="550354" y="403745"/>
                  </a:lnTo>
                  <a:close/>
                </a:path>
                <a:path w="3517900" h="725804">
                  <a:moveTo>
                    <a:pt x="573074" y="384581"/>
                  </a:moveTo>
                  <a:lnTo>
                    <a:pt x="561898" y="384581"/>
                  </a:lnTo>
                  <a:lnTo>
                    <a:pt x="561898" y="461200"/>
                  </a:lnTo>
                  <a:lnTo>
                    <a:pt x="573074" y="461200"/>
                  </a:lnTo>
                  <a:lnTo>
                    <a:pt x="573074" y="384581"/>
                  </a:lnTo>
                  <a:close/>
                </a:path>
                <a:path w="3517900" h="725804">
                  <a:moveTo>
                    <a:pt x="622414" y="404228"/>
                  </a:moveTo>
                  <a:lnTo>
                    <a:pt x="602246" y="404228"/>
                  </a:lnTo>
                  <a:lnTo>
                    <a:pt x="586651" y="421563"/>
                  </a:lnTo>
                  <a:lnTo>
                    <a:pt x="591096" y="452729"/>
                  </a:lnTo>
                  <a:lnTo>
                    <a:pt x="612330" y="462356"/>
                  </a:lnTo>
                  <a:lnTo>
                    <a:pt x="617715" y="462356"/>
                  </a:lnTo>
                  <a:lnTo>
                    <a:pt x="633167" y="452970"/>
                  </a:lnTo>
                  <a:lnTo>
                    <a:pt x="612368" y="452970"/>
                  </a:lnTo>
                  <a:lnTo>
                    <a:pt x="601319" y="448360"/>
                  </a:lnTo>
                  <a:lnTo>
                    <a:pt x="599739" y="421563"/>
                  </a:lnTo>
                  <a:lnTo>
                    <a:pt x="599617" y="419506"/>
                  </a:lnTo>
                  <a:lnTo>
                    <a:pt x="618756" y="413283"/>
                  </a:lnTo>
                  <a:lnTo>
                    <a:pt x="630560" y="413283"/>
                  </a:lnTo>
                  <a:lnTo>
                    <a:pt x="622414" y="404228"/>
                  </a:lnTo>
                  <a:close/>
                </a:path>
                <a:path w="3517900" h="725804">
                  <a:moveTo>
                    <a:pt x="630560" y="413283"/>
                  </a:moveTo>
                  <a:lnTo>
                    <a:pt x="618756" y="413283"/>
                  </a:lnTo>
                  <a:lnTo>
                    <a:pt x="627824" y="436384"/>
                  </a:lnTo>
                  <a:lnTo>
                    <a:pt x="612368" y="452970"/>
                  </a:lnTo>
                  <a:lnTo>
                    <a:pt x="633167" y="452970"/>
                  </a:lnTo>
                  <a:lnTo>
                    <a:pt x="633564" y="452729"/>
                  </a:lnTo>
                  <a:lnTo>
                    <a:pt x="638009" y="421563"/>
                  </a:lnTo>
                  <a:lnTo>
                    <a:pt x="630560" y="413283"/>
                  </a:lnTo>
                  <a:close/>
                </a:path>
                <a:path w="3517900" h="725804">
                  <a:moveTo>
                    <a:pt x="685888" y="404228"/>
                  </a:moveTo>
                  <a:lnTo>
                    <a:pt x="665721" y="404228"/>
                  </a:lnTo>
                  <a:lnTo>
                    <a:pt x="650125" y="421563"/>
                  </a:lnTo>
                  <a:lnTo>
                    <a:pt x="654570" y="452729"/>
                  </a:lnTo>
                  <a:lnTo>
                    <a:pt x="675805" y="462356"/>
                  </a:lnTo>
                  <a:lnTo>
                    <a:pt x="681189" y="462356"/>
                  </a:lnTo>
                  <a:lnTo>
                    <a:pt x="696642" y="452970"/>
                  </a:lnTo>
                  <a:lnTo>
                    <a:pt x="675843" y="452970"/>
                  </a:lnTo>
                  <a:lnTo>
                    <a:pt x="664794" y="448360"/>
                  </a:lnTo>
                  <a:lnTo>
                    <a:pt x="663213" y="421563"/>
                  </a:lnTo>
                  <a:lnTo>
                    <a:pt x="663092" y="419506"/>
                  </a:lnTo>
                  <a:lnTo>
                    <a:pt x="682231" y="413283"/>
                  </a:lnTo>
                  <a:lnTo>
                    <a:pt x="694035" y="413283"/>
                  </a:lnTo>
                  <a:lnTo>
                    <a:pt x="685888" y="404228"/>
                  </a:lnTo>
                  <a:close/>
                </a:path>
                <a:path w="3517900" h="725804">
                  <a:moveTo>
                    <a:pt x="694035" y="413283"/>
                  </a:moveTo>
                  <a:lnTo>
                    <a:pt x="682231" y="413283"/>
                  </a:lnTo>
                  <a:lnTo>
                    <a:pt x="691299" y="436384"/>
                  </a:lnTo>
                  <a:lnTo>
                    <a:pt x="675843" y="452970"/>
                  </a:lnTo>
                  <a:lnTo>
                    <a:pt x="696642" y="452970"/>
                  </a:lnTo>
                  <a:lnTo>
                    <a:pt x="697039" y="452729"/>
                  </a:lnTo>
                  <a:lnTo>
                    <a:pt x="701484" y="421563"/>
                  </a:lnTo>
                  <a:lnTo>
                    <a:pt x="694035" y="413283"/>
                  </a:lnTo>
                  <a:close/>
                </a:path>
                <a:path w="3517900" h="725804">
                  <a:moveTo>
                    <a:pt x="725893" y="403745"/>
                  </a:moveTo>
                  <a:lnTo>
                    <a:pt x="715073" y="403745"/>
                  </a:lnTo>
                  <a:lnTo>
                    <a:pt x="715073" y="461200"/>
                  </a:lnTo>
                  <a:lnTo>
                    <a:pt x="726262" y="461200"/>
                  </a:lnTo>
                  <a:lnTo>
                    <a:pt x="726262" y="426110"/>
                  </a:lnTo>
                  <a:lnTo>
                    <a:pt x="739990" y="413169"/>
                  </a:lnTo>
                  <a:lnTo>
                    <a:pt x="740168" y="412864"/>
                  </a:lnTo>
                  <a:lnTo>
                    <a:pt x="726490" y="412864"/>
                  </a:lnTo>
                  <a:lnTo>
                    <a:pt x="725893" y="403745"/>
                  </a:lnTo>
                  <a:close/>
                </a:path>
                <a:path w="3517900" h="725804">
                  <a:moveTo>
                    <a:pt x="745832" y="403136"/>
                  </a:moveTo>
                  <a:lnTo>
                    <a:pt x="726490" y="412864"/>
                  </a:lnTo>
                  <a:lnTo>
                    <a:pt x="740168" y="412864"/>
                  </a:lnTo>
                  <a:lnTo>
                    <a:pt x="745832" y="403136"/>
                  </a:lnTo>
                  <a:close/>
                </a:path>
                <a:path w="3517900" h="725804">
                  <a:moveTo>
                    <a:pt x="13449" y="528510"/>
                  </a:moveTo>
                  <a:lnTo>
                    <a:pt x="0" y="547992"/>
                  </a:lnTo>
                  <a:lnTo>
                    <a:pt x="16459" y="561428"/>
                  </a:lnTo>
                  <a:lnTo>
                    <a:pt x="19507" y="561428"/>
                  </a:lnTo>
                  <a:lnTo>
                    <a:pt x="32931" y="541934"/>
                  </a:lnTo>
                  <a:lnTo>
                    <a:pt x="13449" y="528510"/>
                  </a:lnTo>
                  <a:close/>
                </a:path>
                <a:path w="3517900" h="725804">
                  <a:moveTo>
                    <a:pt x="115417" y="498881"/>
                  </a:moveTo>
                  <a:lnTo>
                    <a:pt x="103860" y="498881"/>
                  </a:lnTo>
                  <a:lnTo>
                    <a:pt x="103860" y="575500"/>
                  </a:lnTo>
                  <a:lnTo>
                    <a:pt x="115417" y="575500"/>
                  </a:lnTo>
                  <a:lnTo>
                    <a:pt x="115417" y="498881"/>
                  </a:lnTo>
                  <a:close/>
                </a:path>
                <a:path w="3517900" h="725804">
                  <a:moveTo>
                    <a:pt x="142100" y="518045"/>
                  </a:moveTo>
                  <a:lnTo>
                    <a:pt x="131356" y="518045"/>
                  </a:lnTo>
                  <a:lnTo>
                    <a:pt x="131356" y="575500"/>
                  </a:lnTo>
                  <a:lnTo>
                    <a:pt x="142544" y="575500"/>
                  </a:lnTo>
                  <a:lnTo>
                    <a:pt x="142544" y="537476"/>
                  </a:lnTo>
                  <a:lnTo>
                    <a:pt x="159981" y="527888"/>
                  </a:lnTo>
                  <a:lnTo>
                    <a:pt x="207670" y="527888"/>
                  </a:lnTo>
                  <a:lnTo>
                    <a:pt x="207313" y="527392"/>
                  </a:lnTo>
                  <a:lnTo>
                    <a:pt x="142811" y="527392"/>
                  </a:lnTo>
                  <a:lnTo>
                    <a:pt x="142166" y="518922"/>
                  </a:lnTo>
                  <a:lnTo>
                    <a:pt x="142100" y="518045"/>
                  </a:lnTo>
                  <a:close/>
                </a:path>
                <a:path w="3517900" h="725804">
                  <a:moveTo>
                    <a:pt x="207670" y="527888"/>
                  </a:moveTo>
                  <a:lnTo>
                    <a:pt x="159981" y="527888"/>
                  </a:lnTo>
                  <a:lnTo>
                    <a:pt x="164846" y="575500"/>
                  </a:lnTo>
                  <a:lnTo>
                    <a:pt x="175983" y="575500"/>
                  </a:lnTo>
                  <a:lnTo>
                    <a:pt x="175983" y="538873"/>
                  </a:lnTo>
                  <a:lnTo>
                    <a:pt x="181038" y="528066"/>
                  </a:lnTo>
                  <a:lnTo>
                    <a:pt x="207798" y="528066"/>
                  </a:lnTo>
                  <a:lnTo>
                    <a:pt x="207670" y="527888"/>
                  </a:lnTo>
                  <a:close/>
                </a:path>
                <a:path w="3517900" h="725804">
                  <a:moveTo>
                    <a:pt x="207798" y="528066"/>
                  </a:moveTo>
                  <a:lnTo>
                    <a:pt x="181038" y="528066"/>
                  </a:lnTo>
                  <a:lnTo>
                    <a:pt x="197218" y="531304"/>
                  </a:lnTo>
                  <a:lnTo>
                    <a:pt x="198285" y="575500"/>
                  </a:lnTo>
                  <a:lnTo>
                    <a:pt x="209473" y="575500"/>
                  </a:lnTo>
                  <a:lnTo>
                    <a:pt x="209473" y="530390"/>
                  </a:lnTo>
                  <a:lnTo>
                    <a:pt x="207798" y="528066"/>
                  </a:lnTo>
                  <a:close/>
                </a:path>
                <a:path w="3517900" h="725804">
                  <a:moveTo>
                    <a:pt x="154647" y="517296"/>
                  </a:moveTo>
                  <a:lnTo>
                    <a:pt x="142811" y="527392"/>
                  </a:lnTo>
                  <a:lnTo>
                    <a:pt x="174485" y="527392"/>
                  </a:lnTo>
                  <a:lnTo>
                    <a:pt x="172643" y="524243"/>
                  </a:lnTo>
                  <a:lnTo>
                    <a:pt x="154647" y="517296"/>
                  </a:lnTo>
                  <a:close/>
                </a:path>
                <a:path w="3517900" h="725804">
                  <a:moveTo>
                    <a:pt x="187591" y="517296"/>
                  </a:moveTo>
                  <a:lnTo>
                    <a:pt x="174485" y="527392"/>
                  </a:lnTo>
                  <a:lnTo>
                    <a:pt x="207313" y="527392"/>
                  </a:lnTo>
                  <a:lnTo>
                    <a:pt x="201206" y="518922"/>
                  </a:lnTo>
                  <a:lnTo>
                    <a:pt x="187591" y="517296"/>
                  </a:lnTo>
                  <a:close/>
                </a:path>
                <a:path w="3517900" h="725804">
                  <a:moveTo>
                    <a:pt x="235381" y="518045"/>
                  </a:moveTo>
                  <a:lnTo>
                    <a:pt x="224459" y="518045"/>
                  </a:lnTo>
                  <a:lnTo>
                    <a:pt x="224459" y="597052"/>
                  </a:lnTo>
                  <a:lnTo>
                    <a:pt x="235648" y="597052"/>
                  </a:lnTo>
                  <a:lnTo>
                    <a:pt x="235648" y="566559"/>
                  </a:lnTo>
                  <a:lnTo>
                    <a:pt x="271859" y="566559"/>
                  </a:lnTo>
                  <a:lnTo>
                    <a:pt x="271901" y="566229"/>
                  </a:lnTo>
                  <a:lnTo>
                    <a:pt x="244487" y="566229"/>
                  </a:lnTo>
                  <a:lnTo>
                    <a:pt x="235419" y="546773"/>
                  </a:lnTo>
                  <a:lnTo>
                    <a:pt x="239927" y="531152"/>
                  </a:lnTo>
                  <a:lnTo>
                    <a:pt x="239979" y="530974"/>
                  </a:lnTo>
                  <a:lnTo>
                    <a:pt x="272185" y="530974"/>
                  </a:lnTo>
                  <a:lnTo>
                    <a:pt x="261594" y="518464"/>
                  </a:lnTo>
                  <a:lnTo>
                    <a:pt x="235381" y="518045"/>
                  </a:lnTo>
                  <a:close/>
                </a:path>
                <a:path w="3517900" h="725804">
                  <a:moveTo>
                    <a:pt x="271859" y="566559"/>
                  </a:moveTo>
                  <a:lnTo>
                    <a:pt x="235648" y="566559"/>
                  </a:lnTo>
                  <a:lnTo>
                    <a:pt x="257568" y="576618"/>
                  </a:lnTo>
                  <a:lnTo>
                    <a:pt x="271767" y="567270"/>
                  </a:lnTo>
                  <a:lnTo>
                    <a:pt x="271859" y="566559"/>
                  </a:lnTo>
                  <a:close/>
                </a:path>
                <a:path w="3517900" h="725804">
                  <a:moveTo>
                    <a:pt x="272185" y="530974"/>
                  </a:moveTo>
                  <a:lnTo>
                    <a:pt x="239979" y="530974"/>
                  </a:lnTo>
                  <a:lnTo>
                    <a:pt x="261112" y="531152"/>
                  </a:lnTo>
                  <a:lnTo>
                    <a:pt x="262737" y="560197"/>
                  </a:lnTo>
                  <a:lnTo>
                    <a:pt x="244487" y="566229"/>
                  </a:lnTo>
                  <a:lnTo>
                    <a:pt x="271901" y="566229"/>
                  </a:lnTo>
                  <a:lnTo>
                    <a:pt x="275894" y="535355"/>
                  </a:lnTo>
                  <a:lnTo>
                    <a:pt x="272185" y="530974"/>
                  </a:lnTo>
                  <a:close/>
                </a:path>
                <a:path w="3517900" h="725804">
                  <a:moveTo>
                    <a:pt x="300291" y="518045"/>
                  </a:moveTo>
                  <a:lnTo>
                    <a:pt x="289483" y="518045"/>
                  </a:lnTo>
                  <a:lnTo>
                    <a:pt x="289483" y="575500"/>
                  </a:lnTo>
                  <a:lnTo>
                    <a:pt x="300659" y="575500"/>
                  </a:lnTo>
                  <a:lnTo>
                    <a:pt x="300659" y="540410"/>
                  </a:lnTo>
                  <a:lnTo>
                    <a:pt x="314388" y="527469"/>
                  </a:lnTo>
                  <a:lnTo>
                    <a:pt x="314565" y="527164"/>
                  </a:lnTo>
                  <a:lnTo>
                    <a:pt x="300888" y="527164"/>
                  </a:lnTo>
                  <a:lnTo>
                    <a:pt x="300291" y="518045"/>
                  </a:lnTo>
                  <a:close/>
                </a:path>
                <a:path w="3517900" h="725804">
                  <a:moveTo>
                    <a:pt x="320230" y="517436"/>
                  </a:moveTo>
                  <a:lnTo>
                    <a:pt x="300888" y="527164"/>
                  </a:lnTo>
                  <a:lnTo>
                    <a:pt x="314565" y="527164"/>
                  </a:lnTo>
                  <a:lnTo>
                    <a:pt x="320230" y="517436"/>
                  </a:lnTo>
                  <a:close/>
                </a:path>
                <a:path w="3517900" h="725804">
                  <a:moveTo>
                    <a:pt x="362140" y="518528"/>
                  </a:moveTo>
                  <a:lnTo>
                    <a:pt x="341972" y="518528"/>
                  </a:lnTo>
                  <a:lnTo>
                    <a:pt x="326377" y="535863"/>
                  </a:lnTo>
                  <a:lnTo>
                    <a:pt x="330822" y="567029"/>
                  </a:lnTo>
                  <a:lnTo>
                    <a:pt x="352056" y="576656"/>
                  </a:lnTo>
                  <a:lnTo>
                    <a:pt x="357441" y="576656"/>
                  </a:lnTo>
                  <a:lnTo>
                    <a:pt x="372893" y="567270"/>
                  </a:lnTo>
                  <a:lnTo>
                    <a:pt x="352094" y="567270"/>
                  </a:lnTo>
                  <a:lnTo>
                    <a:pt x="341045" y="562660"/>
                  </a:lnTo>
                  <a:lnTo>
                    <a:pt x="339453" y="535863"/>
                  </a:lnTo>
                  <a:lnTo>
                    <a:pt x="339331" y="533806"/>
                  </a:lnTo>
                  <a:lnTo>
                    <a:pt x="358482" y="527583"/>
                  </a:lnTo>
                  <a:lnTo>
                    <a:pt x="370286" y="527583"/>
                  </a:lnTo>
                  <a:lnTo>
                    <a:pt x="362140" y="518528"/>
                  </a:lnTo>
                  <a:close/>
                </a:path>
                <a:path w="3517900" h="725804">
                  <a:moveTo>
                    <a:pt x="370286" y="527583"/>
                  </a:moveTo>
                  <a:lnTo>
                    <a:pt x="358482" y="527583"/>
                  </a:lnTo>
                  <a:lnTo>
                    <a:pt x="367538" y="550684"/>
                  </a:lnTo>
                  <a:lnTo>
                    <a:pt x="352094" y="567270"/>
                  </a:lnTo>
                  <a:lnTo>
                    <a:pt x="372893" y="567270"/>
                  </a:lnTo>
                  <a:lnTo>
                    <a:pt x="373291" y="567029"/>
                  </a:lnTo>
                  <a:lnTo>
                    <a:pt x="377736" y="535863"/>
                  </a:lnTo>
                  <a:lnTo>
                    <a:pt x="370286" y="527583"/>
                  </a:lnTo>
                  <a:close/>
                </a:path>
                <a:path w="3517900" h="725804">
                  <a:moveTo>
                    <a:pt x="396849" y="518045"/>
                  </a:moveTo>
                  <a:lnTo>
                    <a:pt x="384848" y="518045"/>
                  </a:lnTo>
                  <a:lnTo>
                    <a:pt x="405714" y="575500"/>
                  </a:lnTo>
                  <a:lnTo>
                    <a:pt x="417690" y="575500"/>
                  </a:lnTo>
                  <a:lnTo>
                    <a:pt x="422495" y="562254"/>
                  </a:lnTo>
                  <a:lnTo>
                    <a:pt x="412000" y="562254"/>
                  </a:lnTo>
                  <a:lnTo>
                    <a:pt x="396849" y="518045"/>
                  </a:lnTo>
                  <a:close/>
                </a:path>
                <a:path w="3517900" h="725804">
                  <a:moveTo>
                    <a:pt x="438531" y="518045"/>
                  </a:moveTo>
                  <a:lnTo>
                    <a:pt x="426516" y="518045"/>
                  </a:lnTo>
                  <a:lnTo>
                    <a:pt x="412000" y="562254"/>
                  </a:lnTo>
                  <a:lnTo>
                    <a:pt x="422495" y="562254"/>
                  </a:lnTo>
                  <a:lnTo>
                    <a:pt x="438531" y="518045"/>
                  </a:lnTo>
                  <a:close/>
                </a:path>
                <a:path w="3517900" h="725804">
                  <a:moveTo>
                    <a:pt x="461060" y="518553"/>
                  </a:moveTo>
                  <a:lnTo>
                    <a:pt x="445604" y="536067"/>
                  </a:lnTo>
                  <a:lnTo>
                    <a:pt x="450011" y="567156"/>
                  </a:lnTo>
                  <a:lnTo>
                    <a:pt x="471855" y="576656"/>
                  </a:lnTo>
                  <a:lnTo>
                    <a:pt x="476034" y="576656"/>
                  </a:lnTo>
                  <a:lnTo>
                    <a:pt x="492269" y="563905"/>
                  </a:lnTo>
                  <a:lnTo>
                    <a:pt x="460946" y="563905"/>
                  </a:lnTo>
                  <a:lnTo>
                    <a:pt x="457904" y="550138"/>
                  </a:lnTo>
                  <a:lnTo>
                    <a:pt x="450824" y="550138"/>
                  </a:lnTo>
                  <a:lnTo>
                    <a:pt x="450824" y="541756"/>
                  </a:lnTo>
                  <a:lnTo>
                    <a:pt x="456051" y="541756"/>
                  </a:lnTo>
                  <a:lnTo>
                    <a:pt x="455650" y="539940"/>
                  </a:lnTo>
                  <a:lnTo>
                    <a:pt x="474027" y="526529"/>
                  </a:lnTo>
                  <a:lnTo>
                    <a:pt x="491172" y="526529"/>
                  </a:lnTo>
                  <a:lnTo>
                    <a:pt x="491109" y="526249"/>
                  </a:lnTo>
                  <a:lnTo>
                    <a:pt x="461060" y="518553"/>
                  </a:lnTo>
                  <a:close/>
                </a:path>
                <a:path w="3517900" h="725804">
                  <a:moveTo>
                    <a:pt x="485203" y="559231"/>
                  </a:moveTo>
                  <a:lnTo>
                    <a:pt x="460946" y="563905"/>
                  </a:lnTo>
                  <a:lnTo>
                    <a:pt x="492269" y="563905"/>
                  </a:lnTo>
                  <a:lnTo>
                    <a:pt x="495795" y="561136"/>
                  </a:lnTo>
                  <a:lnTo>
                    <a:pt x="485203" y="559231"/>
                  </a:lnTo>
                  <a:close/>
                </a:path>
                <a:path w="3517900" h="725804">
                  <a:moveTo>
                    <a:pt x="456051" y="541756"/>
                  </a:moveTo>
                  <a:lnTo>
                    <a:pt x="450824" y="541756"/>
                  </a:lnTo>
                  <a:lnTo>
                    <a:pt x="450824" y="550138"/>
                  </a:lnTo>
                  <a:lnTo>
                    <a:pt x="457904" y="550138"/>
                  </a:lnTo>
                  <a:lnTo>
                    <a:pt x="456051" y="541756"/>
                  </a:lnTo>
                  <a:close/>
                </a:path>
                <a:path w="3517900" h="725804">
                  <a:moveTo>
                    <a:pt x="491172" y="526529"/>
                  </a:moveTo>
                  <a:lnTo>
                    <a:pt x="474027" y="526529"/>
                  </a:lnTo>
                  <a:lnTo>
                    <a:pt x="485546" y="541756"/>
                  </a:lnTo>
                  <a:lnTo>
                    <a:pt x="456051" y="541756"/>
                  </a:lnTo>
                  <a:lnTo>
                    <a:pt x="457904" y="550138"/>
                  </a:lnTo>
                  <a:lnTo>
                    <a:pt x="496506" y="550138"/>
                  </a:lnTo>
                  <a:lnTo>
                    <a:pt x="491172" y="526529"/>
                  </a:lnTo>
                  <a:close/>
                </a:path>
                <a:path w="3517900" h="725804">
                  <a:moveTo>
                    <a:pt x="579081" y="498881"/>
                  </a:moveTo>
                  <a:lnTo>
                    <a:pt x="567524" y="498881"/>
                  </a:lnTo>
                  <a:lnTo>
                    <a:pt x="568782" y="559384"/>
                  </a:lnTo>
                  <a:lnTo>
                    <a:pt x="586486" y="575602"/>
                  </a:lnTo>
                  <a:lnTo>
                    <a:pt x="609422" y="575602"/>
                  </a:lnTo>
                  <a:lnTo>
                    <a:pt x="620485" y="565467"/>
                  </a:lnTo>
                  <a:lnTo>
                    <a:pt x="605180" y="565467"/>
                  </a:lnTo>
                  <a:lnTo>
                    <a:pt x="582917" y="560273"/>
                  </a:lnTo>
                  <a:lnTo>
                    <a:pt x="579081" y="498881"/>
                  </a:lnTo>
                  <a:close/>
                </a:path>
                <a:path w="3517900" h="725804">
                  <a:moveTo>
                    <a:pt x="628383" y="498881"/>
                  </a:moveTo>
                  <a:lnTo>
                    <a:pt x="616788" y="498881"/>
                  </a:lnTo>
                  <a:lnTo>
                    <a:pt x="616788" y="551802"/>
                  </a:lnTo>
                  <a:lnTo>
                    <a:pt x="605180" y="565467"/>
                  </a:lnTo>
                  <a:lnTo>
                    <a:pt x="620485" y="565467"/>
                  </a:lnTo>
                  <a:lnTo>
                    <a:pt x="627126" y="559384"/>
                  </a:lnTo>
                  <a:lnTo>
                    <a:pt x="628383" y="498881"/>
                  </a:lnTo>
                  <a:close/>
                </a:path>
                <a:path w="3517900" h="725804">
                  <a:moveTo>
                    <a:pt x="652564" y="559117"/>
                  </a:moveTo>
                  <a:lnTo>
                    <a:pt x="641756" y="560755"/>
                  </a:lnTo>
                  <a:lnTo>
                    <a:pt x="642670" y="565848"/>
                  </a:lnTo>
                  <a:lnTo>
                    <a:pt x="658545" y="576656"/>
                  </a:lnTo>
                  <a:lnTo>
                    <a:pt x="683514" y="570763"/>
                  </a:lnTo>
                  <a:lnTo>
                    <a:pt x="684109" y="567639"/>
                  </a:lnTo>
                  <a:lnTo>
                    <a:pt x="661543" y="567639"/>
                  </a:lnTo>
                  <a:lnTo>
                    <a:pt x="652564" y="559117"/>
                  </a:lnTo>
                  <a:close/>
                </a:path>
                <a:path w="3517900" h="725804">
                  <a:moveTo>
                    <a:pt x="671830" y="517296"/>
                  </a:moveTo>
                  <a:lnTo>
                    <a:pt x="648169" y="522871"/>
                  </a:lnTo>
                  <a:lnTo>
                    <a:pt x="644815" y="541235"/>
                  </a:lnTo>
                  <a:lnTo>
                    <a:pt x="644715" y="541782"/>
                  </a:lnTo>
                  <a:lnTo>
                    <a:pt x="668870" y="552424"/>
                  </a:lnTo>
                  <a:lnTo>
                    <a:pt x="676998" y="561936"/>
                  </a:lnTo>
                  <a:lnTo>
                    <a:pt x="661543" y="567639"/>
                  </a:lnTo>
                  <a:lnTo>
                    <a:pt x="684109" y="567639"/>
                  </a:lnTo>
                  <a:lnTo>
                    <a:pt x="687184" y="551522"/>
                  </a:lnTo>
                  <a:lnTo>
                    <a:pt x="663638" y="541235"/>
                  </a:lnTo>
                  <a:lnTo>
                    <a:pt x="654621" y="531494"/>
                  </a:lnTo>
                  <a:lnTo>
                    <a:pt x="687214" y="531494"/>
                  </a:lnTo>
                  <a:lnTo>
                    <a:pt x="686206" y="527583"/>
                  </a:lnTo>
                  <a:lnTo>
                    <a:pt x="671830" y="517296"/>
                  </a:lnTo>
                  <a:close/>
                </a:path>
                <a:path w="3517900" h="725804">
                  <a:moveTo>
                    <a:pt x="687214" y="531494"/>
                  </a:moveTo>
                  <a:lnTo>
                    <a:pt x="654621" y="531494"/>
                  </a:lnTo>
                  <a:lnTo>
                    <a:pt x="687362" y="532066"/>
                  </a:lnTo>
                  <a:lnTo>
                    <a:pt x="687214" y="531494"/>
                  </a:lnTo>
                  <a:close/>
                </a:path>
                <a:path w="3517900" h="725804">
                  <a:moveTo>
                    <a:pt x="714756" y="518553"/>
                  </a:moveTo>
                  <a:lnTo>
                    <a:pt x="699287" y="536067"/>
                  </a:lnTo>
                  <a:lnTo>
                    <a:pt x="703707" y="567156"/>
                  </a:lnTo>
                  <a:lnTo>
                    <a:pt x="725538" y="576656"/>
                  </a:lnTo>
                  <a:lnTo>
                    <a:pt x="729729" y="576656"/>
                  </a:lnTo>
                  <a:lnTo>
                    <a:pt x="745954" y="563905"/>
                  </a:lnTo>
                  <a:lnTo>
                    <a:pt x="714641" y="563905"/>
                  </a:lnTo>
                  <a:lnTo>
                    <a:pt x="711599" y="550138"/>
                  </a:lnTo>
                  <a:lnTo>
                    <a:pt x="704519" y="550138"/>
                  </a:lnTo>
                  <a:lnTo>
                    <a:pt x="704519" y="541756"/>
                  </a:lnTo>
                  <a:lnTo>
                    <a:pt x="709747" y="541756"/>
                  </a:lnTo>
                  <a:lnTo>
                    <a:pt x="709345" y="539940"/>
                  </a:lnTo>
                  <a:lnTo>
                    <a:pt x="727722" y="526529"/>
                  </a:lnTo>
                  <a:lnTo>
                    <a:pt x="744854" y="526529"/>
                  </a:lnTo>
                  <a:lnTo>
                    <a:pt x="744791" y="526249"/>
                  </a:lnTo>
                  <a:lnTo>
                    <a:pt x="714756" y="518553"/>
                  </a:lnTo>
                  <a:close/>
                </a:path>
                <a:path w="3517900" h="725804">
                  <a:moveTo>
                    <a:pt x="738898" y="559231"/>
                  </a:moveTo>
                  <a:lnTo>
                    <a:pt x="714641" y="563905"/>
                  </a:lnTo>
                  <a:lnTo>
                    <a:pt x="745954" y="563905"/>
                  </a:lnTo>
                  <a:lnTo>
                    <a:pt x="749477" y="561136"/>
                  </a:lnTo>
                  <a:lnTo>
                    <a:pt x="738898" y="559231"/>
                  </a:lnTo>
                  <a:close/>
                </a:path>
                <a:path w="3517900" h="725804">
                  <a:moveTo>
                    <a:pt x="709747" y="541756"/>
                  </a:moveTo>
                  <a:lnTo>
                    <a:pt x="704519" y="541756"/>
                  </a:lnTo>
                  <a:lnTo>
                    <a:pt x="704519" y="550138"/>
                  </a:lnTo>
                  <a:lnTo>
                    <a:pt x="711599" y="550138"/>
                  </a:lnTo>
                  <a:lnTo>
                    <a:pt x="709747" y="541756"/>
                  </a:lnTo>
                  <a:close/>
                </a:path>
                <a:path w="3517900" h="725804">
                  <a:moveTo>
                    <a:pt x="744854" y="526529"/>
                  </a:moveTo>
                  <a:lnTo>
                    <a:pt x="727722" y="526529"/>
                  </a:lnTo>
                  <a:lnTo>
                    <a:pt x="739228" y="541756"/>
                  </a:lnTo>
                  <a:lnTo>
                    <a:pt x="709747" y="541756"/>
                  </a:lnTo>
                  <a:lnTo>
                    <a:pt x="711599" y="550138"/>
                  </a:lnTo>
                  <a:lnTo>
                    <a:pt x="750189" y="550138"/>
                  </a:lnTo>
                  <a:lnTo>
                    <a:pt x="744854" y="526529"/>
                  </a:lnTo>
                  <a:close/>
                </a:path>
                <a:path w="3517900" h="725804">
                  <a:moveTo>
                    <a:pt x="773417" y="518045"/>
                  </a:moveTo>
                  <a:lnTo>
                    <a:pt x="762609" y="518045"/>
                  </a:lnTo>
                  <a:lnTo>
                    <a:pt x="762609" y="575500"/>
                  </a:lnTo>
                  <a:lnTo>
                    <a:pt x="773785" y="575500"/>
                  </a:lnTo>
                  <a:lnTo>
                    <a:pt x="773785" y="540410"/>
                  </a:lnTo>
                  <a:lnTo>
                    <a:pt x="787514" y="527469"/>
                  </a:lnTo>
                  <a:lnTo>
                    <a:pt x="787691" y="527164"/>
                  </a:lnTo>
                  <a:lnTo>
                    <a:pt x="774014" y="527164"/>
                  </a:lnTo>
                  <a:lnTo>
                    <a:pt x="773417" y="518045"/>
                  </a:lnTo>
                  <a:close/>
                </a:path>
                <a:path w="3517900" h="725804">
                  <a:moveTo>
                    <a:pt x="793356" y="517436"/>
                  </a:moveTo>
                  <a:lnTo>
                    <a:pt x="774014" y="527164"/>
                  </a:lnTo>
                  <a:lnTo>
                    <a:pt x="787691" y="527164"/>
                  </a:lnTo>
                  <a:lnTo>
                    <a:pt x="793356" y="517436"/>
                  </a:lnTo>
                  <a:close/>
                </a:path>
                <a:path w="3517900" h="725804">
                  <a:moveTo>
                    <a:pt x="861072" y="496823"/>
                  </a:moveTo>
                  <a:lnTo>
                    <a:pt x="838619" y="500049"/>
                  </a:lnTo>
                  <a:lnTo>
                    <a:pt x="834694" y="575500"/>
                  </a:lnTo>
                  <a:lnTo>
                    <a:pt x="845883" y="575500"/>
                  </a:lnTo>
                  <a:lnTo>
                    <a:pt x="845883" y="512876"/>
                  </a:lnTo>
                  <a:lnTo>
                    <a:pt x="861072" y="496823"/>
                  </a:lnTo>
                  <a:close/>
                </a:path>
                <a:path w="3517900" h="725804">
                  <a:moveTo>
                    <a:pt x="837683" y="518045"/>
                  </a:moveTo>
                  <a:lnTo>
                    <a:pt x="825792" y="518045"/>
                  </a:lnTo>
                  <a:lnTo>
                    <a:pt x="825792" y="527011"/>
                  </a:lnTo>
                  <a:lnTo>
                    <a:pt x="837216" y="527011"/>
                  </a:lnTo>
                  <a:lnTo>
                    <a:pt x="837683" y="518045"/>
                  </a:lnTo>
                  <a:close/>
                </a:path>
                <a:path w="3517900" h="725804">
                  <a:moveTo>
                    <a:pt x="858266" y="518045"/>
                  </a:moveTo>
                  <a:lnTo>
                    <a:pt x="845883" y="518045"/>
                  </a:lnTo>
                  <a:lnTo>
                    <a:pt x="845883" y="527011"/>
                  </a:lnTo>
                  <a:lnTo>
                    <a:pt x="858266" y="527011"/>
                  </a:lnTo>
                  <a:lnTo>
                    <a:pt x="858266" y="518045"/>
                  </a:lnTo>
                  <a:close/>
                </a:path>
                <a:path w="3517900" h="725804">
                  <a:moveTo>
                    <a:pt x="880986" y="518045"/>
                  </a:moveTo>
                  <a:lnTo>
                    <a:pt x="869797" y="518045"/>
                  </a:lnTo>
                  <a:lnTo>
                    <a:pt x="869797" y="575500"/>
                  </a:lnTo>
                  <a:lnTo>
                    <a:pt x="880986" y="575500"/>
                  </a:lnTo>
                  <a:lnTo>
                    <a:pt x="880986" y="518045"/>
                  </a:lnTo>
                  <a:close/>
                </a:path>
                <a:path w="3517900" h="725804">
                  <a:moveTo>
                    <a:pt x="873506" y="495820"/>
                  </a:moveTo>
                  <a:lnTo>
                    <a:pt x="875449" y="509168"/>
                  </a:lnTo>
                  <a:lnTo>
                    <a:pt x="877392" y="509168"/>
                  </a:lnTo>
                  <a:lnTo>
                    <a:pt x="873506" y="495820"/>
                  </a:lnTo>
                  <a:close/>
                </a:path>
                <a:path w="3517900" h="725804">
                  <a:moveTo>
                    <a:pt x="904862" y="518045"/>
                  </a:moveTo>
                  <a:lnTo>
                    <a:pt x="892594" y="518045"/>
                  </a:lnTo>
                  <a:lnTo>
                    <a:pt x="910247" y="546773"/>
                  </a:lnTo>
                  <a:lnTo>
                    <a:pt x="892365" y="575500"/>
                  </a:lnTo>
                  <a:lnTo>
                    <a:pt x="904633" y="575500"/>
                  </a:lnTo>
                  <a:lnTo>
                    <a:pt x="917549" y="554024"/>
                  </a:lnTo>
                  <a:lnTo>
                    <a:pt x="929210" y="554024"/>
                  </a:lnTo>
                  <a:lnTo>
                    <a:pt x="924648" y="546773"/>
                  </a:lnTo>
                  <a:lnTo>
                    <a:pt x="928617" y="540410"/>
                  </a:lnTo>
                  <a:lnTo>
                    <a:pt x="917549" y="540410"/>
                  </a:lnTo>
                  <a:lnTo>
                    <a:pt x="904862" y="518045"/>
                  </a:lnTo>
                  <a:close/>
                </a:path>
                <a:path w="3517900" h="725804">
                  <a:moveTo>
                    <a:pt x="929210" y="554024"/>
                  </a:moveTo>
                  <a:lnTo>
                    <a:pt x="917549" y="554024"/>
                  </a:lnTo>
                  <a:lnTo>
                    <a:pt x="930490" y="575500"/>
                  </a:lnTo>
                  <a:lnTo>
                    <a:pt x="942721" y="575500"/>
                  </a:lnTo>
                  <a:lnTo>
                    <a:pt x="929210" y="554024"/>
                  </a:lnTo>
                  <a:close/>
                </a:path>
                <a:path w="3517900" h="725804">
                  <a:moveTo>
                    <a:pt x="942568" y="518045"/>
                  </a:moveTo>
                  <a:lnTo>
                    <a:pt x="930338" y="518045"/>
                  </a:lnTo>
                  <a:lnTo>
                    <a:pt x="917549" y="540410"/>
                  </a:lnTo>
                  <a:lnTo>
                    <a:pt x="928617" y="540410"/>
                  </a:lnTo>
                  <a:lnTo>
                    <a:pt x="942568" y="518045"/>
                  </a:lnTo>
                  <a:close/>
                </a:path>
                <a:path w="3517900" h="725804">
                  <a:moveTo>
                    <a:pt x="965771" y="518553"/>
                  </a:moveTo>
                  <a:lnTo>
                    <a:pt x="950315" y="536067"/>
                  </a:lnTo>
                  <a:lnTo>
                    <a:pt x="954722" y="567156"/>
                  </a:lnTo>
                  <a:lnTo>
                    <a:pt x="976553" y="576656"/>
                  </a:lnTo>
                  <a:lnTo>
                    <a:pt x="980744" y="576656"/>
                  </a:lnTo>
                  <a:lnTo>
                    <a:pt x="996980" y="563905"/>
                  </a:lnTo>
                  <a:lnTo>
                    <a:pt x="965657" y="563905"/>
                  </a:lnTo>
                  <a:lnTo>
                    <a:pt x="962614" y="550138"/>
                  </a:lnTo>
                  <a:lnTo>
                    <a:pt x="955535" y="550138"/>
                  </a:lnTo>
                  <a:lnTo>
                    <a:pt x="955535" y="541756"/>
                  </a:lnTo>
                  <a:lnTo>
                    <a:pt x="960762" y="541756"/>
                  </a:lnTo>
                  <a:lnTo>
                    <a:pt x="960361" y="539940"/>
                  </a:lnTo>
                  <a:lnTo>
                    <a:pt x="978738" y="526529"/>
                  </a:lnTo>
                  <a:lnTo>
                    <a:pt x="995870" y="526529"/>
                  </a:lnTo>
                  <a:lnTo>
                    <a:pt x="995807" y="526249"/>
                  </a:lnTo>
                  <a:lnTo>
                    <a:pt x="965771" y="518553"/>
                  </a:lnTo>
                  <a:close/>
                </a:path>
                <a:path w="3517900" h="725804">
                  <a:moveTo>
                    <a:pt x="989914" y="559231"/>
                  </a:moveTo>
                  <a:lnTo>
                    <a:pt x="965657" y="563905"/>
                  </a:lnTo>
                  <a:lnTo>
                    <a:pt x="996980" y="563905"/>
                  </a:lnTo>
                  <a:lnTo>
                    <a:pt x="1000506" y="561136"/>
                  </a:lnTo>
                  <a:lnTo>
                    <a:pt x="989914" y="559231"/>
                  </a:lnTo>
                  <a:close/>
                </a:path>
                <a:path w="3517900" h="725804">
                  <a:moveTo>
                    <a:pt x="960762" y="541756"/>
                  </a:moveTo>
                  <a:lnTo>
                    <a:pt x="955535" y="541756"/>
                  </a:lnTo>
                  <a:lnTo>
                    <a:pt x="955535" y="550138"/>
                  </a:lnTo>
                  <a:lnTo>
                    <a:pt x="962614" y="550138"/>
                  </a:lnTo>
                  <a:lnTo>
                    <a:pt x="960762" y="541756"/>
                  </a:lnTo>
                  <a:close/>
                </a:path>
                <a:path w="3517900" h="725804">
                  <a:moveTo>
                    <a:pt x="995870" y="526529"/>
                  </a:moveTo>
                  <a:lnTo>
                    <a:pt x="978738" y="526529"/>
                  </a:lnTo>
                  <a:lnTo>
                    <a:pt x="990244" y="541756"/>
                  </a:lnTo>
                  <a:lnTo>
                    <a:pt x="960762" y="541756"/>
                  </a:lnTo>
                  <a:lnTo>
                    <a:pt x="962614" y="550138"/>
                  </a:lnTo>
                  <a:lnTo>
                    <a:pt x="1001217" y="550138"/>
                  </a:lnTo>
                  <a:lnTo>
                    <a:pt x="995870" y="526529"/>
                  </a:lnTo>
                  <a:close/>
                </a:path>
                <a:path w="3517900" h="725804">
                  <a:moveTo>
                    <a:pt x="1021892" y="559117"/>
                  </a:moveTo>
                  <a:lnTo>
                    <a:pt x="1011072" y="560755"/>
                  </a:lnTo>
                  <a:lnTo>
                    <a:pt x="1011999" y="565848"/>
                  </a:lnTo>
                  <a:lnTo>
                    <a:pt x="1027874" y="576656"/>
                  </a:lnTo>
                  <a:lnTo>
                    <a:pt x="1052842" y="570763"/>
                  </a:lnTo>
                  <a:lnTo>
                    <a:pt x="1053436" y="567639"/>
                  </a:lnTo>
                  <a:lnTo>
                    <a:pt x="1030871" y="567639"/>
                  </a:lnTo>
                  <a:lnTo>
                    <a:pt x="1021892" y="559117"/>
                  </a:lnTo>
                  <a:close/>
                </a:path>
                <a:path w="3517900" h="725804">
                  <a:moveTo>
                    <a:pt x="1041158" y="517296"/>
                  </a:moveTo>
                  <a:lnTo>
                    <a:pt x="1017498" y="522871"/>
                  </a:lnTo>
                  <a:lnTo>
                    <a:pt x="1014131" y="541235"/>
                  </a:lnTo>
                  <a:lnTo>
                    <a:pt x="1014031" y="541782"/>
                  </a:lnTo>
                  <a:lnTo>
                    <a:pt x="1038199" y="552424"/>
                  </a:lnTo>
                  <a:lnTo>
                    <a:pt x="1046314" y="561936"/>
                  </a:lnTo>
                  <a:lnTo>
                    <a:pt x="1030871" y="567639"/>
                  </a:lnTo>
                  <a:lnTo>
                    <a:pt x="1053436" y="567639"/>
                  </a:lnTo>
                  <a:lnTo>
                    <a:pt x="1056500" y="551522"/>
                  </a:lnTo>
                  <a:lnTo>
                    <a:pt x="1032967" y="541235"/>
                  </a:lnTo>
                  <a:lnTo>
                    <a:pt x="1023950" y="531494"/>
                  </a:lnTo>
                  <a:lnTo>
                    <a:pt x="1056532" y="531494"/>
                  </a:lnTo>
                  <a:lnTo>
                    <a:pt x="1055535" y="527583"/>
                  </a:lnTo>
                  <a:lnTo>
                    <a:pt x="1041158" y="517296"/>
                  </a:lnTo>
                  <a:close/>
                </a:path>
                <a:path w="3517900" h="725804">
                  <a:moveTo>
                    <a:pt x="1056532" y="531494"/>
                  </a:moveTo>
                  <a:lnTo>
                    <a:pt x="1023950" y="531494"/>
                  </a:lnTo>
                  <a:lnTo>
                    <a:pt x="1056678" y="532066"/>
                  </a:lnTo>
                  <a:lnTo>
                    <a:pt x="1056532" y="531494"/>
                  </a:lnTo>
                  <a:close/>
                </a:path>
                <a:path w="3517900" h="725804">
                  <a:moveTo>
                    <a:pt x="1113015" y="504278"/>
                  </a:moveTo>
                  <a:lnTo>
                    <a:pt x="1101839" y="504278"/>
                  </a:lnTo>
                  <a:lnTo>
                    <a:pt x="1102614" y="567296"/>
                  </a:lnTo>
                  <a:lnTo>
                    <a:pt x="1118590" y="576249"/>
                  </a:lnTo>
                  <a:lnTo>
                    <a:pt x="1113015" y="504278"/>
                  </a:lnTo>
                  <a:close/>
                </a:path>
                <a:path w="3517900" h="725804">
                  <a:moveTo>
                    <a:pt x="1102008" y="518045"/>
                  </a:moveTo>
                  <a:lnTo>
                    <a:pt x="1093419" y="518045"/>
                  </a:lnTo>
                  <a:lnTo>
                    <a:pt x="1093419" y="527011"/>
                  </a:lnTo>
                  <a:lnTo>
                    <a:pt x="1102118" y="527011"/>
                  </a:lnTo>
                  <a:lnTo>
                    <a:pt x="1102008" y="518045"/>
                  </a:lnTo>
                  <a:close/>
                </a:path>
                <a:path w="3517900" h="725804">
                  <a:moveTo>
                    <a:pt x="1124800" y="518045"/>
                  </a:moveTo>
                  <a:lnTo>
                    <a:pt x="1114081" y="518045"/>
                  </a:lnTo>
                  <a:lnTo>
                    <a:pt x="1114776" y="527011"/>
                  </a:lnTo>
                  <a:lnTo>
                    <a:pt x="1124800" y="527011"/>
                  </a:lnTo>
                  <a:lnTo>
                    <a:pt x="1124800" y="518045"/>
                  </a:lnTo>
                  <a:close/>
                </a:path>
                <a:path w="3517900" h="725804">
                  <a:moveTo>
                    <a:pt x="1149451" y="498881"/>
                  </a:moveTo>
                  <a:lnTo>
                    <a:pt x="1138415" y="498881"/>
                  </a:lnTo>
                  <a:lnTo>
                    <a:pt x="1138415" y="575500"/>
                  </a:lnTo>
                  <a:lnTo>
                    <a:pt x="1149591" y="575500"/>
                  </a:lnTo>
                  <a:lnTo>
                    <a:pt x="1149591" y="541388"/>
                  </a:lnTo>
                  <a:lnTo>
                    <a:pt x="1152550" y="531431"/>
                  </a:lnTo>
                  <a:lnTo>
                    <a:pt x="1184828" y="531431"/>
                  </a:lnTo>
                  <a:lnTo>
                    <a:pt x="1183741" y="527392"/>
                  </a:lnTo>
                  <a:lnTo>
                    <a:pt x="1150162" y="527392"/>
                  </a:lnTo>
                  <a:lnTo>
                    <a:pt x="1149451" y="498881"/>
                  </a:lnTo>
                  <a:close/>
                </a:path>
                <a:path w="3517900" h="725804">
                  <a:moveTo>
                    <a:pt x="1184828" y="531431"/>
                  </a:moveTo>
                  <a:lnTo>
                    <a:pt x="1152550" y="531431"/>
                  </a:lnTo>
                  <a:lnTo>
                    <a:pt x="1174584" y="532815"/>
                  </a:lnTo>
                  <a:lnTo>
                    <a:pt x="1175664" y="575500"/>
                  </a:lnTo>
                  <a:lnTo>
                    <a:pt x="1186853" y="575500"/>
                  </a:lnTo>
                  <a:lnTo>
                    <a:pt x="1186853" y="538949"/>
                  </a:lnTo>
                  <a:lnTo>
                    <a:pt x="1184828" y="531431"/>
                  </a:lnTo>
                  <a:close/>
                </a:path>
                <a:path w="3517900" h="725804">
                  <a:moveTo>
                    <a:pt x="1162710" y="517296"/>
                  </a:moveTo>
                  <a:lnTo>
                    <a:pt x="1150162" y="527392"/>
                  </a:lnTo>
                  <a:lnTo>
                    <a:pt x="1183741" y="527392"/>
                  </a:lnTo>
                  <a:lnTo>
                    <a:pt x="1182763" y="523760"/>
                  </a:lnTo>
                  <a:lnTo>
                    <a:pt x="1162710" y="517296"/>
                  </a:lnTo>
                  <a:close/>
                </a:path>
                <a:path w="3517900" h="725804">
                  <a:moveTo>
                    <a:pt x="1215758" y="518553"/>
                  </a:moveTo>
                  <a:lnTo>
                    <a:pt x="1200302" y="536067"/>
                  </a:lnTo>
                  <a:lnTo>
                    <a:pt x="1204709" y="567156"/>
                  </a:lnTo>
                  <a:lnTo>
                    <a:pt x="1226553" y="576656"/>
                  </a:lnTo>
                  <a:lnTo>
                    <a:pt x="1230731" y="576656"/>
                  </a:lnTo>
                  <a:lnTo>
                    <a:pt x="1246967" y="563905"/>
                  </a:lnTo>
                  <a:lnTo>
                    <a:pt x="1215644" y="563905"/>
                  </a:lnTo>
                  <a:lnTo>
                    <a:pt x="1212601" y="550138"/>
                  </a:lnTo>
                  <a:lnTo>
                    <a:pt x="1205522" y="550138"/>
                  </a:lnTo>
                  <a:lnTo>
                    <a:pt x="1205522" y="541756"/>
                  </a:lnTo>
                  <a:lnTo>
                    <a:pt x="1210749" y="541756"/>
                  </a:lnTo>
                  <a:lnTo>
                    <a:pt x="1210348" y="539940"/>
                  </a:lnTo>
                  <a:lnTo>
                    <a:pt x="1228725" y="526529"/>
                  </a:lnTo>
                  <a:lnTo>
                    <a:pt x="1245869" y="526529"/>
                  </a:lnTo>
                  <a:lnTo>
                    <a:pt x="1245806" y="526249"/>
                  </a:lnTo>
                  <a:lnTo>
                    <a:pt x="1215758" y="518553"/>
                  </a:lnTo>
                  <a:close/>
                </a:path>
                <a:path w="3517900" h="725804">
                  <a:moveTo>
                    <a:pt x="1239901" y="559231"/>
                  </a:moveTo>
                  <a:lnTo>
                    <a:pt x="1215644" y="563905"/>
                  </a:lnTo>
                  <a:lnTo>
                    <a:pt x="1246967" y="563905"/>
                  </a:lnTo>
                  <a:lnTo>
                    <a:pt x="1250492" y="561136"/>
                  </a:lnTo>
                  <a:lnTo>
                    <a:pt x="1239901" y="559231"/>
                  </a:lnTo>
                  <a:close/>
                </a:path>
                <a:path w="3517900" h="725804">
                  <a:moveTo>
                    <a:pt x="1210749" y="541756"/>
                  </a:moveTo>
                  <a:lnTo>
                    <a:pt x="1205522" y="541756"/>
                  </a:lnTo>
                  <a:lnTo>
                    <a:pt x="1205522" y="550138"/>
                  </a:lnTo>
                  <a:lnTo>
                    <a:pt x="1212601" y="550138"/>
                  </a:lnTo>
                  <a:lnTo>
                    <a:pt x="1210749" y="541756"/>
                  </a:lnTo>
                  <a:close/>
                </a:path>
                <a:path w="3517900" h="725804">
                  <a:moveTo>
                    <a:pt x="1245869" y="526529"/>
                  </a:moveTo>
                  <a:lnTo>
                    <a:pt x="1228725" y="526529"/>
                  </a:lnTo>
                  <a:lnTo>
                    <a:pt x="1240243" y="541756"/>
                  </a:lnTo>
                  <a:lnTo>
                    <a:pt x="1210749" y="541756"/>
                  </a:lnTo>
                  <a:lnTo>
                    <a:pt x="1212601" y="550138"/>
                  </a:lnTo>
                  <a:lnTo>
                    <a:pt x="1251204" y="550138"/>
                  </a:lnTo>
                  <a:lnTo>
                    <a:pt x="1245869" y="526529"/>
                  </a:lnTo>
                  <a:close/>
                </a:path>
                <a:path w="3517900" h="725804">
                  <a:moveTo>
                    <a:pt x="1331543" y="526338"/>
                  </a:moveTo>
                  <a:lnTo>
                    <a:pt x="1318044" y="526338"/>
                  </a:lnTo>
                  <a:lnTo>
                    <a:pt x="1325346" y="536625"/>
                  </a:lnTo>
                  <a:lnTo>
                    <a:pt x="1300200" y="544144"/>
                  </a:lnTo>
                  <a:lnTo>
                    <a:pt x="1289646" y="566216"/>
                  </a:lnTo>
                  <a:lnTo>
                    <a:pt x="1308214" y="576770"/>
                  </a:lnTo>
                  <a:lnTo>
                    <a:pt x="1325638" y="575500"/>
                  </a:lnTo>
                  <a:lnTo>
                    <a:pt x="1336573" y="575500"/>
                  </a:lnTo>
                  <a:lnTo>
                    <a:pt x="1336573" y="567791"/>
                  </a:lnTo>
                  <a:lnTo>
                    <a:pt x="1307477" y="567791"/>
                  </a:lnTo>
                  <a:lnTo>
                    <a:pt x="1299756" y="557415"/>
                  </a:lnTo>
                  <a:lnTo>
                    <a:pt x="1325384" y="554774"/>
                  </a:lnTo>
                  <a:lnTo>
                    <a:pt x="1336573" y="554774"/>
                  </a:lnTo>
                  <a:lnTo>
                    <a:pt x="1336573" y="533158"/>
                  </a:lnTo>
                  <a:lnTo>
                    <a:pt x="1331543" y="526338"/>
                  </a:lnTo>
                  <a:close/>
                </a:path>
                <a:path w="3517900" h="725804">
                  <a:moveTo>
                    <a:pt x="1336573" y="554774"/>
                  </a:moveTo>
                  <a:lnTo>
                    <a:pt x="1325384" y="554774"/>
                  </a:lnTo>
                  <a:lnTo>
                    <a:pt x="1310640" y="567791"/>
                  </a:lnTo>
                  <a:lnTo>
                    <a:pt x="1336573" y="567791"/>
                  </a:lnTo>
                  <a:lnTo>
                    <a:pt x="1336573" y="554774"/>
                  </a:lnTo>
                  <a:close/>
                </a:path>
                <a:path w="3517900" h="725804">
                  <a:moveTo>
                    <a:pt x="1326578" y="519607"/>
                  </a:moveTo>
                  <a:lnTo>
                    <a:pt x="1290561" y="531952"/>
                  </a:lnTo>
                  <a:lnTo>
                    <a:pt x="1301064" y="534352"/>
                  </a:lnTo>
                  <a:lnTo>
                    <a:pt x="1318044" y="526338"/>
                  </a:lnTo>
                  <a:lnTo>
                    <a:pt x="1331543" y="526338"/>
                  </a:lnTo>
                  <a:lnTo>
                    <a:pt x="1326578" y="519607"/>
                  </a:lnTo>
                  <a:close/>
                </a:path>
                <a:path w="3517900" h="725804">
                  <a:moveTo>
                    <a:pt x="1364310" y="518464"/>
                  </a:moveTo>
                  <a:lnTo>
                    <a:pt x="1349997" y="535355"/>
                  </a:lnTo>
                  <a:lnTo>
                    <a:pt x="1354074" y="567080"/>
                  </a:lnTo>
                  <a:lnTo>
                    <a:pt x="1354099" y="567270"/>
                  </a:lnTo>
                  <a:lnTo>
                    <a:pt x="1372971" y="576618"/>
                  </a:lnTo>
                  <a:lnTo>
                    <a:pt x="1390523" y="575500"/>
                  </a:lnTo>
                  <a:lnTo>
                    <a:pt x="1401445" y="575500"/>
                  </a:lnTo>
                  <a:lnTo>
                    <a:pt x="1401445" y="567080"/>
                  </a:lnTo>
                  <a:lnTo>
                    <a:pt x="1375448" y="567080"/>
                  </a:lnTo>
                  <a:lnTo>
                    <a:pt x="1364818" y="562635"/>
                  </a:lnTo>
                  <a:lnTo>
                    <a:pt x="1363198" y="535355"/>
                  </a:lnTo>
                  <a:lnTo>
                    <a:pt x="1363091" y="533539"/>
                  </a:lnTo>
                  <a:lnTo>
                    <a:pt x="1381455" y="527634"/>
                  </a:lnTo>
                  <a:lnTo>
                    <a:pt x="1401445" y="527634"/>
                  </a:lnTo>
                  <a:lnTo>
                    <a:pt x="1401445" y="527354"/>
                  </a:lnTo>
                  <a:lnTo>
                    <a:pt x="1390256" y="527354"/>
                  </a:lnTo>
                  <a:lnTo>
                    <a:pt x="1364310" y="518464"/>
                  </a:lnTo>
                  <a:close/>
                </a:path>
                <a:path w="3517900" h="725804">
                  <a:moveTo>
                    <a:pt x="1401445" y="527634"/>
                  </a:moveTo>
                  <a:lnTo>
                    <a:pt x="1381455" y="527634"/>
                  </a:lnTo>
                  <a:lnTo>
                    <a:pt x="1389862" y="554355"/>
                  </a:lnTo>
                  <a:lnTo>
                    <a:pt x="1375448" y="567080"/>
                  </a:lnTo>
                  <a:lnTo>
                    <a:pt x="1401445" y="567080"/>
                  </a:lnTo>
                  <a:lnTo>
                    <a:pt x="1401445" y="527634"/>
                  </a:lnTo>
                  <a:close/>
                </a:path>
                <a:path w="3517900" h="725804">
                  <a:moveTo>
                    <a:pt x="1401445" y="498881"/>
                  </a:moveTo>
                  <a:lnTo>
                    <a:pt x="1390256" y="498881"/>
                  </a:lnTo>
                  <a:lnTo>
                    <a:pt x="1390256" y="527354"/>
                  </a:lnTo>
                  <a:lnTo>
                    <a:pt x="1401445" y="527354"/>
                  </a:lnTo>
                  <a:lnTo>
                    <a:pt x="1401445" y="498881"/>
                  </a:lnTo>
                  <a:close/>
                </a:path>
                <a:path w="3517900" h="725804">
                  <a:moveTo>
                    <a:pt x="1430248" y="518464"/>
                  </a:moveTo>
                  <a:lnTo>
                    <a:pt x="1415935" y="535355"/>
                  </a:lnTo>
                  <a:lnTo>
                    <a:pt x="1420013" y="567080"/>
                  </a:lnTo>
                  <a:lnTo>
                    <a:pt x="1420037" y="567270"/>
                  </a:lnTo>
                  <a:lnTo>
                    <a:pt x="1438922" y="576618"/>
                  </a:lnTo>
                  <a:lnTo>
                    <a:pt x="1456461" y="575500"/>
                  </a:lnTo>
                  <a:lnTo>
                    <a:pt x="1467383" y="575500"/>
                  </a:lnTo>
                  <a:lnTo>
                    <a:pt x="1467383" y="567080"/>
                  </a:lnTo>
                  <a:lnTo>
                    <a:pt x="1441386" y="567080"/>
                  </a:lnTo>
                  <a:lnTo>
                    <a:pt x="1430769" y="562635"/>
                  </a:lnTo>
                  <a:lnTo>
                    <a:pt x="1429138" y="535355"/>
                  </a:lnTo>
                  <a:lnTo>
                    <a:pt x="1429029" y="533539"/>
                  </a:lnTo>
                  <a:lnTo>
                    <a:pt x="1447406" y="527634"/>
                  </a:lnTo>
                  <a:lnTo>
                    <a:pt x="1467383" y="527634"/>
                  </a:lnTo>
                  <a:lnTo>
                    <a:pt x="1467383" y="527354"/>
                  </a:lnTo>
                  <a:lnTo>
                    <a:pt x="1456207" y="527354"/>
                  </a:lnTo>
                  <a:lnTo>
                    <a:pt x="1430248" y="518464"/>
                  </a:lnTo>
                  <a:close/>
                </a:path>
                <a:path w="3517900" h="725804">
                  <a:moveTo>
                    <a:pt x="1467383" y="527634"/>
                  </a:moveTo>
                  <a:lnTo>
                    <a:pt x="1447406" y="527634"/>
                  </a:lnTo>
                  <a:lnTo>
                    <a:pt x="1455801" y="554355"/>
                  </a:lnTo>
                  <a:lnTo>
                    <a:pt x="1441386" y="567080"/>
                  </a:lnTo>
                  <a:lnTo>
                    <a:pt x="1467383" y="567080"/>
                  </a:lnTo>
                  <a:lnTo>
                    <a:pt x="1467383" y="527634"/>
                  </a:lnTo>
                  <a:close/>
                </a:path>
                <a:path w="3517900" h="725804">
                  <a:moveTo>
                    <a:pt x="1467383" y="498881"/>
                  </a:moveTo>
                  <a:lnTo>
                    <a:pt x="1456207" y="498881"/>
                  </a:lnTo>
                  <a:lnTo>
                    <a:pt x="1456207" y="527354"/>
                  </a:lnTo>
                  <a:lnTo>
                    <a:pt x="1467383" y="527354"/>
                  </a:lnTo>
                  <a:lnTo>
                    <a:pt x="1467383" y="498881"/>
                  </a:lnTo>
                  <a:close/>
                </a:path>
                <a:path w="3517900" h="725804">
                  <a:moveTo>
                    <a:pt x="1494167" y="518045"/>
                  </a:moveTo>
                  <a:lnTo>
                    <a:pt x="1483360" y="518045"/>
                  </a:lnTo>
                  <a:lnTo>
                    <a:pt x="1483360" y="575500"/>
                  </a:lnTo>
                  <a:lnTo>
                    <a:pt x="1494536" y="575500"/>
                  </a:lnTo>
                  <a:lnTo>
                    <a:pt x="1494536" y="540410"/>
                  </a:lnTo>
                  <a:lnTo>
                    <a:pt x="1508264" y="527469"/>
                  </a:lnTo>
                  <a:lnTo>
                    <a:pt x="1508442" y="527164"/>
                  </a:lnTo>
                  <a:lnTo>
                    <a:pt x="1494764" y="527164"/>
                  </a:lnTo>
                  <a:lnTo>
                    <a:pt x="1494167" y="518045"/>
                  </a:lnTo>
                  <a:close/>
                </a:path>
                <a:path w="3517900" h="725804">
                  <a:moveTo>
                    <a:pt x="1514106" y="517436"/>
                  </a:moveTo>
                  <a:lnTo>
                    <a:pt x="1494764" y="527164"/>
                  </a:lnTo>
                  <a:lnTo>
                    <a:pt x="1508442" y="527164"/>
                  </a:lnTo>
                  <a:lnTo>
                    <a:pt x="1514106" y="517436"/>
                  </a:lnTo>
                  <a:close/>
                </a:path>
                <a:path w="3517900" h="725804">
                  <a:moveTo>
                    <a:pt x="1535709" y="518553"/>
                  </a:moveTo>
                  <a:lnTo>
                    <a:pt x="1520240" y="536067"/>
                  </a:lnTo>
                  <a:lnTo>
                    <a:pt x="1524660" y="567156"/>
                  </a:lnTo>
                  <a:lnTo>
                    <a:pt x="1546491" y="576656"/>
                  </a:lnTo>
                  <a:lnTo>
                    <a:pt x="1550682" y="576656"/>
                  </a:lnTo>
                  <a:lnTo>
                    <a:pt x="1566908" y="563905"/>
                  </a:lnTo>
                  <a:lnTo>
                    <a:pt x="1535595" y="563905"/>
                  </a:lnTo>
                  <a:lnTo>
                    <a:pt x="1532552" y="550138"/>
                  </a:lnTo>
                  <a:lnTo>
                    <a:pt x="1525473" y="550138"/>
                  </a:lnTo>
                  <a:lnTo>
                    <a:pt x="1525473" y="541756"/>
                  </a:lnTo>
                  <a:lnTo>
                    <a:pt x="1530700" y="541756"/>
                  </a:lnTo>
                  <a:lnTo>
                    <a:pt x="1530299" y="539940"/>
                  </a:lnTo>
                  <a:lnTo>
                    <a:pt x="1548676" y="526529"/>
                  </a:lnTo>
                  <a:lnTo>
                    <a:pt x="1565808" y="526529"/>
                  </a:lnTo>
                  <a:lnTo>
                    <a:pt x="1565744" y="526249"/>
                  </a:lnTo>
                  <a:lnTo>
                    <a:pt x="1535709" y="518553"/>
                  </a:lnTo>
                  <a:close/>
                </a:path>
                <a:path w="3517900" h="725804">
                  <a:moveTo>
                    <a:pt x="1559852" y="559231"/>
                  </a:moveTo>
                  <a:lnTo>
                    <a:pt x="1535595" y="563905"/>
                  </a:lnTo>
                  <a:lnTo>
                    <a:pt x="1566908" y="563905"/>
                  </a:lnTo>
                  <a:lnTo>
                    <a:pt x="1570431" y="561136"/>
                  </a:lnTo>
                  <a:lnTo>
                    <a:pt x="1559852" y="559231"/>
                  </a:lnTo>
                  <a:close/>
                </a:path>
                <a:path w="3517900" h="725804">
                  <a:moveTo>
                    <a:pt x="1530700" y="541756"/>
                  </a:moveTo>
                  <a:lnTo>
                    <a:pt x="1525473" y="541756"/>
                  </a:lnTo>
                  <a:lnTo>
                    <a:pt x="1525473" y="550138"/>
                  </a:lnTo>
                  <a:lnTo>
                    <a:pt x="1532552" y="550138"/>
                  </a:lnTo>
                  <a:lnTo>
                    <a:pt x="1530700" y="541756"/>
                  </a:lnTo>
                  <a:close/>
                </a:path>
                <a:path w="3517900" h="725804">
                  <a:moveTo>
                    <a:pt x="1565808" y="526529"/>
                  </a:moveTo>
                  <a:lnTo>
                    <a:pt x="1548676" y="526529"/>
                  </a:lnTo>
                  <a:lnTo>
                    <a:pt x="1560182" y="541756"/>
                  </a:lnTo>
                  <a:lnTo>
                    <a:pt x="1530700" y="541756"/>
                  </a:lnTo>
                  <a:lnTo>
                    <a:pt x="1532552" y="550138"/>
                  </a:lnTo>
                  <a:lnTo>
                    <a:pt x="1571142" y="550138"/>
                  </a:lnTo>
                  <a:lnTo>
                    <a:pt x="1565808" y="526529"/>
                  </a:lnTo>
                  <a:close/>
                </a:path>
                <a:path w="3517900" h="725804">
                  <a:moveTo>
                    <a:pt x="1591818" y="559117"/>
                  </a:moveTo>
                  <a:lnTo>
                    <a:pt x="1581010" y="560755"/>
                  </a:lnTo>
                  <a:lnTo>
                    <a:pt x="1581937" y="565848"/>
                  </a:lnTo>
                  <a:lnTo>
                    <a:pt x="1597812" y="576656"/>
                  </a:lnTo>
                  <a:lnTo>
                    <a:pt x="1622767" y="570763"/>
                  </a:lnTo>
                  <a:lnTo>
                    <a:pt x="1623363" y="567639"/>
                  </a:lnTo>
                  <a:lnTo>
                    <a:pt x="1600796" y="567639"/>
                  </a:lnTo>
                  <a:lnTo>
                    <a:pt x="1591818" y="559117"/>
                  </a:lnTo>
                  <a:close/>
                </a:path>
                <a:path w="3517900" h="725804">
                  <a:moveTo>
                    <a:pt x="1611083" y="517296"/>
                  </a:moveTo>
                  <a:lnTo>
                    <a:pt x="1587436" y="522871"/>
                  </a:lnTo>
                  <a:lnTo>
                    <a:pt x="1584069" y="541235"/>
                  </a:lnTo>
                  <a:lnTo>
                    <a:pt x="1583969" y="541782"/>
                  </a:lnTo>
                  <a:lnTo>
                    <a:pt x="1608137" y="552424"/>
                  </a:lnTo>
                  <a:lnTo>
                    <a:pt x="1616252" y="561936"/>
                  </a:lnTo>
                  <a:lnTo>
                    <a:pt x="1600796" y="567639"/>
                  </a:lnTo>
                  <a:lnTo>
                    <a:pt x="1623363" y="567639"/>
                  </a:lnTo>
                  <a:lnTo>
                    <a:pt x="1626438" y="551522"/>
                  </a:lnTo>
                  <a:lnTo>
                    <a:pt x="1602892" y="541235"/>
                  </a:lnTo>
                  <a:lnTo>
                    <a:pt x="1593875" y="531494"/>
                  </a:lnTo>
                  <a:lnTo>
                    <a:pt x="1626468" y="531494"/>
                  </a:lnTo>
                  <a:lnTo>
                    <a:pt x="1625460" y="527583"/>
                  </a:lnTo>
                  <a:lnTo>
                    <a:pt x="1611083" y="517296"/>
                  </a:lnTo>
                  <a:close/>
                </a:path>
                <a:path w="3517900" h="725804">
                  <a:moveTo>
                    <a:pt x="1626468" y="531494"/>
                  </a:moveTo>
                  <a:lnTo>
                    <a:pt x="1593875" y="531494"/>
                  </a:lnTo>
                  <a:lnTo>
                    <a:pt x="1626616" y="532066"/>
                  </a:lnTo>
                  <a:lnTo>
                    <a:pt x="1626468" y="531494"/>
                  </a:lnTo>
                  <a:close/>
                </a:path>
                <a:path w="3517900" h="725804">
                  <a:moveTo>
                    <a:pt x="1648307" y="559117"/>
                  </a:moveTo>
                  <a:lnTo>
                    <a:pt x="1637487" y="560755"/>
                  </a:lnTo>
                  <a:lnTo>
                    <a:pt x="1638414" y="565848"/>
                  </a:lnTo>
                  <a:lnTo>
                    <a:pt x="1654289" y="576656"/>
                  </a:lnTo>
                  <a:lnTo>
                    <a:pt x="1679257" y="570763"/>
                  </a:lnTo>
                  <a:lnTo>
                    <a:pt x="1679851" y="567639"/>
                  </a:lnTo>
                  <a:lnTo>
                    <a:pt x="1657273" y="567639"/>
                  </a:lnTo>
                  <a:lnTo>
                    <a:pt x="1648307" y="559117"/>
                  </a:lnTo>
                  <a:close/>
                </a:path>
                <a:path w="3517900" h="725804">
                  <a:moveTo>
                    <a:pt x="1667560" y="517296"/>
                  </a:moveTo>
                  <a:lnTo>
                    <a:pt x="1643913" y="522871"/>
                  </a:lnTo>
                  <a:lnTo>
                    <a:pt x="1640546" y="541235"/>
                  </a:lnTo>
                  <a:lnTo>
                    <a:pt x="1640446" y="541782"/>
                  </a:lnTo>
                  <a:lnTo>
                    <a:pt x="1664614" y="552424"/>
                  </a:lnTo>
                  <a:lnTo>
                    <a:pt x="1672729" y="561936"/>
                  </a:lnTo>
                  <a:lnTo>
                    <a:pt x="1657273" y="567639"/>
                  </a:lnTo>
                  <a:lnTo>
                    <a:pt x="1679851" y="567639"/>
                  </a:lnTo>
                  <a:lnTo>
                    <a:pt x="1682915" y="551522"/>
                  </a:lnTo>
                  <a:lnTo>
                    <a:pt x="1659369" y="541235"/>
                  </a:lnTo>
                  <a:lnTo>
                    <a:pt x="1650365" y="531494"/>
                  </a:lnTo>
                  <a:lnTo>
                    <a:pt x="1682947" y="531494"/>
                  </a:lnTo>
                  <a:lnTo>
                    <a:pt x="1681949" y="527583"/>
                  </a:lnTo>
                  <a:lnTo>
                    <a:pt x="1667560" y="517296"/>
                  </a:lnTo>
                  <a:close/>
                </a:path>
                <a:path w="3517900" h="725804">
                  <a:moveTo>
                    <a:pt x="1682947" y="531494"/>
                  </a:moveTo>
                  <a:lnTo>
                    <a:pt x="1650365" y="531494"/>
                  </a:lnTo>
                  <a:lnTo>
                    <a:pt x="1683092" y="532066"/>
                  </a:lnTo>
                  <a:lnTo>
                    <a:pt x="1682947" y="531494"/>
                  </a:lnTo>
                  <a:close/>
                </a:path>
                <a:path w="3517900" h="725804">
                  <a:moveTo>
                    <a:pt x="1772694" y="566559"/>
                  </a:moveTo>
                  <a:lnTo>
                    <a:pt x="1736217" y="566559"/>
                  </a:lnTo>
                  <a:lnTo>
                    <a:pt x="1758391" y="576618"/>
                  </a:lnTo>
                  <a:lnTo>
                    <a:pt x="1772602" y="567270"/>
                  </a:lnTo>
                  <a:lnTo>
                    <a:pt x="1772694" y="566559"/>
                  </a:lnTo>
                  <a:close/>
                </a:path>
                <a:path w="3517900" h="725804">
                  <a:moveTo>
                    <a:pt x="1736471" y="498881"/>
                  </a:moveTo>
                  <a:lnTo>
                    <a:pt x="1725295" y="498881"/>
                  </a:lnTo>
                  <a:lnTo>
                    <a:pt x="1725295" y="575500"/>
                  </a:lnTo>
                  <a:lnTo>
                    <a:pt x="1736217" y="575500"/>
                  </a:lnTo>
                  <a:lnTo>
                    <a:pt x="1736217" y="566559"/>
                  </a:lnTo>
                  <a:lnTo>
                    <a:pt x="1772694" y="566559"/>
                  </a:lnTo>
                  <a:lnTo>
                    <a:pt x="1772737" y="566229"/>
                  </a:lnTo>
                  <a:lnTo>
                    <a:pt x="1745310" y="566229"/>
                  </a:lnTo>
                  <a:lnTo>
                    <a:pt x="1736255" y="546773"/>
                  </a:lnTo>
                  <a:lnTo>
                    <a:pt x="1740750" y="531152"/>
                  </a:lnTo>
                  <a:lnTo>
                    <a:pt x="1740801" y="530974"/>
                  </a:lnTo>
                  <a:lnTo>
                    <a:pt x="1773020" y="530974"/>
                  </a:lnTo>
                  <a:lnTo>
                    <a:pt x="1763945" y="520255"/>
                  </a:lnTo>
                  <a:lnTo>
                    <a:pt x="1742871" y="520255"/>
                  </a:lnTo>
                  <a:lnTo>
                    <a:pt x="1736471" y="498881"/>
                  </a:lnTo>
                  <a:close/>
                </a:path>
                <a:path w="3517900" h="725804">
                  <a:moveTo>
                    <a:pt x="1773020" y="530974"/>
                  </a:moveTo>
                  <a:lnTo>
                    <a:pt x="1740801" y="530974"/>
                  </a:lnTo>
                  <a:lnTo>
                    <a:pt x="1761934" y="531152"/>
                  </a:lnTo>
                  <a:lnTo>
                    <a:pt x="1763572" y="560197"/>
                  </a:lnTo>
                  <a:lnTo>
                    <a:pt x="1745310" y="566229"/>
                  </a:lnTo>
                  <a:lnTo>
                    <a:pt x="1772737" y="566229"/>
                  </a:lnTo>
                  <a:lnTo>
                    <a:pt x="1776730" y="535355"/>
                  </a:lnTo>
                  <a:lnTo>
                    <a:pt x="1773020" y="530974"/>
                  </a:lnTo>
                  <a:close/>
                </a:path>
                <a:path w="3517900" h="725804">
                  <a:moveTo>
                    <a:pt x="1762429" y="518464"/>
                  </a:moveTo>
                  <a:lnTo>
                    <a:pt x="1742871" y="520255"/>
                  </a:lnTo>
                  <a:lnTo>
                    <a:pt x="1763945" y="520255"/>
                  </a:lnTo>
                  <a:lnTo>
                    <a:pt x="1762429" y="518464"/>
                  </a:lnTo>
                  <a:close/>
                </a:path>
                <a:path w="3517900" h="725804">
                  <a:moveTo>
                    <a:pt x="1804314" y="518553"/>
                  </a:moveTo>
                  <a:lnTo>
                    <a:pt x="1788845" y="536067"/>
                  </a:lnTo>
                  <a:lnTo>
                    <a:pt x="1793265" y="567156"/>
                  </a:lnTo>
                  <a:lnTo>
                    <a:pt x="1815096" y="576656"/>
                  </a:lnTo>
                  <a:lnTo>
                    <a:pt x="1819287" y="576656"/>
                  </a:lnTo>
                  <a:lnTo>
                    <a:pt x="1835523" y="563905"/>
                  </a:lnTo>
                  <a:lnTo>
                    <a:pt x="1804200" y="563905"/>
                  </a:lnTo>
                  <a:lnTo>
                    <a:pt x="1801157" y="550138"/>
                  </a:lnTo>
                  <a:lnTo>
                    <a:pt x="1794078" y="550138"/>
                  </a:lnTo>
                  <a:lnTo>
                    <a:pt x="1794078" y="541756"/>
                  </a:lnTo>
                  <a:lnTo>
                    <a:pt x="1799305" y="541756"/>
                  </a:lnTo>
                  <a:lnTo>
                    <a:pt x="1798904" y="539940"/>
                  </a:lnTo>
                  <a:lnTo>
                    <a:pt x="1817281" y="526529"/>
                  </a:lnTo>
                  <a:lnTo>
                    <a:pt x="1834413" y="526529"/>
                  </a:lnTo>
                  <a:lnTo>
                    <a:pt x="1834349" y="526249"/>
                  </a:lnTo>
                  <a:lnTo>
                    <a:pt x="1804314" y="518553"/>
                  </a:lnTo>
                  <a:close/>
                </a:path>
                <a:path w="3517900" h="725804">
                  <a:moveTo>
                    <a:pt x="1828457" y="559231"/>
                  </a:moveTo>
                  <a:lnTo>
                    <a:pt x="1804200" y="563905"/>
                  </a:lnTo>
                  <a:lnTo>
                    <a:pt x="1835523" y="563905"/>
                  </a:lnTo>
                  <a:lnTo>
                    <a:pt x="1839048" y="561136"/>
                  </a:lnTo>
                  <a:lnTo>
                    <a:pt x="1828457" y="559231"/>
                  </a:lnTo>
                  <a:close/>
                </a:path>
                <a:path w="3517900" h="725804">
                  <a:moveTo>
                    <a:pt x="1799305" y="541756"/>
                  </a:moveTo>
                  <a:lnTo>
                    <a:pt x="1794078" y="541756"/>
                  </a:lnTo>
                  <a:lnTo>
                    <a:pt x="1794078" y="550138"/>
                  </a:lnTo>
                  <a:lnTo>
                    <a:pt x="1801157" y="550138"/>
                  </a:lnTo>
                  <a:lnTo>
                    <a:pt x="1799305" y="541756"/>
                  </a:lnTo>
                  <a:close/>
                </a:path>
                <a:path w="3517900" h="725804">
                  <a:moveTo>
                    <a:pt x="1834413" y="526529"/>
                  </a:moveTo>
                  <a:lnTo>
                    <a:pt x="1817281" y="526529"/>
                  </a:lnTo>
                  <a:lnTo>
                    <a:pt x="1828787" y="541756"/>
                  </a:lnTo>
                  <a:lnTo>
                    <a:pt x="1799305" y="541756"/>
                  </a:lnTo>
                  <a:lnTo>
                    <a:pt x="1801157" y="550138"/>
                  </a:lnTo>
                  <a:lnTo>
                    <a:pt x="1839747" y="550138"/>
                  </a:lnTo>
                  <a:lnTo>
                    <a:pt x="1834413" y="526529"/>
                  </a:lnTo>
                  <a:close/>
                </a:path>
                <a:path w="3517900" h="725804">
                  <a:moveTo>
                    <a:pt x="1882317" y="496823"/>
                  </a:moveTo>
                  <a:lnTo>
                    <a:pt x="1859864" y="500049"/>
                  </a:lnTo>
                  <a:lnTo>
                    <a:pt x="1855939" y="575500"/>
                  </a:lnTo>
                  <a:lnTo>
                    <a:pt x="1867128" y="575500"/>
                  </a:lnTo>
                  <a:lnTo>
                    <a:pt x="1867128" y="512876"/>
                  </a:lnTo>
                  <a:lnTo>
                    <a:pt x="1882317" y="496823"/>
                  </a:lnTo>
                  <a:close/>
                </a:path>
                <a:path w="3517900" h="725804">
                  <a:moveTo>
                    <a:pt x="1858928" y="518045"/>
                  </a:moveTo>
                  <a:lnTo>
                    <a:pt x="1847037" y="518045"/>
                  </a:lnTo>
                  <a:lnTo>
                    <a:pt x="1847037" y="527011"/>
                  </a:lnTo>
                  <a:lnTo>
                    <a:pt x="1858461" y="527011"/>
                  </a:lnTo>
                  <a:lnTo>
                    <a:pt x="1858928" y="518045"/>
                  </a:lnTo>
                  <a:close/>
                </a:path>
                <a:path w="3517900" h="725804">
                  <a:moveTo>
                    <a:pt x="1879511" y="518045"/>
                  </a:moveTo>
                  <a:lnTo>
                    <a:pt x="1867128" y="518045"/>
                  </a:lnTo>
                  <a:lnTo>
                    <a:pt x="1867128" y="527011"/>
                  </a:lnTo>
                  <a:lnTo>
                    <a:pt x="1879511" y="527011"/>
                  </a:lnTo>
                  <a:lnTo>
                    <a:pt x="1879511" y="518045"/>
                  </a:lnTo>
                  <a:close/>
                </a:path>
                <a:path w="3517900" h="725804">
                  <a:moveTo>
                    <a:pt x="1923084" y="518528"/>
                  </a:moveTo>
                  <a:lnTo>
                    <a:pt x="1902904" y="518528"/>
                  </a:lnTo>
                  <a:lnTo>
                    <a:pt x="1887321" y="535863"/>
                  </a:lnTo>
                  <a:lnTo>
                    <a:pt x="1891753" y="567029"/>
                  </a:lnTo>
                  <a:lnTo>
                    <a:pt x="1912988" y="576656"/>
                  </a:lnTo>
                  <a:lnTo>
                    <a:pt x="1918373" y="576656"/>
                  </a:lnTo>
                  <a:lnTo>
                    <a:pt x="1933825" y="567270"/>
                  </a:lnTo>
                  <a:lnTo>
                    <a:pt x="1913026" y="567270"/>
                  </a:lnTo>
                  <a:lnTo>
                    <a:pt x="1901977" y="562660"/>
                  </a:lnTo>
                  <a:lnTo>
                    <a:pt x="1900396" y="535863"/>
                  </a:lnTo>
                  <a:lnTo>
                    <a:pt x="1900275" y="533806"/>
                  </a:lnTo>
                  <a:lnTo>
                    <a:pt x="1919414" y="527583"/>
                  </a:lnTo>
                  <a:lnTo>
                    <a:pt x="1931224" y="527583"/>
                  </a:lnTo>
                  <a:lnTo>
                    <a:pt x="1923084" y="518528"/>
                  </a:lnTo>
                  <a:close/>
                </a:path>
                <a:path w="3517900" h="725804">
                  <a:moveTo>
                    <a:pt x="1931224" y="527583"/>
                  </a:moveTo>
                  <a:lnTo>
                    <a:pt x="1919414" y="527583"/>
                  </a:lnTo>
                  <a:lnTo>
                    <a:pt x="1928482" y="550684"/>
                  </a:lnTo>
                  <a:lnTo>
                    <a:pt x="1913026" y="567270"/>
                  </a:lnTo>
                  <a:lnTo>
                    <a:pt x="1933825" y="567270"/>
                  </a:lnTo>
                  <a:lnTo>
                    <a:pt x="1934222" y="567029"/>
                  </a:lnTo>
                  <a:lnTo>
                    <a:pt x="1938667" y="535863"/>
                  </a:lnTo>
                  <a:lnTo>
                    <a:pt x="1931224" y="527583"/>
                  </a:lnTo>
                  <a:close/>
                </a:path>
                <a:path w="3517900" h="725804">
                  <a:moveTo>
                    <a:pt x="1963077" y="518045"/>
                  </a:moveTo>
                  <a:lnTo>
                    <a:pt x="1952256" y="518045"/>
                  </a:lnTo>
                  <a:lnTo>
                    <a:pt x="1952256" y="575500"/>
                  </a:lnTo>
                  <a:lnTo>
                    <a:pt x="1963445" y="575500"/>
                  </a:lnTo>
                  <a:lnTo>
                    <a:pt x="1963445" y="540410"/>
                  </a:lnTo>
                  <a:lnTo>
                    <a:pt x="1977174" y="527469"/>
                  </a:lnTo>
                  <a:lnTo>
                    <a:pt x="1977351" y="527164"/>
                  </a:lnTo>
                  <a:lnTo>
                    <a:pt x="1963674" y="527164"/>
                  </a:lnTo>
                  <a:lnTo>
                    <a:pt x="1963077" y="518045"/>
                  </a:lnTo>
                  <a:close/>
                </a:path>
                <a:path w="3517900" h="725804">
                  <a:moveTo>
                    <a:pt x="1983016" y="517436"/>
                  </a:moveTo>
                  <a:lnTo>
                    <a:pt x="1963674" y="527164"/>
                  </a:lnTo>
                  <a:lnTo>
                    <a:pt x="1977351" y="527164"/>
                  </a:lnTo>
                  <a:lnTo>
                    <a:pt x="1983016" y="517436"/>
                  </a:lnTo>
                  <a:close/>
                </a:path>
                <a:path w="3517900" h="725804">
                  <a:moveTo>
                    <a:pt x="2004618" y="518553"/>
                  </a:moveTo>
                  <a:lnTo>
                    <a:pt x="1989150" y="536067"/>
                  </a:lnTo>
                  <a:lnTo>
                    <a:pt x="1993569" y="567156"/>
                  </a:lnTo>
                  <a:lnTo>
                    <a:pt x="2015401" y="576656"/>
                  </a:lnTo>
                  <a:lnTo>
                    <a:pt x="2019592" y="576656"/>
                  </a:lnTo>
                  <a:lnTo>
                    <a:pt x="2035817" y="563905"/>
                  </a:lnTo>
                  <a:lnTo>
                    <a:pt x="2004504" y="563905"/>
                  </a:lnTo>
                  <a:lnTo>
                    <a:pt x="2001454" y="550138"/>
                  </a:lnTo>
                  <a:lnTo>
                    <a:pt x="1994369" y="550138"/>
                  </a:lnTo>
                  <a:lnTo>
                    <a:pt x="1994369" y="541756"/>
                  </a:lnTo>
                  <a:lnTo>
                    <a:pt x="1999598" y="541756"/>
                  </a:lnTo>
                  <a:lnTo>
                    <a:pt x="1999195" y="539940"/>
                  </a:lnTo>
                  <a:lnTo>
                    <a:pt x="2017585" y="526529"/>
                  </a:lnTo>
                  <a:lnTo>
                    <a:pt x="2034717" y="526529"/>
                  </a:lnTo>
                  <a:lnTo>
                    <a:pt x="2034654" y="526249"/>
                  </a:lnTo>
                  <a:lnTo>
                    <a:pt x="2004618" y="518553"/>
                  </a:lnTo>
                  <a:close/>
                </a:path>
                <a:path w="3517900" h="725804">
                  <a:moveTo>
                    <a:pt x="2028748" y="559231"/>
                  </a:moveTo>
                  <a:lnTo>
                    <a:pt x="2004504" y="563905"/>
                  </a:lnTo>
                  <a:lnTo>
                    <a:pt x="2035817" y="563905"/>
                  </a:lnTo>
                  <a:lnTo>
                    <a:pt x="2039340" y="561136"/>
                  </a:lnTo>
                  <a:lnTo>
                    <a:pt x="2028748" y="559231"/>
                  </a:lnTo>
                  <a:close/>
                </a:path>
                <a:path w="3517900" h="725804">
                  <a:moveTo>
                    <a:pt x="1999598" y="541756"/>
                  </a:moveTo>
                  <a:lnTo>
                    <a:pt x="1994369" y="541756"/>
                  </a:lnTo>
                  <a:lnTo>
                    <a:pt x="1994369" y="550138"/>
                  </a:lnTo>
                  <a:lnTo>
                    <a:pt x="2001454" y="550138"/>
                  </a:lnTo>
                  <a:lnTo>
                    <a:pt x="1999598" y="541756"/>
                  </a:lnTo>
                  <a:close/>
                </a:path>
                <a:path w="3517900" h="725804">
                  <a:moveTo>
                    <a:pt x="2034717" y="526529"/>
                  </a:moveTo>
                  <a:lnTo>
                    <a:pt x="2017585" y="526529"/>
                  </a:lnTo>
                  <a:lnTo>
                    <a:pt x="2029091" y="541756"/>
                  </a:lnTo>
                  <a:lnTo>
                    <a:pt x="1999598" y="541756"/>
                  </a:lnTo>
                  <a:lnTo>
                    <a:pt x="2001454" y="550138"/>
                  </a:lnTo>
                  <a:lnTo>
                    <a:pt x="2040051" y="550138"/>
                  </a:lnTo>
                  <a:lnTo>
                    <a:pt x="2034717" y="526529"/>
                  </a:lnTo>
                  <a:close/>
                </a:path>
                <a:path w="3517900" h="725804">
                  <a:moveTo>
                    <a:pt x="2091270" y="518045"/>
                  </a:moveTo>
                  <a:lnTo>
                    <a:pt x="2080348" y="518045"/>
                  </a:lnTo>
                  <a:lnTo>
                    <a:pt x="2080348" y="597052"/>
                  </a:lnTo>
                  <a:lnTo>
                    <a:pt x="2091524" y="597052"/>
                  </a:lnTo>
                  <a:lnTo>
                    <a:pt x="2091524" y="566559"/>
                  </a:lnTo>
                  <a:lnTo>
                    <a:pt x="2127748" y="566559"/>
                  </a:lnTo>
                  <a:lnTo>
                    <a:pt x="2127791" y="566229"/>
                  </a:lnTo>
                  <a:lnTo>
                    <a:pt x="2100364" y="566229"/>
                  </a:lnTo>
                  <a:lnTo>
                    <a:pt x="2091309" y="546773"/>
                  </a:lnTo>
                  <a:lnTo>
                    <a:pt x="2095804" y="531152"/>
                  </a:lnTo>
                  <a:lnTo>
                    <a:pt x="2095855" y="530974"/>
                  </a:lnTo>
                  <a:lnTo>
                    <a:pt x="2128074" y="530974"/>
                  </a:lnTo>
                  <a:lnTo>
                    <a:pt x="2117483" y="518464"/>
                  </a:lnTo>
                  <a:lnTo>
                    <a:pt x="2091270" y="518045"/>
                  </a:lnTo>
                  <a:close/>
                </a:path>
                <a:path w="3517900" h="725804">
                  <a:moveTo>
                    <a:pt x="2127748" y="566559"/>
                  </a:moveTo>
                  <a:lnTo>
                    <a:pt x="2091524" y="566559"/>
                  </a:lnTo>
                  <a:lnTo>
                    <a:pt x="2113445" y="576618"/>
                  </a:lnTo>
                  <a:lnTo>
                    <a:pt x="2127656" y="567270"/>
                  </a:lnTo>
                  <a:lnTo>
                    <a:pt x="2127748" y="566559"/>
                  </a:lnTo>
                  <a:close/>
                </a:path>
                <a:path w="3517900" h="725804">
                  <a:moveTo>
                    <a:pt x="2128074" y="530974"/>
                  </a:moveTo>
                  <a:lnTo>
                    <a:pt x="2095855" y="530974"/>
                  </a:lnTo>
                  <a:lnTo>
                    <a:pt x="2116988" y="531152"/>
                  </a:lnTo>
                  <a:lnTo>
                    <a:pt x="2118626" y="560197"/>
                  </a:lnTo>
                  <a:lnTo>
                    <a:pt x="2100364" y="566229"/>
                  </a:lnTo>
                  <a:lnTo>
                    <a:pt x="2127791" y="566229"/>
                  </a:lnTo>
                  <a:lnTo>
                    <a:pt x="2131783" y="535355"/>
                  </a:lnTo>
                  <a:lnTo>
                    <a:pt x="2128074" y="530974"/>
                  </a:lnTo>
                  <a:close/>
                </a:path>
                <a:path w="3517900" h="725804">
                  <a:moveTo>
                    <a:pt x="2156548" y="498881"/>
                  </a:moveTo>
                  <a:lnTo>
                    <a:pt x="2145360" y="498881"/>
                  </a:lnTo>
                  <a:lnTo>
                    <a:pt x="2145360" y="575500"/>
                  </a:lnTo>
                  <a:lnTo>
                    <a:pt x="2156548" y="575500"/>
                  </a:lnTo>
                  <a:lnTo>
                    <a:pt x="2156548" y="498881"/>
                  </a:lnTo>
                  <a:close/>
                </a:path>
                <a:path w="3517900" h="725804">
                  <a:moveTo>
                    <a:pt x="2211646" y="526338"/>
                  </a:moveTo>
                  <a:lnTo>
                    <a:pt x="2198141" y="526338"/>
                  </a:lnTo>
                  <a:lnTo>
                    <a:pt x="2205443" y="536625"/>
                  </a:lnTo>
                  <a:lnTo>
                    <a:pt x="2180310" y="544144"/>
                  </a:lnTo>
                  <a:lnTo>
                    <a:pt x="2169744" y="566216"/>
                  </a:lnTo>
                  <a:lnTo>
                    <a:pt x="2188311" y="576770"/>
                  </a:lnTo>
                  <a:lnTo>
                    <a:pt x="2205748" y="575500"/>
                  </a:lnTo>
                  <a:lnTo>
                    <a:pt x="2216670" y="575500"/>
                  </a:lnTo>
                  <a:lnTo>
                    <a:pt x="2216670" y="567791"/>
                  </a:lnTo>
                  <a:lnTo>
                    <a:pt x="2187575" y="567791"/>
                  </a:lnTo>
                  <a:lnTo>
                    <a:pt x="2179866" y="557415"/>
                  </a:lnTo>
                  <a:lnTo>
                    <a:pt x="2205482" y="554774"/>
                  </a:lnTo>
                  <a:lnTo>
                    <a:pt x="2216670" y="554774"/>
                  </a:lnTo>
                  <a:lnTo>
                    <a:pt x="2216670" y="533158"/>
                  </a:lnTo>
                  <a:lnTo>
                    <a:pt x="2211646" y="526338"/>
                  </a:lnTo>
                  <a:close/>
                </a:path>
                <a:path w="3517900" h="725804">
                  <a:moveTo>
                    <a:pt x="2216670" y="554774"/>
                  </a:moveTo>
                  <a:lnTo>
                    <a:pt x="2205482" y="554774"/>
                  </a:lnTo>
                  <a:lnTo>
                    <a:pt x="2190750" y="567791"/>
                  </a:lnTo>
                  <a:lnTo>
                    <a:pt x="2216670" y="567791"/>
                  </a:lnTo>
                  <a:lnTo>
                    <a:pt x="2216670" y="554774"/>
                  </a:lnTo>
                  <a:close/>
                </a:path>
                <a:path w="3517900" h="725804">
                  <a:moveTo>
                    <a:pt x="2206688" y="519607"/>
                  </a:moveTo>
                  <a:lnTo>
                    <a:pt x="2170658" y="531952"/>
                  </a:lnTo>
                  <a:lnTo>
                    <a:pt x="2181174" y="534352"/>
                  </a:lnTo>
                  <a:lnTo>
                    <a:pt x="2198141" y="526338"/>
                  </a:lnTo>
                  <a:lnTo>
                    <a:pt x="2211646" y="526338"/>
                  </a:lnTo>
                  <a:lnTo>
                    <a:pt x="2206688" y="519607"/>
                  </a:lnTo>
                  <a:close/>
                </a:path>
                <a:path w="3517900" h="725804">
                  <a:moveTo>
                    <a:pt x="2250249" y="517296"/>
                  </a:moveTo>
                  <a:lnTo>
                    <a:pt x="2234476" y="527088"/>
                  </a:lnTo>
                  <a:lnTo>
                    <a:pt x="2228989" y="552792"/>
                  </a:lnTo>
                  <a:lnTo>
                    <a:pt x="2237422" y="570344"/>
                  </a:lnTo>
                  <a:lnTo>
                    <a:pt x="2255774" y="576656"/>
                  </a:lnTo>
                  <a:lnTo>
                    <a:pt x="2264270" y="575830"/>
                  </a:lnTo>
                  <a:lnTo>
                    <a:pt x="2274729" y="563016"/>
                  </a:lnTo>
                  <a:lnTo>
                    <a:pt x="2245258" y="563016"/>
                  </a:lnTo>
                  <a:lnTo>
                    <a:pt x="2243531" y="533133"/>
                  </a:lnTo>
                  <a:lnTo>
                    <a:pt x="2259418" y="526719"/>
                  </a:lnTo>
                  <a:lnTo>
                    <a:pt x="2274928" y="526719"/>
                  </a:lnTo>
                  <a:lnTo>
                    <a:pt x="2273503" y="523557"/>
                  </a:lnTo>
                  <a:lnTo>
                    <a:pt x="2250249" y="517296"/>
                  </a:lnTo>
                  <a:close/>
                </a:path>
                <a:path w="3517900" h="725804">
                  <a:moveTo>
                    <a:pt x="2279383" y="557314"/>
                  </a:moveTo>
                  <a:lnTo>
                    <a:pt x="2245258" y="563016"/>
                  </a:lnTo>
                  <a:lnTo>
                    <a:pt x="2274729" y="563016"/>
                  </a:lnTo>
                  <a:lnTo>
                    <a:pt x="2279383" y="557314"/>
                  </a:lnTo>
                  <a:close/>
                </a:path>
                <a:path w="3517900" h="725804">
                  <a:moveTo>
                    <a:pt x="2274928" y="526719"/>
                  </a:moveTo>
                  <a:lnTo>
                    <a:pt x="2259418" y="526719"/>
                  </a:lnTo>
                  <a:lnTo>
                    <a:pt x="2268499" y="536600"/>
                  </a:lnTo>
                  <a:lnTo>
                    <a:pt x="2279383" y="536600"/>
                  </a:lnTo>
                  <a:lnTo>
                    <a:pt x="2274928" y="526719"/>
                  </a:lnTo>
                  <a:close/>
                </a:path>
                <a:path w="3517900" h="725804">
                  <a:moveTo>
                    <a:pt x="2302522" y="518045"/>
                  </a:moveTo>
                  <a:lnTo>
                    <a:pt x="2291346" y="518045"/>
                  </a:lnTo>
                  <a:lnTo>
                    <a:pt x="2291346" y="575500"/>
                  </a:lnTo>
                  <a:lnTo>
                    <a:pt x="2302522" y="575500"/>
                  </a:lnTo>
                  <a:lnTo>
                    <a:pt x="2302522" y="518045"/>
                  </a:lnTo>
                  <a:close/>
                </a:path>
                <a:path w="3517900" h="725804">
                  <a:moveTo>
                    <a:pt x="2295042" y="495820"/>
                  </a:moveTo>
                  <a:lnTo>
                    <a:pt x="2296985" y="509168"/>
                  </a:lnTo>
                  <a:lnTo>
                    <a:pt x="2298941" y="509168"/>
                  </a:lnTo>
                  <a:lnTo>
                    <a:pt x="2295042" y="495820"/>
                  </a:lnTo>
                  <a:close/>
                </a:path>
                <a:path w="3517900" h="725804">
                  <a:moveTo>
                    <a:pt x="2328316" y="518045"/>
                  </a:moveTo>
                  <a:lnTo>
                    <a:pt x="2317572" y="518045"/>
                  </a:lnTo>
                  <a:lnTo>
                    <a:pt x="2317572" y="575500"/>
                  </a:lnTo>
                  <a:lnTo>
                    <a:pt x="2328760" y="575500"/>
                  </a:lnTo>
                  <a:lnTo>
                    <a:pt x="2328760" y="541388"/>
                  </a:lnTo>
                  <a:lnTo>
                    <a:pt x="2331656" y="531431"/>
                  </a:lnTo>
                  <a:lnTo>
                    <a:pt x="2363517" y="531431"/>
                  </a:lnTo>
                  <a:lnTo>
                    <a:pt x="2362437" y="527392"/>
                  </a:lnTo>
                  <a:lnTo>
                    <a:pt x="2329027" y="527392"/>
                  </a:lnTo>
                  <a:lnTo>
                    <a:pt x="2328316" y="518045"/>
                  </a:lnTo>
                  <a:close/>
                </a:path>
                <a:path w="3517900" h="725804">
                  <a:moveTo>
                    <a:pt x="2363517" y="531431"/>
                  </a:moveTo>
                  <a:lnTo>
                    <a:pt x="2331656" y="531431"/>
                  </a:lnTo>
                  <a:lnTo>
                    <a:pt x="2353259" y="532879"/>
                  </a:lnTo>
                  <a:lnTo>
                    <a:pt x="2354351" y="575500"/>
                  </a:lnTo>
                  <a:lnTo>
                    <a:pt x="2365527" y="575500"/>
                  </a:lnTo>
                  <a:lnTo>
                    <a:pt x="2365527" y="538949"/>
                  </a:lnTo>
                  <a:lnTo>
                    <a:pt x="2363517" y="531431"/>
                  </a:lnTo>
                  <a:close/>
                </a:path>
                <a:path w="3517900" h="725804">
                  <a:moveTo>
                    <a:pt x="2341651" y="517296"/>
                  </a:moveTo>
                  <a:lnTo>
                    <a:pt x="2329027" y="527392"/>
                  </a:lnTo>
                  <a:lnTo>
                    <a:pt x="2362437" y="527392"/>
                  </a:lnTo>
                  <a:lnTo>
                    <a:pt x="2361476" y="523798"/>
                  </a:lnTo>
                  <a:lnTo>
                    <a:pt x="2341651" y="517296"/>
                  </a:lnTo>
                  <a:close/>
                </a:path>
                <a:path w="3517900" h="725804">
                  <a:moveTo>
                    <a:pt x="2380195" y="585228"/>
                  </a:moveTo>
                  <a:lnTo>
                    <a:pt x="2404630" y="598246"/>
                  </a:lnTo>
                  <a:lnTo>
                    <a:pt x="2409520" y="598246"/>
                  </a:lnTo>
                  <a:lnTo>
                    <a:pt x="2425523" y="588200"/>
                  </a:lnTo>
                  <a:lnTo>
                    <a:pt x="2412479" y="588200"/>
                  </a:lnTo>
                  <a:lnTo>
                    <a:pt x="2380195" y="585228"/>
                  </a:lnTo>
                  <a:close/>
                </a:path>
                <a:path w="3517900" h="725804">
                  <a:moveTo>
                    <a:pt x="2429642" y="571893"/>
                  </a:moveTo>
                  <a:lnTo>
                    <a:pt x="2412809" y="571893"/>
                  </a:lnTo>
                  <a:lnTo>
                    <a:pt x="2419400" y="580809"/>
                  </a:lnTo>
                  <a:lnTo>
                    <a:pt x="2412479" y="588200"/>
                  </a:lnTo>
                  <a:lnTo>
                    <a:pt x="2425523" y="588200"/>
                  </a:lnTo>
                  <a:lnTo>
                    <a:pt x="2429408" y="585762"/>
                  </a:lnTo>
                  <a:lnTo>
                    <a:pt x="2429492" y="580809"/>
                  </a:lnTo>
                  <a:lnTo>
                    <a:pt x="2429613" y="573582"/>
                  </a:lnTo>
                  <a:lnTo>
                    <a:pt x="2429642" y="571893"/>
                  </a:lnTo>
                  <a:close/>
                </a:path>
                <a:path w="3517900" h="725804">
                  <a:moveTo>
                    <a:pt x="2397506" y="517296"/>
                  </a:moveTo>
                  <a:lnTo>
                    <a:pt x="2383231" y="526465"/>
                  </a:lnTo>
                  <a:lnTo>
                    <a:pt x="2379078" y="557809"/>
                  </a:lnTo>
                  <a:lnTo>
                    <a:pt x="2393416" y="573582"/>
                  </a:lnTo>
                  <a:lnTo>
                    <a:pt x="2412809" y="571893"/>
                  </a:lnTo>
                  <a:lnTo>
                    <a:pt x="2429642" y="571893"/>
                  </a:lnTo>
                  <a:lnTo>
                    <a:pt x="2429752" y="565365"/>
                  </a:lnTo>
                  <a:lnTo>
                    <a:pt x="2404516" y="565365"/>
                  </a:lnTo>
                  <a:lnTo>
                    <a:pt x="2393886" y="561378"/>
                  </a:lnTo>
                  <a:lnTo>
                    <a:pt x="2392159" y="533476"/>
                  </a:lnTo>
                  <a:lnTo>
                    <a:pt x="2410523" y="527634"/>
                  </a:lnTo>
                  <a:lnTo>
                    <a:pt x="2430389" y="527634"/>
                  </a:lnTo>
                  <a:lnTo>
                    <a:pt x="2430394" y="527354"/>
                  </a:lnTo>
                  <a:lnTo>
                    <a:pt x="2419591" y="527354"/>
                  </a:lnTo>
                  <a:lnTo>
                    <a:pt x="2397506" y="517296"/>
                  </a:lnTo>
                  <a:close/>
                </a:path>
                <a:path w="3517900" h="725804">
                  <a:moveTo>
                    <a:pt x="2430389" y="527634"/>
                  </a:moveTo>
                  <a:lnTo>
                    <a:pt x="2410523" y="527634"/>
                  </a:lnTo>
                  <a:lnTo>
                    <a:pt x="2418930" y="553770"/>
                  </a:lnTo>
                  <a:lnTo>
                    <a:pt x="2404516" y="565365"/>
                  </a:lnTo>
                  <a:lnTo>
                    <a:pt x="2429752" y="565365"/>
                  </a:lnTo>
                  <a:lnTo>
                    <a:pt x="2430290" y="533476"/>
                  </a:lnTo>
                  <a:lnTo>
                    <a:pt x="2430389" y="527634"/>
                  </a:lnTo>
                  <a:close/>
                </a:path>
                <a:path w="3517900" h="725804">
                  <a:moveTo>
                    <a:pt x="2430551" y="518045"/>
                  </a:moveTo>
                  <a:lnTo>
                    <a:pt x="2419591" y="518045"/>
                  </a:lnTo>
                  <a:lnTo>
                    <a:pt x="2419591" y="527354"/>
                  </a:lnTo>
                  <a:lnTo>
                    <a:pt x="2430394" y="527354"/>
                  </a:lnTo>
                  <a:lnTo>
                    <a:pt x="2430551" y="518045"/>
                  </a:lnTo>
                  <a:close/>
                </a:path>
                <a:path w="3517900" h="725804">
                  <a:moveTo>
                    <a:pt x="2488476" y="504278"/>
                  </a:moveTo>
                  <a:lnTo>
                    <a:pt x="2477287" y="504278"/>
                  </a:lnTo>
                  <a:lnTo>
                    <a:pt x="2477287" y="564413"/>
                  </a:lnTo>
                  <a:lnTo>
                    <a:pt x="2494038" y="576249"/>
                  </a:lnTo>
                  <a:lnTo>
                    <a:pt x="2488476" y="504278"/>
                  </a:lnTo>
                  <a:close/>
                </a:path>
                <a:path w="3517900" h="725804">
                  <a:moveTo>
                    <a:pt x="2477287" y="518045"/>
                  </a:moveTo>
                  <a:lnTo>
                    <a:pt x="2468867" y="518045"/>
                  </a:lnTo>
                  <a:lnTo>
                    <a:pt x="2468867" y="527011"/>
                  </a:lnTo>
                  <a:lnTo>
                    <a:pt x="2477287" y="527011"/>
                  </a:lnTo>
                  <a:lnTo>
                    <a:pt x="2477287" y="518045"/>
                  </a:lnTo>
                  <a:close/>
                </a:path>
                <a:path w="3517900" h="725804">
                  <a:moveTo>
                    <a:pt x="2500249" y="518045"/>
                  </a:moveTo>
                  <a:lnTo>
                    <a:pt x="2489540" y="518045"/>
                  </a:lnTo>
                  <a:lnTo>
                    <a:pt x="2490233" y="527011"/>
                  </a:lnTo>
                  <a:lnTo>
                    <a:pt x="2500249" y="527011"/>
                  </a:lnTo>
                  <a:lnTo>
                    <a:pt x="2500249" y="518045"/>
                  </a:lnTo>
                  <a:close/>
                </a:path>
                <a:path w="3517900" h="725804">
                  <a:moveTo>
                    <a:pt x="2524899" y="498881"/>
                  </a:moveTo>
                  <a:lnTo>
                    <a:pt x="2513863" y="498881"/>
                  </a:lnTo>
                  <a:lnTo>
                    <a:pt x="2513863" y="575500"/>
                  </a:lnTo>
                  <a:lnTo>
                    <a:pt x="2525052" y="575500"/>
                  </a:lnTo>
                  <a:lnTo>
                    <a:pt x="2525052" y="541388"/>
                  </a:lnTo>
                  <a:lnTo>
                    <a:pt x="2527998" y="531431"/>
                  </a:lnTo>
                  <a:lnTo>
                    <a:pt x="2560277" y="531431"/>
                  </a:lnTo>
                  <a:lnTo>
                    <a:pt x="2559189" y="527392"/>
                  </a:lnTo>
                  <a:lnTo>
                    <a:pt x="2525610" y="527392"/>
                  </a:lnTo>
                  <a:lnTo>
                    <a:pt x="2524899" y="498881"/>
                  </a:lnTo>
                  <a:close/>
                </a:path>
                <a:path w="3517900" h="725804">
                  <a:moveTo>
                    <a:pt x="2560277" y="531431"/>
                  </a:moveTo>
                  <a:lnTo>
                    <a:pt x="2527998" y="531431"/>
                  </a:lnTo>
                  <a:lnTo>
                    <a:pt x="2550033" y="532815"/>
                  </a:lnTo>
                  <a:lnTo>
                    <a:pt x="2551125" y="575500"/>
                  </a:lnTo>
                  <a:lnTo>
                    <a:pt x="2562301" y="575500"/>
                  </a:lnTo>
                  <a:lnTo>
                    <a:pt x="2562301" y="538949"/>
                  </a:lnTo>
                  <a:lnTo>
                    <a:pt x="2560277" y="531431"/>
                  </a:lnTo>
                  <a:close/>
                </a:path>
                <a:path w="3517900" h="725804">
                  <a:moveTo>
                    <a:pt x="2538171" y="517296"/>
                  </a:moveTo>
                  <a:lnTo>
                    <a:pt x="2525610" y="527392"/>
                  </a:lnTo>
                  <a:lnTo>
                    <a:pt x="2559189" y="527392"/>
                  </a:lnTo>
                  <a:lnTo>
                    <a:pt x="2558211" y="523760"/>
                  </a:lnTo>
                  <a:lnTo>
                    <a:pt x="2538171" y="517296"/>
                  </a:lnTo>
                  <a:close/>
                </a:path>
                <a:path w="3517900" h="725804">
                  <a:moveTo>
                    <a:pt x="2591206" y="518553"/>
                  </a:moveTo>
                  <a:lnTo>
                    <a:pt x="2575750" y="536067"/>
                  </a:lnTo>
                  <a:lnTo>
                    <a:pt x="2580170" y="567156"/>
                  </a:lnTo>
                  <a:lnTo>
                    <a:pt x="2602001" y="576656"/>
                  </a:lnTo>
                  <a:lnTo>
                    <a:pt x="2606192" y="576656"/>
                  </a:lnTo>
                  <a:lnTo>
                    <a:pt x="2622417" y="563905"/>
                  </a:lnTo>
                  <a:lnTo>
                    <a:pt x="2591104" y="563905"/>
                  </a:lnTo>
                  <a:lnTo>
                    <a:pt x="2588055" y="550138"/>
                  </a:lnTo>
                  <a:lnTo>
                    <a:pt x="2580970" y="550138"/>
                  </a:lnTo>
                  <a:lnTo>
                    <a:pt x="2580970" y="541756"/>
                  </a:lnTo>
                  <a:lnTo>
                    <a:pt x="2586198" y="541756"/>
                  </a:lnTo>
                  <a:lnTo>
                    <a:pt x="2585796" y="539940"/>
                  </a:lnTo>
                  <a:lnTo>
                    <a:pt x="2604185" y="526529"/>
                  </a:lnTo>
                  <a:lnTo>
                    <a:pt x="2621317" y="526529"/>
                  </a:lnTo>
                  <a:lnTo>
                    <a:pt x="2621254" y="526249"/>
                  </a:lnTo>
                  <a:lnTo>
                    <a:pt x="2591206" y="518553"/>
                  </a:lnTo>
                  <a:close/>
                </a:path>
                <a:path w="3517900" h="725804">
                  <a:moveTo>
                    <a:pt x="2615349" y="559231"/>
                  </a:moveTo>
                  <a:lnTo>
                    <a:pt x="2591104" y="563905"/>
                  </a:lnTo>
                  <a:lnTo>
                    <a:pt x="2622417" y="563905"/>
                  </a:lnTo>
                  <a:lnTo>
                    <a:pt x="2625940" y="561136"/>
                  </a:lnTo>
                  <a:lnTo>
                    <a:pt x="2615349" y="559231"/>
                  </a:lnTo>
                  <a:close/>
                </a:path>
                <a:path w="3517900" h="725804">
                  <a:moveTo>
                    <a:pt x="2586198" y="541756"/>
                  </a:moveTo>
                  <a:lnTo>
                    <a:pt x="2580970" y="541756"/>
                  </a:lnTo>
                  <a:lnTo>
                    <a:pt x="2580970" y="550138"/>
                  </a:lnTo>
                  <a:lnTo>
                    <a:pt x="2588055" y="550138"/>
                  </a:lnTo>
                  <a:lnTo>
                    <a:pt x="2586198" y="541756"/>
                  </a:lnTo>
                  <a:close/>
                </a:path>
                <a:path w="3517900" h="725804">
                  <a:moveTo>
                    <a:pt x="2621317" y="526529"/>
                  </a:moveTo>
                  <a:lnTo>
                    <a:pt x="2604185" y="526529"/>
                  </a:lnTo>
                  <a:lnTo>
                    <a:pt x="2615692" y="541756"/>
                  </a:lnTo>
                  <a:lnTo>
                    <a:pt x="2586198" y="541756"/>
                  </a:lnTo>
                  <a:lnTo>
                    <a:pt x="2588055" y="550138"/>
                  </a:lnTo>
                  <a:lnTo>
                    <a:pt x="2626652" y="550138"/>
                  </a:lnTo>
                  <a:lnTo>
                    <a:pt x="2621317" y="526529"/>
                  </a:lnTo>
                  <a:close/>
                </a:path>
                <a:path w="3517900" h="725804">
                  <a:moveTo>
                    <a:pt x="2701239" y="518528"/>
                  </a:moveTo>
                  <a:lnTo>
                    <a:pt x="2681058" y="518528"/>
                  </a:lnTo>
                  <a:lnTo>
                    <a:pt x="2665476" y="535863"/>
                  </a:lnTo>
                  <a:lnTo>
                    <a:pt x="2669908" y="567029"/>
                  </a:lnTo>
                  <a:lnTo>
                    <a:pt x="2691142" y="576656"/>
                  </a:lnTo>
                  <a:lnTo>
                    <a:pt x="2696527" y="576656"/>
                  </a:lnTo>
                  <a:lnTo>
                    <a:pt x="2711979" y="567270"/>
                  </a:lnTo>
                  <a:lnTo>
                    <a:pt x="2691180" y="567270"/>
                  </a:lnTo>
                  <a:lnTo>
                    <a:pt x="2680131" y="562660"/>
                  </a:lnTo>
                  <a:lnTo>
                    <a:pt x="2678551" y="535863"/>
                  </a:lnTo>
                  <a:lnTo>
                    <a:pt x="2678430" y="533806"/>
                  </a:lnTo>
                  <a:lnTo>
                    <a:pt x="2697568" y="527583"/>
                  </a:lnTo>
                  <a:lnTo>
                    <a:pt x="2709378" y="527583"/>
                  </a:lnTo>
                  <a:lnTo>
                    <a:pt x="2701239" y="518528"/>
                  </a:lnTo>
                  <a:close/>
                </a:path>
                <a:path w="3517900" h="725804">
                  <a:moveTo>
                    <a:pt x="2709378" y="527583"/>
                  </a:moveTo>
                  <a:lnTo>
                    <a:pt x="2697568" y="527583"/>
                  </a:lnTo>
                  <a:lnTo>
                    <a:pt x="2706636" y="550684"/>
                  </a:lnTo>
                  <a:lnTo>
                    <a:pt x="2691180" y="567270"/>
                  </a:lnTo>
                  <a:lnTo>
                    <a:pt x="2711979" y="567270"/>
                  </a:lnTo>
                  <a:lnTo>
                    <a:pt x="2712377" y="567029"/>
                  </a:lnTo>
                  <a:lnTo>
                    <a:pt x="2716822" y="535863"/>
                  </a:lnTo>
                  <a:lnTo>
                    <a:pt x="2709378" y="527583"/>
                  </a:lnTo>
                  <a:close/>
                </a:path>
                <a:path w="3517900" h="725804">
                  <a:moveTo>
                    <a:pt x="2741231" y="518045"/>
                  </a:moveTo>
                  <a:lnTo>
                    <a:pt x="2730411" y="518045"/>
                  </a:lnTo>
                  <a:lnTo>
                    <a:pt x="2730411" y="575500"/>
                  </a:lnTo>
                  <a:lnTo>
                    <a:pt x="2741599" y="575500"/>
                  </a:lnTo>
                  <a:lnTo>
                    <a:pt x="2741599" y="540410"/>
                  </a:lnTo>
                  <a:lnTo>
                    <a:pt x="2755328" y="527469"/>
                  </a:lnTo>
                  <a:lnTo>
                    <a:pt x="2755505" y="527164"/>
                  </a:lnTo>
                  <a:lnTo>
                    <a:pt x="2741828" y="527164"/>
                  </a:lnTo>
                  <a:lnTo>
                    <a:pt x="2741231" y="518045"/>
                  </a:lnTo>
                  <a:close/>
                </a:path>
                <a:path w="3517900" h="725804">
                  <a:moveTo>
                    <a:pt x="2753042" y="517182"/>
                  </a:moveTo>
                  <a:lnTo>
                    <a:pt x="2741828" y="527164"/>
                  </a:lnTo>
                  <a:lnTo>
                    <a:pt x="2755505" y="527164"/>
                  </a:lnTo>
                  <a:lnTo>
                    <a:pt x="2761170" y="517436"/>
                  </a:lnTo>
                  <a:lnTo>
                    <a:pt x="2753042" y="517182"/>
                  </a:lnTo>
                  <a:close/>
                </a:path>
                <a:path w="3517900" h="725804">
                  <a:moveTo>
                    <a:pt x="2781630" y="518464"/>
                  </a:moveTo>
                  <a:lnTo>
                    <a:pt x="2767317" y="535355"/>
                  </a:lnTo>
                  <a:lnTo>
                    <a:pt x="2771394" y="567080"/>
                  </a:lnTo>
                  <a:lnTo>
                    <a:pt x="2771419" y="567270"/>
                  </a:lnTo>
                  <a:lnTo>
                    <a:pt x="2790304" y="576618"/>
                  </a:lnTo>
                  <a:lnTo>
                    <a:pt x="2807843" y="575500"/>
                  </a:lnTo>
                  <a:lnTo>
                    <a:pt x="2818765" y="575500"/>
                  </a:lnTo>
                  <a:lnTo>
                    <a:pt x="2818765" y="567080"/>
                  </a:lnTo>
                  <a:lnTo>
                    <a:pt x="2792768" y="567080"/>
                  </a:lnTo>
                  <a:lnTo>
                    <a:pt x="2782138" y="562635"/>
                  </a:lnTo>
                  <a:lnTo>
                    <a:pt x="2780518" y="535355"/>
                  </a:lnTo>
                  <a:lnTo>
                    <a:pt x="2780411" y="533539"/>
                  </a:lnTo>
                  <a:lnTo>
                    <a:pt x="2798775" y="527634"/>
                  </a:lnTo>
                  <a:lnTo>
                    <a:pt x="2818765" y="527634"/>
                  </a:lnTo>
                  <a:lnTo>
                    <a:pt x="2818765" y="527354"/>
                  </a:lnTo>
                  <a:lnTo>
                    <a:pt x="2807576" y="527354"/>
                  </a:lnTo>
                  <a:lnTo>
                    <a:pt x="2781630" y="518464"/>
                  </a:lnTo>
                  <a:close/>
                </a:path>
                <a:path w="3517900" h="725804">
                  <a:moveTo>
                    <a:pt x="2818765" y="527634"/>
                  </a:moveTo>
                  <a:lnTo>
                    <a:pt x="2798775" y="527634"/>
                  </a:lnTo>
                  <a:lnTo>
                    <a:pt x="2807182" y="554355"/>
                  </a:lnTo>
                  <a:lnTo>
                    <a:pt x="2792768" y="567080"/>
                  </a:lnTo>
                  <a:lnTo>
                    <a:pt x="2818765" y="567080"/>
                  </a:lnTo>
                  <a:lnTo>
                    <a:pt x="2818765" y="527634"/>
                  </a:lnTo>
                  <a:close/>
                </a:path>
                <a:path w="3517900" h="725804">
                  <a:moveTo>
                    <a:pt x="2818765" y="498881"/>
                  </a:moveTo>
                  <a:lnTo>
                    <a:pt x="2807576" y="498881"/>
                  </a:lnTo>
                  <a:lnTo>
                    <a:pt x="2807576" y="527354"/>
                  </a:lnTo>
                  <a:lnTo>
                    <a:pt x="2818765" y="527354"/>
                  </a:lnTo>
                  <a:lnTo>
                    <a:pt x="2818765" y="498881"/>
                  </a:lnTo>
                  <a:close/>
                </a:path>
                <a:path w="3517900" h="725804">
                  <a:moveTo>
                    <a:pt x="2848711" y="518553"/>
                  </a:moveTo>
                  <a:lnTo>
                    <a:pt x="2833243" y="536067"/>
                  </a:lnTo>
                  <a:lnTo>
                    <a:pt x="2837662" y="567156"/>
                  </a:lnTo>
                  <a:lnTo>
                    <a:pt x="2859493" y="576656"/>
                  </a:lnTo>
                  <a:lnTo>
                    <a:pt x="2863684" y="576656"/>
                  </a:lnTo>
                  <a:lnTo>
                    <a:pt x="2879910" y="563905"/>
                  </a:lnTo>
                  <a:lnTo>
                    <a:pt x="2848597" y="563905"/>
                  </a:lnTo>
                  <a:lnTo>
                    <a:pt x="2845555" y="550138"/>
                  </a:lnTo>
                  <a:lnTo>
                    <a:pt x="2838475" y="550138"/>
                  </a:lnTo>
                  <a:lnTo>
                    <a:pt x="2838475" y="541756"/>
                  </a:lnTo>
                  <a:lnTo>
                    <a:pt x="2843702" y="541756"/>
                  </a:lnTo>
                  <a:lnTo>
                    <a:pt x="2843301" y="539940"/>
                  </a:lnTo>
                  <a:lnTo>
                    <a:pt x="2861678" y="526529"/>
                  </a:lnTo>
                  <a:lnTo>
                    <a:pt x="2878810" y="526529"/>
                  </a:lnTo>
                  <a:lnTo>
                    <a:pt x="2878747" y="526249"/>
                  </a:lnTo>
                  <a:lnTo>
                    <a:pt x="2848711" y="518553"/>
                  </a:lnTo>
                  <a:close/>
                </a:path>
                <a:path w="3517900" h="725804">
                  <a:moveTo>
                    <a:pt x="2872854" y="559231"/>
                  </a:moveTo>
                  <a:lnTo>
                    <a:pt x="2848597" y="563905"/>
                  </a:lnTo>
                  <a:lnTo>
                    <a:pt x="2879910" y="563905"/>
                  </a:lnTo>
                  <a:lnTo>
                    <a:pt x="2883433" y="561136"/>
                  </a:lnTo>
                  <a:lnTo>
                    <a:pt x="2872854" y="559231"/>
                  </a:lnTo>
                  <a:close/>
                </a:path>
                <a:path w="3517900" h="725804">
                  <a:moveTo>
                    <a:pt x="2843702" y="541756"/>
                  </a:moveTo>
                  <a:lnTo>
                    <a:pt x="2838475" y="541756"/>
                  </a:lnTo>
                  <a:lnTo>
                    <a:pt x="2838475" y="550138"/>
                  </a:lnTo>
                  <a:lnTo>
                    <a:pt x="2845555" y="550138"/>
                  </a:lnTo>
                  <a:lnTo>
                    <a:pt x="2843702" y="541756"/>
                  </a:lnTo>
                  <a:close/>
                </a:path>
                <a:path w="3517900" h="725804">
                  <a:moveTo>
                    <a:pt x="2878810" y="526529"/>
                  </a:moveTo>
                  <a:lnTo>
                    <a:pt x="2861678" y="526529"/>
                  </a:lnTo>
                  <a:lnTo>
                    <a:pt x="2873184" y="541756"/>
                  </a:lnTo>
                  <a:lnTo>
                    <a:pt x="2843702" y="541756"/>
                  </a:lnTo>
                  <a:lnTo>
                    <a:pt x="2845555" y="550138"/>
                  </a:lnTo>
                  <a:lnTo>
                    <a:pt x="2884144" y="550138"/>
                  </a:lnTo>
                  <a:lnTo>
                    <a:pt x="2878810" y="526529"/>
                  </a:lnTo>
                  <a:close/>
                </a:path>
                <a:path w="3517900" h="725804">
                  <a:moveTo>
                    <a:pt x="2907372" y="518045"/>
                  </a:moveTo>
                  <a:lnTo>
                    <a:pt x="2896565" y="518045"/>
                  </a:lnTo>
                  <a:lnTo>
                    <a:pt x="2896565" y="575500"/>
                  </a:lnTo>
                  <a:lnTo>
                    <a:pt x="2907741" y="575500"/>
                  </a:lnTo>
                  <a:lnTo>
                    <a:pt x="2907741" y="540410"/>
                  </a:lnTo>
                  <a:lnTo>
                    <a:pt x="2921469" y="527469"/>
                  </a:lnTo>
                  <a:lnTo>
                    <a:pt x="2921647" y="527164"/>
                  </a:lnTo>
                  <a:lnTo>
                    <a:pt x="2907969" y="527164"/>
                  </a:lnTo>
                  <a:lnTo>
                    <a:pt x="2907372" y="518045"/>
                  </a:lnTo>
                  <a:close/>
                </a:path>
                <a:path w="3517900" h="725804">
                  <a:moveTo>
                    <a:pt x="2927311" y="517436"/>
                  </a:moveTo>
                  <a:lnTo>
                    <a:pt x="2907969" y="527164"/>
                  </a:lnTo>
                  <a:lnTo>
                    <a:pt x="2921647" y="527164"/>
                  </a:lnTo>
                  <a:lnTo>
                    <a:pt x="2927311" y="517436"/>
                  </a:lnTo>
                  <a:close/>
                </a:path>
                <a:path w="3517900" h="725804">
                  <a:moveTo>
                    <a:pt x="13449" y="655510"/>
                  </a:moveTo>
                  <a:lnTo>
                    <a:pt x="0" y="674992"/>
                  </a:lnTo>
                  <a:lnTo>
                    <a:pt x="16459" y="688428"/>
                  </a:lnTo>
                  <a:lnTo>
                    <a:pt x="19507" y="688428"/>
                  </a:lnTo>
                  <a:lnTo>
                    <a:pt x="32931" y="668934"/>
                  </a:lnTo>
                  <a:lnTo>
                    <a:pt x="13449" y="655510"/>
                  </a:lnTo>
                  <a:close/>
                </a:path>
                <a:path w="3517900" h="725804">
                  <a:moveTo>
                    <a:pt x="103860" y="625881"/>
                  </a:moveTo>
                  <a:lnTo>
                    <a:pt x="103860" y="702500"/>
                  </a:lnTo>
                  <a:lnTo>
                    <a:pt x="115417" y="702500"/>
                  </a:lnTo>
                  <a:lnTo>
                    <a:pt x="115417" y="673506"/>
                  </a:lnTo>
                  <a:lnTo>
                    <a:pt x="110451" y="673506"/>
                  </a:lnTo>
                  <a:lnTo>
                    <a:pt x="110451" y="663562"/>
                  </a:lnTo>
                  <a:lnTo>
                    <a:pt x="115417" y="662382"/>
                  </a:lnTo>
                  <a:lnTo>
                    <a:pt x="115417" y="635800"/>
                  </a:lnTo>
                  <a:lnTo>
                    <a:pt x="151474" y="635800"/>
                  </a:lnTo>
                  <a:lnTo>
                    <a:pt x="149885" y="630999"/>
                  </a:lnTo>
                  <a:lnTo>
                    <a:pt x="103860" y="625881"/>
                  </a:lnTo>
                  <a:close/>
                </a:path>
                <a:path w="3517900" h="725804">
                  <a:moveTo>
                    <a:pt x="143020" y="670376"/>
                  </a:moveTo>
                  <a:lnTo>
                    <a:pt x="131792" y="673334"/>
                  </a:lnTo>
                  <a:lnTo>
                    <a:pt x="147447" y="702500"/>
                  </a:lnTo>
                  <a:lnTo>
                    <a:pt x="160616" y="702500"/>
                  </a:lnTo>
                  <a:lnTo>
                    <a:pt x="143020" y="670376"/>
                  </a:lnTo>
                  <a:close/>
                </a:path>
                <a:path w="3517900" h="725804">
                  <a:moveTo>
                    <a:pt x="115417" y="662382"/>
                  </a:moveTo>
                  <a:lnTo>
                    <a:pt x="110451" y="663562"/>
                  </a:lnTo>
                  <a:lnTo>
                    <a:pt x="110451" y="673506"/>
                  </a:lnTo>
                  <a:lnTo>
                    <a:pt x="115417" y="673506"/>
                  </a:lnTo>
                  <a:lnTo>
                    <a:pt x="115417" y="662382"/>
                  </a:lnTo>
                  <a:close/>
                </a:path>
                <a:path w="3517900" h="725804">
                  <a:moveTo>
                    <a:pt x="151474" y="635800"/>
                  </a:moveTo>
                  <a:lnTo>
                    <a:pt x="115417" y="635800"/>
                  </a:lnTo>
                  <a:lnTo>
                    <a:pt x="136829" y="636371"/>
                  </a:lnTo>
                  <a:lnTo>
                    <a:pt x="145516" y="655231"/>
                  </a:lnTo>
                  <a:lnTo>
                    <a:pt x="115417" y="662382"/>
                  </a:lnTo>
                  <a:lnTo>
                    <a:pt x="115417" y="673506"/>
                  </a:lnTo>
                  <a:lnTo>
                    <a:pt x="131140" y="673506"/>
                  </a:lnTo>
                  <a:lnTo>
                    <a:pt x="131792" y="673334"/>
                  </a:lnTo>
                  <a:lnTo>
                    <a:pt x="128892" y="667931"/>
                  </a:lnTo>
                  <a:lnTo>
                    <a:pt x="150210" y="667931"/>
                  </a:lnTo>
                  <a:lnTo>
                    <a:pt x="157695" y="654596"/>
                  </a:lnTo>
                  <a:lnTo>
                    <a:pt x="151474" y="635800"/>
                  </a:lnTo>
                  <a:close/>
                </a:path>
                <a:path w="3517900" h="725804">
                  <a:moveTo>
                    <a:pt x="141681" y="667931"/>
                  </a:moveTo>
                  <a:lnTo>
                    <a:pt x="128892" y="667931"/>
                  </a:lnTo>
                  <a:lnTo>
                    <a:pt x="131792" y="673334"/>
                  </a:lnTo>
                  <a:lnTo>
                    <a:pt x="143020" y="670376"/>
                  </a:lnTo>
                  <a:lnTo>
                    <a:pt x="141681" y="667931"/>
                  </a:lnTo>
                  <a:close/>
                </a:path>
                <a:path w="3517900" h="725804">
                  <a:moveTo>
                    <a:pt x="150210" y="667931"/>
                  </a:moveTo>
                  <a:lnTo>
                    <a:pt x="141681" y="667931"/>
                  </a:lnTo>
                  <a:lnTo>
                    <a:pt x="143020" y="670376"/>
                  </a:lnTo>
                  <a:lnTo>
                    <a:pt x="149847" y="668578"/>
                  </a:lnTo>
                  <a:lnTo>
                    <a:pt x="150210" y="667931"/>
                  </a:lnTo>
                  <a:close/>
                </a:path>
                <a:path w="3517900" h="725804">
                  <a:moveTo>
                    <a:pt x="184124" y="645553"/>
                  </a:moveTo>
                  <a:lnTo>
                    <a:pt x="168656" y="663067"/>
                  </a:lnTo>
                  <a:lnTo>
                    <a:pt x="173075" y="694156"/>
                  </a:lnTo>
                  <a:lnTo>
                    <a:pt x="194906" y="703656"/>
                  </a:lnTo>
                  <a:lnTo>
                    <a:pt x="199097" y="703656"/>
                  </a:lnTo>
                  <a:lnTo>
                    <a:pt x="215323" y="690905"/>
                  </a:lnTo>
                  <a:lnTo>
                    <a:pt x="184010" y="690905"/>
                  </a:lnTo>
                  <a:lnTo>
                    <a:pt x="180968" y="677138"/>
                  </a:lnTo>
                  <a:lnTo>
                    <a:pt x="173888" y="677138"/>
                  </a:lnTo>
                  <a:lnTo>
                    <a:pt x="173888" y="668756"/>
                  </a:lnTo>
                  <a:lnTo>
                    <a:pt x="179115" y="668756"/>
                  </a:lnTo>
                  <a:lnTo>
                    <a:pt x="178714" y="666940"/>
                  </a:lnTo>
                  <a:lnTo>
                    <a:pt x="197091" y="653529"/>
                  </a:lnTo>
                  <a:lnTo>
                    <a:pt x="214223" y="653529"/>
                  </a:lnTo>
                  <a:lnTo>
                    <a:pt x="214160" y="653249"/>
                  </a:lnTo>
                  <a:lnTo>
                    <a:pt x="184124" y="645553"/>
                  </a:lnTo>
                  <a:close/>
                </a:path>
                <a:path w="3517900" h="725804">
                  <a:moveTo>
                    <a:pt x="208267" y="686231"/>
                  </a:moveTo>
                  <a:lnTo>
                    <a:pt x="184010" y="690905"/>
                  </a:lnTo>
                  <a:lnTo>
                    <a:pt x="215323" y="690905"/>
                  </a:lnTo>
                  <a:lnTo>
                    <a:pt x="218846" y="688136"/>
                  </a:lnTo>
                  <a:lnTo>
                    <a:pt x="208267" y="686231"/>
                  </a:lnTo>
                  <a:close/>
                </a:path>
                <a:path w="3517900" h="725804">
                  <a:moveTo>
                    <a:pt x="179115" y="668756"/>
                  </a:moveTo>
                  <a:lnTo>
                    <a:pt x="173888" y="668756"/>
                  </a:lnTo>
                  <a:lnTo>
                    <a:pt x="173888" y="677138"/>
                  </a:lnTo>
                  <a:lnTo>
                    <a:pt x="180968" y="677138"/>
                  </a:lnTo>
                  <a:lnTo>
                    <a:pt x="179115" y="668756"/>
                  </a:lnTo>
                  <a:close/>
                </a:path>
                <a:path w="3517900" h="725804">
                  <a:moveTo>
                    <a:pt x="214223" y="653529"/>
                  </a:moveTo>
                  <a:lnTo>
                    <a:pt x="197091" y="653529"/>
                  </a:lnTo>
                  <a:lnTo>
                    <a:pt x="208597" y="668756"/>
                  </a:lnTo>
                  <a:lnTo>
                    <a:pt x="179115" y="668756"/>
                  </a:lnTo>
                  <a:lnTo>
                    <a:pt x="180968" y="677138"/>
                  </a:lnTo>
                  <a:lnTo>
                    <a:pt x="219557" y="677138"/>
                  </a:lnTo>
                  <a:lnTo>
                    <a:pt x="214223" y="653529"/>
                  </a:lnTo>
                  <a:close/>
                </a:path>
                <a:path w="3517900" h="725804">
                  <a:moveTo>
                    <a:pt x="240233" y="686117"/>
                  </a:moveTo>
                  <a:lnTo>
                    <a:pt x="229425" y="687755"/>
                  </a:lnTo>
                  <a:lnTo>
                    <a:pt x="230352" y="692848"/>
                  </a:lnTo>
                  <a:lnTo>
                    <a:pt x="246227" y="703656"/>
                  </a:lnTo>
                  <a:lnTo>
                    <a:pt x="271183" y="697763"/>
                  </a:lnTo>
                  <a:lnTo>
                    <a:pt x="271779" y="694639"/>
                  </a:lnTo>
                  <a:lnTo>
                    <a:pt x="249212" y="694639"/>
                  </a:lnTo>
                  <a:lnTo>
                    <a:pt x="240233" y="686117"/>
                  </a:lnTo>
                  <a:close/>
                </a:path>
                <a:path w="3517900" h="725804">
                  <a:moveTo>
                    <a:pt x="259499" y="644296"/>
                  </a:moveTo>
                  <a:lnTo>
                    <a:pt x="235851" y="649871"/>
                  </a:lnTo>
                  <a:lnTo>
                    <a:pt x="232484" y="668235"/>
                  </a:lnTo>
                  <a:lnTo>
                    <a:pt x="232384" y="668782"/>
                  </a:lnTo>
                  <a:lnTo>
                    <a:pt x="256552" y="679424"/>
                  </a:lnTo>
                  <a:lnTo>
                    <a:pt x="264668" y="688936"/>
                  </a:lnTo>
                  <a:lnTo>
                    <a:pt x="249212" y="694639"/>
                  </a:lnTo>
                  <a:lnTo>
                    <a:pt x="271779" y="694639"/>
                  </a:lnTo>
                  <a:lnTo>
                    <a:pt x="274853" y="678522"/>
                  </a:lnTo>
                  <a:lnTo>
                    <a:pt x="251307" y="668235"/>
                  </a:lnTo>
                  <a:lnTo>
                    <a:pt x="242290" y="658494"/>
                  </a:lnTo>
                  <a:lnTo>
                    <a:pt x="274885" y="658494"/>
                  </a:lnTo>
                  <a:lnTo>
                    <a:pt x="273888" y="654583"/>
                  </a:lnTo>
                  <a:lnTo>
                    <a:pt x="259499" y="644296"/>
                  </a:lnTo>
                  <a:close/>
                </a:path>
                <a:path w="3517900" h="725804">
                  <a:moveTo>
                    <a:pt x="274885" y="658494"/>
                  </a:moveTo>
                  <a:lnTo>
                    <a:pt x="242290" y="658494"/>
                  </a:lnTo>
                  <a:lnTo>
                    <a:pt x="275031" y="659066"/>
                  </a:lnTo>
                  <a:lnTo>
                    <a:pt x="274885" y="658494"/>
                  </a:lnTo>
                  <a:close/>
                </a:path>
                <a:path w="3517900" h="725804">
                  <a:moveTo>
                    <a:pt x="299631" y="645045"/>
                  </a:moveTo>
                  <a:lnTo>
                    <a:pt x="288455" y="645045"/>
                  </a:lnTo>
                  <a:lnTo>
                    <a:pt x="288455" y="681583"/>
                  </a:lnTo>
                  <a:lnTo>
                    <a:pt x="292468" y="696734"/>
                  </a:lnTo>
                  <a:lnTo>
                    <a:pt x="311619" y="703249"/>
                  </a:lnTo>
                  <a:lnTo>
                    <a:pt x="324472" y="692543"/>
                  </a:lnTo>
                  <a:lnTo>
                    <a:pt x="336067" y="692543"/>
                  </a:lnTo>
                  <a:lnTo>
                    <a:pt x="336067" y="688873"/>
                  </a:lnTo>
                  <a:lnTo>
                    <a:pt x="321424" y="688873"/>
                  </a:lnTo>
                  <a:lnTo>
                    <a:pt x="300723" y="687273"/>
                  </a:lnTo>
                  <a:lnTo>
                    <a:pt x="299631" y="645045"/>
                  </a:lnTo>
                  <a:close/>
                </a:path>
                <a:path w="3517900" h="725804">
                  <a:moveTo>
                    <a:pt x="336067" y="692543"/>
                  </a:moveTo>
                  <a:lnTo>
                    <a:pt x="324472" y="692543"/>
                  </a:lnTo>
                  <a:lnTo>
                    <a:pt x="325069" y="702500"/>
                  </a:lnTo>
                  <a:lnTo>
                    <a:pt x="336067" y="702500"/>
                  </a:lnTo>
                  <a:lnTo>
                    <a:pt x="336067" y="692543"/>
                  </a:lnTo>
                  <a:close/>
                </a:path>
                <a:path w="3517900" h="725804">
                  <a:moveTo>
                    <a:pt x="336067" y="645045"/>
                  </a:moveTo>
                  <a:lnTo>
                    <a:pt x="324853" y="645045"/>
                  </a:lnTo>
                  <a:lnTo>
                    <a:pt x="324853" y="678675"/>
                  </a:lnTo>
                  <a:lnTo>
                    <a:pt x="321424" y="688873"/>
                  </a:lnTo>
                  <a:lnTo>
                    <a:pt x="336067" y="688873"/>
                  </a:lnTo>
                  <a:lnTo>
                    <a:pt x="336067" y="645045"/>
                  </a:lnTo>
                  <a:close/>
                </a:path>
                <a:path w="3517900" h="725804">
                  <a:moveTo>
                    <a:pt x="362292" y="625881"/>
                  </a:moveTo>
                  <a:lnTo>
                    <a:pt x="351104" y="625881"/>
                  </a:lnTo>
                  <a:lnTo>
                    <a:pt x="351104" y="702500"/>
                  </a:lnTo>
                  <a:lnTo>
                    <a:pt x="362292" y="702500"/>
                  </a:lnTo>
                  <a:lnTo>
                    <a:pt x="362292" y="625881"/>
                  </a:lnTo>
                  <a:close/>
                </a:path>
                <a:path w="3517900" h="725804">
                  <a:moveTo>
                    <a:pt x="392379" y="631278"/>
                  </a:moveTo>
                  <a:lnTo>
                    <a:pt x="381190" y="631278"/>
                  </a:lnTo>
                  <a:lnTo>
                    <a:pt x="381190" y="691413"/>
                  </a:lnTo>
                  <a:lnTo>
                    <a:pt x="397941" y="703249"/>
                  </a:lnTo>
                  <a:lnTo>
                    <a:pt x="392379" y="631278"/>
                  </a:lnTo>
                  <a:close/>
                </a:path>
                <a:path w="3517900" h="725804">
                  <a:moveTo>
                    <a:pt x="381190" y="645045"/>
                  </a:moveTo>
                  <a:lnTo>
                    <a:pt x="372770" y="645045"/>
                  </a:lnTo>
                  <a:lnTo>
                    <a:pt x="372770" y="654011"/>
                  </a:lnTo>
                  <a:lnTo>
                    <a:pt x="381190" y="654011"/>
                  </a:lnTo>
                  <a:lnTo>
                    <a:pt x="381190" y="645045"/>
                  </a:lnTo>
                  <a:close/>
                </a:path>
                <a:path w="3517900" h="725804">
                  <a:moveTo>
                    <a:pt x="404152" y="645045"/>
                  </a:moveTo>
                  <a:lnTo>
                    <a:pt x="393443" y="645045"/>
                  </a:lnTo>
                  <a:lnTo>
                    <a:pt x="394136" y="654011"/>
                  </a:lnTo>
                  <a:lnTo>
                    <a:pt x="404152" y="654011"/>
                  </a:lnTo>
                  <a:lnTo>
                    <a:pt x="404152" y="645045"/>
                  </a:lnTo>
                  <a:close/>
                </a:path>
                <a:path w="3517900" h="725804">
                  <a:moveTo>
                    <a:pt x="475145" y="625881"/>
                  </a:moveTo>
                  <a:lnTo>
                    <a:pt x="475145" y="702500"/>
                  </a:lnTo>
                  <a:lnTo>
                    <a:pt x="504507" y="702500"/>
                  </a:lnTo>
                  <a:lnTo>
                    <a:pt x="522947" y="697992"/>
                  </a:lnTo>
                  <a:lnTo>
                    <a:pt x="524944" y="692581"/>
                  </a:lnTo>
                  <a:lnTo>
                    <a:pt x="486702" y="692581"/>
                  </a:lnTo>
                  <a:lnTo>
                    <a:pt x="486702" y="668045"/>
                  </a:lnTo>
                  <a:lnTo>
                    <a:pt x="521491" y="668045"/>
                  </a:lnTo>
                  <a:lnTo>
                    <a:pt x="517004" y="663041"/>
                  </a:lnTo>
                  <a:lnTo>
                    <a:pt x="521676" y="659028"/>
                  </a:lnTo>
                  <a:lnTo>
                    <a:pt x="486702" y="659028"/>
                  </a:lnTo>
                  <a:lnTo>
                    <a:pt x="486702" y="635723"/>
                  </a:lnTo>
                  <a:lnTo>
                    <a:pt x="520771" y="635723"/>
                  </a:lnTo>
                  <a:lnTo>
                    <a:pt x="520268" y="630351"/>
                  </a:lnTo>
                  <a:lnTo>
                    <a:pt x="475145" y="625881"/>
                  </a:lnTo>
                  <a:close/>
                </a:path>
                <a:path w="3517900" h="725804">
                  <a:moveTo>
                    <a:pt x="521491" y="668045"/>
                  </a:moveTo>
                  <a:lnTo>
                    <a:pt x="486702" y="668045"/>
                  </a:lnTo>
                  <a:lnTo>
                    <a:pt x="509562" y="668642"/>
                  </a:lnTo>
                  <a:lnTo>
                    <a:pt x="517677" y="687222"/>
                  </a:lnTo>
                  <a:lnTo>
                    <a:pt x="486702" y="692581"/>
                  </a:lnTo>
                  <a:lnTo>
                    <a:pt x="524944" y="692581"/>
                  </a:lnTo>
                  <a:lnTo>
                    <a:pt x="530351" y="677926"/>
                  </a:lnTo>
                  <a:lnTo>
                    <a:pt x="521491" y="668045"/>
                  </a:lnTo>
                  <a:close/>
                </a:path>
                <a:path w="3517900" h="725804">
                  <a:moveTo>
                    <a:pt x="520771" y="635723"/>
                  </a:moveTo>
                  <a:lnTo>
                    <a:pt x="486702" y="635723"/>
                  </a:lnTo>
                  <a:lnTo>
                    <a:pt x="510476" y="636803"/>
                  </a:lnTo>
                  <a:lnTo>
                    <a:pt x="516026" y="649376"/>
                  </a:lnTo>
                  <a:lnTo>
                    <a:pt x="486702" y="659028"/>
                  </a:lnTo>
                  <a:lnTo>
                    <a:pt x="521676" y="659028"/>
                  </a:lnTo>
                  <a:lnTo>
                    <a:pt x="522859" y="658012"/>
                  </a:lnTo>
                  <a:lnTo>
                    <a:pt x="520872" y="636803"/>
                  </a:lnTo>
                  <a:lnTo>
                    <a:pt x="520771" y="635723"/>
                  </a:lnTo>
                  <a:close/>
                </a:path>
                <a:path w="3517900" h="725804">
                  <a:moveTo>
                    <a:pt x="557149" y="645553"/>
                  </a:moveTo>
                  <a:lnTo>
                    <a:pt x="541693" y="663067"/>
                  </a:lnTo>
                  <a:lnTo>
                    <a:pt x="546100" y="694156"/>
                  </a:lnTo>
                  <a:lnTo>
                    <a:pt x="567931" y="703656"/>
                  </a:lnTo>
                  <a:lnTo>
                    <a:pt x="572122" y="703656"/>
                  </a:lnTo>
                  <a:lnTo>
                    <a:pt x="588358" y="690905"/>
                  </a:lnTo>
                  <a:lnTo>
                    <a:pt x="557034" y="690905"/>
                  </a:lnTo>
                  <a:lnTo>
                    <a:pt x="553992" y="677138"/>
                  </a:lnTo>
                  <a:lnTo>
                    <a:pt x="546912" y="677138"/>
                  </a:lnTo>
                  <a:lnTo>
                    <a:pt x="546912" y="668756"/>
                  </a:lnTo>
                  <a:lnTo>
                    <a:pt x="552140" y="668756"/>
                  </a:lnTo>
                  <a:lnTo>
                    <a:pt x="551738" y="666940"/>
                  </a:lnTo>
                  <a:lnTo>
                    <a:pt x="570115" y="653529"/>
                  </a:lnTo>
                  <a:lnTo>
                    <a:pt x="587247" y="653529"/>
                  </a:lnTo>
                  <a:lnTo>
                    <a:pt x="587184" y="653249"/>
                  </a:lnTo>
                  <a:lnTo>
                    <a:pt x="557149" y="645553"/>
                  </a:lnTo>
                  <a:close/>
                </a:path>
                <a:path w="3517900" h="725804">
                  <a:moveTo>
                    <a:pt x="581291" y="686231"/>
                  </a:moveTo>
                  <a:lnTo>
                    <a:pt x="557034" y="690905"/>
                  </a:lnTo>
                  <a:lnTo>
                    <a:pt x="588358" y="690905"/>
                  </a:lnTo>
                  <a:lnTo>
                    <a:pt x="591883" y="688136"/>
                  </a:lnTo>
                  <a:lnTo>
                    <a:pt x="581291" y="686231"/>
                  </a:lnTo>
                  <a:close/>
                </a:path>
                <a:path w="3517900" h="725804">
                  <a:moveTo>
                    <a:pt x="552140" y="668756"/>
                  </a:moveTo>
                  <a:lnTo>
                    <a:pt x="546912" y="668756"/>
                  </a:lnTo>
                  <a:lnTo>
                    <a:pt x="546912" y="677138"/>
                  </a:lnTo>
                  <a:lnTo>
                    <a:pt x="553992" y="677138"/>
                  </a:lnTo>
                  <a:lnTo>
                    <a:pt x="552140" y="668756"/>
                  </a:lnTo>
                  <a:close/>
                </a:path>
                <a:path w="3517900" h="725804">
                  <a:moveTo>
                    <a:pt x="587247" y="653529"/>
                  </a:moveTo>
                  <a:lnTo>
                    <a:pt x="570115" y="653529"/>
                  </a:lnTo>
                  <a:lnTo>
                    <a:pt x="581621" y="668756"/>
                  </a:lnTo>
                  <a:lnTo>
                    <a:pt x="552140" y="668756"/>
                  </a:lnTo>
                  <a:lnTo>
                    <a:pt x="553992" y="677138"/>
                  </a:lnTo>
                  <a:lnTo>
                    <a:pt x="592594" y="677138"/>
                  </a:lnTo>
                  <a:lnTo>
                    <a:pt x="587247" y="653529"/>
                  </a:lnTo>
                  <a:close/>
                </a:path>
                <a:path w="3517900" h="725804">
                  <a:moveTo>
                    <a:pt x="620039" y="631278"/>
                  </a:moveTo>
                  <a:lnTo>
                    <a:pt x="608850" y="631278"/>
                  </a:lnTo>
                  <a:lnTo>
                    <a:pt x="608850" y="691413"/>
                  </a:lnTo>
                  <a:lnTo>
                    <a:pt x="625614" y="703249"/>
                  </a:lnTo>
                  <a:lnTo>
                    <a:pt x="620039" y="631278"/>
                  </a:lnTo>
                  <a:close/>
                </a:path>
                <a:path w="3517900" h="725804">
                  <a:moveTo>
                    <a:pt x="608850" y="645045"/>
                  </a:moveTo>
                  <a:lnTo>
                    <a:pt x="600430" y="645045"/>
                  </a:lnTo>
                  <a:lnTo>
                    <a:pt x="600430" y="654011"/>
                  </a:lnTo>
                  <a:lnTo>
                    <a:pt x="608850" y="654011"/>
                  </a:lnTo>
                  <a:lnTo>
                    <a:pt x="608850" y="645045"/>
                  </a:lnTo>
                  <a:close/>
                </a:path>
                <a:path w="3517900" h="725804">
                  <a:moveTo>
                    <a:pt x="631825" y="645045"/>
                  </a:moveTo>
                  <a:lnTo>
                    <a:pt x="621105" y="645045"/>
                  </a:lnTo>
                  <a:lnTo>
                    <a:pt x="621800" y="654011"/>
                  </a:lnTo>
                  <a:lnTo>
                    <a:pt x="631825" y="654011"/>
                  </a:lnTo>
                  <a:lnTo>
                    <a:pt x="631825" y="645045"/>
                  </a:lnTo>
                  <a:close/>
                </a:path>
                <a:path w="3517900" h="725804">
                  <a:moveTo>
                    <a:pt x="659231" y="631278"/>
                  </a:moveTo>
                  <a:lnTo>
                    <a:pt x="648042" y="631278"/>
                  </a:lnTo>
                  <a:lnTo>
                    <a:pt x="648042" y="691413"/>
                  </a:lnTo>
                  <a:lnTo>
                    <a:pt x="664806" y="703249"/>
                  </a:lnTo>
                  <a:lnTo>
                    <a:pt x="659231" y="631278"/>
                  </a:lnTo>
                  <a:close/>
                </a:path>
                <a:path w="3517900" h="725804">
                  <a:moveTo>
                    <a:pt x="648042" y="645045"/>
                  </a:moveTo>
                  <a:lnTo>
                    <a:pt x="639635" y="645045"/>
                  </a:lnTo>
                  <a:lnTo>
                    <a:pt x="639635" y="654011"/>
                  </a:lnTo>
                  <a:lnTo>
                    <a:pt x="648042" y="654011"/>
                  </a:lnTo>
                  <a:lnTo>
                    <a:pt x="648042" y="645045"/>
                  </a:lnTo>
                  <a:close/>
                </a:path>
                <a:path w="3517900" h="725804">
                  <a:moveTo>
                    <a:pt x="671017" y="645045"/>
                  </a:moveTo>
                  <a:lnTo>
                    <a:pt x="660298" y="645045"/>
                  </a:lnTo>
                  <a:lnTo>
                    <a:pt x="660992" y="654011"/>
                  </a:lnTo>
                  <a:lnTo>
                    <a:pt x="671017" y="654011"/>
                  </a:lnTo>
                  <a:lnTo>
                    <a:pt x="671017" y="645045"/>
                  </a:lnTo>
                  <a:close/>
                </a:path>
                <a:path w="3517900" h="725804">
                  <a:moveTo>
                    <a:pt x="696747" y="645553"/>
                  </a:moveTo>
                  <a:lnTo>
                    <a:pt x="681291" y="663067"/>
                  </a:lnTo>
                  <a:lnTo>
                    <a:pt x="685698" y="694156"/>
                  </a:lnTo>
                  <a:lnTo>
                    <a:pt x="707542" y="703656"/>
                  </a:lnTo>
                  <a:lnTo>
                    <a:pt x="711733" y="703656"/>
                  </a:lnTo>
                  <a:lnTo>
                    <a:pt x="727958" y="690905"/>
                  </a:lnTo>
                  <a:lnTo>
                    <a:pt x="696645" y="690905"/>
                  </a:lnTo>
                  <a:lnTo>
                    <a:pt x="693596" y="677138"/>
                  </a:lnTo>
                  <a:lnTo>
                    <a:pt x="686511" y="677138"/>
                  </a:lnTo>
                  <a:lnTo>
                    <a:pt x="686511" y="668756"/>
                  </a:lnTo>
                  <a:lnTo>
                    <a:pt x="691739" y="668756"/>
                  </a:lnTo>
                  <a:lnTo>
                    <a:pt x="691337" y="666940"/>
                  </a:lnTo>
                  <a:lnTo>
                    <a:pt x="709726" y="653529"/>
                  </a:lnTo>
                  <a:lnTo>
                    <a:pt x="726858" y="653529"/>
                  </a:lnTo>
                  <a:lnTo>
                    <a:pt x="726795" y="653249"/>
                  </a:lnTo>
                  <a:lnTo>
                    <a:pt x="696747" y="645553"/>
                  </a:lnTo>
                  <a:close/>
                </a:path>
                <a:path w="3517900" h="725804">
                  <a:moveTo>
                    <a:pt x="720890" y="686231"/>
                  </a:moveTo>
                  <a:lnTo>
                    <a:pt x="696645" y="690905"/>
                  </a:lnTo>
                  <a:lnTo>
                    <a:pt x="727958" y="690905"/>
                  </a:lnTo>
                  <a:lnTo>
                    <a:pt x="731481" y="688136"/>
                  </a:lnTo>
                  <a:lnTo>
                    <a:pt x="720890" y="686231"/>
                  </a:lnTo>
                  <a:close/>
                </a:path>
                <a:path w="3517900" h="725804">
                  <a:moveTo>
                    <a:pt x="691739" y="668756"/>
                  </a:moveTo>
                  <a:lnTo>
                    <a:pt x="686511" y="668756"/>
                  </a:lnTo>
                  <a:lnTo>
                    <a:pt x="686511" y="677138"/>
                  </a:lnTo>
                  <a:lnTo>
                    <a:pt x="693596" y="677138"/>
                  </a:lnTo>
                  <a:lnTo>
                    <a:pt x="691739" y="668756"/>
                  </a:lnTo>
                  <a:close/>
                </a:path>
                <a:path w="3517900" h="725804">
                  <a:moveTo>
                    <a:pt x="726858" y="653529"/>
                  </a:moveTo>
                  <a:lnTo>
                    <a:pt x="709726" y="653529"/>
                  </a:lnTo>
                  <a:lnTo>
                    <a:pt x="721233" y="668756"/>
                  </a:lnTo>
                  <a:lnTo>
                    <a:pt x="691739" y="668756"/>
                  </a:lnTo>
                  <a:lnTo>
                    <a:pt x="693596" y="677138"/>
                  </a:lnTo>
                  <a:lnTo>
                    <a:pt x="732193" y="677138"/>
                  </a:lnTo>
                  <a:lnTo>
                    <a:pt x="726858" y="653529"/>
                  </a:lnTo>
                  <a:close/>
                </a:path>
                <a:path w="3517900" h="725804">
                  <a:moveTo>
                    <a:pt x="755408" y="645045"/>
                  </a:moveTo>
                  <a:lnTo>
                    <a:pt x="744601" y="645045"/>
                  </a:lnTo>
                  <a:lnTo>
                    <a:pt x="744601" y="702500"/>
                  </a:lnTo>
                  <a:lnTo>
                    <a:pt x="755789" y="702500"/>
                  </a:lnTo>
                  <a:lnTo>
                    <a:pt x="755789" y="667410"/>
                  </a:lnTo>
                  <a:lnTo>
                    <a:pt x="769518" y="654469"/>
                  </a:lnTo>
                  <a:lnTo>
                    <a:pt x="769695" y="654164"/>
                  </a:lnTo>
                  <a:lnTo>
                    <a:pt x="756005" y="654164"/>
                  </a:lnTo>
                  <a:lnTo>
                    <a:pt x="755408" y="645045"/>
                  </a:lnTo>
                  <a:close/>
                </a:path>
                <a:path w="3517900" h="725804">
                  <a:moveTo>
                    <a:pt x="775347" y="644436"/>
                  </a:moveTo>
                  <a:lnTo>
                    <a:pt x="756005" y="654164"/>
                  </a:lnTo>
                  <a:lnTo>
                    <a:pt x="769695" y="654164"/>
                  </a:lnTo>
                  <a:lnTo>
                    <a:pt x="775347" y="644436"/>
                  </a:lnTo>
                  <a:close/>
                </a:path>
                <a:path w="3517900" h="725804">
                  <a:moveTo>
                    <a:pt x="852962" y="653338"/>
                  </a:moveTo>
                  <a:lnTo>
                    <a:pt x="839457" y="653338"/>
                  </a:lnTo>
                  <a:lnTo>
                    <a:pt x="846772" y="663625"/>
                  </a:lnTo>
                  <a:lnTo>
                    <a:pt x="821626" y="671144"/>
                  </a:lnTo>
                  <a:lnTo>
                    <a:pt x="811060" y="693216"/>
                  </a:lnTo>
                  <a:lnTo>
                    <a:pt x="829627" y="703770"/>
                  </a:lnTo>
                  <a:lnTo>
                    <a:pt x="847064" y="702500"/>
                  </a:lnTo>
                  <a:lnTo>
                    <a:pt x="857986" y="702500"/>
                  </a:lnTo>
                  <a:lnTo>
                    <a:pt x="857986" y="694791"/>
                  </a:lnTo>
                  <a:lnTo>
                    <a:pt x="828903" y="694791"/>
                  </a:lnTo>
                  <a:lnTo>
                    <a:pt x="821182" y="684415"/>
                  </a:lnTo>
                  <a:lnTo>
                    <a:pt x="846797" y="681774"/>
                  </a:lnTo>
                  <a:lnTo>
                    <a:pt x="857986" y="681774"/>
                  </a:lnTo>
                  <a:lnTo>
                    <a:pt x="857986" y="660158"/>
                  </a:lnTo>
                  <a:lnTo>
                    <a:pt x="852962" y="653338"/>
                  </a:lnTo>
                  <a:close/>
                </a:path>
                <a:path w="3517900" h="725804">
                  <a:moveTo>
                    <a:pt x="857986" y="681774"/>
                  </a:moveTo>
                  <a:lnTo>
                    <a:pt x="846797" y="681774"/>
                  </a:lnTo>
                  <a:lnTo>
                    <a:pt x="832065" y="694791"/>
                  </a:lnTo>
                  <a:lnTo>
                    <a:pt x="857986" y="694791"/>
                  </a:lnTo>
                  <a:lnTo>
                    <a:pt x="857986" y="681774"/>
                  </a:lnTo>
                  <a:close/>
                </a:path>
                <a:path w="3517900" h="725804">
                  <a:moveTo>
                    <a:pt x="848004" y="646607"/>
                  </a:moveTo>
                  <a:lnTo>
                    <a:pt x="811974" y="658952"/>
                  </a:lnTo>
                  <a:lnTo>
                    <a:pt x="822490" y="661352"/>
                  </a:lnTo>
                  <a:lnTo>
                    <a:pt x="839457" y="653338"/>
                  </a:lnTo>
                  <a:lnTo>
                    <a:pt x="852962" y="653338"/>
                  </a:lnTo>
                  <a:lnTo>
                    <a:pt x="848004" y="646607"/>
                  </a:lnTo>
                  <a:close/>
                </a:path>
                <a:path w="3517900" h="725804">
                  <a:moveTo>
                    <a:pt x="885736" y="645464"/>
                  </a:moveTo>
                  <a:lnTo>
                    <a:pt x="871410" y="662355"/>
                  </a:lnTo>
                  <a:lnTo>
                    <a:pt x="875500" y="694080"/>
                  </a:lnTo>
                  <a:lnTo>
                    <a:pt x="875525" y="694270"/>
                  </a:lnTo>
                  <a:lnTo>
                    <a:pt x="894397" y="703618"/>
                  </a:lnTo>
                  <a:lnTo>
                    <a:pt x="911948" y="702500"/>
                  </a:lnTo>
                  <a:lnTo>
                    <a:pt x="922870" y="702500"/>
                  </a:lnTo>
                  <a:lnTo>
                    <a:pt x="922870" y="694080"/>
                  </a:lnTo>
                  <a:lnTo>
                    <a:pt x="896861" y="694080"/>
                  </a:lnTo>
                  <a:lnTo>
                    <a:pt x="886244" y="689635"/>
                  </a:lnTo>
                  <a:lnTo>
                    <a:pt x="884612" y="662355"/>
                  </a:lnTo>
                  <a:lnTo>
                    <a:pt x="884504" y="660539"/>
                  </a:lnTo>
                  <a:lnTo>
                    <a:pt x="902881" y="654634"/>
                  </a:lnTo>
                  <a:lnTo>
                    <a:pt x="922870" y="654634"/>
                  </a:lnTo>
                  <a:lnTo>
                    <a:pt x="922870" y="654354"/>
                  </a:lnTo>
                  <a:lnTo>
                    <a:pt x="911682" y="654354"/>
                  </a:lnTo>
                  <a:lnTo>
                    <a:pt x="885736" y="645464"/>
                  </a:lnTo>
                  <a:close/>
                </a:path>
                <a:path w="3517900" h="725804">
                  <a:moveTo>
                    <a:pt x="922870" y="654634"/>
                  </a:moveTo>
                  <a:lnTo>
                    <a:pt x="902881" y="654634"/>
                  </a:lnTo>
                  <a:lnTo>
                    <a:pt x="911288" y="681355"/>
                  </a:lnTo>
                  <a:lnTo>
                    <a:pt x="896861" y="694080"/>
                  </a:lnTo>
                  <a:lnTo>
                    <a:pt x="922870" y="694080"/>
                  </a:lnTo>
                  <a:lnTo>
                    <a:pt x="922870" y="654634"/>
                  </a:lnTo>
                  <a:close/>
                </a:path>
                <a:path w="3517900" h="725804">
                  <a:moveTo>
                    <a:pt x="922870" y="625881"/>
                  </a:moveTo>
                  <a:lnTo>
                    <a:pt x="911682" y="625881"/>
                  </a:lnTo>
                  <a:lnTo>
                    <a:pt x="911682" y="654354"/>
                  </a:lnTo>
                  <a:lnTo>
                    <a:pt x="922870" y="654354"/>
                  </a:lnTo>
                  <a:lnTo>
                    <a:pt x="922870" y="625881"/>
                  </a:lnTo>
                  <a:close/>
                </a:path>
                <a:path w="3517900" h="725804">
                  <a:moveTo>
                    <a:pt x="951674" y="645464"/>
                  </a:moveTo>
                  <a:lnTo>
                    <a:pt x="937361" y="662355"/>
                  </a:lnTo>
                  <a:lnTo>
                    <a:pt x="941439" y="694080"/>
                  </a:lnTo>
                  <a:lnTo>
                    <a:pt x="941463" y="694270"/>
                  </a:lnTo>
                  <a:lnTo>
                    <a:pt x="960335" y="703618"/>
                  </a:lnTo>
                  <a:lnTo>
                    <a:pt x="977887" y="702500"/>
                  </a:lnTo>
                  <a:lnTo>
                    <a:pt x="988809" y="702500"/>
                  </a:lnTo>
                  <a:lnTo>
                    <a:pt x="988809" y="694080"/>
                  </a:lnTo>
                  <a:lnTo>
                    <a:pt x="962812" y="694080"/>
                  </a:lnTo>
                  <a:lnTo>
                    <a:pt x="952182" y="689635"/>
                  </a:lnTo>
                  <a:lnTo>
                    <a:pt x="950563" y="662355"/>
                  </a:lnTo>
                  <a:lnTo>
                    <a:pt x="950455" y="660539"/>
                  </a:lnTo>
                  <a:lnTo>
                    <a:pt x="968819" y="654634"/>
                  </a:lnTo>
                  <a:lnTo>
                    <a:pt x="988809" y="654634"/>
                  </a:lnTo>
                  <a:lnTo>
                    <a:pt x="988809" y="654354"/>
                  </a:lnTo>
                  <a:lnTo>
                    <a:pt x="977620" y="654354"/>
                  </a:lnTo>
                  <a:lnTo>
                    <a:pt x="951674" y="645464"/>
                  </a:lnTo>
                  <a:close/>
                </a:path>
                <a:path w="3517900" h="725804">
                  <a:moveTo>
                    <a:pt x="988809" y="654634"/>
                  </a:moveTo>
                  <a:lnTo>
                    <a:pt x="968819" y="654634"/>
                  </a:lnTo>
                  <a:lnTo>
                    <a:pt x="977226" y="681355"/>
                  </a:lnTo>
                  <a:lnTo>
                    <a:pt x="962812" y="694080"/>
                  </a:lnTo>
                  <a:lnTo>
                    <a:pt x="988809" y="694080"/>
                  </a:lnTo>
                  <a:lnTo>
                    <a:pt x="988809" y="654634"/>
                  </a:lnTo>
                  <a:close/>
                </a:path>
                <a:path w="3517900" h="725804">
                  <a:moveTo>
                    <a:pt x="988809" y="625881"/>
                  </a:moveTo>
                  <a:lnTo>
                    <a:pt x="977620" y="625881"/>
                  </a:lnTo>
                  <a:lnTo>
                    <a:pt x="977620" y="654354"/>
                  </a:lnTo>
                  <a:lnTo>
                    <a:pt x="988809" y="654354"/>
                  </a:lnTo>
                  <a:lnTo>
                    <a:pt x="988809" y="625881"/>
                  </a:lnTo>
                  <a:close/>
                </a:path>
                <a:path w="3517900" h="725804">
                  <a:moveTo>
                    <a:pt x="1015580" y="645045"/>
                  </a:moveTo>
                  <a:lnTo>
                    <a:pt x="1004773" y="645045"/>
                  </a:lnTo>
                  <a:lnTo>
                    <a:pt x="1004773" y="702500"/>
                  </a:lnTo>
                  <a:lnTo>
                    <a:pt x="1015961" y="702500"/>
                  </a:lnTo>
                  <a:lnTo>
                    <a:pt x="1015961" y="667410"/>
                  </a:lnTo>
                  <a:lnTo>
                    <a:pt x="1029690" y="654469"/>
                  </a:lnTo>
                  <a:lnTo>
                    <a:pt x="1029867" y="654164"/>
                  </a:lnTo>
                  <a:lnTo>
                    <a:pt x="1016190" y="654164"/>
                  </a:lnTo>
                  <a:lnTo>
                    <a:pt x="1015580" y="645045"/>
                  </a:lnTo>
                  <a:close/>
                </a:path>
                <a:path w="3517900" h="725804">
                  <a:moveTo>
                    <a:pt x="1035519" y="644436"/>
                  </a:moveTo>
                  <a:lnTo>
                    <a:pt x="1016190" y="654164"/>
                  </a:lnTo>
                  <a:lnTo>
                    <a:pt x="1029867" y="654164"/>
                  </a:lnTo>
                  <a:lnTo>
                    <a:pt x="1035519" y="644436"/>
                  </a:lnTo>
                  <a:close/>
                </a:path>
                <a:path w="3517900" h="725804">
                  <a:moveTo>
                    <a:pt x="1057122" y="645553"/>
                  </a:moveTo>
                  <a:lnTo>
                    <a:pt x="1041666" y="663067"/>
                  </a:lnTo>
                  <a:lnTo>
                    <a:pt x="1046073" y="694156"/>
                  </a:lnTo>
                  <a:lnTo>
                    <a:pt x="1067917" y="703656"/>
                  </a:lnTo>
                  <a:lnTo>
                    <a:pt x="1072108" y="703656"/>
                  </a:lnTo>
                  <a:lnTo>
                    <a:pt x="1088334" y="690905"/>
                  </a:lnTo>
                  <a:lnTo>
                    <a:pt x="1057008" y="690905"/>
                  </a:lnTo>
                  <a:lnTo>
                    <a:pt x="1053966" y="677138"/>
                  </a:lnTo>
                  <a:lnTo>
                    <a:pt x="1046886" y="677138"/>
                  </a:lnTo>
                  <a:lnTo>
                    <a:pt x="1046886" y="668756"/>
                  </a:lnTo>
                  <a:lnTo>
                    <a:pt x="1052113" y="668756"/>
                  </a:lnTo>
                  <a:lnTo>
                    <a:pt x="1051712" y="666940"/>
                  </a:lnTo>
                  <a:lnTo>
                    <a:pt x="1070089" y="653529"/>
                  </a:lnTo>
                  <a:lnTo>
                    <a:pt x="1087233" y="653529"/>
                  </a:lnTo>
                  <a:lnTo>
                    <a:pt x="1087170" y="653249"/>
                  </a:lnTo>
                  <a:lnTo>
                    <a:pt x="1057122" y="645553"/>
                  </a:lnTo>
                  <a:close/>
                </a:path>
                <a:path w="3517900" h="725804">
                  <a:moveTo>
                    <a:pt x="1081265" y="686231"/>
                  </a:moveTo>
                  <a:lnTo>
                    <a:pt x="1057008" y="690905"/>
                  </a:lnTo>
                  <a:lnTo>
                    <a:pt x="1088334" y="690905"/>
                  </a:lnTo>
                  <a:lnTo>
                    <a:pt x="1091857" y="688136"/>
                  </a:lnTo>
                  <a:lnTo>
                    <a:pt x="1081265" y="686231"/>
                  </a:lnTo>
                  <a:close/>
                </a:path>
                <a:path w="3517900" h="725804">
                  <a:moveTo>
                    <a:pt x="1052113" y="668756"/>
                  </a:moveTo>
                  <a:lnTo>
                    <a:pt x="1046886" y="668756"/>
                  </a:lnTo>
                  <a:lnTo>
                    <a:pt x="1046886" y="677138"/>
                  </a:lnTo>
                  <a:lnTo>
                    <a:pt x="1053966" y="677138"/>
                  </a:lnTo>
                  <a:lnTo>
                    <a:pt x="1052113" y="668756"/>
                  </a:lnTo>
                  <a:close/>
                </a:path>
                <a:path w="3517900" h="725804">
                  <a:moveTo>
                    <a:pt x="1087233" y="653529"/>
                  </a:moveTo>
                  <a:lnTo>
                    <a:pt x="1070089" y="653529"/>
                  </a:lnTo>
                  <a:lnTo>
                    <a:pt x="1081608" y="668756"/>
                  </a:lnTo>
                  <a:lnTo>
                    <a:pt x="1052113" y="668756"/>
                  </a:lnTo>
                  <a:lnTo>
                    <a:pt x="1053966" y="677138"/>
                  </a:lnTo>
                  <a:lnTo>
                    <a:pt x="1092568" y="677138"/>
                  </a:lnTo>
                  <a:lnTo>
                    <a:pt x="1087233" y="653529"/>
                  </a:lnTo>
                  <a:close/>
                </a:path>
                <a:path w="3517900" h="725804">
                  <a:moveTo>
                    <a:pt x="1113243" y="686117"/>
                  </a:moveTo>
                  <a:lnTo>
                    <a:pt x="1102436" y="687755"/>
                  </a:lnTo>
                  <a:lnTo>
                    <a:pt x="1103350" y="692848"/>
                  </a:lnTo>
                  <a:lnTo>
                    <a:pt x="1119225" y="703656"/>
                  </a:lnTo>
                  <a:lnTo>
                    <a:pt x="1144193" y="697763"/>
                  </a:lnTo>
                  <a:lnTo>
                    <a:pt x="1144789" y="694639"/>
                  </a:lnTo>
                  <a:lnTo>
                    <a:pt x="1122222" y="694639"/>
                  </a:lnTo>
                  <a:lnTo>
                    <a:pt x="1113243" y="686117"/>
                  </a:lnTo>
                  <a:close/>
                </a:path>
                <a:path w="3517900" h="725804">
                  <a:moveTo>
                    <a:pt x="1132509" y="644296"/>
                  </a:moveTo>
                  <a:lnTo>
                    <a:pt x="1108849" y="649871"/>
                  </a:lnTo>
                  <a:lnTo>
                    <a:pt x="1105482" y="668235"/>
                  </a:lnTo>
                  <a:lnTo>
                    <a:pt x="1105382" y="668782"/>
                  </a:lnTo>
                  <a:lnTo>
                    <a:pt x="1129550" y="679424"/>
                  </a:lnTo>
                  <a:lnTo>
                    <a:pt x="1137666" y="688936"/>
                  </a:lnTo>
                  <a:lnTo>
                    <a:pt x="1122222" y="694639"/>
                  </a:lnTo>
                  <a:lnTo>
                    <a:pt x="1144789" y="694639"/>
                  </a:lnTo>
                  <a:lnTo>
                    <a:pt x="1147864" y="678522"/>
                  </a:lnTo>
                  <a:lnTo>
                    <a:pt x="1124318" y="668235"/>
                  </a:lnTo>
                  <a:lnTo>
                    <a:pt x="1115301" y="658494"/>
                  </a:lnTo>
                  <a:lnTo>
                    <a:pt x="1147883" y="658494"/>
                  </a:lnTo>
                  <a:lnTo>
                    <a:pt x="1146886" y="654583"/>
                  </a:lnTo>
                  <a:lnTo>
                    <a:pt x="1132509" y="644296"/>
                  </a:lnTo>
                  <a:close/>
                </a:path>
                <a:path w="3517900" h="725804">
                  <a:moveTo>
                    <a:pt x="1147883" y="658494"/>
                  </a:moveTo>
                  <a:lnTo>
                    <a:pt x="1115301" y="658494"/>
                  </a:lnTo>
                  <a:lnTo>
                    <a:pt x="1148029" y="659066"/>
                  </a:lnTo>
                  <a:lnTo>
                    <a:pt x="1147883" y="658494"/>
                  </a:lnTo>
                  <a:close/>
                </a:path>
                <a:path w="3517900" h="725804">
                  <a:moveTo>
                    <a:pt x="1169720" y="686117"/>
                  </a:moveTo>
                  <a:lnTo>
                    <a:pt x="1158913" y="687755"/>
                  </a:lnTo>
                  <a:lnTo>
                    <a:pt x="1159840" y="692848"/>
                  </a:lnTo>
                  <a:lnTo>
                    <a:pt x="1175702" y="703656"/>
                  </a:lnTo>
                  <a:lnTo>
                    <a:pt x="1200670" y="697763"/>
                  </a:lnTo>
                  <a:lnTo>
                    <a:pt x="1201266" y="694639"/>
                  </a:lnTo>
                  <a:lnTo>
                    <a:pt x="1178699" y="694639"/>
                  </a:lnTo>
                  <a:lnTo>
                    <a:pt x="1169720" y="686117"/>
                  </a:lnTo>
                  <a:close/>
                </a:path>
                <a:path w="3517900" h="725804">
                  <a:moveTo>
                    <a:pt x="1188986" y="644296"/>
                  </a:moveTo>
                  <a:lnTo>
                    <a:pt x="1165339" y="649871"/>
                  </a:lnTo>
                  <a:lnTo>
                    <a:pt x="1161972" y="668235"/>
                  </a:lnTo>
                  <a:lnTo>
                    <a:pt x="1161872" y="668782"/>
                  </a:lnTo>
                  <a:lnTo>
                    <a:pt x="1186027" y="679424"/>
                  </a:lnTo>
                  <a:lnTo>
                    <a:pt x="1194155" y="688936"/>
                  </a:lnTo>
                  <a:lnTo>
                    <a:pt x="1178699" y="694639"/>
                  </a:lnTo>
                  <a:lnTo>
                    <a:pt x="1201266" y="694639"/>
                  </a:lnTo>
                  <a:lnTo>
                    <a:pt x="1204341" y="678522"/>
                  </a:lnTo>
                  <a:lnTo>
                    <a:pt x="1180795" y="668235"/>
                  </a:lnTo>
                  <a:lnTo>
                    <a:pt x="1171778" y="658494"/>
                  </a:lnTo>
                  <a:lnTo>
                    <a:pt x="1204371" y="658494"/>
                  </a:lnTo>
                  <a:lnTo>
                    <a:pt x="1203363" y="654583"/>
                  </a:lnTo>
                  <a:lnTo>
                    <a:pt x="1188986" y="644296"/>
                  </a:lnTo>
                  <a:close/>
                </a:path>
                <a:path w="3517900" h="725804">
                  <a:moveTo>
                    <a:pt x="1204371" y="658494"/>
                  </a:moveTo>
                  <a:lnTo>
                    <a:pt x="1171778" y="658494"/>
                  </a:lnTo>
                  <a:lnTo>
                    <a:pt x="1204518" y="659066"/>
                  </a:lnTo>
                  <a:lnTo>
                    <a:pt x="1204371" y="658494"/>
                  </a:lnTo>
                  <a:close/>
                </a:path>
                <a:path w="3517900" h="725804">
                  <a:moveTo>
                    <a:pt x="1293545" y="634072"/>
                  </a:moveTo>
                  <a:lnTo>
                    <a:pt x="1286814" y="640778"/>
                  </a:lnTo>
                  <a:lnTo>
                    <a:pt x="1310195" y="664121"/>
                  </a:lnTo>
                  <a:lnTo>
                    <a:pt x="1251458" y="664121"/>
                  </a:lnTo>
                  <a:lnTo>
                    <a:pt x="1251458" y="673849"/>
                  </a:lnTo>
                  <a:lnTo>
                    <a:pt x="1310195" y="673849"/>
                  </a:lnTo>
                  <a:lnTo>
                    <a:pt x="1286814" y="697230"/>
                  </a:lnTo>
                  <a:lnTo>
                    <a:pt x="1293545" y="703884"/>
                  </a:lnTo>
                  <a:lnTo>
                    <a:pt x="1328445" y="668985"/>
                  </a:lnTo>
                  <a:lnTo>
                    <a:pt x="1293545" y="634072"/>
                  </a:lnTo>
                  <a:close/>
                </a:path>
                <a:path w="3517900" h="725804">
                  <a:moveTo>
                    <a:pt x="1385239" y="625881"/>
                  </a:moveTo>
                  <a:lnTo>
                    <a:pt x="1374203" y="625881"/>
                  </a:lnTo>
                  <a:lnTo>
                    <a:pt x="1374203" y="702500"/>
                  </a:lnTo>
                  <a:lnTo>
                    <a:pt x="1385392" y="702500"/>
                  </a:lnTo>
                  <a:lnTo>
                    <a:pt x="1385392" y="668388"/>
                  </a:lnTo>
                  <a:lnTo>
                    <a:pt x="1388338" y="658431"/>
                  </a:lnTo>
                  <a:lnTo>
                    <a:pt x="1420617" y="658431"/>
                  </a:lnTo>
                  <a:lnTo>
                    <a:pt x="1419529" y="654392"/>
                  </a:lnTo>
                  <a:lnTo>
                    <a:pt x="1385951" y="654392"/>
                  </a:lnTo>
                  <a:lnTo>
                    <a:pt x="1385239" y="625881"/>
                  </a:lnTo>
                  <a:close/>
                </a:path>
                <a:path w="3517900" h="725804">
                  <a:moveTo>
                    <a:pt x="1420617" y="658431"/>
                  </a:moveTo>
                  <a:lnTo>
                    <a:pt x="1388338" y="658431"/>
                  </a:lnTo>
                  <a:lnTo>
                    <a:pt x="1410373" y="659815"/>
                  </a:lnTo>
                  <a:lnTo>
                    <a:pt x="1411465" y="702500"/>
                  </a:lnTo>
                  <a:lnTo>
                    <a:pt x="1422641" y="702500"/>
                  </a:lnTo>
                  <a:lnTo>
                    <a:pt x="1422641" y="665949"/>
                  </a:lnTo>
                  <a:lnTo>
                    <a:pt x="1420617" y="658431"/>
                  </a:lnTo>
                  <a:close/>
                </a:path>
                <a:path w="3517900" h="725804">
                  <a:moveTo>
                    <a:pt x="1398511" y="644296"/>
                  </a:moveTo>
                  <a:lnTo>
                    <a:pt x="1385951" y="654392"/>
                  </a:lnTo>
                  <a:lnTo>
                    <a:pt x="1419529" y="654392"/>
                  </a:lnTo>
                  <a:lnTo>
                    <a:pt x="1418551" y="650760"/>
                  </a:lnTo>
                  <a:lnTo>
                    <a:pt x="1398511" y="644296"/>
                  </a:lnTo>
                  <a:close/>
                </a:path>
                <a:path w="3517900" h="725804">
                  <a:moveTo>
                    <a:pt x="1448765" y="645045"/>
                  </a:moveTo>
                  <a:lnTo>
                    <a:pt x="1437576" y="645045"/>
                  </a:lnTo>
                  <a:lnTo>
                    <a:pt x="1437576" y="702500"/>
                  </a:lnTo>
                  <a:lnTo>
                    <a:pt x="1448765" y="702500"/>
                  </a:lnTo>
                  <a:lnTo>
                    <a:pt x="1448765" y="645045"/>
                  </a:lnTo>
                  <a:close/>
                </a:path>
                <a:path w="3517900" h="725804">
                  <a:moveTo>
                    <a:pt x="1441272" y="622820"/>
                  </a:moveTo>
                  <a:lnTo>
                    <a:pt x="1443228" y="636168"/>
                  </a:lnTo>
                  <a:lnTo>
                    <a:pt x="1445171" y="636168"/>
                  </a:lnTo>
                  <a:lnTo>
                    <a:pt x="1441272" y="622820"/>
                  </a:lnTo>
                  <a:close/>
                </a:path>
                <a:path w="3517900" h="725804">
                  <a:moveTo>
                    <a:pt x="1463471" y="712228"/>
                  </a:moveTo>
                  <a:lnTo>
                    <a:pt x="1487893" y="725246"/>
                  </a:lnTo>
                  <a:lnTo>
                    <a:pt x="1492783" y="725246"/>
                  </a:lnTo>
                  <a:lnTo>
                    <a:pt x="1508787" y="715200"/>
                  </a:lnTo>
                  <a:lnTo>
                    <a:pt x="1495755" y="715200"/>
                  </a:lnTo>
                  <a:lnTo>
                    <a:pt x="1463471" y="712228"/>
                  </a:lnTo>
                  <a:close/>
                </a:path>
                <a:path w="3517900" h="725804">
                  <a:moveTo>
                    <a:pt x="1512908" y="698893"/>
                  </a:moveTo>
                  <a:lnTo>
                    <a:pt x="1496085" y="698893"/>
                  </a:lnTo>
                  <a:lnTo>
                    <a:pt x="1502676" y="707809"/>
                  </a:lnTo>
                  <a:lnTo>
                    <a:pt x="1495755" y="715200"/>
                  </a:lnTo>
                  <a:lnTo>
                    <a:pt x="1508787" y="715200"/>
                  </a:lnTo>
                  <a:lnTo>
                    <a:pt x="1512671" y="712762"/>
                  </a:lnTo>
                  <a:lnTo>
                    <a:pt x="1512756" y="707809"/>
                  </a:lnTo>
                  <a:lnTo>
                    <a:pt x="1512879" y="700582"/>
                  </a:lnTo>
                  <a:lnTo>
                    <a:pt x="1512908" y="698893"/>
                  </a:lnTo>
                  <a:close/>
                </a:path>
                <a:path w="3517900" h="725804">
                  <a:moveTo>
                    <a:pt x="1480781" y="644296"/>
                  </a:moveTo>
                  <a:lnTo>
                    <a:pt x="1466494" y="653465"/>
                  </a:lnTo>
                  <a:lnTo>
                    <a:pt x="1462354" y="684809"/>
                  </a:lnTo>
                  <a:lnTo>
                    <a:pt x="1476692" y="700582"/>
                  </a:lnTo>
                  <a:lnTo>
                    <a:pt x="1496085" y="698893"/>
                  </a:lnTo>
                  <a:lnTo>
                    <a:pt x="1512908" y="698893"/>
                  </a:lnTo>
                  <a:lnTo>
                    <a:pt x="1513019" y="692365"/>
                  </a:lnTo>
                  <a:lnTo>
                    <a:pt x="1487792" y="692365"/>
                  </a:lnTo>
                  <a:lnTo>
                    <a:pt x="1477162" y="688378"/>
                  </a:lnTo>
                  <a:lnTo>
                    <a:pt x="1475435" y="660476"/>
                  </a:lnTo>
                  <a:lnTo>
                    <a:pt x="1493799" y="654634"/>
                  </a:lnTo>
                  <a:lnTo>
                    <a:pt x="1513663" y="654634"/>
                  </a:lnTo>
                  <a:lnTo>
                    <a:pt x="1513668" y="654354"/>
                  </a:lnTo>
                  <a:lnTo>
                    <a:pt x="1502867" y="654354"/>
                  </a:lnTo>
                  <a:lnTo>
                    <a:pt x="1480781" y="644296"/>
                  </a:lnTo>
                  <a:close/>
                </a:path>
                <a:path w="3517900" h="725804">
                  <a:moveTo>
                    <a:pt x="1513663" y="654634"/>
                  </a:moveTo>
                  <a:lnTo>
                    <a:pt x="1493799" y="654634"/>
                  </a:lnTo>
                  <a:lnTo>
                    <a:pt x="1502206" y="680770"/>
                  </a:lnTo>
                  <a:lnTo>
                    <a:pt x="1487792" y="692365"/>
                  </a:lnTo>
                  <a:lnTo>
                    <a:pt x="1513019" y="692365"/>
                  </a:lnTo>
                  <a:lnTo>
                    <a:pt x="1513563" y="660476"/>
                  </a:lnTo>
                  <a:lnTo>
                    <a:pt x="1513663" y="654634"/>
                  </a:lnTo>
                  <a:close/>
                </a:path>
                <a:path w="3517900" h="725804">
                  <a:moveTo>
                    <a:pt x="1513827" y="645045"/>
                  </a:moveTo>
                  <a:lnTo>
                    <a:pt x="1502867" y="645045"/>
                  </a:lnTo>
                  <a:lnTo>
                    <a:pt x="1502867" y="654354"/>
                  </a:lnTo>
                  <a:lnTo>
                    <a:pt x="1513668" y="654354"/>
                  </a:lnTo>
                  <a:lnTo>
                    <a:pt x="1513827" y="645045"/>
                  </a:lnTo>
                  <a:close/>
                </a:path>
                <a:path w="3517900" h="725804">
                  <a:moveTo>
                    <a:pt x="1539862" y="625881"/>
                  </a:moveTo>
                  <a:lnTo>
                    <a:pt x="1528826" y="625881"/>
                  </a:lnTo>
                  <a:lnTo>
                    <a:pt x="1528826" y="702500"/>
                  </a:lnTo>
                  <a:lnTo>
                    <a:pt x="1540014" y="702500"/>
                  </a:lnTo>
                  <a:lnTo>
                    <a:pt x="1540014" y="668388"/>
                  </a:lnTo>
                  <a:lnTo>
                    <a:pt x="1542961" y="658431"/>
                  </a:lnTo>
                  <a:lnTo>
                    <a:pt x="1575239" y="658431"/>
                  </a:lnTo>
                  <a:lnTo>
                    <a:pt x="1574152" y="654392"/>
                  </a:lnTo>
                  <a:lnTo>
                    <a:pt x="1540573" y="654392"/>
                  </a:lnTo>
                  <a:lnTo>
                    <a:pt x="1539862" y="625881"/>
                  </a:lnTo>
                  <a:close/>
                </a:path>
                <a:path w="3517900" h="725804">
                  <a:moveTo>
                    <a:pt x="1575239" y="658431"/>
                  </a:moveTo>
                  <a:lnTo>
                    <a:pt x="1542961" y="658431"/>
                  </a:lnTo>
                  <a:lnTo>
                    <a:pt x="1564995" y="659815"/>
                  </a:lnTo>
                  <a:lnTo>
                    <a:pt x="1566087" y="702500"/>
                  </a:lnTo>
                  <a:lnTo>
                    <a:pt x="1577263" y="702500"/>
                  </a:lnTo>
                  <a:lnTo>
                    <a:pt x="1577263" y="665949"/>
                  </a:lnTo>
                  <a:lnTo>
                    <a:pt x="1575239" y="658431"/>
                  </a:lnTo>
                  <a:close/>
                </a:path>
                <a:path w="3517900" h="725804">
                  <a:moveTo>
                    <a:pt x="1553133" y="644296"/>
                  </a:moveTo>
                  <a:lnTo>
                    <a:pt x="1540573" y="654392"/>
                  </a:lnTo>
                  <a:lnTo>
                    <a:pt x="1574152" y="654392"/>
                  </a:lnTo>
                  <a:lnTo>
                    <a:pt x="1573174" y="650760"/>
                  </a:lnTo>
                  <a:lnTo>
                    <a:pt x="1553133" y="644296"/>
                  </a:lnTo>
                  <a:close/>
                </a:path>
                <a:path w="3517900" h="725804">
                  <a:moveTo>
                    <a:pt x="1606169" y="645553"/>
                  </a:moveTo>
                  <a:lnTo>
                    <a:pt x="1590713" y="663067"/>
                  </a:lnTo>
                  <a:lnTo>
                    <a:pt x="1595132" y="694156"/>
                  </a:lnTo>
                  <a:lnTo>
                    <a:pt x="1616964" y="703656"/>
                  </a:lnTo>
                  <a:lnTo>
                    <a:pt x="1621155" y="703656"/>
                  </a:lnTo>
                  <a:lnTo>
                    <a:pt x="1637380" y="690905"/>
                  </a:lnTo>
                  <a:lnTo>
                    <a:pt x="1606067" y="690905"/>
                  </a:lnTo>
                  <a:lnTo>
                    <a:pt x="1603017" y="677138"/>
                  </a:lnTo>
                  <a:lnTo>
                    <a:pt x="1595932" y="677138"/>
                  </a:lnTo>
                  <a:lnTo>
                    <a:pt x="1595932" y="668756"/>
                  </a:lnTo>
                  <a:lnTo>
                    <a:pt x="1601161" y="668756"/>
                  </a:lnTo>
                  <a:lnTo>
                    <a:pt x="1600758" y="666940"/>
                  </a:lnTo>
                  <a:lnTo>
                    <a:pt x="1619148" y="653529"/>
                  </a:lnTo>
                  <a:lnTo>
                    <a:pt x="1636280" y="653529"/>
                  </a:lnTo>
                  <a:lnTo>
                    <a:pt x="1636217" y="653249"/>
                  </a:lnTo>
                  <a:lnTo>
                    <a:pt x="1606169" y="645553"/>
                  </a:lnTo>
                  <a:close/>
                </a:path>
                <a:path w="3517900" h="725804">
                  <a:moveTo>
                    <a:pt x="1630311" y="686231"/>
                  </a:moveTo>
                  <a:lnTo>
                    <a:pt x="1606067" y="690905"/>
                  </a:lnTo>
                  <a:lnTo>
                    <a:pt x="1637380" y="690905"/>
                  </a:lnTo>
                  <a:lnTo>
                    <a:pt x="1640903" y="688136"/>
                  </a:lnTo>
                  <a:lnTo>
                    <a:pt x="1630311" y="686231"/>
                  </a:lnTo>
                  <a:close/>
                </a:path>
                <a:path w="3517900" h="725804">
                  <a:moveTo>
                    <a:pt x="1601161" y="668756"/>
                  </a:moveTo>
                  <a:lnTo>
                    <a:pt x="1595932" y="668756"/>
                  </a:lnTo>
                  <a:lnTo>
                    <a:pt x="1595932" y="677138"/>
                  </a:lnTo>
                  <a:lnTo>
                    <a:pt x="1603017" y="677138"/>
                  </a:lnTo>
                  <a:lnTo>
                    <a:pt x="1601161" y="668756"/>
                  </a:lnTo>
                  <a:close/>
                </a:path>
                <a:path w="3517900" h="725804">
                  <a:moveTo>
                    <a:pt x="1636280" y="653529"/>
                  </a:moveTo>
                  <a:lnTo>
                    <a:pt x="1619148" y="653529"/>
                  </a:lnTo>
                  <a:lnTo>
                    <a:pt x="1630654" y="668756"/>
                  </a:lnTo>
                  <a:lnTo>
                    <a:pt x="1601161" y="668756"/>
                  </a:lnTo>
                  <a:lnTo>
                    <a:pt x="1603017" y="677138"/>
                  </a:lnTo>
                  <a:lnTo>
                    <a:pt x="1641614" y="677138"/>
                  </a:lnTo>
                  <a:lnTo>
                    <a:pt x="1636280" y="653529"/>
                  </a:lnTo>
                  <a:close/>
                </a:path>
                <a:path w="3517900" h="725804">
                  <a:moveTo>
                    <a:pt x="1664830" y="645045"/>
                  </a:moveTo>
                  <a:lnTo>
                    <a:pt x="1654022" y="645045"/>
                  </a:lnTo>
                  <a:lnTo>
                    <a:pt x="1654022" y="702500"/>
                  </a:lnTo>
                  <a:lnTo>
                    <a:pt x="1665211" y="702500"/>
                  </a:lnTo>
                  <a:lnTo>
                    <a:pt x="1665211" y="667410"/>
                  </a:lnTo>
                  <a:lnTo>
                    <a:pt x="1678940" y="654469"/>
                  </a:lnTo>
                  <a:lnTo>
                    <a:pt x="1679117" y="654164"/>
                  </a:lnTo>
                  <a:lnTo>
                    <a:pt x="1665439" y="654164"/>
                  </a:lnTo>
                  <a:lnTo>
                    <a:pt x="1664830" y="645045"/>
                  </a:lnTo>
                  <a:close/>
                </a:path>
                <a:path w="3517900" h="725804">
                  <a:moveTo>
                    <a:pt x="1684769" y="644436"/>
                  </a:moveTo>
                  <a:lnTo>
                    <a:pt x="1665439" y="654164"/>
                  </a:lnTo>
                  <a:lnTo>
                    <a:pt x="1679117" y="654164"/>
                  </a:lnTo>
                  <a:lnTo>
                    <a:pt x="1684769" y="644436"/>
                  </a:lnTo>
                  <a:close/>
                </a:path>
                <a:path w="3517900" h="725804">
                  <a:moveTo>
                    <a:pt x="1735175" y="645464"/>
                  </a:moveTo>
                  <a:lnTo>
                    <a:pt x="1720862" y="662355"/>
                  </a:lnTo>
                  <a:lnTo>
                    <a:pt x="1724940" y="694080"/>
                  </a:lnTo>
                  <a:lnTo>
                    <a:pt x="1724964" y="694270"/>
                  </a:lnTo>
                  <a:lnTo>
                    <a:pt x="1743849" y="703618"/>
                  </a:lnTo>
                  <a:lnTo>
                    <a:pt x="1761388" y="702500"/>
                  </a:lnTo>
                  <a:lnTo>
                    <a:pt x="1772310" y="702500"/>
                  </a:lnTo>
                  <a:lnTo>
                    <a:pt x="1772310" y="694080"/>
                  </a:lnTo>
                  <a:lnTo>
                    <a:pt x="1746313" y="694080"/>
                  </a:lnTo>
                  <a:lnTo>
                    <a:pt x="1735683" y="689635"/>
                  </a:lnTo>
                  <a:lnTo>
                    <a:pt x="1734064" y="662355"/>
                  </a:lnTo>
                  <a:lnTo>
                    <a:pt x="1733956" y="660539"/>
                  </a:lnTo>
                  <a:lnTo>
                    <a:pt x="1752320" y="654634"/>
                  </a:lnTo>
                  <a:lnTo>
                    <a:pt x="1772310" y="654634"/>
                  </a:lnTo>
                  <a:lnTo>
                    <a:pt x="1772310" y="654354"/>
                  </a:lnTo>
                  <a:lnTo>
                    <a:pt x="1761134" y="654354"/>
                  </a:lnTo>
                  <a:lnTo>
                    <a:pt x="1735175" y="645464"/>
                  </a:lnTo>
                  <a:close/>
                </a:path>
                <a:path w="3517900" h="725804">
                  <a:moveTo>
                    <a:pt x="1772310" y="654634"/>
                  </a:moveTo>
                  <a:lnTo>
                    <a:pt x="1752320" y="654634"/>
                  </a:lnTo>
                  <a:lnTo>
                    <a:pt x="1760728" y="681355"/>
                  </a:lnTo>
                  <a:lnTo>
                    <a:pt x="1746313" y="694080"/>
                  </a:lnTo>
                  <a:lnTo>
                    <a:pt x="1772310" y="694080"/>
                  </a:lnTo>
                  <a:lnTo>
                    <a:pt x="1772310" y="654634"/>
                  </a:lnTo>
                  <a:close/>
                </a:path>
                <a:path w="3517900" h="725804">
                  <a:moveTo>
                    <a:pt x="1772310" y="625881"/>
                  </a:moveTo>
                  <a:lnTo>
                    <a:pt x="1761134" y="625881"/>
                  </a:lnTo>
                  <a:lnTo>
                    <a:pt x="1761134" y="654354"/>
                  </a:lnTo>
                  <a:lnTo>
                    <a:pt x="1772310" y="654354"/>
                  </a:lnTo>
                  <a:lnTo>
                    <a:pt x="1772310" y="625881"/>
                  </a:lnTo>
                  <a:close/>
                </a:path>
                <a:path w="3517900" h="725804">
                  <a:moveTo>
                    <a:pt x="1802257" y="645553"/>
                  </a:moveTo>
                  <a:lnTo>
                    <a:pt x="1786788" y="663067"/>
                  </a:lnTo>
                  <a:lnTo>
                    <a:pt x="1791208" y="694156"/>
                  </a:lnTo>
                  <a:lnTo>
                    <a:pt x="1813039" y="703656"/>
                  </a:lnTo>
                  <a:lnTo>
                    <a:pt x="1817230" y="703656"/>
                  </a:lnTo>
                  <a:lnTo>
                    <a:pt x="1833466" y="690905"/>
                  </a:lnTo>
                  <a:lnTo>
                    <a:pt x="1802142" y="690905"/>
                  </a:lnTo>
                  <a:lnTo>
                    <a:pt x="1799100" y="677138"/>
                  </a:lnTo>
                  <a:lnTo>
                    <a:pt x="1792020" y="677138"/>
                  </a:lnTo>
                  <a:lnTo>
                    <a:pt x="1792020" y="668756"/>
                  </a:lnTo>
                  <a:lnTo>
                    <a:pt x="1797248" y="668756"/>
                  </a:lnTo>
                  <a:lnTo>
                    <a:pt x="1796846" y="666940"/>
                  </a:lnTo>
                  <a:lnTo>
                    <a:pt x="1815223" y="653529"/>
                  </a:lnTo>
                  <a:lnTo>
                    <a:pt x="1832355" y="653529"/>
                  </a:lnTo>
                  <a:lnTo>
                    <a:pt x="1832292" y="653249"/>
                  </a:lnTo>
                  <a:lnTo>
                    <a:pt x="1802257" y="645553"/>
                  </a:lnTo>
                  <a:close/>
                </a:path>
                <a:path w="3517900" h="725804">
                  <a:moveTo>
                    <a:pt x="1826399" y="686231"/>
                  </a:moveTo>
                  <a:lnTo>
                    <a:pt x="1802142" y="690905"/>
                  </a:lnTo>
                  <a:lnTo>
                    <a:pt x="1833466" y="690905"/>
                  </a:lnTo>
                  <a:lnTo>
                    <a:pt x="1836991" y="688136"/>
                  </a:lnTo>
                  <a:lnTo>
                    <a:pt x="1826399" y="686231"/>
                  </a:lnTo>
                  <a:close/>
                </a:path>
                <a:path w="3517900" h="725804">
                  <a:moveTo>
                    <a:pt x="1797248" y="668756"/>
                  </a:moveTo>
                  <a:lnTo>
                    <a:pt x="1792020" y="668756"/>
                  </a:lnTo>
                  <a:lnTo>
                    <a:pt x="1792020" y="677138"/>
                  </a:lnTo>
                  <a:lnTo>
                    <a:pt x="1799100" y="677138"/>
                  </a:lnTo>
                  <a:lnTo>
                    <a:pt x="1797248" y="668756"/>
                  </a:lnTo>
                  <a:close/>
                </a:path>
                <a:path w="3517900" h="725804">
                  <a:moveTo>
                    <a:pt x="1832355" y="653529"/>
                  </a:moveTo>
                  <a:lnTo>
                    <a:pt x="1815223" y="653529"/>
                  </a:lnTo>
                  <a:lnTo>
                    <a:pt x="1826729" y="668756"/>
                  </a:lnTo>
                  <a:lnTo>
                    <a:pt x="1797248" y="668756"/>
                  </a:lnTo>
                  <a:lnTo>
                    <a:pt x="1799100" y="677138"/>
                  </a:lnTo>
                  <a:lnTo>
                    <a:pt x="1837690" y="677138"/>
                  </a:lnTo>
                  <a:lnTo>
                    <a:pt x="1832355" y="653529"/>
                  </a:lnTo>
                  <a:close/>
                </a:path>
                <a:path w="3517900" h="725804">
                  <a:moveTo>
                    <a:pt x="1861286" y="625881"/>
                  </a:moveTo>
                  <a:lnTo>
                    <a:pt x="1850110" y="625881"/>
                  </a:lnTo>
                  <a:lnTo>
                    <a:pt x="1850110" y="702500"/>
                  </a:lnTo>
                  <a:lnTo>
                    <a:pt x="1861286" y="702500"/>
                  </a:lnTo>
                  <a:lnTo>
                    <a:pt x="1861286" y="625881"/>
                  </a:lnTo>
                  <a:close/>
                </a:path>
                <a:path w="3517900" h="725804">
                  <a:moveTo>
                    <a:pt x="1887524" y="645045"/>
                  </a:moveTo>
                  <a:lnTo>
                    <a:pt x="1876336" y="645045"/>
                  </a:lnTo>
                  <a:lnTo>
                    <a:pt x="1876336" y="702500"/>
                  </a:lnTo>
                  <a:lnTo>
                    <a:pt x="1887524" y="702500"/>
                  </a:lnTo>
                  <a:lnTo>
                    <a:pt x="1887524" y="645045"/>
                  </a:lnTo>
                  <a:close/>
                </a:path>
                <a:path w="3517900" h="725804">
                  <a:moveTo>
                    <a:pt x="1880044" y="622820"/>
                  </a:moveTo>
                  <a:lnTo>
                    <a:pt x="1881987" y="636168"/>
                  </a:lnTo>
                  <a:lnTo>
                    <a:pt x="1883930" y="636168"/>
                  </a:lnTo>
                  <a:lnTo>
                    <a:pt x="1880044" y="622820"/>
                  </a:lnTo>
                  <a:close/>
                </a:path>
                <a:path w="3517900" h="725804">
                  <a:moveTo>
                    <a:pt x="1910054" y="645045"/>
                  </a:moveTo>
                  <a:lnTo>
                    <a:pt x="1898053" y="645045"/>
                  </a:lnTo>
                  <a:lnTo>
                    <a:pt x="1918919" y="702500"/>
                  </a:lnTo>
                  <a:lnTo>
                    <a:pt x="1930895" y="702500"/>
                  </a:lnTo>
                  <a:lnTo>
                    <a:pt x="1935697" y="689254"/>
                  </a:lnTo>
                  <a:lnTo>
                    <a:pt x="1925205" y="689254"/>
                  </a:lnTo>
                  <a:lnTo>
                    <a:pt x="1910054" y="645045"/>
                  </a:lnTo>
                  <a:close/>
                </a:path>
                <a:path w="3517900" h="725804">
                  <a:moveTo>
                    <a:pt x="1951723" y="645045"/>
                  </a:moveTo>
                  <a:lnTo>
                    <a:pt x="1939721" y="645045"/>
                  </a:lnTo>
                  <a:lnTo>
                    <a:pt x="1925205" y="689254"/>
                  </a:lnTo>
                  <a:lnTo>
                    <a:pt x="1935697" y="689254"/>
                  </a:lnTo>
                  <a:lnTo>
                    <a:pt x="1951723" y="645045"/>
                  </a:lnTo>
                  <a:close/>
                </a:path>
                <a:path w="3517900" h="725804">
                  <a:moveTo>
                    <a:pt x="1974265" y="645553"/>
                  </a:moveTo>
                  <a:lnTo>
                    <a:pt x="1958797" y="663067"/>
                  </a:lnTo>
                  <a:lnTo>
                    <a:pt x="1963216" y="694156"/>
                  </a:lnTo>
                  <a:lnTo>
                    <a:pt x="1985048" y="703656"/>
                  </a:lnTo>
                  <a:lnTo>
                    <a:pt x="1989239" y="703656"/>
                  </a:lnTo>
                  <a:lnTo>
                    <a:pt x="2005464" y="690905"/>
                  </a:lnTo>
                  <a:lnTo>
                    <a:pt x="1974151" y="690905"/>
                  </a:lnTo>
                  <a:lnTo>
                    <a:pt x="1971109" y="677138"/>
                  </a:lnTo>
                  <a:lnTo>
                    <a:pt x="1964029" y="677138"/>
                  </a:lnTo>
                  <a:lnTo>
                    <a:pt x="1964029" y="668756"/>
                  </a:lnTo>
                  <a:lnTo>
                    <a:pt x="1969256" y="668756"/>
                  </a:lnTo>
                  <a:lnTo>
                    <a:pt x="1968855" y="666940"/>
                  </a:lnTo>
                  <a:lnTo>
                    <a:pt x="1987232" y="653529"/>
                  </a:lnTo>
                  <a:lnTo>
                    <a:pt x="2004364" y="653529"/>
                  </a:lnTo>
                  <a:lnTo>
                    <a:pt x="2004301" y="653249"/>
                  </a:lnTo>
                  <a:lnTo>
                    <a:pt x="1974265" y="645553"/>
                  </a:lnTo>
                  <a:close/>
                </a:path>
                <a:path w="3517900" h="725804">
                  <a:moveTo>
                    <a:pt x="1998408" y="686231"/>
                  </a:moveTo>
                  <a:lnTo>
                    <a:pt x="1974151" y="690905"/>
                  </a:lnTo>
                  <a:lnTo>
                    <a:pt x="2005464" y="690905"/>
                  </a:lnTo>
                  <a:lnTo>
                    <a:pt x="2008987" y="688136"/>
                  </a:lnTo>
                  <a:lnTo>
                    <a:pt x="1998408" y="686231"/>
                  </a:lnTo>
                  <a:close/>
                </a:path>
                <a:path w="3517900" h="725804">
                  <a:moveTo>
                    <a:pt x="1969256" y="668756"/>
                  </a:moveTo>
                  <a:lnTo>
                    <a:pt x="1964029" y="668756"/>
                  </a:lnTo>
                  <a:lnTo>
                    <a:pt x="1964029" y="677138"/>
                  </a:lnTo>
                  <a:lnTo>
                    <a:pt x="1971109" y="677138"/>
                  </a:lnTo>
                  <a:lnTo>
                    <a:pt x="1969256" y="668756"/>
                  </a:lnTo>
                  <a:close/>
                </a:path>
                <a:path w="3517900" h="725804">
                  <a:moveTo>
                    <a:pt x="2004364" y="653529"/>
                  </a:moveTo>
                  <a:lnTo>
                    <a:pt x="1987232" y="653529"/>
                  </a:lnTo>
                  <a:lnTo>
                    <a:pt x="1998738" y="668756"/>
                  </a:lnTo>
                  <a:lnTo>
                    <a:pt x="1969256" y="668756"/>
                  </a:lnTo>
                  <a:lnTo>
                    <a:pt x="1971109" y="677138"/>
                  </a:lnTo>
                  <a:lnTo>
                    <a:pt x="2009698" y="677138"/>
                  </a:lnTo>
                  <a:lnTo>
                    <a:pt x="2004364" y="653529"/>
                  </a:lnTo>
                  <a:close/>
                </a:path>
                <a:path w="3517900" h="725804">
                  <a:moveTo>
                    <a:pt x="2032927" y="645045"/>
                  </a:moveTo>
                  <a:lnTo>
                    <a:pt x="2022119" y="645045"/>
                  </a:lnTo>
                  <a:lnTo>
                    <a:pt x="2022119" y="702500"/>
                  </a:lnTo>
                  <a:lnTo>
                    <a:pt x="2033295" y="702500"/>
                  </a:lnTo>
                  <a:lnTo>
                    <a:pt x="2033295" y="667410"/>
                  </a:lnTo>
                  <a:lnTo>
                    <a:pt x="2047024" y="654469"/>
                  </a:lnTo>
                  <a:lnTo>
                    <a:pt x="2047201" y="654164"/>
                  </a:lnTo>
                  <a:lnTo>
                    <a:pt x="2033524" y="654164"/>
                  </a:lnTo>
                  <a:lnTo>
                    <a:pt x="2032927" y="645045"/>
                  </a:lnTo>
                  <a:close/>
                </a:path>
                <a:path w="3517900" h="725804">
                  <a:moveTo>
                    <a:pt x="2052866" y="644436"/>
                  </a:moveTo>
                  <a:lnTo>
                    <a:pt x="2033524" y="654164"/>
                  </a:lnTo>
                  <a:lnTo>
                    <a:pt x="2047201" y="654164"/>
                  </a:lnTo>
                  <a:lnTo>
                    <a:pt x="2052866" y="644436"/>
                  </a:lnTo>
                  <a:close/>
                </a:path>
                <a:path w="3517900" h="725804">
                  <a:moveTo>
                    <a:pt x="2071738" y="645045"/>
                  </a:moveTo>
                  <a:lnTo>
                    <a:pt x="2059762" y="645045"/>
                  </a:lnTo>
                  <a:lnTo>
                    <a:pt x="2080793" y="703249"/>
                  </a:lnTo>
                  <a:lnTo>
                    <a:pt x="2079409" y="707059"/>
                  </a:lnTo>
                  <a:lnTo>
                    <a:pt x="2066429" y="713651"/>
                  </a:lnTo>
                  <a:lnTo>
                    <a:pt x="2063737" y="722807"/>
                  </a:lnTo>
                  <a:lnTo>
                    <a:pt x="2071370" y="724052"/>
                  </a:lnTo>
                  <a:lnTo>
                    <a:pt x="2077173" y="723519"/>
                  </a:lnTo>
                  <a:lnTo>
                    <a:pt x="2092835" y="689635"/>
                  </a:lnTo>
                  <a:lnTo>
                    <a:pt x="2086889" y="689635"/>
                  </a:lnTo>
                  <a:lnTo>
                    <a:pt x="2071738" y="645045"/>
                  </a:lnTo>
                  <a:close/>
                </a:path>
                <a:path w="3517900" h="725804">
                  <a:moveTo>
                    <a:pt x="2113445" y="645045"/>
                  </a:moveTo>
                  <a:lnTo>
                    <a:pt x="2101443" y="645045"/>
                  </a:lnTo>
                  <a:lnTo>
                    <a:pt x="2086889" y="689635"/>
                  </a:lnTo>
                  <a:lnTo>
                    <a:pt x="2092835" y="689635"/>
                  </a:lnTo>
                  <a:lnTo>
                    <a:pt x="2113445" y="645045"/>
                  </a:lnTo>
                  <a:close/>
                </a:path>
                <a:path w="3517900" h="725804">
                  <a:moveTo>
                    <a:pt x="2170518" y="644296"/>
                  </a:moveTo>
                  <a:lnTo>
                    <a:pt x="2154745" y="654088"/>
                  </a:lnTo>
                  <a:lnTo>
                    <a:pt x="2149259" y="679792"/>
                  </a:lnTo>
                  <a:lnTo>
                    <a:pt x="2157691" y="697344"/>
                  </a:lnTo>
                  <a:lnTo>
                    <a:pt x="2176043" y="703656"/>
                  </a:lnTo>
                  <a:lnTo>
                    <a:pt x="2184539" y="702830"/>
                  </a:lnTo>
                  <a:lnTo>
                    <a:pt x="2194998" y="690016"/>
                  </a:lnTo>
                  <a:lnTo>
                    <a:pt x="2165527" y="690016"/>
                  </a:lnTo>
                  <a:lnTo>
                    <a:pt x="2163800" y="660133"/>
                  </a:lnTo>
                  <a:lnTo>
                    <a:pt x="2179688" y="653719"/>
                  </a:lnTo>
                  <a:lnTo>
                    <a:pt x="2195198" y="653719"/>
                  </a:lnTo>
                  <a:lnTo>
                    <a:pt x="2193772" y="650557"/>
                  </a:lnTo>
                  <a:lnTo>
                    <a:pt x="2170518" y="644296"/>
                  </a:lnTo>
                  <a:close/>
                </a:path>
                <a:path w="3517900" h="725804">
                  <a:moveTo>
                    <a:pt x="2199652" y="684314"/>
                  </a:moveTo>
                  <a:lnTo>
                    <a:pt x="2165527" y="690016"/>
                  </a:lnTo>
                  <a:lnTo>
                    <a:pt x="2194998" y="690016"/>
                  </a:lnTo>
                  <a:lnTo>
                    <a:pt x="2199652" y="684314"/>
                  </a:lnTo>
                  <a:close/>
                </a:path>
                <a:path w="3517900" h="725804">
                  <a:moveTo>
                    <a:pt x="2195198" y="653719"/>
                  </a:moveTo>
                  <a:lnTo>
                    <a:pt x="2179688" y="653719"/>
                  </a:lnTo>
                  <a:lnTo>
                    <a:pt x="2188768" y="663600"/>
                  </a:lnTo>
                  <a:lnTo>
                    <a:pt x="2199652" y="663600"/>
                  </a:lnTo>
                  <a:lnTo>
                    <a:pt x="2195198" y="653719"/>
                  </a:lnTo>
                  <a:close/>
                </a:path>
                <a:path w="3517900" h="725804">
                  <a:moveTo>
                    <a:pt x="2225586" y="645553"/>
                  </a:moveTo>
                  <a:lnTo>
                    <a:pt x="2210130" y="663067"/>
                  </a:lnTo>
                  <a:lnTo>
                    <a:pt x="2214537" y="694156"/>
                  </a:lnTo>
                  <a:lnTo>
                    <a:pt x="2236381" y="703656"/>
                  </a:lnTo>
                  <a:lnTo>
                    <a:pt x="2240572" y="703656"/>
                  </a:lnTo>
                  <a:lnTo>
                    <a:pt x="2256797" y="690905"/>
                  </a:lnTo>
                  <a:lnTo>
                    <a:pt x="2225484" y="690905"/>
                  </a:lnTo>
                  <a:lnTo>
                    <a:pt x="2222434" y="677138"/>
                  </a:lnTo>
                  <a:lnTo>
                    <a:pt x="2215349" y="677138"/>
                  </a:lnTo>
                  <a:lnTo>
                    <a:pt x="2215349" y="668756"/>
                  </a:lnTo>
                  <a:lnTo>
                    <a:pt x="2220578" y="668756"/>
                  </a:lnTo>
                  <a:lnTo>
                    <a:pt x="2220175" y="666940"/>
                  </a:lnTo>
                  <a:lnTo>
                    <a:pt x="2238565" y="653529"/>
                  </a:lnTo>
                  <a:lnTo>
                    <a:pt x="2255697" y="653529"/>
                  </a:lnTo>
                  <a:lnTo>
                    <a:pt x="2255634" y="653249"/>
                  </a:lnTo>
                  <a:lnTo>
                    <a:pt x="2225586" y="645553"/>
                  </a:lnTo>
                  <a:close/>
                </a:path>
                <a:path w="3517900" h="725804">
                  <a:moveTo>
                    <a:pt x="2249728" y="686231"/>
                  </a:moveTo>
                  <a:lnTo>
                    <a:pt x="2225484" y="690905"/>
                  </a:lnTo>
                  <a:lnTo>
                    <a:pt x="2256797" y="690905"/>
                  </a:lnTo>
                  <a:lnTo>
                    <a:pt x="2260320" y="688136"/>
                  </a:lnTo>
                  <a:lnTo>
                    <a:pt x="2249728" y="686231"/>
                  </a:lnTo>
                  <a:close/>
                </a:path>
                <a:path w="3517900" h="725804">
                  <a:moveTo>
                    <a:pt x="2220578" y="668756"/>
                  </a:moveTo>
                  <a:lnTo>
                    <a:pt x="2215349" y="668756"/>
                  </a:lnTo>
                  <a:lnTo>
                    <a:pt x="2215349" y="677138"/>
                  </a:lnTo>
                  <a:lnTo>
                    <a:pt x="2222434" y="677138"/>
                  </a:lnTo>
                  <a:lnTo>
                    <a:pt x="2220578" y="668756"/>
                  </a:lnTo>
                  <a:close/>
                </a:path>
                <a:path w="3517900" h="725804">
                  <a:moveTo>
                    <a:pt x="2255697" y="653529"/>
                  </a:moveTo>
                  <a:lnTo>
                    <a:pt x="2238565" y="653529"/>
                  </a:lnTo>
                  <a:lnTo>
                    <a:pt x="2250071" y="668756"/>
                  </a:lnTo>
                  <a:lnTo>
                    <a:pt x="2220578" y="668756"/>
                  </a:lnTo>
                  <a:lnTo>
                    <a:pt x="2222434" y="677138"/>
                  </a:lnTo>
                  <a:lnTo>
                    <a:pt x="2261031" y="677138"/>
                  </a:lnTo>
                  <a:lnTo>
                    <a:pt x="2255697" y="653529"/>
                  </a:lnTo>
                  <a:close/>
                </a:path>
                <a:path w="3517900" h="725804">
                  <a:moveTo>
                    <a:pt x="2284247" y="645045"/>
                  </a:moveTo>
                  <a:lnTo>
                    <a:pt x="2273439" y="645045"/>
                  </a:lnTo>
                  <a:lnTo>
                    <a:pt x="2273439" y="702500"/>
                  </a:lnTo>
                  <a:lnTo>
                    <a:pt x="2284628" y="702500"/>
                  </a:lnTo>
                  <a:lnTo>
                    <a:pt x="2284628" y="667410"/>
                  </a:lnTo>
                  <a:lnTo>
                    <a:pt x="2298357" y="654469"/>
                  </a:lnTo>
                  <a:lnTo>
                    <a:pt x="2298534" y="654164"/>
                  </a:lnTo>
                  <a:lnTo>
                    <a:pt x="2284857" y="654164"/>
                  </a:lnTo>
                  <a:lnTo>
                    <a:pt x="2284247" y="645045"/>
                  </a:lnTo>
                  <a:close/>
                </a:path>
                <a:path w="3517900" h="725804">
                  <a:moveTo>
                    <a:pt x="2304186" y="644436"/>
                  </a:moveTo>
                  <a:lnTo>
                    <a:pt x="2284857" y="654164"/>
                  </a:lnTo>
                  <a:lnTo>
                    <a:pt x="2298534" y="654164"/>
                  </a:lnTo>
                  <a:lnTo>
                    <a:pt x="2304186" y="644436"/>
                  </a:lnTo>
                  <a:close/>
                </a:path>
                <a:path w="3517900" h="725804">
                  <a:moveTo>
                    <a:pt x="2332304" y="631278"/>
                  </a:moveTo>
                  <a:lnTo>
                    <a:pt x="2321115" y="631278"/>
                  </a:lnTo>
                  <a:lnTo>
                    <a:pt x="2321115" y="691413"/>
                  </a:lnTo>
                  <a:lnTo>
                    <a:pt x="2337879" y="703249"/>
                  </a:lnTo>
                  <a:lnTo>
                    <a:pt x="2332304" y="631278"/>
                  </a:lnTo>
                  <a:close/>
                </a:path>
                <a:path w="3517900" h="725804">
                  <a:moveTo>
                    <a:pt x="2321115" y="645045"/>
                  </a:moveTo>
                  <a:lnTo>
                    <a:pt x="2312708" y="645045"/>
                  </a:lnTo>
                  <a:lnTo>
                    <a:pt x="2312708" y="654011"/>
                  </a:lnTo>
                  <a:lnTo>
                    <a:pt x="2321115" y="654011"/>
                  </a:lnTo>
                  <a:lnTo>
                    <a:pt x="2321115" y="645045"/>
                  </a:lnTo>
                  <a:close/>
                </a:path>
                <a:path w="3517900" h="725804">
                  <a:moveTo>
                    <a:pt x="2344089" y="645045"/>
                  </a:moveTo>
                  <a:lnTo>
                    <a:pt x="2333370" y="645045"/>
                  </a:lnTo>
                  <a:lnTo>
                    <a:pt x="2334065" y="654011"/>
                  </a:lnTo>
                  <a:lnTo>
                    <a:pt x="2344089" y="654011"/>
                  </a:lnTo>
                  <a:lnTo>
                    <a:pt x="2344089" y="645045"/>
                  </a:lnTo>
                  <a:close/>
                </a:path>
                <a:path w="3517900" h="725804">
                  <a:moveTo>
                    <a:pt x="2396514" y="653338"/>
                  </a:moveTo>
                  <a:lnTo>
                    <a:pt x="2383015" y="653338"/>
                  </a:lnTo>
                  <a:lnTo>
                    <a:pt x="2390317" y="663625"/>
                  </a:lnTo>
                  <a:lnTo>
                    <a:pt x="2365171" y="671144"/>
                  </a:lnTo>
                  <a:lnTo>
                    <a:pt x="2354618" y="693216"/>
                  </a:lnTo>
                  <a:lnTo>
                    <a:pt x="2373185" y="703770"/>
                  </a:lnTo>
                  <a:lnTo>
                    <a:pt x="2390622" y="702500"/>
                  </a:lnTo>
                  <a:lnTo>
                    <a:pt x="2401544" y="702500"/>
                  </a:lnTo>
                  <a:lnTo>
                    <a:pt x="2401544" y="694791"/>
                  </a:lnTo>
                  <a:lnTo>
                    <a:pt x="2372448" y="694791"/>
                  </a:lnTo>
                  <a:lnTo>
                    <a:pt x="2364727" y="684415"/>
                  </a:lnTo>
                  <a:lnTo>
                    <a:pt x="2390355" y="681774"/>
                  </a:lnTo>
                  <a:lnTo>
                    <a:pt x="2401544" y="681774"/>
                  </a:lnTo>
                  <a:lnTo>
                    <a:pt x="2401544" y="660158"/>
                  </a:lnTo>
                  <a:lnTo>
                    <a:pt x="2396514" y="653338"/>
                  </a:lnTo>
                  <a:close/>
                </a:path>
                <a:path w="3517900" h="725804">
                  <a:moveTo>
                    <a:pt x="2401544" y="681774"/>
                  </a:moveTo>
                  <a:lnTo>
                    <a:pt x="2390355" y="681774"/>
                  </a:lnTo>
                  <a:lnTo>
                    <a:pt x="2375611" y="694791"/>
                  </a:lnTo>
                  <a:lnTo>
                    <a:pt x="2401544" y="694791"/>
                  </a:lnTo>
                  <a:lnTo>
                    <a:pt x="2401544" y="681774"/>
                  </a:lnTo>
                  <a:close/>
                </a:path>
                <a:path w="3517900" h="725804">
                  <a:moveTo>
                    <a:pt x="2391549" y="646607"/>
                  </a:moveTo>
                  <a:lnTo>
                    <a:pt x="2355532" y="658952"/>
                  </a:lnTo>
                  <a:lnTo>
                    <a:pt x="2366035" y="661352"/>
                  </a:lnTo>
                  <a:lnTo>
                    <a:pt x="2383015" y="653338"/>
                  </a:lnTo>
                  <a:lnTo>
                    <a:pt x="2396514" y="653338"/>
                  </a:lnTo>
                  <a:lnTo>
                    <a:pt x="2391549" y="646607"/>
                  </a:lnTo>
                  <a:close/>
                </a:path>
                <a:path w="3517900" h="725804">
                  <a:moveTo>
                    <a:pt x="2427617" y="645045"/>
                  </a:moveTo>
                  <a:lnTo>
                    <a:pt x="2416441" y="645045"/>
                  </a:lnTo>
                  <a:lnTo>
                    <a:pt x="2416441" y="702500"/>
                  </a:lnTo>
                  <a:lnTo>
                    <a:pt x="2427617" y="702500"/>
                  </a:lnTo>
                  <a:lnTo>
                    <a:pt x="2427617" y="645045"/>
                  </a:lnTo>
                  <a:close/>
                </a:path>
                <a:path w="3517900" h="725804">
                  <a:moveTo>
                    <a:pt x="2420137" y="622820"/>
                  </a:moveTo>
                  <a:lnTo>
                    <a:pt x="2422093" y="636168"/>
                  </a:lnTo>
                  <a:lnTo>
                    <a:pt x="2424036" y="636168"/>
                  </a:lnTo>
                  <a:lnTo>
                    <a:pt x="2420137" y="622820"/>
                  </a:lnTo>
                  <a:close/>
                </a:path>
                <a:path w="3517900" h="725804">
                  <a:moveTo>
                    <a:pt x="2453411" y="645045"/>
                  </a:moveTo>
                  <a:lnTo>
                    <a:pt x="2442667" y="645045"/>
                  </a:lnTo>
                  <a:lnTo>
                    <a:pt x="2442667" y="702500"/>
                  </a:lnTo>
                  <a:lnTo>
                    <a:pt x="2453855" y="702500"/>
                  </a:lnTo>
                  <a:lnTo>
                    <a:pt x="2453855" y="668388"/>
                  </a:lnTo>
                  <a:lnTo>
                    <a:pt x="2456751" y="658431"/>
                  </a:lnTo>
                  <a:lnTo>
                    <a:pt x="2488624" y="658431"/>
                  </a:lnTo>
                  <a:lnTo>
                    <a:pt x="2487544" y="654392"/>
                  </a:lnTo>
                  <a:lnTo>
                    <a:pt x="2454122" y="654392"/>
                  </a:lnTo>
                  <a:lnTo>
                    <a:pt x="2453411" y="645045"/>
                  </a:lnTo>
                  <a:close/>
                </a:path>
                <a:path w="3517900" h="725804">
                  <a:moveTo>
                    <a:pt x="2488624" y="658431"/>
                  </a:moveTo>
                  <a:lnTo>
                    <a:pt x="2456751" y="658431"/>
                  </a:lnTo>
                  <a:lnTo>
                    <a:pt x="2478354" y="659879"/>
                  </a:lnTo>
                  <a:lnTo>
                    <a:pt x="2479446" y="702500"/>
                  </a:lnTo>
                  <a:lnTo>
                    <a:pt x="2490635" y="702500"/>
                  </a:lnTo>
                  <a:lnTo>
                    <a:pt x="2490635" y="665949"/>
                  </a:lnTo>
                  <a:lnTo>
                    <a:pt x="2488624" y="658431"/>
                  </a:lnTo>
                  <a:close/>
                </a:path>
                <a:path w="3517900" h="725804">
                  <a:moveTo>
                    <a:pt x="2466746" y="644296"/>
                  </a:moveTo>
                  <a:lnTo>
                    <a:pt x="2454122" y="654392"/>
                  </a:lnTo>
                  <a:lnTo>
                    <a:pt x="2487544" y="654392"/>
                  </a:lnTo>
                  <a:lnTo>
                    <a:pt x="2486583" y="650798"/>
                  </a:lnTo>
                  <a:lnTo>
                    <a:pt x="2466746" y="644296"/>
                  </a:lnTo>
                  <a:close/>
                </a:path>
                <a:path w="3517900" h="725804">
                  <a:moveTo>
                    <a:pt x="2520670" y="631278"/>
                  </a:moveTo>
                  <a:lnTo>
                    <a:pt x="2509481" y="631278"/>
                  </a:lnTo>
                  <a:lnTo>
                    <a:pt x="2509481" y="691413"/>
                  </a:lnTo>
                  <a:lnTo>
                    <a:pt x="2526245" y="703249"/>
                  </a:lnTo>
                  <a:lnTo>
                    <a:pt x="2520670" y="631278"/>
                  </a:lnTo>
                  <a:close/>
                </a:path>
                <a:path w="3517900" h="725804">
                  <a:moveTo>
                    <a:pt x="2509481" y="645045"/>
                  </a:moveTo>
                  <a:lnTo>
                    <a:pt x="2501061" y="645045"/>
                  </a:lnTo>
                  <a:lnTo>
                    <a:pt x="2501061" y="654011"/>
                  </a:lnTo>
                  <a:lnTo>
                    <a:pt x="2509481" y="654011"/>
                  </a:lnTo>
                  <a:lnTo>
                    <a:pt x="2509481" y="645045"/>
                  </a:lnTo>
                  <a:close/>
                </a:path>
                <a:path w="3517900" h="725804">
                  <a:moveTo>
                    <a:pt x="2532456" y="645045"/>
                  </a:moveTo>
                  <a:lnTo>
                    <a:pt x="2521737" y="645045"/>
                  </a:lnTo>
                  <a:lnTo>
                    <a:pt x="2522431" y="654011"/>
                  </a:lnTo>
                  <a:lnTo>
                    <a:pt x="2532456" y="654011"/>
                  </a:lnTo>
                  <a:lnTo>
                    <a:pt x="2532456" y="645045"/>
                  </a:lnTo>
                  <a:close/>
                </a:path>
                <a:path w="3517900" h="725804">
                  <a:moveTo>
                    <a:pt x="2552268" y="645045"/>
                  </a:moveTo>
                  <a:lnTo>
                    <a:pt x="2540304" y="645045"/>
                  </a:lnTo>
                  <a:lnTo>
                    <a:pt x="2561323" y="703249"/>
                  </a:lnTo>
                  <a:lnTo>
                    <a:pt x="2559939" y="707059"/>
                  </a:lnTo>
                  <a:lnTo>
                    <a:pt x="2546959" y="713651"/>
                  </a:lnTo>
                  <a:lnTo>
                    <a:pt x="2544267" y="722807"/>
                  </a:lnTo>
                  <a:lnTo>
                    <a:pt x="2551899" y="724052"/>
                  </a:lnTo>
                  <a:lnTo>
                    <a:pt x="2557703" y="723519"/>
                  </a:lnTo>
                  <a:lnTo>
                    <a:pt x="2573370" y="689635"/>
                  </a:lnTo>
                  <a:lnTo>
                    <a:pt x="2567419" y="689635"/>
                  </a:lnTo>
                  <a:lnTo>
                    <a:pt x="2552268" y="645045"/>
                  </a:lnTo>
                  <a:close/>
                </a:path>
                <a:path w="3517900" h="725804">
                  <a:moveTo>
                    <a:pt x="2593987" y="645045"/>
                  </a:moveTo>
                  <a:lnTo>
                    <a:pt x="2581973" y="645045"/>
                  </a:lnTo>
                  <a:lnTo>
                    <a:pt x="2567419" y="689635"/>
                  </a:lnTo>
                  <a:lnTo>
                    <a:pt x="2573370" y="689635"/>
                  </a:lnTo>
                  <a:lnTo>
                    <a:pt x="2593987" y="645045"/>
                  </a:lnTo>
                  <a:close/>
                </a:path>
                <a:path w="3517900" h="725804">
                  <a:moveTo>
                    <a:pt x="2680106" y="634072"/>
                  </a:moveTo>
                  <a:lnTo>
                    <a:pt x="2673375" y="640778"/>
                  </a:lnTo>
                  <a:lnTo>
                    <a:pt x="2696756" y="664121"/>
                  </a:lnTo>
                  <a:lnTo>
                    <a:pt x="2638018" y="664121"/>
                  </a:lnTo>
                  <a:lnTo>
                    <a:pt x="2638018" y="673849"/>
                  </a:lnTo>
                  <a:lnTo>
                    <a:pt x="2696756" y="673849"/>
                  </a:lnTo>
                  <a:lnTo>
                    <a:pt x="2673375" y="697230"/>
                  </a:lnTo>
                  <a:lnTo>
                    <a:pt x="2680106" y="703884"/>
                  </a:lnTo>
                  <a:lnTo>
                    <a:pt x="2715018" y="668985"/>
                  </a:lnTo>
                  <a:lnTo>
                    <a:pt x="2680106" y="634072"/>
                  </a:lnTo>
                  <a:close/>
                </a:path>
                <a:path w="3517900" h="725804">
                  <a:moveTo>
                    <a:pt x="2771952" y="625881"/>
                  </a:moveTo>
                  <a:lnTo>
                    <a:pt x="2760764" y="625881"/>
                  </a:lnTo>
                  <a:lnTo>
                    <a:pt x="2760764" y="702500"/>
                  </a:lnTo>
                  <a:lnTo>
                    <a:pt x="2771952" y="702500"/>
                  </a:lnTo>
                  <a:lnTo>
                    <a:pt x="2771952" y="625881"/>
                  </a:lnTo>
                  <a:close/>
                </a:path>
                <a:path w="3517900" h="725804">
                  <a:moveTo>
                    <a:pt x="2821292" y="645528"/>
                  </a:moveTo>
                  <a:lnTo>
                    <a:pt x="2801112" y="645528"/>
                  </a:lnTo>
                  <a:lnTo>
                    <a:pt x="2785529" y="662863"/>
                  </a:lnTo>
                  <a:lnTo>
                    <a:pt x="2789961" y="694029"/>
                  </a:lnTo>
                  <a:lnTo>
                    <a:pt x="2811195" y="703656"/>
                  </a:lnTo>
                  <a:lnTo>
                    <a:pt x="2816593" y="703656"/>
                  </a:lnTo>
                  <a:lnTo>
                    <a:pt x="2832045" y="694270"/>
                  </a:lnTo>
                  <a:lnTo>
                    <a:pt x="2811233" y="694270"/>
                  </a:lnTo>
                  <a:lnTo>
                    <a:pt x="2800184" y="689660"/>
                  </a:lnTo>
                  <a:lnTo>
                    <a:pt x="2798604" y="662863"/>
                  </a:lnTo>
                  <a:lnTo>
                    <a:pt x="2798483" y="660806"/>
                  </a:lnTo>
                  <a:lnTo>
                    <a:pt x="2817622" y="654583"/>
                  </a:lnTo>
                  <a:lnTo>
                    <a:pt x="2829431" y="654583"/>
                  </a:lnTo>
                  <a:lnTo>
                    <a:pt x="2821292" y="645528"/>
                  </a:lnTo>
                  <a:close/>
                </a:path>
                <a:path w="3517900" h="725804">
                  <a:moveTo>
                    <a:pt x="2829431" y="654583"/>
                  </a:moveTo>
                  <a:lnTo>
                    <a:pt x="2817622" y="654583"/>
                  </a:lnTo>
                  <a:lnTo>
                    <a:pt x="2826689" y="677684"/>
                  </a:lnTo>
                  <a:lnTo>
                    <a:pt x="2811233" y="694270"/>
                  </a:lnTo>
                  <a:lnTo>
                    <a:pt x="2832045" y="694270"/>
                  </a:lnTo>
                  <a:lnTo>
                    <a:pt x="2832442" y="694029"/>
                  </a:lnTo>
                  <a:lnTo>
                    <a:pt x="2836875" y="662863"/>
                  </a:lnTo>
                  <a:lnTo>
                    <a:pt x="2829431" y="654583"/>
                  </a:lnTo>
                  <a:close/>
                </a:path>
                <a:path w="3517900" h="725804">
                  <a:moveTo>
                    <a:pt x="2855836" y="645045"/>
                  </a:moveTo>
                  <a:lnTo>
                    <a:pt x="2844266" y="645045"/>
                  </a:lnTo>
                  <a:lnTo>
                    <a:pt x="2861183" y="702500"/>
                  </a:lnTo>
                  <a:lnTo>
                    <a:pt x="2872549" y="702500"/>
                  </a:lnTo>
                  <a:lnTo>
                    <a:pt x="2876843" y="687235"/>
                  </a:lnTo>
                  <a:lnTo>
                    <a:pt x="2867647" y="687235"/>
                  </a:lnTo>
                  <a:lnTo>
                    <a:pt x="2855836" y="645045"/>
                  </a:lnTo>
                  <a:close/>
                </a:path>
                <a:path w="3517900" h="725804">
                  <a:moveTo>
                    <a:pt x="2894987" y="661009"/>
                  </a:moveTo>
                  <a:lnTo>
                    <a:pt x="2884220" y="661009"/>
                  </a:lnTo>
                  <a:lnTo>
                    <a:pt x="2896755" y="702500"/>
                  </a:lnTo>
                  <a:lnTo>
                    <a:pt x="2908173" y="702500"/>
                  </a:lnTo>
                  <a:lnTo>
                    <a:pt x="2912654" y="687235"/>
                  </a:lnTo>
                  <a:lnTo>
                    <a:pt x="2912710" y="687044"/>
                  </a:lnTo>
                  <a:lnTo>
                    <a:pt x="2902292" y="687044"/>
                  </a:lnTo>
                  <a:lnTo>
                    <a:pt x="2894987" y="661009"/>
                  </a:lnTo>
                  <a:close/>
                </a:path>
                <a:path w="3517900" h="725804">
                  <a:moveTo>
                    <a:pt x="2890507" y="645045"/>
                  </a:moveTo>
                  <a:lnTo>
                    <a:pt x="2878950" y="645045"/>
                  </a:lnTo>
                  <a:lnTo>
                    <a:pt x="2867698" y="687044"/>
                  </a:lnTo>
                  <a:lnTo>
                    <a:pt x="2867647" y="687235"/>
                  </a:lnTo>
                  <a:lnTo>
                    <a:pt x="2876843" y="687235"/>
                  </a:lnTo>
                  <a:lnTo>
                    <a:pt x="2884220" y="661009"/>
                  </a:lnTo>
                  <a:lnTo>
                    <a:pt x="2894987" y="661009"/>
                  </a:lnTo>
                  <a:lnTo>
                    <a:pt x="2890507" y="645045"/>
                  </a:lnTo>
                  <a:close/>
                </a:path>
                <a:path w="3517900" h="725804">
                  <a:moveTo>
                    <a:pt x="2925038" y="645045"/>
                  </a:moveTo>
                  <a:lnTo>
                    <a:pt x="2913481" y="645045"/>
                  </a:lnTo>
                  <a:lnTo>
                    <a:pt x="2902292" y="687044"/>
                  </a:lnTo>
                  <a:lnTo>
                    <a:pt x="2912710" y="687044"/>
                  </a:lnTo>
                  <a:lnTo>
                    <a:pt x="2925038" y="645045"/>
                  </a:lnTo>
                  <a:close/>
                </a:path>
                <a:path w="3517900" h="725804">
                  <a:moveTo>
                    <a:pt x="2947885" y="645553"/>
                  </a:moveTo>
                  <a:lnTo>
                    <a:pt x="2932417" y="663067"/>
                  </a:lnTo>
                  <a:lnTo>
                    <a:pt x="2936836" y="694156"/>
                  </a:lnTo>
                  <a:lnTo>
                    <a:pt x="2958668" y="703656"/>
                  </a:lnTo>
                  <a:lnTo>
                    <a:pt x="2962859" y="703656"/>
                  </a:lnTo>
                  <a:lnTo>
                    <a:pt x="2979084" y="690905"/>
                  </a:lnTo>
                  <a:lnTo>
                    <a:pt x="2947771" y="690905"/>
                  </a:lnTo>
                  <a:lnTo>
                    <a:pt x="2944729" y="677138"/>
                  </a:lnTo>
                  <a:lnTo>
                    <a:pt x="2937649" y="677138"/>
                  </a:lnTo>
                  <a:lnTo>
                    <a:pt x="2937649" y="668756"/>
                  </a:lnTo>
                  <a:lnTo>
                    <a:pt x="2942877" y="668756"/>
                  </a:lnTo>
                  <a:lnTo>
                    <a:pt x="2942475" y="666940"/>
                  </a:lnTo>
                  <a:lnTo>
                    <a:pt x="2960852" y="653529"/>
                  </a:lnTo>
                  <a:lnTo>
                    <a:pt x="2977984" y="653529"/>
                  </a:lnTo>
                  <a:lnTo>
                    <a:pt x="2977921" y="653249"/>
                  </a:lnTo>
                  <a:lnTo>
                    <a:pt x="2947885" y="645553"/>
                  </a:lnTo>
                  <a:close/>
                </a:path>
                <a:path w="3517900" h="725804">
                  <a:moveTo>
                    <a:pt x="2972028" y="686231"/>
                  </a:moveTo>
                  <a:lnTo>
                    <a:pt x="2947771" y="690905"/>
                  </a:lnTo>
                  <a:lnTo>
                    <a:pt x="2979084" y="690905"/>
                  </a:lnTo>
                  <a:lnTo>
                    <a:pt x="2982607" y="688136"/>
                  </a:lnTo>
                  <a:lnTo>
                    <a:pt x="2972028" y="686231"/>
                  </a:lnTo>
                  <a:close/>
                </a:path>
                <a:path w="3517900" h="725804">
                  <a:moveTo>
                    <a:pt x="2942877" y="668756"/>
                  </a:moveTo>
                  <a:lnTo>
                    <a:pt x="2937649" y="668756"/>
                  </a:lnTo>
                  <a:lnTo>
                    <a:pt x="2937649" y="677138"/>
                  </a:lnTo>
                  <a:lnTo>
                    <a:pt x="2944729" y="677138"/>
                  </a:lnTo>
                  <a:lnTo>
                    <a:pt x="2942877" y="668756"/>
                  </a:lnTo>
                  <a:close/>
                </a:path>
                <a:path w="3517900" h="725804">
                  <a:moveTo>
                    <a:pt x="2977984" y="653529"/>
                  </a:moveTo>
                  <a:lnTo>
                    <a:pt x="2960852" y="653529"/>
                  </a:lnTo>
                  <a:lnTo>
                    <a:pt x="2972358" y="668756"/>
                  </a:lnTo>
                  <a:lnTo>
                    <a:pt x="2942877" y="668756"/>
                  </a:lnTo>
                  <a:lnTo>
                    <a:pt x="2944729" y="677138"/>
                  </a:lnTo>
                  <a:lnTo>
                    <a:pt x="2983318" y="677138"/>
                  </a:lnTo>
                  <a:lnTo>
                    <a:pt x="2977984" y="653529"/>
                  </a:lnTo>
                  <a:close/>
                </a:path>
                <a:path w="3517900" h="725804">
                  <a:moveTo>
                    <a:pt x="3006547" y="645045"/>
                  </a:moveTo>
                  <a:lnTo>
                    <a:pt x="2995726" y="645045"/>
                  </a:lnTo>
                  <a:lnTo>
                    <a:pt x="2995726" y="702500"/>
                  </a:lnTo>
                  <a:lnTo>
                    <a:pt x="3006915" y="702500"/>
                  </a:lnTo>
                  <a:lnTo>
                    <a:pt x="3006915" y="667410"/>
                  </a:lnTo>
                  <a:lnTo>
                    <a:pt x="3020644" y="654469"/>
                  </a:lnTo>
                  <a:lnTo>
                    <a:pt x="3020821" y="654164"/>
                  </a:lnTo>
                  <a:lnTo>
                    <a:pt x="3007144" y="654164"/>
                  </a:lnTo>
                  <a:lnTo>
                    <a:pt x="3006547" y="645045"/>
                  </a:lnTo>
                  <a:close/>
                </a:path>
                <a:path w="3517900" h="725804">
                  <a:moveTo>
                    <a:pt x="3026486" y="644436"/>
                  </a:moveTo>
                  <a:lnTo>
                    <a:pt x="3007144" y="654164"/>
                  </a:lnTo>
                  <a:lnTo>
                    <a:pt x="3020821" y="654164"/>
                  </a:lnTo>
                  <a:lnTo>
                    <a:pt x="3026486" y="644436"/>
                  </a:lnTo>
                  <a:close/>
                </a:path>
                <a:path w="3517900" h="725804">
                  <a:moveTo>
                    <a:pt x="3064941" y="625881"/>
                  </a:moveTo>
                  <a:lnTo>
                    <a:pt x="3064941" y="702500"/>
                  </a:lnTo>
                  <a:lnTo>
                    <a:pt x="3076498" y="702500"/>
                  </a:lnTo>
                  <a:lnTo>
                    <a:pt x="3076498" y="673506"/>
                  </a:lnTo>
                  <a:lnTo>
                    <a:pt x="3071520" y="673506"/>
                  </a:lnTo>
                  <a:lnTo>
                    <a:pt x="3071520" y="663562"/>
                  </a:lnTo>
                  <a:lnTo>
                    <a:pt x="3076498" y="662379"/>
                  </a:lnTo>
                  <a:lnTo>
                    <a:pt x="3076498" y="635800"/>
                  </a:lnTo>
                  <a:lnTo>
                    <a:pt x="3112555" y="635800"/>
                  </a:lnTo>
                  <a:lnTo>
                    <a:pt x="3110966" y="630999"/>
                  </a:lnTo>
                  <a:lnTo>
                    <a:pt x="3064941" y="625881"/>
                  </a:lnTo>
                  <a:close/>
                </a:path>
                <a:path w="3517900" h="725804">
                  <a:moveTo>
                    <a:pt x="3104100" y="670376"/>
                  </a:moveTo>
                  <a:lnTo>
                    <a:pt x="3092862" y="673334"/>
                  </a:lnTo>
                  <a:lnTo>
                    <a:pt x="3108528" y="702500"/>
                  </a:lnTo>
                  <a:lnTo>
                    <a:pt x="3121685" y="702500"/>
                  </a:lnTo>
                  <a:lnTo>
                    <a:pt x="3104100" y="670376"/>
                  </a:lnTo>
                  <a:close/>
                </a:path>
                <a:path w="3517900" h="725804">
                  <a:moveTo>
                    <a:pt x="3076498" y="662379"/>
                  </a:moveTo>
                  <a:lnTo>
                    <a:pt x="3071520" y="663562"/>
                  </a:lnTo>
                  <a:lnTo>
                    <a:pt x="3071520" y="673506"/>
                  </a:lnTo>
                  <a:lnTo>
                    <a:pt x="3076498" y="673506"/>
                  </a:lnTo>
                  <a:lnTo>
                    <a:pt x="3076498" y="662379"/>
                  </a:lnTo>
                  <a:close/>
                </a:path>
                <a:path w="3517900" h="725804">
                  <a:moveTo>
                    <a:pt x="3112555" y="635800"/>
                  </a:moveTo>
                  <a:lnTo>
                    <a:pt x="3076498" y="635800"/>
                  </a:lnTo>
                  <a:lnTo>
                    <a:pt x="3097911" y="636371"/>
                  </a:lnTo>
                  <a:lnTo>
                    <a:pt x="3106585" y="655231"/>
                  </a:lnTo>
                  <a:lnTo>
                    <a:pt x="3076498" y="662379"/>
                  </a:lnTo>
                  <a:lnTo>
                    <a:pt x="3076498" y="673506"/>
                  </a:lnTo>
                  <a:lnTo>
                    <a:pt x="3092208" y="673506"/>
                  </a:lnTo>
                  <a:lnTo>
                    <a:pt x="3092862" y="673334"/>
                  </a:lnTo>
                  <a:lnTo>
                    <a:pt x="3089960" y="667931"/>
                  </a:lnTo>
                  <a:lnTo>
                    <a:pt x="3111292" y="667931"/>
                  </a:lnTo>
                  <a:lnTo>
                    <a:pt x="3118777" y="654596"/>
                  </a:lnTo>
                  <a:lnTo>
                    <a:pt x="3112555" y="635800"/>
                  </a:lnTo>
                  <a:close/>
                </a:path>
                <a:path w="3517900" h="725804">
                  <a:moveTo>
                    <a:pt x="3102762" y="667931"/>
                  </a:moveTo>
                  <a:lnTo>
                    <a:pt x="3089960" y="667931"/>
                  </a:lnTo>
                  <a:lnTo>
                    <a:pt x="3092862" y="673334"/>
                  </a:lnTo>
                  <a:lnTo>
                    <a:pt x="3104100" y="670376"/>
                  </a:lnTo>
                  <a:lnTo>
                    <a:pt x="3102762" y="667931"/>
                  </a:lnTo>
                  <a:close/>
                </a:path>
                <a:path w="3517900" h="725804">
                  <a:moveTo>
                    <a:pt x="3111292" y="667931"/>
                  </a:moveTo>
                  <a:lnTo>
                    <a:pt x="3102762" y="667931"/>
                  </a:lnTo>
                  <a:lnTo>
                    <a:pt x="3104100" y="670376"/>
                  </a:lnTo>
                  <a:lnTo>
                    <a:pt x="3110928" y="668578"/>
                  </a:lnTo>
                  <a:lnTo>
                    <a:pt x="3111292" y="667931"/>
                  </a:lnTo>
                  <a:close/>
                </a:path>
                <a:path w="3517900" h="725804">
                  <a:moveTo>
                    <a:pt x="3164446" y="635838"/>
                  </a:moveTo>
                  <a:lnTo>
                    <a:pt x="3152927" y="635838"/>
                  </a:lnTo>
                  <a:lnTo>
                    <a:pt x="3152927" y="702500"/>
                  </a:lnTo>
                  <a:lnTo>
                    <a:pt x="3164446" y="702500"/>
                  </a:lnTo>
                  <a:lnTo>
                    <a:pt x="3164446" y="635838"/>
                  </a:lnTo>
                  <a:close/>
                </a:path>
                <a:path w="3517900" h="725804">
                  <a:moveTo>
                    <a:pt x="3188347" y="625881"/>
                  </a:moveTo>
                  <a:lnTo>
                    <a:pt x="3129064" y="625881"/>
                  </a:lnTo>
                  <a:lnTo>
                    <a:pt x="3129064" y="635838"/>
                  </a:lnTo>
                  <a:lnTo>
                    <a:pt x="3188347" y="635838"/>
                  </a:lnTo>
                  <a:lnTo>
                    <a:pt x="3188347" y="625881"/>
                  </a:lnTo>
                  <a:close/>
                </a:path>
                <a:path w="3517900" h="725804">
                  <a:moveTo>
                    <a:pt x="3223590" y="624840"/>
                  </a:moveTo>
                  <a:lnTo>
                    <a:pt x="3207270" y="632726"/>
                  </a:lnTo>
                  <a:lnTo>
                    <a:pt x="3197186" y="648995"/>
                  </a:lnTo>
                  <a:lnTo>
                    <a:pt x="3195823" y="670433"/>
                  </a:lnTo>
                  <a:lnTo>
                    <a:pt x="3195701" y="672350"/>
                  </a:lnTo>
                  <a:lnTo>
                    <a:pt x="3203181" y="691146"/>
                  </a:lnTo>
                  <a:lnTo>
                    <a:pt x="3217672" y="701979"/>
                  </a:lnTo>
                  <a:lnTo>
                    <a:pt x="3236836" y="703541"/>
                  </a:lnTo>
                  <a:lnTo>
                    <a:pt x="3254181" y="693000"/>
                  </a:lnTo>
                  <a:lnTo>
                    <a:pt x="3225812" y="693000"/>
                  </a:lnTo>
                  <a:lnTo>
                    <a:pt x="3212198" y="684250"/>
                  </a:lnTo>
                  <a:lnTo>
                    <a:pt x="3208172" y="652703"/>
                  </a:lnTo>
                  <a:lnTo>
                    <a:pt x="3221875" y="636498"/>
                  </a:lnTo>
                  <a:lnTo>
                    <a:pt x="3256228" y="636498"/>
                  </a:lnTo>
                  <a:lnTo>
                    <a:pt x="3242729" y="626427"/>
                  </a:lnTo>
                  <a:lnTo>
                    <a:pt x="3223590" y="624840"/>
                  </a:lnTo>
                  <a:close/>
                </a:path>
                <a:path w="3517900" h="725804">
                  <a:moveTo>
                    <a:pt x="3256228" y="636498"/>
                  </a:moveTo>
                  <a:lnTo>
                    <a:pt x="3221875" y="636498"/>
                  </a:lnTo>
                  <a:lnTo>
                    <a:pt x="3245497" y="640918"/>
                  </a:lnTo>
                  <a:lnTo>
                    <a:pt x="3253270" y="664197"/>
                  </a:lnTo>
                  <a:lnTo>
                    <a:pt x="3253270" y="670433"/>
                  </a:lnTo>
                  <a:lnTo>
                    <a:pt x="3245497" y="687489"/>
                  </a:lnTo>
                  <a:lnTo>
                    <a:pt x="3225812" y="693000"/>
                  </a:lnTo>
                  <a:lnTo>
                    <a:pt x="3254181" y="693000"/>
                  </a:lnTo>
                  <a:lnTo>
                    <a:pt x="3257232" y="691146"/>
                  </a:lnTo>
                  <a:lnTo>
                    <a:pt x="3264712" y="664197"/>
                  </a:lnTo>
                  <a:lnTo>
                    <a:pt x="3264712" y="656018"/>
                  </a:lnTo>
                  <a:lnTo>
                    <a:pt x="3257232" y="637247"/>
                  </a:lnTo>
                  <a:lnTo>
                    <a:pt x="3256228" y="6364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934342" y="7343216"/>
              <a:ext cx="1222661" cy="303212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005717" y="7317816"/>
              <a:ext cx="1169720" cy="323024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3534542" y="7330617"/>
              <a:ext cx="1184574" cy="322922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428117" y="7332942"/>
              <a:ext cx="1316482" cy="300824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7990661" y="7321206"/>
              <a:ext cx="1258493" cy="205333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0" y="0"/>
              <a:ext cx="13970000" cy="558800"/>
            </a:xfrm>
            <a:custGeom>
              <a:avLst/>
              <a:gdLst/>
              <a:ahLst/>
              <a:cxnLst/>
              <a:rect l="l" t="t" r="r" b="b"/>
              <a:pathLst>
                <a:path w="13970000" h="558800">
                  <a:moveTo>
                    <a:pt x="13970000" y="558800"/>
                  </a:moveTo>
                  <a:lnTo>
                    <a:pt x="0" y="558800"/>
                  </a:lnTo>
                  <a:lnTo>
                    <a:pt x="0" y="0"/>
                  </a:lnTo>
                  <a:lnTo>
                    <a:pt x="13970000" y="0"/>
                  </a:lnTo>
                  <a:lnTo>
                    <a:pt x="13970000" y="558800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95250" y="0"/>
              <a:ext cx="1190625" cy="565023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2633325" y="38075"/>
              <a:ext cx="825500" cy="596797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2658725" y="38075"/>
              <a:ext cx="723899" cy="495197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266825" y="12636"/>
              <a:ext cx="1214437" cy="690562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464485" y="115634"/>
              <a:ext cx="779983" cy="305765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4876800" y="25400"/>
              <a:ext cx="1433449" cy="690562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5006282" y="126835"/>
              <a:ext cx="1139698" cy="337616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6229350" y="12636"/>
              <a:ext cx="1119187" cy="690562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6461211" y="97954"/>
              <a:ext cx="615391" cy="388289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3423900" y="12700"/>
              <a:ext cx="482599" cy="482599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2419646" y="13292"/>
              <a:ext cx="1431628" cy="694732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2555511" y="114223"/>
              <a:ext cx="1159459" cy="312254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7283450" y="12700"/>
              <a:ext cx="1219199" cy="695325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7361708" y="130556"/>
              <a:ext cx="1036789" cy="293585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8410575" y="12700"/>
              <a:ext cx="1209675" cy="704850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8686077" y="119151"/>
              <a:ext cx="630466" cy="337616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9553575" y="12700"/>
              <a:ext cx="1219199" cy="695325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9795505" y="222808"/>
              <a:ext cx="703580" cy="152400"/>
            </a:xfrm>
            <a:custGeom>
              <a:avLst/>
              <a:gdLst/>
              <a:ahLst/>
              <a:cxnLst/>
              <a:rect l="l" t="t" r="r" b="b"/>
              <a:pathLst>
                <a:path w="703579" h="152400">
                  <a:moveTo>
                    <a:pt x="70167" y="6489"/>
                  </a:moveTo>
                  <a:lnTo>
                    <a:pt x="39217" y="6489"/>
                  </a:lnTo>
                  <a:lnTo>
                    <a:pt x="0" y="120091"/>
                  </a:lnTo>
                  <a:lnTo>
                    <a:pt x="25730" y="120091"/>
                  </a:lnTo>
                  <a:lnTo>
                    <a:pt x="34158" y="94183"/>
                  </a:lnTo>
                  <a:lnTo>
                    <a:pt x="24129" y="94183"/>
                  </a:lnTo>
                  <a:lnTo>
                    <a:pt x="24129" y="75438"/>
                  </a:lnTo>
                  <a:lnTo>
                    <a:pt x="40256" y="75438"/>
                  </a:lnTo>
                  <a:lnTo>
                    <a:pt x="54241" y="32448"/>
                  </a:lnTo>
                  <a:lnTo>
                    <a:pt x="79117" y="32448"/>
                  </a:lnTo>
                  <a:lnTo>
                    <a:pt x="70167" y="6489"/>
                  </a:lnTo>
                  <a:close/>
                </a:path>
                <a:path w="703579" h="152400">
                  <a:moveTo>
                    <a:pt x="79117" y="32448"/>
                  </a:moveTo>
                  <a:lnTo>
                    <a:pt x="55130" y="32448"/>
                  </a:lnTo>
                  <a:lnTo>
                    <a:pt x="83591" y="120091"/>
                  </a:lnTo>
                  <a:lnTo>
                    <a:pt x="109334" y="120091"/>
                  </a:lnTo>
                  <a:lnTo>
                    <a:pt x="100401" y="94183"/>
                  </a:lnTo>
                  <a:lnTo>
                    <a:pt x="84924" y="94183"/>
                  </a:lnTo>
                  <a:lnTo>
                    <a:pt x="84924" y="75438"/>
                  </a:lnTo>
                  <a:lnTo>
                    <a:pt x="93939" y="75438"/>
                  </a:lnTo>
                  <a:lnTo>
                    <a:pt x="79117" y="32448"/>
                  </a:lnTo>
                  <a:close/>
                </a:path>
                <a:path w="703579" h="152400">
                  <a:moveTo>
                    <a:pt x="40256" y="75438"/>
                  </a:moveTo>
                  <a:lnTo>
                    <a:pt x="24129" y="75438"/>
                  </a:lnTo>
                  <a:lnTo>
                    <a:pt x="24129" y="94183"/>
                  </a:lnTo>
                  <a:lnTo>
                    <a:pt x="34158" y="94183"/>
                  </a:lnTo>
                  <a:lnTo>
                    <a:pt x="40256" y="75438"/>
                  </a:lnTo>
                  <a:close/>
                </a:path>
                <a:path w="703579" h="152400">
                  <a:moveTo>
                    <a:pt x="69090" y="75438"/>
                  </a:moveTo>
                  <a:lnTo>
                    <a:pt x="40256" y="75438"/>
                  </a:lnTo>
                  <a:lnTo>
                    <a:pt x="34158" y="94183"/>
                  </a:lnTo>
                  <a:lnTo>
                    <a:pt x="75178" y="94183"/>
                  </a:lnTo>
                  <a:lnTo>
                    <a:pt x="69090" y="75438"/>
                  </a:lnTo>
                  <a:close/>
                </a:path>
                <a:path w="703579" h="152400">
                  <a:moveTo>
                    <a:pt x="93939" y="75438"/>
                  </a:moveTo>
                  <a:lnTo>
                    <a:pt x="84924" y="75438"/>
                  </a:lnTo>
                  <a:lnTo>
                    <a:pt x="84924" y="94183"/>
                  </a:lnTo>
                  <a:lnTo>
                    <a:pt x="100401" y="94183"/>
                  </a:lnTo>
                  <a:lnTo>
                    <a:pt x="93939" y="75438"/>
                  </a:lnTo>
                  <a:close/>
                </a:path>
                <a:path w="703579" h="152400">
                  <a:moveTo>
                    <a:pt x="142201" y="34886"/>
                  </a:moveTo>
                  <a:lnTo>
                    <a:pt x="118897" y="34886"/>
                  </a:lnTo>
                  <a:lnTo>
                    <a:pt x="118897" y="152044"/>
                  </a:lnTo>
                  <a:lnTo>
                    <a:pt x="142532" y="152044"/>
                  </a:lnTo>
                  <a:lnTo>
                    <a:pt x="142532" y="106438"/>
                  </a:lnTo>
                  <a:lnTo>
                    <a:pt x="195174" y="106438"/>
                  </a:lnTo>
                  <a:lnTo>
                    <a:pt x="196939" y="102666"/>
                  </a:lnTo>
                  <a:lnTo>
                    <a:pt x="156146" y="102666"/>
                  </a:lnTo>
                  <a:lnTo>
                    <a:pt x="152907" y="101638"/>
                  </a:lnTo>
                  <a:lnTo>
                    <a:pt x="142036" y="82550"/>
                  </a:lnTo>
                  <a:lnTo>
                    <a:pt x="142036" y="72428"/>
                  </a:lnTo>
                  <a:lnTo>
                    <a:pt x="142701" y="68237"/>
                  </a:lnTo>
                  <a:lnTo>
                    <a:pt x="142806" y="67830"/>
                  </a:lnTo>
                  <a:lnTo>
                    <a:pt x="145460" y="60769"/>
                  </a:lnTo>
                  <a:lnTo>
                    <a:pt x="145541" y="60553"/>
                  </a:lnTo>
                  <a:lnTo>
                    <a:pt x="156108" y="52578"/>
                  </a:lnTo>
                  <a:lnTo>
                    <a:pt x="196957" y="52578"/>
                  </a:lnTo>
                  <a:lnTo>
                    <a:pt x="195331" y="49199"/>
                  </a:lnTo>
                  <a:lnTo>
                    <a:pt x="142201" y="49199"/>
                  </a:lnTo>
                  <a:lnTo>
                    <a:pt x="142201" y="34886"/>
                  </a:lnTo>
                  <a:close/>
                </a:path>
                <a:path w="703579" h="152400">
                  <a:moveTo>
                    <a:pt x="195174" y="106438"/>
                  </a:moveTo>
                  <a:lnTo>
                    <a:pt x="143255" y="106438"/>
                  </a:lnTo>
                  <a:lnTo>
                    <a:pt x="144322" y="108813"/>
                  </a:lnTo>
                  <a:lnTo>
                    <a:pt x="162852" y="121475"/>
                  </a:lnTo>
                  <a:lnTo>
                    <a:pt x="173913" y="121475"/>
                  </a:lnTo>
                  <a:lnTo>
                    <a:pt x="179755" y="119811"/>
                  </a:lnTo>
                  <a:lnTo>
                    <a:pt x="190220" y="113118"/>
                  </a:lnTo>
                  <a:lnTo>
                    <a:pt x="194360" y="108178"/>
                  </a:lnTo>
                  <a:lnTo>
                    <a:pt x="195174" y="106438"/>
                  </a:lnTo>
                  <a:close/>
                </a:path>
                <a:path w="703579" h="152400">
                  <a:moveTo>
                    <a:pt x="196957" y="52578"/>
                  </a:moveTo>
                  <a:lnTo>
                    <a:pt x="163829" y="52578"/>
                  </a:lnTo>
                  <a:lnTo>
                    <a:pt x="167106" y="53632"/>
                  </a:lnTo>
                  <a:lnTo>
                    <a:pt x="172427" y="57848"/>
                  </a:lnTo>
                  <a:lnTo>
                    <a:pt x="174447" y="60769"/>
                  </a:lnTo>
                  <a:lnTo>
                    <a:pt x="177029" y="67830"/>
                  </a:lnTo>
                  <a:lnTo>
                    <a:pt x="177098" y="68021"/>
                  </a:lnTo>
                  <a:lnTo>
                    <a:pt x="177177" y="68237"/>
                  </a:lnTo>
                  <a:lnTo>
                    <a:pt x="177841" y="72428"/>
                  </a:lnTo>
                  <a:lnTo>
                    <a:pt x="177847" y="82550"/>
                  </a:lnTo>
                  <a:lnTo>
                    <a:pt x="177164" y="86829"/>
                  </a:lnTo>
                  <a:lnTo>
                    <a:pt x="163791" y="102666"/>
                  </a:lnTo>
                  <a:lnTo>
                    <a:pt x="196939" y="102666"/>
                  </a:lnTo>
                  <a:lnTo>
                    <a:pt x="200469" y="95123"/>
                  </a:lnTo>
                  <a:lnTo>
                    <a:pt x="201993" y="87109"/>
                  </a:lnTo>
                  <a:lnTo>
                    <a:pt x="201993" y="67830"/>
                  </a:lnTo>
                  <a:lnTo>
                    <a:pt x="200431" y="59715"/>
                  </a:lnTo>
                  <a:lnTo>
                    <a:pt x="196957" y="52578"/>
                  </a:lnTo>
                  <a:close/>
                </a:path>
                <a:path w="703579" h="152400">
                  <a:moveTo>
                    <a:pt x="173710" y="33782"/>
                  </a:moveTo>
                  <a:lnTo>
                    <a:pt x="162725" y="33782"/>
                  </a:lnTo>
                  <a:lnTo>
                    <a:pt x="158724" y="34594"/>
                  </a:lnTo>
                  <a:lnTo>
                    <a:pt x="143255" y="49199"/>
                  </a:lnTo>
                  <a:lnTo>
                    <a:pt x="195331" y="49199"/>
                  </a:lnTo>
                  <a:lnTo>
                    <a:pt x="173710" y="33782"/>
                  </a:lnTo>
                  <a:close/>
                </a:path>
                <a:path w="703579" h="152400">
                  <a:moveTo>
                    <a:pt x="237388" y="34886"/>
                  </a:moveTo>
                  <a:lnTo>
                    <a:pt x="214096" y="34886"/>
                  </a:lnTo>
                  <a:lnTo>
                    <a:pt x="214096" y="152044"/>
                  </a:lnTo>
                  <a:lnTo>
                    <a:pt x="237718" y="152044"/>
                  </a:lnTo>
                  <a:lnTo>
                    <a:pt x="237718" y="106438"/>
                  </a:lnTo>
                  <a:lnTo>
                    <a:pt x="290361" y="106438"/>
                  </a:lnTo>
                  <a:lnTo>
                    <a:pt x="292126" y="102666"/>
                  </a:lnTo>
                  <a:lnTo>
                    <a:pt x="251332" y="102666"/>
                  </a:lnTo>
                  <a:lnTo>
                    <a:pt x="248094" y="101638"/>
                  </a:lnTo>
                  <a:lnTo>
                    <a:pt x="237223" y="82550"/>
                  </a:lnTo>
                  <a:lnTo>
                    <a:pt x="237223" y="72428"/>
                  </a:lnTo>
                  <a:lnTo>
                    <a:pt x="242624" y="57848"/>
                  </a:lnTo>
                  <a:lnTo>
                    <a:pt x="242747" y="57670"/>
                  </a:lnTo>
                  <a:lnTo>
                    <a:pt x="247994" y="53632"/>
                  </a:lnTo>
                  <a:lnTo>
                    <a:pt x="249140" y="53251"/>
                  </a:lnTo>
                  <a:lnTo>
                    <a:pt x="251294" y="52578"/>
                  </a:lnTo>
                  <a:lnTo>
                    <a:pt x="292144" y="52578"/>
                  </a:lnTo>
                  <a:lnTo>
                    <a:pt x="290517" y="49199"/>
                  </a:lnTo>
                  <a:lnTo>
                    <a:pt x="237388" y="49199"/>
                  </a:lnTo>
                  <a:lnTo>
                    <a:pt x="237388" y="34886"/>
                  </a:lnTo>
                  <a:close/>
                </a:path>
                <a:path w="703579" h="152400">
                  <a:moveTo>
                    <a:pt x="290361" y="106438"/>
                  </a:moveTo>
                  <a:lnTo>
                    <a:pt x="238442" y="106438"/>
                  </a:lnTo>
                  <a:lnTo>
                    <a:pt x="239521" y="108813"/>
                  </a:lnTo>
                  <a:lnTo>
                    <a:pt x="258038" y="121475"/>
                  </a:lnTo>
                  <a:lnTo>
                    <a:pt x="269100" y="121475"/>
                  </a:lnTo>
                  <a:lnTo>
                    <a:pt x="274942" y="119811"/>
                  </a:lnTo>
                  <a:lnTo>
                    <a:pt x="285407" y="113118"/>
                  </a:lnTo>
                  <a:lnTo>
                    <a:pt x="289547" y="108178"/>
                  </a:lnTo>
                  <a:lnTo>
                    <a:pt x="290361" y="106438"/>
                  </a:lnTo>
                  <a:close/>
                </a:path>
                <a:path w="703579" h="152400">
                  <a:moveTo>
                    <a:pt x="292144" y="52578"/>
                  </a:moveTo>
                  <a:lnTo>
                    <a:pt x="259029" y="52578"/>
                  </a:lnTo>
                  <a:lnTo>
                    <a:pt x="262293" y="53632"/>
                  </a:lnTo>
                  <a:lnTo>
                    <a:pt x="267627" y="57848"/>
                  </a:lnTo>
                  <a:lnTo>
                    <a:pt x="269633" y="60769"/>
                  </a:lnTo>
                  <a:lnTo>
                    <a:pt x="272227" y="67830"/>
                  </a:lnTo>
                  <a:lnTo>
                    <a:pt x="272297" y="68021"/>
                  </a:lnTo>
                  <a:lnTo>
                    <a:pt x="272376" y="68237"/>
                  </a:lnTo>
                  <a:lnTo>
                    <a:pt x="273040" y="72428"/>
                  </a:lnTo>
                  <a:lnTo>
                    <a:pt x="273046" y="82550"/>
                  </a:lnTo>
                  <a:lnTo>
                    <a:pt x="272351" y="86829"/>
                  </a:lnTo>
                  <a:lnTo>
                    <a:pt x="258991" y="102666"/>
                  </a:lnTo>
                  <a:lnTo>
                    <a:pt x="292126" y="102666"/>
                  </a:lnTo>
                  <a:lnTo>
                    <a:pt x="295655" y="95123"/>
                  </a:lnTo>
                  <a:lnTo>
                    <a:pt x="297192" y="87109"/>
                  </a:lnTo>
                  <a:lnTo>
                    <a:pt x="297192" y="67830"/>
                  </a:lnTo>
                  <a:lnTo>
                    <a:pt x="295617" y="59715"/>
                  </a:lnTo>
                  <a:lnTo>
                    <a:pt x="292144" y="52578"/>
                  </a:lnTo>
                  <a:close/>
                </a:path>
                <a:path w="703579" h="152400">
                  <a:moveTo>
                    <a:pt x="268897" y="33782"/>
                  </a:moveTo>
                  <a:lnTo>
                    <a:pt x="257911" y="33782"/>
                  </a:lnTo>
                  <a:lnTo>
                    <a:pt x="253923" y="34594"/>
                  </a:lnTo>
                  <a:lnTo>
                    <a:pt x="247522" y="37807"/>
                  </a:lnTo>
                  <a:lnTo>
                    <a:pt x="244932" y="39801"/>
                  </a:lnTo>
                  <a:lnTo>
                    <a:pt x="240982" y="44577"/>
                  </a:lnTo>
                  <a:lnTo>
                    <a:pt x="239590" y="46736"/>
                  </a:lnTo>
                  <a:lnTo>
                    <a:pt x="239483" y="46901"/>
                  </a:lnTo>
                  <a:lnTo>
                    <a:pt x="238442" y="49199"/>
                  </a:lnTo>
                  <a:lnTo>
                    <a:pt x="290517" y="49199"/>
                  </a:lnTo>
                  <a:lnTo>
                    <a:pt x="289410" y="46901"/>
                  </a:lnTo>
                  <a:lnTo>
                    <a:pt x="289331" y="46736"/>
                  </a:lnTo>
                  <a:lnTo>
                    <a:pt x="285127" y="41871"/>
                  </a:lnTo>
                  <a:lnTo>
                    <a:pt x="274624" y="35407"/>
                  </a:lnTo>
                  <a:lnTo>
                    <a:pt x="268897" y="33782"/>
                  </a:lnTo>
                  <a:close/>
                </a:path>
                <a:path w="703579" h="152400">
                  <a:moveTo>
                    <a:pt x="352793" y="33782"/>
                  </a:moveTo>
                  <a:lnTo>
                    <a:pt x="338810" y="33782"/>
                  </a:lnTo>
                  <a:lnTo>
                    <a:pt x="331520" y="35623"/>
                  </a:lnTo>
                  <a:lnTo>
                    <a:pt x="305891" y="68884"/>
                  </a:lnTo>
                  <a:lnTo>
                    <a:pt x="305841" y="86868"/>
                  </a:lnTo>
                  <a:lnTo>
                    <a:pt x="307454" y="94246"/>
                  </a:lnTo>
                  <a:lnTo>
                    <a:pt x="307543" y="94653"/>
                  </a:lnTo>
                  <a:lnTo>
                    <a:pt x="339343" y="121754"/>
                  </a:lnTo>
                  <a:lnTo>
                    <a:pt x="355142" y="121754"/>
                  </a:lnTo>
                  <a:lnTo>
                    <a:pt x="384035" y="104114"/>
                  </a:lnTo>
                  <a:lnTo>
                    <a:pt x="344538" y="104114"/>
                  </a:lnTo>
                  <a:lnTo>
                    <a:pt x="341121" y="103289"/>
                  </a:lnTo>
                  <a:lnTo>
                    <a:pt x="329196" y="87807"/>
                  </a:lnTo>
                  <a:lnTo>
                    <a:pt x="329204" y="83540"/>
                  </a:lnTo>
                  <a:lnTo>
                    <a:pt x="315277" y="83540"/>
                  </a:lnTo>
                  <a:lnTo>
                    <a:pt x="315277" y="68884"/>
                  </a:lnTo>
                  <a:lnTo>
                    <a:pt x="329230" y="68884"/>
                  </a:lnTo>
                  <a:lnTo>
                    <a:pt x="329234" y="66306"/>
                  </a:lnTo>
                  <a:lnTo>
                    <a:pt x="329963" y="63474"/>
                  </a:lnTo>
                  <a:lnTo>
                    <a:pt x="330022" y="63246"/>
                  </a:lnTo>
                  <a:lnTo>
                    <a:pt x="331584" y="60515"/>
                  </a:lnTo>
                  <a:lnTo>
                    <a:pt x="333133" y="57734"/>
                  </a:lnTo>
                  <a:lnTo>
                    <a:pt x="335279" y="55537"/>
                  </a:lnTo>
                  <a:lnTo>
                    <a:pt x="340791" y="52247"/>
                  </a:lnTo>
                  <a:lnTo>
                    <a:pt x="343966" y="51422"/>
                  </a:lnTo>
                  <a:lnTo>
                    <a:pt x="381363" y="51422"/>
                  </a:lnTo>
                  <a:lnTo>
                    <a:pt x="379325" y="48183"/>
                  </a:lnTo>
                  <a:lnTo>
                    <a:pt x="371995" y="40944"/>
                  </a:lnTo>
                  <a:lnTo>
                    <a:pt x="367753" y="38265"/>
                  </a:lnTo>
                  <a:lnTo>
                    <a:pt x="362864" y="36499"/>
                  </a:lnTo>
                  <a:lnTo>
                    <a:pt x="358025" y="34683"/>
                  </a:lnTo>
                  <a:lnTo>
                    <a:pt x="352793" y="33782"/>
                  </a:lnTo>
                  <a:close/>
                </a:path>
                <a:path w="703579" h="152400">
                  <a:moveTo>
                    <a:pt x="364858" y="94246"/>
                  </a:moveTo>
                  <a:lnTo>
                    <a:pt x="351129" y="104114"/>
                  </a:lnTo>
                  <a:lnTo>
                    <a:pt x="384035" y="104114"/>
                  </a:lnTo>
                  <a:lnTo>
                    <a:pt x="385503" y="101155"/>
                  </a:lnTo>
                  <a:lnTo>
                    <a:pt x="385610" y="100939"/>
                  </a:lnTo>
                  <a:lnTo>
                    <a:pt x="386714" y="95681"/>
                  </a:lnTo>
                  <a:lnTo>
                    <a:pt x="364858" y="94246"/>
                  </a:lnTo>
                  <a:close/>
                </a:path>
                <a:path w="703579" h="152400">
                  <a:moveTo>
                    <a:pt x="329230" y="68884"/>
                  </a:moveTo>
                  <a:lnTo>
                    <a:pt x="315277" y="68884"/>
                  </a:lnTo>
                  <a:lnTo>
                    <a:pt x="315277" y="83540"/>
                  </a:lnTo>
                  <a:lnTo>
                    <a:pt x="329204" y="83540"/>
                  </a:lnTo>
                  <a:lnTo>
                    <a:pt x="329230" y="68884"/>
                  </a:lnTo>
                  <a:close/>
                </a:path>
                <a:path w="703579" h="152400">
                  <a:moveTo>
                    <a:pt x="381363" y="51422"/>
                  </a:moveTo>
                  <a:lnTo>
                    <a:pt x="351002" y="51422"/>
                  </a:lnTo>
                  <a:lnTo>
                    <a:pt x="354318" y="52247"/>
                  </a:lnTo>
                  <a:lnTo>
                    <a:pt x="354142" y="52247"/>
                  </a:lnTo>
                  <a:lnTo>
                    <a:pt x="356603" y="53695"/>
                  </a:lnTo>
                  <a:lnTo>
                    <a:pt x="359219" y="55168"/>
                  </a:lnTo>
                  <a:lnTo>
                    <a:pt x="361276" y="57226"/>
                  </a:lnTo>
                  <a:lnTo>
                    <a:pt x="364235" y="62471"/>
                  </a:lnTo>
                  <a:lnTo>
                    <a:pt x="364972" y="65493"/>
                  </a:lnTo>
                  <a:lnTo>
                    <a:pt x="364972" y="68884"/>
                  </a:lnTo>
                  <a:lnTo>
                    <a:pt x="329230" y="68884"/>
                  </a:lnTo>
                  <a:lnTo>
                    <a:pt x="329204" y="83540"/>
                  </a:lnTo>
                  <a:lnTo>
                    <a:pt x="387222" y="83540"/>
                  </a:lnTo>
                  <a:lnTo>
                    <a:pt x="387112" y="69113"/>
                  </a:lnTo>
                  <a:lnTo>
                    <a:pt x="386206" y="63474"/>
                  </a:lnTo>
                  <a:lnTo>
                    <a:pt x="382130" y="52641"/>
                  </a:lnTo>
                  <a:lnTo>
                    <a:pt x="381363" y="51422"/>
                  </a:lnTo>
                  <a:close/>
                </a:path>
                <a:path w="703579" h="152400">
                  <a:moveTo>
                    <a:pt x="421500" y="34886"/>
                  </a:moveTo>
                  <a:lnTo>
                    <a:pt x="398983" y="34886"/>
                  </a:lnTo>
                  <a:lnTo>
                    <a:pt x="398983" y="120091"/>
                  </a:lnTo>
                  <a:lnTo>
                    <a:pt x="422605" y="120091"/>
                  </a:lnTo>
                  <a:lnTo>
                    <a:pt x="422643" y="67170"/>
                  </a:lnTo>
                  <a:lnTo>
                    <a:pt x="423329" y="64046"/>
                  </a:lnTo>
                  <a:lnTo>
                    <a:pt x="426034" y="58826"/>
                  </a:lnTo>
                  <a:lnTo>
                    <a:pt x="427913" y="56832"/>
                  </a:lnTo>
                  <a:lnTo>
                    <a:pt x="432765" y="54102"/>
                  </a:lnTo>
                  <a:lnTo>
                    <a:pt x="435104" y="53530"/>
                  </a:lnTo>
                  <a:lnTo>
                    <a:pt x="476313" y="53530"/>
                  </a:lnTo>
                  <a:lnTo>
                    <a:pt x="474462" y="49923"/>
                  </a:lnTo>
                  <a:lnTo>
                    <a:pt x="421500" y="49923"/>
                  </a:lnTo>
                  <a:lnTo>
                    <a:pt x="421500" y="34886"/>
                  </a:lnTo>
                  <a:close/>
                </a:path>
                <a:path w="703579" h="152400">
                  <a:moveTo>
                    <a:pt x="476313" y="53530"/>
                  </a:moveTo>
                  <a:lnTo>
                    <a:pt x="443772" y="53530"/>
                  </a:lnTo>
                  <a:lnTo>
                    <a:pt x="447205" y="54889"/>
                  </a:lnTo>
                  <a:lnTo>
                    <a:pt x="449897" y="57848"/>
                  </a:lnTo>
                  <a:lnTo>
                    <a:pt x="452602" y="60769"/>
                  </a:lnTo>
                  <a:lnTo>
                    <a:pt x="453936" y="64846"/>
                  </a:lnTo>
                  <a:lnTo>
                    <a:pt x="453897" y="120091"/>
                  </a:lnTo>
                  <a:lnTo>
                    <a:pt x="477532" y="120091"/>
                  </a:lnTo>
                  <a:lnTo>
                    <a:pt x="477448" y="58826"/>
                  </a:lnTo>
                  <a:lnTo>
                    <a:pt x="476435" y="54102"/>
                  </a:lnTo>
                  <a:lnTo>
                    <a:pt x="476313" y="53530"/>
                  </a:lnTo>
                  <a:close/>
                </a:path>
                <a:path w="703579" h="152400">
                  <a:moveTo>
                    <a:pt x="454050" y="33782"/>
                  </a:moveTo>
                  <a:lnTo>
                    <a:pt x="441807" y="33782"/>
                  </a:lnTo>
                  <a:lnTo>
                    <a:pt x="436422" y="35242"/>
                  </a:lnTo>
                  <a:lnTo>
                    <a:pt x="431990" y="38163"/>
                  </a:lnTo>
                  <a:lnTo>
                    <a:pt x="427545" y="41046"/>
                  </a:lnTo>
                  <a:lnTo>
                    <a:pt x="424383" y="44958"/>
                  </a:lnTo>
                  <a:lnTo>
                    <a:pt x="422503" y="49923"/>
                  </a:lnTo>
                  <a:lnTo>
                    <a:pt x="474462" y="49923"/>
                  </a:lnTo>
                  <a:lnTo>
                    <a:pt x="471423" y="43942"/>
                  </a:lnTo>
                  <a:lnTo>
                    <a:pt x="468007" y="40246"/>
                  </a:lnTo>
                  <a:lnTo>
                    <a:pt x="459206" y="35064"/>
                  </a:lnTo>
                  <a:lnTo>
                    <a:pt x="454050" y="33782"/>
                  </a:lnTo>
                  <a:close/>
                </a:path>
                <a:path w="703579" h="152400">
                  <a:moveTo>
                    <a:pt x="528599" y="33782"/>
                  </a:moveTo>
                  <a:lnTo>
                    <a:pt x="517588" y="33782"/>
                  </a:lnTo>
                  <a:lnTo>
                    <a:pt x="511835" y="35407"/>
                  </a:lnTo>
                  <a:lnTo>
                    <a:pt x="501370" y="41871"/>
                  </a:lnTo>
                  <a:lnTo>
                    <a:pt x="497192" y="46736"/>
                  </a:lnTo>
                  <a:lnTo>
                    <a:pt x="490905" y="59715"/>
                  </a:lnTo>
                  <a:lnTo>
                    <a:pt x="489330" y="67830"/>
                  </a:lnTo>
                  <a:lnTo>
                    <a:pt x="489330" y="87109"/>
                  </a:lnTo>
                  <a:lnTo>
                    <a:pt x="490727" y="94513"/>
                  </a:lnTo>
                  <a:lnTo>
                    <a:pt x="490842" y="95123"/>
                  </a:lnTo>
                  <a:lnTo>
                    <a:pt x="517423" y="121475"/>
                  </a:lnTo>
                  <a:lnTo>
                    <a:pt x="528472" y="121475"/>
                  </a:lnTo>
                  <a:lnTo>
                    <a:pt x="532358" y="120726"/>
                  </a:lnTo>
                  <a:lnTo>
                    <a:pt x="535533" y="119202"/>
                  </a:lnTo>
                  <a:lnTo>
                    <a:pt x="538759" y="117690"/>
                  </a:lnTo>
                  <a:lnTo>
                    <a:pt x="541362" y="115785"/>
                  </a:lnTo>
                  <a:lnTo>
                    <a:pt x="545388" y="111163"/>
                  </a:lnTo>
                  <a:lnTo>
                    <a:pt x="546963" y="108813"/>
                  </a:lnTo>
                  <a:lnTo>
                    <a:pt x="548081" y="106438"/>
                  </a:lnTo>
                  <a:lnTo>
                    <a:pt x="572376" y="106438"/>
                  </a:lnTo>
                  <a:lnTo>
                    <a:pt x="572376" y="102666"/>
                  </a:lnTo>
                  <a:lnTo>
                    <a:pt x="527494" y="102666"/>
                  </a:lnTo>
                  <a:lnTo>
                    <a:pt x="524415" y="101676"/>
                  </a:lnTo>
                  <a:lnTo>
                    <a:pt x="513476" y="82550"/>
                  </a:lnTo>
                  <a:lnTo>
                    <a:pt x="513483" y="72428"/>
                  </a:lnTo>
                  <a:lnTo>
                    <a:pt x="527494" y="52578"/>
                  </a:lnTo>
                  <a:lnTo>
                    <a:pt x="572376" y="52578"/>
                  </a:lnTo>
                  <a:lnTo>
                    <a:pt x="572376" y="49199"/>
                  </a:lnTo>
                  <a:lnTo>
                    <a:pt x="548081" y="49199"/>
                  </a:lnTo>
                  <a:lnTo>
                    <a:pt x="547039" y="46901"/>
                  </a:lnTo>
                  <a:lnTo>
                    <a:pt x="545528" y="44577"/>
                  </a:lnTo>
                  <a:lnTo>
                    <a:pt x="543521" y="42202"/>
                  </a:lnTo>
                  <a:lnTo>
                    <a:pt x="541566" y="39801"/>
                  </a:lnTo>
                  <a:lnTo>
                    <a:pt x="538975" y="37807"/>
                  </a:lnTo>
                  <a:lnTo>
                    <a:pt x="535762" y="36220"/>
                  </a:lnTo>
                  <a:lnTo>
                    <a:pt x="532574" y="34594"/>
                  </a:lnTo>
                  <a:lnTo>
                    <a:pt x="528599" y="33782"/>
                  </a:lnTo>
                  <a:close/>
                </a:path>
                <a:path w="703579" h="152400">
                  <a:moveTo>
                    <a:pt x="572376" y="106438"/>
                  </a:moveTo>
                  <a:lnTo>
                    <a:pt x="549071" y="106438"/>
                  </a:lnTo>
                  <a:lnTo>
                    <a:pt x="549071" y="120091"/>
                  </a:lnTo>
                  <a:lnTo>
                    <a:pt x="572376" y="120091"/>
                  </a:lnTo>
                  <a:lnTo>
                    <a:pt x="572376" y="106438"/>
                  </a:lnTo>
                  <a:close/>
                </a:path>
                <a:path w="703579" h="152400">
                  <a:moveTo>
                    <a:pt x="572376" y="52578"/>
                  </a:moveTo>
                  <a:lnTo>
                    <a:pt x="535190" y="52578"/>
                  </a:lnTo>
                  <a:lnTo>
                    <a:pt x="538478" y="53632"/>
                  </a:lnTo>
                  <a:lnTo>
                    <a:pt x="543750" y="57670"/>
                  </a:lnTo>
                  <a:lnTo>
                    <a:pt x="545782" y="60553"/>
                  </a:lnTo>
                  <a:lnTo>
                    <a:pt x="548517" y="67830"/>
                  </a:lnTo>
                  <a:lnTo>
                    <a:pt x="548624" y="68237"/>
                  </a:lnTo>
                  <a:lnTo>
                    <a:pt x="549300" y="72428"/>
                  </a:lnTo>
                  <a:lnTo>
                    <a:pt x="549300" y="82550"/>
                  </a:lnTo>
                  <a:lnTo>
                    <a:pt x="548599" y="86829"/>
                  </a:lnTo>
                  <a:lnTo>
                    <a:pt x="548522" y="87109"/>
                  </a:lnTo>
                  <a:lnTo>
                    <a:pt x="547128" y="90741"/>
                  </a:lnTo>
                  <a:lnTo>
                    <a:pt x="545731" y="94513"/>
                  </a:lnTo>
                  <a:lnTo>
                    <a:pt x="543699" y="97459"/>
                  </a:lnTo>
                  <a:lnTo>
                    <a:pt x="541091" y="99517"/>
                  </a:lnTo>
                  <a:lnTo>
                    <a:pt x="538284" y="101676"/>
                  </a:lnTo>
                  <a:lnTo>
                    <a:pt x="535190" y="102666"/>
                  </a:lnTo>
                  <a:lnTo>
                    <a:pt x="572376" y="102666"/>
                  </a:lnTo>
                  <a:lnTo>
                    <a:pt x="572376" y="52578"/>
                  </a:lnTo>
                  <a:close/>
                </a:path>
                <a:path w="703579" h="152400">
                  <a:moveTo>
                    <a:pt x="572376" y="6489"/>
                  </a:moveTo>
                  <a:lnTo>
                    <a:pt x="548792" y="6489"/>
                  </a:lnTo>
                  <a:lnTo>
                    <a:pt x="548792" y="49199"/>
                  </a:lnTo>
                  <a:lnTo>
                    <a:pt x="572376" y="49199"/>
                  </a:lnTo>
                  <a:lnTo>
                    <a:pt x="572376" y="6489"/>
                  </a:lnTo>
                  <a:close/>
                </a:path>
                <a:path w="703579" h="152400">
                  <a:moveTo>
                    <a:pt x="611771" y="34886"/>
                  </a:moveTo>
                  <a:lnTo>
                    <a:pt x="588136" y="34886"/>
                  </a:lnTo>
                  <a:lnTo>
                    <a:pt x="588136" y="120091"/>
                  </a:lnTo>
                  <a:lnTo>
                    <a:pt x="611771" y="120091"/>
                  </a:lnTo>
                  <a:lnTo>
                    <a:pt x="611771" y="34886"/>
                  </a:lnTo>
                  <a:close/>
                </a:path>
                <a:path w="703579" h="152400">
                  <a:moveTo>
                    <a:pt x="603529" y="0"/>
                  </a:moveTo>
                  <a:lnTo>
                    <a:pt x="596493" y="0"/>
                  </a:lnTo>
                  <a:lnTo>
                    <a:pt x="593483" y="1181"/>
                  </a:lnTo>
                  <a:lnTo>
                    <a:pt x="588492" y="5867"/>
                  </a:lnTo>
                  <a:lnTo>
                    <a:pt x="587247" y="8661"/>
                  </a:lnTo>
                  <a:lnTo>
                    <a:pt x="587247" y="15214"/>
                  </a:lnTo>
                  <a:lnTo>
                    <a:pt x="588492" y="18046"/>
                  </a:lnTo>
                  <a:lnTo>
                    <a:pt x="590969" y="20408"/>
                  </a:lnTo>
                  <a:lnTo>
                    <a:pt x="593483" y="22733"/>
                  </a:lnTo>
                  <a:lnTo>
                    <a:pt x="596493" y="23901"/>
                  </a:lnTo>
                  <a:lnTo>
                    <a:pt x="603529" y="23901"/>
                  </a:lnTo>
                  <a:lnTo>
                    <a:pt x="606526" y="22733"/>
                  </a:lnTo>
                  <a:lnTo>
                    <a:pt x="611517" y="18046"/>
                  </a:lnTo>
                  <a:lnTo>
                    <a:pt x="612774" y="15214"/>
                  </a:lnTo>
                  <a:lnTo>
                    <a:pt x="612774" y="8661"/>
                  </a:lnTo>
                  <a:lnTo>
                    <a:pt x="611517" y="5867"/>
                  </a:lnTo>
                  <a:lnTo>
                    <a:pt x="609003" y="3543"/>
                  </a:lnTo>
                  <a:lnTo>
                    <a:pt x="606526" y="1181"/>
                  </a:lnTo>
                  <a:lnTo>
                    <a:pt x="603529" y="0"/>
                  </a:lnTo>
                  <a:close/>
                </a:path>
                <a:path w="703579" h="152400">
                  <a:moveTo>
                    <a:pt x="646785" y="34886"/>
                  </a:moveTo>
                  <a:lnTo>
                    <a:pt x="622376" y="34886"/>
                  </a:lnTo>
                  <a:lnTo>
                    <a:pt x="646785" y="77482"/>
                  </a:lnTo>
                  <a:lnTo>
                    <a:pt x="621487" y="120091"/>
                  </a:lnTo>
                  <a:lnTo>
                    <a:pt x="645896" y="120091"/>
                  </a:lnTo>
                  <a:lnTo>
                    <a:pt x="662432" y="90639"/>
                  </a:lnTo>
                  <a:lnTo>
                    <a:pt x="685846" y="90639"/>
                  </a:lnTo>
                  <a:lnTo>
                    <a:pt x="678014" y="77482"/>
                  </a:lnTo>
                  <a:lnTo>
                    <a:pt x="685442" y="64668"/>
                  </a:lnTo>
                  <a:lnTo>
                    <a:pt x="662432" y="64668"/>
                  </a:lnTo>
                  <a:lnTo>
                    <a:pt x="646785" y="34886"/>
                  </a:lnTo>
                  <a:close/>
                </a:path>
                <a:path w="703579" h="152400">
                  <a:moveTo>
                    <a:pt x="685846" y="90639"/>
                  </a:moveTo>
                  <a:lnTo>
                    <a:pt x="662432" y="90639"/>
                  </a:lnTo>
                  <a:lnTo>
                    <a:pt x="679234" y="120091"/>
                  </a:lnTo>
                  <a:lnTo>
                    <a:pt x="703376" y="120091"/>
                  </a:lnTo>
                  <a:lnTo>
                    <a:pt x="685846" y="90639"/>
                  </a:lnTo>
                  <a:close/>
                </a:path>
                <a:path w="703579" h="152400">
                  <a:moveTo>
                    <a:pt x="702703" y="34886"/>
                  </a:moveTo>
                  <a:lnTo>
                    <a:pt x="678459" y="34886"/>
                  </a:lnTo>
                  <a:lnTo>
                    <a:pt x="662432" y="64668"/>
                  </a:lnTo>
                  <a:lnTo>
                    <a:pt x="685442" y="64668"/>
                  </a:lnTo>
                  <a:lnTo>
                    <a:pt x="702703" y="348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3746500" y="0"/>
              <a:ext cx="1214437" cy="633412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3898276" y="106031"/>
              <a:ext cx="901738" cy="312254"/>
            </a:xfrm>
            <a:prstGeom prst="rect">
              <a:avLst/>
            </a:prstGeom>
          </p:spPr>
        </p:pic>
      </p:grpSp>
      <p:pic>
        <p:nvPicPr>
          <p:cNvPr id="102" name="Picture 101">
            <a:extLst>
              <a:ext uri="{FF2B5EF4-FFF2-40B4-BE49-F238E27FC236}">
                <a16:creationId xmlns:a16="http://schemas.microsoft.com/office/drawing/2014/main" id="{34A789B8-05CA-D11D-4475-112FB46A295E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1270000" y="5338700"/>
            <a:ext cx="832954" cy="730800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6E44F37D-F8BF-0E39-D7F2-D1CFF6FD601B}"/>
              </a:ext>
            </a:extLst>
          </p:cNvPr>
          <p:cNvPicPr>
            <a:picLocks noChangeAspect="1"/>
          </p:cNvPicPr>
          <p:nvPr/>
        </p:nvPicPr>
        <p:blipFill>
          <a:blip r:embed="rId6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470" y="4787900"/>
            <a:ext cx="688329" cy="550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8000" y="4419600"/>
            <a:ext cx="9918700" cy="927100"/>
          </a:xfrm>
          <a:custGeom>
            <a:avLst/>
            <a:gdLst/>
            <a:ahLst/>
            <a:cxnLst/>
            <a:rect l="l" t="t" r="r" b="b"/>
            <a:pathLst>
              <a:path w="9918700" h="927100">
                <a:moveTo>
                  <a:pt x="9918700" y="0"/>
                </a:moveTo>
                <a:lnTo>
                  <a:pt x="0" y="0"/>
                </a:lnTo>
                <a:lnTo>
                  <a:pt x="0" y="927100"/>
                </a:lnTo>
                <a:lnTo>
                  <a:pt x="9918700" y="927100"/>
                </a:lnTo>
                <a:lnTo>
                  <a:pt x="9918700" y="0"/>
                </a:lnTo>
                <a:close/>
              </a:path>
            </a:pathLst>
          </a:custGeom>
          <a:solidFill>
            <a:srgbClr val="FBDFF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549275"/>
            <a:ext cx="10447655" cy="7183755"/>
            <a:chOff x="0" y="549275"/>
            <a:chExt cx="10447655" cy="7183755"/>
          </a:xfrm>
        </p:grpSpPr>
        <p:sp>
          <p:nvSpPr>
            <p:cNvPr id="4" name="object 4"/>
            <p:cNvSpPr/>
            <p:nvPr/>
          </p:nvSpPr>
          <p:spPr>
            <a:xfrm>
              <a:off x="114300" y="609597"/>
              <a:ext cx="10325100" cy="469900"/>
            </a:xfrm>
            <a:custGeom>
              <a:avLst/>
              <a:gdLst/>
              <a:ahLst/>
              <a:cxnLst/>
              <a:rect l="l" t="t" r="r" b="b"/>
              <a:pathLst>
                <a:path w="10325100" h="469900">
                  <a:moveTo>
                    <a:pt x="10142435" y="469899"/>
                  </a:moveTo>
                  <a:lnTo>
                    <a:pt x="182422" y="469899"/>
                  </a:lnTo>
                  <a:lnTo>
                    <a:pt x="124763" y="465904"/>
                  </a:lnTo>
                  <a:lnTo>
                    <a:pt x="74686" y="454780"/>
                  </a:lnTo>
                  <a:lnTo>
                    <a:pt x="35197" y="437821"/>
                  </a:lnTo>
                  <a:lnTo>
                    <a:pt x="9300" y="416318"/>
                  </a:lnTo>
                  <a:lnTo>
                    <a:pt x="0" y="391566"/>
                  </a:lnTo>
                  <a:lnTo>
                    <a:pt x="0" y="78231"/>
                  </a:lnTo>
                  <a:lnTo>
                    <a:pt x="35197" y="32013"/>
                  </a:lnTo>
                  <a:lnTo>
                    <a:pt x="74686" y="15083"/>
                  </a:lnTo>
                  <a:lnTo>
                    <a:pt x="124763" y="3984"/>
                  </a:lnTo>
                  <a:lnTo>
                    <a:pt x="182422" y="0"/>
                  </a:lnTo>
                  <a:lnTo>
                    <a:pt x="10142435" y="0"/>
                  </a:lnTo>
                  <a:lnTo>
                    <a:pt x="10200193" y="3984"/>
                  </a:lnTo>
                  <a:lnTo>
                    <a:pt x="10250339" y="15083"/>
                  </a:lnTo>
                  <a:lnTo>
                    <a:pt x="10289872" y="32013"/>
                  </a:lnTo>
                  <a:lnTo>
                    <a:pt x="10325100" y="78231"/>
                  </a:lnTo>
                  <a:lnTo>
                    <a:pt x="10325100" y="391566"/>
                  </a:lnTo>
                  <a:lnTo>
                    <a:pt x="10289872" y="437821"/>
                  </a:lnTo>
                  <a:lnTo>
                    <a:pt x="10250339" y="454780"/>
                  </a:lnTo>
                  <a:lnTo>
                    <a:pt x="10200193" y="465904"/>
                  </a:lnTo>
                  <a:lnTo>
                    <a:pt x="10142435" y="469899"/>
                  </a:lnTo>
                  <a:close/>
                </a:path>
              </a:pathLst>
            </a:custGeom>
            <a:solidFill>
              <a:srgbClr val="FBE3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7950" y="603247"/>
              <a:ext cx="10337800" cy="482600"/>
            </a:xfrm>
            <a:custGeom>
              <a:avLst/>
              <a:gdLst/>
              <a:ahLst/>
              <a:cxnLst/>
              <a:rect l="l" t="t" r="r" b="b"/>
              <a:pathLst>
                <a:path w="10337800" h="482600">
                  <a:moveTo>
                    <a:pt x="12700" y="94373"/>
                  </a:moveTo>
                  <a:lnTo>
                    <a:pt x="0" y="94373"/>
                  </a:lnTo>
                  <a:lnTo>
                    <a:pt x="0" y="80619"/>
                  </a:lnTo>
                  <a:lnTo>
                    <a:pt x="571" y="76733"/>
                  </a:lnTo>
                  <a:lnTo>
                    <a:pt x="1689" y="72961"/>
                  </a:lnTo>
                  <a:lnTo>
                    <a:pt x="13868" y="76517"/>
                  </a:lnTo>
                  <a:lnTo>
                    <a:pt x="13093" y="79184"/>
                  </a:lnTo>
                  <a:lnTo>
                    <a:pt x="12700" y="81876"/>
                  </a:lnTo>
                  <a:lnTo>
                    <a:pt x="12700" y="94373"/>
                  </a:lnTo>
                  <a:close/>
                </a:path>
                <a:path w="10337800" h="482600">
                  <a:moveTo>
                    <a:pt x="12700" y="120484"/>
                  </a:moveTo>
                  <a:lnTo>
                    <a:pt x="0" y="120484"/>
                  </a:lnTo>
                  <a:lnTo>
                    <a:pt x="0" y="100901"/>
                  </a:lnTo>
                  <a:lnTo>
                    <a:pt x="12700" y="100901"/>
                  </a:lnTo>
                  <a:lnTo>
                    <a:pt x="12700" y="120484"/>
                  </a:lnTo>
                  <a:close/>
                </a:path>
                <a:path w="10337800" h="482600">
                  <a:moveTo>
                    <a:pt x="12700" y="146596"/>
                  </a:moveTo>
                  <a:lnTo>
                    <a:pt x="0" y="146596"/>
                  </a:lnTo>
                  <a:lnTo>
                    <a:pt x="0" y="127012"/>
                  </a:lnTo>
                  <a:lnTo>
                    <a:pt x="12700" y="127012"/>
                  </a:lnTo>
                  <a:lnTo>
                    <a:pt x="12700" y="146596"/>
                  </a:lnTo>
                  <a:close/>
                </a:path>
                <a:path w="10337800" h="482600">
                  <a:moveTo>
                    <a:pt x="12700" y="172707"/>
                  </a:moveTo>
                  <a:lnTo>
                    <a:pt x="0" y="172707"/>
                  </a:lnTo>
                  <a:lnTo>
                    <a:pt x="0" y="153123"/>
                  </a:lnTo>
                  <a:lnTo>
                    <a:pt x="12700" y="153123"/>
                  </a:lnTo>
                  <a:lnTo>
                    <a:pt x="12700" y="172707"/>
                  </a:lnTo>
                  <a:close/>
                </a:path>
                <a:path w="10337800" h="482600">
                  <a:moveTo>
                    <a:pt x="12700" y="198818"/>
                  </a:moveTo>
                  <a:lnTo>
                    <a:pt x="0" y="198818"/>
                  </a:lnTo>
                  <a:lnTo>
                    <a:pt x="0" y="179235"/>
                  </a:lnTo>
                  <a:lnTo>
                    <a:pt x="12700" y="179235"/>
                  </a:lnTo>
                  <a:lnTo>
                    <a:pt x="12700" y="198818"/>
                  </a:lnTo>
                  <a:close/>
                </a:path>
                <a:path w="10337800" h="482600">
                  <a:moveTo>
                    <a:pt x="12700" y="224929"/>
                  </a:moveTo>
                  <a:lnTo>
                    <a:pt x="0" y="224929"/>
                  </a:lnTo>
                  <a:lnTo>
                    <a:pt x="0" y="205346"/>
                  </a:lnTo>
                  <a:lnTo>
                    <a:pt x="12700" y="205346"/>
                  </a:lnTo>
                  <a:lnTo>
                    <a:pt x="12700" y="224929"/>
                  </a:lnTo>
                  <a:close/>
                </a:path>
                <a:path w="10337800" h="482600">
                  <a:moveTo>
                    <a:pt x="12700" y="251040"/>
                  </a:moveTo>
                  <a:lnTo>
                    <a:pt x="0" y="251040"/>
                  </a:lnTo>
                  <a:lnTo>
                    <a:pt x="0" y="231457"/>
                  </a:lnTo>
                  <a:lnTo>
                    <a:pt x="12700" y="231457"/>
                  </a:lnTo>
                  <a:lnTo>
                    <a:pt x="12700" y="251040"/>
                  </a:lnTo>
                  <a:close/>
                </a:path>
                <a:path w="10337800" h="482600">
                  <a:moveTo>
                    <a:pt x="12700" y="277152"/>
                  </a:moveTo>
                  <a:lnTo>
                    <a:pt x="0" y="277152"/>
                  </a:lnTo>
                  <a:lnTo>
                    <a:pt x="0" y="257568"/>
                  </a:lnTo>
                  <a:lnTo>
                    <a:pt x="12700" y="257568"/>
                  </a:lnTo>
                  <a:lnTo>
                    <a:pt x="12700" y="277152"/>
                  </a:lnTo>
                  <a:close/>
                </a:path>
                <a:path w="10337800" h="482600">
                  <a:moveTo>
                    <a:pt x="12700" y="303263"/>
                  </a:moveTo>
                  <a:lnTo>
                    <a:pt x="0" y="303263"/>
                  </a:lnTo>
                  <a:lnTo>
                    <a:pt x="0" y="283679"/>
                  </a:lnTo>
                  <a:lnTo>
                    <a:pt x="12700" y="283679"/>
                  </a:lnTo>
                  <a:lnTo>
                    <a:pt x="12700" y="303263"/>
                  </a:lnTo>
                  <a:close/>
                </a:path>
                <a:path w="10337800" h="482600">
                  <a:moveTo>
                    <a:pt x="12700" y="329374"/>
                  </a:moveTo>
                  <a:lnTo>
                    <a:pt x="0" y="329374"/>
                  </a:lnTo>
                  <a:lnTo>
                    <a:pt x="0" y="309791"/>
                  </a:lnTo>
                  <a:lnTo>
                    <a:pt x="12700" y="309791"/>
                  </a:lnTo>
                  <a:lnTo>
                    <a:pt x="12700" y="329374"/>
                  </a:lnTo>
                  <a:close/>
                </a:path>
                <a:path w="10337800" h="482600">
                  <a:moveTo>
                    <a:pt x="12700" y="355485"/>
                  </a:moveTo>
                  <a:lnTo>
                    <a:pt x="0" y="355485"/>
                  </a:lnTo>
                  <a:lnTo>
                    <a:pt x="0" y="335902"/>
                  </a:lnTo>
                  <a:lnTo>
                    <a:pt x="12700" y="335902"/>
                  </a:lnTo>
                  <a:lnTo>
                    <a:pt x="12700" y="355485"/>
                  </a:lnTo>
                  <a:close/>
                </a:path>
                <a:path w="10337800" h="482600">
                  <a:moveTo>
                    <a:pt x="12700" y="381596"/>
                  </a:moveTo>
                  <a:lnTo>
                    <a:pt x="0" y="381596"/>
                  </a:lnTo>
                  <a:lnTo>
                    <a:pt x="0" y="362013"/>
                  </a:lnTo>
                  <a:lnTo>
                    <a:pt x="12700" y="362013"/>
                  </a:lnTo>
                  <a:lnTo>
                    <a:pt x="12700" y="381596"/>
                  </a:lnTo>
                  <a:close/>
                </a:path>
                <a:path w="10337800" h="482600">
                  <a:moveTo>
                    <a:pt x="1689" y="409549"/>
                  </a:moveTo>
                  <a:lnTo>
                    <a:pt x="635" y="405980"/>
                  </a:lnTo>
                  <a:lnTo>
                    <a:pt x="571" y="405764"/>
                  </a:lnTo>
                  <a:lnTo>
                    <a:pt x="0" y="401878"/>
                  </a:lnTo>
                  <a:lnTo>
                    <a:pt x="0" y="388124"/>
                  </a:lnTo>
                  <a:lnTo>
                    <a:pt x="12700" y="388124"/>
                  </a:lnTo>
                  <a:lnTo>
                    <a:pt x="12700" y="400634"/>
                  </a:lnTo>
                  <a:lnTo>
                    <a:pt x="13093" y="403313"/>
                  </a:lnTo>
                  <a:lnTo>
                    <a:pt x="13805" y="405764"/>
                  </a:lnTo>
                  <a:lnTo>
                    <a:pt x="13868" y="405980"/>
                  </a:lnTo>
                  <a:lnTo>
                    <a:pt x="1689" y="409549"/>
                  </a:lnTo>
                  <a:close/>
                </a:path>
                <a:path w="10337800" h="482600">
                  <a:moveTo>
                    <a:pt x="17729" y="434403"/>
                  </a:moveTo>
                  <a:lnTo>
                    <a:pt x="12077" y="428967"/>
                  </a:lnTo>
                  <a:lnTo>
                    <a:pt x="7543" y="423075"/>
                  </a:lnTo>
                  <a:lnTo>
                    <a:pt x="4470" y="416737"/>
                  </a:lnTo>
                  <a:lnTo>
                    <a:pt x="15900" y="411200"/>
                  </a:lnTo>
                  <a:lnTo>
                    <a:pt x="18186" y="415912"/>
                  </a:lnTo>
                  <a:lnTo>
                    <a:pt x="21717" y="420623"/>
                  </a:lnTo>
                  <a:lnTo>
                    <a:pt x="26530" y="425246"/>
                  </a:lnTo>
                  <a:lnTo>
                    <a:pt x="17729" y="434403"/>
                  </a:lnTo>
                  <a:close/>
                </a:path>
                <a:path w="10337800" h="482600">
                  <a:moveTo>
                    <a:pt x="40551" y="450926"/>
                  </a:moveTo>
                  <a:lnTo>
                    <a:pt x="34074" y="447281"/>
                  </a:lnTo>
                  <a:lnTo>
                    <a:pt x="28219" y="443344"/>
                  </a:lnTo>
                  <a:lnTo>
                    <a:pt x="23101" y="439153"/>
                  </a:lnTo>
                  <a:lnTo>
                    <a:pt x="31140" y="429323"/>
                  </a:lnTo>
                  <a:lnTo>
                    <a:pt x="35610" y="432981"/>
                  </a:lnTo>
                  <a:lnTo>
                    <a:pt x="40843" y="436511"/>
                  </a:lnTo>
                  <a:lnTo>
                    <a:pt x="46786" y="439851"/>
                  </a:lnTo>
                  <a:lnTo>
                    <a:pt x="40551" y="450926"/>
                  </a:lnTo>
                  <a:close/>
                </a:path>
                <a:path w="10337800" h="482600">
                  <a:moveTo>
                    <a:pt x="65557" y="462483"/>
                  </a:moveTo>
                  <a:lnTo>
                    <a:pt x="58839" y="459930"/>
                  </a:lnTo>
                  <a:lnTo>
                    <a:pt x="52527" y="457161"/>
                  </a:lnTo>
                  <a:lnTo>
                    <a:pt x="46672" y="454190"/>
                  </a:lnTo>
                  <a:lnTo>
                    <a:pt x="52412" y="442861"/>
                  </a:lnTo>
                  <a:lnTo>
                    <a:pt x="57835" y="445604"/>
                  </a:lnTo>
                  <a:lnTo>
                    <a:pt x="63741" y="448208"/>
                  </a:lnTo>
                  <a:lnTo>
                    <a:pt x="70078" y="450621"/>
                  </a:lnTo>
                  <a:lnTo>
                    <a:pt x="65557" y="462483"/>
                  </a:lnTo>
                  <a:close/>
                </a:path>
                <a:path w="10337800" h="482600">
                  <a:moveTo>
                    <a:pt x="91567" y="470788"/>
                  </a:moveTo>
                  <a:lnTo>
                    <a:pt x="84747" y="468985"/>
                  </a:lnTo>
                  <a:lnTo>
                    <a:pt x="78219" y="466991"/>
                  </a:lnTo>
                  <a:lnTo>
                    <a:pt x="71996" y="464832"/>
                  </a:lnTo>
                  <a:lnTo>
                    <a:pt x="76161" y="452831"/>
                  </a:lnTo>
                  <a:lnTo>
                    <a:pt x="82067" y="454888"/>
                  </a:lnTo>
                  <a:lnTo>
                    <a:pt x="88290" y="456780"/>
                  </a:lnTo>
                  <a:lnTo>
                    <a:pt x="94818" y="458508"/>
                  </a:lnTo>
                  <a:lnTo>
                    <a:pt x="91567" y="470788"/>
                  </a:lnTo>
                  <a:close/>
                </a:path>
                <a:path w="10337800" h="482600">
                  <a:moveTo>
                    <a:pt x="118084" y="476605"/>
                  </a:moveTo>
                  <a:lnTo>
                    <a:pt x="111226" y="475386"/>
                  </a:lnTo>
                  <a:lnTo>
                    <a:pt x="104571" y="474002"/>
                  </a:lnTo>
                  <a:lnTo>
                    <a:pt x="98145" y="472452"/>
                  </a:lnTo>
                  <a:lnTo>
                    <a:pt x="101117" y="460108"/>
                  </a:lnTo>
                  <a:lnTo>
                    <a:pt x="107289" y="461594"/>
                  </a:lnTo>
                  <a:lnTo>
                    <a:pt x="113690" y="462927"/>
                  </a:lnTo>
                  <a:lnTo>
                    <a:pt x="120307" y="464096"/>
                  </a:lnTo>
                  <a:lnTo>
                    <a:pt x="118084" y="476605"/>
                  </a:lnTo>
                  <a:close/>
                </a:path>
                <a:path w="10337800" h="482600">
                  <a:moveTo>
                    <a:pt x="144894" y="480352"/>
                  </a:moveTo>
                  <a:lnTo>
                    <a:pt x="138036" y="479640"/>
                  </a:lnTo>
                  <a:lnTo>
                    <a:pt x="131318" y="478764"/>
                  </a:lnTo>
                  <a:lnTo>
                    <a:pt x="124777" y="477723"/>
                  </a:lnTo>
                  <a:lnTo>
                    <a:pt x="126758" y="465175"/>
                  </a:lnTo>
                  <a:lnTo>
                    <a:pt x="133083" y="466178"/>
                  </a:lnTo>
                  <a:lnTo>
                    <a:pt x="139573" y="467029"/>
                  </a:lnTo>
                  <a:lnTo>
                    <a:pt x="146215" y="467728"/>
                  </a:lnTo>
                  <a:lnTo>
                    <a:pt x="145169" y="477723"/>
                  </a:lnTo>
                  <a:lnTo>
                    <a:pt x="145060" y="478764"/>
                  </a:lnTo>
                  <a:lnTo>
                    <a:pt x="144968" y="479640"/>
                  </a:lnTo>
                  <a:lnTo>
                    <a:pt x="144894" y="480352"/>
                  </a:lnTo>
                  <a:close/>
                </a:path>
                <a:path w="10337800" h="482600">
                  <a:moveTo>
                    <a:pt x="171869" y="482269"/>
                  </a:moveTo>
                  <a:lnTo>
                    <a:pt x="165023" y="482003"/>
                  </a:lnTo>
                  <a:lnTo>
                    <a:pt x="158267" y="481583"/>
                  </a:lnTo>
                  <a:lnTo>
                    <a:pt x="151638" y="480999"/>
                  </a:lnTo>
                  <a:lnTo>
                    <a:pt x="152646" y="469582"/>
                  </a:lnTo>
                  <a:lnTo>
                    <a:pt x="152755" y="468350"/>
                  </a:lnTo>
                  <a:lnTo>
                    <a:pt x="159169" y="468909"/>
                  </a:lnTo>
                  <a:lnTo>
                    <a:pt x="165709" y="469328"/>
                  </a:lnTo>
                  <a:lnTo>
                    <a:pt x="172364" y="469582"/>
                  </a:lnTo>
                  <a:lnTo>
                    <a:pt x="171918" y="480999"/>
                  </a:lnTo>
                  <a:lnTo>
                    <a:pt x="171869" y="482269"/>
                  </a:lnTo>
                  <a:close/>
                </a:path>
                <a:path w="10337800" h="482600">
                  <a:moveTo>
                    <a:pt x="188772" y="482485"/>
                  </a:moveTo>
                  <a:lnTo>
                    <a:pt x="178638" y="482485"/>
                  </a:lnTo>
                  <a:lnTo>
                    <a:pt x="178930" y="469785"/>
                  </a:lnTo>
                  <a:lnTo>
                    <a:pt x="188772" y="469785"/>
                  </a:lnTo>
                  <a:lnTo>
                    <a:pt x="188772" y="482485"/>
                  </a:lnTo>
                  <a:close/>
                </a:path>
                <a:path w="10337800" h="482600">
                  <a:moveTo>
                    <a:pt x="198297" y="482485"/>
                  </a:moveTo>
                  <a:lnTo>
                    <a:pt x="188772" y="482485"/>
                  </a:lnTo>
                  <a:lnTo>
                    <a:pt x="188772" y="469785"/>
                  </a:lnTo>
                  <a:lnTo>
                    <a:pt x="198297" y="469785"/>
                  </a:lnTo>
                  <a:lnTo>
                    <a:pt x="198297" y="482485"/>
                  </a:lnTo>
                  <a:close/>
                </a:path>
                <a:path w="10337800" h="482600">
                  <a:moveTo>
                    <a:pt x="223710" y="482599"/>
                  </a:moveTo>
                  <a:lnTo>
                    <a:pt x="204647" y="482599"/>
                  </a:lnTo>
                  <a:lnTo>
                    <a:pt x="204647" y="469899"/>
                  </a:lnTo>
                  <a:lnTo>
                    <a:pt x="223710" y="469899"/>
                  </a:lnTo>
                  <a:lnTo>
                    <a:pt x="223710" y="482599"/>
                  </a:lnTo>
                  <a:close/>
                </a:path>
                <a:path w="10337800" h="482600">
                  <a:moveTo>
                    <a:pt x="249110" y="482599"/>
                  </a:moveTo>
                  <a:lnTo>
                    <a:pt x="230060" y="482599"/>
                  </a:lnTo>
                  <a:lnTo>
                    <a:pt x="230060" y="469899"/>
                  </a:lnTo>
                  <a:lnTo>
                    <a:pt x="249110" y="469899"/>
                  </a:lnTo>
                  <a:lnTo>
                    <a:pt x="249110" y="482599"/>
                  </a:lnTo>
                  <a:close/>
                </a:path>
                <a:path w="10337800" h="482600">
                  <a:moveTo>
                    <a:pt x="274523" y="482599"/>
                  </a:moveTo>
                  <a:lnTo>
                    <a:pt x="255460" y="482599"/>
                  </a:lnTo>
                  <a:lnTo>
                    <a:pt x="255460" y="469899"/>
                  </a:lnTo>
                  <a:lnTo>
                    <a:pt x="274523" y="469899"/>
                  </a:lnTo>
                  <a:lnTo>
                    <a:pt x="274523" y="482599"/>
                  </a:lnTo>
                  <a:close/>
                </a:path>
                <a:path w="10337800" h="482600">
                  <a:moveTo>
                    <a:pt x="299935" y="482599"/>
                  </a:moveTo>
                  <a:lnTo>
                    <a:pt x="280873" y="482599"/>
                  </a:lnTo>
                  <a:lnTo>
                    <a:pt x="280873" y="469899"/>
                  </a:lnTo>
                  <a:lnTo>
                    <a:pt x="299935" y="469899"/>
                  </a:lnTo>
                  <a:lnTo>
                    <a:pt x="299935" y="482599"/>
                  </a:lnTo>
                  <a:close/>
                </a:path>
                <a:path w="10337800" h="482600">
                  <a:moveTo>
                    <a:pt x="325335" y="482599"/>
                  </a:moveTo>
                  <a:lnTo>
                    <a:pt x="306285" y="482599"/>
                  </a:lnTo>
                  <a:lnTo>
                    <a:pt x="306285" y="469899"/>
                  </a:lnTo>
                  <a:lnTo>
                    <a:pt x="325335" y="469899"/>
                  </a:lnTo>
                  <a:lnTo>
                    <a:pt x="325335" y="482599"/>
                  </a:lnTo>
                  <a:close/>
                </a:path>
                <a:path w="10337800" h="482600">
                  <a:moveTo>
                    <a:pt x="350748" y="482599"/>
                  </a:moveTo>
                  <a:lnTo>
                    <a:pt x="331685" y="482599"/>
                  </a:lnTo>
                  <a:lnTo>
                    <a:pt x="331685" y="469899"/>
                  </a:lnTo>
                  <a:lnTo>
                    <a:pt x="350748" y="469899"/>
                  </a:lnTo>
                  <a:lnTo>
                    <a:pt x="350748" y="482599"/>
                  </a:lnTo>
                  <a:close/>
                </a:path>
                <a:path w="10337800" h="482600">
                  <a:moveTo>
                    <a:pt x="376161" y="482599"/>
                  </a:moveTo>
                  <a:lnTo>
                    <a:pt x="357098" y="482599"/>
                  </a:lnTo>
                  <a:lnTo>
                    <a:pt x="357098" y="469899"/>
                  </a:lnTo>
                  <a:lnTo>
                    <a:pt x="376161" y="469899"/>
                  </a:lnTo>
                  <a:lnTo>
                    <a:pt x="376161" y="482599"/>
                  </a:lnTo>
                  <a:close/>
                </a:path>
                <a:path w="10337800" h="482600">
                  <a:moveTo>
                    <a:pt x="401561" y="482599"/>
                  </a:moveTo>
                  <a:lnTo>
                    <a:pt x="382511" y="482599"/>
                  </a:lnTo>
                  <a:lnTo>
                    <a:pt x="382511" y="469899"/>
                  </a:lnTo>
                  <a:lnTo>
                    <a:pt x="401561" y="469899"/>
                  </a:lnTo>
                  <a:lnTo>
                    <a:pt x="401561" y="482599"/>
                  </a:lnTo>
                  <a:close/>
                </a:path>
                <a:path w="10337800" h="482600">
                  <a:moveTo>
                    <a:pt x="426973" y="482599"/>
                  </a:moveTo>
                  <a:lnTo>
                    <a:pt x="407911" y="482599"/>
                  </a:lnTo>
                  <a:lnTo>
                    <a:pt x="407911" y="469899"/>
                  </a:lnTo>
                  <a:lnTo>
                    <a:pt x="426973" y="469899"/>
                  </a:lnTo>
                  <a:lnTo>
                    <a:pt x="426973" y="482599"/>
                  </a:lnTo>
                  <a:close/>
                </a:path>
                <a:path w="10337800" h="482600">
                  <a:moveTo>
                    <a:pt x="452373" y="482599"/>
                  </a:moveTo>
                  <a:lnTo>
                    <a:pt x="433323" y="482599"/>
                  </a:lnTo>
                  <a:lnTo>
                    <a:pt x="433323" y="469899"/>
                  </a:lnTo>
                  <a:lnTo>
                    <a:pt x="452373" y="469899"/>
                  </a:lnTo>
                  <a:lnTo>
                    <a:pt x="452373" y="482599"/>
                  </a:lnTo>
                  <a:close/>
                </a:path>
                <a:path w="10337800" h="482600">
                  <a:moveTo>
                    <a:pt x="477786" y="482599"/>
                  </a:moveTo>
                  <a:lnTo>
                    <a:pt x="458736" y="482599"/>
                  </a:lnTo>
                  <a:lnTo>
                    <a:pt x="458736" y="469899"/>
                  </a:lnTo>
                  <a:lnTo>
                    <a:pt x="477786" y="469899"/>
                  </a:lnTo>
                  <a:lnTo>
                    <a:pt x="477786" y="482599"/>
                  </a:lnTo>
                  <a:close/>
                </a:path>
                <a:path w="10337800" h="482600">
                  <a:moveTo>
                    <a:pt x="503199" y="482599"/>
                  </a:moveTo>
                  <a:lnTo>
                    <a:pt x="484136" y="482599"/>
                  </a:lnTo>
                  <a:lnTo>
                    <a:pt x="484136" y="469899"/>
                  </a:lnTo>
                  <a:lnTo>
                    <a:pt x="503199" y="469899"/>
                  </a:lnTo>
                  <a:lnTo>
                    <a:pt x="503199" y="482599"/>
                  </a:lnTo>
                  <a:close/>
                </a:path>
                <a:path w="10337800" h="482600">
                  <a:moveTo>
                    <a:pt x="528599" y="482599"/>
                  </a:moveTo>
                  <a:lnTo>
                    <a:pt x="509549" y="482599"/>
                  </a:lnTo>
                  <a:lnTo>
                    <a:pt x="509549" y="469899"/>
                  </a:lnTo>
                  <a:lnTo>
                    <a:pt x="528599" y="469899"/>
                  </a:lnTo>
                  <a:lnTo>
                    <a:pt x="528599" y="482599"/>
                  </a:lnTo>
                  <a:close/>
                </a:path>
                <a:path w="10337800" h="482600">
                  <a:moveTo>
                    <a:pt x="554012" y="482599"/>
                  </a:moveTo>
                  <a:lnTo>
                    <a:pt x="534962" y="482599"/>
                  </a:lnTo>
                  <a:lnTo>
                    <a:pt x="534962" y="469899"/>
                  </a:lnTo>
                  <a:lnTo>
                    <a:pt x="554012" y="469899"/>
                  </a:lnTo>
                  <a:lnTo>
                    <a:pt x="554012" y="482599"/>
                  </a:lnTo>
                  <a:close/>
                </a:path>
                <a:path w="10337800" h="482600">
                  <a:moveTo>
                    <a:pt x="579424" y="482599"/>
                  </a:moveTo>
                  <a:lnTo>
                    <a:pt x="560362" y="482599"/>
                  </a:lnTo>
                  <a:lnTo>
                    <a:pt x="560362" y="469899"/>
                  </a:lnTo>
                  <a:lnTo>
                    <a:pt x="579424" y="469899"/>
                  </a:lnTo>
                  <a:lnTo>
                    <a:pt x="579424" y="482599"/>
                  </a:lnTo>
                  <a:close/>
                </a:path>
                <a:path w="10337800" h="482600">
                  <a:moveTo>
                    <a:pt x="604824" y="482599"/>
                  </a:moveTo>
                  <a:lnTo>
                    <a:pt x="585774" y="482599"/>
                  </a:lnTo>
                  <a:lnTo>
                    <a:pt x="585774" y="469899"/>
                  </a:lnTo>
                  <a:lnTo>
                    <a:pt x="604824" y="469899"/>
                  </a:lnTo>
                  <a:lnTo>
                    <a:pt x="604824" y="482599"/>
                  </a:lnTo>
                  <a:close/>
                </a:path>
                <a:path w="10337800" h="482600">
                  <a:moveTo>
                    <a:pt x="630237" y="482599"/>
                  </a:moveTo>
                  <a:lnTo>
                    <a:pt x="611187" y="482599"/>
                  </a:lnTo>
                  <a:lnTo>
                    <a:pt x="611187" y="469899"/>
                  </a:lnTo>
                  <a:lnTo>
                    <a:pt x="630237" y="469899"/>
                  </a:lnTo>
                  <a:lnTo>
                    <a:pt x="630237" y="482599"/>
                  </a:lnTo>
                  <a:close/>
                </a:path>
                <a:path w="10337800" h="482600">
                  <a:moveTo>
                    <a:pt x="655650" y="482599"/>
                  </a:moveTo>
                  <a:lnTo>
                    <a:pt x="636587" y="482599"/>
                  </a:lnTo>
                  <a:lnTo>
                    <a:pt x="636587" y="469899"/>
                  </a:lnTo>
                  <a:lnTo>
                    <a:pt x="655650" y="469899"/>
                  </a:lnTo>
                  <a:lnTo>
                    <a:pt x="655650" y="482599"/>
                  </a:lnTo>
                  <a:close/>
                </a:path>
                <a:path w="10337800" h="482600">
                  <a:moveTo>
                    <a:pt x="681050" y="482599"/>
                  </a:moveTo>
                  <a:lnTo>
                    <a:pt x="662000" y="482599"/>
                  </a:lnTo>
                  <a:lnTo>
                    <a:pt x="662000" y="469899"/>
                  </a:lnTo>
                  <a:lnTo>
                    <a:pt x="681050" y="469899"/>
                  </a:lnTo>
                  <a:lnTo>
                    <a:pt x="681050" y="482599"/>
                  </a:lnTo>
                  <a:close/>
                </a:path>
                <a:path w="10337800" h="482600">
                  <a:moveTo>
                    <a:pt x="706462" y="482599"/>
                  </a:moveTo>
                  <a:lnTo>
                    <a:pt x="687400" y="482599"/>
                  </a:lnTo>
                  <a:lnTo>
                    <a:pt x="687400" y="469899"/>
                  </a:lnTo>
                  <a:lnTo>
                    <a:pt x="706462" y="469899"/>
                  </a:lnTo>
                  <a:lnTo>
                    <a:pt x="706462" y="482599"/>
                  </a:lnTo>
                  <a:close/>
                </a:path>
                <a:path w="10337800" h="482600">
                  <a:moveTo>
                    <a:pt x="731875" y="482599"/>
                  </a:moveTo>
                  <a:lnTo>
                    <a:pt x="712812" y="482599"/>
                  </a:lnTo>
                  <a:lnTo>
                    <a:pt x="712812" y="469899"/>
                  </a:lnTo>
                  <a:lnTo>
                    <a:pt x="731875" y="469899"/>
                  </a:lnTo>
                  <a:lnTo>
                    <a:pt x="731875" y="482599"/>
                  </a:lnTo>
                  <a:close/>
                </a:path>
                <a:path w="10337800" h="482600">
                  <a:moveTo>
                    <a:pt x="757275" y="482599"/>
                  </a:moveTo>
                  <a:lnTo>
                    <a:pt x="738225" y="482599"/>
                  </a:lnTo>
                  <a:lnTo>
                    <a:pt x="738225" y="469899"/>
                  </a:lnTo>
                  <a:lnTo>
                    <a:pt x="757275" y="469899"/>
                  </a:lnTo>
                  <a:lnTo>
                    <a:pt x="757275" y="482599"/>
                  </a:lnTo>
                  <a:close/>
                </a:path>
                <a:path w="10337800" h="482600">
                  <a:moveTo>
                    <a:pt x="782688" y="482599"/>
                  </a:moveTo>
                  <a:lnTo>
                    <a:pt x="763625" y="482599"/>
                  </a:lnTo>
                  <a:lnTo>
                    <a:pt x="763625" y="469899"/>
                  </a:lnTo>
                  <a:lnTo>
                    <a:pt x="782688" y="469899"/>
                  </a:lnTo>
                  <a:lnTo>
                    <a:pt x="782688" y="482599"/>
                  </a:lnTo>
                  <a:close/>
                </a:path>
                <a:path w="10337800" h="482600">
                  <a:moveTo>
                    <a:pt x="808101" y="482599"/>
                  </a:moveTo>
                  <a:lnTo>
                    <a:pt x="789038" y="482599"/>
                  </a:lnTo>
                  <a:lnTo>
                    <a:pt x="789038" y="469899"/>
                  </a:lnTo>
                  <a:lnTo>
                    <a:pt x="808101" y="469899"/>
                  </a:lnTo>
                  <a:lnTo>
                    <a:pt x="808101" y="482599"/>
                  </a:lnTo>
                  <a:close/>
                </a:path>
                <a:path w="10337800" h="482600">
                  <a:moveTo>
                    <a:pt x="833501" y="482599"/>
                  </a:moveTo>
                  <a:lnTo>
                    <a:pt x="814451" y="482599"/>
                  </a:lnTo>
                  <a:lnTo>
                    <a:pt x="814451" y="469899"/>
                  </a:lnTo>
                  <a:lnTo>
                    <a:pt x="833501" y="469899"/>
                  </a:lnTo>
                  <a:lnTo>
                    <a:pt x="833501" y="482599"/>
                  </a:lnTo>
                  <a:close/>
                </a:path>
                <a:path w="10337800" h="482600">
                  <a:moveTo>
                    <a:pt x="858913" y="482599"/>
                  </a:moveTo>
                  <a:lnTo>
                    <a:pt x="839851" y="482599"/>
                  </a:lnTo>
                  <a:lnTo>
                    <a:pt x="839851" y="469899"/>
                  </a:lnTo>
                  <a:lnTo>
                    <a:pt x="858913" y="469899"/>
                  </a:lnTo>
                  <a:lnTo>
                    <a:pt x="858913" y="482599"/>
                  </a:lnTo>
                  <a:close/>
                </a:path>
                <a:path w="10337800" h="482600">
                  <a:moveTo>
                    <a:pt x="884313" y="482599"/>
                  </a:moveTo>
                  <a:lnTo>
                    <a:pt x="865263" y="482599"/>
                  </a:lnTo>
                  <a:lnTo>
                    <a:pt x="865263" y="469899"/>
                  </a:lnTo>
                  <a:lnTo>
                    <a:pt x="884313" y="469899"/>
                  </a:lnTo>
                  <a:lnTo>
                    <a:pt x="884313" y="482599"/>
                  </a:lnTo>
                  <a:close/>
                </a:path>
                <a:path w="10337800" h="482600">
                  <a:moveTo>
                    <a:pt x="909726" y="482599"/>
                  </a:moveTo>
                  <a:lnTo>
                    <a:pt x="890676" y="482599"/>
                  </a:lnTo>
                  <a:lnTo>
                    <a:pt x="890676" y="469899"/>
                  </a:lnTo>
                  <a:lnTo>
                    <a:pt x="909726" y="469899"/>
                  </a:lnTo>
                  <a:lnTo>
                    <a:pt x="909726" y="482599"/>
                  </a:lnTo>
                  <a:close/>
                </a:path>
                <a:path w="10337800" h="482600">
                  <a:moveTo>
                    <a:pt x="935139" y="482599"/>
                  </a:moveTo>
                  <a:lnTo>
                    <a:pt x="916076" y="482599"/>
                  </a:lnTo>
                  <a:lnTo>
                    <a:pt x="916076" y="469899"/>
                  </a:lnTo>
                  <a:lnTo>
                    <a:pt x="935139" y="469899"/>
                  </a:lnTo>
                  <a:lnTo>
                    <a:pt x="935139" y="482599"/>
                  </a:lnTo>
                  <a:close/>
                </a:path>
                <a:path w="10337800" h="482600">
                  <a:moveTo>
                    <a:pt x="960539" y="482599"/>
                  </a:moveTo>
                  <a:lnTo>
                    <a:pt x="941489" y="482599"/>
                  </a:lnTo>
                  <a:lnTo>
                    <a:pt x="941489" y="469899"/>
                  </a:lnTo>
                  <a:lnTo>
                    <a:pt x="960539" y="469899"/>
                  </a:lnTo>
                  <a:lnTo>
                    <a:pt x="960539" y="482599"/>
                  </a:lnTo>
                  <a:close/>
                </a:path>
                <a:path w="10337800" h="482600">
                  <a:moveTo>
                    <a:pt x="985951" y="482599"/>
                  </a:moveTo>
                  <a:lnTo>
                    <a:pt x="966901" y="482599"/>
                  </a:lnTo>
                  <a:lnTo>
                    <a:pt x="966901" y="469899"/>
                  </a:lnTo>
                  <a:lnTo>
                    <a:pt x="985951" y="469899"/>
                  </a:lnTo>
                  <a:lnTo>
                    <a:pt x="985951" y="482599"/>
                  </a:lnTo>
                  <a:close/>
                </a:path>
                <a:path w="10337800" h="482600">
                  <a:moveTo>
                    <a:pt x="1011364" y="482599"/>
                  </a:moveTo>
                  <a:lnTo>
                    <a:pt x="992301" y="482599"/>
                  </a:lnTo>
                  <a:lnTo>
                    <a:pt x="992301" y="469899"/>
                  </a:lnTo>
                  <a:lnTo>
                    <a:pt x="1011364" y="469899"/>
                  </a:lnTo>
                  <a:lnTo>
                    <a:pt x="1011364" y="482599"/>
                  </a:lnTo>
                  <a:close/>
                </a:path>
                <a:path w="10337800" h="482600">
                  <a:moveTo>
                    <a:pt x="1036764" y="482599"/>
                  </a:moveTo>
                  <a:lnTo>
                    <a:pt x="1017714" y="482599"/>
                  </a:lnTo>
                  <a:lnTo>
                    <a:pt x="1017714" y="469899"/>
                  </a:lnTo>
                  <a:lnTo>
                    <a:pt x="1036764" y="469899"/>
                  </a:lnTo>
                  <a:lnTo>
                    <a:pt x="1036764" y="482599"/>
                  </a:lnTo>
                  <a:close/>
                </a:path>
                <a:path w="10337800" h="482600">
                  <a:moveTo>
                    <a:pt x="1062177" y="482599"/>
                  </a:moveTo>
                  <a:lnTo>
                    <a:pt x="1043114" y="482599"/>
                  </a:lnTo>
                  <a:lnTo>
                    <a:pt x="1043114" y="469899"/>
                  </a:lnTo>
                  <a:lnTo>
                    <a:pt x="1062177" y="469899"/>
                  </a:lnTo>
                  <a:lnTo>
                    <a:pt x="1062177" y="482599"/>
                  </a:lnTo>
                  <a:close/>
                </a:path>
                <a:path w="10337800" h="482600">
                  <a:moveTo>
                    <a:pt x="1087589" y="482599"/>
                  </a:moveTo>
                  <a:lnTo>
                    <a:pt x="1068527" y="482599"/>
                  </a:lnTo>
                  <a:lnTo>
                    <a:pt x="1068527" y="469899"/>
                  </a:lnTo>
                  <a:lnTo>
                    <a:pt x="1087589" y="469899"/>
                  </a:lnTo>
                  <a:lnTo>
                    <a:pt x="1087589" y="482599"/>
                  </a:lnTo>
                  <a:close/>
                </a:path>
                <a:path w="10337800" h="482600">
                  <a:moveTo>
                    <a:pt x="1112989" y="482599"/>
                  </a:moveTo>
                  <a:lnTo>
                    <a:pt x="1093939" y="482599"/>
                  </a:lnTo>
                  <a:lnTo>
                    <a:pt x="1093939" y="469899"/>
                  </a:lnTo>
                  <a:lnTo>
                    <a:pt x="1112989" y="469899"/>
                  </a:lnTo>
                  <a:lnTo>
                    <a:pt x="1112989" y="482599"/>
                  </a:lnTo>
                  <a:close/>
                </a:path>
                <a:path w="10337800" h="482600">
                  <a:moveTo>
                    <a:pt x="1138402" y="482599"/>
                  </a:moveTo>
                  <a:lnTo>
                    <a:pt x="1119339" y="482599"/>
                  </a:lnTo>
                  <a:lnTo>
                    <a:pt x="1119339" y="469899"/>
                  </a:lnTo>
                  <a:lnTo>
                    <a:pt x="1138402" y="469899"/>
                  </a:lnTo>
                  <a:lnTo>
                    <a:pt x="1138402" y="482599"/>
                  </a:lnTo>
                  <a:close/>
                </a:path>
                <a:path w="10337800" h="482600">
                  <a:moveTo>
                    <a:pt x="1163815" y="482599"/>
                  </a:moveTo>
                  <a:lnTo>
                    <a:pt x="1144752" y="482599"/>
                  </a:lnTo>
                  <a:lnTo>
                    <a:pt x="1144752" y="469899"/>
                  </a:lnTo>
                  <a:lnTo>
                    <a:pt x="1163815" y="469899"/>
                  </a:lnTo>
                  <a:lnTo>
                    <a:pt x="1163815" y="482599"/>
                  </a:lnTo>
                  <a:close/>
                </a:path>
                <a:path w="10337800" h="482600">
                  <a:moveTo>
                    <a:pt x="1189215" y="482599"/>
                  </a:moveTo>
                  <a:lnTo>
                    <a:pt x="1170165" y="482599"/>
                  </a:lnTo>
                  <a:lnTo>
                    <a:pt x="1170165" y="469899"/>
                  </a:lnTo>
                  <a:lnTo>
                    <a:pt x="1189215" y="469899"/>
                  </a:lnTo>
                  <a:lnTo>
                    <a:pt x="1189215" y="482599"/>
                  </a:lnTo>
                  <a:close/>
                </a:path>
                <a:path w="10337800" h="482600">
                  <a:moveTo>
                    <a:pt x="1214628" y="482599"/>
                  </a:moveTo>
                  <a:lnTo>
                    <a:pt x="1195565" y="482599"/>
                  </a:lnTo>
                  <a:lnTo>
                    <a:pt x="1195565" y="469899"/>
                  </a:lnTo>
                  <a:lnTo>
                    <a:pt x="1214628" y="469899"/>
                  </a:lnTo>
                  <a:lnTo>
                    <a:pt x="1214628" y="482599"/>
                  </a:lnTo>
                  <a:close/>
                </a:path>
                <a:path w="10337800" h="482600">
                  <a:moveTo>
                    <a:pt x="1240028" y="482599"/>
                  </a:moveTo>
                  <a:lnTo>
                    <a:pt x="1220978" y="482599"/>
                  </a:lnTo>
                  <a:lnTo>
                    <a:pt x="1220978" y="469899"/>
                  </a:lnTo>
                  <a:lnTo>
                    <a:pt x="1240028" y="469899"/>
                  </a:lnTo>
                  <a:lnTo>
                    <a:pt x="1240028" y="482599"/>
                  </a:lnTo>
                  <a:close/>
                </a:path>
                <a:path w="10337800" h="482600">
                  <a:moveTo>
                    <a:pt x="1265440" y="482599"/>
                  </a:moveTo>
                  <a:lnTo>
                    <a:pt x="1246390" y="482599"/>
                  </a:lnTo>
                  <a:lnTo>
                    <a:pt x="1246390" y="469899"/>
                  </a:lnTo>
                  <a:lnTo>
                    <a:pt x="1265440" y="469899"/>
                  </a:lnTo>
                  <a:lnTo>
                    <a:pt x="1265440" y="482599"/>
                  </a:lnTo>
                  <a:close/>
                </a:path>
                <a:path w="10337800" h="482600">
                  <a:moveTo>
                    <a:pt x="1290853" y="482599"/>
                  </a:moveTo>
                  <a:lnTo>
                    <a:pt x="1271790" y="482599"/>
                  </a:lnTo>
                  <a:lnTo>
                    <a:pt x="1271790" y="469899"/>
                  </a:lnTo>
                  <a:lnTo>
                    <a:pt x="1290853" y="469899"/>
                  </a:lnTo>
                  <a:lnTo>
                    <a:pt x="1290853" y="482599"/>
                  </a:lnTo>
                  <a:close/>
                </a:path>
                <a:path w="10337800" h="482600">
                  <a:moveTo>
                    <a:pt x="1316253" y="482599"/>
                  </a:moveTo>
                  <a:lnTo>
                    <a:pt x="1297203" y="482599"/>
                  </a:lnTo>
                  <a:lnTo>
                    <a:pt x="1297203" y="469899"/>
                  </a:lnTo>
                  <a:lnTo>
                    <a:pt x="1316253" y="469899"/>
                  </a:lnTo>
                  <a:lnTo>
                    <a:pt x="1316253" y="482599"/>
                  </a:lnTo>
                  <a:close/>
                </a:path>
                <a:path w="10337800" h="482600">
                  <a:moveTo>
                    <a:pt x="1341666" y="482599"/>
                  </a:moveTo>
                  <a:lnTo>
                    <a:pt x="1322616" y="482599"/>
                  </a:lnTo>
                  <a:lnTo>
                    <a:pt x="1322616" y="469899"/>
                  </a:lnTo>
                  <a:lnTo>
                    <a:pt x="1341666" y="469899"/>
                  </a:lnTo>
                  <a:lnTo>
                    <a:pt x="1341666" y="482599"/>
                  </a:lnTo>
                  <a:close/>
                </a:path>
                <a:path w="10337800" h="482600">
                  <a:moveTo>
                    <a:pt x="1367078" y="482599"/>
                  </a:moveTo>
                  <a:lnTo>
                    <a:pt x="1348016" y="482599"/>
                  </a:lnTo>
                  <a:lnTo>
                    <a:pt x="1348016" y="469899"/>
                  </a:lnTo>
                  <a:lnTo>
                    <a:pt x="1367078" y="469899"/>
                  </a:lnTo>
                  <a:lnTo>
                    <a:pt x="1367078" y="482599"/>
                  </a:lnTo>
                  <a:close/>
                </a:path>
                <a:path w="10337800" h="482600">
                  <a:moveTo>
                    <a:pt x="1392478" y="482599"/>
                  </a:moveTo>
                  <a:lnTo>
                    <a:pt x="1373428" y="482599"/>
                  </a:lnTo>
                  <a:lnTo>
                    <a:pt x="1373428" y="469899"/>
                  </a:lnTo>
                  <a:lnTo>
                    <a:pt x="1392478" y="469899"/>
                  </a:lnTo>
                  <a:lnTo>
                    <a:pt x="1392478" y="482599"/>
                  </a:lnTo>
                  <a:close/>
                </a:path>
                <a:path w="10337800" h="482600">
                  <a:moveTo>
                    <a:pt x="1417891" y="482599"/>
                  </a:moveTo>
                  <a:lnTo>
                    <a:pt x="1398828" y="482599"/>
                  </a:lnTo>
                  <a:lnTo>
                    <a:pt x="1398828" y="469899"/>
                  </a:lnTo>
                  <a:lnTo>
                    <a:pt x="1417891" y="469899"/>
                  </a:lnTo>
                  <a:lnTo>
                    <a:pt x="1417891" y="482599"/>
                  </a:lnTo>
                  <a:close/>
                </a:path>
                <a:path w="10337800" h="482600">
                  <a:moveTo>
                    <a:pt x="1443304" y="482599"/>
                  </a:moveTo>
                  <a:lnTo>
                    <a:pt x="1424241" y="482599"/>
                  </a:lnTo>
                  <a:lnTo>
                    <a:pt x="1424241" y="469899"/>
                  </a:lnTo>
                  <a:lnTo>
                    <a:pt x="1443304" y="469899"/>
                  </a:lnTo>
                  <a:lnTo>
                    <a:pt x="1443304" y="482599"/>
                  </a:lnTo>
                  <a:close/>
                </a:path>
                <a:path w="10337800" h="482600">
                  <a:moveTo>
                    <a:pt x="1468704" y="482599"/>
                  </a:moveTo>
                  <a:lnTo>
                    <a:pt x="1449654" y="482599"/>
                  </a:lnTo>
                  <a:lnTo>
                    <a:pt x="1449654" y="469899"/>
                  </a:lnTo>
                  <a:lnTo>
                    <a:pt x="1468704" y="469899"/>
                  </a:lnTo>
                  <a:lnTo>
                    <a:pt x="1468704" y="482599"/>
                  </a:lnTo>
                  <a:close/>
                </a:path>
                <a:path w="10337800" h="482600">
                  <a:moveTo>
                    <a:pt x="1494116" y="482599"/>
                  </a:moveTo>
                  <a:lnTo>
                    <a:pt x="1475054" y="482599"/>
                  </a:lnTo>
                  <a:lnTo>
                    <a:pt x="1475054" y="469899"/>
                  </a:lnTo>
                  <a:lnTo>
                    <a:pt x="1494116" y="469899"/>
                  </a:lnTo>
                  <a:lnTo>
                    <a:pt x="1494116" y="482599"/>
                  </a:lnTo>
                  <a:close/>
                </a:path>
                <a:path w="10337800" h="482600">
                  <a:moveTo>
                    <a:pt x="1519529" y="482599"/>
                  </a:moveTo>
                  <a:lnTo>
                    <a:pt x="1500466" y="482599"/>
                  </a:lnTo>
                  <a:lnTo>
                    <a:pt x="1500466" y="469899"/>
                  </a:lnTo>
                  <a:lnTo>
                    <a:pt x="1519529" y="469899"/>
                  </a:lnTo>
                  <a:lnTo>
                    <a:pt x="1519529" y="482599"/>
                  </a:lnTo>
                  <a:close/>
                </a:path>
                <a:path w="10337800" h="482600">
                  <a:moveTo>
                    <a:pt x="1544929" y="482599"/>
                  </a:moveTo>
                  <a:lnTo>
                    <a:pt x="1525879" y="482599"/>
                  </a:lnTo>
                  <a:lnTo>
                    <a:pt x="1525879" y="469899"/>
                  </a:lnTo>
                  <a:lnTo>
                    <a:pt x="1544929" y="469899"/>
                  </a:lnTo>
                  <a:lnTo>
                    <a:pt x="1544929" y="482599"/>
                  </a:lnTo>
                  <a:close/>
                </a:path>
                <a:path w="10337800" h="482600">
                  <a:moveTo>
                    <a:pt x="1570342" y="482599"/>
                  </a:moveTo>
                  <a:lnTo>
                    <a:pt x="1551279" y="482599"/>
                  </a:lnTo>
                  <a:lnTo>
                    <a:pt x="1551279" y="469899"/>
                  </a:lnTo>
                  <a:lnTo>
                    <a:pt x="1570342" y="469899"/>
                  </a:lnTo>
                  <a:lnTo>
                    <a:pt x="1570342" y="482599"/>
                  </a:lnTo>
                  <a:close/>
                </a:path>
                <a:path w="10337800" h="482600">
                  <a:moveTo>
                    <a:pt x="1595742" y="482599"/>
                  </a:moveTo>
                  <a:lnTo>
                    <a:pt x="1576692" y="482599"/>
                  </a:lnTo>
                  <a:lnTo>
                    <a:pt x="1576692" y="469899"/>
                  </a:lnTo>
                  <a:lnTo>
                    <a:pt x="1595742" y="469899"/>
                  </a:lnTo>
                  <a:lnTo>
                    <a:pt x="1595742" y="482599"/>
                  </a:lnTo>
                  <a:close/>
                </a:path>
                <a:path w="10337800" h="482600">
                  <a:moveTo>
                    <a:pt x="1621155" y="482599"/>
                  </a:moveTo>
                  <a:lnTo>
                    <a:pt x="1602105" y="482599"/>
                  </a:lnTo>
                  <a:lnTo>
                    <a:pt x="1602105" y="469899"/>
                  </a:lnTo>
                  <a:lnTo>
                    <a:pt x="1621155" y="469899"/>
                  </a:lnTo>
                  <a:lnTo>
                    <a:pt x="1621155" y="482599"/>
                  </a:lnTo>
                  <a:close/>
                </a:path>
                <a:path w="10337800" h="482600">
                  <a:moveTo>
                    <a:pt x="1646567" y="482599"/>
                  </a:moveTo>
                  <a:lnTo>
                    <a:pt x="1627505" y="482599"/>
                  </a:lnTo>
                  <a:lnTo>
                    <a:pt x="1627505" y="469899"/>
                  </a:lnTo>
                  <a:lnTo>
                    <a:pt x="1646567" y="469899"/>
                  </a:lnTo>
                  <a:lnTo>
                    <a:pt x="1646567" y="482599"/>
                  </a:lnTo>
                  <a:close/>
                </a:path>
                <a:path w="10337800" h="482600">
                  <a:moveTo>
                    <a:pt x="1671967" y="482599"/>
                  </a:moveTo>
                  <a:lnTo>
                    <a:pt x="1652917" y="482599"/>
                  </a:lnTo>
                  <a:lnTo>
                    <a:pt x="1652917" y="469899"/>
                  </a:lnTo>
                  <a:lnTo>
                    <a:pt x="1671967" y="469899"/>
                  </a:lnTo>
                  <a:lnTo>
                    <a:pt x="1671967" y="482599"/>
                  </a:lnTo>
                  <a:close/>
                </a:path>
                <a:path w="10337800" h="482600">
                  <a:moveTo>
                    <a:pt x="1697380" y="482599"/>
                  </a:moveTo>
                  <a:lnTo>
                    <a:pt x="1678330" y="482599"/>
                  </a:lnTo>
                  <a:lnTo>
                    <a:pt x="1678330" y="469899"/>
                  </a:lnTo>
                  <a:lnTo>
                    <a:pt x="1697380" y="469899"/>
                  </a:lnTo>
                  <a:lnTo>
                    <a:pt x="1697380" y="482599"/>
                  </a:lnTo>
                  <a:close/>
                </a:path>
                <a:path w="10337800" h="482600">
                  <a:moveTo>
                    <a:pt x="1722793" y="482599"/>
                  </a:moveTo>
                  <a:lnTo>
                    <a:pt x="1703730" y="482599"/>
                  </a:lnTo>
                  <a:lnTo>
                    <a:pt x="1703730" y="469899"/>
                  </a:lnTo>
                  <a:lnTo>
                    <a:pt x="1722793" y="469899"/>
                  </a:lnTo>
                  <a:lnTo>
                    <a:pt x="1722793" y="482599"/>
                  </a:lnTo>
                  <a:close/>
                </a:path>
                <a:path w="10337800" h="482600">
                  <a:moveTo>
                    <a:pt x="1748193" y="482599"/>
                  </a:moveTo>
                  <a:lnTo>
                    <a:pt x="1729143" y="482599"/>
                  </a:lnTo>
                  <a:lnTo>
                    <a:pt x="1729143" y="469899"/>
                  </a:lnTo>
                  <a:lnTo>
                    <a:pt x="1748193" y="469899"/>
                  </a:lnTo>
                  <a:lnTo>
                    <a:pt x="1748193" y="482599"/>
                  </a:lnTo>
                  <a:close/>
                </a:path>
                <a:path w="10337800" h="482600">
                  <a:moveTo>
                    <a:pt x="1773605" y="482599"/>
                  </a:moveTo>
                  <a:lnTo>
                    <a:pt x="1754543" y="482599"/>
                  </a:lnTo>
                  <a:lnTo>
                    <a:pt x="1754543" y="469899"/>
                  </a:lnTo>
                  <a:lnTo>
                    <a:pt x="1773605" y="469899"/>
                  </a:lnTo>
                  <a:lnTo>
                    <a:pt x="1773605" y="482599"/>
                  </a:lnTo>
                  <a:close/>
                </a:path>
                <a:path w="10337800" h="482600">
                  <a:moveTo>
                    <a:pt x="1799018" y="482599"/>
                  </a:moveTo>
                  <a:lnTo>
                    <a:pt x="1779955" y="482599"/>
                  </a:lnTo>
                  <a:lnTo>
                    <a:pt x="1779955" y="469899"/>
                  </a:lnTo>
                  <a:lnTo>
                    <a:pt x="1799018" y="469899"/>
                  </a:lnTo>
                  <a:lnTo>
                    <a:pt x="1799018" y="482599"/>
                  </a:lnTo>
                  <a:close/>
                </a:path>
                <a:path w="10337800" h="482600">
                  <a:moveTo>
                    <a:pt x="1824418" y="482599"/>
                  </a:moveTo>
                  <a:lnTo>
                    <a:pt x="1805368" y="482599"/>
                  </a:lnTo>
                  <a:lnTo>
                    <a:pt x="1805368" y="469899"/>
                  </a:lnTo>
                  <a:lnTo>
                    <a:pt x="1824418" y="469899"/>
                  </a:lnTo>
                  <a:lnTo>
                    <a:pt x="1824418" y="482599"/>
                  </a:lnTo>
                  <a:close/>
                </a:path>
                <a:path w="10337800" h="482600">
                  <a:moveTo>
                    <a:pt x="1849831" y="482599"/>
                  </a:moveTo>
                  <a:lnTo>
                    <a:pt x="1830768" y="482599"/>
                  </a:lnTo>
                  <a:lnTo>
                    <a:pt x="1830768" y="469899"/>
                  </a:lnTo>
                  <a:lnTo>
                    <a:pt x="1849831" y="469899"/>
                  </a:lnTo>
                  <a:lnTo>
                    <a:pt x="1849831" y="482599"/>
                  </a:lnTo>
                  <a:close/>
                </a:path>
                <a:path w="10337800" h="482600">
                  <a:moveTo>
                    <a:pt x="1875243" y="482599"/>
                  </a:moveTo>
                  <a:lnTo>
                    <a:pt x="1856181" y="482599"/>
                  </a:lnTo>
                  <a:lnTo>
                    <a:pt x="1856181" y="469899"/>
                  </a:lnTo>
                  <a:lnTo>
                    <a:pt x="1875243" y="469899"/>
                  </a:lnTo>
                  <a:lnTo>
                    <a:pt x="1875243" y="482599"/>
                  </a:lnTo>
                  <a:close/>
                </a:path>
                <a:path w="10337800" h="482600">
                  <a:moveTo>
                    <a:pt x="1900643" y="482599"/>
                  </a:moveTo>
                  <a:lnTo>
                    <a:pt x="1881593" y="482599"/>
                  </a:lnTo>
                  <a:lnTo>
                    <a:pt x="1881593" y="469899"/>
                  </a:lnTo>
                  <a:lnTo>
                    <a:pt x="1900643" y="469899"/>
                  </a:lnTo>
                  <a:lnTo>
                    <a:pt x="1900643" y="482599"/>
                  </a:lnTo>
                  <a:close/>
                </a:path>
                <a:path w="10337800" h="482600">
                  <a:moveTo>
                    <a:pt x="1926056" y="482599"/>
                  </a:moveTo>
                  <a:lnTo>
                    <a:pt x="1906993" y="482599"/>
                  </a:lnTo>
                  <a:lnTo>
                    <a:pt x="1906993" y="469899"/>
                  </a:lnTo>
                  <a:lnTo>
                    <a:pt x="1926056" y="469899"/>
                  </a:lnTo>
                  <a:lnTo>
                    <a:pt x="1926056" y="482599"/>
                  </a:lnTo>
                  <a:close/>
                </a:path>
                <a:path w="10337800" h="482600">
                  <a:moveTo>
                    <a:pt x="1951456" y="482599"/>
                  </a:moveTo>
                  <a:lnTo>
                    <a:pt x="1932406" y="482599"/>
                  </a:lnTo>
                  <a:lnTo>
                    <a:pt x="1932406" y="469899"/>
                  </a:lnTo>
                  <a:lnTo>
                    <a:pt x="1951456" y="469899"/>
                  </a:lnTo>
                  <a:lnTo>
                    <a:pt x="1951456" y="482599"/>
                  </a:lnTo>
                  <a:close/>
                </a:path>
                <a:path w="10337800" h="482600">
                  <a:moveTo>
                    <a:pt x="1976869" y="482599"/>
                  </a:moveTo>
                  <a:lnTo>
                    <a:pt x="1957819" y="482599"/>
                  </a:lnTo>
                  <a:lnTo>
                    <a:pt x="1957819" y="469899"/>
                  </a:lnTo>
                  <a:lnTo>
                    <a:pt x="1976869" y="469899"/>
                  </a:lnTo>
                  <a:lnTo>
                    <a:pt x="1976869" y="482599"/>
                  </a:lnTo>
                  <a:close/>
                </a:path>
                <a:path w="10337800" h="482600">
                  <a:moveTo>
                    <a:pt x="2002282" y="482599"/>
                  </a:moveTo>
                  <a:lnTo>
                    <a:pt x="1983219" y="482599"/>
                  </a:lnTo>
                  <a:lnTo>
                    <a:pt x="1983219" y="469899"/>
                  </a:lnTo>
                  <a:lnTo>
                    <a:pt x="2002282" y="469899"/>
                  </a:lnTo>
                  <a:lnTo>
                    <a:pt x="2002282" y="482599"/>
                  </a:lnTo>
                  <a:close/>
                </a:path>
                <a:path w="10337800" h="482600">
                  <a:moveTo>
                    <a:pt x="2027682" y="482599"/>
                  </a:moveTo>
                  <a:lnTo>
                    <a:pt x="2008632" y="482599"/>
                  </a:lnTo>
                  <a:lnTo>
                    <a:pt x="2008632" y="469899"/>
                  </a:lnTo>
                  <a:lnTo>
                    <a:pt x="2027682" y="469899"/>
                  </a:lnTo>
                  <a:lnTo>
                    <a:pt x="2027682" y="482599"/>
                  </a:lnTo>
                  <a:close/>
                </a:path>
                <a:path w="10337800" h="482600">
                  <a:moveTo>
                    <a:pt x="2053094" y="482599"/>
                  </a:moveTo>
                  <a:lnTo>
                    <a:pt x="2034044" y="482599"/>
                  </a:lnTo>
                  <a:lnTo>
                    <a:pt x="2034044" y="469899"/>
                  </a:lnTo>
                  <a:lnTo>
                    <a:pt x="2053094" y="469899"/>
                  </a:lnTo>
                  <a:lnTo>
                    <a:pt x="2053094" y="482599"/>
                  </a:lnTo>
                  <a:close/>
                </a:path>
                <a:path w="10337800" h="482600">
                  <a:moveTo>
                    <a:pt x="2078507" y="482599"/>
                  </a:moveTo>
                  <a:lnTo>
                    <a:pt x="2059444" y="482599"/>
                  </a:lnTo>
                  <a:lnTo>
                    <a:pt x="2059444" y="469899"/>
                  </a:lnTo>
                  <a:lnTo>
                    <a:pt x="2078507" y="469899"/>
                  </a:lnTo>
                  <a:lnTo>
                    <a:pt x="2078507" y="482599"/>
                  </a:lnTo>
                  <a:close/>
                </a:path>
                <a:path w="10337800" h="482600">
                  <a:moveTo>
                    <a:pt x="2103907" y="482599"/>
                  </a:moveTo>
                  <a:lnTo>
                    <a:pt x="2084857" y="482599"/>
                  </a:lnTo>
                  <a:lnTo>
                    <a:pt x="2084857" y="469899"/>
                  </a:lnTo>
                  <a:lnTo>
                    <a:pt x="2103907" y="469899"/>
                  </a:lnTo>
                  <a:lnTo>
                    <a:pt x="2103907" y="482599"/>
                  </a:lnTo>
                  <a:close/>
                </a:path>
                <a:path w="10337800" h="482600">
                  <a:moveTo>
                    <a:pt x="2129320" y="482599"/>
                  </a:moveTo>
                  <a:lnTo>
                    <a:pt x="2110270" y="482599"/>
                  </a:lnTo>
                  <a:lnTo>
                    <a:pt x="2110270" y="469899"/>
                  </a:lnTo>
                  <a:lnTo>
                    <a:pt x="2129320" y="469899"/>
                  </a:lnTo>
                  <a:lnTo>
                    <a:pt x="2129320" y="482599"/>
                  </a:lnTo>
                  <a:close/>
                </a:path>
                <a:path w="10337800" h="482600">
                  <a:moveTo>
                    <a:pt x="2154732" y="482599"/>
                  </a:moveTo>
                  <a:lnTo>
                    <a:pt x="2135670" y="482599"/>
                  </a:lnTo>
                  <a:lnTo>
                    <a:pt x="2135670" y="469899"/>
                  </a:lnTo>
                  <a:lnTo>
                    <a:pt x="2154732" y="469899"/>
                  </a:lnTo>
                  <a:lnTo>
                    <a:pt x="2154732" y="482599"/>
                  </a:lnTo>
                  <a:close/>
                </a:path>
                <a:path w="10337800" h="482600">
                  <a:moveTo>
                    <a:pt x="2180132" y="482599"/>
                  </a:moveTo>
                  <a:lnTo>
                    <a:pt x="2161082" y="482599"/>
                  </a:lnTo>
                  <a:lnTo>
                    <a:pt x="2161082" y="469899"/>
                  </a:lnTo>
                  <a:lnTo>
                    <a:pt x="2180132" y="469899"/>
                  </a:lnTo>
                  <a:lnTo>
                    <a:pt x="2180132" y="482599"/>
                  </a:lnTo>
                  <a:close/>
                </a:path>
                <a:path w="10337800" h="482600">
                  <a:moveTo>
                    <a:pt x="2205545" y="482599"/>
                  </a:moveTo>
                  <a:lnTo>
                    <a:pt x="2186495" y="482599"/>
                  </a:lnTo>
                  <a:lnTo>
                    <a:pt x="2186495" y="469899"/>
                  </a:lnTo>
                  <a:lnTo>
                    <a:pt x="2205545" y="469899"/>
                  </a:lnTo>
                  <a:lnTo>
                    <a:pt x="2205545" y="482599"/>
                  </a:lnTo>
                  <a:close/>
                </a:path>
                <a:path w="10337800" h="482600">
                  <a:moveTo>
                    <a:pt x="2230958" y="482599"/>
                  </a:moveTo>
                  <a:lnTo>
                    <a:pt x="2211895" y="482599"/>
                  </a:lnTo>
                  <a:lnTo>
                    <a:pt x="2211895" y="469899"/>
                  </a:lnTo>
                  <a:lnTo>
                    <a:pt x="2230958" y="469899"/>
                  </a:lnTo>
                  <a:lnTo>
                    <a:pt x="2230958" y="482599"/>
                  </a:lnTo>
                  <a:close/>
                </a:path>
                <a:path w="10337800" h="482600">
                  <a:moveTo>
                    <a:pt x="2256358" y="482599"/>
                  </a:moveTo>
                  <a:lnTo>
                    <a:pt x="2237308" y="482599"/>
                  </a:lnTo>
                  <a:lnTo>
                    <a:pt x="2237308" y="469899"/>
                  </a:lnTo>
                  <a:lnTo>
                    <a:pt x="2256358" y="469899"/>
                  </a:lnTo>
                  <a:lnTo>
                    <a:pt x="2256358" y="482599"/>
                  </a:lnTo>
                  <a:close/>
                </a:path>
                <a:path w="10337800" h="482600">
                  <a:moveTo>
                    <a:pt x="2281770" y="482599"/>
                  </a:moveTo>
                  <a:lnTo>
                    <a:pt x="2262720" y="482599"/>
                  </a:lnTo>
                  <a:lnTo>
                    <a:pt x="2262720" y="469899"/>
                  </a:lnTo>
                  <a:lnTo>
                    <a:pt x="2281770" y="469899"/>
                  </a:lnTo>
                  <a:lnTo>
                    <a:pt x="2281770" y="482599"/>
                  </a:lnTo>
                  <a:close/>
                </a:path>
                <a:path w="10337800" h="482600">
                  <a:moveTo>
                    <a:pt x="2307183" y="482599"/>
                  </a:moveTo>
                  <a:lnTo>
                    <a:pt x="2288120" y="482599"/>
                  </a:lnTo>
                  <a:lnTo>
                    <a:pt x="2288120" y="469899"/>
                  </a:lnTo>
                  <a:lnTo>
                    <a:pt x="2307183" y="469899"/>
                  </a:lnTo>
                  <a:lnTo>
                    <a:pt x="2307183" y="482599"/>
                  </a:lnTo>
                  <a:close/>
                </a:path>
                <a:path w="10337800" h="482600">
                  <a:moveTo>
                    <a:pt x="2332583" y="482599"/>
                  </a:moveTo>
                  <a:lnTo>
                    <a:pt x="2313533" y="482599"/>
                  </a:lnTo>
                  <a:lnTo>
                    <a:pt x="2313533" y="469899"/>
                  </a:lnTo>
                  <a:lnTo>
                    <a:pt x="2332583" y="469899"/>
                  </a:lnTo>
                  <a:lnTo>
                    <a:pt x="2332583" y="482599"/>
                  </a:lnTo>
                  <a:close/>
                </a:path>
                <a:path w="10337800" h="482600">
                  <a:moveTo>
                    <a:pt x="2357996" y="482599"/>
                  </a:moveTo>
                  <a:lnTo>
                    <a:pt x="2338933" y="482599"/>
                  </a:lnTo>
                  <a:lnTo>
                    <a:pt x="2338933" y="469899"/>
                  </a:lnTo>
                  <a:lnTo>
                    <a:pt x="2357996" y="469899"/>
                  </a:lnTo>
                  <a:lnTo>
                    <a:pt x="2357996" y="482599"/>
                  </a:lnTo>
                  <a:close/>
                </a:path>
                <a:path w="10337800" h="482600">
                  <a:moveTo>
                    <a:pt x="2383409" y="482599"/>
                  </a:moveTo>
                  <a:lnTo>
                    <a:pt x="2364346" y="482599"/>
                  </a:lnTo>
                  <a:lnTo>
                    <a:pt x="2364346" y="469899"/>
                  </a:lnTo>
                  <a:lnTo>
                    <a:pt x="2383409" y="469899"/>
                  </a:lnTo>
                  <a:lnTo>
                    <a:pt x="2383409" y="482599"/>
                  </a:lnTo>
                  <a:close/>
                </a:path>
                <a:path w="10337800" h="482600">
                  <a:moveTo>
                    <a:pt x="2408809" y="482599"/>
                  </a:moveTo>
                  <a:lnTo>
                    <a:pt x="2389759" y="482599"/>
                  </a:lnTo>
                  <a:lnTo>
                    <a:pt x="2389759" y="469899"/>
                  </a:lnTo>
                  <a:lnTo>
                    <a:pt x="2408809" y="469899"/>
                  </a:lnTo>
                  <a:lnTo>
                    <a:pt x="2408809" y="482599"/>
                  </a:lnTo>
                  <a:close/>
                </a:path>
                <a:path w="10337800" h="482600">
                  <a:moveTo>
                    <a:pt x="2434221" y="482599"/>
                  </a:moveTo>
                  <a:lnTo>
                    <a:pt x="2415159" y="482599"/>
                  </a:lnTo>
                  <a:lnTo>
                    <a:pt x="2415159" y="469899"/>
                  </a:lnTo>
                  <a:lnTo>
                    <a:pt x="2434221" y="469899"/>
                  </a:lnTo>
                  <a:lnTo>
                    <a:pt x="2434221" y="482599"/>
                  </a:lnTo>
                  <a:close/>
                </a:path>
                <a:path w="10337800" h="482600">
                  <a:moveTo>
                    <a:pt x="2459634" y="482599"/>
                  </a:moveTo>
                  <a:lnTo>
                    <a:pt x="2440571" y="482599"/>
                  </a:lnTo>
                  <a:lnTo>
                    <a:pt x="2440571" y="469899"/>
                  </a:lnTo>
                  <a:lnTo>
                    <a:pt x="2459634" y="469899"/>
                  </a:lnTo>
                  <a:lnTo>
                    <a:pt x="2459634" y="482599"/>
                  </a:lnTo>
                  <a:close/>
                </a:path>
                <a:path w="10337800" h="482600">
                  <a:moveTo>
                    <a:pt x="2485034" y="482599"/>
                  </a:moveTo>
                  <a:lnTo>
                    <a:pt x="2465984" y="482599"/>
                  </a:lnTo>
                  <a:lnTo>
                    <a:pt x="2465984" y="469899"/>
                  </a:lnTo>
                  <a:lnTo>
                    <a:pt x="2485034" y="469899"/>
                  </a:lnTo>
                  <a:lnTo>
                    <a:pt x="2485034" y="482599"/>
                  </a:lnTo>
                  <a:close/>
                </a:path>
                <a:path w="10337800" h="482600">
                  <a:moveTo>
                    <a:pt x="2510447" y="482599"/>
                  </a:moveTo>
                  <a:lnTo>
                    <a:pt x="2491384" y="482599"/>
                  </a:lnTo>
                  <a:lnTo>
                    <a:pt x="2491384" y="469899"/>
                  </a:lnTo>
                  <a:lnTo>
                    <a:pt x="2510447" y="469899"/>
                  </a:lnTo>
                  <a:lnTo>
                    <a:pt x="2510447" y="482599"/>
                  </a:lnTo>
                  <a:close/>
                </a:path>
                <a:path w="10337800" h="482600">
                  <a:moveTo>
                    <a:pt x="2535859" y="482599"/>
                  </a:moveTo>
                  <a:lnTo>
                    <a:pt x="2516797" y="482599"/>
                  </a:lnTo>
                  <a:lnTo>
                    <a:pt x="2516797" y="469899"/>
                  </a:lnTo>
                  <a:lnTo>
                    <a:pt x="2535859" y="469899"/>
                  </a:lnTo>
                  <a:lnTo>
                    <a:pt x="2535859" y="482599"/>
                  </a:lnTo>
                  <a:close/>
                </a:path>
                <a:path w="10337800" h="482600">
                  <a:moveTo>
                    <a:pt x="2561259" y="482599"/>
                  </a:moveTo>
                  <a:lnTo>
                    <a:pt x="2542209" y="482599"/>
                  </a:lnTo>
                  <a:lnTo>
                    <a:pt x="2542209" y="469899"/>
                  </a:lnTo>
                  <a:lnTo>
                    <a:pt x="2561259" y="469899"/>
                  </a:lnTo>
                  <a:lnTo>
                    <a:pt x="2561259" y="482599"/>
                  </a:lnTo>
                  <a:close/>
                </a:path>
                <a:path w="10337800" h="482600">
                  <a:moveTo>
                    <a:pt x="2586672" y="482599"/>
                  </a:moveTo>
                  <a:lnTo>
                    <a:pt x="2567609" y="482599"/>
                  </a:lnTo>
                  <a:lnTo>
                    <a:pt x="2567609" y="469899"/>
                  </a:lnTo>
                  <a:lnTo>
                    <a:pt x="2586672" y="469899"/>
                  </a:lnTo>
                  <a:lnTo>
                    <a:pt x="2586672" y="482599"/>
                  </a:lnTo>
                  <a:close/>
                </a:path>
                <a:path w="10337800" h="482600">
                  <a:moveTo>
                    <a:pt x="2612085" y="482599"/>
                  </a:moveTo>
                  <a:lnTo>
                    <a:pt x="2593022" y="482599"/>
                  </a:lnTo>
                  <a:lnTo>
                    <a:pt x="2593022" y="469899"/>
                  </a:lnTo>
                  <a:lnTo>
                    <a:pt x="2612085" y="469899"/>
                  </a:lnTo>
                  <a:lnTo>
                    <a:pt x="2612085" y="482599"/>
                  </a:lnTo>
                  <a:close/>
                </a:path>
                <a:path w="10337800" h="482600">
                  <a:moveTo>
                    <a:pt x="2637485" y="482599"/>
                  </a:moveTo>
                  <a:lnTo>
                    <a:pt x="2618435" y="482599"/>
                  </a:lnTo>
                  <a:lnTo>
                    <a:pt x="2618435" y="469899"/>
                  </a:lnTo>
                  <a:lnTo>
                    <a:pt x="2637485" y="469899"/>
                  </a:lnTo>
                  <a:lnTo>
                    <a:pt x="2637485" y="482599"/>
                  </a:lnTo>
                  <a:close/>
                </a:path>
                <a:path w="10337800" h="482600">
                  <a:moveTo>
                    <a:pt x="2662897" y="482599"/>
                  </a:moveTo>
                  <a:lnTo>
                    <a:pt x="2643835" y="482599"/>
                  </a:lnTo>
                  <a:lnTo>
                    <a:pt x="2643835" y="469899"/>
                  </a:lnTo>
                  <a:lnTo>
                    <a:pt x="2662897" y="469899"/>
                  </a:lnTo>
                  <a:lnTo>
                    <a:pt x="2662897" y="482599"/>
                  </a:lnTo>
                  <a:close/>
                </a:path>
                <a:path w="10337800" h="482600">
                  <a:moveTo>
                    <a:pt x="2688310" y="482599"/>
                  </a:moveTo>
                  <a:lnTo>
                    <a:pt x="2669247" y="482599"/>
                  </a:lnTo>
                  <a:lnTo>
                    <a:pt x="2669247" y="469899"/>
                  </a:lnTo>
                  <a:lnTo>
                    <a:pt x="2688310" y="469899"/>
                  </a:lnTo>
                  <a:lnTo>
                    <a:pt x="2688310" y="482599"/>
                  </a:lnTo>
                  <a:close/>
                </a:path>
                <a:path w="10337800" h="482600">
                  <a:moveTo>
                    <a:pt x="2713710" y="482599"/>
                  </a:moveTo>
                  <a:lnTo>
                    <a:pt x="2694660" y="482599"/>
                  </a:lnTo>
                  <a:lnTo>
                    <a:pt x="2694660" y="469899"/>
                  </a:lnTo>
                  <a:lnTo>
                    <a:pt x="2713710" y="469899"/>
                  </a:lnTo>
                  <a:lnTo>
                    <a:pt x="2713710" y="482599"/>
                  </a:lnTo>
                  <a:close/>
                </a:path>
                <a:path w="10337800" h="482600">
                  <a:moveTo>
                    <a:pt x="2739123" y="482599"/>
                  </a:moveTo>
                  <a:lnTo>
                    <a:pt x="2720060" y="482599"/>
                  </a:lnTo>
                  <a:lnTo>
                    <a:pt x="2720060" y="469899"/>
                  </a:lnTo>
                  <a:lnTo>
                    <a:pt x="2739123" y="469899"/>
                  </a:lnTo>
                  <a:lnTo>
                    <a:pt x="2739123" y="482599"/>
                  </a:lnTo>
                  <a:close/>
                </a:path>
                <a:path w="10337800" h="482600">
                  <a:moveTo>
                    <a:pt x="2764523" y="482599"/>
                  </a:moveTo>
                  <a:lnTo>
                    <a:pt x="2745473" y="482599"/>
                  </a:lnTo>
                  <a:lnTo>
                    <a:pt x="2745473" y="469899"/>
                  </a:lnTo>
                  <a:lnTo>
                    <a:pt x="2764523" y="469899"/>
                  </a:lnTo>
                  <a:lnTo>
                    <a:pt x="2764523" y="482599"/>
                  </a:lnTo>
                  <a:close/>
                </a:path>
                <a:path w="10337800" h="482600">
                  <a:moveTo>
                    <a:pt x="2789936" y="482599"/>
                  </a:moveTo>
                  <a:lnTo>
                    <a:pt x="2770886" y="482599"/>
                  </a:lnTo>
                  <a:lnTo>
                    <a:pt x="2770886" y="469899"/>
                  </a:lnTo>
                  <a:lnTo>
                    <a:pt x="2789936" y="469899"/>
                  </a:lnTo>
                  <a:lnTo>
                    <a:pt x="2789936" y="482599"/>
                  </a:lnTo>
                  <a:close/>
                </a:path>
                <a:path w="10337800" h="482600">
                  <a:moveTo>
                    <a:pt x="2815348" y="482599"/>
                  </a:moveTo>
                  <a:lnTo>
                    <a:pt x="2796286" y="482599"/>
                  </a:lnTo>
                  <a:lnTo>
                    <a:pt x="2796286" y="469899"/>
                  </a:lnTo>
                  <a:lnTo>
                    <a:pt x="2815348" y="469899"/>
                  </a:lnTo>
                  <a:lnTo>
                    <a:pt x="2815348" y="482599"/>
                  </a:lnTo>
                  <a:close/>
                </a:path>
                <a:path w="10337800" h="482600">
                  <a:moveTo>
                    <a:pt x="2840748" y="482599"/>
                  </a:moveTo>
                  <a:lnTo>
                    <a:pt x="2821698" y="482599"/>
                  </a:lnTo>
                  <a:lnTo>
                    <a:pt x="2821698" y="469899"/>
                  </a:lnTo>
                  <a:lnTo>
                    <a:pt x="2840748" y="469899"/>
                  </a:lnTo>
                  <a:lnTo>
                    <a:pt x="2840748" y="482599"/>
                  </a:lnTo>
                  <a:close/>
                </a:path>
                <a:path w="10337800" h="482600">
                  <a:moveTo>
                    <a:pt x="2866161" y="482599"/>
                  </a:moveTo>
                  <a:lnTo>
                    <a:pt x="2847111" y="482599"/>
                  </a:lnTo>
                  <a:lnTo>
                    <a:pt x="2847111" y="469899"/>
                  </a:lnTo>
                  <a:lnTo>
                    <a:pt x="2866161" y="469899"/>
                  </a:lnTo>
                  <a:lnTo>
                    <a:pt x="2866161" y="482599"/>
                  </a:lnTo>
                  <a:close/>
                </a:path>
                <a:path w="10337800" h="482600">
                  <a:moveTo>
                    <a:pt x="2891574" y="482599"/>
                  </a:moveTo>
                  <a:lnTo>
                    <a:pt x="2872511" y="482599"/>
                  </a:lnTo>
                  <a:lnTo>
                    <a:pt x="2872511" y="469899"/>
                  </a:lnTo>
                  <a:lnTo>
                    <a:pt x="2891574" y="469899"/>
                  </a:lnTo>
                  <a:lnTo>
                    <a:pt x="2891574" y="482599"/>
                  </a:lnTo>
                  <a:close/>
                </a:path>
                <a:path w="10337800" h="482600">
                  <a:moveTo>
                    <a:pt x="2916974" y="482599"/>
                  </a:moveTo>
                  <a:lnTo>
                    <a:pt x="2897924" y="482599"/>
                  </a:lnTo>
                  <a:lnTo>
                    <a:pt x="2897924" y="469899"/>
                  </a:lnTo>
                  <a:lnTo>
                    <a:pt x="2916974" y="469899"/>
                  </a:lnTo>
                  <a:lnTo>
                    <a:pt x="2916974" y="482599"/>
                  </a:lnTo>
                  <a:close/>
                </a:path>
                <a:path w="10337800" h="482600">
                  <a:moveTo>
                    <a:pt x="2942386" y="482599"/>
                  </a:moveTo>
                  <a:lnTo>
                    <a:pt x="2923336" y="482599"/>
                  </a:lnTo>
                  <a:lnTo>
                    <a:pt x="2923336" y="469899"/>
                  </a:lnTo>
                  <a:lnTo>
                    <a:pt x="2942386" y="469899"/>
                  </a:lnTo>
                  <a:lnTo>
                    <a:pt x="2942386" y="482599"/>
                  </a:lnTo>
                  <a:close/>
                </a:path>
                <a:path w="10337800" h="482600">
                  <a:moveTo>
                    <a:pt x="2967799" y="482599"/>
                  </a:moveTo>
                  <a:lnTo>
                    <a:pt x="2948736" y="482599"/>
                  </a:lnTo>
                  <a:lnTo>
                    <a:pt x="2948736" y="469899"/>
                  </a:lnTo>
                  <a:lnTo>
                    <a:pt x="2967799" y="469899"/>
                  </a:lnTo>
                  <a:lnTo>
                    <a:pt x="2967799" y="482599"/>
                  </a:lnTo>
                  <a:close/>
                </a:path>
                <a:path w="10337800" h="482600">
                  <a:moveTo>
                    <a:pt x="2993199" y="482599"/>
                  </a:moveTo>
                  <a:lnTo>
                    <a:pt x="2974149" y="482599"/>
                  </a:lnTo>
                  <a:lnTo>
                    <a:pt x="2974149" y="469899"/>
                  </a:lnTo>
                  <a:lnTo>
                    <a:pt x="2993199" y="469899"/>
                  </a:lnTo>
                  <a:lnTo>
                    <a:pt x="2993199" y="482599"/>
                  </a:lnTo>
                  <a:close/>
                </a:path>
                <a:path w="10337800" h="482600">
                  <a:moveTo>
                    <a:pt x="3018612" y="482599"/>
                  </a:moveTo>
                  <a:lnTo>
                    <a:pt x="2999562" y="482599"/>
                  </a:lnTo>
                  <a:lnTo>
                    <a:pt x="2999562" y="469899"/>
                  </a:lnTo>
                  <a:lnTo>
                    <a:pt x="3018612" y="469899"/>
                  </a:lnTo>
                  <a:lnTo>
                    <a:pt x="3018612" y="482599"/>
                  </a:lnTo>
                  <a:close/>
                </a:path>
                <a:path w="10337800" h="482600">
                  <a:moveTo>
                    <a:pt x="3044024" y="482599"/>
                  </a:moveTo>
                  <a:lnTo>
                    <a:pt x="3024962" y="482599"/>
                  </a:lnTo>
                  <a:lnTo>
                    <a:pt x="3024962" y="469899"/>
                  </a:lnTo>
                  <a:lnTo>
                    <a:pt x="3044024" y="469899"/>
                  </a:lnTo>
                  <a:lnTo>
                    <a:pt x="3044024" y="482599"/>
                  </a:lnTo>
                  <a:close/>
                </a:path>
                <a:path w="10337800" h="482600">
                  <a:moveTo>
                    <a:pt x="3069424" y="482599"/>
                  </a:moveTo>
                  <a:lnTo>
                    <a:pt x="3050374" y="482599"/>
                  </a:lnTo>
                  <a:lnTo>
                    <a:pt x="3050374" y="469899"/>
                  </a:lnTo>
                  <a:lnTo>
                    <a:pt x="3069424" y="469899"/>
                  </a:lnTo>
                  <a:lnTo>
                    <a:pt x="3069424" y="482599"/>
                  </a:lnTo>
                  <a:close/>
                </a:path>
                <a:path w="10337800" h="482600">
                  <a:moveTo>
                    <a:pt x="3094837" y="482599"/>
                  </a:moveTo>
                  <a:lnTo>
                    <a:pt x="3075787" y="482599"/>
                  </a:lnTo>
                  <a:lnTo>
                    <a:pt x="3075787" y="469899"/>
                  </a:lnTo>
                  <a:lnTo>
                    <a:pt x="3094837" y="469899"/>
                  </a:lnTo>
                  <a:lnTo>
                    <a:pt x="3094837" y="482599"/>
                  </a:lnTo>
                  <a:close/>
                </a:path>
                <a:path w="10337800" h="482600">
                  <a:moveTo>
                    <a:pt x="3120250" y="482599"/>
                  </a:moveTo>
                  <a:lnTo>
                    <a:pt x="3101187" y="482599"/>
                  </a:lnTo>
                  <a:lnTo>
                    <a:pt x="3101187" y="469899"/>
                  </a:lnTo>
                  <a:lnTo>
                    <a:pt x="3120250" y="469899"/>
                  </a:lnTo>
                  <a:lnTo>
                    <a:pt x="3120250" y="482599"/>
                  </a:lnTo>
                  <a:close/>
                </a:path>
                <a:path w="10337800" h="482600">
                  <a:moveTo>
                    <a:pt x="3145650" y="482599"/>
                  </a:moveTo>
                  <a:lnTo>
                    <a:pt x="3126600" y="482599"/>
                  </a:lnTo>
                  <a:lnTo>
                    <a:pt x="3126600" y="469899"/>
                  </a:lnTo>
                  <a:lnTo>
                    <a:pt x="3145650" y="469899"/>
                  </a:lnTo>
                  <a:lnTo>
                    <a:pt x="3145650" y="482599"/>
                  </a:lnTo>
                  <a:close/>
                </a:path>
                <a:path w="10337800" h="482600">
                  <a:moveTo>
                    <a:pt x="3171063" y="482599"/>
                  </a:moveTo>
                  <a:lnTo>
                    <a:pt x="3152000" y="482599"/>
                  </a:lnTo>
                  <a:lnTo>
                    <a:pt x="3152000" y="469899"/>
                  </a:lnTo>
                  <a:lnTo>
                    <a:pt x="3171063" y="469899"/>
                  </a:lnTo>
                  <a:lnTo>
                    <a:pt x="3171063" y="482599"/>
                  </a:lnTo>
                  <a:close/>
                </a:path>
                <a:path w="10337800" h="482600">
                  <a:moveTo>
                    <a:pt x="3196475" y="482599"/>
                  </a:moveTo>
                  <a:lnTo>
                    <a:pt x="3177413" y="482599"/>
                  </a:lnTo>
                  <a:lnTo>
                    <a:pt x="3177413" y="469899"/>
                  </a:lnTo>
                  <a:lnTo>
                    <a:pt x="3196475" y="469899"/>
                  </a:lnTo>
                  <a:lnTo>
                    <a:pt x="3196475" y="482599"/>
                  </a:lnTo>
                  <a:close/>
                </a:path>
                <a:path w="10337800" h="482600">
                  <a:moveTo>
                    <a:pt x="3221875" y="482599"/>
                  </a:moveTo>
                  <a:lnTo>
                    <a:pt x="3202825" y="482599"/>
                  </a:lnTo>
                  <a:lnTo>
                    <a:pt x="3202825" y="469899"/>
                  </a:lnTo>
                  <a:lnTo>
                    <a:pt x="3221875" y="469899"/>
                  </a:lnTo>
                  <a:lnTo>
                    <a:pt x="3221875" y="482599"/>
                  </a:lnTo>
                  <a:close/>
                </a:path>
                <a:path w="10337800" h="482600">
                  <a:moveTo>
                    <a:pt x="3247288" y="482599"/>
                  </a:moveTo>
                  <a:lnTo>
                    <a:pt x="3228225" y="482599"/>
                  </a:lnTo>
                  <a:lnTo>
                    <a:pt x="3228225" y="469899"/>
                  </a:lnTo>
                  <a:lnTo>
                    <a:pt x="3247288" y="469899"/>
                  </a:lnTo>
                  <a:lnTo>
                    <a:pt x="3247288" y="482599"/>
                  </a:lnTo>
                  <a:close/>
                </a:path>
                <a:path w="10337800" h="482600">
                  <a:moveTo>
                    <a:pt x="3272701" y="482599"/>
                  </a:moveTo>
                  <a:lnTo>
                    <a:pt x="3253638" y="482599"/>
                  </a:lnTo>
                  <a:lnTo>
                    <a:pt x="3253638" y="469899"/>
                  </a:lnTo>
                  <a:lnTo>
                    <a:pt x="3272701" y="469899"/>
                  </a:lnTo>
                  <a:lnTo>
                    <a:pt x="3272701" y="482599"/>
                  </a:lnTo>
                  <a:close/>
                </a:path>
                <a:path w="10337800" h="482600">
                  <a:moveTo>
                    <a:pt x="3298101" y="482599"/>
                  </a:moveTo>
                  <a:lnTo>
                    <a:pt x="3279051" y="482599"/>
                  </a:lnTo>
                  <a:lnTo>
                    <a:pt x="3279051" y="469899"/>
                  </a:lnTo>
                  <a:lnTo>
                    <a:pt x="3298101" y="469899"/>
                  </a:lnTo>
                  <a:lnTo>
                    <a:pt x="3298101" y="482599"/>
                  </a:lnTo>
                  <a:close/>
                </a:path>
                <a:path w="10337800" h="482600">
                  <a:moveTo>
                    <a:pt x="3323513" y="482599"/>
                  </a:moveTo>
                  <a:lnTo>
                    <a:pt x="3304451" y="482599"/>
                  </a:lnTo>
                  <a:lnTo>
                    <a:pt x="3304451" y="469899"/>
                  </a:lnTo>
                  <a:lnTo>
                    <a:pt x="3323513" y="469899"/>
                  </a:lnTo>
                  <a:lnTo>
                    <a:pt x="3323513" y="482599"/>
                  </a:lnTo>
                  <a:close/>
                </a:path>
                <a:path w="10337800" h="482600">
                  <a:moveTo>
                    <a:pt x="3348926" y="482599"/>
                  </a:moveTo>
                  <a:lnTo>
                    <a:pt x="3329863" y="482599"/>
                  </a:lnTo>
                  <a:lnTo>
                    <a:pt x="3329863" y="469899"/>
                  </a:lnTo>
                  <a:lnTo>
                    <a:pt x="3348926" y="469899"/>
                  </a:lnTo>
                  <a:lnTo>
                    <a:pt x="3348926" y="482599"/>
                  </a:lnTo>
                  <a:close/>
                </a:path>
                <a:path w="10337800" h="482600">
                  <a:moveTo>
                    <a:pt x="3374326" y="482599"/>
                  </a:moveTo>
                  <a:lnTo>
                    <a:pt x="3355276" y="482599"/>
                  </a:lnTo>
                  <a:lnTo>
                    <a:pt x="3355276" y="469899"/>
                  </a:lnTo>
                  <a:lnTo>
                    <a:pt x="3374326" y="469899"/>
                  </a:lnTo>
                  <a:lnTo>
                    <a:pt x="3374326" y="482599"/>
                  </a:lnTo>
                  <a:close/>
                </a:path>
                <a:path w="10337800" h="482600">
                  <a:moveTo>
                    <a:pt x="3399739" y="482599"/>
                  </a:moveTo>
                  <a:lnTo>
                    <a:pt x="3380676" y="482599"/>
                  </a:lnTo>
                  <a:lnTo>
                    <a:pt x="3380676" y="469899"/>
                  </a:lnTo>
                  <a:lnTo>
                    <a:pt x="3399739" y="469899"/>
                  </a:lnTo>
                  <a:lnTo>
                    <a:pt x="3399739" y="482599"/>
                  </a:lnTo>
                  <a:close/>
                </a:path>
                <a:path w="10337800" h="482600">
                  <a:moveTo>
                    <a:pt x="3425151" y="482599"/>
                  </a:moveTo>
                  <a:lnTo>
                    <a:pt x="3406089" y="482599"/>
                  </a:lnTo>
                  <a:lnTo>
                    <a:pt x="3406089" y="469899"/>
                  </a:lnTo>
                  <a:lnTo>
                    <a:pt x="3425151" y="469899"/>
                  </a:lnTo>
                  <a:lnTo>
                    <a:pt x="3425151" y="482599"/>
                  </a:lnTo>
                  <a:close/>
                </a:path>
                <a:path w="10337800" h="482600">
                  <a:moveTo>
                    <a:pt x="3450551" y="482599"/>
                  </a:moveTo>
                  <a:lnTo>
                    <a:pt x="3431501" y="482599"/>
                  </a:lnTo>
                  <a:lnTo>
                    <a:pt x="3431501" y="469899"/>
                  </a:lnTo>
                  <a:lnTo>
                    <a:pt x="3450551" y="469899"/>
                  </a:lnTo>
                  <a:lnTo>
                    <a:pt x="3450551" y="482599"/>
                  </a:lnTo>
                  <a:close/>
                </a:path>
                <a:path w="10337800" h="482600">
                  <a:moveTo>
                    <a:pt x="3475964" y="482599"/>
                  </a:moveTo>
                  <a:lnTo>
                    <a:pt x="3456901" y="482599"/>
                  </a:lnTo>
                  <a:lnTo>
                    <a:pt x="3456901" y="469899"/>
                  </a:lnTo>
                  <a:lnTo>
                    <a:pt x="3475964" y="469899"/>
                  </a:lnTo>
                  <a:lnTo>
                    <a:pt x="3475964" y="482599"/>
                  </a:lnTo>
                  <a:close/>
                </a:path>
                <a:path w="10337800" h="482600">
                  <a:moveTo>
                    <a:pt x="3501364" y="482599"/>
                  </a:moveTo>
                  <a:lnTo>
                    <a:pt x="3482314" y="482599"/>
                  </a:lnTo>
                  <a:lnTo>
                    <a:pt x="3482314" y="469899"/>
                  </a:lnTo>
                  <a:lnTo>
                    <a:pt x="3501364" y="469899"/>
                  </a:lnTo>
                  <a:lnTo>
                    <a:pt x="3501364" y="482599"/>
                  </a:lnTo>
                  <a:close/>
                </a:path>
                <a:path w="10337800" h="482600">
                  <a:moveTo>
                    <a:pt x="3526777" y="482599"/>
                  </a:moveTo>
                  <a:lnTo>
                    <a:pt x="3507727" y="482599"/>
                  </a:lnTo>
                  <a:lnTo>
                    <a:pt x="3507727" y="469899"/>
                  </a:lnTo>
                  <a:lnTo>
                    <a:pt x="3526777" y="469899"/>
                  </a:lnTo>
                  <a:lnTo>
                    <a:pt x="3526777" y="482599"/>
                  </a:lnTo>
                  <a:close/>
                </a:path>
                <a:path w="10337800" h="482600">
                  <a:moveTo>
                    <a:pt x="3552190" y="482599"/>
                  </a:moveTo>
                  <a:lnTo>
                    <a:pt x="3533127" y="482599"/>
                  </a:lnTo>
                  <a:lnTo>
                    <a:pt x="3533127" y="469899"/>
                  </a:lnTo>
                  <a:lnTo>
                    <a:pt x="3552190" y="469899"/>
                  </a:lnTo>
                  <a:lnTo>
                    <a:pt x="3552190" y="482599"/>
                  </a:lnTo>
                  <a:close/>
                </a:path>
                <a:path w="10337800" h="482600">
                  <a:moveTo>
                    <a:pt x="3577590" y="482599"/>
                  </a:moveTo>
                  <a:lnTo>
                    <a:pt x="3558540" y="482599"/>
                  </a:lnTo>
                  <a:lnTo>
                    <a:pt x="3558540" y="469899"/>
                  </a:lnTo>
                  <a:lnTo>
                    <a:pt x="3577590" y="469899"/>
                  </a:lnTo>
                  <a:lnTo>
                    <a:pt x="3577590" y="482599"/>
                  </a:lnTo>
                  <a:close/>
                </a:path>
                <a:path w="10337800" h="482600">
                  <a:moveTo>
                    <a:pt x="3603002" y="482599"/>
                  </a:moveTo>
                  <a:lnTo>
                    <a:pt x="3583952" y="482599"/>
                  </a:lnTo>
                  <a:lnTo>
                    <a:pt x="3583952" y="469899"/>
                  </a:lnTo>
                  <a:lnTo>
                    <a:pt x="3603002" y="469899"/>
                  </a:lnTo>
                  <a:lnTo>
                    <a:pt x="3603002" y="482599"/>
                  </a:lnTo>
                  <a:close/>
                </a:path>
                <a:path w="10337800" h="482600">
                  <a:moveTo>
                    <a:pt x="3628415" y="482599"/>
                  </a:moveTo>
                  <a:lnTo>
                    <a:pt x="3609352" y="482599"/>
                  </a:lnTo>
                  <a:lnTo>
                    <a:pt x="3609352" y="469899"/>
                  </a:lnTo>
                  <a:lnTo>
                    <a:pt x="3628415" y="469899"/>
                  </a:lnTo>
                  <a:lnTo>
                    <a:pt x="3628415" y="482599"/>
                  </a:lnTo>
                  <a:close/>
                </a:path>
                <a:path w="10337800" h="482600">
                  <a:moveTo>
                    <a:pt x="3653815" y="482599"/>
                  </a:moveTo>
                  <a:lnTo>
                    <a:pt x="3634765" y="482599"/>
                  </a:lnTo>
                  <a:lnTo>
                    <a:pt x="3634765" y="469899"/>
                  </a:lnTo>
                  <a:lnTo>
                    <a:pt x="3653815" y="469899"/>
                  </a:lnTo>
                  <a:lnTo>
                    <a:pt x="3653815" y="482599"/>
                  </a:lnTo>
                  <a:close/>
                </a:path>
                <a:path w="10337800" h="482600">
                  <a:moveTo>
                    <a:pt x="3679228" y="482599"/>
                  </a:moveTo>
                  <a:lnTo>
                    <a:pt x="3660165" y="482599"/>
                  </a:lnTo>
                  <a:lnTo>
                    <a:pt x="3660165" y="469899"/>
                  </a:lnTo>
                  <a:lnTo>
                    <a:pt x="3679228" y="469899"/>
                  </a:lnTo>
                  <a:lnTo>
                    <a:pt x="3679228" y="482599"/>
                  </a:lnTo>
                  <a:close/>
                </a:path>
                <a:path w="10337800" h="482600">
                  <a:moveTo>
                    <a:pt x="3704640" y="482599"/>
                  </a:moveTo>
                  <a:lnTo>
                    <a:pt x="3685578" y="482599"/>
                  </a:lnTo>
                  <a:lnTo>
                    <a:pt x="3685578" y="469899"/>
                  </a:lnTo>
                  <a:lnTo>
                    <a:pt x="3704640" y="469899"/>
                  </a:lnTo>
                  <a:lnTo>
                    <a:pt x="3704640" y="482599"/>
                  </a:lnTo>
                  <a:close/>
                </a:path>
                <a:path w="10337800" h="482600">
                  <a:moveTo>
                    <a:pt x="3730040" y="482599"/>
                  </a:moveTo>
                  <a:lnTo>
                    <a:pt x="3710990" y="482599"/>
                  </a:lnTo>
                  <a:lnTo>
                    <a:pt x="3710990" y="469899"/>
                  </a:lnTo>
                  <a:lnTo>
                    <a:pt x="3730040" y="469899"/>
                  </a:lnTo>
                  <a:lnTo>
                    <a:pt x="3730040" y="482599"/>
                  </a:lnTo>
                  <a:close/>
                </a:path>
                <a:path w="10337800" h="482600">
                  <a:moveTo>
                    <a:pt x="3755453" y="482599"/>
                  </a:moveTo>
                  <a:lnTo>
                    <a:pt x="3736390" y="482599"/>
                  </a:lnTo>
                  <a:lnTo>
                    <a:pt x="3736390" y="469899"/>
                  </a:lnTo>
                  <a:lnTo>
                    <a:pt x="3755453" y="469899"/>
                  </a:lnTo>
                  <a:lnTo>
                    <a:pt x="3755453" y="482599"/>
                  </a:lnTo>
                  <a:close/>
                </a:path>
                <a:path w="10337800" h="482600">
                  <a:moveTo>
                    <a:pt x="3780866" y="482599"/>
                  </a:moveTo>
                  <a:lnTo>
                    <a:pt x="3761803" y="482599"/>
                  </a:lnTo>
                  <a:lnTo>
                    <a:pt x="3761803" y="469899"/>
                  </a:lnTo>
                  <a:lnTo>
                    <a:pt x="3780866" y="469899"/>
                  </a:lnTo>
                  <a:lnTo>
                    <a:pt x="3780866" y="482599"/>
                  </a:lnTo>
                  <a:close/>
                </a:path>
                <a:path w="10337800" h="482600">
                  <a:moveTo>
                    <a:pt x="3806266" y="482599"/>
                  </a:moveTo>
                  <a:lnTo>
                    <a:pt x="3787216" y="482599"/>
                  </a:lnTo>
                  <a:lnTo>
                    <a:pt x="3787216" y="469899"/>
                  </a:lnTo>
                  <a:lnTo>
                    <a:pt x="3806266" y="469899"/>
                  </a:lnTo>
                  <a:lnTo>
                    <a:pt x="3806266" y="482599"/>
                  </a:lnTo>
                  <a:close/>
                </a:path>
                <a:path w="10337800" h="482600">
                  <a:moveTo>
                    <a:pt x="3831678" y="482599"/>
                  </a:moveTo>
                  <a:lnTo>
                    <a:pt x="3812616" y="482599"/>
                  </a:lnTo>
                  <a:lnTo>
                    <a:pt x="3812616" y="469899"/>
                  </a:lnTo>
                  <a:lnTo>
                    <a:pt x="3831678" y="469899"/>
                  </a:lnTo>
                  <a:lnTo>
                    <a:pt x="3831678" y="482599"/>
                  </a:lnTo>
                  <a:close/>
                </a:path>
                <a:path w="10337800" h="482600">
                  <a:moveTo>
                    <a:pt x="3857078" y="482599"/>
                  </a:moveTo>
                  <a:lnTo>
                    <a:pt x="3838028" y="482599"/>
                  </a:lnTo>
                  <a:lnTo>
                    <a:pt x="3838028" y="469899"/>
                  </a:lnTo>
                  <a:lnTo>
                    <a:pt x="3857078" y="469899"/>
                  </a:lnTo>
                  <a:lnTo>
                    <a:pt x="3857078" y="482599"/>
                  </a:lnTo>
                  <a:close/>
                </a:path>
                <a:path w="10337800" h="482600">
                  <a:moveTo>
                    <a:pt x="3882491" y="482599"/>
                  </a:moveTo>
                  <a:lnTo>
                    <a:pt x="3863441" y="482599"/>
                  </a:lnTo>
                  <a:lnTo>
                    <a:pt x="3863441" y="469899"/>
                  </a:lnTo>
                  <a:lnTo>
                    <a:pt x="3882491" y="469899"/>
                  </a:lnTo>
                  <a:lnTo>
                    <a:pt x="3882491" y="482599"/>
                  </a:lnTo>
                  <a:close/>
                </a:path>
                <a:path w="10337800" h="482600">
                  <a:moveTo>
                    <a:pt x="3907904" y="482599"/>
                  </a:moveTo>
                  <a:lnTo>
                    <a:pt x="3888841" y="482599"/>
                  </a:lnTo>
                  <a:lnTo>
                    <a:pt x="3888841" y="469899"/>
                  </a:lnTo>
                  <a:lnTo>
                    <a:pt x="3907904" y="469899"/>
                  </a:lnTo>
                  <a:lnTo>
                    <a:pt x="3907904" y="482599"/>
                  </a:lnTo>
                  <a:close/>
                </a:path>
                <a:path w="10337800" h="482600">
                  <a:moveTo>
                    <a:pt x="3933304" y="482599"/>
                  </a:moveTo>
                  <a:lnTo>
                    <a:pt x="3914254" y="482599"/>
                  </a:lnTo>
                  <a:lnTo>
                    <a:pt x="3914254" y="469899"/>
                  </a:lnTo>
                  <a:lnTo>
                    <a:pt x="3933304" y="469899"/>
                  </a:lnTo>
                  <a:lnTo>
                    <a:pt x="3933304" y="482599"/>
                  </a:lnTo>
                  <a:close/>
                </a:path>
                <a:path w="10337800" h="482600">
                  <a:moveTo>
                    <a:pt x="3958716" y="482599"/>
                  </a:moveTo>
                  <a:lnTo>
                    <a:pt x="3939666" y="482599"/>
                  </a:lnTo>
                  <a:lnTo>
                    <a:pt x="3939666" y="469899"/>
                  </a:lnTo>
                  <a:lnTo>
                    <a:pt x="3958716" y="469899"/>
                  </a:lnTo>
                  <a:lnTo>
                    <a:pt x="3958716" y="482599"/>
                  </a:lnTo>
                  <a:close/>
                </a:path>
                <a:path w="10337800" h="482600">
                  <a:moveTo>
                    <a:pt x="3984129" y="482599"/>
                  </a:moveTo>
                  <a:lnTo>
                    <a:pt x="3965066" y="482599"/>
                  </a:lnTo>
                  <a:lnTo>
                    <a:pt x="3965066" y="469899"/>
                  </a:lnTo>
                  <a:lnTo>
                    <a:pt x="3984129" y="469899"/>
                  </a:lnTo>
                  <a:lnTo>
                    <a:pt x="3984129" y="482599"/>
                  </a:lnTo>
                  <a:close/>
                </a:path>
                <a:path w="10337800" h="482600">
                  <a:moveTo>
                    <a:pt x="4009529" y="482599"/>
                  </a:moveTo>
                  <a:lnTo>
                    <a:pt x="3990479" y="482599"/>
                  </a:lnTo>
                  <a:lnTo>
                    <a:pt x="3990479" y="469899"/>
                  </a:lnTo>
                  <a:lnTo>
                    <a:pt x="4009529" y="469899"/>
                  </a:lnTo>
                  <a:lnTo>
                    <a:pt x="4009529" y="482599"/>
                  </a:lnTo>
                  <a:close/>
                </a:path>
                <a:path w="10337800" h="482600">
                  <a:moveTo>
                    <a:pt x="4034942" y="482599"/>
                  </a:moveTo>
                  <a:lnTo>
                    <a:pt x="4015879" y="482599"/>
                  </a:lnTo>
                  <a:lnTo>
                    <a:pt x="4015879" y="469899"/>
                  </a:lnTo>
                  <a:lnTo>
                    <a:pt x="4034942" y="469899"/>
                  </a:lnTo>
                  <a:lnTo>
                    <a:pt x="4034942" y="482599"/>
                  </a:lnTo>
                  <a:close/>
                </a:path>
                <a:path w="10337800" h="482600">
                  <a:moveTo>
                    <a:pt x="4060355" y="482599"/>
                  </a:moveTo>
                  <a:lnTo>
                    <a:pt x="4041292" y="482599"/>
                  </a:lnTo>
                  <a:lnTo>
                    <a:pt x="4041292" y="469899"/>
                  </a:lnTo>
                  <a:lnTo>
                    <a:pt x="4060355" y="469899"/>
                  </a:lnTo>
                  <a:lnTo>
                    <a:pt x="4060355" y="482599"/>
                  </a:lnTo>
                  <a:close/>
                </a:path>
                <a:path w="10337800" h="482600">
                  <a:moveTo>
                    <a:pt x="4085755" y="482599"/>
                  </a:moveTo>
                  <a:lnTo>
                    <a:pt x="4066705" y="482599"/>
                  </a:lnTo>
                  <a:lnTo>
                    <a:pt x="4066705" y="469899"/>
                  </a:lnTo>
                  <a:lnTo>
                    <a:pt x="4085755" y="469899"/>
                  </a:lnTo>
                  <a:lnTo>
                    <a:pt x="4085755" y="482599"/>
                  </a:lnTo>
                  <a:close/>
                </a:path>
                <a:path w="10337800" h="482600">
                  <a:moveTo>
                    <a:pt x="4111167" y="482599"/>
                  </a:moveTo>
                  <a:lnTo>
                    <a:pt x="4092105" y="482599"/>
                  </a:lnTo>
                  <a:lnTo>
                    <a:pt x="4092105" y="469899"/>
                  </a:lnTo>
                  <a:lnTo>
                    <a:pt x="4111167" y="469899"/>
                  </a:lnTo>
                  <a:lnTo>
                    <a:pt x="4111167" y="482599"/>
                  </a:lnTo>
                  <a:close/>
                </a:path>
                <a:path w="10337800" h="482600">
                  <a:moveTo>
                    <a:pt x="4136580" y="482599"/>
                  </a:moveTo>
                  <a:lnTo>
                    <a:pt x="4117517" y="482599"/>
                  </a:lnTo>
                  <a:lnTo>
                    <a:pt x="4117517" y="469899"/>
                  </a:lnTo>
                  <a:lnTo>
                    <a:pt x="4136580" y="469899"/>
                  </a:lnTo>
                  <a:lnTo>
                    <a:pt x="4136580" y="482599"/>
                  </a:lnTo>
                  <a:close/>
                </a:path>
                <a:path w="10337800" h="482600">
                  <a:moveTo>
                    <a:pt x="4161980" y="482599"/>
                  </a:moveTo>
                  <a:lnTo>
                    <a:pt x="4142930" y="482599"/>
                  </a:lnTo>
                  <a:lnTo>
                    <a:pt x="4142930" y="469899"/>
                  </a:lnTo>
                  <a:lnTo>
                    <a:pt x="4161980" y="469899"/>
                  </a:lnTo>
                  <a:lnTo>
                    <a:pt x="4161980" y="482599"/>
                  </a:lnTo>
                  <a:close/>
                </a:path>
                <a:path w="10337800" h="482600">
                  <a:moveTo>
                    <a:pt x="4187393" y="482599"/>
                  </a:moveTo>
                  <a:lnTo>
                    <a:pt x="4168330" y="482599"/>
                  </a:lnTo>
                  <a:lnTo>
                    <a:pt x="4168330" y="469899"/>
                  </a:lnTo>
                  <a:lnTo>
                    <a:pt x="4187393" y="469899"/>
                  </a:lnTo>
                  <a:lnTo>
                    <a:pt x="4187393" y="482599"/>
                  </a:lnTo>
                  <a:close/>
                </a:path>
                <a:path w="10337800" h="482600">
                  <a:moveTo>
                    <a:pt x="4212793" y="482599"/>
                  </a:moveTo>
                  <a:lnTo>
                    <a:pt x="4193743" y="482599"/>
                  </a:lnTo>
                  <a:lnTo>
                    <a:pt x="4193743" y="469899"/>
                  </a:lnTo>
                  <a:lnTo>
                    <a:pt x="4212793" y="469899"/>
                  </a:lnTo>
                  <a:lnTo>
                    <a:pt x="4212793" y="482599"/>
                  </a:lnTo>
                  <a:close/>
                </a:path>
                <a:path w="10337800" h="482600">
                  <a:moveTo>
                    <a:pt x="4238205" y="482599"/>
                  </a:moveTo>
                  <a:lnTo>
                    <a:pt x="4219155" y="482599"/>
                  </a:lnTo>
                  <a:lnTo>
                    <a:pt x="4219155" y="469899"/>
                  </a:lnTo>
                  <a:lnTo>
                    <a:pt x="4238205" y="469899"/>
                  </a:lnTo>
                  <a:lnTo>
                    <a:pt x="4238205" y="482599"/>
                  </a:lnTo>
                  <a:close/>
                </a:path>
                <a:path w="10337800" h="482600">
                  <a:moveTo>
                    <a:pt x="4263618" y="482599"/>
                  </a:moveTo>
                  <a:lnTo>
                    <a:pt x="4244555" y="482599"/>
                  </a:lnTo>
                  <a:lnTo>
                    <a:pt x="4244555" y="469899"/>
                  </a:lnTo>
                  <a:lnTo>
                    <a:pt x="4263618" y="469899"/>
                  </a:lnTo>
                  <a:lnTo>
                    <a:pt x="4263618" y="482599"/>
                  </a:lnTo>
                  <a:close/>
                </a:path>
                <a:path w="10337800" h="482600">
                  <a:moveTo>
                    <a:pt x="4289018" y="482599"/>
                  </a:moveTo>
                  <a:lnTo>
                    <a:pt x="4269968" y="482599"/>
                  </a:lnTo>
                  <a:lnTo>
                    <a:pt x="4269968" y="469899"/>
                  </a:lnTo>
                  <a:lnTo>
                    <a:pt x="4289018" y="469899"/>
                  </a:lnTo>
                  <a:lnTo>
                    <a:pt x="4289018" y="482599"/>
                  </a:lnTo>
                  <a:close/>
                </a:path>
                <a:path w="10337800" h="482600">
                  <a:moveTo>
                    <a:pt x="4314431" y="482599"/>
                  </a:moveTo>
                  <a:lnTo>
                    <a:pt x="4295381" y="482599"/>
                  </a:lnTo>
                  <a:lnTo>
                    <a:pt x="4295381" y="469899"/>
                  </a:lnTo>
                  <a:lnTo>
                    <a:pt x="4314431" y="469899"/>
                  </a:lnTo>
                  <a:lnTo>
                    <a:pt x="4314431" y="482599"/>
                  </a:lnTo>
                  <a:close/>
                </a:path>
                <a:path w="10337800" h="482600">
                  <a:moveTo>
                    <a:pt x="4339844" y="482599"/>
                  </a:moveTo>
                  <a:lnTo>
                    <a:pt x="4320781" y="482599"/>
                  </a:lnTo>
                  <a:lnTo>
                    <a:pt x="4320781" y="469899"/>
                  </a:lnTo>
                  <a:lnTo>
                    <a:pt x="4339844" y="469899"/>
                  </a:lnTo>
                  <a:lnTo>
                    <a:pt x="4339844" y="482599"/>
                  </a:lnTo>
                  <a:close/>
                </a:path>
                <a:path w="10337800" h="482600">
                  <a:moveTo>
                    <a:pt x="4365244" y="482599"/>
                  </a:moveTo>
                  <a:lnTo>
                    <a:pt x="4346194" y="482599"/>
                  </a:lnTo>
                  <a:lnTo>
                    <a:pt x="4346194" y="469899"/>
                  </a:lnTo>
                  <a:lnTo>
                    <a:pt x="4365244" y="469899"/>
                  </a:lnTo>
                  <a:lnTo>
                    <a:pt x="4365244" y="482599"/>
                  </a:lnTo>
                  <a:close/>
                </a:path>
                <a:path w="10337800" h="482600">
                  <a:moveTo>
                    <a:pt x="4390656" y="482599"/>
                  </a:moveTo>
                  <a:lnTo>
                    <a:pt x="4371594" y="482599"/>
                  </a:lnTo>
                  <a:lnTo>
                    <a:pt x="4371594" y="469899"/>
                  </a:lnTo>
                  <a:lnTo>
                    <a:pt x="4390656" y="469899"/>
                  </a:lnTo>
                  <a:lnTo>
                    <a:pt x="4390656" y="482599"/>
                  </a:lnTo>
                  <a:close/>
                </a:path>
                <a:path w="10337800" h="482600">
                  <a:moveTo>
                    <a:pt x="4416069" y="482599"/>
                  </a:moveTo>
                  <a:lnTo>
                    <a:pt x="4397006" y="482599"/>
                  </a:lnTo>
                  <a:lnTo>
                    <a:pt x="4397006" y="469899"/>
                  </a:lnTo>
                  <a:lnTo>
                    <a:pt x="4416069" y="469899"/>
                  </a:lnTo>
                  <a:lnTo>
                    <a:pt x="4416069" y="482599"/>
                  </a:lnTo>
                  <a:close/>
                </a:path>
                <a:path w="10337800" h="482600">
                  <a:moveTo>
                    <a:pt x="4441469" y="482599"/>
                  </a:moveTo>
                  <a:lnTo>
                    <a:pt x="4422419" y="482599"/>
                  </a:lnTo>
                  <a:lnTo>
                    <a:pt x="4422419" y="469899"/>
                  </a:lnTo>
                  <a:lnTo>
                    <a:pt x="4441469" y="469899"/>
                  </a:lnTo>
                  <a:lnTo>
                    <a:pt x="4441469" y="482599"/>
                  </a:lnTo>
                  <a:close/>
                </a:path>
                <a:path w="10337800" h="482600">
                  <a:moveTo>
                    <a:pt x="4466882" y="482599"/>
                  </a:moveTo>
                  <a:lnTo>
                    <a:pt x="4447819" y="482599"/>
                  </a:lnTo>
                  <a:lnTo>
                    <a:pt x="4447819" y="469899"/>
                  </a:lnTo>
                  <a:lnTo>
                    <a:pt x="4466882" y="469899"/>
                  </a:lnTo>
                  <a:lnTo>
                    <a:pt x="4466882" y="482599"/>
                  </a:lnTo>
                  <a:close/>
                </a:path>
                <a:path w="10337800" h="482600">
                  <a:moveTo>
                    <a:pt x="4492282" y="482599"/>
                  </a:moveTo>
                  <a:lnTo>
                    <a:pt x="4473232" y="482599"/>
                  </a:lnTo>
                  <a:lnTo>
                    <a:pt x="4473232" y="469899"/>
                  </a:lnTo>
                  <a:lnTo>
                    <a:pt x="4492282" y="469899"/>
                  </a:lnTo>
                  <a:lnTo>
                    <a:pt x="4492282" y="482599"/>
                  </a:lnTo>
                  <a:close/>
                </a:path>
                <a:path w="10337800" h="482600">
                  <a:moveTo>
                    <a:pt x="4517694" y="482599"/>
                  </a:moveTo>
                  <a:lnTo>
                    <a:pt x="4498644" y="482599"/>
                  </a:lnTo>
                  <a:lnTo>
                    <a:pt x="4498644" y="469899"/>
                  </a:lnTo>
                  <a:lnTo>
                    <a:pt x="4517694" y="469899"/>
                  </a:lnTo>
                  <a:lnTo>
                    <a:pt x="4517694" y="482599"/>
                  </a:lnTo>
                  <a:close/>
                </a:path>
                <a:path w="10337800" h="482600">
                  <a:moveTo>
                    <a:pt x="4543107" y="482599"/>
                  </a:moveTo>
                  <a:lnTo>
                    <a:pt x="4524044" y="482599"/>
                  </a:lnTo>
                  <a:lnTo>
                    <a:pt x="4524044" y="469899"/>
                  </a:lnTo>
                  <a:lnTo>
                    <a:pt x="4543107" y="469899"/>
                  </a:lnTo>
                  <a:lnTo>
                    <a:pt x="4543107" y="482599"/>
                  </a:lnTo>
                  <a:close/>
                </a:path>
                <a:path w="10337800" h="482600">
                  <a:moveTo>
                    <a:pt x="4568507" y="482599"/>
                  </a:moveTo>
                  <a:lnTo>
                    <a:pt x="4549457" y="482599"/>
                  </a:lnTo>
                  <a:lnTo>
                    <a:pt x="4549457" y="469899"/>
                  </a:lnTo>
                  <a:lnTo>
                    <a:pt x="4568507" y="469899"/>
                  </a:lnTo>
                  <a:lnTo>
                    <a:pt x="4568507" y="482599"/>
                  </a:lnTo>
                  <a:close/>
                </a:path>
                <a:path w="10337800" h="482600">
                  <a:moveTo>
                    <a:pt x="4593920" y="482599"/>
                  </a:moveTo>
                  <a:lnTo>
                    <a:pt x="4574870" y="482599"/>
                  </a:lnTo>
                  <a:lnTo>
                    <a:pt x="4574870" y="469899"/>
                  </a:lnTo>
                  <a:lnTo>
                    <a:pt x="4593920" y="469899"/>
                  </a:lnTo>
                  <a:lnTo>
                    <a:pt x="4593920" y="482599"/>
                  </a:lnTo>
                  <a:close/>
                </a:path>
                <a:path w="10337800" h="482600">
                  <a:moveTo>
                    <a:pt x="4619332" y="482599"/>
                  </a:moveTo>
                  <a:lnTo>
                    <a:pt x="4600270" y="482599"/>
                  </a:lnTo>
                  <a:lnTo>
                    <a:pt x="4600270" y="469899"/>
                  </a:lnTo>
                  <a:lnTo>
                    <a:pt x="4619332" y="469899"/>
                  </a:lnTo>
                  <a:lnTo>
                    <a:pt x="4619332" y="482599"/>
                  </a:lnTo>
                  <a:close/>
                </a:path>
                <a:path w="10337800" h="482600">
                  <a:moveTo>
                    <a:pt x="4644732" y="482599"/>
                  </a:moveTo>
                  <a:lnTo>
                    <a:pt x="4625682" y="482599"/>
                  </a:lnTo>
                  <a:lnTo>
                    <a:pt x="4625682" y="469899"/>
                  </a:lnTo>
                  <a:lnTo>
                    <a:pt x="4644732" y="469899"/>
                  </a:lnTo>
                  <a:lnTo>
                    <a:pt x="4644732" y="482599"/>
                  </a:lnTo>
                  <a:close/>
                </a:path>
                <a:path w="10337800" h="482600">
                  <a:moveTo>
                    <a:pt x="4670145" y="482599"/>
                  </a:moveTo>
                  <a:lnTo>
                    <a:pt x="4651082" y="482599"/>
                  </a:lnTo>
                  <a:lnTo>
                    <a:pt x="4651082" y="469899"/>
                  </a:lnTo>
                  <a:lnTo>
                    <a:pt x="4670145" y="469899"/>
                  </a:lnTo>
                  <a:lnTo>
                    <a:pt x="4670145" y="482599"/>
                  </a:lnTo>
                  <a:close/>
                </a:path>
                <a:path w="10337800" h="482600">
                  <a:moveTo>
                    <a:pt x="4695558" y="482599"/>
                  </a:moveTo>
                  <a:lnTo>
                    <a:pt x="4676495" y="482599"/>
                  </a:lnTo>
                  <a:lnTo>
                    <a:pt x="4676495" y="469899"/>
                  </a:lnTo>
                  <a:lnTo>
                    <a:pt x="4695558" y="469899"/>
                  </a:lnTo>
                  <a:lnTo>
                    <a:pt x="4695558" y="482599"/>
                  </a:lnTo>
                  <a:close/>
                </a:path>
                <a:path w="10337800" h="482600">
                  <a:moveTo>
                    <a:pt x="4720958" y="482599"/>
                  </a:moveTo>
                  <a:lnTo>
                    <a:pt x="4701908" y="482599"/>
                  </a:lnTo>
                  <a:lnTo>
                    <a:pt x="4701908" y="469899"/>
                  </a:lnTo>
                  <a:lnTo>
                    <a:pt x="4720958" y="469899"/>
                  </a:lnTo>
                  <a:lnTo>
                    <a:pt x="4720958" y="482599"/>
                  </a:lnTo>
                  <a:close/>
                </a:path>
                <a:path w="10337800" h="482600">
                  <a:moveTo>
                    <a:pt x="4746371" y="482599"/>
                  </a:moveTo>
                  <a:lnTo>
                    <a:pt x="4727308" y="482599"/>
                  </a:lnTo>
                  <a:lnTo>
                    <a:pt x="4727308" y="469899"/>
                  </a:lnTo>
                  <a:lnTo>
                    <a:pt x="4746371" y="469899"/>
                  </a:lnTo>
                  <a:lnTo>
                    <a:pt x="4746371" y="482599"/>
                  </a:lnTo>
                  <a:close/>
                </a:path>
                <a:path w="10337800" h="482600">
                  <a:moveTo>
                    <a:pt x="4771771" y="482599"/>
                  </a:moveTo>
                  <a:lnTo>
                    <a:pt x="4752721" y="482599"/>
                  </a:lnTo>
                  <a:lnTo>
                    <a:pt x="4752721" y="469899"/>
                  </a:lnTo>
                  <a:lnTo>
                    <a:pt x="4771771" y="469899"/>
                  </a:lnTo>
                  <a:lnTo>
                    <a:pt x="4771771" y="482599"/>
                  </a:lnTo>
                  <a:close/>
                </a:path>
                <a:path w="10337800" h="482600">
                  <a:moveTo>
                    <a:pt x="4797183" y="482599"/>
                  </a:moveTo>
                  <a:lnTo>
                    <a:pt x="4778133" y="482599"/>
                  </a:lnTo>
                  <a:lnTo>
                    <a:pt x="4778133" y="469899"/>
                  </a:lnTo>
                  <a:lnTo>
                    <a:pt x="4797183" y="469899"/>
                  </a:lnTo>
                  <a:lnTo>
                    <a:pt x="4797183" y="482599"/>
                  </a:lnTo>
                  <a:close/>
                </a:path>
                <a:path w="10337800" h="482600">
                  <a:moveTo>
                    <a:pt x="4822596" y="482599"/>
                  </a:moveTo>
                  <a:lnTo>
                    <a:pt x="4803533" y="482599"/>
                  </a:lnTo>
                  <a:lnTo>
                    <a:pt x="4803533" y="469899"/>
                  </a:lnTo>
                  <a:lnTo>
                    <a:pt x="4822596" y="469899"/>
                  </a:lnTo>
                  <a:lnTo>
                    <a:pt x="4822596" y="482599"/>
                  </a:lnTo>
                  <a:close/>
                </a:path>
                <a:path w="10337800" h="482600">
                  <a:moveTo>
                    <a:pt x="4847996" y="482599"/>
                  </a:moveTo>
                  <a:lnTo>
                    <a:pt x="4828946" y="482599"/>
                  </a:lnTo>
                  <a:lnTo>
                    <a:pt x="4828946" y="469899"/>
                  </a:lnTo>
                  <a:lnTo>
                    <a:pt x="4847996" y="469899"/>
                  </a:lnTo>
                  <a:lnTo>
                    <a:pt x="4847996" y="482599"/>
                  </a:lnTo>
                  <a:close/>
                </a:path>
                <a:path w="10337800" h="482600">
                  <a:moveTo>
                    <a:pt x="4873409" y="482599"/>
                  </a:moveTo>
                  <a:lnTo>
                    <a:pt x="4854359" y="482599"/>
                  </a:lnTo>
                  <a:lnTo>
                    <a:pt x="4854359" y="469899"/>
                  </a:lnTo>
                  <a:lnTo>
                    <a:pt x="4873409" y="469899"/>
                  </a:lnTo>
                  <a:lnTo>
                    <a:pt x="4873409" y="482599"/>
                  </a:lnTo>
                  <a:close/>
                </a:path>
                <a:path w="10337800" h="482600">
                  <a:moveTo>
                    <a:pt x="4898821" y="482599"/>
                  </a:moveTo>
                  <a:lnTo>
                    <a:pt x="4879759" y="482599"/>
                  </a:lnTo>
                  <a:lnTo>
                    <a:pt x="4879759" y="469899"/>
                  </a:lnTo>
                  <a:lnTo>
                    <a:pt x="4898821" y="469899"/>
                  </a:lnTo>
                  <a:lnTo>
                    <a:pt x="4898821" y="482599"/>
                  </a:lnTo>
                  <a:close/>
                </a:path>
                <a:path w="10337800" h="482600">
                  <a:moveTo>
                    <a:pt x="4924221" y="482599"/>
                  </a:moveTo>
                  <a:lnTo>
                    <a:pt x="4905171" y="482599"/>
                  </a:lnTo>
                  <a:lnTo>
                    <a:pt x="4905171" y="469899"/>
                  </a:lnTo>
                  <a:lnTo>
                    <a:pt x="4924221" y="469899"/>
                  </a:lnTo>
                  <a:lnTo>
                    <a:pt x="4924221" y="482599"/>
                  </a:lnTo>
                  <a:close/>
                </a:path>
                <a:path w="10337800" h="482600">
                  <a:moveTo>
                    <a:pt x="4949634" y="482599"/>
                  </a:moveTo>
                  <a:lnTo>
                    <a:pt x="4930571" y="482599"/>
                  </a:lnTo>
                  <a:lnTo>
                    <a:pt x="4930571" y="469899"/>
                  </a:lnTo>
                  <a:lnTo>
                    <a:pt x="4949634" y="469899"/>
                  </a:lnTo>
                  <a:lnTo>
                    <a:pt x="4949634" y="482599"/>
                  </a:lnTo>
                  <a:close/>
                </a:path>
                <a:path w="10337800" h="482600">
                  <a:moveTo>
                    <a:pt x="4975047" y="482599"/>
                  </a:moveTo>
                  <a:lnTo>
                    <a:pt x="4955984" y="482599"/>
                  </a:lnTo>
                  <a:lnTo>
                    <a:pt x="4955984" y="469899"/>
                  </a:lnTo>
                  <a:lnTo>
                    <a:pt x="4975047" y="469899"/>
                  </a:lnTo>
                  <a:lnTo>
                    <a:pt x="4975047" y="482599"/>
                  </a:lnTo>
                  <a:close/>
                </a:path>
                <a:path w="10337800" h="482600">
                  <a:moveTo>
                    <a:pt x="5000447" y="482599"/>
                  </a:moveTo>
                  <a:lnTo>
                    <a:pt x="4981397" y="482599"/>
                  </a:lnTo>
                  <a:lnTo>
                    <a:pt x="4981397" y="469899"/>
                  </a:lnTo>
                  <a:lnTo>
                    <a:pt x="5000447" y="469899"/>
                  </a:lnTo>
                  <a:lnTo>
                    <a:pt x="5000447" y="482599"/>
                  </a:lnTo>
                  <a:close/>
                </a:path>
                <a:path w="10337800" h="482600">
                  <a:moveTo>
                    <a:pt x="5025859" y="482599"/>
                  </a:moveTo>
                  <a:lnTo>
                    <a:pt x="5006797" y="482599"/>
                  </a:lnTo>
                  <a:lnTo>
                    <a:pt x="5006797" y="469899"/>
                  </a:lnTo>
                  <a:lnTo>
                    <a:pt x="5025859" y="469899"/>
                  </a:lnTo>
                  <a:lnTo>
                    <a:pt x="5025859" y="482599"/>
                  </a:lnTo>
                  <a:close/>
                </a:path>
                <a:path w="10337800" h="482600">
                  <a:moveTo>
                    <a:pt x="5051272" y="482599"/>
                  </a:moveTo>
                  <a:lnTo>
                    <a:pt x="5032209" y="482599"/>
                  </a:lnTo>
                  <a:lnTo>
                    <a:pt x="5032209" y="469899"/>
                  </a:lnTo>
                  <a:lnTo>
                    <a:pt x="5051272" y="469899"/>
                  </a:lnTo>
                  <a:lnTo>
                    <a:pt x="5051272" y="482599"/>
                  </a:lnTo>
                  <a:close/>
                </a:path>
                <a:path w="10337800" h="482600">
                  <a:moveTo>
                    <a:pt x="5076672" y="482599"/>
                  </a:moveTo>
                  <a:lnTo>
                    <a:pt x="5057622" y="482599"/>
                  </a:lnTo>
                  <a:lnTo>
                    <a:pt x="5057622" y="469899"/>
                  </a:lnTo>
                  <a:lnTo>
                    <a:pt x="5076672" y="469899"/>
                  </a:lnTo>
                  <a:lnTo>
                    <a:pt x="5076672" y="482599"/>
                  </a:lnTo>
                  <a:close/>
                </a:path>
                <a:path w="10337800" h="482600">
                  <a:moveTo>
                    <a:pt x="5102085" y="482599"/>
                  </a:moveTo>
                  <a:lnTo>
                    <a:pt x="5083022" y="482599"/>
                  </a:lnTo>
                  <a:lnTo>
                    <a:pt x="5083022" y="469899"/>
                  </a:lnTo>
                  <a:lnTo>
                    <a:pt x="5102085" y="469899"/>
                  </a:lnTo>
                  <a:lnTo>
                    <a:pt x="5102085" y="482599"/>
                  </a:lnTo>
                  <a:close/>
                </a:path>
                <a:path w="10337800" h="482600">
                  <a:moveTo>
                    <a:pt x="5127498" y="482599"/>
                  </a:moveTo>
                  <a:lnTo>
                    <a:pt x="5108435" y="482599"/>
                  </a:lnTo>
                  <a:lnTo>
                    <a:pt x="5108435" y="469899"/>
                  </a:lnTo>
                  <a:lnTo>
                    <a:pt x="5127498" y="469899"/>
                  </a:lnTo>
                  <a:lnTo>
                    <a:pt x="5127498" y="482599"/>
                  </a:lnTo>
                  <a:close/>
                </a:path>
                <a:path w="10337800" h="482600">
                  <a:moveTo>
                    <a:pt x="5152898" y="482599"/>
                  </a:moveTo>
                  <a:lnTo>
                    <a:pt x="5133848" y="482599"/>
                  </a:lnTo>
                  <a:lnTo>
                    <a:pt x="5133848" y="469899"/>
                  </a:lnTo>
                  <a:lnTo>
                    <a:pt x="5152898" y="469899"/>
                  </a:lnTo>
                  <a:lnTo>
                    <a:pt x="5152898" y="482599"/>
                  </a:lnTo>
                  <a:close/>
                </a:path>
                <a:path w="10337800" h="482600">
                  <a:moveTo>
                    <a:pt x="5178310" y="482599"/>
                  </a:moveTo>
                  <a:lnTo>
                    <a:pt x="5159248" y="482599"/>
                  </a:lnTo>
                  <a:lnTo>
                    <a:pt x="5159248" y="469899"/>
                  </a:lnTo>
                  <a:lnTo>
                    <a:pt x="5178310" y="469899"/>
                  </a:lnTo>
                  <a:lnTo>
                    <a:pt x="5178310" y="482599"/>
                  </a:lnTo>
                  <a:close/>
                </a:path>
                <a:path w="10337800" h="482600">
                  <a:moveTo>
                    <a:pt x="5203710" y="482599"/>
                  </a:moveTo>
                  <a:lnTo>
                    <a:pt x="5184660" y="482599"/>
                  </a:lnTo>
                  <a:lnTo>
                    <a:pt x="5184660" y="469899"/>
                  </a:lnTo>
                  <a:lnTo>
                    <a:pt x="5203710" y="469899"/>
                  </a:lnTo>
                  <a:lnTo>
                    <a:pt x="5203710" y="482599"/>
                  </a:lnTo>
                  <a:close/>
                </a:path>
                <a:path w="10337800" h="482600">
                  <a:moveTo>
                    <a:pt x="5229123" y="482599"/>
                  </a:moveTo>
                  <a:lnTo>
                    <a:pt x="5210073" y="482599"/>
                  </a:lnTo>
                  <a:lnTo>
                    <a:pt x="5210073" y="469899"/>
                  </a:lnTo>
                  <a:lnTo>
                    <a:pt x="5229123" y="469899"/>
                  </a:lnTo>
                  <a:lnTo>
                    <a:pt x="5229123" y="482599"/>
                  </a:lnTo>
                  <a:close/>
                </a:path>
                <a:path w="10337800" h="482600">
                  <a:moveTo>
                    <a:pt x="5254536" y="482599"/>
                  </a:moveTo>
                  <a:lnTo>
                    <a:pt x="5235473" y="482599"/>
                  </a:lnTo>
                  <a:lnTo>
                    <a:pt x="5235473" y="469899"/>
                  </a:lnTo>
                  <a:lnTo>
                    <a:pt x="5254536" y="469899"/>
                  </a:lnTo>
                  <a:lnTo>
                    <a:pt x="5254536" y="482599"/>
                  </a:lnTo>
                  <a:close/>
                </a:path>
                <a:path w="10337800" h="482600">
                  <a:moveTo>
                    <a:pt x="5279936" y="482599"/>
                  </a:moveTo>
                  <a:lnTo>
                    <a:pt x="5260886" y="482599"/>
                  </a:lnTo>
                  <a:lnTo>
                    <a:pt x="5260886" y="469899"/>
                  </a:lnTo>
                  <a:lnTo>
                    <a:pt x="5279936" y="469899"/>
                  </a:lnTo>
                  <a:lnTo>
                    <a:pt x="5279936" y="482599"/>
                  </a:lnTo>
                  <a:close/>
                </a:path>
                <a:path w="10337800" h="482600">
                  <a:moveTo>
                    <a:pt x="5305348" y="482599"/>
                  </a:moveTo>
                  <a:lnTo>
                    <a:pt x="5286286" y="482599"/>
                  </a:lnTo>
                  <a:lnTo>
                    <a:pt x="5286286" y="469899"/>
                  </a:lnTo>
                  <a:lnTo>
                    <a:pt x="5305348" y="469899"/>
                  </a:lnTo>
                  <a:lnTo>
                    <a:pt x="5305348" y="482599"/>
                  </a:lnTo>
                  <a:close/>
                </a:path>
                <a:path w="10337800" h="482600">
                  <a:moveTo>
                    <a:pt x="5330761" y="482599"/>
                  </a:moveTo>
                  <a:lnTo>
                    <a:pt x="5311698" y="482599"/>
                  </a:lnTo>
                  <a:lnTo>
                    <a:pt x="5311698" y="469899"/>
                  </a:lnTo>
                  <a:lnTo>
                    <a:pt x="5330761" y="469899"/>
                  </a:lnTo>
                  <a:lnTo>
                    <a:pt x="5330761" y="482599"/>
                  </a:lnTo>
                  <a:close/>
                </a:path>
                <a:path w="10337800" h="482600">
                  <a:moveTo>
                    <a:pt x="5356161" y="482599"/>
                  </a:moveTo>
                  <a:lnTo>
                    <a:pt x="5337111" y="482599"/>
                  </a:lnTo>
                  <a:lnTo>
                    <a:pt x="5337111" y="469899"/>
                  </a:lnTo>
                  <a:lnTo>
                    <a:pt x="5356161" y="469899"/>
                  </a:lnTo>
                  <a:lnTo>
                    <a:pt x="5356161" y="482599"/>
                  </a:lnTo>
                  <a:close/>
                </a:path>
                <a:path w="10337800" h="482600">
                  <a:moveTo>
                    <a:pt x="5381574" y="482599"/>
                  </a:moveTo>
                  <a:lnTo>
                    <a:pt x="5362511" y="482599"/>
                  </a:lnTo>
                  <a:lnTo>
                    <a:pt x="5362511" y="469899"/>
                  </a:lnTo>
                  <a:lnTo>
                    <a:pt x="5381574" y="469899"/>
                  </a:lnTo>
                  <a:lnTo>
                    <a:pt x="5381574" y="482599"/>
                  </a:lnTo>
                  <a:close/>
                </a:path>
                <a:path w="10337800" h="482600">
                  <a:moveTo>
                    <a:pt x="5406986" y="482599"/>
                  </a:moveTo>
                  <a:lnTo>
                    <a:pt x="5387924" y="482599"/>
                  </a:lnTo>
                  <a:lnTo>
                    <a:pt x="5387924" y="469899"/>
                  </a:lnTo>
                  <a:lnTo>
                    <a:pt x="5406986" y="469899"/>
                  </a:lnTo>
                  <a:lnTo>
                    <a:pt x="5406986" y="482599"/>
                  </a:lnTo>
                  <a:close/>
                </a:path>
                <a:path w="10337800" h="482600">
                  <a:moveTo>
                    <a:pt x="5432386" y="482599"/>
                  </a:moveTo>
                  <a:lnTo>
                    <a:pt x="5413336" y="482599"/>
                  </a:lnTo>
                  <a:lnTo>
                    <a:pt x="5413336" y="469899"/>
                  </a:lnTo>
                  <a:lnTo>
                    <a:pt x="5432386" y="469899"/>
                  </a:lnTo>
                  <a:lnTo>
                    <a:pt x="5432386" y="482599"/>
                  </a:lnTo>
                  <a:close/>
                </a:path>
                <a:path w="10337800" h="482600">
                  <a:moveTo>
                    <a:pt x="5457799" y="482599"/>
                  </a:moveTo>
                  <a:lnTo>
                    <a:pt x="5438736" y="482599"/>
                  </a:lnTo>
                  <a:lnTo>
                    <a:pt x="5438736" y="469899"/>
                  </a:lnTo>
                  <a:lnTo>
                    <a:pt x="5457799" y="469899"/>
                  </a:lnTo>
                  <a:lnTo>
                    <a:pt x="5457799" y="482599"/>
                  </a:lnTo>
                  <a:close/>
                </a:path>
                <a:path w="10337800" h="482600">
                  <a:moveTo>
                    <a:pt x="5483199" y="482599"/>
                  </a:moveTo>
                  <a:lnTo>
                    <a:pt x="5464149" y="482599"/>
                  </a:lnTo>
                  <a:lnTo>
                    <a:pt x="5464149" y="469899"/>
                  </a:lnTo>
                  <a:lnTo>
                    <a:pt x="5483199" y="469899"/>
                  </a:lnTo>
                  <a:lnTo>
                    <a:pt x="5483199" y="482599"/>
                  </a:lnTo>
                  <a:close/>
                </a:path>
                <a:path w="10337800" h="482600">
                  <a:moveTo>
                    <a:pt x="5508612" y="482599"/>
                  </a:moveTo>
                  <a:lnTo>
                    <a:pt x="5489562" y="482599"/>
                  </a:lnTo>
                  <a:lnTo>
                    <a:pt x="5489562" y="469899"/>
                  </a:lnTo>
                  <a:lnTo>
                    <a:pt x="5508612" y="469899"/>
                  </a:lnTo>
                  <a:lnTo>
                    <a:pt x="5508612" y="482599"/>
                  </a:lnTo>
                  <a:close/>
                </a:path>
                <a:path w="10337800" h="482600">
                  <a:moveTo>
                    <a:pt x="5534025" y="482599"/>
                  </a:moveTo>
                  <a:lnTo>
                    <a:pt x="5514962" y="482599"/>
                  </a:lnTo>
                  <a:lnTo>
                    <a:pt x="5514962" y="469899"/>
                  </a:lnTo>
                  <a:lnTo>
                    <a:pt x="5534025" y="469899"/>
                  </a:lnTo>
                  <a:lnTo>
                    <a:pt x="5534025" y="482599"/>
                  </a:lnTo>
                  <a:close/>
                </a:path>
                <a:path w="10337800" h="482600">
                  <a:moveTo>
                    <a:pt x="5559425" y="482599"/>
                  </a:moveTo>
                  <a:lnTo>
                    <a:pt x="5540375" y="482599"/>
                  </a:lnTo>
                  <a:lnTo>
                    <a:pt x="5540375" y="469899"/>
                  </a:lnTo>
                  <a:lnTo>
                    <a:pt x="5559425" y="469899"/>
                  </a:lnTo>
                  <a:lnTo>
                    <a:pt x="5559425" y="482599"/>
                  </a:lnTo>
                  <a:close/>
                </a:path>
                <a:path w="10337800" h="482600">
                  <a:moveTo>
                    <a:pt x="5584837" y="482599"/>
                  </a:moveTo>
                  <a:lnTo>
                    <a:pt x="5565787" y="482599"/>
                  </a:lnTo>
                  <a:lnTo>
                    <a:pt x="5565787" y="469899"/>
                  </a:lnTo>
                  <a:lnTo>
                    <a:pt x="5584837" y="469899"/>
                  </a:lnTo>
                  <a:lnTo>
                    <a:pt x="5584837" y="482599"/>
                  </a:lnTo>
                  <a:close/>
                </a:path>
                <a:path w="10337800" h="482600">
                  <a:moveTo>
                    <a:pt x="5610250" y="482599"/>
                  </a:moveTo>
                  <a:lnTo>
                    <a:pt x="5591187" y="482599"/>
                  </a:lnTo>
                  <a:lnTo>
                    <a:pt x="5591187" y="469899"/>
                  </a:lnTo>
                  <a:lnTo>
                    <a:pt x="5610250" y="469899"/>
                  </a:lnTo>
                  <a:lnTo>
                    <a:pt x="5610250" y="482599"/>
                  </a:lnTo>
                  <a:close/>
                </a:path>
                <a:path w="10337800" h="482600">
                  <a:moveTo>
                    <a:pt x="5635650" y="482599"/>
                  </a:moveTo>
                  <a:lnTo>
                    <a:pt x="5616600" y="482599"/>
                  </a:lnTo>
                  <a:lnTo>
                    <a:pt x="5616600" y="469899"/>
                  </a:lnTo>
                  <a:lnTo>
                    <a:pt x="5635650" y="469899"/>
                  </a:lnTo>
                  <a:lnTo>
                    <a:pt x="5635650" y="482599"/>
                  </a:lnTo>
                  <a:close/>
                </a:path>
                <a:path w="10337800" h="482600">
                  <a:moveTo>
                    <a:pt x="5661063" y="482599"/>
                  </a:moveTo>
                  <a:lnTo>
                    <a:pt x="5642000" y="482599"/>
                  </a:lnTo>
                  <a:lnTo>
                    <a:pt x="5642000" y="469899"/>
                  </a:lnTo>
                  <a:lnTo>
                    <a:pt x="5661063" y="469899"/>
                  </a:lnTo>
                  <a:lnTo>
                    <a:pt x="5661063" y="482599"/>
                  </a:lnTo>
                  <a:close/>
                </a:path>
                <a:path w="10337800" h="482600">
                  <a:moveTo>
                    <a:pt x="5686475" y="482599"/>
                  </a:moveTo>
                  <a:lnTo>
                    <a:pt x="5667413" y="482599"/>
                  </a:lnTo>
                  <a:lnTo>
                    <a:pt x="5667413" y="469899"/>
                  </a:lnTo>
                  <a:lnTo>
                    <a:pt x="5686475" y="469899"/>
                  </a:lnTo>
                  <a:lnTo>
                    <a:pt x="5686475" y="482599"/>
                  </a:lnTo>
                  <a:close/>
                </a:path>
                <a:path w="10337800" h="482600">
                  <a:moveTo>
                    <a:pt x="5711875" y="482599"/>
                  </a:moveTo>
                  <a:lnTo>
                    <a:pt x="5692825" y="482599"/>
                  </a:lnTo>
                  <a:lnTo>
                    <a:pt x="5692825" y="469899"/>
                  </a:lnTo>
                  <a:lnTo>
                    <a:pt x="5711875" y="469899"/>
                  </a:lnTo>
                  <a:lnTo>
                    <a:pt x="5711875" y="482599"/>
                  </a:lnTo>
                  <a:close/>
                </a:path>
                <a:path w="10337800" h="482600">
                  <a:moveTo>
                    <a:pt x="5737288" y="482599"/>
                  </a:moveTo>
                  <a:lnTo>
                    <a:pt x="5718225" y="482599"/>
                  </a:lnTo>
                  <a:lnTo>
                    <a:pt x="5718225" y="469899"/>
                  </a:lnTo>
                  <a:lnTo>
                    <a:pt x="5737288" y="469899"/>
                  </a:lnTo>
                  <a:lnTo>
                    <a:pt x="5737288" y="482599"/>
                  </a:lnTo>
                  <a:close/>
                </a:path>
                <a:path w="10337800" h="482600">
                  <a:moveTo>
                    <a:pt x="5762688" y="482599"/>
                  </a:moveTo>
                  <a:lnTo>
                    <a:pt x="5743638" y="482599"/>
                  </a:lnTo>
                  <a:lnTo>
                    <a:pt x="5743638" y="469899"/>
                  </a:lnTo>
                  <a:lnTo>
                    <a:pt x="5762688" y="469899"/>
                  </a:lnTo>
                  <a:lnTo>
                    <a:pt x="5762688" y="482599"/>
                  </a:lnTo>
                  <a:close/>
                </a:path>
                <a:path w="10337800" h="482600">
                  <a:moveTo>
                    <a:pt x="5788101" y="482599"/>
                  </a:moveTo>
                  <a:lnTo>
                    <a:pt x="5769051" y="482599"/>
                  </a:lnTo>
                  <a:lnTo>
                    <a:pt x="5769051" y="469899"/>
                  </a:lnTo>
                  <a:lnTo>
                    <a:pt x="5788101" y="469899"/>
                  </a:lnTo>
                  <a:lnTo>
                    <a:pt x="5788101" y="482599"/>
                  </a:lnTo>
                  <a:close/>
                </a:path>
                <a:path w="10337800" h="482600">
                  <a:moveTo>
                    <a:pt x="5813513" y="482599"/>
                  </a:moveTo>
                  <a:lnTo>
                    <a:pt x="5794451" y="482599"/>
                  </a:lnTo>
                  <a:lnTo>
                    <a:pt x="5794451" y="469899"/>
                  </a:lnTo>
                  <a:lnTo>
                    <a:pt x="5813513" y="469899"/>
                  </a:lnTo>
                  <a:lnTo>
                    <a:pt x="5813513" y="482599"/>
                  </a:lnTo>
                  <a:close/>
                </a:path>
                <a:path w="10337800" h="482600">
                  <a:moveTo>
                    <a:pt x="5838913" y="482599"/>
                  </a:moveTo>
                  <a:lnTo>
                    <a:pt x="5819863" y="482599"/>
                  </a:lnTo>
                  <a:lnTo>
                    <a:pt x="5819863" y="469899"/>
                  </a:lnTo>
                  <a:lnTo>
                    <a:pt x="5838913" y="469899"/>
                  </a:lnTo>
                  <a:lnTo>
                    <a:pt x="5838913" y="482599"/>
                  </a:lnTo>
                  <a:close/>
                </a:path>
                <a:path w="10337800" h="482600">
                  <a:moveTo>
                    <a:pt x="5864326" y="482599"/>
                  </a:moveTo>
                  <a:lnTo>
                    <a:pt x="5845276" y="482599"/>
                  </a:lnTo>
                  <a:lnTo>
                    <a:pt x="5845276" y="469899"/>
                  </a:lnTo>
                  <a:lnTo>
                    <a:pt x="5864326" y="469899"/>
                  </a:lnTo>
                  <a:lnTo>
                    <a:pt x="5864326" y="482599"/>
                  </a:lnTo>
                  <a:close/>
                </a:path>
                <a:path w="10337800" h="482600">
                  <a:moveTo>
                    <a:pt x="5889739" y="482599"/>
                  </a:moveTo>
                  <a:lnTo>
                    <a:pt x="5870676" y="482599"/>
                  </a:lnTo>
                  <a:lnTo>
                    <a:pt x="5870676" y="469899"/>
                  </a:lnTo>
                  <a:lnTo>
                    <a:pt x="5889739" y="469899"/>
                  </a:lnTo>
                  <a:lnTo>
                    <a:pt x="5889739" y="482599"/>
                  </a:lnTo>
                  <a:close/>
                </a:path>
                <a:path w="10337800" h="482600">
                  <a:moveTo>
                    <a:pt x="5915139" y="482599"/>
                  </a:moveTo>
                  <a:lnTo>
                    <a:pt x="5896089" y="482599"/>
                  </a:lnTo>
                  <a:lnTo>
                    <a:pt x="5896089" y="469899"/>
                  </a:lnTo>
                  <a:lnTo>
                    <a:pt x="5915139" y="469899"/>
                  </a:lnTo>
                  <a:lnTo>
                    <a:pt x="5915139" y="482599"/>
                  </a:lnTo>
                  <a:close/>
                </a:path>
                <a:path w="10337800" h="482600">
                  <a:moveTo>
                    <a:pt x="5940552" y="482599"/>
                  </a:moveTo>
                  <a:lnTo>
                    <a:pt x="5921489" y="482599"/>
                  </a:lnTo>
                  <a:lnTo>
                    <a:pt x="5921489" y="469899"/>
                  </a:lnTo>
                  <a:lnTo>
                    <a:pt x="5940552" y="469899"/>
                  </a:lnTo>
                  <a:lnTo>
                    <a:pt x="5940552" y="482599"/>
                  </a:lnTo>
                  <a:close/>
                </a:path>
                <a:path w="10337800" h="482600">
                  <a:moveTo>
                    <a:pt x="5965964" y="482599"/>
                  </a:moveTo>
                  <a:lnTo>
                    <a:pt x="5946902" y="482599"/>
                  </a:lnTo>
                  <a:lnTo>
                    <a:pt x="5946902" y="469899"/>
                  </a:lnTo>
                  <a:lnTo>
                    <a:pt x="5965964" y="469899"/>
                  </a:lnTo>
                  <a:lnTo>
                    <a:pt x="5965964" y="482599"/>
                  </a:lnTo>
                  <a:close/>
                </a:path>
                <a:path w="10337800" h="482600">
                  <a:moveTo>
                    <a:pt x="5991364" y="482599"/>
                  </a:moveTo>
                  <a:lnTo>
                    <a:pt x="5972314" y="482599"/>
                  </a:lnTo>
                  <a:lnTo>
                    <a:pt x="5972314" y="469899"/>
                  </a:lnTo>
                  <a:lnTo>
                    <a:pt x="5991364" y="469899"/>
                  </a:lnTo>
                  <a:lnTo>
                    <a:pt x="5991364" y="482599"/>
                  </a:lnTo>
                  <a:close/>
                </a:path>
                <a:path w="10337800" h="482600">
                  <a:moveTo>
                    <a:pt x="6016777" y="482599"/>
                  </a:moveTo>
                  <a:lnTo>
                    <a:pt x="5997714" y="482599"/>
                  </a:lnTo>
                  <a:lnTo>
                    <a:pt x="5997714" y="469899"/>
                  </a:lnTo>
                  <a:lnTo>
                    <a:pt x="6016777" y="469899"/>
                  </a:lnTo>
                  <a:lnTo>
                    <a:pt x="6016777" y="482599"/>
                  </a:lnTo>
                  <a:close/>
                </a:path>
                <a:path w="10337800" h="482600">
                  <a:moveTo>
                    <a:pt x="6042190" y="482599"/>
                  </a:moveTo>
                  <a:lnTo>
                    <a:pt x="6023127" y="482599"/>
                  </a:lnTo>
                  <a:lnTo>
                    <a:pt x="6023127" y="469899"/>
                  </a:lnTo>
                  <a:lnTo>
                    <a:pt x="6042190" y="469899"/>
                  </a:lnTo>
                  <a:lnTo>
                    <a:pt x="6042190" y="482599"/>
                  </a:lnTo>
                  <a:close/>
                </a:path>
                <a:path w="10337800" h="482600">
                  <a:moveTo>
                    <a:pt x="6067590" y="482599"/>
                  </a:moveTo>
                  <a:lnTo>
                    <a:pt x="6048540" y="482599"/>
                  </a:lnTo>
                  <a:lnTo>
                    <a:pt x="6048540" y="469899"/>
                  </a:lnTo>
                  <a:lnTo>
                    <a:pt x="6067590" y="469899"/>
                  </a:lnTo>
                  <a:lnTo>
                    <a:pt x="6067590" y="482599"/>
                  </a:lnTo>
                  <a:close/>
                </a:path>
                <a:path w="10337800" h="482600">
                  <a:moveTo>
                    <a:pt x="6093002" y="482599"/>
                  </a:moveTo>
                  <a:lnTo>
                    <a:pt x="6073940" y="482599"/>
                  </a:lnTo>
                  <a:lnTo>
                    <a:pt x="6073940" y="469899"/>
                  </a:lnTo>
                  <a:lnTo>
                    <a:pt x="6093002" y="469899"/>
                  </a:lnTo>
                  <a:lnTo>
                    <a:pt x="6093002" y="482599"/>
                  </a:lnTo>
                  <a:close/>
                </a:path>
                <a:path w="10337800" h="482600">
                  <a:moveTo>
                    <a:pt x="6118402" y="482599"/>
                  </a:moveTo>
                  <a:lnTo>
                    <a:pt x="6099352" y="482599"/>
                  </a:lnTo>
                  <a:lnTo>
                    <a:pt x="6099352" y="469899"/>
                  </a:lnTo>
                  <a:lnTo>
                    <a:pt x="6118402" y="469899"/>
                  </a:lnTo>
                  <a:lnTo>
                    <a:pt x="6118402" y="482599"/>
                  </a:lnTo>
                  <a:close/>
                </a:path>
                <a:path w="10337800" h="482600">
                  <a:moveTo>
                    <a:pt x="6143815" y="482599"/>
                  </a:moveTo>
                  <a:lnTo>
                    <a:pt x="6124765" y="482599"/>
                  </a:lnTo>
                  <a:lnTo>
                    <a:pt x="6124765" y="469899"/>
                  </a:lnTo>
                  <a:lnTo>
                    <a:pt x="6143815" y="469899"/>
                  </a:lnTo>
                  <a:lnTo>
                    <a:pt x="6143815" y="482599"/>
                  </a:lnTo>
                  <a:close/>
                </a:path>
                <a:path w="10337800" h="482600">
                  <a:moveTo>
                    <a:pt x="6169228" y="482599"/>
                  </a:moveTo>
                  <a:lnTo>
                    <a:pt x="6150165" y="482599"/>
                  </a:lnTo>
                  <a:lnTo>
                    <a:pt x="6150165" y="469899"/>
                  </a:lnTo>
                  <a:lnTo>
                    <a:pt x="6169228" y="469899"/>
                  </a:lnTo>
                  <a:lnTo>
                    <a:pt x="6169228" y="482599"/>
                  </a:lnTo>
                  <a:close/>
                </a:path>
                <a:path w="10337800" h="482600">
                  <a:moveTo>
                    <a:pt x="6194628" y="482599"/>
                  </a:moveTo>
                  <a:lnTo>
                    <a:pt x="6175578" y="482599"/>
                  </a:lnTo>
                  <a:lnTo>
                    <a:pt x="6175578" y="469899"/>
                  </a:lnTo>
                  <a:lnTo>
                    <a:pt x="6194628" y="469899"/>
                  </a:lnTo>
                  <a:lnTo>
                    <a:pt x="6194628" y="482599"/>
                  </a:lnTo>
                  <a:close/>
                </a:path>
                <a:path w="10337800" h="482600">
                  <a:moveTo>
                    <a:pt x="6220040" y="482599"/>
                  </a:moveTo>
                  <a:lnTo>
                    <a:pt x="6200990" y="482599"/>
                  </a:lnTo>
                  <a:lnTo>
                    <a:pt x="6200990" y="469899"/>
                  </a:lnTo>
                  <a:lnTo>
                    <a:pt x="6220040" y="469899"/>
                  </a:lnTo>
                  <a:lnTo>
                    <a:pt x="6220040" y="482599"/>
                  </a:lnTo>
                  <a:close/>
                </a:path>
                <a:path w="10337800" h="482600">
                  <a:moveTo>
                    <a:pt x="6245453" y="482599"/>
                  </a:moveTo>
                  <a:lnTo>
                    <a:pt x="6226390" y="482599"/>
                  </a:lnTo>
                  <a:lnTo>
                    <a:pt x="6226390" y="469899"/>
                  </a:lnTo>
                  <a:lnTo>
                    <a:pt x="6245453" y="469899"/>
                  </a:lnTo>
                  <a:lnTo>
                    <a:pt x="6245453" y="482599"/>
                  </a:lnTo>
                  <a:close/>
                </a:path>
                <a:path w="10337800" h="482600">
                  <a:moveTo>
                    <a:pt x="6270853" y="482599"/>
                  </a:moveTo>
                  <a:lnTo>
                    <a:pt x="6251803" y="482599"/>
                  </a:lnTo>
                  <a:lnTo>
                    <a:pt x="6251803" y="469899"/>
                  </a:lnTo>
                  <a:lnTo>
                    <a:pt x="6270853" y="469899"/>
                  </a:lnTo>
                  <a:lnTo>
                    <a:pt x="6270853" y="482599"/>
                  </a:lnTo>
                  <a:close/>
                </a:path>
                <a:path w="10337800" h="482600">
                  <a:moveTo>
                    <a:pt x="6296266" y="482599"/>
                  </a:moveTo>
                  <a:lnTo>
                    <a:pt x="6277203" y="482599"/>
                  </a:lnTo>
                  <a:lnTo>
                    <a:pt x="6277203" y="469899"/>
                  </a:lnTo>
                  <a:lnTo>
                    <a:pt x="6296266" y="469899"/>
                  </a:lnTo>
                  <a:lnTo>
                    <a:pt x="6296266" y="482599"/>
                  </a:lnTo>
                  <a:close/>
                </a:path>
                <a:path w="10337800" h="482600">
                  <a:moveTo>
                    <a:pt x="6321679" y="482599"/>
                  </a:moveTo>
                  <a:lnTo>
                    <a:pt x="6302616" y="482599"/>
                  </a:lnTo>
                  <a:lnTo>
                    <a:pt x="6302616" y="469899"/>
                  </a:lnTo>
                  <a:lnTo>
                    <a:pt x="6321679" y="469899"/>
                  </a:lnTo>
                  <a:lnTo>
                    <a:pt x="6321679" y="482599"/>
                  </a:lnTo>
                  <a:close/>
                </a:path>
                <a:path w="10337800" h="482600">
                  <a:moveTo>
                    <a:pt x="6347079" y="482599"/>
                  </a:moveTo>
                  <a:lnTo>
                    <a:pt x="6328029" y="482599"/>
                  </a:lnTo>
                  <a:lnTo>
                    <a:pt x="6328029" y="469899"/>
                  </a:lnTo>
                  <a:lnTo>
                    <a:pt x="6347079" y="469899"/>
                  </a:lnTo>
                  <a:lnTo>
                    <a:pt x="6347079" y="482599"/>
                  </a:lnTo>
                  <a:close/>
                </a:path>
                <a:path w="10337800" h="482600">
                  <a:moveTo>
                    <a:pt x="6372491" y="482599"/>
                  </a:moveTo>
                  <a:lnTo>
                    <a:pt x="6353429" y="482599"/>
                  </a:lnTo>
                  <a:lnTo>
                    <a:pt x="6353429" y="469899"/>
                  </a:lnTo>
                  <a:lnTo>
                    <a:pt x="6372491" y="469899"/>
                  </a:lnTo>
                  <a:lnTo>
                    <a:pt x="6372491" y="482599"/>
                  </a:lnTo>
                  <a:close/>
                </a:path>
                <a:path w="10337800" h="482600">
                  <a:moveTo>
                    <a:pt x="6397904" y="482599"/>
                  </a:moveTo>
                  <a:lnTo>
                    <a:pt x="6378841" y="482599"/>
                  </a:lnTo>
                  <a:lnTo>
                    <a:pt x="6378841" y="469899"/>
                  </a:lnTo>
                  <a:lnTo>
                    <a:pt x="6397904" y="469899"/>
                  </a:lnTo>
                  <a:lnTo>
                    <a:pt x="6397904" y="482599"/>
                  </a:lnTo>
                  <a:close/>
                </a:path>
                <a:path w="10337800" h="482600">
                  <a:moveTo>
                    <a:pt x="6423304" y="482599"/>
                  </a:moveTo>
                  <a:lnTo>
                    <a:pt x="6404254" y="482599"/>
                  </a:lnTo>
                  <a:lnTo>
                    <a:pt x="6404254" y="469899"/>
                  </a:lnTo>
                  <a:lnTo>
                    <a:pt x="6423304" y="469899"/>
                  </a:lnTo>
                  <a:lnTo>
                    <a:pt x="6423304" y="482599"/>
                  </a:lnTo>
                  <a:close/>
                </a:path>
                <a:path w="10337800" h="482600">
                  <a:moveTo>
                    <a:pt x="6448717" y="482599"/>
                  </a:moveTo>
                  <a:lnTo>
                    <a:pt x="6429654" y="482599"/>
                  </a:lnTo>
                  <a:lnTo>
                    <a:pt x="6429654" y="469899"/>
                  </a:lnTo>
                  <a:lnTo>
                    <a:pt x="6448717" y="469899"/>
                  </a:lnTo>
                  <a:lnTo>
                    <a:pt x="6448717" y="482599"/>
                  </a:lnTo>
                  <a:close/>
                </a:path>
                <a:path w="10337800" h="482600">
                  <a:moveTo>
                    <a:pt x="6474117" y="482599"/>
                  </a:moveTo>
                  <a:lnTo>
                    <a:pt x="6455067" y="482599"/>
                  </a:lnTo>
                  <a:lnTo>
                    <a:pt x="6455067" y="469899"/>
                  </a:lnTo>
                  <a:lnTo>
                    <a:pt x="6474117" y="469899"/>
                  </a:lnTo>
                  <a:lnTo>
                    <a:pt x="6474117" y="482599"/>
                  </a:lnTo>
                  <a:close/>
                </a:path>
                <a:path w="10337800" h="482600">
                  <a:moveTo>
                    <a:pt x="6499529" y="482599"/>
                  </a:moveTo>
                  <a:lnTo>
                    <a:pt x="6480479" y="482599"/>
                  </a:lnTo>
                  <a:lnTo>
                    <a:pt x="6480479" y="469899"/>
                  </a:lnTo>
                  <a:lnTo>
                    <a:pt x="6499529" y="469899"/>
                  </a:lnTo>
                  <a:lnTo>
                    <a:pt x="6499529" y="482599"/>
                  </a:lnTo>
                  <a:close/>
                </a:path>
                <a:path w="10337800" h="482600">
                  <a:moveTo>
                    <a:pt x="6524942" y="482599"/>
                  </a:moveTo>
                  <a:lnTo>
                    <a:pt x="6505879" y="482599"/>
                  </a:lnTo>
                  <a:lnTo>
                    <a:pt x="6505879" y="469899"/>
                  </a:lnTo>
                  <a:lnTo>
                    <a:pt x="6524942" y="469899"/>
                  </a:lnTo>
                  <a:lnTo>
                    <a:pt x="6524942" y="482599"/>
                  </a:lnTo>
                  <a:close/>
                </a:path>
                <a:path w="10337800" h="482600">
                  <a:moveTo>
                    <a:pt x="6550342" y="482599"/>
                  </a:moveTo>
                  <a:lnTo>
                    <a:pt x="6531292" y="482599"/>
                  </a:lnTo>
                  <a:lnTo>
                    <a:pt x="6531292" y="469899"/>
                  </a:lnTo>
                  <a:lnTo>
                    <a:pt x="6550342" y="469899"/>
                  </a:lnTo>
                  <a:lnTo>
                    <a:pt x="6550342" y="482599"/>
                  </a:lnTo>
                  <a:close/>
                </a:path>
                <a:path w="10337800" h="482600">
                  <a:moveTo>
                    <a:pt x="6575755" y="482599"/>
                  </a:moveTo>
                  <a:lnTo>
                    <a:pt x="6556705" y="482599"/>
                  </a:lnTo>
                  <a:lnTo>
                    <a:pt x="6556705" y="469899"/>
                  </a:lnTo>
                  <a:lnTo>
                    <a:pt x="6575755" y="469899"/>
                  </a:lnTo>
                  <a:lnTo>
                    <a:pt x="6575755" y="482599"/>
                  </a:lnTo>
                  <a:close/>
                </a:path>
                <a:path w="10337800" h="482600">
                  <a:moveTo>
                    <a:pt x="6601167" y="482599"/>
                  </a:moveTo>
                  <a:lnTo>
                    <a:pt x="6582105" y="482599"/>
                  </a:lnTo>
                  <a:lnTo>
                    <a:pt x="6582105" y="469899"/>
                  </a:lnTo>
                  <a:lnTo>
                    <a:pt x="6601167" y="469899"/>
                  </a:lnTo>
                  <a:lnTo>
                    <a:pt x="6601167" y="482599"/>
                  </a:lnTo>
                  <a:close/>
                </a:path>
                <a:path w="10337800" h="482600">
                  <a:moveTo>
                    <a:pt x="6626567" y="482599"/>
                  </a:moveTo>
                  <a:lnTo>
                    <a:pt x="6607517" y="482599"/>
                  </a:lnTo>
                  <a:lnTo>
                    <a:pt x="6607517" y="469899"/>
                  </a:lnTo>
                  <a:lnTo>
                    <a:pt x="6626567" y="469899"/>
                  </a:lnTo>
                  <a:lnTo>
                    <a:pt x="6626567" y="482599"/>
                  </a:lnTo>
                  <a:close/>
                </a:path>
                <a:path w="10337800" h="482600">
                  <a:moveTo>
                    <a:pt x="6651980" y="482599"/>
                  </a:moveTo>
                  <a:lnTo>
                    <a:pt x="6632917" y="482599"/>
                  </a:lnTo>
                  <a:lnTo>
                    <a:pt x="6632917" y="469899"/>
                  </a:lnTo>
                  <a:lnTo>
                    <a:pt x="6651980" y="469899"/>
                  </a:lnTo>
                  <a:lnTo>
                    <a:pt x="6651980" y="482599"/>
                  </a:lnTo>
                  <a:close/>
                </a:path>
                <a:path w="10337800" h="482600">
                  <a:moveTo>
                    <a:pt x="6677393" y="482599"/>
                  </a:moveTo>
                  <a:lnTo>
                    <a:pt x="6658330" y="482599"/>
                  </a:lnTo>
                  <a:lnTo>
                    <a:pt x="6658330" y="469899"/>
                  </a:lnTo>
                  <a:lnTo>
                    <a:pt x="6677393" y="469899"/>
                  </a:lnTo>
                  <a:lnTo>
                    <a:pt x="6677393" y="482599"/>
                  </a:lnTo>
                  <a:close/>
                </a:path>
                <a:path w="10337800" h="482600">
                  <a:moveTo>
                    <a:pt x="6702793" y="482599"/>
                  </a:moveTo>
                  <a:lnTo>
                    <a:pt x="6683743" y="482599"/>
                  </a:lnTo>
                  <a:lnTo>
                    <a:pt x="6683743" y="469899"/>
                  </a:lnTo>
                  <a:lnTo>
                    <a:pt x="6702793" y="469899"/>
                  </a:lnTo>
                  <a:lnTo>
                    <a:pt x="6702793" y="482599"/>
                  </a:lnTo>
                  <a:close/>
                </a:path>
                <a:path w="10337800" h="482600">
                  <a:moveTo>
                    <a:pt x="6728206" y="482599"/>
                  </a:moveTo>
                  <a:lnTo>
                    <a:pt x="6709143" y="482599"/>
                  </a:lnTo>
                  <a:lnTo>
                    <a:pt x="6709143" y="469899"/>
                  </a:lnTo>
                  <a:lnTo>
                    <a:pt x="6728206" y="469899"/>
                  </a:lnTo>
                  <a:lnTo>
                    <a:pt x="6728206" y="482599"/>
                  </a:lnTo>
                  <a:close/>
                </a:path>
                <a:path w="10337800" h="482600">
                  <a:moveTo>
                    <a:pt x="6753618" y="482599"/>
                  </a:moveTo>
                  <a:lnTo>
                    <a:pt x="6734556" y="482599"/>
                  </a:lnTo>
                  <a:lnTo>
                    <a:pt x="6734556" y="469899"/>
                  </a:lnTo>
                  <a:lnTo>
                    <a:pt x="6753618" y="469899"/>
                  </a:lnTo>
                  <a:lnTo>
                    <a:pt x="6753618" y="482599"/>
                  </a:lnTo>
                  <a:close/>
                </a:path>
                <a:path w="10337800" h="482600">
                  <a:moveTo>
                    <a:pt x="6779018" y="482599"/>
                  </a:moveTo>
                  <a:lnTo>
                    <a:pt x="6759968" y="482599"/>
                  </a:lnTo>
                  <a:lnTo>
                    <a:pt x="6759968" y="469899"/>
                  </a:lnTo>
                  <a:lnTo>
                    <a:pt x="6779018" y="469899"/>
                  </a:lnTo>
                  <a:lnTo>
                    <a:pt x="6779018" y="482599"/>
                  </a:lnTo>
                  <a:close/>
                </a:path>
                <a:path w="10337800" h="482600">
                  <a:moveTo>
                    <a:pt x="6804431" y="482599"/>
                  </a:moveTo>
                  <a:lnTo>
                    <a:pt x="6785368" y="482599"/>
                  </a:lnTo>
                  <a:lnTo>
                    <a:pt x="6785368" y="469899"/>
                  </a:lnTo>
                  <a:lnTo>
                    <a:pt x="6804431" y="469899"/>
                  </a:lnTo>
                  <a:lnTo>
                    <a:pt x="6804431" y="482599"/>
                  </a:lnTo>
                  <a:close/>
                </a:path>
                <a:path w="10337800" h="482600">
                  <a:moveTo>
                    <a:pt x="6829844" y="482599"/>
                  </a:moveTo>
                  <a:lnTo>
                    <a:pt x="6810781" y="482599"/>
                  </a:lnTo>
                  <a:lnTo>
                    <a:pt x="6810781" y="469899"/>
                  </a:lnTo>
                  <a:lnTo>
                    <a:pt x="6829844" y="469899"/>
                  </a:lnTo>
                  <a:lnTo>
                    <a:pt x="6829844" y="482599"/>
                  </a:lnTo>
                  <a:close/>
                </a:path>
                <a:path w="10337800" h="482600">
                  <a:moveTo>
                    <a:pt x="6855244" y="482599"/>
                  </a:moveTo>
                  <a:lnTo>
                    <a:pt x="6836194" y="482599"/>
                  </a:lnTo>
                  <a:lnTo>
                    <a:pt x="6836194" y="469899"/>
                  </a:lnTo>
                  <a:lnTo>
                    <a:pt x="6855244" y="469899"/>
                  </a:lnTo>
                  <a:lnTo>
                    <a:pt x="6855244" y="482599"/>
                  </a:lnTo>
                  <a:close/>
                </a:path>
                <a:path w="10337800" h="482600">
                  <a:moveTo>
                    <a:pt x="6880656" y="482599"/>
                  </a:moveTo>
                  <a:lnTo>
                    <a:pt x="6861594" y="482599"/>
                  </a:lnTo>
                  <a:lnTo>
                    <a:pt x="6861594" y="469899"/>
                  </a:lnTo>
                  <a:lnTo>
                    <a:pt x="6880656" y="469899"/>
                  </a:lnTo>
                  <a:lnTo>
                    <a:pt x="6880656" y="482599"/>
                  </a:lnTo>
                  <a:close/>
                </a:path>
                <a:path w="10337800" h="482600">
                  <a:moveTo>
                    <a:pt x="6906069" y="482599"/>
                  </a:moveTo>
                  <a:lnTo>
                    <a:pt x="6887006" y="482599"/>
                  </a:lnTo>
                  <a:lnTo>
                    <a:pt x="6887006" y="469899"/>
                  </a:lnTo>
                  <a:lnTo>
                    <a:pt x="6906069" y="469899"/>
                  </a:lnTo>
                  <a:lnTo>
                    <a:pt x="6906069" y="482599"/>
                  </a:lnTo>
                  <a:close/>
                </a:path>
                <a:path w="10337800" h="482600">
                  <a:moveTo>
                    <a:pt x="6931469" y="482599"/>
                  </a:moveTo>
                  <a:lnTo>
                    <a:pt x="6912419" y="482599"/>
                  </a:lnTo>
                  <a:lnTo>
                    <a:pt x="6912419" y="469899"/>
                  </a:lnTo>
                  <a:lnTo>
                    <a:pt x="6931469" y="469899"/>
                  </a:lnTo>
                  <a:lnTo>
                    <a:pt x="6931469" y="482599"/>
                  </a:lnTo>
                  <a:close/>
                </a:path>
                <a:path w="10337800" h="482600">
                  <a:moveTo>
                    <a:pt x="6956882" y="482599"/>
                  </a:moveTo>
                  <a:lnTo>
                    <a:pt x="6937819" y="482599"/>
                  </a:lnTo>
                  <a:lnTo>
                    <a:pt x="6937819" y="469899"/>
                  </a:lnTo>
                  <a:lnTo>
                    <a:pt x="6956882" y="469899"/>
                  </a:lnTo>
                  <a:lnTo>
                    <a:pt x="6956882" y="482599"/>
                  </a:lnTo>
                  <a:close/>
                </a:path>
                <a:path w="10337800" h="482600">
                  <a:moveTo>
                    <a:pt x="6982294" y="482599"/>
                  </a:moveTo>
                  <a:lnTo>
                    <a:pt x="6963232" y="482599"/>
                  </a:lnTo>
                  <a:lnTo>
                    <a:pt x="6963232" y="469899"/>
                  </a:lnTo>
                  <a:lnTo>
                    <a:pt x="6982294" y="469899"/>
                  </a:lnTo>
                  <a:lnTo>
                    <a:pt x="6982294" y="482599"/>
                  </a:lnTo>
                  <a:close/>
                </a:path>
                <a:path w="10337800" h="482600">
                  <a:moveTo>
                    <a:pt x="7007694" y="482599"/>
                  </a:moveTo>
                  <a:lnTo>
                    <a:pt x="6988644" y="482599"/>
                  </a:lnTo>
                  <a:lnTo>
                    <a:pt x="6988644" y="469899"/>
                  </a:lnTo>
                  <a:lnTo>
                    <a:pt x="7007694" y="469899"/>
                  </a:lnTo>
                  <a:lnTo>
                    <a:pt x="7007694" y="482599"/>
                  </a:lnTo>
                  <a:close/>
                </a:path>
                <a:path w="10337800" h="482600">
                  <a:moveTo>
                    <a:pt x="7033107" y="482599"/>
                  </a:moveTo>
                  <a:lnTo>
                    <a:pt x="7014044" y="482599"/>
                  </a:lnTo>
                  <a:lnTo>
                    <a:pt x="7014044" y="469899"/>
                  </a:lnTo>
                  <a:lnTo>
                    <a:pt x="7033107" y="469899"/>
                  </a:lnTo>
                  <a:lnTo>
                    <a:pt x="7033107" y="482599"/>
                  </a:lnTo>
                  <a:close/>
                </a:path>
                <a:path w="10337800" h="482600">
                  <a:moveTo>
                    <a:pt x="7058520" y="482599"/>
                  </a:moveTo>
                  <a:lnTo>
                    <a:pt x="7039457" y="482599"/>
                  </a:lnTo>
                  <a:lnTo>
                    <a:pt x="7039457" y="469899"/>
                  </a:lnTo>
                  <a:lnTo>
                    <a:pt x="7058520" y="469899"/>
                  </a:lnTo>
                  <a:lnTo>
                    <a:pt x="7058520" y="482599"/>
                  </a:lnTo>
                  <a:close/>
                </a:path>
                <a:path w="10337800" h="482600">
                  <a:moveTo>
                    <a:pt x="7083920" y="482599"/>
                  </a:moveTo>
                  <a:lnTo>
                    <a:pt x="7064870" y="482599"/>
                  </a:lnTo>
                  <a:lnTo>
                    <a:pt x="7064870" y="469899"/>
                  </a:lnTo>
                  <a:lnTo>
                    <a:pt x="7083920" y="469899"/>
                  </a:lnTo>
                  <a:lnTo>
                    <a:pt x="7083920" y="482599"/>
                  </a:lnTo>
                  <a:close/>
                </a:path>
                <a:path w="10337800" h="482600">
                  <a:moveTo>
                    <a:pt x="7109333" y="482599"/>
                  </a:moveTo>
                  <a:lnTo>
                    <a:pt x="7090270" y="482599"/>
                  </a:lnTo>
                  <a:lnTo>
                    <a:pt x="7090270" y="469899"/>
                  </a:lnTo>
                  <a:lnTo>
                    <a:pt x="7109333" y="469899"/>
                  </a:lnTo>
                  <a:lnTo>
                    <a:pt x="7109333" y="482599"/>
                  </a:lnTo>
                  <a:close/>
                </a:path>
                <a:path w="10337800" h="482600">
                  <a:moveTo>
                    <a:pt x="7134745" y="482599"/>
                  </a:moveTo>
                  <a:lnTo>
                    <a:pt x="7115683" y="482599"/>
                  </a:lnTo>
                  <a:lnTo>
                    <a:pt x="7115683" y="469899"/>
                  </a:lnTo>
                  <a:lnTo>
                    <a:pt x="7134745" y="469899"/>
                  </a:lnTo>
                  <a:lnTo>
                    <a:pt x="7134745" y="482599"/>
                  </a:lnTo>
                  <a:close/>
                </a:path>
                <a:path w="10337800" h="482600">
                  <a:moveTo>
                    <a:pt x="7160145" y="482599"/>
                  </a:moveTo>
                  <a:lnTo>
                    <a:pt x="7141095" y="482599"/>
                  </a:lnTo>
                  <a:lnTo>
                    <a:pt x="7141095" y="469899"/>
                  </a:lnTo>
                  <a:lnTo>
                    <a:pt x="7160145" y="469899"/>
                  </a:lnTo>
                  <a:lnTo>
                    <a:pt x="7160145" y="482599"/>
                  </a:lnTo>
                  <a:close/>
                </a:path>
                <a:path w="10337800" h="482600">
                  <a:moveTo>
                    <a:pt x="7185558" y="482599"/>
                  </a:moveTo>
                  <a:lnTo>
                    <a:pt x="7166508" y="482599"/>
                  </a:lnTo>
                  <a:lnTo>
                    <a:pt x="7166508" y="469899"/>
                  </a:lnTo>
                  <a:lnTo>
                    <a:pt x="7185558" y="469899"/>
                  </a:lnTo>
                  <a:lnTo>
                    <a:pt x="7185558" y="482599"/>
                  </a:lnTo>
                  <a:close/>
                </a:path>
                <a:path w="10337800" h="482600">
                  <a:moveTo>
                    <a:pt x="7210971" y="482599"/>
                  </a:moveTo>
                  <a:lnTo>
                    <a:pt x="7191908" y="482599"/>
                  </a:lnTo>
                  <a:lnTo>
                    <a:pt x="7191908" y="469899"/>
                  </a:lnTo>
                  <a:lnTo>
                    <a:pt x="7210971" y="469899"/>
                  </a:lnTo>
                  <a:lnTo>
                    <a:pt x="7210971" y="482599"/>
                  </a:lnTo>
                  <a:close/>
                </a:path>
                <a:path w="10337800" h="482600">
                  <a:moveTo>
                    <a:pt x="7236371" y="482599"/>
                  </a:moveTo>
                  <a:lnTo>
                    <a:pt x="7217321" y="482599"/>
                  </a:lnTo>
                  <a:lnTo>
                    <a:pt x="7217321" y="469899"/>
                  </a:lnTo>
                  <a:lnTo>
                    <a:pt x="7236371" y="469899"/>
                  </a:lnTo>
                  <a:lnTo>
                    <a:pt x="7236371" y="482599"/>
                  </a:lnTo>
                  <a:close/>
                </a:path>
                <a:path w="10337800" h="482600">
                  <a:moveTo>
                    <a:pt x="7261783" y="482599"/>
                  </a:moveTo>
                  <a:lnTo>
                    <a:pt x="7242721" y="482599"/>
                  </a:lnTo>
                  <a:lnTo>
                    <a:pt x="7242721" y="469899"/>
                  </a:lnTo>
                  <a:lnTo>
                    <a:pt x="7261783" y="469899"/>
                  </a:lnTo>
                  <a:lnTo>
                    <a:pt x="7261783" y="482599"/>
                  </a:lnTo>
                  <a:close/>
                </a:path>
                <a:path w="10337800" h="482600">
                  <a:moveTo>
                    <a:pt x="7287196" y="482599"/>
                  </a:moveTo>
                  <a:lnTo>
                    <a:pt x="7268133" y="482599"/>
                  </a:lnTo>
                  <a:lnTo>
                    <a:pt x="7268133" y="469899"/>
                  </a:lnTo>
                  <a:lnTo>
                    <a:pt x="7287196" y="469899"/>
                  </a:lnTo>
                  <a:lnTo>
                    <a:pt x="7287196" y="482599"/>
                  </a:lnTo>
                  <a:close/>
                </a:path>
                <a:path w="10337800" h="482600">
                  <a:moveTo>
                    <a:pt x="7312596" y="482599"/>
                  </a:moveTo>
                  <a:lnTo>
                    <a:pt x="7293546" y="482599"/>
                  </a:lnTo>
                  <a:lnTo>
                    <a:pt x="7293546" y="469899"/>
                  </a:lnTo>
                  <a:lnTo>
                    <a:pt x="7312596" y="469899"/>
                  </a:lnTo>
                  <a:lnTo>
                    <a:pt x="7312596" y="482599"/>
                  </a:lnTo>
                  <a:close/>
                </a:path>
                <a:path w="10337800" h="482600">
                  <a:moveTo>
                    <a:pt x="7338009" y="482599"/>
                  </a:moveTo>
                  <a:lnTo>
                    <a:pt x="7318946" y="482599"/>
                  </a:lnTo>
                  <a:lnTo>
                    <a:pt x="7318946" y="469899"/>
                  </a:lnTo>
                  <a:lnTo>
                    <a:pt x="7338009" y="469899"/>
                  </a:lnTo>
                  <a:lnTo>
                    <a:pt x="7338009" y="482599"/>
                  </a:lnTo>
                  <a:close/>
                </a:path>
                <a:path w="10337800" h="482600">
                  <a:moveTo>
                    <a:pt x="7363421" y="482599"/>
                  </a:moveTo>
                  <a:lnTo>
                    <a:pt x="7344359" y="482599"/>
                  </a:lnTo>
                  <a:lnTo>
                    <a:pt x="7344359" y="469899"/>
                  </a:lnTo>
                  <a:lnTo>
                    <a:pt x="7363421" y="469899"/>
                  </a:lnTo>
                  <a:lnTo>
                    <a:pt x="7363421" y="482599"/>
                  </a:lnTo>
                  <a:close/>
                </a:path>
                <a:path w="10337800" h="482600">
                  <a:moveTo>
                    <a:pt x="7388821" y="482599"/>
                  </a:moveTo>
                  <a:lnTo>
                    <a:pt x="7369771" y="482599"/>
                  </a:lnTo>
                  <a:lnTo>
                    <a:pt x="7369771" y="469899"/>
                  </a:lnTo>
                  <a:lnTo>
                    <a:pt x="7388821" y="469899"/>
                  </a:lnTo>
                  <a:lnTo>
                    <a:pt x="7388821" y="482599"/>
                  </a:lnTo>
                  <a:close/>
                </a:path>
                <a:path w="10337800" h="482600">
                  <a:moveTo>
                    <a:pt x="7414234" y="482599"/>
                  </a:moveTo>
                  <a:lnTo>
                    <a:pt x="7395184" y="482599"/>
                  </a:lnTo>
                  <a:lnTo>
                    <a:pt x="7395184" y="469899"/>
                  </a:lnTo>
                  <a:lnTo>
                    <a:pt x="7414234" y="469899"/>
                  </a:lnTo>
                  <a:lnTo>
                    <a:pt x="7414234" y="482599"/>
                  </a:lnTo>
                  <a:close/>
                </a:path>
                <a:path w="10337800" h="482600">
                  <a:moveTo>
                    <a:pt x="7439647" y="482599"/>
                  </a:moveTo>
                  <a:lnTo>
                    <a:pt x="7420584" y="482599"/>
                  </a:lnTo>
                  <a:lnTo>
                    <a:pt x="7420584" y="469899"/>
                  </a:lnTo>
                  <a:lnTo>
                    <a:pt x="7439647" y="469899"/>
                  </a:lnTo>
                  <a:lnTo>
                    <a:pt x="7439647" y="482599"/>
                  </a:lnTo>
                  <a:close/>
                </a:path>
                <a:path w="10337800" h="482600">
                  <a:moveTo>
                    <a:pt x="7465047" y="482599"/>
                  </a:moveTo>
                  <a:lnTo>
                    <a:pt x="7445997" y="482599"/>
                  </a:lnTo>
                  <a:lnTo>
                    <a:pt x="7445997" y="469899"/>
                  </a:lnTo>
                  <a:lnTo>
                    <a:pt x="7465047" y="469899"/>
                  </a:lnTo>
                  <a:lnTo>
                    <a:pt x="7465047" y="482599"/>
                  </a:lnTo>
                  <a:close/>
                </a:path>
                <a:path w="10337800" h="482600">
                  <a:moveTo>
                    <a:pt x="7490459" y="482599"/>
                  </a:moveTo>
                  <a:lnTo>
                    <a:pt x="7471397" y="482599"/>
                  </a:lnTo>
                  <a:lnTo>
                    <a:pt x="7471397" y="469899"/>
                  </a:lnTo>
                  <a:lnTo>
                    <a:pt x="7490459" y="469899"/>
                  </a:lnTo>
                  <a:lnTo>
                    <a:pt x="7490459" y="482599"/>
                  </a:lnTo>
                  <a:close/>
                </a:path>
                <a:path w="10337800" h="482600">
                  <a:moveTo>
                    <a:pt x="7515872" y="482599"/>
                  </a:moveTo>
                  <a:lnTo>
                    <a:pt x="7496809" y="482599"/>
                  </a:lnTo>
                  <a:lnTo>
                    <a:pt x="7496809" y="469899"/>
                  </a:lnTo>
                  <a:lnTo>
                    <a:pt x="7515872" y="469899"/>
                  </a:lnTo>
                  <a:lnTo>
                    <a:pt x="7515872" y="482599"/>
                  </a:lnTo>
                  <a:close/>
                </a:path>
                <a:path w="10337800" h="482600">
                  <a:moveTo>
                    <a:pt x="7541272" y="482599"/>
                  </a:moveTo>
                  <a:lnTo>
                    <a:pt x="7522222" y="482599"/>
                  </a:lnTo>
                  <a:lnTo>
                    <a:pt x="7522222" y="469899"/>
                  </a:lnTo>
                  <a:lnTo>
                    <a:pt x="7541272" y="469899"/>
                  </a:lnTo>
                  <a:lnTo>
                    <a:pt x="7541272" y="482599"/>
                  </a:lnTo>
                  <a:close/>
                </a:path>
                <a:path w="10337800" h="482600">
                  <a:moveTo>
                    <a:pt x="7566685" y="482599"/>
                  </a:moveTo>
                  <a:lnTo>
                    <a:pt x="7547635" y="482599"/>
                  </a:lnTo>
                  <a:lnTo>
                    <a:pt x="7547635" y="469899"/>
                  </a:lnTo>
                  <a:lnTo>
                    <a:pt x="7566685" y="469899"/>
                  </a:lnTo>
                  <a:lnTo>
                    <a:pt x="7566685" y="482599"/>
                  </a:lnTo>
                  <a:close/>
                </a:path>
                <a:path w="10337800" h="482600">
                  <a:moveTo>
                    <a:pt x="7592098" y="482599"/>
                  </a:moveTo>
                  <a:lnTo>
                    <a:pt x="7573035" y="482599"/>
                  </a:lnTo>
                  <a:lnTo>
                    <a:pt x="7573035" y="469899"/>
                  </a:lnTo>
                  <a:lnTo>
                    <a:pt x="7592098" y="469899"/>
                  </a:lnTo>
                  <a:lnTo>
                    <a:pt x="7592098" y="482599"/>
                  </a:lnTo>
                  <a:close/>
                </a:path>
                <a:path w="10337800" h="482600">
                  <a:moveTo>
                    <a:pt x="7617498" y="482599"/>
                  </a:moveTo>
                  <a:lnTo>
                    <a:pt x="7598448" y="482599"/>
                  </a:lnTo>
                  <a:lnTo>
                    <a:pt x="7598448" y="469899"/>
                  </a:lnTo>
                  <a:lnTo>
                    <a:pt x="7617498" y="469899"/>
                  </a:lnTo>
                  <a:lnTo>
                    <a:pt x="7617498" y="482599"/>
                  </a:lnTo>
                  <a:close/>
                </a:path>
                <a:path w="10337800" h="482600">
                  <a:moveTo>
                    <a:pt x="7642910" y="482599"/>
                  </a:moveTo>
                  <a:lnTo>
                    <a:pt x="7623860" y="482599"/>
                  </a:lnTo>
                  <a:lnTo>
                    <a:pt x="7623860" y="469899"/>
                  </a:lnTo>
                  <a:lnTo>
                    <a:pt x="7642910" y="469899"/>
                  </a:lnTo>
                  <a:lnTo>
                    <a:pt x="7642910" y="482599"/>
                  </a:lnTo>
                  <a:close/>
                </a:path>
                <a:path w="10337800" h="482600">
                  <a:moveTo>
                    <a:pt x="7668323" y="482599"/>
                  </a:moveTo>
                  <a:lnTo>
                    <a:pt x="7649260" y="482599"/>
                  </a:lnTo>
                  <a:lnTo>
                    <a:pt x="7649260" y="469899"/>
                  </a:lnTo>
                  <a:lnTo>
                    <a:pt x="7668323" y="469899"/>
                  </a:lnTo>
                  <a:lnTo>
                    <a:pt x="7668323" y="482599"/>
                  </a:lnTo>
                  <a:close/>
                </a:path>
                <a:path w="10337800" h="482600">
                  <a:moveTo>
                    <a:pt x="7693723" y="482599"/>
                  </a:moveTo>
                  <a:lnTo>
                    <a:pt x="7674673" y="482599"/>
                  </a:lnTo>
                  <a:lnTo>
                    <a:pt x="7674673" y="469899"/>
                  </a:lnTo>
                  <a:lnTo>
                    <a:pt x="7693723" y="469899"/>
                  </a:lnTo>
                  <a:lnTo>
                    <a:pt x="7693723" y="482599"/>
                  </a:lnTo>
                  <a:close/>
                </a:path>
                <a:path w="10337800" h="482600">
                  <a:moveTo>
                    <a:pt x="7719136" y="482599"/>
                  </a:moveTo>
                  <a:lnTo>
                    <a:pt x="7700086" y="482599"/>
                  </a:lnTo>
                  <a:lnTo>
                    <a:pt x="7700086" y="469899"/>
                  </a:lnTo>
                  <a:lnTo>
                    <a:pt x="7719136" y="469899"/>
                  </a:lnTo>
                  <a:lnTo>
                    <a:pt x="7719136" y="482599"/>
                  </a:lnTo>
                  <a:close/>
                </a:path>
                <a:path w="10337800" h="482600">
                  <a:moveTo>
                    <a:pt x="7744548" y="482599"/>
                  </a:moveTo>
                  <a:lnTo>
                    <a:pt x="7725486" y="482599"/>
                  </a:lnTo>
                  <a:lnTo>
                    <a:pt x="7725486" y="469899"/>
                  </a:lnTo>
                  <a:lnTo>
                    <a:pt x="7744548" y="469899"/>
                  </a:lnTo>
                  <a:lnTo>
                    <a:pt x="7744548" y="482599"/>
                  </a:lnTo>
                  <a:close/>
                </a:path>
                <a:path w="10337800" h="482600">
                  <a:moveTo>
                    <a:pt x="7769948" y="482599"/>
                  </a:moveTo>
                  <a:lnTo>
                    <a:pt x="7750898" y="482599"/>
                  </a:lnTo>
                  <a:lnTo>
                    <a:pt x="7750898" y="469899"/>
                  </a:lnTo>
                  <a:lnTo>
                    <a:pt x="7769948" y="469899"/>
                  </a:lnTo>
                  <a:lnTo>
                    <a:pt x="7769948" y="482599"/>
                  </a:lnTo>
                  <a:close/>
                </a:path>
                <a:path w="10337800" h="482600">
                  <a:moveTo>
                    <a:pt x="7795361" y="482599"/>
                  </a:moveTo>
                  <a:lnTo>
                    <a:pt x="7776311" y="482599"/>
                  </a:lnTo>
                  <a:lnTo>
                    <a:pt x="7776311" y="469899"/>
                  </a:lnTo>
                  <a:lnTo>
                    <a:pt x="7795361" y="469899"/>
                  </a:lnTo>
                  <a:lnTo>
                    <a:pt x="7795361" y="482599"/>
                  </a:lnTo>
                  <a:close/>
                </a:path>
                <a:path w="10337800" h="482600">
                  <a:moveTo>
                    <a:pt x="7820774" y="482599"/>
                  </a:moveTo>
                  <a:lnTo>
                    <a:pt x="7801711" y="482599"/>
                  </a:lnTo>
                  <a:lnTo>
                    <a:pt x="7801711" y="469899"/>
                  </a:lnTo>
                  <a:lnTo>
                    <a:pt x="7820774" y="469899"/>
                  </a:lnTo>
                  <a:lnTo>
                    <a:pt x="7820774" y="482599"/>
                  </a:lnTo>
                  <a:close/>
                </a:path>
                <a:path w="10337800" h="482600">
                  <a:moveTo>
                    <a:pt x="7846174" y="482599"/>
                  </a:moveTo>
                  <a:lnTo>
                    <a:pt x="7827124" y="482599"/>
                  </a:lnTo>
                  <a:lnTo>
                    <a:pt x="7827124" y="469899"/>
                  </a:lnTo>
                  <a:lnTo>
                    <a:pt x="7846174" y="469899"/>
                  </a:lnTo>
                  <a:lnTo>
                    <a:pt x="7846174" y="482599"/>
                  </a:lnTo>
                  <a:close/>
                </a:path>
                <a:path w="10337800" h="482600">
                  <a:moveTo>
                    <a:pt x="7871586" y="482599"/>
                  </a:moveTo>
                  <a:lnTo>
                    <a:pt x="7852536" y="482599"/>
                  </a:lnTo>
                  <a:lnTo>
                    <a:pt x="7852536" y="469899"/>
                  </a:lnTo>
                  <a:lnTo>
                    <a:pt x="7871586" y="469899"/>
                  </a:lnTo>
                  <a:lnTo>
                    <a:pt x="7871586" y="482599"/>
                  </a:lnTo>
                  <a:close/>
                </a:path>
                <a:path w="10337800" h="482600">
                  <a:moveTo>
                    <a:pt x="7896999" y="482599"/>
                  </a:moveTo>
                  <a:lnTo>
                    <a:pt x="7877936" y="482599"/>
                  </a:lnTo>
                  <a:lnTo>
                    <a:pt x="7877936" y="469899"/>
                  </a:lnTo>
                  <a:lnTo>
                    <a:pt x="7896999" y="469899"/>
                  </a:lnTo>
                  <a:lnTo>
                    <a:pt x="7896999" y="482599"/>
                  </a:lnTo>
                  <a:close/>
                </a:path>
                <a:path w="10337800" h="482600">
                  <a:moveTo>
                    <a:pt x="7922399" y="482599"/>
                  </a:moveTo>
                  <a:lnTo>
                    <a:pt x="7903349" y="482599"/>
                  </a:lnTo>
                  <a:lnTo>
                    <a:pt x="7903349" y="469899"/>
                  </a:lnTo>
                  <a:lnTo>
                    <a:pt x="7922399" y="469899"/>
                  </a:lnTo>
                  <a:lnTo>
                    <a:pt x="7922399" y="482599"/>
                  </a:lnTo>
                  <a:close/>
                </a:path>
                <a:path w="10337800" h="482600">
                  <a:moveTo>
                    <a:pt x="7947812" y="482599"/>
                  </a:moveTo>
                  <a:lnTo>
                    <a:pt x="7928762" y="482599"/>
                  </a:lnTo>
                  <a:lnTo>
                    <a:pt x="7928762" y="469899"/>
                  </a:lnTo>
                  <a:lnTo>
                    <a:pt x="7947812" y="469899"/>
                  </a:lnTo>
                  <a:lnTo>
                    <a:pt x="7947812" y="482599"/>
                  </a:lnTo>
                  <a:close/>
                </a:path>
                <a:path w="10337800" h="482600">
                  <a:moveTo>
                    <a:pt x="7973225" y="482599"/>
                  </a:moveTo>
                  <a:lnTo>
                    <a:pt x="7954162" y="482599"/>
                  </a:lnTo>
                  <a:lnTo>
                    <a:pt x="7954162" y="469899"/>
                  </a:lnTo>
                  <a:lnTo>
                    <a:pt x="7973225" y="469899"/>
                  </a:lnTo>
                  <a:lnTo>
                    <a:pt x="7973225" y="482599"/>
                  </a:lnTo>
                  <a:close/>
                </a:path>
                <a:path w="10337800" h="482600">
                  <a:moveTo>
                    <a:pt x="7998625" y="482599"/>
                  </a:moveTo>
                  <a:lnTo>
                    <a:pt x="7979575" y="482599"/>
                  </a:lnTo>
                  <a:lnTo>
                    <a:pt x="7979575" y="469899"/>
                  </a:lnTo>
                  <a:lnTo>
                    <a:pt x="7998625" y="469899"/>
                  </a:lnTo>
                  <a:lnTo>
                    <a:pt x="7998625" y="482599"/>
                  </a:lnTo>
                  <a:close/>
                </a:path>
                <a:path w="10337800" h="482600">
                  <a:moveTo>
                    <a:pt x="8024037" y="482599"/>
                  </a:moveTo>
                  <a:lnTo>
                    <a:pt x="8004987" y="482599"/>
                  </a:lnTo>
                  <a:lnTo>
                    <a:pt x="8004987" y="469899"/>
                  </a:lnTo>
                  <a:lnTo>
                    <a:pt x="8024037" y="469899"/>
                  </a:lnTo>
                  <a:lnTo>
                    <a:pt x="8024037" y="482599"/>
                  </a:lnTo>
                  <a:close/>
                </a:path>
                <a:path w="10337800" h="482600">
                  <a:moveTo>
                    <a:pt x="8049450" y="482599"/>
                  </a:moveTo>
                  <a:lnTo>
                    <a:pt x="8030387" y="482599"/>
                  </a:lnTo>
                  <a:lnTo>
                    <a:pt x="8030387" y="469899"/>
                  </a:lnTo>
                  <a:lnTo>
                    <a:pt x="8049450" y="469899"/>
                  </a:lnTo>
                  <a:lnTo>
                    <a:pt x="8049450" y="482599"/>
                  </a:lnTo>
                  <a:close/>
                </a:path>
                <a:path w="10337800" h="482600">
                  <a:moveTo>
                    <a:pt x="8074850" y="482599"/>
                  </a:moveTo>
                  <a:lnTo>
                    <a:pt x="8055800" y="482599"/>
                  </a:lnTo>
                  <a:lnTo>
                    <a:pt x="8055800" y="469899"/>
                  </a:lnTo>
                  <a:lnTo>
                    <a:pt x="8074850" y="469899"/>
                  </a:lnTo>
                  <a:lnTo>
                    <a:pt x="8074850" y="482599"/>
                  </a:lnTo>
                  <a:close/>
                </a:path>
                <a:path w="10337800" h="482600">
                  <a:moveTo>
                    <a:pt x="8100263" y="482599"/>
                  </a:moveTo>
                  <a:lnTo>
                    <a:pt x="8081213" y="482599"/>
                  </a:lnTo>
                  <a:lnTo>
                    <a:pt x="8081213" y="469899"/>
                  </a:lnTo>
                  <a:lnTo>
                    <a:pt x="8100263" y="469899"/>
                  </a:lnTo>
                  <a:lnTo>
                    <a:pt x="8100263" y="482599"/>
                  </a:lnTo>
                  <a:close/>
                </a:path>
                <a:path w="10337800" h="482600">
                  <a:moveTo>
                    <a:pt x="8125675" y="482599"/>
                  </a:moveTo>
                  <a:lnTo>
                    <a:pt x="8106613" y="482599"/>
                  </a:lnTo>
                  <a:lnTo>
                    <a:pt x="8106613" y="469899"/>
                  </a:lnTo>
                  <a:lnTo>
                    <a:pt x="8125675" y="469899"/>
                  </a:lnTo>
                  <a:lnTo>
                    <a:pt x="8125675" y="482599"/>
                  </a:lnTo>
                  <a:close/>
                </a:path>
                <a:path w="10337800" h="482600">
                  <a:moveTo>
                    <a:pt x="8151075" y="482599"/>
                  </a:moveTo>
                  <a:lnTo>
                    <a:pt x="8132025" y="482599"/>
                  </a:lnTo>
                  <a:lnTo>
                    <a:pt x="8132025" y="469899"/>
                  </a:lnTo>
                  <a:lnTo>
                    <a:pt x="8151075" y="469899"/>
                  </a:lnTo>
                  <a:lnTo>
                    <a:pt x="8151075" y="482599"/>
                  </a:lnTo>
                  <a:close/>
                </a:path>
                <a:path w="10337800" h="482600">
                  <a:moveTo>
                    <a:pt x="8176488" y="482599"/>
                  </a:moveTo>
                  <a:lnTo>
                    <a:pt x="8157438" y="482599"/>
                  </a:lnTo>
                  <a:lnTo>
                    <a:pt x="8157438" y="469899"/>
                  </a:lnTo>
                  <a:lnTo>
                    <a:pt x="8176488" y="469899"/>
                  </a:lnTo>
                  <a:lnTo>
                    <a:pt x="8176488" y="482599"/>
                  </a:lnTo>
                  <a:close/>
                </a:path>
                <a:path w="10337800" h="482600">
                  <a:moveTo>
                    <a:pt x="8201901" y="482599"/>
                  </a:moveTo>
                  <a:lnTo>
                    <a:pt x="8182838" y="482599"/>
                  </a:lnTo>
                  <a:lnTo>
                    <a:pt x="8182838" y="469899"/>
                  </a:lnTo>
                  <a:lnTo>
                    <a:pt x="8201901" y="469899"/>
                  </a:lnTo>
                  <a:lnTo>
                    <a:pt x="8201901" y="482599"/>
                  </a:lnTo>
                  <a:close/>
                </a:path>
                <a:path w="10337800" h="482600">
                  <a:moveTo>
                    <a:pt x="8227301" y="482599"/>
                  </a:moveTo>
                  <a:lnTo>
                    <a:pt x="8208251" y="482599"/>
                  </a:lnTo>
                  <a:lnTo>
                    <a:pt x="8208251" y="469899"/>
                  </a:lnTo>
                  <a:lnTo>
                    <a:pt x="8227301" y="469899"/>
                  </a:lnTo>
                  <a:lnTo>
                    <a:pt x="8227301" y="482599"/>
                  </a:lnTo>
                  <a:close/>
                </a:path>
                <a:path w="10337800" h="482600">
                  <a:moveTo>
                    <a:pt x="8252714" y="482599"/>
                  </a:moveTo>
                  <a:lnTo>
                    <a:pt x="8233664" y="482599"/>
                  </a:lnTo>
                  <a:lnTo>
                    <a:pt x="8233664" y="469899"/>
                  </a:lnTo>
                  <a:lnTo>
                    <a:pt x="8252714" y="469899"/>
                  </a:lnTo>
                  <a:lnTo>
                    <a:pt x="8252714" y="482599"/>
                  </a:lnTo>
                  <a:close/>
                </a:path>
                <a:path w="10337800" h="482600">
                  <a:moveTo>
                    <a:pt x="8278126" y="482599"/>
                  </a:moveTo>
                  <a:lnTo>
                    <a:pt x="8259064" y="482599"/>
                  </a:lnTo>
                  <a:lnTo>
                    <a:pt x="8259064" y="469899"/>
                  </a:lnTo>
                  <a:lnTo>
                    <a:pt x="8278126" y="469899"/>
                  </a:lnTo>
                  <a:lnTo>
                    <a:pt x="8278126" y="482599"/>
                  </a:lnTo>
                  <a:close/>
                </a:path>
                <a:path w="10337800" h="482600">
                  <a:moveTo>
                    <a:pt x="8303539" y="482599"/>
                  </a:moveTo>
                  <a:lnTo>
                    <a:pt x="8284476" y="482599"/>
                  </a:lnTo>
                  <a:lnTo>
                    <a:pt x="8284476" y="469899"/>
                  </a:lnTo>
                  <a:lnTo>
                    <a:pt x="8303539" y="469899"/>
                  </a:lnTo>
                  <a:lnTo>
                    <a:pt x="8303539" y="482599"/>
                  </a:lnTo>
                  <a:close/>
                </a:path>
                <a:path w="10337800" h="482600">
                  <a:moveTo>
                    <a:pt x="8328939" y="482599"/>
                  </a:moveTo>
                  <a:lnTo>
                    <a:pt x="8309889" y="482599"/>
                  </a:lnTo>
                  <a:lnTo>
                    <a:pt x="8309889" y="469899"/>
                  </a:lnTo>
                  <a:lnTo>
                    <a:pt x="8328939" y="469899"/>
                  </a:lnTo>
                  <a:lnTo>
                    <a:pt x="8328939" y="482599"/>
                  </a:lnTo>
                  <a:close/>
                </a:path>
                <a:path w="10337800" h="482600">
                  <a:moveTo>
                    <a:pt x="8354352" y="482599"/>
                  </a:moveTo>
                  <a:lnTo>
                    <a:pt x="8335289" y="482599"/>
                  </a:lnTo>
                  <a:lnTo>
                    <a:pt x="8335289" y="469899"/>
                  </a:lnTo>
                  <a:lnTo>
                    <a:pt x="8354352" y="469899"/>
                  </a:lnTo>
                  <a:lnTo>
                    <a:pt x="8354352" y="482599"/>
                  </a:lnTo>
                  <a:close/>
                </a:path>
                <a:path w="10337800" h="482600">
                  <a:moveTo>
                    <a:pt x="8379752" y="482599"/>
                  </a:moveTo>
                  <a:lnTo>
                    <a:pt x="8360702" y="482599"/>
                  </a:lnTo>
                  <a:lnTo>
                    <a:pt x="8360702" y="469899"/>
                  </a:lnTo>
                  <a:lnTo>
                    <a:pt x="8379752" y="469899"/>
                  </a:lnTo>
                  <a:lnTo>
                    <a:pt x="8379752" y="482599"/>
                  </a:lnTo>
                  <a:close/>
                </a:path>
                <a:path w="10337800" h="482600">
                  <a:moveTo>
                    <a:pt x="8405164" y="482599"/>
                  </a:moveTo>
                  <a:lnTo>
                    <a:pt x="8386114" y="482599"/>
                  </a:lnTo>
                  <a:lnTo>
                    <a:pt x="8386114" y="469899"/>
                  </a:lnTo>
                  <a:lnTo>
                    <a:pt x="8405164" y="469899"/>
                  </a:lnTo>
                  <a:lnTo>
                    <a:pt x="8405164" y="482599"/>
                  </a:lnTo>
                  <a:close/>
                </a:path>
                <a:path w="10337800" h="482600">
                  <a:moveTo>
                    <a:pt x="8430577" y="482599"/>
                  </a:moveTo>
                  <a:lnTo>
                    <a:pt x="8411514" y="482599"/>
                  </a:lnTo>
                  <a:lnTo>
                    <a:pt x="8411514" y="469899"/>
                  </a:lnTo>
                  <a:lnTo>
                    <a:pt x="8430577" y="469899"/>
                  </a:lnTo>
                  <a:lnTo>
                    <a:pt x="8430577" y="482599"/>
                  </a:lnTo>
                  <a:close/>
                </a:path>
                <a:path w="10337800" h="482600">
                  <a:moveTo>
                    <a:pt x="8455990" y="482599"/>
                  </a:moveTo>
                  <a:lnTo>
                    <a:pt x="8436927" y="482599"/>
                  </a:lnTo>
                  <a:lnTo>
                    <a:pt x="8436927" y="469899"/>
                  </a:lnTo>
                  <a:lnTo>
                    <a:pt x="8455990" y="469899"/>
                  </a:lnTo>
                  <a:lnTo>
                    <a:pt x="8455990" y="482599"/>
                  </a:lnTo>
                  <a:close/>
                </a:path>
                <a:path w="10337800" h="482600">
                  <a:moveTo>
                    <a:pt x="8481390" y="482599"/>
                  </a:moveTo>
                  <a:lnTo>
                    <a:pt x="8462340" y="482599"/>
                  </a:lnTo>
                  <a:lnTo>
                    <a:pt x="8462340" y="469899"/>
                  </a:lnTo>
                  <a:lnTo>
                    <a:pt x="8481390" y="469899"/>
                  </a:lnTo>
                  <a:lnTo>
                    <a:pt x="8481390" y="482599"/>
                  </a:lnTo>
                  <a:close/>
                </a:path>
                <a:path w="10337800" h="482600">
                  <a:moveTo>
                    <a:pt x="8506802" y="482599"/>
                  </a:moveTo>
                  <a:lnTo>
                    <a:pt x="8487740" y="482599"/>
                  </a:lnTo>
                  <a:lnTo>
                    <a:pt x="8487740" y="469899"/>
                  </a:lnTo>
                  <a:lnTo>
                    <a:pt x="8506802" y="469899"/>
                  </a:lnTo>
                  <a:lnTo>
                    <a:pt x="8506802" y="482599"/>
                  </a:lnTo>
                  <a:close/>
                </a:path>
                <a:path w="10337800" h="482600">
                  <a:moveTo>
                    <a:pt x="8532215" y="482599"/>
                  </a:moveTo>
                  <a:lnTo>
                    <a:pt x="8513152" y="482599"/>
                  </a:lnTo>
                  <a:lnTo>
                    <a:pt x="8513152" y="469899"/>
                  </a:lnTo>
                  <a:lnTo>
                    <a:pt x="8532215" y="469899"/>
                  </a:lnTo>
                  <a:lnTo>
                    <a:pt x="8532215" y="482599"/>
                  </a:lnTo>
                  <a:close/>
                </a:path>
                <a:path w="10337800" h="482600">
                  <a:moveTo>
                    <a:pt x="8557615" y="482599"/>
                  </a:moveTo>
                  <a:lnTo>
                    <a:pt x="8538565" y="482599"/>
                  </a:lnTo>
                  <a:lnTo>
                    <a:pt x="8538565" y="469899"/>
                  </a:lnTo>
                  <a:lnTo>
                    <a:pt x="8557615" y="469899"/>
                  </a:lnTo>
                  <a:lnTo>
                    <a:pt x="8557615" y="482599"/>
                  </a:lnTo>
                  <a:close/>
                </a:path>
                <a:path w="10337800" h="482600">
                  <a:moveTo>
                    <a:pt x="8583028" y="482599"/>
                  </a:moveTo>
                  <a:lnTo>
                    <a:pt x="8563965" y="482599"/>
                  </a:lnTo>
                  <a:lnTo>
                    <a:pt x="8563965" y="469899"/>
                  </a:lnTo>
                  <a:lnTo>
                    <a:pt x="8583028" y="469899"/>
                  </a:lnTo>
                  <a:lnTo>
                    <a:pt x="8583028" y="482599"/>
                  </a:lnTo>
                  <a:close/>
                </a:path>
                <a:path w="10337800" h="482600">
                  <a:moveTo>
                    <a:pt x="8608441" y="482599"/>
                  </a:moveTo>
                  <a:lnTo>
                    <a:pt x="8589378" y="482599"/>
                  </a:lnTo>
                  <a:lnTo>
                    <a:pt x="8589378" y="469899"/>
                  </a:lnTo>
                  <a:lnTo>
                    <a:pt x="8608441" y="469899"/>
                  </a:lnTo>
                  <a:lnTo>
                    <a:pt x="8608441" y="482599"/>
                  </a:lnTo>
                  <a:close/>
                </a:path>
                <a:path w="10337800" h="482600">
                  <a:moveTo>
                    <a:pt x="8633841" y="482599"/>
                  </a:moveTo>
                  <a:lnTo>
                    <a:pt x="8614791" y="482599"/>
                  </a:lnTo>
                  <a:lnTo>
                    <a:pt x="8614791" y="469899"/>
                  </a:lnTo>
                  <a:lnTo>
                    <a:pt x="8633841" y="469899"/>
                  </a:lnTo>
                  <a:lnTo>
                    <a:pt x="8633841" y="482599"/>
                  </a:lnTo>
                  <a:close/>
                </a:path>
                <a:path w="10337800" h="482600">
                  <a:moveTo>
                    <a:pt x="8659253" y="482599"/>
                  </a:moveTo>
                  <a:lnTo>
                    <a:pt x="8640191" y="482599"/>
                  </a:lnTo>
                  <a:lnTo>
                    <a:pt x="8640191" y="469899"/>
                  </a:lnTo>
                  <a:lnTo>
                    <a:pt x="8659253" y="469899"/>
                  </a:lnTo>
                  <a:lnTo>
                    <a:pt x="8659253" y="482599"/>
                  </a:lnTo>
                  <a:close/>
                </a:path>
                <a:path w="10337800" h="482600">
                  <a:moveTo>
                    <a:pt x="8684666" y="482599"/>
                  </a:moveTo>
                  <a:lnTo>
                    <a:pt x="8665603" y="482599"/>
                  </a:lnTo>
                  <a:lnTo>
                    <a:pt x="8665603" y="469899"/>
                  </a:lnTo>
                  <a:lnTo>
                    <a:pt x="8684666" y="469899"/>
                  </a:lnTo>
                  <a:lnTo>
                    <a:pt x="8684666" y="482599"/>
                  </a:lnTo>
                  <a:close/>
                </a:path>
                <a:path w="10337800" h="482600">
                  <a:moveTo>
                    <a:pt x="8710066" y="482599"/>
                  </a:moveTo>
                  <a:lnTo>
                    <a:pt x="8691016" y="482599"/>
                  </a:lnTo>
                  <a:lnTo>
                    <a:pt x="8691016" y="469899"/>
                  </a:lnTo>
                  <a:lnTo>
                    <a:pt x="8710066" y="469899"/>
                  </a:lnTo>
                  <a:lnTo>
                    <a:pt x="8710066" y="482599"/>
                  </a:lnTo>
                  <a:close/>
                </a:path>
                <a:path w="10337800" h="482600">
                  <a:moveTo>
                    <a:pt x="8735479" y="482599"/>
                  </a:moveTo>
                  <a:lnTo>
                    <a:pt x="8716416" y="482599"/>
                  </a:lnTo>
                  <a:lnTo>
                    <a:pt x="8716416" y="469899"/>
                  </a:lnTo>
                  <a:lnTo>
                    <a:pt x="8735479" y="469899"/>
                  </a:lnTo>
                  <a:lnTo>
                    <a:pt x="8735479" y="482599"/>
                  </a:lnTo>
                  <a:close/>
                </a:path>
                <a:path w="10337800" h="482600">
                  <a:moveTo>
                    <a:pt x="8760891" y="482599"/>
                  </a:moveTo>
                  <a:lnTo>
                    <a:pt x="8741829" y="482599"/>
                  </a:lnTo>
                  <a:lnTo>
                    <a:pt x="8741829" y="469899"/>
                  </a:lnTo>
                  <a:lnTo>
                    <a:pt x="8760891" y="469899"/>
                  </a:lnTo>
                  <a:lnTo>
                    <a:pt x="8760891" y="482599"/>
                  </a:lnTo>
                  <a:close/>
                </a:path>
                <a:path w="10337800" h="482600">
                  <a:moveTo>
                    <a:pt x="8786291" y="482599"/>
                  </a:moveTo>
                  <a:lnTo>
                    <a:pt x="8767241" y="482599"/>
                  </a:lnTo>
                  <a:lnTo>
                    <a:pt x="8767241" y="469899"/>
                  </a:lnTo>
                  <a:lnTo>
                    <a:pt x="8786291" y="469899"/>
                  </a:lnTo>
                  <a:lnTo>
                    <a:pt x="8786291" y="482599"/>
                  </a:lnTo>
                  <a:close/>
                </a:path>
                <a:path w="10337800" h="482600">
                  <a:moveTo>
                    <a:pt x="8811704" y="482599"/>
                  </a:moveTo>
                  <a:lnTo>
                    <a:pt x="8792641" y="482599"/>
                  </a:lnTo>
                  <a:lnTo>
                    <a:pt x="8792641" y="469899"/>
                  </a:lnTo>
                  <a:lnTo>
                    <a:pt x="8811704" y="469899"/>
                  </a:lnTo>
                  <a:lnTo>
                    <a:pt x="8811704" y="482599"/>
                  </a:lnTo>
                  <a:close/>
                </a:path>
                <a:path w="10337800" h="482600">
                  <a:moveTo>
                    <a:pt x="8837117" y="482599"/>
                  </a:moveTo>
                  <a:lnTo>
                    <a:pt x="8818054" y="482599"/>
                  </a:lnTo>
                  <a:lnTo>
                    <a:pt x="8818054" y="469899"/>
                  </a:lnTo>
                  <a:lnTo>
                    <a:pt x="8837117" y="469899"/>
                  </a:lnTo>
                  <a:lnTo>
                    <a:pt x="8837117" y="482599"/>
                  </a:lnTo>
                  <a:close/>
                </a:path>
                <a:path w="10337800" h="482600">
                  <a:moveTo>
                    <a:pt x="8862517" y="482599"/>
                  </a:moveTo>
                  <a:lnTo>
                    <a:pt x="8843467" y="482599"/>
                  </a:lnTo>
                  <a:lnTo>
                    <a:pt x="8843467" y="469899"/>
                  </a:lnTo>
                  <a:lnTo>
                    <a:pt x="8862517" y="469899"/>
                  </a:lnTo>
                  <a:lnTo>
                    <a:pt x="8862517" y="482599"/>
                  </a:lnTo>
                  <a:close/>
                </a:path>
                <a:path w="10337800" h="482600">
                  <a:moveTo>
                    <a:pt x="8887929" y="482599"/>
                  </a:moveTo>
                  <a:lnTo>
                    <a:pt x="8868867" y="482599"/>
                  </a:lnTo>
                  <a:lnTo>
                    <a:pt x="8868867" y="469899"/>
                  </a:lnTo>
                  <a:lnTo>
                    <a:pt x="8887929" y="469899"/>
                  </a:lnTo>
                  <a:lnTo>
                    <a:pt x="8887929" y="482599"/>
                  </a:lnTo>
                  <a:close/>
                </a:path>
                <a:path w="10337800" h="482600">
                  <a:moveTo>
                    <a:pt x="8913342" y="482599"/>
                  </a:moveTo>
                  <a:lnTo>
                    <a:pt x="8894279" y="482599"/>
                  </a:lnTo>
                  <a:lnTo>
                    <a:pt x="8894279" y="469899"/>
                  </a:lnTo>
                  <a:lnTo>
                    <a:pt x="8913342" y="469899"/>
                  </a:lnTo>
                  <a:lnTo>
                    <a:pt x="8913342" y="482599"/>
                  </a:lnTo>
                  <a:close/>
                </a:path>
                <a:path w="10337800" h="482600">
                  <a:moveTo>
                    <a:pt x="8938742" y="482599"/>
                  </a:moveTo>
                  <a:lnTo>
                    <a:pt x="8919692" y="482599"/>
                  </a:lnTo>
                  <a:lnTo>
                    <a:pt x="8919692" y="469899"/>
                  </a:lnTo>
                  <a:lnTo>
                    <a:pt x="8938742" y="469899"/>
                  </a:lnTo>
                  <a:lnTo>
                    <a:pt x="8938742" y="482599"/>
                  </a:lnTo>
                  <a:close/>
                </a:path>
                <a:path w="10337800" h="482600">
                  <a:moveTo>
                    <a:pt x="8964155" y="482599"/>
                  </a:moveTo>
                  <a:lnTo>
                    <a:pt x="8945092" y="482599"/>
                  </a:lnTo>
                  <a:lnTo>
                    <a:pt x="8945092" y="469899"/>
                  </a:lnTo>
                  <a:lnTo>
                    <a:pt x="8964155" y="469899"/>
                  </a:lnTo>
                  <a:lnTo>
                    <a:pt x="8964155" y="482599"/>
                  </a:lnTo>
                  <a:close/>
                </a:path>
                <a:path w="10337800" h="482600">
                  <a:moveTo>
                    <a:pt x="8989568" y="482599"/>
                  </a:moveTo>
                  <a:lnTo>
                    <a:pt x="8970505" y="482599"/>
                  </a:lnTo>
                  <a:lnTo>
                    <a:pt x="8970505" y="469899"/>
                  </a:lnTo>
                  <a:lnTo>
                    <a:pt x="8989568" y="469899"/>
                  </a:lnTo>
                  <a:lnTo>
                    <a:pt x="8989568" y="482599"/>
                  </a:lnTo>
                  <a:close/>
                </a:path>
                <a:path w="10337800" h="482600">
                  <a:moveTo>
                    <a:pt x="9014968" y="482599"/>
                  </a:moveTo>
                  <a:lnTo>
                    <a:pt x="8995918" y="482599"/>
                  </a:lnTo>
                  <a:lnTo>
                    <a:pt x="8995918" y="469899"/>
                  </a:lnTo>
                  <a:lnTo>
                    <a:pt x="9014968" y="469899"/>
                  </a:lnTo>
                  <a:lnTo>
                    <a:pt x="9014968" y="482599"/>
                  </a:lnTo>
                  <a:close/>
                </a:path>
                <a:path w="10337800" h="482600">
                  <a:moveTo>
                    <a:pt x="9040380" y="482599"/>
                  </a:moveTo>
                  <a:lnTo>
                    <a:pt x="9021330" y="482599"/>
                  </a:lnTo>
                  <a:lnTo>
                    <a:pt x="9021330" y="469899"/>
                  </a:lnTo>
                  <a:lnTo>
                    <a:pt x="9040380" y="469899"/>
                  </a:lnTo>
                  <a:lnTo>
                    <a:pt x="9040380" y="482599"/>
                  </a:lnTo>
                  <a:close/>
                </a:path>
                <a:path w="10337800" h="482600">
                  <a:moveTo>
                    <a:pt x="9065793" y="482599"/>
                  </a:moveTo>
                  <a:lnTo>
                    <a:pt x="9046730" y="482599"/>
                  </a:lnTo>
                  <a:lnTo>
                    <a:pt x="9046730" y="469899"/>
                  </a:lnTo>
                  <a:lnTo>
                    <a:pt x="9065793" y="469899"/>
                  </a:lnTo>
                  <a:lnTo>
                    <a:pt x="9065793" y="482599"/>
                  </a:lnTo>
                  <a:close/>
                </a:path>
                <a:path w="10337800" h="482600">
                  <a:moveTo>
                    <a:pt x="9091193" y="482599"/>
                  </a:moveTo>
                  <a:lnTo>
                    <a:pt x="9072143" y="482599"/>
                  </a:lnTo>
                  <a:lnTo>
                    <a:pt x="9072143" y="469899"/>
                  </a:lnTo>
                  <a:lnTo>
                    <a:pt x="9091193" y="469899"/>
                  </a:lnTo>
                  <a:lnTo>
                    <a:pt x="9091193" y="482599"/>
                  </a:lnTo>
                  <a:close/>
                </a:path>
                <a:path w="10337800" h="482600">
                  <a:moveTo>
                    <a:pt x="9116606" y="482599"/>
                  </a:moveTo>
                  <a:lnTo>
                    <a:pt x="9097543" y="482599"/>
                  </a:lnTo>
                  <a:lnTo>
                    <a:pt x="9097543" y="469899"/>
                  </a:lnTo>
                  <a:lnTo>
                    <a:pt x="9116606" y="469899"/>
                  </a:lnTo>
                  <a:lnTo>
                    <a:pt x="9116606" y="482599"/>
                  </a:lnTo>
                  <a:close/>
                </a:path>
                <a:path w="10337800" h="482600">
                  <a:moveTo>
                    <a:pt x="9142018" y="482599"/>
                  </a:moveTo>
                  <a:lnTo>
                    <a:pt x="9122956" y="482599"/>
                  </a:lnTo>
                  <a:lnTo>
                    <a:pt x="9122956" y="469899"/>
                  </a:lnTo>
                  <a:lnTo>
                    <a:pt x="9142018" y="469899"/>
                  </a:lnTo>
                  <a:lnTo>
                    <a:pt x="9142018" y="482599"/>
                  </a:lnTo>
                  <a:close/>
                </a:path>
                <a:path w="10337800" h="482600">
                  <a:moveTo>
                    <a:pt x="9167418" y="482599"/>
                  </a:moveTo>
                  <a:lnTo>
                    <a:pt x="9148368" y="482599"/>
                  </a:lnTo>
                  <a:lnTo>
                    <a:pt x="9148368" y="469899"/>
                  </a:lnTo>
                  <a:lnTo>
                    <a:pt x="9167418" y="469899"/>
                  </a:lnTo>
                  <a:lnTo>
                    <a:pt x="9167418" y="482599"/>
                  </a:lnTo>
                  <a:close/>
                </a:path>
                <a:path w="10337800" h="482600">
                  <a:moveTo>
                    <a:pt x="9192831" y="482599"/>
                  </a:moveTo>
                  <a:lnTo>
                    <a:pt x="9173768" y="482599"/>
                  </a:lnTo>
                  <a:lnTo>
                    <a:pt x="9173768" y="469899"/>
                  </a:lnTo>
                  <a:lnTo>
                    <a:pt x="9192831" y="469899"/>
                  </a:lnTo>
                  <a:lnTo>
                    <a:pt x="9192831" y="482599"/>
                  </a:lnTo>
                  <a:close/>
                </a:path>
                <a:path w="10337800" h="482600">
                  <a:moveTo>
                    <a:pt x="9218244" y="482599"/>
                  </a:moveTo>
                  <a:lnTo>
                    <a:pt x="9199181" y="482599"/>
                  </a:lnTo>
                  <a:lnTo>
                    <a:pt x="9199181" y="469899"/>
                  </a:lnTo>
                  <a:lnTo>
                    <a:pt x="9218244" y="469899"/>
                  </a:lnTo>
                  <a:lnTo>
                    <a:pt x="9218244" y="482599"/>
                  </a:lnTo>
                  <a:close/>
                </a:path>
                <a:path w="10337800" h="482600">
                  <a:moveTo>
                    <a:pt x="9243644" y="482599"/>
                  </a:moveTo>
                  <a:lnTo>
                    <a:pt x="9224594" y="482599"/>
                  </a:lnTo>
                  <a:lnTo>
                    <a:pt x="9224594" y="469899"/>
                  </a:lnTo>
                  <a:lnTo>
                    <a:pt x="9243644" y="469899"/>
                  </a:lnTo>
                  <a:lnTo>
                    <a:pt x="9243644" y="482599"/>
                  </a:lnTo>
                  <a:close/>
                </a:path>
                <a:path w="10337800" h="482600">
                  <a:moveTo>
                    <a:pt x="9269056" y="482599"/>
                  </a:moveTo>
                  <a:lnTo>
                    <a:pt x="9250006" y="482599"/>
                  </a:lnTo>
                  <a:lnTo>
                    <a:pt x="9250006" y="469899"/>
                  </a:lnTo>
                  <a:lnTo>
                    <a:pt x="9269056" y="469899"/>
                  </a:lnTo>
                  <a:lnTo>
                    <a:pt x="9269056" y="482599"/>
                  </a:lnTo>
                  <a:close/>
                </a:path>
                <a:path w="10337800" h="482600">
                  <a:moveTo>
                    <a:pt x="9294469" y="482599"/>
                  </a:moveTo>
                  <a:lnTo>
                    <a:pt x="9275406" y="482599"/>
                  </a:lnTo>
                  <a:lnTo>
                    <a:pt x="9275406" y="469899"/>
                  </a:lnTo>
                  <a:lnTo>
                    <a:pt x="9294469" y="469899"/>
                  </a:lnTo>
                  <a:lnTo>
                    <a:pt x="9294469" y="482599"/>
                  </a:lnTo>
                  <a:close/>
                </a:path>
                <a:path w="10337800" h="482600">
                  <a:moveTo>
                    <a:pt x="9319869" y="482599"/>
                  </a:moveTo>
                  <a:lnTo>
                    <a:pt x="9300819" y="482599"/>
                  </a:lnTo>
                  <a:lnTo>
                    <a:pt x="9300819" y="469899"/>
                  </a:lnTo>
                  <a:lnTo>
                    <a:pt x="9319869" y="469899"/>
                  </a:lnTo>
                  <a:lnTo>
                    <a:pt x="9319869" y="482599"/>
                  </a:lnTo>
                  <a:close/>
                </a:path>
                <a:path w="10337800" h="482600">
                  <a:moveTo>
                    <a:pt x="9345282" y="482599"/>
                  </a:moveTo>
                  <a:lnTo>
                    <a:pt x="9326232" y="482599"/>
                  </a:lnTo>
                  <a:lnTo>
                    <a:pt x="9326232" y="469899"/>
                  </a:lnTo>
                  <a:lnTo>
                    <a:pt x="9345282" y="469899"/>
                  </a:lnTo>
                  <a:lnTo>
                    <a:pt x="9345282" y="482599"/>
                  </a:lnTo>
                  <a:close/>
                </a:path>
                <a:path w="10337800" h="482600">
                  <a:moveTo>
                    <a:pt x="9370695" y="482599"/>
                  </a:moveTo>
                  <a:lnTo>
                    <a:pt x="9351632" y="482599"/>
                  </a:lnTo>
                  <a:lnTo>
                    <a:pt x="9351632" y="469899"/>
                  </a:lnTo>
                  <a:lnTo>
                    <a:pt x="9370695" y="469899"/>
                  </a:lnTo>
                  <a:lnTo>
                    <a:pt x="9370695" y="482599"/>
                  </a:lnTo>
                  <a:close/>
                </a:path>
                <a:path w="10337800" h="482600">
                  <a:moveTo>
                    <a:pt x="9396095" y="482599"/>
                  </a:moveTo>
                  <a:lnTo>
                    <a:pt x="9377045" y="482599"/>
                  </a:lnTo>
                  <a:lnTo>
                    <a:pt x="9377045" y="469899"/>
                  </a:lnTo>
                  <a:lnTo>
                    <a:pt x="9396095" y="469899"/>
                  </a:lnTo>
                  <a:lnTo>
                    <a:pt x="9396095" y="482599"/>
                  </a:lnTo>
                  <a:close/>
                </a:path>
                <a:path w="10337800" h="482600">
                  <a:moveTo>
                    <a:pt x="9421507" y="482599"/>
                  </a:moveTo>
                  <a:lnTo>
                    <a:pt x="9402457" y="482599"/>
                  </a:lnTo>
                  <a:lnTo>
                    <a:pt x="9402457" y="469899"/>
                  </a:lnTo>
                  <a:lnTo>
                    <a:pt x="9421507" y="469899"/>
                  </a:lnTo>
                  <a:lnTo>
                    <a:pt x="9421507" y="482599"/>
                  </a:lnTo>
                  <a:close/>
                </a:path>
                <a:path w="10337800" h="482600">
                  <a:moveTo>
                    <a:pt x="9446920" y="482599"/>
                  </a:moveTo>
                  <a:lnTo>
                    <a:pt x="9427857" y="482599"/>
                  </a:lnTo>
                  <a:lnTo>
                    <a:pt x="9427857" y="469899"/>
                  </a:lnTo>
                  <a:lnTo>
                    <a:pt x="9446920" y="469899"/>
                  </a:lnTo>
                  <a:lnTo>
                    <a:pt x="9446920" y="482599"/>
                  </a:lnTo>
                  <a:close/>
                </a:path>
                <a:path w="10337800" h="482600">
                  <a:moveTo>
                    <a:pt x="9472320" y="482599"/>
                  </a:moveTo>
                  <a:lnTo>
                    <a:pt x="9453270" y="482599"/>
                  </a:lnTo>
                  <a:lnTo>
                    <a:pt x="9453270" y="469899"/>
                  </a:lnTo>
                  <a:lnTo>
                    <a:pt x="9472320" y="469899"/>
                  </a:lnTo>
                  <a:lnTo>
                    <a:pt x="9472320" y="482599"/>
                  </a:lnTo>
                  <a:close/>
                </a:path>
                <a:path w="10337800" h="482600">
                  <a:moveTo>
                    <a:pt x="9497733" y="482599"/>
                  </a:moveTo>
                  <a:lnTo>
                    <a:pt x="9478683" y="482599"/>
                  </a:lnTo>
                  <a:lnTo>
                    <a:pt x="9478683" y="469899"/>
                  </a:lnTo>
                  <a:lnTo>
                    <a:pt x="9497733" y="469899"/>
                  </a:lnTo>
                  <a:lnTo>
                    <a:pt x="9497733" y="482599"/>
                  </a:lnTo>
                  <a:close/>
                </a:path>
                <a:path w="10337800" h="482600">
                  <a:moveTo>
                    <a:pt x="9523145" y="482599"/>
                  </a:moveTo>
                  <a:lnTo>
                    <a:pt x="9504083" y="482599"/>
                  </a:lnTo>
                  <a:lnTo>
                    <a:pt x="9504083" y="469899"/>
                  </a:lnTo>
                  <a:lnTo>
                    <a:pt x="9523145" y="469899"/>
                  </a:lnTo>
                  <a:lnTo>
                    <a:pt x="9523145" y="482599"/>
                  </a:lnTo>
                  <a:close/>
                </a:path>
                <a:path w="10337800" h="482600">
                  <a:moveTo>
                    <a:pt x="9548545" y="482599"/>
                  </a:moveTo>
                  <a:lnTo>
                    <a:pt x="9529495" y="482599"/>
                  </a:lnTo>
                  <a:lnTo>
                    <a:pt x="9529495" y="469899"/>
                  </a:lnTo>
                  <a:lnTo>
                    <a:pt x="9548545" y="469899"/>
                  </a:lnTo>
                  <a:lnTo>
                    <a:pt x="9548545" y="482599"/>
                  </a:lnTo>
                  <a:close/>
                </a:path>
                <a:path w="10337800" h="482600">
                  <a:moveTo>
                    <a:pt x="9573958" y="482599"/>
                  </a:moveTo>
                  <a:lnTo>
                    <a:pt x="9554908" y="482599"/>
                  </a:lnTo>
                  <a:lnTo>
                    <a:pt x="9554908" y="469899"/>
                  </a:lnTo>
                  <a:lnTo>
                    <a:pt x="9573958" y="469899"/>
                  </a:lnTo>
                  <a:lnTo>
                    <a:pt x="9573958" y="482599"/>
                  </a:lnTo>
                  <a:close/>
                </a:path>
                <a:path w="10337800" h="482600">
                  <a:moveTo>
                    <a:pt x="9599371" y="482599"/>
                  </a:moveTo>
                  <a:lnTo>
                    <a:pt x="9580308" y="482599"/>
                  </a:lnTo>
                  <a:lnTo>
                    <a:pt x="9580308" y="469899"/>
                  </a:lnTo>
                  <a:lnTo>
                    <a:pt x="9599371" y="469899"/>
                  </a:lnTo>
                  <a:lnTo>
                    <a:pt x="9599371" y="482599"/>
                  </a:lnTo>
                  <a:close/>
                </a:path>
                <a:path w="10337800" h="482600">
                  <a:moveTo>
                    <a:pt x="9624771" y="482599"/>
                  </a:moveTo>
                  <a:lnTo>
                    <a:pt x="9605721" y="482599"/>
                  </a:lnTo>
                  <a:lnTo>
                    <a:pt x="9605721" y="469899"/>
                  </a:lnTo>
                  <a:lnTo>
                    <a:pt x="9624771" y="469899"/>
                  </a:lnTo>
                  <a:lnTo>
                    <a:pt x="9624771" y="482599"/>
                  </a:lnTo>
                  <a:close/>
                </a:path>
                <a:path w="10337800" h="482600">
                  <a:moveTo>
                    <a:pt x="9650183" y="482599"/>
                  </a:moveTo>
                  <a:lnTo>
                    <a:pt x="9631133" y="482599"/>
                  </a:lnTo>
                  <a:lnTo>
                    <a:pt x="9631133" y="469899"/>
                  </a:lnTo>
                  <a:lnTo>
                    <a:pt x="9650183" y="469899"/>
                  </a:lnTo>
                  <a:lnTo>
                    <a:pt x="9650183" y="482599"/>
                  </a:lnTo>
                  <a:close/>
                </a:path>
                <a:path w="10337800" h="482600">
                  <a:moveTo>
                    <a:pt x="9675596" y="482599"/>
                  </a:moveTo>
                  <a:lnTo>
                    <a:pt x="9656533" y="482599"/>
                  </a:lnTo>
                  <a:lnTo>
                    <a:pt x="9656533" y="469899"/>
                  </a:lnTo>
                  <a:lnTo>
                    <a:pt x="9675596" y="469899"/>
                  </a:lnTo>
                  <a:lnTo>
                    <a:pt x="9675596" y="482599"/>
                  </a:lnTo>
                  <a:close/>
                </a:path>
                <a:path w="10337800" h="482600">
                  <a:moveTo>
                    <a:pt x="9700996" y="482599"/>
                  </a:moveTo>
                  <a:lnTo>
                    <a:pt x="9681946" y="482599"/>
                  </a:lnTo>
                  <a:lnTo>
                    <a:pt x="9681946" y="469899"/>
                  </a:lnTo>
                  <a:lnTo>
                    <a:pt x="9700996" y="469899"/>
                  </a:lnTo>
                  <a:lnTo>
                    <a:pt x="9700996" y="482599"/>
                  </a:lnTo>
                  <a:close/>
                </a:path>
                <a:path w="10337800" h="482600">
                  <a:moveTo>
                    <a:pt x="9726409" y="482599"/>
                  </a:moveTo>
                  <a:lnTo>
                    <a:pt x="9707359" y="482599"/>
                  </a:lnTo>
                  <a:lnTo>
                    <a:pt x="9707359" y="469899"/>
                  </a:lnTo>
                  <a:lnTo>
                    <a:pt x="9726409" y="469899"/>
                  </a:lnTo>
                  <a:lnTo>
                    <a:pt x="9726409" y="482599"/>
                  </a:lnTo>
                  <a:close/>
                </a:path>
                <a:path w="10337800" h="482600">
                  <a:moveTo>
                    <a:pt x="9751822" y="482599"/>
                  </a:moveTo>
                  <a:lnTo>
                    <a:pt x="9732759" y="482599"/>
                  </a:lnTo>
                  <a:lnTo>
                    <a:pt x="9732759" y="469899"/>
                  </a:lnTo>
                  <a:lnTo>
                    <a:pt x="9751822" y="469899"/>
                  </a:lnTo>
                  <a:lnTo>
                    <a:pt x="9751822" y="482599"/>
                  </a:lnTo>
                  <a:close/>
                </a:path>
                <a:path w="10337800" h="482600">
                  <a:moveTo>
                    <a:pt x="9777222" y="482599"/>
                  </a:moveTo>
                  <a:lnTo>
                    <a:pt x="9758172" y="482599"/>
                  </a:lnTo>
                  <a:lnTo>
                    <a:pt x="9758172" y="469899"/>
                  </a:lnTo>
                  <a:lnTo>
                    <a:pt x="9777222" y="469899"/>
                  </a:lnTo>
                  <a:lnTo>
                    <a:pt x="9777222" y="482599"/>
                  </a:lnTo>
                  <a:close/>
                </a:path>
                <a:path w="10337800" h="482600">
                  <a:moveTo>
                    <a:pt x="9802634" y="482599"/>
                  </a:moveTo>
                  <a:lnTo>
                    <a:pt x="9783584" y="482599"/>
                  </a:lnTo>
                  <a:lnTo>
                    <a:pt x="9783584" y="469899"/>
                  </a:lnTo>
                  <a:lnTo>
                    <a:pt x="9802634" y="469899"/>
                  </a:lnTo>
                  <a:lnTo>
                    <a:pt x="9802634" y="482599"/>
                  </a:lnTo>
                  <a:close/>
                </a:path>
                <a:path w="10337800" h="482600">
                  <a:moveTo>
                    <a:pt x="9828047" y="482599"/>
                  </a:moveTo>
                  <a:lnTo>
                    <a:pt x="9808984" y="482599"/>
                  </a:lnTo>
                  <a:lnTo>
                    <a:pt x="9808984" y="469899"/>
                  </a:lnTo>
                  <a:lnTo>
                    <a:pt x="9828047" y="469899"/>
                  </a:lnTo>
                  <a:lnTo>
                    <a:pt x="9828047" y="482599"/>
                  </a:lnTo>
                  <a:close/>
                </a:path>
                <a:path w="10337800" h="482600">
                  <a:moveTo>
                    <a:pt x="9853447" y="482599"/>
                  </a:moveTo>
                  <a:lnTo>
                    <a:pt x="9834397" y="482599"/>
                  </a:lnTo>
                  <a:lnTo>
                    <a:pt x="9834397" y="469899"/>
                  </a:lnTo>
                  <a:lnTo>
                    <a:pt x="9853447" y="469899"/>
                  </a:lnTo>
                  <a:lnTo>
                    <a:pt x="9853447" y="482599"/>
                  </a:lnTo>
                  <a:close/>
                </a:path>
                <a:path w="10337800" h="482600">
                  <a:moveTo>
                    <a:pt x="9878860" y="482599"/>
                  </a:moveTo>
                  <a:lnTo>
                    <a:pt x="9859810" y="482599"/>
                  </a:lnTo>
                  <a:lnTo>
                    <a:pt x="9859810" y="469899"/>
                  </a:lnTo>
                  <a:lnTo>
                    <a:pt x="9878860" y="469899"/>
                  </a:lnTo>
                  <a:lnTo>
                    <a:pt x="9878860" y="482599"/>
                  </a:lnTo>
                  <a:close/>
                </a:path>
                <a:path w="10337800" h="482600">
                  <a:moveTo>
                    <a:pt x="9904272" y="482599"/>
                  </a:moveTo>
                  <a:lnTo>
                    <a:pt x="9885210" y="482599"/>
                  </a:lnTo>
                  <a:lnTo>
                    <a:pt x="9885210" y="469899"/>
                  </a:lnTo>
                  <a:lnTo>
                    <a:pt x="9904272" y="469899"/>
                  </a:lnTo>
                  <a:lnTo>
                    <a:pt x="9904272" y="482599"/>
                  </a:lnTo>
                  <a:close/>
                </a:path>
                <a:path w="10337800" h="482600">
                  <a:moveTo>
                    <a:pt x="9929685" y="482599"/>
                  </a:moveTo>
                  <a:lnTo>
                    <a:pt x="9910622" y="482599"/>
                  </a:lnTo>
                  <a:lnTo>
                    <a:pt x="9910622" y="469899"/>
                  </a:lnTo>
                  <a:lnTo>
                    <a:pt x="9929685" y="469899"/>
                  </a:lnTo>
                  <a:lnTo>
                    <a:pt x="9929685" y="482599"/>
                  </a:lnTo>
                  <a:close/>
                </a:path>
                <a:path w="10337800" h="482600">
                  <a:moveTo>
                    <a:pt x="9955085" y="482599"/>
                  </a:moveTo>
                  <a:lnTo>
                    <a:pt x="9936035" y="482599"/>
                  </a:lnTo>
                  <a:lnTo>
                    <a:pt x="9936035" y="469899"/>
                  </a:lnTo>
                  <a:lnTo>
                    <a:pt x="9955085" y="469899"/>
                  </a:lnTo>
                  <a:lnTo>
                    <a:pt x="9955085" y="482599"/>
                  </a:lnTo>
                  <a:close/>
                </a:path>
                <a:path w="10337800" h="482600">
                  <a:moveTo>
                    <a:pt x="9980498" y="482599"/>
                  </a:moveTo>
                  <a:lnTo>
                    <a:pt x="9961435" y="482599"/>
                  </a:lnTo>
                  <a:lnTo>
                    <a:pt x="9961435" y="469899"/>
                  </a:lnTo>
                  <a:lnTo>
                    <a:pt x="9980498" y="469899"/>
                  </a:lnTo>
                  <a:lnTo>
                    <a:pt x="9980498" y="482599"/>
                  </a:lnTo>
                  <a:close/>
                </a:path>
                <a:path w="10337800" h="482600">
                  <a:moveTo>
                    <a:pt x="10005898" y="482599"/>
                  </a:moveTo>
                  <a:lnTo>
                    <a:pt x="9986848" y="482599"/>
                  </a:lnTo>
                  <a:lnTo>
                    <a:pt x="9986848" y="469899"/>
                  </a:lnTo>
                  <a:lnTo>
                    <a:pt x="10005898" y="469899"/>
                  </a:lnTo>
                  <a:lnTo>
                    <a:pt x="10005898" y="482599"/>
                  </a:lnTo>
                  <a:close/>
                </a:path>
                <a:path w="10337800" h="482600">
                  <a:moveTo>
                    <a:pt x="10031310" y="482599"/>
                  </a:moveTo>
                  <a:lnTo>
                    <a:pt x="10012260" y="482599"/>
                  </a:lnTo>
                  <a:lnTo>
                    <a:pt x="10012260" y="469899"/>
                  </a:lnTo>
                  <a:lnTo>
                    <a:pt x="10031310" y="469899"/>
                  </a:lnTo>
                  <a:lnTo>
                    <a:pt x="10031310" y="482599"/>
                  </a:lnTo>
                  <a:close/>
                </a:path>
                <a:path w="10337800" h="482600">
                  <a:moveTo>
                    <a:pt x="10056723" y="482599"/>
                  </a:moveTo>
                  <a:lnTo>
                    <a:pt x="10037660" y="482599"/>
                  </a:lnTo>
                  <a:lnTo>
                    <a:pt x="10037660" y="469899"/>
                  </a:lnTo>
                  <a:lnTo>
                    <a:pt x="10056723" y="469899"/>
                  </a:lnTo>
                  <a:lnTo>
                    <a:pt x="10056723" y="482599"/>
                  </a:lnTo>
                  <a:close/>
                </a:path>
                <a:path w="10337800" h="482600">
                  <a:moveTo>
                    <a:pt x="10082123" y="482599"/>
                  </a:moveTo>
                  <a:lnTo>
                    <a:pt x="10063073" y="482599"/>
                  </a:lnTo>
                  <a:lnTo>
                    <a:pt x="10063073" y="469899"/>
                  </a:lnTo>
                  <a:lnTo>
                    <a:pt x="10082123" y="469899"/>
                  </a:lnTo>
                  <a:lnTo>
                    <a:pt x="10082123" y="482599"/>
                  </a:lnTo>
                  <a:close/>
                </a:path>
                <a:path w="10337800" h="482600">
                  <a:moveTo>
                    <a:pt x="10107536" y="482599"/>
                  </a:moveTo>
                  <a:lnTo>
                    <a:pt x="10088486" y="482599"/>
                  </a:lnTo>
                  <a:lnTo>
                    <a:pt x="10088486" y="469899"/>
                  </a:lnTo>
                  <a:lnTo>
                    <a:pt x="10107536" y="469899"/>
                  </a:lnTo>
                  <a:lnTo>
                    <a:pt x="10107536" y="482599"/>
                  </a:lnTo>
                  <a:close/>
                </a:path>
                <a:path w="10337800" h="482600">
                  <a:moveTo>
                    <a:pt x="10132949" y="482599"/>
                  </a:moveTo>
                  <a:lnTo>
                    <a:pt x="10113886" y="482599"/>
                  </a:lnTo>
                  <a:lnTo>
                    <a:pt x="10113886" y="469899"/>
                  </a:lnTo>
                  <a:lnTo>
                    <a:pt x="10132949" y="469899"/>
                  </a:lnTo>
                  <a:lnTo>
                    <a:pt x="10132949" y="482599"/>
                  </a:lnTo>
                  <a:close/>
                </a:path>
                <a:path w="10337800" h="482600">
                  <a:moveTo>
                    <a:pt x="10148785" y="482485"/>
                  </a:moveTo>
                  <a:lnTo>
                    <a:pt x="10139299" y="482485"/>
                  </a:lnTo>
                  <a:lnTo>
                    <a:pt x="10139299" y="469785"/>
                  </a:lnTo>
                  <a:lnTo>
                    <a:pt x="10148785" y="469785"/>
                  </a:lnTo>
                  <a:lnTo>
                    <a:pt x="10148785" y="482485"/>
                  </a:lnTo>
                  <a:close/>
                </a:path>
                <a:path w="10337800" h="482600">
                  <a:moveTo>
                    <a:pt x="10158933" y="482485"/>
                  </a:moveTo>
                  <a:lnTo>
                    <a:pt x="10148785" y="482485"/>
                  </a:lnTo>
                  <a:lnTo>
                    <a:pt x="10148785" y="469785"/>
                  </a:lnTo>
                  <a:lnTo>
                    <a:pt x="10158641" y="469785"/>
                  </a:lnTo>
                  <a:lnTo>
                    <a:pt x="10158933" y="482485"/>
                  </a:lnTo>
                  <a:close/>
                </a:path>
                <a:path w="10337800" h="482600">
                  <a:moveTo>
                    <a:pt x="10165702" y="482269"/>
                  </a:moveTo>
                  <a:lnTo>
                    <a:pt x="10165207" y="469582"/>
                  </a:lnTo>
                  <a:lnTo>
                    <a:pt x="10171874" y="469328"/>
                  </a:lnTo>
                  <a:lnTo>
                    <a:pt x="10178427" y="468909"/>
                  </a:lnTo>
                  <a:lnTo>
                    <a:pt x="10184841" y="468350"/>
                  </a:lnTo>
                  <a:lnTo>
                    <a:pt x="10185946" y="480999"/>
                  </a:lnTo>
                  <a:lnTo>
                    <a:pt x="10179316" y="481583"/>
                  </a:lnTo>
                  <a:lnTo>
                    <a:pt x="10172560" y="482015"/>
                  </a:lnTo>
                  <a:lnTo>
                    <a:pt x="10165702" y="482269"/>
                  </a:lnTo>
                  <a:close/>
                </a:path>
                <a:path w="10337800" h="482600">
                  <a:moveTo>
                    <a:pt x="10192702" y="480364"/>
                  </a:moveTo>
                  <a:lnTo>
                    <a:pt x="10191394" y="467728"/>
                  </a:lnTo>
                  <a:lnTo>
                    <a:pt x="10198036" y="467029"/>
                  </a:lnTo>
                  <a:lnTo>
                    <a:pt x="10204538" y="466178"/>
                  </a:lnTo>
                  <a:lnTo>
                    <a:pt x="10210863" y="465188"/>
                  </a:lnTo>
                  <a:lnTo>
                    <a:pt x="10212844" y="477735"/>
                  </a:lnTo>
                  <a:lnTo>
                    <a:pt x="10206291" y="478764"/>
                  </a:lnTo>
                  <a:lnTo>
                    <a:pt x="10199573" y="479640"/>
                  </a:lnTo>
                  <a:lnTo>
                    <a:pt x="10192702" y="480364"/>
                  </a:lnTo>
                  <a:close/>
                </a:path>
                <a:path w="10337800" h="482600">
                  <a:moveTo>
                    <a:pt x="10219550" y="476605"/>
                  </a:moveTo>
                  <a:lnTo>
                    <a:pt x="10217340" y="464108"/>
                  </a:lnTo>
                  <a:lnTo>
                    <a:pt x="10223957" y="462927"/>
                  </a:lnTo>
                  <a:lnTo>
                    <a:pt x="10230358" y="461594"/>
                  </a:lnTo>
                  <a:lnTo>
                    <a:pt x="10236530" y="460108"/>
                  </a:lnTo>
                  <a:lnTo>
                    <a:pt x="10239502" y="472465"/>
                  </a:lnTo>
                  <a:lnTo>
                    <a:pt x="10233075" y="474002"/>
                  </a:lnTo>
                  <a:lnTo>
                    <a:pt x="10226408" y="475399"/>
                  </a:lnTo>
                  <a:lnTo>
                    <a:pt x="10219550" y="476605"/>
                  </a:lnTo>
                  <a:close/>
                </a:path>
                <a:path w="10337800" h="482600">
                  <a:moveTo>
                    <a:pt x="10246093" y="470801"/>
                  </a:moveTo>
                  <a:lnTo>
                    <a:pt x="10242854" y="458520"/>
                  </a:lnTo>
                  <a:lnTo>
                    <a:pt x="10249382" y="456793"/>
                  </a:lnTo>
                  <a:lnTo>
                    <a:pt x="10255618" y="454901"/>
                  </a:lnTo>
                  <a:lnTo>
                    <a:pt x="10261523" y="452843"/>
                  </a:lnTo>
                  <a:lnTo>
                    <a:pt x="10265623" y="464654"/>
                  </a:lnTo>
                  <a:lnTo>
                    <a:pt x="10265689" y="464845"/>
                  </a:lnTo>
                  <a:lnTo>
                    <a:pt x="10259466" y="467004"/>
                  </a:lnTo>
                  <a:lnTo>
                    <a:pt x="10252913" y="468998"/>
                  </a:lnTo>
                  <a:lnTo>
                    <a:pt x="10246093" y="470801"/>
                  </a:lnTo>
                  <a:close/>
                </a:path>
                <a:path w="10337800" h="482600">
                  <a:moveTo>
                    <a:pt x="10320032" y="434428"/>
                  </a:moveTo>
                  <a:lnTo>
                    <a:pt x="10311231" y="425272"/>
                  </a:lnTo>
                  <a:lnTo>
                    <a:pt x="10316057" y="420649"/>
                  </a:lnTo>
                  <a:lnTo>
                    <a:pt x="10319600" y="415924"/>
                  </a:lnTo>
                  <a:lnTo>
                    <a:pt x="10321886" y="411213"/>
                  </a:lnTo>
                  <a:lnTo>
                    <a:pt x="10333316" y="416763"/>
                  </a:lnTo>
                  <a:lnTo>
                    <a:pt x="10330230" y="423087"/>
                  </a:lnTo>
                  <a:lnTo>
                    <a:pt x="10325696" y="428993"/>
                  </a:lnTo>
                  <a:lnTo>
                    <a:pt x="10320032" y="434428"/>
                  </a:lnTo>
                  <a:close/>
                </a:path>
                <a:path w="10337800" h="482600">
                  <a:moveTo>
                    <a:pt x="10297172" y="450951"/>
                  </a:moveTo>
                  <a:lnTo>
                    <a:pt x="10290949" y="439877"/>
                  </a:lnTo>
                  <a:lnTo>
                    <a:pt x="10296906" y="436524"/>
                  </a:lnTo>
                  <a:lnTo>
                    <a:pt x="10302151" y="433006"/>
                  </a:lnTo>
                  <a:lnTo>
                    <a:pt x="10306621" y="429348"/>
                  </a:lnTo>
                  <a:lnTo>
                    <a:pt x="10314660" y="439178"/>
                  </a:lnTo>
                  <a:lnTo>
                    <a:pt x="10309529" y="443369"/>
                  </a:lnTo>
                  <a:lnTo>
                    <a:pt x="10303662" y="447306"/>
                  </a:lnTo>
                  <a:lnTo>
                    <a:pt x="10297172" y="450951"/>
                  </a:lnTo>
                  <a:close/>
                </a:path>
                <a:path w="10337800" h="482600">
                  <a:moveTo>
                    <a:pt x="10272128" y="462508"/>
                  </a:moveTo>
                  <a:lnTo>
                    <a:pt x="10267740" y="450951"/>
                  </a:lnTo>
                  <a:lnTo>
                    <a:pt x="10267619" y="450634"/>
                  </a:lnTo>
                  <a:lnTo>
                    <a:pt x="10273969" y="448221"/>
                  </a:lnTo>
                  <a:lnTo>
                    <a:pt x="10279888" y="445630"/>
                  </a:lnTo>
                  <a:lnTo>
                    <a:pt x="10285310" y="442874"/>
                  </a:lnTo>
                  <a:lnTo>
                    <a:pt x="10291051" y="454215"/>
                  </a:lnTo>
                  <a:lnTo>
                    <a:pt x="10285183" y="457174"/>
                  </a:lnTo>
                  <a:lnTo>
                    <a:pt x="10278859" y="459955"/>
                  </a:lnTo>
                  <a:lnTo>
                    <a:pt x="10272128" y="462508"/>
                  </a:lnTo>
                  <a:close/>
                </a:path>
                <a:path w="10337800" h="482600">
                  <a:moveTo>
                    <a:pt x="10336110" y="409562"/>
                  </a:moveTo>
                  <a:lnTo>
                    <a:pt x="10323918" y="405993"/>
                  </a:lnTo>
                  <a:lnTo>
                    <a:pt x="10324706" y="403313"/>
                  </a:lnTo>
                  <a:lnTo>
                    <a:pt x="10325100" y="400634"/>
                  </a:lnTo>
                  <a:lnTo>
                    <a:pt x="10325100" y="388124"/>
                  </a:lnTo>
                  <a:lnTo>
                    <a:pt x="10337800" y="388124"/>
                  </a:lnTo>
                  <a:lnTo>
                    <a:pt x="10337800" y="401878"/>
                  </a:lnTo>
                  <a:lnTo>
                    <a:pt x="10337215" y="405777"/>
                  </a:lnTo>
                  <a:lnTo>
                    <a:pt x="10336110" y="409562"/>
                  </a:lnTo>
                  <a:close/>
                </a:path>
                <a:path w="10337800" h="482600">
                  <a:moveTo>
                    <a:pt x="10337800" y="381596"/>
                  </a:moveTo>
                  <a:lnTo>
                    <a:pt x="10325100" y="381596"/>
                  </a:lnTo>
                  <a:lnTo>
                    <a:pt x="10325100" y="362013"/>
                  </a:lnTo>
                  <a:lnTo>
                    <a:pt x="10337800" y="362013"/>
                  </a:lnTo>
                  <a:lnTo>
                    <a:pt x="10337800" y="381596"/>
                  </a:lnTo>
                  <a:close/>
                </a:path>
                <a:path w="10337800" h="482600">
                  <a:moveTo>
                    <a:pt x="10337800" y="355485"/>
                  </a:moveTo>
                  <a:lnTo>
                    <a:pt x="10325100" y="355485"/>
                  </a:lnTo>
                  <a:lnTo>
                    <a:pt x="10325100" y="335902"/>
                  </a:lnTo>
                  <a:lnTo>
                    <a:pt x="10337800" y="335902"/>
                  </a:lnTo>
                  <a:lnTo>
                    <a:pt x="10337800" y="355485"/>
                  </a:lnTo>
                  <a:close/>
                </a:path>
                <a:path w="10337800" h="482600">
                  <a:moveTo>
                    <a:pt x="10337800" y="329374"/>
                  </a:moveTo>
                  <a:lnTo>
                    <a:pt x="10325100" y="329374"/>
                  </a:lnTo>
                  <a:lnTo>
                    <a:pt x="10325100" y="309791"/>
                  </a:lnTo>
                  <a:lnTo>
                    <a:pt x="10337800" y="309791"/>
                  </a:lnTo>
                  <a:lnTo>
                    <a:pt x="10337800" y="329374"/>
                  </a:lnTo>
                  <a:close/>
                </a:path>
                <a:path w="10337800" h="482600">
                  <a:moveTo>
                    <a:pt x="10337800" y="303263"/>
                  </a:moveTo>
                  <a:lnTo>
                    <a:pt x="10325100" y="303263"/>
                  </a:lnTo>
                  <a:lnTo>
                    <a:pt x="10325100" y="283679"/>
                  </a:lnTo>
                  <a:lnTo>
                    <a:pt x="10337800" y="283679"/>
                  </a:lnTo>
                  <a:lnTo>
                    <a:pt x="10337800" y="303263"/>
                  </a:lnTo>
                  <a:close/>
                </a:path>
                <a:path w="10337800" h="482600">
                  <a:moveTo>
                    <a:pt x="10337800" y="277152"/>
                  </a:moveTo>
                  <a:lnTo>
                    <a:pt x="10325100" y="277152"/>
                  </a:lnTo>
                  <a:lnTo>
                    <a:pt x="10325100" y="257568"/>
                  </a:lnTo>
                  <a:lnTo>
                    <a:pt x="10337800" y="257568"/>
                  </a:lnTo>
                  <a:lnTo>
                    <a:pt x="10337800" y="277152"/>
                  </a:lnTo>
                  <a:close/>
                </a:path>
                <a:path w="10337800" h="482600">
                  <a:moveTo>
                    <a:pt x="10337800" y="251040"/>
                  </a:moveTo>
                  <a:lnTo>
                    <a:pt x="10325100" y="251040"/>
                  </a:lnTo>
                  <a:lnTo>
                    <a:pt x="10325100" y="231457"/>
                  </a:lnTo>
                  <a:lnTo>
                    <a:pt x="10337800" y="231457"/>
                  </a:lnTo>
                  <a:lnTo>
                    <a:pt x="10337800" y="251040"/>
                  </a:lnTo>
                  <a:close/>
                </a:path>
                <a:path w="10337800" h="482600">
                  <a:moveTo>
                    <a:pt x="10337800" y="224929"/>
                  </a:moveTo>
                  <a:lnTo>
                    <a:pt x="10325100" y="224929"/>
                  </a:lnTo>
                  <a:lnTo>
                    <a:pt x="10325100" y="205346"/>
                  </a:lnTo>
                  <a:lnTo>
                    <a:pt x="10337800" y="205346"/>
                  </a:lnTo>
                  <a:lnTo>
                    <a:pt x="10337800" y="224929"/>
                  </a:lnTo>
                  <a:close/>
                </a:path>
                <a:path w="10337800" h="482600">
                  <a:moveTo>
                    <a:pt x="10337800" y="198818"/>
                  </a:moveTo>
                  <a:lnTo>
                    <a:pt x="10325100" y="198818"/>
                  </a:lnTo>
                  <a:lnTo>
                    <a:pt x="10325100" y="179235"/>
                  </a:lnTo>
                  <a:lnTo>
                    <a:pt x="10337800" y="179235"/>
                  </a:lnTo>
                  <a:lnTo>
                    <a:pt x="10337800" y="198818"/>
                  </a:lnTo>
                  <a:close/>
                </a:path>
                <a:path w="10337800" h="482600">
                  <a:moveTo>
                    <a:pt x="10337800" y="172707"/>
                  </a:moveTo>
                  <a:lnTo>
                    <a:pt x="10325100" y="172707"/>
                  </a:lnTo>
                  <a:lnTo>
                    <a:pt x="10325100" y="153123"/>
                  </a:lnTo>
                  <a:lnTo>
                    <a:pt x="10337800" y="153123"/>
                  </a:lnTo>
                  <a:lnTo>
                    <a:pt x="10337800" y="172707"/>
                  </a:lnTo>
                  <a:close/>
                </a:path>
                <a:path w="10337800" h="482600">
                  <a:moveTo>
                    <a:pt x="10337800" y="146596"/>
                  </a:moveTo>
                  <a:lnTo>
                    <a:pt x="10325100" y="146596"/>
                  </a:lnTo>
                  <a:lnTo>
                    <a:pt x="10325100" y="127012"/>
                  </a:lnTo>
                  <a:lnTo>
                    <a:pt x="10337800" y="127012"/>
                  </a:lnTo>
                  <a:lnTo>
                    <a:pt x="10337800" y="146596"/>
                  </a:lnTo>
                  <a:close/>
                </a:path>
                <a:path w="10337800" h="482600">
                  <a:moveTo>
                    <a:pt x="10337800" y="120484"/>
                  </a:moveTo>
                  <a:lnTo>
                    <a:pt x="10325100" y="120484"/>
                  </a:lnTo>
                  <a:lnTo>
                    <a:pt x="10325100" y="100901"/>
                  </a:lnTo>
                  <a:lnTo>
                    <a:pt x="10337800" y="100901"/>
                  </a:lnTo>
                  <a:lnTo>
                    <a:pt x="10337800" y="120484"/>
                  </a:lnTo>
                  <a:close/>
                </a:path>
                <a:path w="10337800" h="482600">
                  <a:moveTo>
                    <a:pt x="10337800" y="94373"/>
                  </a:moveTo>
                  <a:lnTo>
                    <a:pt x="10325100" y="94373"/>
                  </a:lnTo>
                  <a:lnTo>
                    <a:pt x="10325100" y="81864"/>
                  </a:lnTo>
                  <a:lnTo>
                    <a:pt x="10324706" y="79184"/>
                  </a:lnTo>
                  <a:lnTo>
                    <a:pt x="10323982" y="76733"/>
                  </a:lnTo>
                  <a:lnTo>
                    <a:pt x="10323918" y="76517"/>
                  </a:lnTo>
                  <a:lnTo>
                    <a:pt x="10336110" y="72948"/>
                  </a:lnTo>
                  <a:lnTo>
                    <a:pt x="10337152" y="76517"/>
                  </a:lnTo>
                  <a:lnTo>
                    <a:pt x="10337215" y="76733"/>
                  </a:lnTo>
                  <a:lnTo>
                    <a:pt x="10337800" y="80619"/>
                  </a:lnTo>
                  <a:lnTo>
                    <a:pt x="10337800" y="94373"/>
                  </a:lnTo>
                  <a:close/>
                </a:path>
                <a:path w="10337800" h="482600">
                  <a:moveTo>
                    <a:pt x="10285310" y="39662"/>
                  </a:moveTo>
                  <a:lnTo>
                    <a:pt x="10279875" y="36918"/>
                  </a:lnTo>
                  <a:lnTo>
                    <a:pt x="10273957" y="34328"/>
                  </a:lnTo>
                  <a:lnTo>
                    <a:pt x="10267607" y="31915"/>
                  </a:lnTo>
                  <a:lnTo>
                    <a:pt x="10272115" y="20040"/>
                  </a:lnTo>
                  <a:lnTo>
                    <a:pt x="10278833" y="22593"/>
                  </a:lnTo>
                  <a:lnTo>
                    <a:pt x="10285158" y="25361"/>
                  </a:lnTo>
                  <a:lnTo>
                    <a:pt x="10291025" y="28320"/>
                  </a:lnTo>
                  <a:lnTo>
                    <a:pt x="10285310" y="39662"/>
                  </a:lnTo>
                  <a:close/>
                </a:path>
                <a:path w="10337800" h="482600">
                  <a:moveTo>
                    <a:pt x="10306608" y="53174"/>
                  </a:moveTo>
                  <a:lnTo>
                    <a:pt x="10302138" y="49517"/>
                  </a:lnTo>
                  <a:lnTo>
                    <a:pt x="10296893" y="45999"/>
                  </a:lnTo>
                  <a:lnTo>
                    <a:pt x="10290937" y="42659"/>
                  </a:lnTo>
                  <a:lnTo>
                    <a:pt x="10297160" y="31584"/>
                  </a:lnTo>
                  <a:lnTo>
                    <a:pt x="10303649" y="35217"/>
                  </a:lnTo>
                  <a:lnTo>
                    <a:pt x="10309517" y="39141"/>
                  </a:lnTo>
                  <a:lnTo>
                    <a:pt x="10314647" y="43332"/>
                  </a:lnTo>
                  <a:lnTo>
                    <a:pt x="10306608" y="53174"/>
                  </a:lnTo>
                  <a:close/>
                </a:path>
                <a:path w="10337800" h="482600">
                  <a:moveTo>
                    <a:pt x="10321886" y="71297"/>
                  </a:moveTo>
                  <a:lnTo>
                    <a:pt x="10319600" y="66586"/>
                  </a:lnTo>
                  <a:lnTo>
                    <a:pt x="10316057" y="61861"/>
                  </a:lnTo>
                  <a:lnTo>
                    <a:pt x="10311231" y="57251"/>
                  </a:lnTo>
                  <a:lnTo>
                    <a:pt x="10320020" y="48082"/>
                  </a:lnTo>
                  <a:lnTo>
                    <a:pt x="10325684" y="53505"/>
                  </a:lnTo>
                  <a:lnTo>
                    <a:pt x="10330230" y="59410"/>
                  </a:lnTo>
                  <a:lnTo>
                    <a:pt x="10333316" y="65735"/>
                  </a:lnTo>
                  <a:lnTo>
                    <a:pt x="10321886" y="71297"/>
                  </a:lnTo>
                  <a:close/>
                </a:path>
                <a:path w="10337800" h="482600">
                  <a:moveTo>
                    <a:pt x="10261511" y="29717"/>
                  </a:moveTo>
                  <a:lnTo>
                    <a:pt x="10255605" y="27673"/>
                  </a:lnTo>
                  <a:lnTo>
                    <a:pt x="10249369" y="25780"/>
                  </a:lnTo>
                  <a:lnTo>
                    <a:pt x="10242842" y="24053"/>
                  </a:lnTo>
                  <a:lnTo>
                    <a:pt x="10246080" y="11772"/>
                  </a:lnTo>
                  <a:lnTo>
                    <a:pt x="10252900" y="13576"/>
                  </a:lnTo>
                  <a:lnTo>
                    <a:pt x="10259441" y="15557"/>
                  </a:lnTo>
                  <a:lnTo>
                    <a:pt x="10265664" y="17716"/>
                  </a:lnTo>
                  <a:lnTo>
                    <a:pt x="10261511" y="29717"/>
                  </a:lnTo>
                  <a:close/>
                </a:path>
                <a:path w="10337800" h="482600">
                  <a:moveTo>
                    <a:pt x="10236530" y="22466"/>
                  </a:moveTo>
                  <a:lnTo>
                    <a:pt x="10230345" y="20980"/>
                  </a:lnTo>
                  <a:lnTo>
                    <a:pt x="10223944" y="19646"/>
                  </a:lnTo>
                  <a:lnTo>
                    <a:pt x="10217327" y="18478"/>
                  </a:lnTo>
                  <a:lnTo>
                    <a:pt x="10219537" y="5981"/>
                  </a:lnTo>
                  <a:lnTo>
                    <a:pt x="10226395" y="7188"/>
                  </a:lnTo>
                  <a:lnTo>
                    <a:pt x="10233050" y="8572"/>
                  </a:lnTo>
                  <a:lnTo>
                    <a:pt x="10239489" y="10109"/>
                  </a:lnTo>
                  <a:lnTo>
                    <a:pt x="10236530" y="22466"/>
                  </a:lnTo>
                  <a:close/>
                </a:path>
                <a:path w="10337800" h="482600">
                  <a:moveTo>
                    <a:pt x="10210863" y="17398"/>
                  </a:moveTo>
                  <a:lnTo>
                    <a:pt x="10204526" y="16408"/>
                  </a:lnTo>
                  <a:lnTo>
                    <a:pt x="10198036" y="15557"/>
                  </a:lnTo>
                  <a:lnTo>
                    <a:pt x="10191381" y="14871"/>
                  </a:lnTo>
                  <a:lnTo>
                    <a:pt x="10192417" y="4864"/>
                  </a:lnTo>
                  <a:lnTo>
                    <a:pt x="10192525" y="3822"/>
                  </a:lnTo>
                  <a:lnTo>
                    <a:pt x="10192616" y="2946"/>
                  </a:lnTo>
                  <a:lnTo>
                    <a:pt x="10192689" y="2235"/>
                  </a:lnTo>
                  <a:lnTo>
                    <a:pt x="10199560" y="2946"/>
                  </a:lnTo>
                  <a:lnTo>
                    <a:pt x="10206278" y="3822"/>
                  </a:lnTo>
                  <a:lnTo>
                    <a:pt x="10212832" y="4864"/>
                  </a:lnTo>
                  <a:lnTo>
                    <a:pt x="10210863" y="17398"/>
                  </a:lnTo>
                  <a:close/>
                </a:path>
                <a:path w="10337800" h="482600">
                  <a:moveTo>
                    <a:pt x="10184841" y="14249"/>
                  </a:moveTo>
                  <a:lnTo>
                    <a:pt x="10178415" y="13690"/>
                  </a:lnTo>
                  <a:lnTo>
                    <a:pt x="10171861" y="13271"/>
                  </a:lnTo>
                  <a:lnTo>
                    <a:pt x="10165207" y="13017"/>
                  </a:lnTo>
                  <a:lnTo>
                    <a:pt x="10165652" y="1600"/>
                  </a:lnTo>
                  <a:lnTo>
                    <a:pt x="10165702" y="330"/>
                  </a:lnTo>
                  <a:lnTo>
                    <a:pt x="10172560" y="596"/>
                  </a:lnTo>
                  <a:lnTo>
                    <a:pt x="10179316" y="1015"/>
                  </a:lnTo>
                  <a:lnTo>
                    <a:pt x="10185946" y="1600"/>
                  </a:lnTo>
                  <a:lnTo>
                    <a:pt x="10184947" y="13017"/>
                  </a:lnTo>
                  <a:lnTo>
                    <a:pt x="10184841" y="14249"/>
                  </a:lnTo>
                  <a:close/>
                </a:path>
                <a:path w="10337800" h="482600">
                  <a:moveTo>
                    <a:pt x="10148785" y="12699"/>
                  </a:moveTo>
                  <a:lnTo>
                    <a:pt x="10139260" y="12699"/>
                  </a:lnTo>
                  <a:lnTo>
                    <a:pt x="10139260" y="0"/>
                  </a:lnTo>
                  <a:lnTo>
                    <a:pt x="10148785" y="0"/>
                  </a:lnTo>
                  <a:lnTo>
                    <a:pt x="10148785" y="12699"/>
                  </a:lnTo>
                  <a:close/>
                </a:path>
                <a:path w="10337800" h="482600">
                  <a:moveTo>
                    <a:pt x="10158643" y="12699"/>
                  </a:moveTo>
                  <a:lnTo>
                    <a:pt x="10148785" y="12699"/>
                  </a:lnTo>
                  <a:lnTo>
                    <a:pt x="10148785" y="0"/>
                  </a:lnTo>
                  <a:lnTo>
                    <a:pt x="10158935" y="0"/>
                  </a:lnTo>
                  <a:lnTo>
                    <a:pt x="10158643" y="12699"/>
                  </a:lnTo>
                  <a:close/>
                </a:path>
                <a:path w="10337800" h="482600">
                  <a:moveTo>
                    <a:pt x="10132910" y="12699"/>
                  </a:moveTo>
                  <a:lnTo>
                    <a:pt x="10113848" y="12699"/>
                  </a:lnTo>
                  <a:lnTo>
                    <a:pt x="10113848" y="0"/>
                  </a:lnTo>
                  <a:lnTo>
                    <a:pt x="10132910" y="0"/>
                  </a:lnTo>
                  <a:lnTo>
                    <a:pt x="10132910" y="12699"/>
                  </a:lnTo>
                  <a:close/>
                </a:path>
                <a:path w="10337800" h="482600">
                  <a:moveTo>
                    <a:pt x="10107498" y="12699"/>
                  </a:moveTo>
                  <a:lnTo>
                    <a:pt x="10088435" y="12699"/>
                  </a:lnTo>
                  <a:lnTo>
                    <a:pt x="10088435" y="0"/>
                  </a:lnTo>
                  <a:lnTo>
                    <a:pt x="10107498" y="0"/>
                  </a:lnTo>
                  <a:lnTo>
                    <a:pt x="10107498" y="12699"/>
                  </a:lnTo>
                  <a:close/>
                </a:path>
                <a:path w="10337800" h="482600">
                  <a:moveTo>
                    <a:pt x="10082085" y="12699"/>
                  </a:moveTo>
                  <a:lnTo>
                    <a:pt x="10063035" y="12699"/>
                  </a:lnTo>
                  <a:lnTo>
                    <a:pt x="10063035" y="0"/>
                  </a:lnTo>
                  <a:lnTo>
                    <a:pt x="10082085" y="0"/>
                  </a:lnTo>
                  <a:lnTo>
                    <a:pt x="10082085" y="12699"/>
                  </a:lnTo>
                  <a:close/>
                </a:path>
                <a:path w="10337800" h="482600">
                  <a:moveTo>
                    <a:pt x="10056685" y="12699"/>
                  </a:moveTo>
                  <a:lnTo>
                    <a:pt x="10037622" y="12699"/>
                  </a:lnTo>
                  <a:lnTo>
                    <a:pt x="10037622" y="0"/>
                  </a:lnTo>
                  <a:lnTo>
                    <a:pt x="10056685" y="0"/>
                  </a:lnTo>
                  <a:lnTo>
                    <a:pt x="10056685" y="12699"/>
                  </a:lnTo>
                  <a:close/>
                </a:path>
                <a:path w="10337800" h="482600">
                  <a:moveTo>
                    <a:pt x="10031272" y="12699"/>
                  </a:moveTo>
                  <a:lnTo>
                    <a:pt x="10012222" y="12699"/>
                  </a:lnTo>
                  <a:lnTo>
                    <a:pt x="10012222" y="0"/>
                  </a:lnTo>
                  <a:lnTo>
                    <a:pt x="10031272" y="0"/>
                  </a:lnTo>
                  <a:lnTo>
                    <a:pt x="10031272" y="12699"/>
                  </a:lnTo>
                  <a:close/>
                </a:path>
                <a:path w="10337800" h="482600">
                  <a:moveTo>
                    <a:pt x="10005860" y="12699"/>
                  </a:moveTo>
                  <a:lnTo>
                    <a:pt x="9986810" y="12699"/>
                  </a:lnTo>
                  <a:lnTo>
                    <a:pt x="9986810" y="0"/>
                  </a:lnTo>
                  <a:lnTo>
                    <a:pt x="10005860" y="0"/>
                  </a:lnTo>
                  <a:lnTo>
                    <a:pt x="10005860" y="12699"/>
                  </a:lnTo>
                  <a:close/>
                </a:path>
                <a:path w="10337800" h="482600">
                  <a:moveTo>
                    <a:pt x="9980460" y="12699"/>
                  </a:moveTo>
                  <a:lnTo>
                    <a:pt x="9961397" y="12699"/>
                  </a:lnTo>
                  <a:lnTo>
                    <a:pt x="9961397" y="0"/>
                  </a:lnTo>
                  <a:lnTo>
                    <a:pt x="9980460" y="0"/>
                  </a:lnTo>
                  <a:lnTo>
                    <a:pt x="9980460" y="12699"/>
                  </a:lnTo>
                  <a:close/>
                </a:path>
                <a:path w="10337800" h="482600">
                  <a:moveTo>
                    <a:pt x="9955047" y="12699"/>
                  </a:moveTo>
                  <a:lnTo>
                    <a:pt x="9935997" y="12699"/>
                  </a:lnTo>
                  <a:lnTo>
                    <a:pt x="9935997" y="0"/>
                  </a:lnTo>
                  <a:lnTo>
                    <a:pt x="9955047" y="0"/>
                  </a:lnTo>
                  <a:lnTo>
                    <a:pt x="9955047" y="12699"/>
                  </a:lnTo>
                  <a:close/>
                </a:path>
                <a:path w="10337800" h="482600">
                  <a:moveTo>
                    <a:pt x="9929634" y="12699"/>
                  </a:moveTo>
                  <a:lnTo>
                    <a:pt x="9910584" y="12699"/>
                  </a:lnTo>
                  <a:lnTo>
                    <a:pt x="9910584" y="0"/>
                  </a:lnTo>
                  <a:lnTo>
                    <a:pt x="9929634" y="0"/>
                  </a:lnTo>
                  <a:lnTo>
                    <a:pt x="9929634" y="12699"/>
                  </a:lnTo>
                  <a:close/>
                </a:path>
                <a:path w="10337800" h="482600">
                  <a:moveTo>
                    <a:pt x="9904234" y="12699"/>
                  </a:moveTo>
                  <a:lnTo>
                    <a:pt x="9885172" y="12699"/>
                  </a:lnTo>
                  <a:lnTo>
                    <a:pt x="9885172" y="0"/>
                  </a:lnTo>
                  <a:lnTo>
                    <a:pt x="9904234" y="0"/>
                  </a:lnTo>
                  <a:lnTo>
                    <a:pt x="9904234" y="12699"/>
                  </a:lnTo>
                  <a:close/>
                </a:path>
                <a:path w="10337800" h="482600">
                  <a:moveTo>
                    <a:pt x="9878822" y="12699"/>
                  </a:moveTo>
                  <a:lnTo>
                    <a:pt x="9859772" y="12699"/>
                  </a:lnTo>
                  <a:lnTo>
                    <a:pt x="9859772" y="0"/>
                  </a:lnTo>
                  <a:lnTo>
                    <a:pt x="9878822" y="0"/>
                  </a:lnTo>
                  <a:lnTo>
                    <a:pt x="9878822" y="12699"/>
                  </a:lnTo>
                  <a:close/>
                </a:path>
                <a:path w="10337800" h="482600">
                  <a:moveTo>
                    <a:pt x="9853409" y="12699"/>
                  </a:moveTo>
                  <a:lnTo>
                    <a:pt x="9834359" y="12699"/>
                  </a:lnTo>
                  <a:lnTo>
                    <a:pt x="9834359" y="0"/>
                  </a:lnTo>
                  <a:lnTo>
                    <a:pt x="9853409" y="0"/>
                  </a:lnTo>
                  <a:lnTo>
                    <a:pt x="9853409" y="12699"/>
                  </a:lnTo>
                  <a:close/>
                </a:path>
                <a:path w="10337800" h="482600">
                  <a:moveTo>
                    <a:pt x="9828009" y="12699"/>
                  </a:moveTo>
                  <a:lnTo>
                    <a:pt x="9808946" y="12699"/>
                  </a:lnTo>
                  <a:lnTo>
                    <a:pt x="9808946" y="0"/>
                  </a:lnTo>
                  <a:lnTo>
                    <a:pt x="9828009" y="0"/>
                  </a:lnTo>
                  <a:lnTo>
                    <a:pt x="9828009" y="12699"/>
                  </a:lnTo>
                  <a:close/>
                </a:path>
                <a:path w="10337800" h="482600">
                  <a:moveTo>
                    <a:pt x="9802596" y="12699"/>
                  </a:moveTo>
                  <a:lnTo>
                    <a:pt x="9783546" y="12699"/>
                  </a:lnTo>
                  <a:lnTo>
                    <a:pt x="9783546" y="0"/>
                  </a:lnTo>
                  <a:lnTo>
                    <a:pt x="9802596" y="0"/>
                  </a:lnTo>
                  <a:lnTo>
                    <a:pt x="9802596" y="12699"/>
                  </a:lnTo>
                  <a:close/>
                </a:path>
                <a:path w="10337800" h="482600">
                  <a:moveTo>
                    <a:pt x="9777196" y="12699"/>
                  </a:moveTo>
                  <a:lnTo>
                    <a:pt x="9758133" y="12699"/>
                  </a:lnTo>
                  <a:lnTo>
                    <a:pt x="9758133" y="0"/>
                  </a:lnTo>
                  <a:lnTo>
                    <a:pt x="9777196" y="0"/>
                  </a:lnTo>
                  <a:lnTo>
                    <a:pt x="9777196" y="12699"/>
                  </a:lnTo>
                  <a:close/>
                </a:path>
                <a:path w="10337800" h="482600">
                  <a:moveTo>
                    <a:pt x="9751783" y="12699"/>
                  </a:moveTo>
                  <a:lnTo>
                    <a:pt x="9732721" y="12699"/>
                  </a:lnTo>
                  <a:lnTo>
                    <a:pt x="9732721" y="0"/>
                  </a:lnTo>
                  <a:lnTo>
                    <a:pt x="9751783" y="0"/>
                  </a:lnTo>
                  <a:lnTo>
                    <a:pt x="9751783" y="12699"/>
                  </a:lnTo>
                  <a:close/>
                </a:path>
                <a:path w="10337800" h="482600">
                  <a:moveTo>
                    <a:pt x="9726371" y="12699"/>
                  </a:moveTo>
                  <a:lnTo>
                    <a:pt x="9707321" y="12699"/>
                  </a:lnTo>
                  <a:lnTo>
                    <a:pt x="9707321" y="0"/>
                  </a:lnTo>
                  <a:lnTo>
                    <a:pt x="9726371" y="0"/>
                  </a:lnTo>
                  <a:lnTo>
                    <a:pt x="9726371" y="12699"/>
                  </a:lnTo>
                  <a:close/>
                </a:path>
                <a:path w="10337800" h="482600">
                  <a:moveTo>
                    <a:pt x="9700971" y="12699"/>
                  </a:moveTo>
                  <a:lnTo>
                    <a:pt x="9681908" y="12699"/>
                  </a:lnTo>
                  <a:lnTo>
                    <a:pt x="9681908" y="0"/>
                  </a:lnTo>
                  <a:lnTo>
                    <a:pt x="9700971" y="0"/>
                  </a:lnTo>
                  <a:lnTo>
                    <a:pt x="9700971" y="12699"/>
                  </a:lnTo>
                  <a:close/>
                </a:path>
                <a:path w="10337800" h="482600">
                  <a:moveTo>
                    <a:pt x="9675558" y="12699"/>
                  </a:moveTo>
                  <a:lnTo>
                    <a:pt x="9656495" y="12699"/>
                  </a:lnTo>
                  <a:lnTo>
                    <a:pt x="9656495" y="0"/>
                  </a:lnTo>
                  <a:lnTo>
                    <a:pt x="9675558" y="0"/>
                  </a:lnTo>
                  <a:lnTo>
                    <a:pt x="9675558" y="12699"/>
                  </a:lnTo>
                  <a:close/>
                </a:path>
                <a:path w="10337800" h="482600">
                  <a:moveTo>
                    <a:pt x="9650145" y="12699"/>
                  </a:moveTo>
                  <a:lnTo>
                    <a:pt x="9631095" y="12699"/>
                  </a:lnTo>
                  <a:lnTo>
                    <a:pt x="9631095" y="0"/>
                  </a:lnTo>
                  <a:lnTo>
                    <a:pt x="9650145" y="0"/>
                  </a:lnTo>
                  <a:lnTo>
                    <a:pt x="9650145" y="12699"/>
                  </a:lnTo>
                  <a:close/>
                </a:path>
                <a:path w="10337800" h="482600">
                  <a:moveTo>
                    <a:pt x="9624745" y="12699"/>
                  </a:moveTo>
                  <a:lnTo>
                    <a:pt x="9605683" y="12699"/>
                  </a:lnTo>
                  <a:lnTo>
                    <a:pt x="9605683" y="0"/>
                  </a:lnTo>
                  <a:lnTo>
                    <a:pt x="9624745" y="0"/>
                  </a:lnTo>
                  <a:lnTo>
                    <a:pt x="9624745" y="12699"/>
                  </a:lnTo>
                  <a:close/>
                </a:path>
                <a:path w="10337800" h="482600">
                  <a:moveTo>
                    <a:pt x="9599333" y="12699"/>
                  </a:moveTo>
                  <a:lnTo>
                    <a:pt x="9580283" y="12699"/>
                  </a:lnTo>
                  <a:lnTo>
                    <a:pt x="9580283" y="0"/>
                  </a:lnTo>
                  <a:lnTo>
                    <a:pt x="9599333" y="0"/>
                  </a:lnTo>
                  <a:lnTo>
                    <a:pt x="9599333" y="12699"/>
                  </a:lnTo>
                  <a:close/>
                </a:path>
                <a:path w="10337800" h="482600">
                  <a:moveTo>
                    <a:pt x="9573920" y="12699"/>
                  </a:moveTo>
                  <a:lnTo>
                    <a:pt x="9554870" y="12699"/>
                  </a:lnTo>
                  <a:lnTo>
                    <a:pt x="9554870" y="0"/>
                  </a:lnTo>
                  <a:lnTo>
                    <a:pt x="9573920" y="0"/>
                  </a:lnTo>
                  <a:lnTo>
                    <a:pt x="9573920" y="12699"/>
                  </a:lnTo>
                  <a:close/>
                </a:path>
                <a:path w="10337800" h="482600">
                  <a:moveTo>
                    <a:pt x="9548520" y="12699"/>
                  </a:moveTo>
                  <a:lnTo>
                    <a:pt x="9529457" y="12699"/>
                  </a:lnTo>
                  <a:lnTo>
                    <a:pt x="9529457" y="0"/>
                  </a:lnTo>
                  <a:lnTo>
                    <a:pt x="9548520" y="0"/>
                  </a:lnTo>
                  <a:lnTo>
                    <a:pt x="9548520" y="12699"/>
                  </a:lnTo>
                  <a:close/>
                </a:path>
                <a:path w="10337800" h="482600">
                  <a:moveTo>
                    <a:pt x="9523107" y="12699"/>
                  </a:moveTo>
                  <a:lnTo>
                    <a:pt x="9504057" y="12699"/>
                  </a:lnTo>
                  <a:lnTo>
                    <a:pt x="9504057" y="0"/>
                  </a:lnTo>
                  <a:lnTo>
                    <a:pt x="9523107" y="0"/>
                  </a:lnTo>
                  <a:lnTo>
                    <a:pt x="9523107" y="12699"/>
                  </a:lnTo>
                  <a:close/>
                </a:path>
                <a:path w="10337800" h="482600">
                  <a:moveTo>
                    <a:pt x="9497695" y="12699"/>
                  </a:moveTo>
                  <a:lnTo>
                    <a:pt x="9478645" y="12699"/>
                  </a:lnTo>
                  <a:lnTo>
                    <a:pt x="9478645" y="0"/>
                  </a:lnTo>
                  <a:lnTo>
                    <a:pt x="9497695" y="0"/>
                  </a:lnTo>
                  <a:lnTo>
                    <a:pt x="9497695" y="12699"/>
                  </a:lnTo>
                  <a:close/>
                </a:path>
                <a:path w="10337800" h="482600">
                  <a:moveTo>
                    <a:pt x="9472295" y="12699"/>
                  </a:moveTo>
                  <a:lnTo>
                    <a:pt x="9453232" y="12699"/>
                  </a:lnTo>
                  <a:lnTo>
                    <a:pt x="9453232" y="0"/>
                  </a:lnTo>
                  <a:lnTo>
                    <a:pt x="9472295" y="0"/>
                  </a:lnTo>
                  <a:lnTo>
                    <a:pt x="9472295" y="12699"/>
                  </a:lnTo>
                  <a:close/>
                </a:path>
                <a:path w="10337800" h="482600">
                  <a:moveTo>
                    <a:pt x="9446882" y="12699"/>
                  </a:moveTo>
                  <a:lnTo>
                    <a:pt x="9427832" y="12699"/>
                  </a:lnTo>
                  <a:lnTo>
                    <a:pt x="9427832" y="0"/>
                  </a:lnTo>
                  <a:lnTo>
                    <a:pt x="9446882" y="0"/>
                  </a:lnTo>
                  <a:lnTo>
                    <a:pt x="9446882" y="12699"/>
                  </a:lnTo>
                  <a:close/>
                </a:path>
                <a:path w="10337800" h="482600">
                  <a:moveTo>
                    <a:pt x="9421482" y="12699"/>
                  </a:moveTo>
                  <a:lnTo>
                    <a:pt x="9402419" y="12699"/>
                  </a:lnTo>
                  <a:lnTo>
                    <a:pt x="9402419" y="0"/>
                  </a:lnTo>
                  <a:lnTo>
                    <a:pt x="9421482" y="0"/>
                  </a:lnTo>
                  <a:lnTo>
                    <a:pt x="9421482" y="12699"/>
                  </a:lnTo>
                  <a:close/>
                </a:path>
                <a:path w="10337800" h="482600">
                  <a:moveTo>
                    <a:pt x="9396069" y="12699"/>
                  </a:moveTo>
                  <a:lnTo>
                    <a:pt x="9377006" y="12699"/>
                  </a:lnTo>
                  <a:lnTo>
                    <a:pt x="9377006" y="0"/>
                  </a:lnTo>
                  <a:lnTo>
                    <a:pt x="9396069" y="0"/>
                  </a:lnTo>
                  <a:lnTo>
                    <a:pt x="9396069" y="12699"/>
                  </a:lnTo>
                  <a:close/>
                </a:path>
                <a:path w="10337800" h="482600">
                  <a:moveTo>
                    <a:pt x="9370656" y="12699"/>
                  </a:moveTo>
                  <a:lnTo>
                    <a:pt x="9351606" y="12699"/>
                  </a:lnTo>
                  <a:lnTo>
                    <a:pt x="9351606" y="0"/>
                  </a:lnTo>
                  <a:lnTo>
                    <a:pt x="9370656" y="0"/>
                  </a:lnTo>
                  <a:lnTo>
                    <a:pt x="9370656" y="12699"/>
                  </a:lnTo>
                  <a:close/>
                </a:path>
                <a:path w="10337800" h="482600">
                  <a:moveTo>
                    <a:pt x="9345256" y="12699"/>
                  </a:moveTo>
                  <a:lnTo>
                    <a:pt x="9326194" y="12699"/>
                  </a:lnTo>
                  <a:lnTo>
                    <a:pt x="9326194" y="0"/>
                  </a:lnTo>
                  <a:lnTo>
                    <a:pt x="9345256" y="0"/>
                  </a:lnTo>
                  <a:lnTo>
                    <a:pt x="9345256" y="12699"/>
                  </a:lnTo>
                  <a:close/>
                </a:path>
                <a:path w="10337800" h="482600">
                  <a:moveTo>
                    <a:pt x="9319844" y="12699"/>
                  </a:moveTo>
                  <a:lnTo>
                    <a:pt x="9300781" y="12699"/>
                  </a:lnTo>
                  <a:lnTo>
                    <a:pt x="9300781" y="0"/>
                  </a:lnTo>
                  <a:lnTo>
                    <a:pt x="9319844" y="0"/>
                  </a:lnTo>
                  <a:lnTo>
                    <a:pt x="9319844" y="12699"/>
                  </a:lnTo>
                  <a:close/>
                </a:path>
                <a:path w="10337800" h="482600">
                  <a:moveTo>
                    <a:pt x="9294431" y="12699"/>
                  </a:moveTo>
                  <a:lnTo>
                    <a:pt x="9275381" y="12699"/>
                  </a:lnTo>
                  <a:lnTo>
                    <a:pt x="9275381" y="0"/>
                  </a:lnTo>
                  <a:lnTo>
                    <a:pt x="9294431" y="0"/>
                  </a:lnTo>
                  <a:lnTo>
                    <a:pt x="9294431" y="12699"/>
                  </a:lnTo>
                  <a:close/>
                </a:path>
                <a:path w="10337800" h="482600">
                  <a:moveTo>
                    <a:pt x="9269031" y="12699"/>
                  </a:moveTo>
                  <a:lnTo>
                    <a:pt x="9249968" y="12699"/>
                  </a:lnTo>
                  <a:lnTo>
                    <a:pt x="9249968" y="0"/>
                  </a:lnTo>
                  <a:lnTo>
                    <a:pt x="9269031" y="0"/>
                  </a:lnTo>
                  <a:lnTo>
                    <a:pt x="9269031" y="12699"/>
                  </a:lnTo>
                  <a:close/>
                </a:path>
                <a:path w="10337800" h="482600">
                  <a:moveTo>
                    <a:pt x="9243618" y="12699"/>
                  </a:moveTo>
                  <a:lnTo>
                    <a:pt x="9224568" y="12699"/>
                  </a:lnTo>
                  <a:lnTo>
                    <a:pt x="9224568" y="0"/>
                  </a:lnTo>
                  <a:lnTo>
                    <a:pt x="9243618" y="0"/>
                  </a:lnTo>
                  <a:lnTo>
                    <a:pt x="9243618" y="12699"/>
                  </a:lnTo>
                  <a:close/>
                </a:path>
                <a:path w="10337800" h="482600">
                  <a:moveTo>
                    <a:pt x="9218206" y="12699"/>
                  </a:moveTo>
                  <a:lnTo>
                    <a:pt x="9199156" y="12699"/>
                  </a:lnTo>
                  <a:lnTo>
                    <a:pt x="9199156" y="0"/>
                  </a:lnTo>
                  <a:lnTo>
                    <a:pt x="9218206" y="0"/>
                  </a:lnTo>
                  <a:lnTo>
                    <a:pt x="9218206" y="12699"/>
                  </a:lnTo>
                  <a:close/>
                </a:path>
                <a:path w="10337800" h="482600">
                  <a:moveTo>
                    <a:pt x="9192806" y="12699"/>
                  </a:moveTo>
                  <a:lnTo>
                    <a:pt x="9173743" y="12699"/>
                  </a:lnTo>
                  <a:lnTo>
                    <a:pt x="9173743" y="0"/>
                  </a:lnTo>
                  <a:lnTo>
                    <a:pt x="9192806" y="0"/>
                  </a:lnTo>
                  <a:lnTo>
                    <a:pt x="9192806" y="12699"/>
                  </a:lnTo>
                  <a:close/>
                </a:path>
                <a:path w="10337800" h="482600">
                  <a:moveTo>
                    <a:pt x="9167393" y="12699"/>
                  </a:moveTo>
                  <a:lnTo>
                    <a:pt x="9148343" y="12699"/>
                  </a:lnTo>
                  <a:lnTo>
                    <a:pt x="9148343" y="0"/>
                  </a:lnTo>
                  <a:lnTo>
                    <a:pt x="9167393" y="0"/>
                  </a:lnTo>
                  <a:lnTo>
                    <a:pt x="9167393" y="12699"/>
                  </a:lnTo>
                  <a:close/>
                </a:path>
                <a:path w="10337800" h="482600">
                  <a:moveTo>
                    <a:pt x="9141980" y="12699"/>
                  </a:moveTo>
                  <a:lnTo>
                    <a:pt x="9122930" y="12699"/>
                  </a:lnTo>
                  <a:lnTo>
                    <a:pt x="9122930" y="0"/>
                  </a:lnTo>
                  <a:lnTo>
                    <a:pt x="9141980" y="0"/>
                  </a:lnTo>
                  <a:lnTo>
                    <a:pt x="9141980" y="12699"/>
                  </a:lnTo>
                  <a:close/>
                </a:path>
                <a:path w="10337800" h="482600">
                  <a:moveTo>
                    <a:pt x="9116580" y="12699"/>
                  </a:moveTo>
                  <a:lnTo>
                    <a:pt x="9097518" y="12699"/>
                  </a:lnTo>
                  <a:lnTo>
                    <a:pt x="9097518" y="0"/>
                  </a:lnTo>
                  <a:lnTo>
                    <a:pt x="9116580" y="0"/>
                  </a:lnTo>
                  <a:lnTo>
                    <a:pt x="9116580" y="12699"/>
                  </a:lnTo>
                  <a:close/>
                </a:path>
                <a:path w="10337800" h="482600">
                  <a:moveTo>
                    <a:pt x="9091168" y="12699"/>
                  </a:moveTo>
                  <a:lnTo>
                    <a:pt x="9072118" y="12699"/>
                  </a:lnTo>
                  <a:lnTo>
                    <a:pt x="9072118" y="0"/>
                  </a:lnTo>
                  <a:lnTo>
                    <a:pt x="9091168" y="0"/>
                  </a:lnTo>
                  <a:lnTo>
                    <a:pt x="9091168" y="12699"/>
                  </a:lnTo>
                  <a:close/>
                </a:path>
                <a:path w="10337800" h="482600">
                  <a:moveTo>
                    <a:pt x="9065768" y="12699"/>
                  </a:moveTo>
                  <a:lnTo>
                    <a:pt x="9046705" y="12699"/>
                  </a:lnTo>
                  <a:lnTo>
                    <a:pt x="9046705" y="0"/>
                  </a:lnTo>
                  <a:lnTo>
                    <a:pt x="9065768" y="0"/>
                  </a:lnTo>
                  <a:lnTo>
                    <a:pt x="9065768" y="12699"/>
                  </a:lnTo>
                  <a:close/>
                </a:path>
                <a:path w="10337800" h="482600">
                  <a:moveTo>
                    <a:pt x="9040355" y="12699"/>
                  </a:moveTo>
                  <a:lnTo>
                    <a:pt x="9021292" y="12699"/>
                  </a:lnTo>
                  <a:lnTo>
                    <a:pt x="9021292" y="0"/>
                  </a:lnTo>
                  <a:lnTo>
                    <a:pt x="9040355" y="0"/>
                  </a:lnTo>
                  <a:lnTo>
                    <a:pt x="9040355" y="12699"/>
                  </a:lnTo>
                  <a:close/>
                </a:path>
                <a:path w="10337800" h="482600">
                  <a:moveTo>
                    <a:pt x="9014942" y="12699"/>
                  </a:moveTo>
                  <a:lnTo>
                    <a:pt x="8995892" y="12699"/>
                  </a:lnTo>
                  <a:lnTo>
                    <a:pt x="8995892" y="0"/>
                  </a:lnTo>
                  <a:lnTo>
                    <a:pt x="9014942" y="0"/>
                  </a:lnTo>
                  <a:lnTo>
                    <a:pt x="9014942" y="12699"/>
                  </a:lnTo>
                  <a:close/>
                </a:path>
                <a:path w="10337800" h="482600">
                  <a:moveTo>
                    <a:pt x="8989542" y="12699"/>
                  </a:moveTo>
                  <a:lnTo>
                    <a:pt x="8970479" y="12699"/>
                  </a:lnTo>
                  <a:lnTo>
                    <a:pt x="8970479" y="0"/>
                  </a:lnTo>
                  <a:lnTo>
                    <a:pt x="8989542" y="0"/>
                  </a:lnTo>
                  <a:lnTo>
                    <a:pt x="8989542" y="12699"/>
                  </a:lnTo>
                  <a:close/>
                </a:path>
                <a:path w="10337800" h="482600">
                  <a:moveTo>
                    <a:pt x="8964129" y="12699"/>
                  </a:moveTo>
                  <a:lnTo>
                    <a:pt x="8945067" y="12699"/>
                  </a:lnTo>
                  <a:lnTo>
                    <a:pt x="8945067" y="0"/>
                  </a:lnTo>
                  <a:lnTo>
                    <a:pt x="8964129" y="0"/>
                  </a:lnTo>
                  <a:lnTo>
                    <a:pt x="8964129" y="12699"/>
                  </a:lnTo>
                  <a:close/>
                </a:path>
                <a:path w="10337800" h="482600">
                  <a:moveTo>
                    <a:pt x="8938717" y="12699"/>
                  </a:moveTo>
                  <a:lnTo>
                    <a:pt x="8919667" y="12699"/>
                  </a:lnTo>
                  <a:lnTo>
                    <a:pt x="8919667" y="0"/>
                  </a:lnTo>
                  <a:lnTo>
                    <a:pt x="8938717" y="0"/>
                  </a:lnTo>
                  <a:lnTo>
                    <a:pt x="8938717" y="12699"/>
                  </a:lnTo>
                  <a:close/>
                </a:path>
                <a:path w="10337800" h="482600">
                  <a:moveTo>
                    <a:pt x="8913317" y="12699"/>
                  </a:moveTo>
                  <a:lnTo>
                    <a:pt x="8894254" y="12699"/>
                  </a:lnTo>
                  <a:lnTo>
                    <a:pt x="8894254" y="0"/>
                  </a:lnTo>
                  <a:lnTo>
                    <a:pt x="8913317" y="0"/>
                  </a:lnTo>
                  <a:lnTo>
                    <a:pt x="8913317" y="12699"/>
                  </a:lnTo>
                  <a:close/>
                </a:path>
                <a:path w="10337800" h="482600">
                  <a:moveTo>
                    <a:pt x="8887904" y="12699"/>
                  </a:moveTo>
                  <a:lnTo>
                    <a:pt x="8868854" y="12699"/>
                  </a:lnTo>
                  <a:lnTo>
                    <a:pt x="8868854" y="0"/>
                  </a:lnTo>
                  <a:lnTo>
                    <a:pt x="8887904" y="0"/>
                  </a:lnTo>
                  <a:lnTo>
                    <a:pt x="8887904" y="12699"/>
                  </a:lnTo>
                  <a:close/>
                </a:path>
                <a:path w="10337800" h="482600">
                  <a:moveTo>
                    <a:pt x="8862491" y="12699"/>
                  </a:moveTo>
                  <a:lnTo>
                    <a:pt x="8843441" y="12699"/>
                  </a:lnTo>
                  <a:lnTo>
                    <a:pt x="8843441" y="0"/>
                  </a:lnTo>
                  <a:lnTo>
                    <a:pt x="8862491" y="0"/>
                  </a:lnTo>
                  <a:lnTo>
                    <a:pt x="8862491" y="12699"/>
                  </a:lnTo>
                  <a:close/>
                </a:path>
                <a:path w="10337800" h="482600">
                  <a:moveTo>
                    <a:pt x="8837091" y="12699"/>
                  </a:moveTo>
                  <a:lnTo>
                    <a:pt x="8818029" y="12699"/>
                  </a:lnTo>
                  <a:lnTo>
                    <a:pt x="8818029" y="0"/>
                  </a:lnTo>
                  <a:lnTo>
                    <a:pt x="8837091" y="0"/>
                  </a:lnTo>
                  <a:lnTo>
                    <a:pt x="8837091" y="12699"/>
                  </a:lnTo>
                  <a:close/>
                </a:path>
                <a:path w="10337800" h="482600">
                  <a:moveTo>
                    <a:pt x="8811679" y="12699"/>
                  </a:moveTo>
                  <a:lnTo>
                    <a:pt x="8792629" y="12699"/>
                  </a:lnTo>
                  <a:lnTo>
                    <a:pt x="8792629" y="0"/>
                  </a:lnTo>
                  <a:lnTo>
                    <a:pt x="8811679" y="0"/>
                  </a:lnTo>
                  <a:lnTo>
                    <a:pt x="8811679" y="12699"/>
                  </a:lnTo>
                  <a:close/>
                </a:path>
                <a:path w="10337800" h="482600">
                  <a:moveTo>
                    <a:pt x="8786279" y="12699"/>
                  </a:moveTo>
                  <a:lnTo>
                    <a:pt x="8767216" y="12699"/>
                  </a:lnTo>
                  <a:lnTo>
                    <a:pt x="8767216" y="0"/>
                  </a:lnTo>
                  <a:lnTo>
                    <a:pt x="8786279" y="0"/>
                  </a:lnTo>
                  <a:lnTo>
                    <a:pt x="8786279" y="12699"/>
                  </a:lnTo>
                  <a:close/>
                </a:path>
                <a:path w="10337800" h="482600">
                  <a:moveTo>
                    <a:pt x="8760866" y="12699"/>
                  </a:moveTo>
                  <a:lnTo>
                    <a:pt x="8741803" y="12699"/>
                  </a:lnTo>
                  <a:lnTo>
                    <a:pt x="8741803" y="0"/>
                  </a:lnTo>
                  <a:lnTo>
                    <a:pt x="8760866" y="0"/>
                  </a:lnTo>
                  <a:lnTo>
                    <a:pt x="8760866" y="12699"/>
                  </a:lnTo>
                  <a:close/>
                </a:path>
                <a:path w="10337800" h="482600">
                  <a:moveTo>
                    <a:pt x="8735453" y="12699"/>
                  </a:moveTo>
                  <a:lnTo>
                    <a:pt x="8716403" y="12699"/>
                  </a:lnTo>
                  <a:lnTo>
                    <a:pt x="8716403" y="0"/>
                  </a:lnTo>
                  <a:lnTo>
                    <a:pt x="8735453" y="0"/>
                  </a:lnTo>
                  <a:lnTo>
                    <a:pt x="8735453" y="12699"/>
                  </a:lnTo>
                  <a:close/>
                </a:path>
                <a:path w="10337800" h="482600">
                  <a:moveTo>
                    <a:pt x="8710053" y="12699"/>
                  </a:moveTo>
                  <a:lnTo>
                    <a:pt x="8690991" y="12699"/>
                  </a:lnTo>
                  <a:lnTo>
                    <a:pt x="8690991" y="0"/>
                  </a:lnTo>
                  <a:lnTo>
                    <a:pt x="8710053" y="0"/>
                  </a:lnTo>
                  <a:lnTo>
                    <a:pt x="8710053" y="12699"/>
                  </a:lnTo>
                  <a:close/>
                </a:path>
                <a:path w="10337800" h="482600">
                  <a:moveTo>
                    <a:pt x="8684641" y="12699"/>
                  </a:moveTo>
                  <a:lnTo>
                    <a:pt x="8665578" y="12699"/>
                  </a:lnTo>
                  <a:lnTo>
                    <a:pt x="8665578" y="0"/>
                  </a:lnTo>
                  <a:lnTo>
                    <a:pt x="8684641" y="0"/>
                  </a:lnTo>
                  <a:lnTo>
                    <a:pt x="8684641" y="12699"/>
                  </a:lnTo>
                  <a:close/>
                </a:path>
                <a:path w="10337800" h="482600">
                  <a:moveTo>
                    <a:pt x="8659228" y="12699"/>
                  </a:moveTo>
                  <a:lnTo>
                    <a:pt x="8640178" y="12699"/>
                  </a:lnTo>
                  <a:lnTo>
                    <a:pt x="8640178" y="0"/>
                  </a:lnTo>
                  <a:lnTo>
                    <a:pt x="8659228" y="0"/>
                  </a:lnTo>
                  <a:lnTo>
                    <a:pt x="8659228" y="12699"/>
                  </a:lnTo>
                  <a:close/>
                </a:path>
                <a:path w="10337800" h="482600">
                  <a:moveTo>
                    <a:pt x="8633828" y="12699"/>
                  </a:moveTo>
                  <a:lnTo>
                    <a:pt x="8614765" y="12699"/>
                  </a:lnTo>
                  <a:lnTo>
                    <a:pt x="8614765" y="0"/>
                  </a:lnTo>
                  <a:lnTo>
                    <a:pt x="8633828" y="0"/>
                  </a:lnTo>
                  <a:lnTo>
                    <a:pt x="8633828" y="12699"/>
                  </a:lnTo>
                  <a:close/>
                </a:path>
                <a:path w="10337800" h="482600">
                  <a:moveTo>
                    <a:pt x="8608415" y="12699"/>
                  </a:moveTo>
                  <a:lnTo>
                    <a:pt x="8589365" y="12699"/>
                  </a:lnTo>
                  <a:lnTo>
                    <a:pt x="8589365" y="0"/>
                  </a:lnTo>
                  <a:lnTo>
                    <a:pt x="8608415" y="0"/>
                  </a:lnTo>
                  <a:lnTo>
                    <a:pt x="8608415" y="12699"/>
                  </a:lnTo>
                  <a:close/>
                </a:path>
                <a:path w="10337800" h="482600">
                  <a:moveTo>
                    <a:pt x="8583002" y="12699"/>
                  </a:moveTo>
                  <a:lnTo>
                    <a:pt x="8563952" y="12699"/>
                  </a:lnTo>
                  <a:lnTo>
                    <a:pt x="8563952" y="0"/>
                  </a:lnTo>
                  <a:lnTo>
                    <a:pt x="8583002" y="0"/>
                  </a:lnTo>
                  <a:lnTo>
                    <a:pt x="8583002" y="12699"/>
                  </a:lnTo>
                  <a:close/>
                </a:path>
                <a:path w="10337800" h="482600">
                  <a:moveTo>
                    <a:pt x="8557602" y="12699"/>
                  </a:moveTo>
                  <a:lnTo>
                    <a:pt x="8538540" y="12699"/>
                  </a:lnTo>
                  <a:lnTo>
                    <a:pt x="8538540" y="0"/>
                  </a:lnTo>
                  <a:lnTo>
                    <a:pt x="8557602" y="0"/>
                  </a:lnTo>
                  <a:lnTo>
                    <a:pt x="8557602" y="12699"/>
                  </a:lnTo>
                  <a:close/>
                </a:path>
                <a:path w="10337800" h="482600">
                  <a:moveTo>
                    <a:pt x="8532190" y="12699"/>
                  </a:moveTo>
                  <a:lnTo>
                    <a:pt x="8513140" y="12699"/>
                  </a:lnTo>
                  <a:lnTo>
                    <a:pt x="8513140" y="0"/>
                  </a:lnTo>
                  <a:lnTo>
                    <a:pt x="8532190" y="0"/>
                  </a:lnTo>
                  <a:lnTo>
                    <a:pt x="8532190" y="12699"/>
                  </a:lnTo>
                  <a:close/>
                </a:path>
                <a:path w="10337800" h="482600">
                  <a:moveTo>
                    <a:pt x="8506777" y="12699"/>
                  </a:moveTo>
                  <a:lnTo>
                    <a:pt x="8487727" y="12699"/>
                  </a:lnTo>
                  <a:lnTo>
                    <a:pt x="8487727" y="0"/>
                  </a:lnTo>
                  <a:lnTo>
                    <a:pt x="8506777" y="0"/>
                  </a:lnTo>
                  <a:lnTo>
                    <a:pt x="8506777" y="12699"/>
                  </a:lnTo>
                  <a:close/>
                </a:path>
                <a:path w="10337800" h="482600">
                  <a:moveTo>
                    <a:pt x="8481377" y="12699"/>
                  </a:moveTo>
                  <a:lnTo>
                    <a:pt x="8462314" y="12699"/>
                  </a:lnTo>
                  <a:lnTo>
                    <a:pt x="8462314" y="0"/>
                  </a:lnTo>
                  <a:lnTo>
                    <a:pt x="8481377" y="0"/>
                  </a:lnTo>
                  <a:lnTo>
                    <a:pt x="8481377" y="12699"/>
                  </a:lnTo>
                  <a:close/>
                </a:path>
                <a:path w="10337800" h="482600">
                  <a:moveTo>
                    <a:pt x="8455964" y="12699"/>
                  </a:moveTo>
                  <a:lnTo>
                    <a:pt x="8436914" y="12699"/>
                  </a:lnTo>
                  <a:lnTo>
                    <a:pt x="8436914" y="0"/>
                  </a:lnTo>
                  <a:lnTo>
                    <a:pt x="8455964" y="0"/>
                  </a:lnTo>
                  <a:lnTo>
                    <a:pt x="8455964" y="12699"/>
                  </a:lnTo>
                  <a:close/>
                </a:path>
                <a:path w="10337800" h="482600">
                  <a:moveTo>
                    <a:pt x="8430552" y="12699"/>
                  </a:moveTo>
                  <a:lnTo>
                    <a:pt x="8411502" y="12699"/>
                  </a:lnTo>
                  <a:lnTo>
                    <a:pt x="8411502" y="0"/>
                  </a:lnTo>
                  <a:lnTo>
                    <a:pt x="8430552" y="0"/>
                  </a:lnTo>
                  <a:lnTo>
                    <a:pt x="8430552" y="12699"/>
                  </a:lnTo>
                  <a:close/>
                </a:path>
                <a:path w="10337800" h="482600">
                  <a:moveTo>
                    <a:pt x="8405152" y="12699"/>
                  </a:moveTo>
                  <a:lnTo>
                    <a:pt x="8386089" y="12699"/>
                  </a:lnTo>
                  <a:lnTo>
                    <a:pt x="8386089" y="0"/>
                  </a:lnTo>
                  <a:lnTo>
                    <a:pt x="8405152" y="0"/>
                  </a:lnTo>
                  <a:lnTo>
                    <a:pt x="8405152" y="12699"/>
                  </a:lnTo>
                  <a:close/>
                </a:path>
                <a:path w="10337800" h="482600">
                  <a:moveTo>
                    <a:pt x="8379739" y="12699"/>
                  </a:moveTo>
                  <a:lnTo>
                    <a:pt x="8360689" y="12699"/>
                  </a:lnTo>
                  <a:lnTo>
                    <a:pt x="8360689" y="0"/>
                  </a:lnTo>
                  <a:lnTo>
                    <a:pt x="8379739" y="0"/>
                  </a:lnTo>
                  <a:lnTo>
                    <a:pt x="8379739" y="12699"/>
                  </a:lnTo>
                  <a:close/>
                </a:path>
                <a:path w="10337800" h="482600">
                  <a:moveTo>
                    <a:pt x="8354339" y="12699"/>
                  </a:moveTo>
                  <a:lnTo>
                    <a:pt x="8335276" y="12699"/>
                  </a:lnTo>
                  <a:lnTo>
                    <a:pt x="8335276" y="0"/>
                  </a:lnTo>
                  <a:lnTo>
                    <a:pt x="8354339" y="0"/>
                  </a:lnTo>
                  <a:lnTo>
                    <a:pt x="8354339" y="12699"/>
                  </a:lnTo>
                  <a:close/>
                </a:path>
                <a:path w="10337800" h="482600">
                  <a:moveTo>
                    <a:pt x="8328926" y="12699"/>
                  </a:moveTo>
                  <a:lnTo>
                    <a:pt x="8309864" y="12699"/>
                  </a:lnTo>
                  <a:lnTo>
                    <a:pt x="8309864" y="0"/>
                  </a:lnTo>
                  <a:lnTo>
                    <a:pt x="8328926" y="0"/>
                  </a:lnTo>
                  <a:lnTo>
                    <a:pt x="8328926" y="12699"/>
                  </a:lnTo>
                  <a:close/>
                </a:path>
                <a:path w="10337800" h="482600">
                  <a:moveTo>
                    <a:pt x="8303514" y="12699"/>
                  </a:moveTo>
                  <a:lnTo>
                    <a:pt x="8284464" y="12699"/>
                  </a:lnTo>
                  <a:lnTo>
                    <a:pt x="8284464" y="0"/>
                  </a:lnTo>
                  <a:lnTo>
                    <a:pt x="8303514" y="0"/>
                  </a:lnTo>
                  <a:lnTo>
                    <a:pt x="8303514" y="12699"/>
                  </a:lnTo>
                  <a:close/>
                </a:path>
                <a:path w="10337800" h="482600">
                  <a:moveTo>
                    <a:pt x="8278114" y="12699"/>
                  </a:moveTo>
                  <a:lnTo>
                    <a:pt x="8259051" y="12699"/>
                  </a:lnTo>
                  <a:lnTo>
                    <a:pt x="8259051" y="0"/>
                  </a:lnTo>
                  <a:lnTo>
                    <a:pt x="8278114" y="0"/>
                  </a:lnTo>
                  <a:lnTo>
                    <a:pt x="8278114" y="12699"/>
                  </a:lnTo>
                  <a:close/>
                </a:path>
                <a:path w="10337800" h="482600">
                  <a:moveTo>
                    <a:pt x="8252701" y="12699"/>
                  </a:moveTo>
                  <a:lnTo>
                    <a:pt x="8233638" y="12699"/>
                  </a:lnTo>
                  <a:lnTo>
                    <a:pt x="8233638" y="0"/>
                  </a:lnTo>
                  <a:lnTo>
                    <a:pt x="8252701" y="0"/>
                  </a:lnTo>
                  <a:lnTo>
                    <a:pt x="8252701" y="12699"/>
                  </a:lnTo>
                  <a:close/>
                </a:path>
                <a:path w="10337800" h="482600">
                  <a:moveTo>
                    <a:pt x="8227288" y="12699"/>
                  </a:moveTo>
                  <a:lnTo>
                    <a:pt x="8208238" y="12699"/>
                  </a:lnTo>
                  <a:lnTo>
                    <a:pt x="8208238" y="0"/>
                  </a:lnTo>
                  <a:lnTo>
                    <a:pt x="8227288" y="0"/>
                  </a:lnTo>
                  <a:lnTo>
                    <a:pt x="8227288" y="12699"/>
                  </a:lnTo>
                  <a:close/>
                </a:path>
                <a:path w="10337800" h="482600">
                  <a:moveTo>
                    <a:pt x="8201888" y="12699"/>
                  </a:moveTo>
                  <a:lnTo>
                    <a:pt x="8182825" y="12699"/>
                  </a:lnTo>
                  <a:lnTo>
                    <a:pt x="8182825" y="0"/>
                  </a:lnTo>
                  <a:lnTo>
                    <a:pt x="8201888" y="0"/>
                  </a:lnTo>
                  <a:lnTo>
                    <a:pt x="8201888" y="12699"/>
                  </a:lnTo>
                  <a:close/>
                </a:path>
                <a:path w="10337800" h="482600">
                  <a:moveTo>
                    <a:pt x="8176475" y="12699"/>
                  </a:moveTo>
                  <a:lnTo>
                    <a:pt x="8157413" y="12699"/>
                  </a:lnTo>
                  <a:lnTo>
                    <a:pt x="8157413" y="0"/>
                  </a:lnTo>
                  <a:lnTo>
                    <a:pt x="8176475" y="0"/>
                  </a:lnTo>
                  <a:lnTo>
                    <a:pt x="8176475" y="12699"/>
                  </a:lnTo>
                  <a:close/>
                </a:path>
                <a:path w="10337800" h="482600">
                  <a:moveTo>
                    <a:pt x="8151063" y="12699"/>
                  </a:moveTo>
                  <a:lnTo>
                    <a:pt x="8132013" y="12699"/>
                  </a:lnTo>
                  <a:lnTo>
                    <a:pt x="8132013" y="0"/>
                  </a:lnTo>
                  <a:lnTo>
                    <a:pt x="8151063" y="0"/>
                  </a:lnTo>
                  <a:lnTo>
                    <a:pt x="8151063" y="12699"/>
                  </a:lnTo>
                  <a:close/>
                </a:path>
                <a:path w="10337800" h="482600">
                  <a:moveTo>
                    <a:pt x="8125663" y="12699"/>
                  </a:moveTo>
                  <a:lnTo>
                    <a:pt x="8106600" y="12699"/>
                  </a:lnTo>
                  <a:lnTo>
                    <a:pt x="8106600" y="0"/>
                  </a:lnTo>
                  <a:lnTo>
                    <a:pt x="8125663" y="0"/>
                  </a:lnTo>
                  <a:lnTo>
                    <a:pt x="8125663" y="12699"/>
                  </a:lnTo>
                  <a:close/>
                </a:path>
                <a:path w="10337800" h="482600">
                  <a:moveTo>
                    <a:pt x="8100250" y="12699"/>
                  </a:moveTo>
                  <a:lnTo>
                    <a:pt x="8081187" y="12699"/>
                  </a:lnTo>
                  <a:lnTo>
                    <a:pt x="8081187" y="0"/>
                  </a:lnTo>
                  <a:lnTo>
                    <a:pt x="8100250" y="0"/>
                  </a:lnTo>
                  <a:lnTo>
                    <a:pt x="8100250" y="12699"/>
                  </a:lnTo>
                  <a:close/>
                </a:path>
                <a:path w="10337800" h="482600">
                  <a:moveTo>
                    <a:pt x="8074837" y="12699"/>
                  </a:moveTo>
                  <a:lnTo>
                    <a:pt x="8055787" y="12699"/>
                  </a:lnTo>
                  <a:lnTo>
                    <a:pt x="8055787" y="0"/>
                  </a:lnTo>
                  <a:lnTo>
                    <a:pt x="8074837" y="0"/>
                  </a:lnTo>
                  <a:lnTo>
                    <a:pt x="8074837" y="12699"/>
                  </a:lnTo>
                  <a:close/>
                </a:path>
                <a:path w="10337800" h="482600">
                  <a:moveTo>
                    <a:pt x="8049437" y="12699"/>
                  </a:moveTo>
                  <a:lnTo>
                    <a:pt x="8030375" y="12699"/>
                  </a:lnTo>
                  <a:lnTo>
                    <a:pt x="8030375" y="0"/>
                  </a:lnTo>
                  <a:lnTo>
                    <a:pt x="8049437" y="0"/>
                  </a:lnTo>
                  <a:lnTo>
                    <a:pt x="8049437" y="12699"/>
                  </a:lnTo>
                  <a:close/>
                </a:path>
                <a:path w="10337800" h="482600">
                  <a:moveTo>
                    <a:pt x="8024025" y="12699"/>
                  </a:moveTo>
                  <a:lnTo>
                    <a:pt x="8004962" y="12699"/>
                  </a:lnTo>
                  <a:lnTo>
                    <a:pt x="8004962" y="0"/>
                  </a:lnTo>
                  <a:lnTo>
                    <a:pt x="8024025" y="0"/>
                  </a:lnTo>
                  <a:lnTo>
                    <a:pt x="8024025" y="12699"/>
                  </a:lnTo>
                  <a:close/>
                </a:path>
                <a:path w="10337800" h="482600">
                  <a:moveTo>
                    <a:pt x="7998612" y="12699"/>
                  </a:moveTo>
                  <a:lnTo>
                    <a:pt x="7979562" y="12699"/>
                  </a:lnTo>
                  <a:lnTo>
                    <a:pt x="7979562" y="0"/>
                  </a:lnTo>
                  <a:lnTo>
                    <a:pt x="7998612" y="0"/>
                  </a:lnTo>
                  <a:lnTo>
                    <a:pt x="7998612" y="12699"/>
                  </a:lnTo>
                  <a:close/>
                </a:path>
                <a:path w="10337800" h="482600">
                  <a:moveTo>
                    <a:pt x="7973212" y="12699"/>
                  </a:moveTo>
                  <a:lnTo>
                    <a:pt x="7954149" y="12699"/>
                  </a:lnTo>
                  <a:lnTo>
                    <a:pt x="7954149" y="0"/>
                  </a:lnTo>
                  <a:lnTo>
                    <a:pt x="7973212" y="0"/>
                  </a:lnTo>
                  <a:lnTo>
                    <a:pt x="7973212" y="12699"/>
                  </a:lnTo>
                  <a:close/>
                </a:path>
                <a:path w="10337800" h="482600">
                  <a:moveTo>
                    <a:pt x="7947799" y="12699"/>
                  </a:moveTo>
                  <a:lnTo>
                    <a:pt x="7928749" y="12699"/>
                  </a:lnTo>
                  <a:lnTo>
                    <a:pt x="7928749" y="0"/>
                  </a:lnTo>
                  <a:lnTo>
                    <a:pt x="7947799" y="0"/>
                  </a:lnTo>
                  <a:lnTo>
                    <a:pt x="7947799" y="12699"/>
                  </a:lnTo>
                  <a:close/>
                </a:path>
                <a:path w="10337800" h="482600">
                  <a:moveTo>
                    <a:pt x="7922386" y="12699"/>
                  </a:moveTo>
                  <a:lnTo>
                    <a:pt x="7903336" y="12699"/>
                  </a:lnTo>
                  <a:lnTo>
                    <a:pt x="7903336" y="0"/>
                  </a:lnTo>
                  <a:lnTo>
                    <a:pt x="7922386" y="0"/>
                  </a:lnTo>
                  <a:lnTo>
                    <a:pt x="7922386" y="12699"/>
                  </a:lnTo>
                  <a:close/>
                </a:path>
                <a:path w="10337800" h="482600">
                  <a:moveTo>
                    <a:pt x="7896986" y="12699"/>
                  </a:moveTo>
                  <a:lnTo>
                    <a:pt x="7877924" y="12699"/>
                  </a:lnTo>
                  <a:lnTo>
                    <a:pt x="7877924" y="0"/>
                  </a:lnTo>
                  <a:lnTo>
                    <a:pt x="7896986" y="0"/>
                  </a:lnTo>
                  <a:lnTo>
                    <a:pt x="7896986" y="12699"/>
                  </a:lnTo>
                  <a:close/>
                </a:path>
                <a:path w="10337800" h="482600">
                  <a:moveTo>
                    <a:pt x="7871574" y="12699"/>
                  </a:moveTo>
                  <a:lnTo>
                    <a:pt x="7852524" y="12699"/>
                  </a:lnTo>
                  <a:lnTo>
                    <a:pt x="7852524" y="0"/>
                  </a:lnTo>
                  <a:lnTo>
                    <a:pt x="7871574" y="0"/>
                  </a:lnTo>
                  <a:lnTo>
                    <a:pt x="7871574" y="12699"/>
                  </a:lnTo>
                  <a:close/>
                </a:path>
                <a:path w="10337800" h="482600">
                  <a:moveTo>
                    <a:pt x="7846161" y="12699"/>
                  </a:moveTo>
                  <a:lnTo>
                    <a:pt x="7827111" y="12699"/>
                  </a:lnTo>
                  <a:lnTo>
                    <a:pt x="7827111" y="0"/>
                  </a:lnTo>
                  <a:lnTo>
                    <a:pt x="7846161" y="0"/>
                  </a:lnTo>
                  <a:lnTo>
                    <a:pt x="7846161" y="12699"/>
                  </a:lnTo>
                  <a:close/>
                </a:path>
                <a:path w="10337800" h="482600">
                  <a:moveTo>
                    <a:pt x="7820761" y="12699"/>
                  </a:moveTo>
                  <a:lnTo>
                    <a:pt x="7801698" y="12699"/>
                  </a:lnTo>
                  <a:lnTo>
                    <a:pt x="7801698" y="0"/>
                  </a:lnTo>
                  <a:lnTo>
                    <a:pt x="7820761" y="0"/>
                  </a:lnTo>
                  <a:lnTo>
                    <a:pt x="7820761" y="12699"/>
                  </a:lnTo>
                  <a:close/>
                </a:path>
                <a:path w="10337800" h="482600">
                  <a:moveTo>
                    <a:pt x="7795348" y="12699"/>
                  </a:moveTo>
                  <a:lnTo>
                    <a:pt x="7776298" y="12699"/>
                  </a:lnTo>
                  <a:lnTo>
                    <a:pt x="7776298" y="0"/>
                  </a:lnTo>
                  <a:lnTo>
                    <a:pt x="7795348" y="0"/>
                  </a:lnTo>
                  <a:lnTo>
                    <a:pt x="7795348" y="12699"/>
                  </a:lnTo>
                  <a:close/>
                </a:path>
                <a:path w="10337800" h="482600">
                  <a:moveTo>
                    <a:pt x="7769936" y="12699"/>
                  </a:moveTo>
                  <a:lnTo>
                    <a:pt x="7750886" y="12699"/>
                  </a:lnTo>
                  <a:lnTo>
                    <a:pt x="7750886" y="0"/>
                  </a:lnTo>
                  <a:lnTo>
                    <a:pt x="7769936" y="0"/>
                  </a:lnTo>
                  <a:lnTo>
                    <a:pt x="7769936" y="12699"/>
                  </a:lnTo>
                  <a:close/>
                </a:path>
                <a:path w="10337800" h="482600">
                  <a:moveTo>
                    <a:pt x="7744536" y="12699"/>
                  </a:moveTo>
                  <a:lnTo>
                    <a:pt x="7725473" y="12699"/>
                  </a:lnTo>
                  <a:lnTo>
                    <a:pt x="7725473" y="0"/>
                  </a:lnTo>
                  <a:lnTo>
                    <a:pt x="7744536" y="0"/>
                  </a:lnTo>
                  <a:lnTo>
                    <a:pt x="7744536" y="12699"/>
                  </a:lnTo>
                  <a:close/>
                </a:path>
                <a:path w="10337800" h="482600">
                  <a:moveTo>
                    <a:pt x="7719123" y="12699"/>
                  </a:moveTo>
                  <a:lnTo>
                    <a:pt x="7700073" y="12699"/>
                  </a:lnTo>
                  <a:lnTo>
                    <a:pt x="7700073" y="0"/>
                  </a:lnTo>
                  <a:lnTo>
                    <a:pt x="7719123" y="0"/>
                  </a:lnTo>
                  <a:lnTo>
                    <a:pt x="7719123" y="12699"/>
                  </a:lnTo>
                  <a:close/>
                </a:path>
                <a:path w="10337800" h="482600">
                  <a:moveTo>
                    <a:pt x="7693710" y="12699"/>
                  </a:moveTo>
                  <a:lnTo>
                    <a:pt x="7674660" y="12699"/>
                  </a:lnTo>
                  <a:lnTo>
                    <a:pt x="7674660" y="0"/>
                  </a:lnTo>
                  <a:lnTo>
                    <a:pt x="7693710" y="0"/>
                  </a:lnTo>
                  <a:lnTo>
                    <a:pt x="7693710" y="12699"/>
                  </a:lnTo>
                  <a:close/>
                </a:path>
                <a:path w="10337800" h="482600">
                  <a:moveTo>
                    <a:pt x="7668310" y="12699"/>
                  </a:moveTo>
                  <a:lnTo>
                    <a:pt x="7649248" y="12699"/>
                  </a:lnTo>
                  <a:lnTo>
                    <a:pt x="7649248" y="0"/>
                  </a:lnTo>
                  <a:lnTo>
                    <a:pt x="7668310" y="0"/>
                  </a:lnTo>
                  <a:lnTo>
                    <a:pt x="7668310" y="12699"/>
                  </a:lnTo>
                  <a:close/>
                </a:path>
                <a:path w="10337800" h="482600">
                  <a:moveTo>
                    <a:pt x="7642898" y="12699"/>
                  </a:moveTo>
                  <a:lnTo>
                    <a:pt x="7623848" y="12699"/>
                  </a:lnTo>
                  <a:lnTo>
                    <a:pt x="7623848" y="0"/>
                  </a:lnTo>
                  <a:lnTo>
                    <a:pt x="7642898" y="0"/>
                  </a:lnTo>
                  <a:lnTo>
                    <a:pt x="7642898" y="12699"/>
                  </a:lnTo>
                  <a:close/>
                </a:path>
                <a:path w="10337800" h="482600">
                  <a:moveTo>
                    <a:pt x="7617485" y="12699"/>
                  </a:moveTo>
                  <a:lnTo>
                    <a:pt x="7598435" y="12699"/>
                  </a:lnTo>
                  <a:lnTo>
                    <a:pt x="7598435" y="0"/>
                  </a:lnTo>
                  <a:lnTo>
                    <a:pt x="7617485" y="0"/>
                  </a:lnTo>
                  <a:lnTo>
                    <a:pt x="7617485" y="12699"/>
                  </a:lnTo>
                  <a:close/>
                </a:path>
                <a:path w="10337800" h="482600">
                  <a:moveTo>
                    <a:pt x="7592085" y="12699"/>
                  </a:moveTo>
                  <a:lnTo>
                    <a:pt x="7573022" y="12699"/>
                  </a:lnTo>
                  <a:lnTo>
                    <a:pt x="7573022" y="0"/>
                  </a:lnTo>
                  <a:lnTo>
                    <a:pt x="7592085" y="0"/>
                  </a:lnTo>
                  <a:lnTo>
                    <a:pt x="7592085" y="12699"/>
                  </a:lnTo>
                  <a:close/>
                </a:path>
                <a:path w="10337800" h="482600">
                  <a:moveTo>
                    <a:pt x="7566672" y="12699"/>
                  </a:moveTo>
                  <a:lnTo>
                    <a:pt x="7547622" y="12699"/>
                  </a:lnTo>
                  <a:lnTo>
                    <a:pt x="7547622" y="0"/>
                  </a:lnTo>
                  <a:lnTo>
                    <a:pt x="7566672" y="0"/>
                  </a:lnTo>
                  <a:lnTo>
                    <a:pt x="7566672" y="12699"/>
                  </a:lnTo>
                  <a:close/>
                </a:path>
                <a:path w="10337800" h="482600">
                  <a:moveTo>
                    <a:pt x="7541272" y="12699"/>
                  </a:moveTo>
                  <a:lnTo>
                    <a:pt x="7522209" y="12699"/>
                  </a:lnTo>
                  <a:lnTo>
                    <a:pt x="7522209" y="0"/>
                  </a:lnTo>
                  <a:lnTo>
                    <a:pt x="7541272" y="0"/>
                  </a:lnTo>
                  <a:lnTo>
                    <a:pt x="7541272" y="12699"/>
                  </a:lnTo>
                  <a:close/>
                </a:path>
                <a:path w="10337800" h="482600">
                  <a:moveTo>
                    <a:pt x="7515859" y="12699"/>
                  </a:moveTo>
                  <a:lnTo>
                    <a:pt x="7496797" y="12699"/>
                  </a:lnTo>
                  <a:lnTo>
                    <a:pt x="7496797" y="0"/>
                  </a:lnTo>
                  <a:lnTo>
                    <a:pt x="7515859" y="0"/>
                  </a:lnTo>
                  <a:lnTo>
                    <a:pt x="7515859" y="12699"/>
                  </a:lnTo>
                  <a:close/>
                </a:path>
                <a:path w="10337800" h="482600">
                  <a:moveTo>
                    <a:pt x="7490447" y="12699"/>
                  </a:moveTo>
                  <a:lnTo>
                    <a:pt x="7471397" y="12699"/>
                  </a:lnTo>
                  <a:lnTo>
                    <a:pt x="7471397" y="0"/>
                  </a:lnTo>
                  <a:lnTo>
                    <a:pt x="7490447" y="0"/>
                  </a:lnTo>
                  <a:lnTo>
                    <a:pt x="7490447" y="12699"/>
                  </a:lnTo>
                  <a:close/>
                </a:path>
                <a:path w="10337800" h="482600">
                  <a:moveTo>
                    <a:pt x="7465047" y="12699"/>
                  </a:moveTo>
                  <a:lnTo>
                    <a:pt x="7445984" y="12699"/>
                  </a:lnTo>
                  <a:lnTo>
                    <a:pt x="7445984" y="0"/>
                  </a:lnTo>
                  <a:lnTo>
                    <a:pt x="7465047" y="0"/>
                  </a:lnTo>
                  <a:lnTo>
                    <a:pt x="7465047" y="12699"/>
                  </a:lnTo>
                  <a:close/>
                </a:path>
                <a:path w="10337800" h="482600">
                  <a:moveTo>
                    <a:pt x="7439634" y="12699"/>
                  </a:moveTo>
                  <a:lnTo>
                    <a:pt x="7420571" y="12699"/>
                  </a:lnTo>
                  <a:lnTo>
                    <a:pt x="7420571" y="0"/>
                  </a:lnTo>
                  <a:lnTo>
                    <a:pt x="7439634" y="0"/>
                  </a:lnTo>
                  <a:lnTo>
                    <a:pt x="7439634" y="12699"/>
                  </a:lnTo>
                  <a:close/>
                </a:path>
                <a:path w="10337800" h="482600">
                  <a:moveTo>
                    <a:pt x="7414221" y="12699"/>
                  </a:moveTo>
                  <a:lnTo>
                    <a:pt x="7395171" y="12699"/>
                  </a:lnTo>
                  <a:lnTo>
                    <a:pt x="7395171" y="0"/>
                  </a:lnTo>
                  <a:lnTo>
                    <a:pt x="7414221" y="0"/>
                  </a:lnTo>
                  <a:lnTo>
                    <a:pt x="7414221" y="12699"/>
                  </a:lnTo>
                  <a:close/>
                </a:path>
                <a:path w="10337800" h="482600">
                  <a:moveTo>
                    <a:pt x="7388821" y="12699"/>
                  </a:moveTo>
                  <a:lnTo>
                    <a:pt x="7369759" y="12699"/>
                  </a:lnTo>
                  <a:lnTo>
                    <a:pt x="7369759" y="0"/>
                  </a:lnTo>
                  <a:lnTo>
                    <a:pt x="7388821" y="0"/>
                  </a:lnTo>
                  <a:lnTo>
                    <a:pt x="7388821" y="12699"/>
                  </a:lnTo>
                  <a:close/>
                </a:path>
                <a:path w="10337800" h="482600">
                  <a:moveTo>
                    <a:pt x="7363409" y="12699"/>
                  </a:moveTo>
                  <a:lnTo>
                    <a:pt x="7344346" y="12699"/>
                  </a:lnTo>
                  <a:lnTo>
                    <a:pt x="7344346" y="0"/>
                  </a:lnTo>
                  <a:lnTo>
                    <a:pt x="7363409" y="0"/>
                  </a:lnTo>
                  <a:lnTo>
                    <a:pt x="7363409" y="12699"/>
                  </a:lnTo>
                  <a:close/>
                </a:path>
                <a:path w="10337800" h="482600">
                  <a:moveTo>
                    <a:pt x="7337996" y="12699"/>
                  </a:moveTo>
                  <a:lnTo>
                    <a:pt x="7318946" y="12699"/>
                  </a:lnTo>
                  <a:lnTo>
                    <a:pt x="7318946" y="0"/>
                  </a:lnTo>
                  <a:lnTo>
                    <a:pt x="7337996" y="0"/>
                  </a:lnTo>
                  <a:lnTo>
                    <a:pt x="7337996" y="12699"/>
                  </a:lnTo>
                  <a:close/>
                </a:path>
                <a:path w="10337800" h="482600">
                  <a:moveTo>
                    <a:pt x="7312596" y="12699"/>
                  </a:moveTo>
                  <a:lnTo>
                    <a:pt x="7293533" y="12699"/>
                  </a:lnTo>
                  <a:lnTo>
                    <a:pt x="7293533" y="0"/>
                  </a:lnTo>
                  <a:lnTo>
                    <a:pt x="7312596" y="0"/>
                  </a:lnTo>
                  <a:lnTo>
                    <a:pt x="7312596" y="12699"/>
                  </a:lnTo>
                  <a:close/>
                </a:path>
                <a:path w="10337800" h="482600">
                  <a:moveTo>
                    <a:pt x="7287183" y="12699"/>
                  </a:moveTo>
                  <a:lnTo>
                    <a:pt x="7268121" y="12699"/>
                  </a:lnTo>
                  <a:lnTo>
                    <a:pt x="7268121" y="0"/>
                  </a:lnTo>
                  <a:lnTo>
                    <a:pt x="7287183" y="0"/>
                  </a:lnTo>
                  <a:lnTo>
                    <a:pt x="7287183" y="12699"/>
                  </a:lnTo>
                  <a:close/>
                </a:path>
                <a:path w="10337800" h="482600">
                  <a:moveTo>
                    <a:pt x="7261771" y="12699"/>
                  </a:moveTo>
                  <a:lnTo>
                    <a:pt x="7242721" y="12699"/>
                  </a:lnTo>
                  <a:lnTo>
                    <a:pt x="7242721" y="0"/>
                  </a:lnTo>
                  <a:lnTo>
                    <a:pt x="7261771" y="0"/>
                  </a:lnTo>
                  <a:lnTo>
                    <a:pt x="7261771" y="12699"/>
                  </a:lnTo>
                  <a:close/>
                </a:path>
                <a:path w="10337800" h="482600">
                  <a:moveTo>
                    <a:pt x="7236371" y="12699"/>
                  </a:moveTo>
                  <a:lnTo>
                    <a:pt x="7217308" y="12699"/>
                  </a:lnTo>
                  <a:lnTo>
                    <a:pt x="7217308" y="0"/>
                  </a:lnTo>
                  <a:lnTo>
                    <a:pt x="7236371" y="0"/>
                  </a:lnTo>
                  <a:lnTo>
                    <a:pt x="7236371" y="12699"/>
                  </a:lnTo>
                  <a:close/>
                </a:path>
                <a:path w="10337800" h="482600">
                  <a:moveTo>
                    <a:pt x="7210958" y="12699"/>
                  </a:moveTo>
                  <a:lnTo>
                    <a:pt x="7191908" y="12699"/>
                  </a:lnTo>
                  <a:lnTo>
                    <a:pt x="7191908" y="0"/>
                  </a:lnTo>
                  <a:lnTo>
                    <a:pt x="7210958" y="0"/>
                  </a:lnTo>
                  <a:lnTo>
                    <a:pt x="7210958" y="12699"/>
                  </a:lnTo>
                  <a:close/>
                </a:path>
                <a:path w="10337800" h="482600">
                  <a:moveTo>
                    <a:pt x="7185545" y="12699"/>
                  </a:moveTo>
                  <a:lnTo>
                    <a:pt x="7166495" y="12699"/>
                  </a:lnTo>
                  <a:lnTo>
                    <a:pt x="7166495" y="0"/>
                  </a:lnTo>
                  <a:lnTo>
                    <a:pt x="7185545" y="0"/>
                  </a:lnTo>
                  <a:lnTo>
                    <a:pt x="7185545" y="12699"/>
                  </a:lnTo>
                  <a:close/>
                </a:path>
                <a:path w="10337800" h="482600">
                  <a:moveTo>
                    <a:pt x="7160145" y="12699"/>
                  </a:moveTo>
                  <a:lnTo>
                    <a:pt x="7141083" y="12699"/>
                  </a:lnTo>
                  <a:lnTo>
                    <a:pt x="7141083" y="0"/>
                  </a:lnTo>
                  <a:lnTo>
                    <a:pt x="7160145" y="0"/>
                  </a:lnTo>
                  <a:lnTo>
                    <a:pt x="7160145" y="12699"/>
                  </a:lnTo>
                  <a:close/>
                </a:path>
                <a:path w="10337800" h="482600">
                  <a:moveTo>
                    <a:pt x="7134733" y="12699"/>
                  </a:moveTo>
                  <a:lnTo>
                    <a:pt x="7115683" y="12699"/>
                  </a:lnTo>
                  <a:lnTo>
                    <a:pt x="7115683" y="0"/>
                  </a:lnTo>
                  <a:lnTo>
                    <a:pt x="7134733" y="0"/>
                  </a:lnTo>
                  <a:lnTo>
                    <a:pt x="7134733" y="12699"/>
                  </a:lnTo>
                  <a:close/>
                </a:path>
                <a:path w="10337800" h="482600">
                  <a:moveTo>
                    <a:pt x="7109320" y="12699"/>
                  </a:moveTo>
                  <a:lnTo>
                    <a:pt x="7090270" y="12699"/>
                  </a:lnTo>
                  <a:lnTo>
                    <a:pt x="7090270" y="0"/>
                  </a:lnTo>
                  <a:lnTo>
                    <a:pt x="7109320" y="0"/>
                  </a:lnTo>
                  <a:lnTo>
                    <a:pt x="7109320" y="12699"/>
                  </a:lnTo>
                  <a:close/>
                </a:path>
                <a:path w="10337800" h="482600">
                  <a:moveTo>
                    <a:pt x="7083920" y="12699"/>
                  </a:moveTo>
                  <a:lnTo>
                    <a:pt x="7064857" y="12699"/>
                  </a:lnTo>
                  <a:lnTo>
                    <a:pt x="7064857" y="0"/>
                  </a:lnTo>
                  <a:lnTo>
                    <a:pt x="7083920" y="0"/>
                  </a:lnTo>
                  <a:lnTo>
                    <a:pt x="7083920" y="12699"/>
                  </a:lnTo>
                  <a:close/>
                </a:path>
                <a:path w="10337800" h="482600">
                  <a:moveTo>
                    <a:pt x="7058507" y="12699"/>
                  </a:moveTo>
                  <a:lnTo>
                    <a:pt x="7039457" y="12699"/>
                  </a:lnTo>
                  <a:lnTo>
                    <a:pt x="7039457" y="0"/>
                  </a:lnTo>
                  <a:lnTo>
                    <a:pt x="7058507" y="0"/>
                  </a:lnTo>
                  <a:lnTo>
                    <a:pt x="7058507" y="12699"/>
                  </a:lnTo>
                  <a:close/>
                </a:path>
                <a:path w="10337800" h="482600">
                  <a:moveTo>
                    <a:pt x="7033094" y="12699"/>
                  </a:moveTo>
                  <a:lnTo>
                    <a:pt x="7014044" y="12699"/>
                  </a:lnTo>
                  <a:lnTo>
                    <a:pt x="7014044" y="0"/>
                  </a:lnTo>
                  <a:lnTo>
                    <a:pt x="7033094" y="0"/>
                  </a:lnTo>
                  <a:lnTo>
                    <a:pt x="7033094" y="12699"/>
                  </a:lnTo>
                  <a:close/>
                </a:path>
                <a:path w="10337800" h="482600">
                  <a:moveTo>
                    <a:pt x="7007694" y="12699"/>
                  </a:moveTo>
                  <a:lnTo>
                    <a:pt x="6988632" y="12699"/>
                  </a:lnTo>
                  <a:lnTo>
                    <a:pt x="6988632" y="0"/>
                  </a:lnTo>
                  <a:lnTo>
                    <a:pt x="7007694" y="0"/>
                  </a:lnTo>
                  <a:lnTo>
                    <a:pt x="7007694" y="12699"/>
                  </a:lnTo>
                  <a:close/>
                </a:path>
                <a:path w="10337800" h="482600">
                  <a:moveTo>
                    <a:pt x="6982282" y="12699"/>
                  </a:moveTo>
                  <a:lnTo>
                    <a:pt x="6963232" y="12699"/>
                  </a:lnTo>
                  <a:lnTo>
                    <a:pt x="6963232" y="0"/>
                  </a:lnTo>
                  <a:lnTo>
                    <a:pt x="6982282" y="0"/>
                  </a:lnTo>
                  <a:lnTo>
                    <a:pt x="6982282" y="12699"/>
                  </a:lnTo>
                  <a:close/>
                </a:path>
                <a:path w="10337800" h="482600">
                  <a:moveTo>
                    <a:pt x="6956869" y="12699"/>
                  </a:moveTo>
                  <a:lnTo>
                    <a:pt x="6937819" y="12699"/>
                  </a:lnTo>
                  <a:lnTo>
                    <a:pt x="6937819" y="0"/>
                  </a:lnTo>
                  <a:lnTo>
                    <a:pt x="6956869" y="0"/>
                  </a:lnTo>
                  <a:lnTo>
                    <a:pt x="6956869" y="12699"/>
                  </a:lnTo>
                  <a:close/>
                </a:path>
                <a:path w="10337800" h="482600">
                  <a:moveTo>
                    <a:pt x="6931469" y="12699"/>
                  </a:moveTo>
                  <a:lnTo>
                    <a:pt x="6912406" y="12699"/>
                  </a:lnTo>
                  <a:lnTo>
                    <a:pt x="6912406" y="0"/>
                  </a:lnTo>
                  <a:lnTo>
                    <a:pt x="6931469" y="0"/>
                  </a:lnTo>
                  <a:lnTo>
                    <a:pt x="6931469" y="12699"/>
                  </a:lnTo>
                  <a:close/>
                </a:path>
                <a:path w="10337800" h="482600">
                  <a:moveTo>
                    <a:pt x="6906056" y="12699"/>
                  </a:moveTo>
                  <a:lnTo>
                    <a:pt x="6887006" y="12699"/>
                  </a:lnTo>
                  <a:lnTo>
                    <a:pt x="6887006" y="0"/>
                  </a:lnTo>
                  <a:lnTo>
                    <a:pt x="6906056" y="0"/>
                  </a:lnTo>
                  <a:lnTo>
                    <a:pt x="6906056" y="12699"/>
                  </a:lnTo>
                  <a:close/>
                </a:path>
                <a:path w="10337800" h="482600">
                  <a:moveTo>
                    <a:pt x="6880644" y="12699"/>
                  </a:moveTo>
                  <a:lnTo>
                    <a:pt x="6861594" y="12699"/>
                  </a:lnTo>
                  <a:lnTo>
                    <a:pt x="6861594" y="0"/>
                  </a:lnTo>
                  <a:lnTo>
                    <a:pt x="6880644" y="0"/>
                  </a:lnTo>
                  <a:lnTo>
                    <a:pt x="6880644" y="12699"/>
                  </a:lnTo>
                  <a:close/>
                </a:path>
                <a:path w="10337800" h="482600">
                  <a:moveTo>
                    <a:pt x="6855244" y="12699"/>
                  </a:moveTo>
                  <a:lnTo>
                    <a:pt x="6836181" y="12699"/>
                  </a:lnTo>
                  <a:lnTo>
                    <a:pt x="6836181" y="0"/>
                  </a:lnTo>
                  <a:lnTo>
                    <a:pt x="6855244" y="0"/>
                  </a:lnTo>
                  <a:lnTo>
                    <a:pt x="6855244" y="12699"/>
                  </a:lnTo>
                  <a:close/>
                </a:path>
                <a:path w="10337800" h="482600">
                  <a:moveTo>
                    <a:pt x="6829831" y="12699"/>
                  </a:moveTo>
                  <a:lnTo>
                    <a:pt x="6810781" y="12699"/>
                  </a:lnTo>
                  <a:lnTo>
                    <a:pt x="6810781" y="0"/>
                  </a:lnTo>
                  <a:lnTo>
                    <a:pt x="6829831" y="0"/>
                  </a:lnTo>
                  <a:lnTo>
                    <a:pt x="6829831" y="12699"/>
                  </a:lnTo>
                  <a:close/>
                </a:path>
                <a:path w="10337800" h="482600">
                  <a:moveTo>
                    <a:pt x="6804431" y="12699"/>
                  </a:moveTo>
                  <a:lnTo>
                    <a:pt x="6785368" y="12699"/>
                  </a:lnTo>
                  <a:lnTo>
                    <a:pt x="6785368" y="0"/>
                  </a:lnTo>
                  <a:lnTo>
                    <a:pt x="6804431" y="0"/>
                  </a:lnTo>
                  <a:lnTo>
                    <a:pt x="6804431" y="12699"/>
                  </a:lnTo>
                  <a:close/>
                </a:path>
                <a:path w="10337800" h="482600">
                  <a:moveTo>
                    <a:pt x="6779018" y="12699"/>
                  </a:moveTo>
                  <a:lnTo>
                    <a:pt x="6759956" y="12699"/>
                  </a:lnTo>
                  <a:lnTo>
                    <a:pt x="6759956" y="0"/>
                  </a:lnTo>
                  <a:lnTo>
                    <a:pt x="6779018" y="0"/>
                  </a:lnTo>
                  <a:lnTo>
                    <a:pt x="6779018" y="12699"/>
                  </a:lnTo>
                  <a:close/>
                </a:path>
                <a:path w="10337800" h="482600">
                  <a:moveTo>
                    <a:pt x="6753606" y="12699"/>
                  </a:moveTo>
                  <a:lnTo>
                    <a:pt x="6734556" y="12699"/>
                  </a:lnTo>
                  <a:lnTo>
                    <a:pt x="6734556" y="0"/>
                  </a:lnTo>
                  <a:lnTo>
                    <a:pt x="6753606" y="0"/>
                  </a:lnTo>
                  <a:lnTo>
                    <a:pt x="6753606" y="12699"/>
                  </a:lnTo>
                  <a:close/>
                </a:path>
                <a:path w="10337800" h="482600">
                  <a:moveTo>
                    <a:pt x="6728206" y="12699"/>
                  </a:moveTo>
                  <a:lnTo>
                    <a:pt x="6709143" y="12699"/>
                  </a:lnTo>
                  <a:lnTo>
                    <a:pt x="6709143" y="0"/>
                  </a:lnTo>
                  <a:lnTo>
                    <a:pt x="6728206" y="0"/>
                  </a:lnTo>
                  <a:lnTo>
                    <a:pt x="6728206" y="12699"/>
                  </a:lnTo>
                  <a:close/>
                </a:path>
                <a:path w="10337800" h="482600">
                  <a:moveTo>
                    <a:pt x="6702793" y="12699"/>
                  </a:moveTo>
                  <a:lnTo>
                    <a:pt x="6683743" y="12699"/>
                  </a:lnTo>
                  <a:lnTo>
                    <a:pt x="6683743" y="0"/>
                  </a:lnTo>
                  <a:lnTo>
                    <a:pt x="6702793" y="0"/>
                  </a:lnTo>
                  <a:lnTo>
                    <a:pt x="6702793" y="12699"/>
                  </a:lnTo>
                  <a:close/>
                </a:path>
                <a:path w="10337800" h="482600">
                  <a:moveTo>
                    <a:pt x="6677380" y="12699"/>
                  </a:moveTo>
                  <a:lnTo>
                    <a:pt x="6658330" y="12699"/>
                  </a:lnTo>
                  <a:lnTo>
                    <a:pt x="6658330" y="0"/>
                  </a:lnTo>
                  <a:lnTo>
                    <a:pt x="6677380" y="0"/>
                  </a:lnTo>
                  <a:lnTo>
                    <a:pt x="6677380" y="12699"/>
                  </a:lnTo>
                  <a:close/>
                </a:path>
                <a:path w="10337800" h="482600">
                  <a:moveTo>
                    <a:pt x="6651980" y="12699"/>
                  </a:moveTo>
                  <a:lnTo>
                    <a:pt x="6632917" y="12699"/>
                  </a:lnTo>
                  <a:lnTo>
                    <a:pt x="6632917" y="0"/>
                  </a:lnTo>
                  <a:lnTo>
                    <a:pt x="6651980" y="0"/>
                  </a:lnTo>
                  <a:lnTo>
                    <a:pt x="6651980" y="12699"/>
                  </a:lnTo>
                  <a:close/>
                </a:path>
                <a:path w="10337800" h="482600">
                  <a:moveTo>
                    <a:pt x="6626567" y="12699"/>
                  </a:moveTo>
                  <a:lnTo>
                    <a:pt x="6607517" y="12699"/>
                  </a:lnTo>
                  <a:lnTo>
                    <a:pt x="6607517" y="0"/>
                  </a:lnTo>
                  <a:lnTo>
                    <a:pt x="6626567" y="0"/>
                  </a:lnTo>
                  <a:lnTo>
                    <a:pt x="6626567" y="12699"/>
                  </a:lnTo>
                  <a:close/>
                </a:path>
                <a:path w="10337800" h="482600">
                  <a:moveTo>
                    <a:pt x="6601155" y="12699"/>
                  </a:moveTo>
                  <a:lnTo>
                    <a:pt x="6582105" y="12699"/>
                  </a:lnTo>
                  <a:lnTo>
                    <a:pt x="6582105" y="0"/>
                  </a:lnTo>
                  <a:lnTo>
                    <a:pt x="6601155" y="0"/>
                  </a:lnTo>
                  <a:lnTo>
                    <a:pt x="6601155" y="12699"/>
                  </a:lnTo>
                  <a:close/>
                </a:path>
                <a:path w="10337800" h="482600">
                  <a:moveTo>
                    <a:pt x="6575755" y="12699"/>
                  </a:moveTo>
                  <a:lnTo>
                    <a:pt x="6556692" y="12699"/>
                  </a:lnTo>
                  <a:lnTo>
                    <a:pt x="6556692" y="0"/>
                  </a:lnTo>
                  <a:lnTo>
                    <a:pt x="6575755" y="0"/>
                  </a:lnTo>
                  <a:lnTo>
                    <a:pt x="6575755" y="12699"/>
                  </a:lnTo>
                  <a:close/>
                </a:path>
                <a:path w="10337800" h="482600">
                  <a:moveTo>
                    <a:pt x="6550342" y="12699"/>
                  </a:moveTo>
                  <a:lnTo>
                    <a:pt x="6531292" y="12699"/>
                  </a:lnTo>
                  <a:lnTo>
                    <a:pt x="6531292" y="0"/>
                  </a:lnTo>
                  <a:lnTo>
                    <a:pt x="6550342" y="0"/>
                  </a:lnTo>
                  <a:lnTo>
                    <a:pt x="6550342" y="12699"/>
                  </a:lnTo>
                  <a:close/>
                </a:path>
                <a:path w="10337800" h="482600">
                  <a:moveTo>
                    <a:pt x="6524942" y="12699"/>
                  </a:moveTo>
                  <a:lnTo>
                    <a:pt x="6505879" y="12699"/>
                  </a:lnTo>
                  <a:lnTo>
                    <a:pt x="6505879" y="0"/>
                  </a:lnTo>
                  <a:lnTo>
                    <a:pt x="6524942" y="0"/>
                  </a:lnTo>
                  <a:lnTo>
                    <a:pt x="6524942" y="12699"/>
                  </a:lnTo>
                  <a:close/>
                </a:path>
                <a:path w="10337800" h="482600">
                  <a:moveTo>
                    <a:pt x="6499529" y="12699"/>
                  </a:moveTo>
                  <a:lnTo>
                    <a:pt x="6480467" y="12699"/>
                  </a:lnTo>
                  <a:lnTo>
                    <a:pt x="6480467" y="0"/>
                  </a:lnTo>
                  <a:lnTo>
                    <a:pt x="6499529" y="0"/>
                  </a:lnTo>
                  <a:lnTo>
                    <a:pt x="6499529" y="12699"/>
                  </a:lnTo>
                  <a:close/>
                </a:path>
                <a:path w="10337800" h="482600">
                  <a:moveTo>
                    <a:pt x="6474117" y="12699"/>
                  </a:moveTo>
                  <a:lnTo>
                    <a:pt x="6455067" y="12699"/>
                  </a:lnTo>
                  <a:lnTo>
                    <a:pt x="6455067" y="0"/>
                  </a:lnTo>
                  <a:lnTo>
                    <a:pt x="6474117" y="0"/>
                  </a:lnTo>
                  <a:lnTo>
                    <a:pt x="6474117" y="12699"/>
                  </a:lnTo>
                  <a:close/>
                </a:path>
                <a:path w="10337800" h="482600">
                  <a:moveTo>
                    <a:pt x="6448717" y="12699"/>
                  </a:moveTo>
                  <a:lnTo>
                    <a:pt x="6429654" y="12699"/>
                  </a:lnTo>
                  <a:lnTo>
                    <a:pt x="6429654" y="0"/>
                  </a:lnTo>
                  <a:lnTo>
                    <a:pt x="6448717" y="0"/>
                  </a:lnTo>
                  <a:lnTo>
                    <a:pt x="6448717" y="12699"/>
                  </a:lnTo>
                  <a:close/>
                </a:path>
                <a:path w="10337800" h="482600">
                  <a:moveTo>
                    <a:pt x="6423304" y="12699"/>
                  </a:moveTo>
                  <a:lnTo>
                    <a:pt x="6404241" y="12699"/>
                  </a:lnTo>
                  <a:lnTo>
                    <a:pt x="6404241" y="0"/>
                  </a:lnTo>
                  <a:lnTo>
                    <a:pt x="6423304" y="0"/>
                  </a:lnTo>
                  <a:lnTo>
                    <a:pt x="6423304" y="12699"/>
                  </a:lnTo>
                  <a:close/>
                </a:path>
                <a:path w="10337800" h="482600">
                  <a:moveTo>
                    <a:pt x="6397891" y="12699"/>
                  </a:moveTo>
                  <a:lnTo>
                    <a:pt x="6378841" y="12699"/>
                  </a:lnTo>
                  <a:lnTo>
                    <a:pt x="6378841" y="0"/>
                  </a:lnTo>
                  <a:lnTo>
                    <a:pt x="6397891" y="0"/>
                  </a:lnTo>
                  <a:lnTo>
                    <a:pt x="6397891" y="12699"/>
                  </a:lnTo>
                  <a:close/>
                </a:path>
                <a:path w="10337800" h="482600">
                  <a:moveTo>
                    <a:pt x="6372491" y="12699"/>
                  </a:moveTo>
                  <a:lnTo>
                    <a:pt x="6353429" y="12699"/>
                  </a:lnTo>
                  <a:lnTo>
                    <a:pt x="6353429" y="0"/>
                  </a:lnTo>
                  <a:lnTo>
                    <a:pt x="6372491" y="0"/>
                  </a:lnTo>
                  <a:lnTo>
                    <a:pt x="6372491" y="12699"/>
                  </a:lnTo>
                  <a:close/>
                </a:path>
                <a:path w="10337800" h="482600">
                  <a:moveTo>
                    <a:pt x="6347079" y="12699"/>
                  </a:moveTo>
                  <a:lnTo>
                    <a:pt x="6328029" y="12699"/>
                  </a:lnTo>
                  <a:lnTo>
                    <a:pt x="6328029" y="0"/>
                  </a:lnTo>
                  <a:lnTo>
                    <a:pt x="6347079" y="0"/>
                  </a:lnTo>
                  <a:lnTo>
                    <a:pt x="6347079" y="12699"/>
                  </a:lnTo>
                  <a:close/>
                </a:path>
                <a:path w="10337800" h="482600">
                  <a:moveTo>
                    <a:pt x="6321666" y="12699"/>
                  </a:moveTo>
                  <a:lnTo>
                    <a:pt x="6302616" y="12699"/>
                  </a:lnTo>
                  <a:lnTo>
                    <a:pt x="6302616" y="0"/>
                  </a:lnTo>
                  <a:lnTo>
                    <a:pt x="6321666" y="0"/>
                  </a:lnTo>
                  <a:lnTo>
                    <a:pt x="6321666" y="12699"/>
                  </a:lnTo>
                  <a:close/>
                </a:path>
                <a:path w="10337800" h="482600">
                  <a:moveTo>
                    <a:pt x="6296266" y="12699"/>
                  </a:moveTo>
                  <a:lnTo>
                    <a:pt x="6277203" y="12699"/>
                  </a:lnTo>
                  <a:lnTo>
                    <a:pt x="6277203" y="0"/>
                  </a:lnTo>
                  <a:lnTo>
                    <a:pt x="6296266" y="0"/>
                  </a:lnTo>
                  <a:lnTo>
                    <a:pt x="6296266" y="12699"/>
                  </a:lnTo>
                  <a:close/>
                </a:path>
                <a:path w="10337800" h="482600">
                  <a:moveTo>
                    <a:pt x="6270853" y="12699"/>
                  </a:moveTo>
                  <a:lnTo>
                    <a:pt x="6251803" y="12699"/>
                  </a:lnTo>
                  <a:lnTo>
                    <a:pt x="6251803" y="0"/>
                  </a:lnTo>
                  <a:lnTo>
                    <a:pt x="6270853" y="0"/>
                  </a:lnTo>
                  <a:lnTo>
                    <a:pt x="6270853" y="12699"/>
                  </a:lnTo>
                  <a:close/>
                </a:path>
                <a:path w="10337800" h="482600">
                  <a:moveTo>
                    <a:pt x="6245440" y="12699"/>
                  </a:moveTo>
                  <a:lnTo>
                    <a:pt x="6226390" y="12699"/>
                  </a:lnTo>
                  <a:lnTo>
                    <a:pt x="6226390" y="0"/>
                  </a:lnTo>
                  <a:lnTo>
                    <a:pt x="6245440" y="0"/>
                  </a:lnTo>
                  <a:lnTo>
                    <a:pt x="6245440" y="12699"/>
                  </a:lnTo>
                  <a:close/>
                </a:path>
                <a:path w="10337800" h="482600">
                  <a:moveTo>
                    <a:pt x="6220040" y="12699"/>
                  </a:moveTo>
                  <a:lnTo>
                    <a:pt x="6200978" y="12699"/>
                  </a:lnTo>
                  <a:lnTo>
                    <a:pt x="6200978" y="0"/>
                  </a:lnTo>
                  <a:lnTo>
                    <a:pt x="6220040" y="0"/>
                  </a:lnTo>
                  <a:lnTo>
                    <a:pt x="6220040" y="12699"/>
                  </a:lnTo>
                  <a:close/>
                </a:path>
                <a:path w="10337800" h="482600">
                  <a:moveTo>
                    <a:pt x="6194628" y="12699"/>
                  </a:moveTo>
                  <a:lnTo>
                    <a:pt x="6175578" y="12699"/>
                  </a:lnTo>
                  <a:lnTo>
                    <a:pt x="6175578" y="0"/>
                  </a:lnTo>
                  <a:lnTo>
                    <a:pt x="6194628" y="0"/>
                  </a:lnTo>
                  <a:lnTo>
                    <a:pt x="6194628" y="12699"/>
                  </a:lnTo>
                  <a:close/>
                </a:path>
                <a:path w="10337800" h="482600">
                  <a:moveTo>
                    <a:pt x="6169228" y="12699"/>
                  </a:moveTo>
                  <a:lnTo>
                    <a:pt x="6150165" y="12699"/>
                  </a:lnTo>
                  <a:lnTo>
                    <a:pt x="6150165" y="0"/>
                  </a:lnTo>
                  <a:lnTo>
                    <a:pt x="6169228" y="0"/>
                  </a:lnTo>
                  <a:lnTo>
                    <a:pt x="6169228" y="12699"/>
                  </a:lnTo>
                  <a:close/>
                </a:path>
                <a:path w="10337800" h="482600">
                  <a:moveTo>
                    <a:pt x="6143815" y="12699"/>
                  </a:moveTo>
                  <a:lnTo>
                    <a:pt x="6124752" y="12699"/>
                  </a:lnTo>
                  <a:lnTo>
                    <a:pt x="6124752" y="0"/>
                  </a:lnTo>
                  <a:lnTo>
                    <a:pt x="6143815" y="0"/>
                  </a:lnTo>
                  <a:lnTo>
                    <a:pt x="6143815" y="12699"/>
                  </a:lnTo>
                  <a:close/>
                </a:path>
                <a:path w="10337800" h="482600">
                  <a:moveTo>
                    <a:pt x="6118402" y="12699"/>
                  </a:moveTo>
                  <a:lnTo>
                    <a:pt x="6099352" y="12699"/>
                  </a:lnTo>
                  <a:lnTo>
                    <a:pt x="6099352" y="0"/>
                  </a:lnTo>
                  <a:lnTo>
                    <a:pt x="6118402" y="0"/>
                  </a:lnTo>
                  <a:lnTo>
                    <a:pt x="6118402" y="12699"/>
                  </a:lnTo>
                  <a:close/>
                </a:path>
                <a:path w="10337800" h="482600">
                  <a:moveTo>
                    <a:pt x="6093002" y="12699"/>
                  </a:moveTo>
                  <a:lnTo>
                    <a:pt x="6073940" y="12699"/>
                  </a:lnTo>
                  <a:lnTo>
                    <a:pt x="6073940" y="0"/>
                  </a:lnTo>
                  <a:lnTo>
                    <a:pt x="6093002" y="0"/>
                  </a:lnTo>
                  <a:lnTo>
                    <a:pt x="6093002" y="12699"/>
                  </a:lnTo>
                  <a:close/>
                </a:path>
                <a:path w="10337800" h="482600">
                  <a:moveTo>
                    <a:pt x="6067590" y="12699"/>
                  </a:moveTo>
                  <a:lnTo>
                    <a:pt x="6048527" y="12699"/>
                  </a:lnTo>
                  <a:lnTo>
                    <a:pt x="6048527" y="0"/>
                  </a:lnTo>
                  <a:lnTo>
                    <a:pt x="6067590" y="0"/>
                  </a:lnTo>
                  <a:lnTo>
                    <a:pt x="6067590" y="12699"/>
                  </a:lnTo>
                  <a:close/>
                </a:path>
                <a:path w="10337800" h="482600">
                  <a:moveTo>
                    <a:pt x="6042177" y="12699"/>
                  </a:moveTo>
                  <a:lnTo>
                    <a:pt x="6023127" y="12699"/>
                  </a:lnTo>
                  <a:lnTo>
                    <a:pt x="6023127" y="0"/>
                  </a:lnTo>
                  <a:lnTo>
                    <a:pt x="6042177" y="0"/>
                  </a:lnTo>
                  <a:lnTo>
                    <a:pt x="6042177" y="12699"/>
                  </a:lnTo>
                  <a:close/>
                </a:path>
                <a:path w="10337800" h="482600">
                  <a:moveTo>
                    <a:pt x="6016777" y="12699"/>
                  </a:moveTo>
                  <a:lnTo>
                    <a:pt x="5997714" y="12699"/>
                  </a:lnTo>
                  <a:lnTo>
                    <a:pt x="5997714" y="0"/>
                  </a:lnTo>
                  <a:lnTo>
                    <a:pt x="6016777" y="0"/>
                  </a:lnTo>
                  <a:lnTo>
                    <a:pt x="6016777" y="12699"/>
                  </a:lnTo>
                  <a:close/>
                </a:path>
                <a:path w="10337800" h="482600">
                  <a:moveTo>
                    <a:pt x="5991364" y="12699"/>
                  </a:moveTo>
                  <a:lnTo>
                    <a:pt x="5972314" y="12699"/>
                  </a:lnTo>
                  <a:lnTo>
                    <a:pt x="5972314" y="0"/>
                  </a:lnTo>
                  <a:lnTo>
                    <a:pt x="5991364" y="0"/>
                  </a:lnTo>
                  <a:lnTo>
                    <a:pt x="5991364" y="12699"/>
                  </a:lnTo>
                  <a:close/>
                </a:path>
                <a:path w="10337800" h="482600">
                  <a:moveTo>
                    <a:pt x="5965952" y="12699"/>
                  </a:moveTo>
                  <a:lnTo>
                    <a:pt x="5946902" y="12699"/>
                  </a:lnTo>
                  <a:lnTo>
                    <a:pt x="5946902" y="0"/>
                  </a:lnTo>
                  <a:lnTo>
                    <a:pt x="5965952" y="0"/>
                  </a:lnTo>
                  <a:lnTo>
                    <a:pt x="5965952" y="12699"/>
                  </a:lnTo>
                  <a:close/>
                </a:path>
                <a:path w="10337800" h="482600">
                  <a:moveTo>
                    <a:pt x="5940552" y="12699"/>
                  </a:moveTo>
                  <a:lnTo>
                    <a:pt x="5921489" y="12699"/>
                  </a:lnTo>
                  <a:lnTo>
                    <a:pt x="5921489" y="0"/>
                  </a:lnTo>
                  <a:lnTo>
                    <a:pt x="5940552" y="0"/>
                  </a:lnTo>
                  <a:lnTo>
                    <a:pt x="5940552" y="12699"/>
                  </a:lnTo>
                  <a:close/>
                </a:path>
                <a:path w="10337800" h="482600">
                  <a:moveTo>
                    <a:pt x="5915139" y="12699"/>
                  </a:moveTo>
                  <a:lnTo>
                    <a:pt x="5896089" y="12699"/>
                  </a:lnTo>
                  <a:lnTo>
                    <a:pt x="5896089" y="0"/>
                  </a:lnTo>
                  <a:lnTo>
                    <a:pt x="5915139" y="0"/>
                  </a:lnTo>
                  <a:lnTo>
                    <a:pt x="5915139" y="12699"/>
                  </a:lnTo>
                  <a:close/>
                </a:path>
                <a:path w="10337800" h="482600">
                  <a:moveTo>
                    <a:pt x="5889726" y="12699"/>
                  </a:moveTo>
                  <a:lnTo>
                    <a:pt x="5870676" y="12699"/>
                  </a:lnTo>
                  <a:lnTo>
                    <a:pt x="5870676" y="0"/>
                  </a:lnTo>
                  <a:lnTo>
                    <a:pt x="5889726" y="0"/>
                  </a:lnTo>
                  <a:lnTo>
                    <a:pt x="5889726" y="12699"/>
                  </a:lnTo>
                  <a:close/>
                </a:path>
                <a:path w="10337800" h="482600">
                  <a:moveTo>
                    <a:pt x="5864326" y="12699"/>
                  </a:moveTo>
                  <a:lnTo>
                    <a:pt x="5845263" y="12699"/>
                  </a:lnTo>
                  <a:lnTo>
                    <a:pt x="5845263" y="0"/>
                  </a:lnTo>
                  <a:lnTo>
                    <a:pt x="5864326" y="0"/>
                  </a:lnTo>
                  <a:lnTo>
                    <a:pt x="5864326" y="12699"/>
                  </a:lnTo>
                  <a:close/>
                </a:path>
                <a:path w="10337800" h="482600">
                  <a:moveTo>
                    <a:pt x="5838913" y="12699"/>
                  </a:moveTo>
                  <a:lnTo>
                    <a:pt x="5819863" y="12699"/>
                  </a:lnTo>
                  <a:lnTo>
                    <a:pt x="5819863" y="0"/>
                  </a:lnTo>
                  <a:lnTo>
                    <a:pt x="5838913" y="0"/>
                  </a:lnTo>
                  <a:lnTo>
                    <a:pt x="5838913" y="12699"/>
                  </a:lnTo>
                  <a:close/>
                </a:path>
                <a:path w="10337800" h="482600">
                  <a:moveTo>
                    <a:pt x="5813513" y="12699"/>
                  </a:moveTo>
                  <a:lnTo>
                    <a:pt x="5794451" y="12699"/>
                  </a:lnTo>
                  <a:lnTo>
                    <a:pt x="5794451" y="0"/>
                  </a:lnTo>
                  <a:lnTo>
                    <a:pt x="5813513" y="0"/>
                  </a:lnTo>
                  <a:lnTo>
                    <a:pt x="5813513" y="12699"/>
                  </a:lnTo>
                  <a:close/>
                </a:path>
                <a:path w="10337800" h="482600">
                  <a:moveTo>
                    <a:pt x="5788101" y="12699"/>
                  </a:moveTo>
                  <a:lnTo>
                    <a:pt x="5769038" y="12699"/>
                  </a:lnTo>
                  <a:lnTo>
                    <a:pt x="5769038" y="0"/>
                  </a:lnTo>
                  <a:lnTo>
                    <a:pt x="5788101" y="0"/>
                  </a:lnTo>
                  <a:lnTo>
                    <a:pt x="5788101" y="12699"/>
                  </a:lnTo>
                  <a:close/>
                </a:path>
                <a:path w="10337800" h="482600">
                  <a:moveTo>
                    <a:pt x="5762688" y="12699"/>
                  </a:moveTo>
                  <a:lnTo>
                    <a:pt x="5743638" y="12699"/>
                  </a:lnTo>
                  <a:lnTo>
                    <a:pt x="5743638" y="0"/>
                  </a:lnTo>
                  <a:lnTo>
                    <a:pt x="5762688" y="0"/>
                  </a:lnTo>
                  <a:lnTo>
                    <a:pt x="5762688" y="12699"/>
                  </a:lnTo>
                  <a:close/>
                </a:path>
                <a:path w="10337800" h="482600">
                  <a:moveTo>
                    <a:pt x="5737288" y="12699"/>
                  </a:moveTo>
                  <a:lnTo>
                    <a:pt x="5718225" y="12699"/>
                  </a:lnTo>
                  <a:lnTo>
                    <a:pt x="5718225" y="0"/>
                  </a:lnTo>
                  <a:lnTo>
                    <a:pt x="5737288" y="0"/>
                  </a:lnTo>
                  <a:lnTo>
                    <a:pt x="5737288" y="12699"/>
                  </a:lnTo>
                  <a:close/>
                </a:path>
                <a:path w="10337800" h="482600">
                  <a:moveTo>
                    <a:pt x="5711875" y="12699"/>
                  </a:moveTo>
                  <a:lnTo>
                    <a:pt x="5692825" y="12699"/>
                  </a:lnTo>
                  <a:lnTo>
                    <a:pt x="5692825" y="0"/>
                  </a:lnTo>
                  <a:lnTo>
                    <a:pt x="5711875" y="0"/>
                  </a:lnTo>
                  <a:lnTo>
                    <a:pt x="5711875" y="12699"/>
                  </a:lnTo>
                  <a:close/>
                </a:path>
                <a:path w="10337800" h="482600">
                  <a:moveTo>
                    <a:pt x="5686463" y="12699"/>
                  </a:moveTo>
                  <a:lnTo>
                    <a:pt x="5667413" y="12699"/>
                  </a:lnTo>
                  <a:lnTo>
                    <a:pt x="5667413" y="0"/>
                  </a:lnTo>
                  <a:lnTo>
                    <a:pt x="5686463" y="0"/>
                  </a:lnTo>
                  <a:lnTo>
                    <a:pt x="5686463" y="12699"/>
                  </a:lnTo>
                  <a:close/>
                </a:path>
                <a:path w="10337800" h="482600">
                  <a:moveTo>
                    <a:pt x="5661063" y="12699"/>
                  </a:moveTo>
                  <a:lnTo>
                    <a:pt x="5642000" y="12699"/>
                  </a:lnTo>
                  <a:lnTo>
                    <a:pt x="5642000" y="0"/>
                  </a:lnTo>
                  <a:lnTo>
                    <a:pt x="5661063" y="0"/>
                  </a:lnTo>
                  <a:lnTo>
                    <a:pt x="5661063" y="12699"/>
                  </a:lnTo>
                  <a:close/>
                </a:path>
                <a:path w="10337800" h="482600">
                  <a:moveTo>
                    <a:pt x="5635650" y="12699"/>
                  </a:moveTo>
                  <a:lnTo>
                    <a:pt x="5616600" y="12699"/>
                  </a:lnTo>
                  <a:lnTo>
                    <a:pt x="5616600" y="0"/>
                  </a:lnTo>
                  <a:lnTo>
                    <a:pt x="5635650" y="0"/>
                  </a:lnTo>
                  <a:lnTo>
                    <a:pt x="5635650" y="12699"/>
                  </a:lnTo>
                  <a:close/>
                </a:path>
                <a:path w="10337800" h="482600">
                  <a:moveTo>
                    <a:pt x="5610237" y="12699"/>
                  </a:moveTo>
                  <a:lnTo>
                    <a:pt x="5591187" y="12699"/>
                  </a:lnTo>
                  <a:lnTo>
                    <a:pt x="5591187" y="0"/>
                  </a:lnTo>
                  <a:lnTo>
                    <a:pt x="5610237" y="0"/>
                  </a:lnTo>
                  <a:lnTo>
                    <a:pt x="5610237" y="12699"/>
                  </a:lnTo>
                  <a:close/>
                </a:path>
                <a:path w="10337800" h="482600">
                  <a:moveTo>
                    <a:pt x="5584837" y="12699"/>
                  </a:moveTo>
                  <a:lnTo>
                    <a:pt x="5565775" y="12699"/>
                  </a:lnTo>
                  <a:lnTo>
                    <a:pt x="5565775" y="0"/>
                  </a:lnTo>
                  <a:lnTo>
                    <a:pt x="5584837" y="0"/>
                  </a:lnTo>
                  <a:lnTo>
                    <a:pt x="5584837" y="12699"/>
                  </a:lnTo>
                  <a:close/>
                </a:path>
                <a:path w="10337800" h="482600">
                  <a:moveTo>
                    <a:pt x="5559425" y="12699"/>
                  </a:moveTo>
                  <a:lnTo>
                    <a:pt x="5540375" y="12699"/>
                  </a:lnTo>
                  <a:lnTo>
                    <a:pt x="5540375" y="0"/>
                  </a:lnTo>
                  <a:lnTo>
                    <a:pt x="5559425" y="0"/>
                  </a:lnTo>
                  <a:lnTo>
                    <a:pt x="5559425" y="12699"/>
                  </a:lnTo>
                  <a:close/>
                </a:path>
                <a:path w="10337800" h="482600">
                  <a:moveTo>
                    <a:pt x="5534025" y="12699"/>
                  </a:moveTo>
                  <a:lnTo>
                    <a:pt x="5514962" y="12699"/>
                  </a:lnTo>
                  <a:lnTo>
                    <a:pt x="5514962" y="0"/>
                  </a:lnTo>
                  <a:lnTo>
                    <a:pt x="5534025" y="0"/>
                  </a:lnTo>
                  <a:lnTo>
                    <a:pt x="5534025" y="12699"/>
                  </a:lnTo>
                  <a:close/>
                </a:path>
                <a:path w="10337800" h="482600">
                  <a:moveTo>
                    <a:pt x="5508612" y="12699"/>
                  </a:moveTo>
                  <a:lnTo>
                    <a:pt x="5489549" y="12699"/>
                  </a:lnTo>
                  <a:lnTo>
                    <a:pt x="5489549" y="0"/>
                  </a:lnTo>
                  <a:lnTo>
                    <a:pt x="5508612" y="0"/>
                  </a:lnTo>
                  <a:lnTo>
                    <a:pt x="5508612" y="12699"/>
                  </a:lnTo>
                  <a:close/>
                </a:path>
                <a:path w="10337800" h="482600">
                  <a:moveTo>
                    <a:pt x="5483199" y="12699"/>
                  </a:moveTo>
                  <a:lnTo>
                    <a:pt x="5464149" y="12699"/>
                  </a:lnTo>
                  <a:lnTo>
                    <a:pt x="5464149" y="0"/>
                  </a:lnTo>
                  <a:lnTo>
                    <a:pt x="5483199" y="0"/>
                  </a:lnTo>
                  <a:lnTo>
                    <a:pt x="5483199" y="12699"/>
                  </a:lnTo>
                  <a:close/>
                </a:path>
                <a:path w="10337800" h="482600">
                  <a:moveTo>
                    <a:pt x="5457799" y="12699"/>
                  </a:moveTo>
                  <a:lnTo>
                    <a:pt x="5438736" y="12699"/>
                  </a:lnTo>
                  <a:lnTo>
                    <a:pt x="5438736" y="0"/>
                  </a:lnTo>
                  <a:lnTo>
                    <a:pt x="5457799" y="0"/>
                  </a:lnTo>
                  <a:lnTo>
                    <a:pt x="5457799" y="12699"/>
                  </a:lnTo>
                  <a:close/>
                </a:path>
                <a:path w="10337800" h="482600">
                  <a:moveTo>
                    <a:pt x="5432386" y="12699"/>
                  </a:moveTo>
                  <a:lnTo>
                    <a:pt x="5413324" y="12699"/>
                  </a:lnTo>
                  <a:lnTo>
                    <a:pt x="5413324" y="0"/>
                  </a:lnTo>
                  <a:lnTo>
                    <a:pt x="5432386" y="0"/>
                  </a:lnTo>
                  <a:lnTo>
                    <a:pt x="5432386" y="12699"/>
                  </a:lnTo>
                  <a:close/>
                </a:path>
                <a:path w="10337800" h="482600">
                  <a:moveTo>
                    <a:pt x="5406974" y="12699"/>
                  </a:moveTo>
                  <a:lnTo>
                    <a:pt x="5387924" y="12699"/>
                  </a:lnTo>
                  <a:lnTo>
                    <a:pt x="5387924" y="0"/>
                  </a:lnTo>
                  <a:lnTo>
                    <a:pt x="5406974" y="0"/>
                  </a:lnTo>
                  <a:lnTo>
                    <a:pt x="5406974" y="12699"/>
                  </a:lnTo>
                  <a:close/>
                </a:path>
                <a:path w="10337800" h="482600">
                  <a:moveTo>
                    <a:pt x="5381574" y="12699"/>
                  </a:moveTo>
                  <a:lnTo>
                    <a:pt x="5362511" y="12699"/>
                  </a:lnTo>
                  <a:lnTo>
                    <a:pt x="5362511" y="0"/>
                  </a:lnTo>
                  <a:lnTo>
                    <a:pt x="5381574" y="0"/>
                  </a:lnTo>
                  <a:lnTo>
                    <a:pt x="5381574" y="12699"/>
                  </a:lnTo>
                  <a:close/>
                </a:path>
                <a:path w="10337800" h="482600">
                  <a:moveTo>
                    <a:pt x="5356161" y="12699"/>
                  </a:moveTo>
                  <a:lnTo>
                    <a:pt x="5337111" y="12699"/>
                  </a:lnTo>
                  <a:lnTo>
                    <a:pt x="5337111" y="0"/>
                  </a:lnTo>
                  <a:lnTo>
                    <a:pt x="5356161" y="0"/>
                  </a:lnTo>
                  <a:lnTo>
                    <a:pt x="5356161" y="12699"/>
                  </a:lnTo>
                  <a:close/>
                </a:path>
                <a:path w="10337800" h="482600">
                  <a:moveTo>
                    <a:pt x="5330748" y="12699"/>
                  </a:moveTo>
                  <a:lnTo>
                    <a:pt x="5311698" y="12699"/>
                  </a:lnTo>
                  <a:lnTo>
                    <a:pt x="5311698" y="0"/>
                  </a:lnTo>
                  <a:lnTo>
                    <a:pt x="5330748" y="0"/>
                  </a:lnTo>
                  <a:lnTo>
                    <a:pt x="5330748" y="12699"/>
                  </a:lnTo>
                  <a:close/>
                </a:path>
                <a:path w="10337800" h="482600">
                  <a:moveTo>
                    <a:pt x="5305348" y="12699"/>
                  </a:moveTo>
                  <a:lnTo>
                    <a:pt x="5286286" y="12699"/>
                  </a:lnTo>
                  <a:lnTo>
                    <a:pt x="5286286" y="0"/>
                  </a:lnTo>
                  <a:lnTo>
                    <a:pt x="5305348" y="0"/>
                  </a:lnTo>
                  <a:lnTo>
                    <a:pt x="5305348" y="12699"/>
                  </a:lnTo>
                  <a:close/>
                </a:path>
                <a:path w="10337800" h="482600">
                  <a:moveTo>
                    <a:pt x="5279936" y="12699"/>
                  </a:moveTo>
                  <a:lnTo>
                    <a:pt x="5260886" y="12699"/>
                  </a:lnTo>
                  <a:lnTo>
                    <a:pt x="5260886" y="0"/>
                  </a:lnTo>
                  <a:lnTo>
                    <a:pt x="5279936" y="0"/>
                  </a:lnTo>
                  <a:lnTo>
                    <a:pt x="5279936" y="12699"/>
                  </a:lnTo>
                  <a:close/>
                </a:path>
                <a:path w="10337800" h="482600">
                  <a:moveTo>
                    <a:pt x="5254523" y="12699"/>
                  </a:moveTo>
                  <a:lnTo>
                    <a:pt x="5235473" y="12699"/>
                  </a:lnTo>
                  <a:lnTo>
                    <a:pt x="5235473" y="0"/>
                  </a:lnTo>
                  <a:lnTo>
                    <a:pt x="5254523" y="0"/>
                  </a:lnTo>
                  <a:lnTo>
                    <a:pt x="5254523" y="12699"/>
                  </a:lnTo>
                  <a:close/>
                </a:path>
                <a:path w="10337800" h="482600">
                  <a:moveTo>
                    <a:pt x="5229123" y="12699"/>
                  </a:moveTo>
                  <a:lnTo>
                    <a:pt x="5210060" y="12699"/>
                  </a:lnTo>
                  <a:lnTo>
                    <a:pt x="5210060" y="0"/>
                  </a:lnTo>
                  <a:lnTo>
                    <a:pt x="5229123" y="0"/>
                  </a:lnTo>
                  <a:lnTo>
                    <a:pt x="5229123" y="12699"/>
                  </a:lnTo>
                  <a:close/>
                </a:path>
                <a:path w="10337800" h="482600">
                  <a:moveTo>
                    <a:pt x="5203710" y="12699"/>
                  </a:moveTo>
                  <a:lnTo>
                    <a:pt x="5184660" y="12699"/>
                  </a:lnTo>
                  <a:lnTo>
                    <a:pt x="5184660" y="0"/>
                  </a:lnTo>
                  <a:lnTo>
                    <a:pt x="5203710" y="0"/>
                  </a:lnTo>
                  <a:lnTo>
                    <a:pt x="5203710" y="12699"/>
                  </a:lnTo>
                  <a:close/>
                </a:path>
                <a:path w="10337800" h="482600">
                  <a:moveTo>
                    <a:pt x="5178310" y="12699"/>
                  </a:moveTo>
                  <a:lnTo>
                    <a:pt x="5159248" y="12699"/>
                  </a:lnTo>
                  <a:lnTo>
                    <a:pt x="5159248" y="0"/>
                  </a:lnTo>
                  <a:lnTo>
                    <a:pt x="5178310" y="0"/>
                  </a:lnTo>
                  <a:lnTo>
                    <a:pt x="5178310" y="12699"/>
                  </a:lnTo>
                  <a:close/>
                </a:path>
                <a:path w="10337800" h="482600">
                  <a:moveTo>
                    <a:pt x="5152898" y="12699"/>
                  </a:moveTo>
                  <a:lnTo>
                    <a:pt x="5133835" y="12699"/>
                  </a:lnTo>
                  <a:lnTo>
                    <a:pt x="5133835" y="0"/>
                  </a:lnTo>
                  <a:lnTo>
                    <a:pt x="5152898" y="0"/>
                  </a:lnTo>
                  <a:lnTo>
                    <a:pt x="5152898" y="12699"/>
                  </a:lnTo>
                  <a:close/>
                </a:path>
                <a:path w="10337800" h="482600">
                  <a:moveTo>
                    <a:pt x="5127485" y="12699"/>
                  </a:moveTo>
                  <a:lnTo>
                    <a:pt x="5108435" y="12699"/>
                  </a:lnTo>
                  <a:lnTo>
                    <a:pt x="5108435" y="0"/>
                  </a:lnTo>
                  <a:lnTo>
                    <a:pt x="5127485" y="0"/>
                  </a:lnTo>
                  <a:lnTo>
                    <a:pt x="5127485" y="12699"/>
                  </a:lnTo>
                  <a:close/>
                </a:path>
                <a:path w="10337800" h="482600">
                  <a:moveTo>
                    <a:pt x="5102085" y="12699"/>
                  </a:moveTo>
                  <a:lnTo>
                    <a:pt x="5083022" y="12699"/>
                  </a:lnTo>
                  <a:lnTo>
                    <a:pt x="5083022" y="0"/>
                  </a:lnTo>
                  <a:lnTo>
                    <a:pt x="5102085" y="0"/>
                  </a:lnTo>
                  <a:lnTo>
                    <a:pt x="5102085" y="12699"/>
                  </a:lnTo>
                  <a:close/>
                </a:path>
                <a:path w="10337800" h="482600">
                  <a:moveTo>
                    <a:pt x="5076672" y="12699"/>
                  </a:moveTo>
                  <a:lnTo>
                    <a:pt x="5057609" y="12699"/>
                  </a:lnTo>
                  <a:lnTo>
                    <a:pt x="5057609" y="0"/>
                  </a:lnTo>
                  <a:lnTo>
                    <a:pt x="5076672" y="0"/>
                  </a:lnTo>
                  <a:lnTo>
                    <a:pt x="5076672" y="12699"/>
                  </a:lnTo>
                  <a:close/>
                </a:path>
                <a:path w="10337800" h="482600">
                  <a:moveTo>
                    <a:pt x="5051259" y="12699"/>
                  </a:moveTo>
                  <a:lnTo>
                    <a:pt x="5032209" y="12699"/>
                  </a:lnTo>
                  <a:lnTo>
                    <a:pt x="5032209" y="0"/>
                  </a:lnTo>
                  <a:lnTo>
                    <a:pt x="5051259" y="0"/>
                  </a:lnTo>
                  <a:lnTo>
                    <a:pt x="5051259" y="12699"/>
                  </a:lnTo>
                  <a:close/>
                </a:path>
                <a:path w="10337800" h="482600">
                  <a:moveTo>
                    <a:pt x="5025859" y="12699"/>
                  </a:moveTo>
                  <a:lnTo>
                    <a:pt x="5006797" y="12699"/>
                  </a:lnTo>
                  <a:lnTo>
                    <a:pt x="5006797" y="0"/>
                  </a:lnTo>
                  <a:lnTo>
                    <a:pt x="5025859" y="0"/>
                  </a:lnTo>
                  <a:lnTo>
                    <a:pt x="5025859" y="12699"/>
                  </a:lnTo>
                  <a:close/>
                </a:path>
                <a:path w="10337800" h="482600">
                  <a:moveTo>
                    <a:pt x="5000447" y="12699"/>
                  </a:moveTo>
                  <a:lnTo>
                    <a:pt x="4981397" y="12699"/>
                  </a:lnTo>
                  <a:lnTo>
                    <a:pt x="4981397" y="0"/>
                  </a:lnTo>
                  <a:lnTo>
                    <a:pt x="5000447" y="0"/>
                  </a:lnTo>
                  <a:lnTo>
                    <a:pt x="5000447" y="12699"/>
                  </a:lnTo>
                  <a:close/>
                </a:path>
                <a:path w="10337800" h="482600">
                  <a:moveTo>
                    <a:pt x="4975034" y="12699"/>
                  </a:moveTo>
                  <a:lnTo>
                    <a:pt x="4955984" y="12699"/>
                  </a:lnTo>
                  <a:lnTo>
                    <a:pt x="4955984" y="0"/>
                  </a:lnTo>
                  <a:lnTo>
                    <a:pt x="4975034" y="0"/>
                  </a:lnTo>
                  <a:lnTo>
                    <a:pt x="4975034" y="12699"/>
                  </a:lnTo>
                  <a:close/>
                </a:path>
                <a:path w="10337800" h="482600">
                  <a:moveTo>
                    <a:pt x="4949634" y="12699"/>
                  </a:moveTo>
                  <a:lnTo>
                    <a:pt x="4930571" y="12699"/>
                  </a:lnTo>
                  <a:lnTo>
                    <a:pt x="4930571" y="0"/>
                  </a:lnTo>
                  <a:lnTo>
                    <a:pt x="4949634" y="0"/>
                  </a:lnTo>
                  <a:lnTo>
                    <a:pt x="4949634" y="12699"/>
                  </a:lnTo>
                  <a:close/>
                </a:path>
                <a:path w="10337800" h="482600">
                  <a:moveTo>
                    <a:pt x="4924221" y="12699"/>
                  </a:moveTo>
                  <a:lnTo>
                    <a:pt x="4905171" y="12699"/>
                  </a:lnTo>
                  <a:lnTo>
                    <a:pt x="4905171" y="0"/>
                  </a:lnTo>
                  <a:lnTo>
                    <a:pt x="4924221" y="0"/>
                  </a:lnTo>
                  <a:lnTo>
                    <a:pt x="4924221" y="12699"/>
                  </a:lnTo>
                  <a:close/>
                </a:path>
                <a:path w="10337800" h="482600">
                  <a:moveTo>
                    <a:pt x="4898809" y="12699"/>
                  </a:moveTo>
                  <a:lnTo>
                    <a:pt x="4879759" y="12699"/>
                  </a:lnTo>
                  <a:lnTo>
                    <a:pt x="4879759" y="0"/>
                  </a:lnTo>
                  <a:lnTo>
                    <a:pt x="4898809" y="0"/>
                  </a:lnTo>
                  <a:lnTo>
                    <a:pt x="4898809" y="12699"/>
                  </a:lnTo>
                  <a:close/>
                </a:path>
                <a:path w="10337800" h="482600">
                  <a:moveTo>
                    <a:pt x="4873409" y="12699"/>
                  </a:moveTo>
                  <a:lnTo>
                    <a:pt x="4854346" y="12699"/>
                  </a:lnTo>
                  <a:lnTo>
                    <a:pt x="4854346" y="0"/>
                  </a:lnTo>
                  <a:lnTo>
                    <a:pt x="4873409" y="0"/>
                  </a:lnTo>
                  <a:lnTo>
                    <a:pt x="4873409" y="12699"/>
                  </a:lnTo>
                  <a:close/>
                </a:path>
                <a:path w="10337800" h="482600">
                  <a:moveTo>
                    <a:pt x="4847996" y="12699"/>
                  </a:moveTo>
                  <a:lnTo>
                    <a:pt x="4828946" y="12699"/>
                  </a:lnTo>
                  <a:lnTo>
                    <a:pt x="4828946" y="0"/>
                  </a:lnTo>
                  <a:lnTo>
                    <a:pt x="4847996" y="0"/>
                  </a:lnTo>
                  <a:lnTo>
                    <a:pt x="4847996" y="12699"/>
                  </a:lnTo>
                  <a:close/>
                </a:path>
                <a:path w="10337800" h="482600">
                  <a:moveTo>
                    <a:pt x="4822596" y="12699"/>
                  </a:moveTo>
                  <a:lnTo>
                    <a:pt x="4803533" y="12699"/>
                  </a:lnTo>
                  <a:lnTo>
                    <a:pt x="4803533" y="0"/>
                  </a:lnTo>
                  <a:lnTo>
                    <a:pt x="4822596" y="0"/>
                  </a:lnTo>
                  <a:lnTo>
                    <a:pt x="4822596" y="12699"/>
                  </a:lnTo>
                  <a:close/>
                </a:path>
                <a:path w="10337800" h="482600">
                  <a:moveTo>
                    <a:pt x="4797183" y="12699"/>
                  </a:moveTo>
                  <a:lnTo>
                    <a:pt x="4778121" y="12699"/>
                  </a:lnTo>
                  <a:lnTo>
                    <a:pt x="4778121" y="0"/>
                  </a:lnTo>
                  <a:lnTo>
                    <a:pt x="4797183" y="0"/>
                  </a:lnTo>
                  <a:lnTo>
                    <a:pt x="4797183" y="12699"/>
                  </a:lnTo>
                  <a:close/>
                </a:path>
                <a:path w="10337800" h="482600">
                  <a:moveTo>
                    <a:pt x="4771771" y="12699"/>
                  </a:moveTo>
                  <a:lnTo>
                    <a:pt x="4752721" y="12699"/>
                  </a:lnTo>
                  <a:lnTo>
                    <a:pt x="4752721" y="0"/>
                  </a:lnTo>
                  <a:lnTo>
                    <a:pt x="4771771" y="0"/>
                  </a:lnTo>
                  <a:lnTo>
                    <a:pt x="4771771" y="12699"/>
                  </a:lnTo>
                  <a:close/>
                </a:path>
                <a:path w="10337800" h="482600">
                  <a:moveTo>
                    <a:pt x="4746371" y="12699"/>
                  </a:moveTo>
                  <a:lnTo>
                    <a:pt x="4727308" y="12699"/>
                  </a:lnTo>
                  <a:lnTo>
                    <a:pt x="4727308" y="0"/>
                  </a:lnTo>
                  <a:lnTo>
                    <a:pt x="4746371" y="0"/>
                  </a:lnTo>
                  <a:lnTo>
                    <a:pt x="4746371" y="12699"/>
                  </a:lnTo>
                  <a:close/>
                </a:path>
                <a:path w="10337800" h="482600">
                  <a:moveTo>
                    <a:pt x="4720958" y="12699"/>
                  </a:moveTo>
                  <a:lnTo>
                    <a:pt x="4701895" y="12699"/>
                  </a:lnTo>
                  <a:lnTo>
                    <a:pt x="4701895" y="0"/>
                  </a:lnTo>
                  <a:lnTo>
                    <a:pt x="4720958" y="0"/>
                  </a:lnTo>
                  <a:lnTo>
                    <a:pt x="4720958" y="12699"/>
                  </a:lnTo>
                  <a:close/>
                </a:path>
                <a:path w="10337800" h="482600">
                  <a:moveTo>
                    <a:pt x="4695545" y="12699"/>
                  </a:moveTo>
                  <a:lnTo>
                    <a:pt x="4676495" y="12699"/>
                  </a:lnTo>
                  <a:lnTo>
                    <a:pt x="4676495" y="0"/>
                  </a:lnTo>
                  <a:lnTo>
                    <a:pt x="4695545" y="0"/>
                  </a:lnTo>
                  <a:lnTo>
                    <a:pt x="4695545" y="12699"/>
                  </a:lnTo>
                  <a:close/>
                </a:path>
                <a:path w="10337800" h="482600">
                  <a:moveTo>
                    <a:pt x="4670145" y="12699"/>
                  </a:moveTo>
                  <a:lnTo>
                    <a:pt x="4651082" y="12699"/>
                  </a:lnTo>
                  <a:lnTo>
                    <a:pt x="4651082" y="0"/>
                  </a:lnTo>
                  <a:lnTo>
                    <a:pt x="4670145" y="0"/>
                  </a:lnTo>
                  <a:lnTo>
                    <a:pt x="4670145" y="12699"/>
                  </a:lnTo>
                  <a:close/>
                </a:path>
                <a:path w="10337800" h="482600">
                  <a:moveTo>
                    <a:pt x="4644732" y="12699"/>
                  </a:moveTo>
                  <a:lnTo>
                    <a:pt x="4625682" y="12699"/>
                  </a:lnTo>
                  <a:lnTo>
                    <a:pt x="4625682" y="0"/>
                  </a:lnTo>
                  <a:lnTo>
                    <a:pt x="4644732" y="0"/>
                  </a:lnTo>
                  <a:lnTo>
                    <a:pt x="4644732" y="12699"/>
                  </a:lnTo>
                  <a:close/>
                </a:path>
                <a:path w="10337800" h="482600">
                  <a:moveTo>
                    <a:pt x="4619320" y="12699"/>
                  </a:moveTo>
                  <a:lnTo>
                    <a:pt x="4600270" y="12699"/>
                  </a:lnTo>
                  <a:lnTo>
                    <a:pt x="4600270" y="0"/>
                  </a:lnTo>
                  <a:lnTo>
                    <a:pt x="4619320" y="0"/>
                  </a:lnTo>
                  <a:lnTo>
                    <a:pt x="4619320" y="12699"/>
                  </a:lnTo>
                  <a:close/>
                </a:path>
                <a:path w="10337800" h="482600">
                  <a:moveTo>
                    <a:pt x="4593920" y="12699"/>
                  </a:moveTo>
                  <a:lnTo>
                    <a:pt x="4574857" y="12699"/>
                  </a:lnTo>
                  <a:lnTo>
                    <a:pt x="4574857" y="0"/>
                  </a:lnTo>
                  <a:lnTo>
                    <a:pt x="4593920" y="0"/>
                  </a:lnTo>
                  <a:lnTo>
                    <a:pt x="4593920" y="12699"/>
                  </a:lnTo>
                  <a:close/>
                </a:path>
                <a:path w="10337800" h="482600">
                  <a:moveTo>
                    <a:pt x="4568507" y="12699"/>
                  </a:moveTo>
                  <a:lnTo>
                    <a:pt x="4549457" y="12699"/>
                  </a:lnTo>
                  <a:lnTo>
                    <a:pt x="4549457" y="0"/>
                  </a:lnTo>
                  <a:lnTo>
                    <a:pt x="4568507" y="0"/>
                  </a:lnTo>
                  <a:lnTo>
                    <a:pt x="4568507" y="12699"/>
                  </a:lnTo>
                  <a:close/>
                </a:path>
                <a:path w="10337800" h="482600">
                  <a:moveTo>
                    <a:pt x="4543094" y="12699"/>
                  </a:moveTo>
                  <a:lnTo>
                    <a:pt x="4524044" y="12699"/>
                  </a:lnTo>
                  <a:lnTo>
                    <a:pt x="4524044" y="0"/>
                  </a:lnTo>
                  <a:lnTo>
                    <a:pt x="4543094" y="0"/>
                  </a:lnTo>
                  <a:lnTo>
                    <a:pt x="4543094" y="12699"/>
                  </a:lnTo>
                  <a:close/>
                </a:path>
                <a:path w="10337800" h="482600">
                  <a:moveTo>
                    <a:pt x="4517694" y="12699"/>
                  </a:moveTo>
                  <a:lnTo>
                    <a:pt x="4498632" y="12699"/>
                  </a:lnTo>
                  <a:lnTo>
                    <a:pt x="4498632" y="0"/>
                  </a:lnTo>
                  <a:lnTo>
                    <a:pt x="4517694" y="0"/>
                  </a:lnTo>
                  <a:lnTo>
                    <a:pt x="4517694" y="12699"/>
                  </a:lnTo>
                  <a:close/>
                </a:path>
                <a:path w="10337800" h="482600">
                  <a:moveTo>
                    <a:pt x="4492282" y="12699"/>
                  </a:moveTo>
                  <a:lnTo>
                    <a:pt x="4473232" y="12699"/>
                  </a:lnTo>
                  <a:lnTo>
                    <a:pt x="4473232" y="0"/>
                  </a:lnTo>
                  <a:lnTo>
                    <a:pt x="4492282" y="0"/>
                  </a:lnTo>
                  <a:lnTo>
                    <a:pt x="4492282" y="12699"/>
                  </a:lnTo>
                  <a:close/>
                </a:path>
                <a:path w="10337800" h="482600">
                  <a:moveTo>
                    <a:pt x="4466882" y="12699"/>
                  </a:moveTo>
                  <a:lnTo>
                    <a:pt x="4447819" y="12699"/>
                  </a:lnTo>
                  <a:lnTo>
                    <a:pt x="4447819" y="0"/>
                  </a:lnTo>
                  <a:lnTo>
                    <a:pt x="4466882" y="0"/>
                  </a:lnTo>
                  <a:lnTo>
                    <a:pt x="4466882" y="12699"/>
                  </a:lnTo>
                  <a:close/>
                </a:path>
                <a:path w="10337800" h="482600">
                  <a:moveTo>
                    <a:pt x="4441469" y="12699"/>
                  </a:moveTo>
                  <a:lnTo>
                    <a:pt x="4422406" y="12699"/>
                  </a:lnTo>
                  <a:lnTo>
                    <a:pt x="4422406" y="0"/>
                  </a:lnTo>
                  <a:lnTo>
                    <a:pt x="4441469" y="0"/>
                  </a:lnTo>
                  <a:lnTo>
                    <a:pt x="4441469" y="12699"/>
                  </a:lnTo>
                  <a:close/>
                </a:path>
                <a:path w="10337800" h="482600">
                  <a:moveTo>
                    <a:pt x="4416056" y="12699"/>
                  </a:moveTo>
                  <a:lnTo>
                    <a:pt x="4397006" y="12699"/>
                  </a:lnTo>
                  <a:lnTo>
                    <a:pt x="4397006" y="0"/>
                  </a:lnTo>
                  <a:lnTo>
                    <a:pt x="4416056" y="0"/>
                  </a:lnTo>
                  <a:lnTo>
                    <a:pt x="4416056" y="12699"/>
                  </a:lnTo>
                  <a:close/>
                </a:path>
                <a:path w="10337800" h="482600">
                  <a:moveTo>
                    <a:pt x="4390656" y="12699"/>
                  </a:moveTo>
                  <a:lnTo>
                    <a:pt x="4371594" y="12699"/>
                  </a:lnTo>
                  <a:lnTo>
                    <a:pt x="4371594" y="0"/>
                  </a:lnTo>
                  <a:lnTo>
                    <a:pt x="4390656" y="0"/>
                  </a:lnTo>
                  <a:lnTo>
                    <a:pt x="4390656" y="12699"/>
                  </a:lnTo>
                  <a:close/>
                </a:path>
                <a:path w="10337800" h="482600">
                  <a:moveTo>
                    <a:pt x="4365244" y="12699"/>
                  </a:moveTo>
                  <a:lnTo>
                    <a:pt x="4346194" y="12699"/>
                  </a:lnTo>
                  <a:lnTo>
                    <a:pt x="4346194" y="0"/>
                  </a:lnTo>
                  <a:lnTo>
                    <a:pt x="4365244" y="0"/>
                  </a:lnTo>
                  <a:lnTo>
                    <a:pt x="4365244" y="12699"/>
                  </a:lnTo>
                  <a:close/>
                </a:path>
                <a:path w="10337800" h="482600">
                  <a:moveTo>
                    <a:pt x="4339831" y="12699"/>
                  </a:moveTo>
                  <a:lnTo>
                    <a:pt x="4320781" y="12699"/>
                  </a:lnTo>
                  <a:lnTo>
                    <a:pt x="4320781" y="0"/>
                  </a:lnTo>
                  <a:lnTo>
                    <a:pt x="4339831" y="0"/>
                  </a:lnTo>
                  <a:lnTo>
                    <a:pt x="4339831" y="12699"/>
                  </a:lnTo>
                  <a:close/>
                </a:path>
                <a:path w="10337800" h="482600">
                  <a:moveTo>
                    <a:pt x="4314431" y="12699"/>
                  </a:moveTo>
                  <a:lnTo>
                    <a:pt x="4295368" y="12699"/>
                  </a:lnTo>
                  <a:lnTo>
                    <a:pt x="4295368" y="0"/>
                  </a:lnTo>
                  <a:lnTo>
                    <a:pt x="4314431" y="0"/>
                  </a:lnTo>
                  <a:lnTo>
                    <a:pt x="4314431" y="12699"/>
                  </a:lnTo>
                  <a:close/>
                </a:path>
                <a:path w="10337800" h="482600">
                  <a:moveTo>
                    <a:pt x="4289018" y="12699"/>
                  </a:moveTo>
                  <a:lnTo>
                    <a:pt x="4269968" y="12699"/>
                  </a:lnTo>
                  <a:lnTo>
                    <a:pt x="4269968" y="0"/>
                  </a:lnTo>
                  <a:lnTo>
                    <a:pt x="4289018" y="0"/>
                  </a:lnTo>
                  <a:lnTo>
                    <a:pt x="4289018" y="12699"/>
                  </a:lnTo>
                  <a:close/>
                </a:path>
                <a:path w="10337800" h="482600">
                  <a:moveTo>
                    <a:pt x="4263605" y="12699"/>
                  </a:moveTo>
                  <a:lnTo>
                    <a:pt x="4244555" y="12699"/>
                  </a:lnTo>
                  <a:lnTo>
                    <a:pt x="4244555" y="0"/>
                  </a:lnTo>
                  <a:lnTo>
                    <a:pt x="4263605" y="0"/>
                  </a:lnTo>
                  <a:lnTo>
                    <a:pt x="4263605" y="12699"/>
                  </a:lnTo>
                  <a:close/>
                </a:path>
                <a:path w="10337800" h="482600">
                  <a:moveTo>
                    <a:pt x="4238205" y="12699"/>
                  </a:moveTo>
                  <a:lnTo>
                    <a:pt x="4219143" y="12699"/>
                  </a:lnTo>
                  <a:lnTo>
                    <a:pt x="4219143" y="0"/>
                  </a:lnTo>
                  <a:lnTo>
                    <a:pt x="4238205" y="0"/>
                  </a:lnTo>
                  <a:lnTo>
                    <a:pt x="4238205" y="12699"/>
                  </a:lnTo>
                  <a:close/>
                </a:path>
                <a:path w="10337800" h="482600">
                  <a:moveTo>
                    <a:pt x="4212793" y="12699"/>
                  </a:moveTo>
                  <a:lnTo>
                    <a:pt x="4193743" y="12699"/>
                  </a:lnTo>
                  <a:lnTo>
                    <a:pt x="4193743" y="0"/>
                  </a:lnTo>
                  <a:lnTo>
                    <a:pt x="4212793" y="0"/>
                  </a:lnTo>
                  <a:lnTo>
                    <a:pt x="4212793" y="12699"/>
                  </a:lnTo>
                  <a:close/>
                </a:path>
                <a:path w="10337800" h="482600">
                  <a:moveTo>
                    <a:pt x="4187393" y="12699"/>
                  </a:moveTo>
                  <a:lnTo>
                    <a:pt x="4168330" y="12699"/>
                  </a:lnTo>
                  <a:lnTo>
                    <a:pt x="4168330" y="0"/>
                  </a:lnTo>
                  <a:lnTo>
                    <a:pt x="4187393" y="0"/>
                  </a:lnTo>
                  <a:lnTo>
                    <a:pt x="4187393" y="12699"/>
                  </a:lnTo>
                  <a:close/>
                </a:path>
                <a:path w="10337800" h="482600">
                  <a:moveTo>
                    <a:pt x="4161980" y="12699"/>
                  </a:moveTo>
                  <a:lnTo>
                    <a:pt x="4142917" y="12699"/>
                  </a:lnTo>
                  <a:lnTo>
                    <a:pt x="4142917" y="0"/>
                  </a:lnTo>
                  <a:lnTo>
                    <a:pt x="4161980" y="0"/>
                  </a:lnTo>
                  <a:lnTo>
                    <a:pt x="4161980" y="12699"/>
                  </a:lnTo>
                  <a:close/>
                </a:path>
                <a:path w="10337800" h="482600">
                  <a:moveTo>
                    <a:pt x="4136567" y="12699"/>
                  </a:moveTo>
                  <a:lnTo>
                    <a:pt x="4117517" y="12699"/>
                  </a:lnTo>
                  <a:lnTo>
                    <a:pt x="4117517" y="0"/>
                  </a:lnTo>
                  <a:lnTo>
                    <a:pt x="4136567" y="0"/>
                  </a:lnTo>
                  <a:lnTo>
                    <a:pt x="4136567" y="12699"/>
                  </a:lnTo>
                  <a:close/>
                </a:path>
                <a:path w="10337800" h="482600">
                  <a:moveTo>
                    <a:pt x="4111167" y="12699"/>
                  </a:moveTo>
                  <a:lnTo>
                    <a:pt x="4092105" y="12699"/>
                  </a:lnTo>
                  <a:lnTo>
                    <a:pt x="4092105" y="0"/>
                  </a:lnTo>
                  <a:lnTo>
                    <a:pt x="4111167" y="0"/>
                  </a:lnTo>
                  <a:lnTo>
                    <a:pt x="4111167" y="12699"/>
                  </a:lnTo>
                  <a:close/>
                </a:path>
                <a:path w="10337800" h="482600">
                  <a:moveTo>
                    <a:pt x="4085755" y="12699"/>
                  </a:moveTo>
                  <a:lnTo>
                    <a:pt x="4066692" y="12699"/>
                  </a:lnTo>
                  <a:lnTo>
                    <a:pt x="4066692" y="0"/>
                  </a:lnTo>
                  <a:lnTo>
                    <a:pt x="4085755" y="0"/>
                  </a:lnTo>
                  <a:lnTo>
                    <a:pt x="4085755" y="12699"/>
                  </a:lnTo>
                  <a:close/>
                </a:path>
                <a:path w="10337800" h="482600">
                  <a:moveTo>
                    <a:pt x="4060342" y="12699"/>
                  </a:moveTo>
                  <a:lnTo>
                    <a:pt x="4041292" y="12699"/>
                  </a:lnTo>
                  <a:lnTo>
                    <a:pt x="4041292" y="0"/>
                  </a:lnTo>
                  <a:lnTo>
                    <a:pt x="4060342" y="0"/>
                  </a:lnTo>
                  <a:lnTo>
                    <a:pt x="4060342" y="12699"/>
                  </a:lnTo>
                  <a:close/>
                </a:path>
                <a:path w="10337800" h="482600">
                  <a:moveTo>
                    <a:pt x="4034942" y="12699"/>
                  </a:moveTo>
                  <a:lnTo>
                    <a:pt x="4015879" y="12699"/>
                  </a:lnTo>
                  <a:lnTo>
                    <a:pt x="4015879" y="0"/>
                  </a:lnTo>
                  <a:lnTo>
                    <a:pt x="4034942" y="0"/>
                  </a:lnTo>
                  <a:lnTo>
                    <a:pt x="4034942" y="12699"/>
                  </a:lnTo>
                  <a:close/>
                </a:path>
                <a:path w="10337800" h="482600">
                  <a:moveTo>
                    <a:pt x="4009529" y="12699"/>
                  </a:moveTo>
                  <a:lnTo>
                    <a:pt x="3990479" y="12699"/>
                  </a:lnTo>
                  <a:lnTo>
                    <a:pt x="3990479" y="0"/>
                  </a:lnTo>
                  <a:lnTo>
                    <a:pt x="4009529" y="0"/>
                  </a:lnTo>
                  <a:lnTo>
                    <a:pt x="4009529" y="12699"/>
                  </a:lnTo>
                  <a:close/>
                </a:path>
                <a:path w="10337800" h="482600">
                  <a:moveTo>
                    <a:pt x="3984116" y="12699"/>
                  </a:moveTo>
                  <a:lnTo>
                    <a:pt x="3965066" y="12699"/>
                  </a:lnTo>
                  <a:lnTo>
                    <a:pt x="3965066" y="0"/>
                  </a:lnTo>
                  <a:lnTo>
                    <a:pt x="3984116" y="0"/>
                  </a:lnTo>
                  <a:lnTo>
                    <a:pt x="3984116" y="12699"/>
                  </a:lnTo>
                  <a:close/>
                </a:path>
                <a:path w="10337800" h="482600">
                  <a:moveTo>
                    <a:pt x="3958716" y="12699"/>
                  </a:moveTo>
                  <a:lnTo>
                    <a:pt x="3939654" y="12699"/>
                  </a:lnTo>
                  <a:lnTo>
                    <a:pt x="3939654" y="0"/>
                  </a:lnTo>
                  <a:lnTo>
                    <a:pt x="3958716" y="0"/>
                  </a:lnTo>
                  <a:lnTo>
                    <a:pt x="3958716" y="12699"/>
                  </a:lnTo>
                  <a:close/>
                </a:path>
                <a:path w="10337800" h="482600">
                  <a:moveTo>
                    <a:pt x="3933304" y="12699"/>
                  </a:moveTo>
                  <a:lnTo>
                    <a:pt x="3914254" y="12699"/>
                  </a:lnTo>
                  <a:lnTo>
                    <a:pt x="3914254" y="0"/>
                  </a:lnTo>
                  <a:lnTo>
                    <a:pt x="3933304" y="0"/>
                  </a:lnTo>
                  <a:lnTo>
                    <a:pt x="3933304" y="12699"/>
                  </a:lnTo>
                  <a:close/>
                </a:path>
                <a:path w="10337800" h="482600">
                  <a:moveTo>
                    <a:pt x="3907891" y="12699"/>
                  </a:moveTo>
                  <a:lnTo>
                    <a:pt x="3888841" y="12699"/>
                  </a:lnTo>
                  <a:lnTo>
                    <a:pt x="3888841" y="0"/>
                  </a:lnTo>
                  <a:lnTo>
                    <a:pt x="3907891" y="0"/>
                  </a:lnTo>
                  <a:lnTo>
                    <a:pt x="3907891" y="12699"/>
                  </a:lnTo>
                  <a:close/>
                </a:path>
                <a:path w="10337800" h="482600">
                  <a:moveTo>
                    <a:pt x="3882491" y="12699"/>
                  </a:moveTo>
                  <a:lnTo>
                    <a:pt x="3863428" y="12699"/>
                  </a:lnTo>
                  <a:lnTo>
                    <a:pt x="3863428" y="0"/>
                  </a:lnTo>
                  <a:lnTo>
                    <a:pt x="3882491" y="0"/>
                  </a:lnTo>
                  <a:lnTo>
                    <a:pt x="3882491" y="12699"/>
                  </a:lnTo>
                  <a:close/>
                </a:path>
                <a:path w="10337800" h="482600">
                  <a:moveTo>
                    <a:pt x="3857078" y="12699"/>
                  </a:moveTo>
                  <a:lnTo>
                    <a:pt x="3838028" y="12699"/>
                  </a:lnTo>
                  <a:lnTo>
                    <a:pt x="3838028" y="0"/>
                  </a:lnTo>
                  <a:lnTo>
                    <a:pt x="3857078" y="0"/>
                  </a:lnTo>
                  <a:lnTo>
                    <a:pt x="3857078" y="12699"/>
                  </a:lnTo>
                  <a:close/>
                </a:path>
                <a:path w="10337800" h="482600">
                  <a:moveTo>
                    <a:pt x="3831678" y="12699"/>
                  </a:moveTo>
                  <a:lnTo>
                    <a:pt x="3812616" y="12699"/>
                  </a:lnTo>
                  <a:lnTo>
                    <a:pt x="3812616" y="0"/>
                  </a:lnTo>
                  <a:lnTo>
                    <a:pt x="3831678" y="0"/>
                  </a:lnTo>
                  <a:lnTo>
                    <a:pt x="3831678" y="12699"/>
                  </a:lnTo>
                  <a:close/>
                </a:path>
                <a:path w="10337800" h="482600">
                  <a:moveTo>
                    <a:pt x="3806266" y="12699"/>
                  </a:moveTo>
                  <a:lnTo>
                    <a:pt x="3787203" y="12699"/>
                  </a:lnTo>
                  <a:lnTo>
                    <a:pt x="3787203" y="0"/>
                  </a:lnTo>
                  <a:lnTo>
                    <a:pt x="3806266" y="0"/>
                  </a:lnTo>
                  <a:lnTo>
                    <a:pt x="3806266" y="12699"/>
                  </a:lnTo>
                  <a:close/>
                </a:path>
                <a:path w="10337800" h="482600">
                  <a:moveTo>
                    <a:pt x="3780853" y="12699"/>
                  </a:moveTo>
                  <a:lnTo>
                    <a:pt x="3761803" y="12699"/>
                  </a:lnTo>
                  <a:lnTo>
                    <a:pt x="3761803" y="0"/>
                  </a:lnTo>
                  <a:lnTo>
                    <a:pt x="3780853" y="0"/>
                  </a:lnTo>
                  <a:lnTo>
                    <a:pt x="3780853" y="12699"/>
                  </a:lnTo>
                  <a:close/>
                </a:path>
                <a:path w="10337800" h="482600">
                  <a:moveTo>
                    <a:pt x="3755453" y="12699"/>
                  </a:moveTo>
                  <a:lnTo>
                    <a:pt x="3736390" y="12699"/>
                  </a:lnTo>
                  <a:lnTo>
                    <a:pt x="3736390" y="0"/>
                  </a:lnTo>
                  <a:lnTo>
                    <a:pt x="3755453" y="0"/>
                  </a:lnTo>
                  <a:lnTo>
                    <a:pt x="3755453" y="12699"/>
                  </a:lnTo>
                  <a:close/>
                </a:path>
                <a:path w="10337800" h="482600">
                  <a:moveTo>
                    <a:pt x="3730040" y="12699"/>
                  </a:moveTo>
                  <a:lnTo>
                    <a:pt x="3710990" y="12699"/>
                  </a:lnTo>
                  <a:lnTo>
                    <a:pt x="3710990" y="0"/>
                  </a:lnTo>
                  <a:lnTo>
                    <a:pt x="3730040" y="0"/>
                  </a:lnTo>
                  <a:lnTo>
                    <a:pt x="3730040" y="12699"/>
                  </a:lnTo>
                  <a:close/>
                </a:path>
                <a:path w="10337800" h="482600">
                  <a:moveTo>
                    <a:pt x="3704628" y="12699"/>
                  </a:moveTo>
                  <a:lnTo>
                    <a:pt x="3685578" y="12699"/>
                  </a:lnTo>
                  <a:lnTo>
                    <a:pt x="3685578" y="0"/>
                  </a:lnTo>
                  <a:lnTo>
                    <a:pt x="3704628" y="0"/>
                  </a:lnTo>
                  <a:lnTo>
                    <a:pt x="3704628" y="12699"/>
                  </a:lnTo>
                  <a:close/>
                </a:path>
                <a:path w="10337800" h="482600">
                  <a:moveTo>
                    <a:pt x="3679228" y="12699"/>
                  </a:moveTo>
                  <a:lnTo>
                    <a:pt x="3660165" y="12699"/>
                  </a:lnTo>
                  <a:lnTo>
                    <a:pt x="3660165" y="0"/>
                  </a:lnTo>
                  <a:lnTo>
                    <a:pt x="3679228" y="0"/>
                  </a:lnTo>
                  <a:lnTo>
                    <a:pt x="3679228" y="12699"/>
                  </a:lnTo>
                  <a:close/>
                </a:path>
                <a:path w="10337800" h="482600">
                  <a:moveTo>
                    <a:pt x="3653815" y="12699"/>
                  </a:moveTo>
                  <a:lnTo>
                    <a:pt x="3634765" y="12699"/>
                  </a:lnTo>
                  <a:lnTo>
                    <a:pt x="3634765" y="0"/>
                  </a:lnTo>
                  <a:lnTo>
                    <a:pt x="3653815" y="0"/>
                  </a:lnTo>
                  <a:lnTo>
                    <a:pt x="3653815" y="12699"/>
                  </a:lnTo>
                  <a:close/>
                </a:path>
                <a:path w="10337800" h="482600">
                  <a:moveTo>
                    <a:pt x="3628402" y="12699"/>
                  </a:moveTo>
                  <a:lnTo>
                    <a:pt x="3609352" y="12699"/>
                  </a:lnTo>
                  <a:lnTo>
                    <a:pt x="3609352" y="0"/>
                  </a:lnTo>
                  <a:lnTo>
                    <a:pt x="3628402" y="0"/>
                  </a:lnTo>
                  <a:lnTo>
                    <a:pt x="3628402" y="12699"/>
                  </a:lnTo>
                  <a:close/>
                </a:path>
                <a:path w="10337800" h="482600">
                  <a:moveTo>
                    <a:pt x="3603002" y="12699"/>
                  </a:moveTo>
                  <a:lnTo>
                    <a:pt x="3583940" y="12699"/>
                  </a:lnTo>
                  <a:lnTo>
                    <a:pt x="3583940" y="0"/>
                  </a:lnTo>
                  <a:lnTo>
                    <a:pt x="3603002" y="0"/>
                  </a:lnTo>
                  <a:lnTo>
                    <a:pt x="3603002" y="12699"/>
                  </a:lnTo>
                  <a:close/>
                </a:path>
                <a:path w="10337800" h="482600">
                  <a:moveTo>
                    <a:pt x="3577590" y="12699"/>
                  </a:moveTo>
                  <a:lnTo>
                    <a:pt x="3558540" y="12699"/>
                  </a:lnTo>
                  <a:lnTo>
                    <a:pt x="3558540" y="0"/>
                  </a:lnTo>
                  <a:lnTo>
                    <a:pt x="3577590" y="0"/>
                  </a:lnTo>
                  <a:lnTo>
                    <a:pt x="3577590" y="12699"/>
                  </a:lnTo>
                  <a:close/>
                </a:path>
                <a:path w="10337800" h="482600">
                  <a:moveTo>
                    <a:pt x="3552177" y="12699"/>
                  </a:moveTo>
                  <a:lnTo>
                    <a:pt x="3533127" y="12699"/>
                  </a:lnTo>
                  <a:lnTo>
                    <a:pt x="3533127" y="0"/>
                  </a:lnTo>
                  <a:lnTo>
                    <a:pt x="3552177" y="0"/>
                  </a:lnTo>
                  <a:lnTo>
                    <a:pt x="3552177" y="12699"/>
                  </a:lnTo>
                  <a:close/>
                </a:path>
                <a:path w="10337800" h="482600">
                  <a:moveTo>
                    <a:pt x="3526777" y="12699"/>
                  </a:moveTo>
                  <a:lnTo>
                    <a:pt x="3507714" y="12699"/>
                  </a:lnTo>
                  <a:lnTo>
                    <a:pt x="3507714" y="0"/>
                  </a:lnTo>
                  <a:lnTo>
                    <a:pt x="3526777" y="0"/>
                  </a:lnTo>
                  <a:lnTo>
                    <a:pt x="3526777" y="12699"/>
                  </a:lnTo>
                  <a:close/>
                </a:path>
                <a:path w="10337800" h="482600">
                  <a:moveTo>
                    <a:pt x="3501364" y="12699"/>
                  </a:moveTo>
                  <a:lnTo>
                    <a:pt x="3482314" y="12699"/>
                  </a:lnTo>
                  <a:lnTo>
                    <a:pt x="3482314" y="0"/>
                  </a:lnTo>
                  <a:lnTo>
                    <a:pt x="3501364" y="0"/>
                  </a:lnTo>
                  <a:lnTo>
                    <a:pt x="3501364" y="12699"/>
                  </a:lnTo>
                  <a:close/>
                </a:path>
                <a:path w="10337800" h="482600">
                  <a:moveTo>
                    <a:pt x="3475951" y="12699"/>
                  </a:moveTo>
                  <a:lnTo>
                    <a:pt x="3456901" y="12699"/>
                  </a:lnTo>
                  <a:lnTo>
                    <a:pt x="3456901" y="0"/>
                  </a:lnTo>
                  <a:lnTo>
                    <a:pt x="3475951" y="0"/>
                  </a:lnTo>
                  <a:lnTo>
                    <a:pt x="3475951" y="12699"/>
                  </a:lnTo>
                  <a:close/>
                </a:path>
                <a:path w="10337800" h="482600">
                  <a:moveTo>
                    <a:pt x="3450551" y="12699"/>
                  </a:moveTo>
                  <a:lnTo>
                    <a:pt x="3431489" y="12699"/>
                  </a:lnTo>
                  <a:lnTo>
                    <a:pt x="3431489" y="0"/>
                  </a:lnTo>
                  <a:lnTo>
                    <a:pt x="3450551" y="0"/>
                  </a:lnTo>
                  <a:lnTo>
                    <a:pt x="3450551" y="12699"/>
                  </a:lnTo>
                  <a:close/>
                </a:path>
                <a:path w="10337800" h="482600">
                  <a:moveTo>
                    <a:pt x="3425139" y="12699"/>
                  </a:moveTo>
                  <a:lnTo>
                    <a:pt x="3406089" y="12699"/>
                  </a:lnTo>
                  <a:lnTo>
                    <a:pt x="3406089" y="0"/>
                  </a:lnTo>
                  <a:lnTo>
                    <a:pt x="3425139" y="0"/>
                  </a:lnTo>
                  <a:lnTo>
                    <a:pt x="3425139" y="12699"/>
                  </a:lnTo>
                  <a:close/>
                </a:path>
                <a:path w="10337800" h="482600">
                  <a:moveTo>
                    <a:pt x="3399726" y="12699"/>
                  </a:moveTo>
                  <a:lnTo>
                    <a:pt x="3380676" y="12699"/>
                  </a:lnTo>
                  <a:lnTo>
                    <a:pt x="3380676" y="0"/>
                  </a:lnTo>
                  <a:lnTo>
                    <a:pt x="3399726" y="0"/>
                  </a:lnTo>
                  <a:lnTo>
                    <a:pt x="3399726" y="12699"/>
                  </a:lnTo>
                  <a:close/>
                </a:path>
                <a:path w="10337800" h="482600">
                  <a:moveTo>
                    <a:pt x="3374326" y="12699"/>
                  </a:moveTo>
                  <a:lnTo>
                    <a:pt x="3355263" y="12699"/>
                  </a:lnTo>
                  <a:lnTo>
                    <a:pt x="3355263" y="0"/>
                  </a:lnTo>
                  <a:lnTo>
                    <a:pt x="3374326" y="0"/>
                  </a:lnTo>
                  <a:lnTo>
                    <a:pt x="3374326" y="12699"/>
                  </a:lnTo>
                  <a:close/>
                </a:path>
                <a:path w="10337800" h="482600">
                  <a:moveTo>
                    <a:pt x="3348913" y="12699"/>
                  </a:moveTo>
                  <a:lnTo>
                    <a:pt x="3329863" y="12699"/>
                  </a:lnTo>
                  <a:lnTo>
                    <a:pt x="3329863" y="0"/>
                  </a:lnTo>
                  <a:lnTo>
                    <a:pt x="3348913" y="0"/>
                  </a:lnTo>
                  <a:lnTo>
                    <a:pt x="3348913" y="12699"/>
                  </a:lnTo>
                  <a:close/>
                </a:path>
                <a:path w="10337800" h="482600">
                  <a:moveTo>
                    <a:pt x="3323501" y="12699"/>
                  </a:moveTo>
                  <a:lnTo>
                    <a:pt x="3304451" y="12699"/>
                  </a:lnTo>
                  <a:lnTo>
                    <a:pt x="3304451" y="0"/>
                  </a:lnTo>
                  <a:lnTo>
                    <a:pt x="3323501" y="0"/>
                  </a:lnTo>
                  <a:lnTo>
                    <a:pt x="3323501" y="12699"/>
                  </a:lnTo>
                  <a:close/>
                </a:path>
                <a:path w="10337800" h="482600">
                  <a:moveTo>
                    <a:pt x="3298101" y="12699"/>
                  </a:moveTo>
                  <a:lnTo>
                    <a:pt x="3279038" y="12699"/>
                  </a:lnTo>
                  <a:lnTo>
                    <a:pt x="3279038" y="0"/>
                  </a:lnTo>
                  <a:lnTo>
                    <a:pt x="3298101" y="0"/>
                  </a:lnTo>
                  <a:lnTo>
                    <a:pt x="3298101" y="12699"/>
                  </a:lnTo>
                  <a:close/>
                </a:path>
                <a:path w="10337800" h="482600">
                  <a:moveTo>
                    <a:pt x="3272688" y="12699"/>
                  </a:moveTo>
                  <a:lnTo>
                    <a:pt x="3253638" y="12699"/>
                  </a:lnTo>
                  <a:lnTo>
                    <a:pt x="3253638" y="0"/>
                  </a:lnTo>
                  <a:lnTo>
                    <a:pt x="3272688" y="0"/>
                  </a:lnTo>
                  <a:lnTo>
                    <a:pt x="3272688" y="12699"/>
                  </a:lnTo>
                  <a:close/>
                </a:path>
                <a:path w="10337800" h="482600">
                  <a:moveTo>
                    <a:pt x="3247275" y="12699"/>
                  </a:moveTo>
                  <a:lnTo>
                    <a:pt x="3228225" y="12699"/>
                  </a:lnTo>
                  <a:lnTo>
                    <a:pt x="3228225" y="0"/>
                  </a:lnTo>
                  <a:lnTo>
                    <a:pt x="3247275" y="0"/>
                  </a:lnTo>
                  <a:lnTo>
                    <a:pt x="3247275" y="12699"/>
                  </a:lnTo>
                  <a:close/>
                </a:path>
                <a:path w="10337800" h="482600">
                  <a:moveTo>
                    <a:pt x="3221875" y="12699"/>
                  </a:moveTo>
                  <a:lnTo>
                    <a:pt x="3202813" y="12699"/>
                  </a:lnTo>
                  <a:lnTo>
                    <a:pt x="3202813" y="0"/>
                  </a:lnTo>
                  <a:lnTo>
                    <a:pt x="3221875" y="0"/>
                  </a:lnTo>
                  <a:lnTo>
                    <a:pt x="3221875" y="12699"/>
                  </a:lnTo>
                  <a:close/>
                </a:path>
                <a:path w="10337800" h="482600">
                  <a:moveTo>
                    <a:pt x="3196463" y="12699"/>
                  </a:moveTo>
                  <a:lnTo>
                    <a:pt x="3177413" y="12699"/>
                  </a:lnTo>
                  <a:lnTo>
                    <a:pt x="3177413" y="0"/>
                  </a:lnTo>
                  <a:lnTo>
                    <a:pt x="3196463" y="0"/>
                  </a:lnTo>
                  <a:lnTo>
                    <a:pt x="3196463" y="12699"/>
                  </a:lnTo>
                  <a:close/>
                </a:path>
                <a:path w="10337800" h="482600">
                  <a:moveTo>
                    <a:pt x="3171050" y="12699"/>
                  </a:moveTo>
                  <a:lnTo>
                    <a:pt x="3152000" y="12699"/>
                  </a:lnTo>
                  <a:lnTo>
                    <a:pt x="3152000" y="0"/>
                  </a:lnTo>
                  <a:lnTo>
                    <a:pt x="3171050" y="0"/>
                  </a:lnTo>
                  <a:lnTo>
                    <a:pt x="3171050" y="12699"/>
                  </a:lnTo>
                  <a:close/>
                </a:path>
                <a:path w="10337800" h="482600">
                  <a:moveTo>
                    <a:pt x="3145650" y="12699"/>
                  </a:moveTo>
                  <a:lnTo>
                    <a:pt x="3126587" y="12699"/>
                  </a:lnTo>
                  <a:lnTo>
                    <a:pt x="3126587" y="0"/>
                  </a:lnTo>
                  <a:lnTo>
                    <a:pt x="3145650" y="0"/>
                  </a:lnTo>
                  <a:lnTo>
                    <a:pt x="3145650" y="12699"/>
                  </a:lnTo>
                  <a:close/>
                </a:path>
                <a:path w="10337800" h="482600">
                  <a:moveTo>
                    <a:pt x="3120237" y="12699"/>
                  </a:moveTo>
                  <a:lnTo>
                    <a:pt x="3101187" y="12699"/>
                  </a:lnTo>
                  <a:lnTo>
                    <a:pt x="3101187" y="0"/>
                  </a:lnTo>
                  <a:lnTo>
                    <a:pt x="3120237" y="0"/>
                  </a:lnTo>
                  <a:lnTo>
                    <a:pt x="3120237" y="12699"/>
                  </a:lnTo>
                  <a:close/>
                </a:path>
                <a:path w="10337800" h="482600">
                  <a:moveTo>
                    <a:pt x="3094824" y="12699"/>
                  </a:moveTo>
                  <a:lnTo>
                    <a:pt x="3075774" y="12699"/>
                  </a:lnTo>
                  <a:lnTo>
                    <a:pt x="3075774" y="0"/>
                  </a:lnTo>
                  <a:lnTo>
                    <a:pt x="3094824" y="0"/>
                  </a:lnTo>
                  <a:lnTo>
                    <a:pt x="3094824" y="12699"/>
                  </a:lnTo>
                  <a:close/>
                </a:path>
                <a:path w="10337800" h="482600">
                  <a:moveTo>
                    <a:pt x="3069424" y="12699"/>
                  </a:moveTo>
                  <a:lnTo>
                    <a:pt x="3050362" y="12699"/>
                  </a:lnTo>
                  <a:lnTo>
                    <a:pt x="3050362" y="0"/>
                  </a:lnTo>
                  <a:lnTo>
                    <a:pt x="3069424" y="0"/>
                  </a:lnTo>
                  <a:lnTo>
                    <a:pt x="3069424" y="12699"/>
                  </a:lnTo>
                  <a:close/>
                </a:path>
                <a:path w="10337800" h="482600">
                  <a:moveTo>
                    <a:pt x="3044012" y="12699"/>
                  </a:moveTo>
                  <a:lnTo>
                    <a:pt x="3024962" y="12699"/>
                  </a:lnTo>
                  <a:lnTo>
                    <a:pt x="3024962" y="0"/>
                  </a:lnTo>
                  <a:lnTo>
                    <a:pt x="3044012" y="0"/>
                  </a:lnTo>
                  <a:lnTo>
                    <a:pt x="3044012" y="12699"/>
                  </a:lnTo>
                  <a:close/>
                </a:path>
                <a:path w="10337800" h="482600">
                  <a:moveTo>
                    <a:pt x="3018599" y="12699"/>
                  </a:moveTo>
                  <a:lnTo>
                    <a:pt x="2999549" y="12699"/>
                  </a:lnTo>
                  <a:lnTo>
                    <a:pt x="2999549" y="0"/>
                  </a:lnTo>
                  <a:lnTo>
                    <a:pt x="3018599" y="0"/>
                  </a:lnTo>
                  <a:lnTo>
                    <a:pt x="3018599" y="12699"/>
                  </a:lnTo>
                  <a:close/>
                </a:path>
                <a:path w="10337800" h="482600">
                  <a:moveTo>
                    <a:pt x="2993199" y="12699"/>
                  </a:moveTo>
                  <a:lnTo>
                    <a:pt x="2974136" y="12699"/>
                  </a:lnTo>
                  <a:lnTo>
                    <a:pt x="2974136" y="0"/>
                  </a:lnTo>
                  <a:lnTo>
                    <a:pt x="2993199" y="0"/>
                  </a:lnTo>
                  <a:lnTo>
                    <a:pt x="2993199" y="12699"/>
                  </a:lnTo>
                  <a:close/>
                </a:path>
                <a:path w="10337800" h="482600">
                  <a:moveTo>
                    <a:pt x="2967786" y="12699"/>
                  </a:moveTo>
                  <a:lnTo>
                    <a:pt x="2948736" y="12699"/>
                  </a:lnTo>
                  <a:lnTo>
                    <a:pt x="2948736" y="0"/>
                  </a:lnTo>
                  <a:lnTo>
                    <a:pt x="2967786" y="0"/>
                  </a:lnTo>
                  <a:lnTo>
                    <a:pt x="2967786" y="12699"/>
                  </a:lnTo>
                  <a:close/>
                </a:path>
                <a:path w="10337800" h="482600">
                  <a:moveTo>
                    <a:pt x="2942374" y="12699"/>
                  </a:moveTo>
                  <a:lnTo>
                    <a:pt x="2923324" y="12699"/>
                  </a:lnTo>
                  <a:lnTo>
                    <a:pt x="2923324" y="0"/>
                  </a:lnTo>
                  <a:lnTo>
                    <a:pt x="2942374" y="0"/>
                  </a:lnTo>
                  <a:lnTo>
                    <a:pt x="2942374" y="12699"/>
                  </a:lnTo>
                  <a:close/>
                </a:path>
                <a:path w="10337800" h="482600">
                  <a:moveTo>
                    <a:pt x="2916974" y="12699"/>
                  </a:moveTo>
                  <a:lnTo>
                    <a:pt x="2897911" y="12699"/>
                  </a:lnTo>
                  <a:lnTo>
                    <a:pt x="2897911" y="0"/>
                  </a:lnTo>
                  <a:lnTo>
                    <a:pt x="2916974" y="0"/>
                  </a:lnTo>
                  <a:lnTo>
                    <a:pt x="2916974" y="12699"/>
                  </a:lnTo>
                  <a:close/>
                </a:path>
                <a:path w="10337800" h="482600">
                  <a:moveTo>
                    <a:pt x="2891561" y="12699"/>
                  </a:moveTo>
                  <a:lnTo>
                    <a:pt x="2872498" y="12699"/>
                  </a:lnTo>
                  <a:lnTo>
                    <a:pt x="2872498" y="0"/>
                  </a:lnTo>
                  <a:lnTo>
                    <a:pt x="2891561" y="0"/>
                  </a:lnTo>
                  <a:lnTo>
                    <a:pt x="2891561" y="12699"/>
                  </a:lnTo>
                  <a:close/>
                </a:path>
                <a:path w="10337800" h="482600">
                  <a:moveTo>
                    <a:pt x="2866148" y="12699"/>
                  </a:moveTo>
                  <a:lnTo>
                    <a:pt x="2847098" y="12699"/>
                  </a:lnTo>
                  <a:lnTo>
                    <a:pt x="2847098" y="0"/>
                  </a:lnTo>
                  <a:lnTo>
                    <a:pt x="2866148" y="0"/>
                  </a:lnTo>
                  <a:lnTo>
                    <a:pt x="2866148" y="12699"/>
                  </a:lnTo>
                  <a:close/>
                </a:path>
                <a:path w="10337800" h="482600">
                  <a:moveTo>
                    <a:pt x="2840748" y="12699"/>
                  </a:moveTo>
                  <a:lnTo>
                    <a:pt x="2821686" y="12699"/>
                  </a:lnTo>
                  <a:lnTo>
                    <a:pt x="2821686" y="0"/>
                  </a:lnTo>
                  <a:lnTo>
                    <a:pt x="2840748" y="0"/>
                  </a:lnTo>
                  <a:lnTo>
                    <a:pt x="2840748" y="12699"/>
                  </a:lnTo>
                  <a:close/>
                </a:path>
                <a:path w="10337800" h="482600">
                  <a:moveTo>
                    <a:pt x="2815336" y="12699"/>
                  </a:moveTo>
                  <a:lnTo>
                    <a:pt x="2796273" y="12699"/>
                  </a:lnTo>
                  <a:lnTo>
                    <a:pt x="2796273" y="0"/>
                  </a:lnTo>
                  <a:lnTo>
                    <a:pt x="2815336" y="0"/>
                  </a:lnTo>
                  <a:lnTo>
                    <a:pt x="2815336" y="12699"/>
                  </a:lnTo>
                  <a:close/>
                </a:path>
                <a:path w="10337800" h="482600">
                  <a:moveTo>
                    <a:pt x="2789923" y="12699"/>
                  </a:moveTo>
                  <a:lnTo>
                    <a:pt x="2770873" y="12699"/>
                  </a:lnTo>
                  <a:lnTo>
                    <a:pt x="2770873" y="0"/>
                  </a:lnTo>
                  <a:lnTo>
                    <a:pt x="2789923" y="0"/>
                  </a:lnTo>
                  <a:lnTo>
                    <a:pt x="2789923" y="12699"/>
                  </a:lnTo>
                  <a:close/>
                </a:path>
                <a:path w="10337800" h="482600">
                  <a:moveTo>
                    <a:pt x="2764523" y="12699"/>
                  </a:moveTo>
                  <a:lnTo>
                    <a:pt x="2745460" y="12699"/>
                  </a:lnTo>
                  <a:lnTo>
                    <a:pt x="2745460" y="0"/>
                  </a:lnTo>
                  <a:lnTo>
                    <a:pt x="2764523" y="0"/>
                  </a:lnTo>
                  <a:lnTo>
                    <a:pt x="2764523" y="12699"/>
                  </a:lnTo>
                  <a:close/>
                </a:path>
                <a:path w="10337800" h="482600">
                  <a:moveTo>
                    <a:pt x="2739110" y="12699"/>
                  </a:moveTo>
                  <a:lnTo>
                    <a:pt x="2720047" y="12699"/>
                  </a:lnTo>
                  <a:lnTo>
                    <a:pt x="2720047" y="0"/>
                  </a:lnTo>
                  <a:lnTo>
                    <a:pt x="2739110" y="0"/>
                  </a:lnTo>
                  <a:lnTo>
                    <a:pt x="2739110" y="12699"/>
                  </a:lnTo>
                  <a:close/>
                </a:path>
                <a:path w="10337800" h="482600">
                  <a:moveTo>
                    <a:pt x="2713697" y="12699"/>
                  </a:moveTo>
                  <a:lnTo>
                    <a:pt x="2694647" y="12699"/>
                  </a:lnTo>
                  <a:lnTo>
                    <a:pt x="2694647" y="0"/>
                  </a:lnTo>
                  <a:lnTo>
                    <a:pt x="2713697" y="0"/>
                  </a:lnTo>
                  <a:lnTo>
                    <a:pt x="2713697" y="12699"/>
                  </a:lnTo>
                  <a:close/>
                </a:path>
                <a:path w="10337800" h="482600">
                  <a:moveTo>
                    <a:pt x="2688297" y="12699"/>
                  </a:moveTo>
                  <a:lnTo>
                    <a:pt x="2669235" y="12699"/>
                  </a:lnTo>
                  <a:lnTo>
                    <a:pt x="2669235" y="0"/>
                  </a:lnTo>
                  <a:lnTo>
                    <a:pt x="2688297" y="0"/>
                  </a:lnTo>
                  <a:lnTo>
                    <a:pt x="2688297" y="12699"/>
                  </a:lnTo>
                  <a:close/>
                </a:path>
                <a:path w="10337800" h="482600">
                  <a:moveTo>
                    <a:pt x="2662885" y="12699"/>
                  </a:moveTo>
                  <a:lnTo>
                    <a:pt x="2643822" y="12699"/>
                  </a:lnTo>
                  <a:lnTo>
                    <a:pt x="2643822" y="0"/>
                  </a:lnTo>
                  <a:lnTo>
                    <a:pt x="2662885" y="0"/>
                  </a:lnTo>
                  <a:lnTo>
                    <a:pt x="2662885" y="12699"/>
                  </a:lnTo>
                  <a:close/>
                </a:path>
                <a:path w="10337800" h="482600">
                  <a:moveTo>
                    <a:pt x="2637472" y="12699"/>
                  </a:moveTo>
                  <a:lnTo>
                    <a:pt x="2618422" y="12699"/>
                  </a:lnTo>
                  <a:lnTo>
                    <a:pt x="2618422" y="0"/>
                  </a:lnTo>
                  <a:lnTo>
                    <a:pt x="2637472" y="0"/>
                  </a:lnTo>
                  <a:lnTo>
                    <a:pt x="2637472" y="12699"/>
                  </a:lnTo>
                  <a:close/>
                </a:path>
                <a:path w="10337800" h="482600">
                  <a:moveTo>
                    <a:pt x="2612072" y="12699"/>
                  </a:moveTo>
                  <a:lnTo>
                    <a:pt x="2593009" y="12699"/>
                  </a:lnTo>
                  <a:lnTo>
                    <a:pt x="2593009" y="0"/>
                  </a:lnTo>
                  <a:lnTo>
                    <a:pt x="2612072" y="0"/>
                  </a:lnTo>
                  <a:lnTo>
                    <a:pt x="2612072" y="12699"/>
                  </a:lnTo>
                  <a:close/>
                </a:path>
                <a:path w="10337800" h="482600">
                  <a:moveTo>
                    <a:pt x="2586659" y="12699"/>
                  </a:moveTo>
                  <a:lnTo>
                    <a:pt x="2567597" y="12699"/>
                  </a:lnTo>
                  <a:lnTo>
                    <a:pt x="2567597" y="0"/>
                  </a:lnTo>
                  <a:lnTo>
                    <a:pt x="2586659" y="0"/>
                  </a:lnTo>
                  <a:lnTo>
                    <a:pt x="2586659" y="12699"/>
                  </a:lnTo>
                  <a:close/>
                </a:path>
                <a:path w="10337800" h="482600">
                  <a:moveTo>
                    <a:pt x="2561247" y="12699"/>
                  </a:moveTo>
                  <a:lnTo>
                    <a:pt x="2542197" y="12699"/>
                  </a:lnTo>
                  <a:lnTo>
                    <a:pt x="2542197" y="0"/>
                  </a:lnTo>
                  <a:lnTo>
                    <a:pt x="2561247" y="0"/>
                  </a:lnTo>
                  <a:lnTo>
                    <a:pt x="2561247" y="12699"/>
                  </a:lnTo>
                  <a:close/>
                </a:path>
                <a:path w="10337800" h="482600">
                  <a:moveTo>
                    <a:pt x="2535847" y="12699"/>
                  </a:moveTo>
                  <a:lnTo>
                    <a:pt x="2516784" y="12699"/>
                  </a:lnTo>
                  <a:lnTo>
                    <a:pt x="2516784" y="0"/>
                  </a:lnTo>
                  <a:lnTo>
                    <a:pt x="2535847" y="0"/>
                  </a:lnTo>
                  <a:lnTo>
                    <a:pt x="2535847" y="12699"/>
                  </a:lnTo>
                  <a:close/>
                </a:path>
                <a:path w="10337800" h="482600">
                  <a:moveTo>
                    <a:pt x="2510434" y="12699"/>
                  </a:moveTo>
                  <a:lnTo>
                    <a:pt x="2491371" y="12699"/>
                  </a:lnTo>
                  <a:lnTo>
                    <a:pt x="2491371" y="0"/>
                  </a:lnTo>
                  <a:lnTo>
                    <a:pt x="2510434" y="0"/>
                  </a:lnTo>
                  <a:lnTo>
                    <a:pt x="2510434" y="12699"/>
                  </a:lnTo>
                  <a:close/>
                </a:path>
                <a:path w="10337800" h="482600">
                  <a:moveTo>
                    <a:pt x="2485021" y="12699"/>
                  </a:moveTo>
                  <a:lnTo>
                    <a:pt x="2465971" y="12699"/>
                  </a:lnTo>
                  <a:lnTo>
                    <a:pt x="2465971" y="0"/>
                  </a:lnTo>
                  <a:lnTo>
                    <a:pt x="2485021" y="0"/>
                  </a:lnTo>
                  <a:lnTo>
                    <a:pt x="2485021" y="12699"/>
                  </a:lnTo>
                  <a:close/>
                </a:path>
                <a:path w="10337800" h="482600">
                  <a:moveTo>
                    <a:pt x="2459621" y="12699"/>
                  </a:moveTo>
                  <a:lnTo>
                    <a:pt x="2440559" y="12699"/>
                  </a:lnTo>
                  <a:lnTo>
                    <a:pt x="2440559" y="0"/>
                  </a:lnTo>
                  <a:lnTo>
                    <a:pt x="2459621" y="0"/>
                  </a:lnTo>
                  <a:lnTo>
                    <a:pt x="2459621" y="12699"/>
                  </a:lnTo>
                  <a:close/>
                </a:path>
                <a:path w="10337800" h="482600">
                  <a:moveTo>
                    <a:pt x="2434209" y="12699"/>
                  </a:moveTo>
                  <a:lnTo>
                    <a:pt x="2415146" y="12699"/>
                  </a:lnTo>
                  <a:lnTo>
                    <a:pt x="2415146" y="0"/>
                  </a:lnTo>
                  <a:lnTo>
                    <a:pt x="2434209" y="0"/>
                  </a:lnTo>
                  <a:lnTo>
                    <a:pt x="2434209" y="12699"/>
                  </a:lnTo>
                  <a:close/>
                </a:path>
                <a:path w="10337800" h="482600">
                  <a:moveTo>
                    <a:pt x="2408796" y="12699"/>
                  </a:moveTo>
                  <a:lnTo>
                    <a:pt x="2389746" y="12699"/>
                  </a:lnTo>
                  <a:lnTo>
                    <a:pt x="2389746" y="0"/>
                  </a:lnTo>
                  <a:lnTo>
                    <a:pt x="2408796" y="0"/>
                  </a:lnTo>
                  <a:lnTo>
                    <a:pt x="2408796" y="12699"/>
                  </a:lnTo>
                  <a:close/>
                </a:path>
                <a:path w="10337800" h="482600">
                  <a:moveTo>
                    <a:pt x="2383396" y="12699"/>
                  </a:moveTo>
                  <a:lnTo>
                    <a:pt x="2364333" y="12699"/>
                  </a:lnTo>
                  <a:lnTo>
                    <a:pt x="2364333" y="0"/>
                  </a:lnTo>
                  <a:lnTo>
                    <a:pt x="2383396" y="0"/>
                  </a:lnTo>
                  <a:lnTo>
                    <a:pt x="2383396" y="12699"/>
                  </a:lnTo>
                  <a:close/>
                </a:path>
                <a:path w="10337800" h="482600">
                  <a:moveTo>
                    <a:pt x="2357983" y="12699"/>
                  </a:moveTo>
                  <a:lnTo>
                    <a:pt x="2338920" y="12699"/>
                  </a:lnTo>
                  <a:lnTo>
                    <a:pt x="2338920" y="0"/>
                  </a:lnTo>
                  <a:lnTo>
                    <a:pt x="2357983" y="0"/>
                  </a:lnTo>
                  <a:lnTo>
                    <a:pt x="2357983" y="12699"/>
                  </a:lnTo>
                  <a:close/>
                </a:path>
                <a:path w="10337800" h="482600">
                  <a:moveTo>
                    <a:pt x="2332570" y="12699"/>
                  </a:moveTo>
                  <a:lnTo>
                    <a:pt x="2313520" y="12699"/>
                  </a:lnTo>
                  <a:lnTo>
                    <a:pt x="2313520" y="0"/>
                  </a:lnTo>
                  <a:lnTo>
                    <a:pt x="2332570" y="0"/>
                  </a:lnTo>
                  <a:lnTo>
                    <a:pt x="2332570" y="12699"/>
                  </a:lnTo>
                  <a:close/>
                </a:path>
                <a:path w="10337800" h="482600">
                  <a:moveTo>
                    <a:pt x="2307170" y="12699"/>
                  </a:moveTo>
                  <a:lnTo>
                    <a:pt x="2288108" y="12699"/>
                  </a:lnTo>
                  <a:lnTo>
                    <a:pt x="2288108" y="0"/>
                  </a:lnTo>
                  <a:lnTo>
                    <a:pt x="2307170" y="0"/>
                  </a:lnTo>
                  <a:lnTo>
                    <a:pt x="2307170" y="12699"/>
                  </a:lnTo>
                  <a:close/>
                </a:path>
                <a:path w="10337800" h="482600">
                  <a:moveTo>
                    <a:pt x="2281758" y="12699"/>
                  </a:moveTo>
                  <a:lnTo>
                    <a:pt x="2262695" y="12699"/>
                  </a:lnTo>
                  <a:lnTo>
                    <a:pt x="2262695" y="0"/>
                  </a:lnTo>
                  <a:lnTo>
                    <a:pt x="2281758" y="0"/>
                  </a:lnTo>
                  <a:lnTo>
                    <a:pt x="2281758" y="12699"/>
                  </a:lnTo>
                  <a:close/>
                </a:path>
                <a:path w="10337800" h="482600">
                  <a:moveTo>
                    <a:pt x="2256345" y="12699"/>
                  </a:moveTo>
                  <a:lnTo>
                    <a:pt x="2237295" y="12699"/>
                  </a:lnTo>
                  <a:lnTo>
                    <a:pt x="2237295" y="0"/>
                  </a:lnTo>
                  <a:lnTo>
                    <a:pt x="2256345" y="0"/>
                  </a:lnTo>
                  <a:lnTo>
                    <a:pt x="2256345" y="12699"/>
                  </a:lnTo>
                  <a:close/>
                </a:path>
                <a:path w="10337800" h="482600">
                  <a:moveTo>
                    <a:pt x="2230945" y="12699"/>
                  </a:moveTo>
                  <a:lnTo>
                    <a:pt x="2211882" y="12699"/>
                  </a:lnTo>
                  <a:lnTo>
                    <a:pt x="2211882" y="0"/>
                  </a:lnTo>
                  <a:lnTo>
                    <a:pt x="2230945" y="0"/>
                  </a:lnTo>
                  <a:lnTo>
                    <a:pt x="2230945" y="12699"/>
                  </a:lnTo>
                  <a:close/>
                </a:path>
                <a:path w="10337800" h="482600">
                  <a:moveTo>
                    <a:pt x="2205532" y="12699"/>
                  </a:moveTo>
                  <a:lnTo>
                    <a:pt x="2186470" y="12699"/>
                  </a:lnTo>
                  <a:lnTo>
                    <a:pt x="2186470" y="0"/>
                  </a:lnTo>
                  <a:lnTo>
                    <a:pt x="2205532" y="0"/>
                  </a:lnTo>
                  <a:lnTo>
                    <a:pt x="2205532" y="12699"/>
                  </a:lnTo>
                  <a:close/>
                </a:path>
                <a:path w="10337800" h="482600">
                  <a:moveTo>
                    <a:pt x="2180120" y="12699"/>
                  </a:moveTo>
                  <a:lnTo>
                    <a:pt x="2161070" y="12699"/>
                  </a:lnTo>
                  <a:lnTo>
                    <a:pt x="2161070" y="0"/>
                  </a:lnTo>
                  <a:lnTo>
                    <a:pt x="2180120" y="0"/>
                  </a:lnTo>
                  <a:lnTo>
                    <a:pt x="2180120" y="12699"/>
                  </a:lnTo>
                  <a:close/>
                </a:path>
                <a:path w="10337800" h="482600">
                  <a:moveTo>
                    <a:pt x="2154720" y="12699"/>
                  </a:moveTo>
                  <a:lnTo>
                    <a:pt x="2135657" y="12699"/>
                  </a:lnTo>
                  <a:lnTo>
                    <a:pt x="2135657" y="0"/>
                  </a:lnTo>
                  <a:lnTo>
                    <a:pt x="2154720" y="0"/>
                  </a:lnTo>
                  <a:lnTo>
                    <a:pt x="2154720" y="12699"/>
                  </a:lnTo>
                  <a:close/>
                </a:path>
                <a:path w="10337800" h="482600">
                  <a:moveTo>
                    <a:pt x="2129307" y="12699"/>
                  </a:moveTo>
                  <a:lnTo>
                    <a:pt x="2110244" y="12699"/>
                  </a:lnTo>
                  <a:lnTo>
                    <a:pt x="2110244" y="0"/>
                  </a:lnTo>
                  <a:lnTo>
                    <a:pt x="2129307" y="0"/>
                  </a:lnTo>
                  <a:lnTo>
                    <a:pt x="2129307" y="12699"/>
                  </a:lnTo>
                  <a:close/>
                </a:path>
                <a:path w="10337800" h="482600">
                  <a:moveTo>
                    <a:pt x="2103894" y="12699"/>
                  </a:moveTo>
                  <a:lnTo>
                    <a:pt x="2084844" y="12699"/>
                  </a:lnTo>
                  <a:lnTo>
                    <a:pt x="2084844" y="0"/>
                  </a:lnTo>
                  <a:lnTo>
                    <a:pt x="2103894" y="0"/>
                  </a:lnTo>
                  <a:lnTo>
                    <a:pt x="2103894" y="12699"/>
                  </a:lnTo>
                  <a:close/>
                </a:path>
                <a:path w="10337800" h="482600">
                  <a:moveTo>
                    <a:pt x="2078482" y="12699"/>
                  </a:moveTo>
                  <a:lnTo>
                    <a:pt x="2059432" y="12699"/>
                  </a:lnTo>
                  <a:lnTo>
                    <a:pt x="2059432" y="0"/>
                  </a:lnTo>
                  <a:lnTo>
                    <a:pt x="2078482" y="0"/>
                  </a:lnTo>
                  <a:lnTo>
                    <a:pt x="2078482" y="12699"/>
                  </a:lnTo>
                  <a:close/>
                </a:path>
                <a:path w="10337800" h="482600">
                  <a:moveTo>
                    <a:pt x="2053082" y="12699"/>
                  </a:moveTo>
                  <a:lnTo>
                    <a:pt x="2034019" y="12699"/>
                  </a:lnTo>
                  <a:lnTo>
                    <a:pt x="2034019" y="0"/>
                  </a:lnTo>
                  <a:lnTo>
                    <a:pt x="2053082" y="0"/>
                  </a:lnTo>
                  <a:lnTo>
                    <a:pt x="2053082" y="12699"/>
                  </a:lnTo>
                  <a:close/>
                </a:path>
                <a:path w="10337800" h="482600">
                  <a:moveTo>
                    <a:pt x="2027669" y="12699"/>
                  </a:moveTo>
                  <a:lnTo>
                    <a:pt x="2008619" y="12699"/>
                  </a:lnTo>
                  <a:lnTo>
                    <a:pt x="2008619" y="0"/>
                  </a:lnTo>
                  <a:lnTo>
                    <a:pt x="2027669" y="0"/>
                  </a:lnTo>
                  <a:lnTo>
                    <a:pt x="2027669" y="12699"/>
                  </a:lnTo>
                  <a:close/>
                </a:path>
                <a:path w="10337800" h="482600">
                  <a:moveTo>
                    <a:pt x="2002256" y="12699"/>
                  </a:moveTo>
                  <a:lnTo>
                    <a:pt x="1983206" y="12699"/>
                  </a:lnTo>
                  <a:lnTo>
                    <a:pt x="1983206" y="0"/>
                  </a:lnTo>
                  <a:lnTo>
                    <a:pt x="2002256" y="0"/>
                  </a:lnTo>
                  <a:lnTo>
                    <a:pt x="2002256" y="12699"/>
                  </a:lnTo>
                  <a:close/>
                </a:path>
                <a:path w="10337800" h="482600">
                  <a:moveTo>
                    <a:pt x="1976856" y="12699"/>
                  </a:moveTo>
                  <a:lnTo>
                    <a:pt x="1957793" y="12699"/>
                  </a:lnTo>
                  <a:lnTo>
                    <a:pt x="1957793" y="0"/>
                  </a:lnTo>
                  <a:lnTo>
                    <a:pt x="1976856" y="0"/>
                  </a:lnTo>
                  <a:lnTo>
                    <a:pt x="1976856" y="12699"/>
                  </a:lnTo>
                  <a:close/>
                </a:path>
                <a:path w="10337800" h="482600">
                  <a:moveTo>
                    <a:pt x="1951443" y="12699"/>
                  </a:moveTo>
                  <a:lnTo>
                    <a:pt x="1932393" y="12699"/>
                  </a:lnTo>
                  <a:lnTo>
                    <a:pt x="1932393" y="0"/>
                  </a:lnTo>
                  <a:lnTo>
                    <a:pt x="1951443" y="0"/>
                  </a:lnTo>
                  <a:lnTo>
                    <a:pt x="1951443" y="12699"/>
                  </a:lnTo>
                  <a:close/>
                </a:path>
                <a:path w="10337800" h="482600">
                  <a:moveTo>
                    <a:pt x="1926031" y="12699"/>
                  </a:moveTo>
                  <a:lnTo>
                    <a:pt x="1906981" y="12699"/>
                  </a:lnTo>
                  <a:lnTo>
                    <a:pt x="1906981" y="0"/>
                  </a:lnTo>
                  <a:lnTo>
                    <a:pt x="1926031" y="0"/>
                  </a:lnTo>
                  <a:lnTo>
                    <a:pt x="1926031" y="12699"/>
                  </a:lnTo>
                  <a:close/>
                </a:path>
                <a:path w="10337800" h="482600">
                  <a:moveTo>
                    <a:pt x="1900631" y="12699"/>
                  </a:moveTo>
                  <a:lnTo>
                    <a:pt x="1881568" y="12699"/>
                  </a:lnTo>
                  <a:lnTo>
                    <a:pt x="1881568" y="0"/>
                  </a:lnTo>
                  <a:lnTo>
                    <a:pt x="1900631" y="0"/>
                  </a:lnTo>
                  <a:lnTo>
                    <a:pt x="1900631" y="12699"/>
                  </a:lnTo>
                  <a:close/>
                </a:path>
                <a:path w="10337800" h="482600">
                  <a:moveTo>
                    <a:pt x="1875218" y="12699"/>
                  </a:moveTo>
                  <a:lnTo>
                    <a:pt x="1856168" y="12699"/>
                  </a:lnTo>
                  <a:lnTo>
                    <a:pt x="1856168" y="0"/>
                  </a:lnTo>
                  <a:lnTo>
                    <a:pt x="1875218" y="0"/>
                  </a:lnTo>
                  <a:lnTo>
                    <a:pt x="1875218" y="12699"/>
                  </a:lnTo>
                  <a:close/>
                </a:path>
                <a:path w="10337800" h="482600">
                  <a:moveTo>
                    <a:pt x="1849805" y="12699"/>
                  </a:moveTo>
                  <a:lnTo>
                    <a:pt x="1830755" y="12699"/>
                  </a:lnTo>
                  <a:lnTo>
                    <a:pt x="1830755" y="0"/>
                  </a:lnTo>
                  <a:lnTo>
                    <a:pt x="1849805" y="0"/>
                  </a:lnTo>
                  <a:lnTo>
                    <a:pt x="1849805" y="12699"/>
                  </a:lnTo>
                  <a:close/>
                </a:path>
                <a:path w="10337800" h="482600">
                  <a:moveTo>
                    <a:pt x="1824405" y="12699"/>
                  </a:moveTo>
                  <a:lnTo>
                    <a:pt x="1805343" y="12699"/>
                  </a:lnTo>
                  <a:lnTo>
                    <a:pt x="1805343" y="0"/>
                  </a:lnTo>
                  <a:lnTo>
                    <a:pt x="1824405" y="0"/>
                  </a:lnTo>
                  <a:lnTo>
                    <a:pt x="1824405" y="12699"/>
                  </a:lnTo>
                  <a:close/>
                </a:path>
                <a:path w="10337800" h="482600">
                  <a:moveTo>
                    <a:pt x="1798993" y="12699"/>
                  </a:moveTo>
                  <a:lnTo>
                    <a:pt x="1779943" y="12699"/>
                  </a:lnTo>
                  <a:lnTo>
                    <a:pt x="1779943" y="0"/>
                  </a:lnTo>
                  <a:lnTo>
                    <a:pt x="1798993" y="0"/>
                  </a:lnTo>
                  <a:lnTo>
                    <a:pt x="1798993" y="12699"/>
                  </a:lnTo>
                  <a:close/>
                </a:path>
                <a:path w="10337800" h="482600">
                  <a:moveTo>
                    <a:pt x="1773580" y="12699"/>
                  </a:moveTo>
                  <a:lnTo>
                    <a:pt x="1754530" y="12699"/>
                  </a:lnTo>
                  <a:lnTo>
                    <a:pt x="1754530" y="0"/>
                  </a:lnTo>
                  <a:lnTo>
                    <a:pt x="1773580" y="0"/>
                  </a:lnTo>
                  <a:lnTo>
                    <a:pt x="1773580" y="12699"/>
                  </a:lnTo>
                  <a:close/>
                </a:path>
                <a:path w="10337800" h="482600">
                  <a:moveTo>
                    <a:pt x="1748180" y="12699"/>
                  </a:moveTo>
                  <a:lnTo>
                    <a:pt x="1729117" y="12699"/>
                  </a:lnTo>
                  <a:lnTo>
                    <a:pt x="1729117" y="0"/>
                  </a:lnTo>
                  <a:lnTo>
                    <a:pt x="1748180" y="0"/>
                  </a:lnTo>
                  <a:lnTo>
                    <a:pt x="1748180" y="12699"/>
                  </a:lnTo>
                  <a:close/>
                </a:path>
                <a:path w="10337800" h="482600">
                  <a:moveTo>
                    <a:pt x="1722767" y="12699"/>
                  </a:moveTo>
                  <a:lnTo>
                    <a:pt x="1703717" y="12699"/>
                  </a:lnTo>
                  <a:lnTo>
                    <a:pt x="1703717" y="0"/>
                  </a:lnTo>
                  <a:lnTo>
                    <a:pt x="1722767" y="0"/>
                  </a:lnTo>
                  <a:lnTo>
                    <a:pt x="1722767" y="12699"/>
                  </a:lnTo>
                  <a:close/>
                </a:path>
                <a:path w="10337800" h="482600">
                  <a:moveTo>
                    <a:pt x="1697355" y="12699"/>
                  </a:moveTo>
                  <a:lnTo>
                    <a:pt x="1678305" y="12699"/>
                  </a:lnTo>
                  <a:lnTo>
                    <a:pt x="1678305" y="0"/>
                  </a:lnTo>
                  <a:lnTo>
                    <a:pt x="1697355" y="0"/>
                  </a:lnTo>
                  <a:lnTo>
                    <a:pt x="1697355" y="12699"/>
                  </a:lnTo>
                  <a:close/>
                </a:path>
                <a:path w="10337800" h="482600">
                  <a:moveTo>
                    <a:pt x="1671955" y="12699"/>
                  </a:moveTo>
                  <a:lnTo>
                    <a:pt x="1652892" y="12699"/>
                  </a:lnTo>
                  <a:lnTo>
                    <a:pt x="1652892" y="0"/>
                  </a:lnTo>
                  <a:lnTo>
                    <a:pt x="1671955" y="0"/>
                  </a:lnTo>
                  <a:lnTo>
                    <a:pt x="1671955" y="12699"/>
                  </a:lnTo>
                  <a:close/>
                </a:path>
                <a:path w="10337800" h="482600">
                  <a:moveTo>
                    <a:pt x="1646542" y="12699"/>
                  </a:moveTo>
                  <a:lnTo>
                    <a:pt x="1627492" y="12699"/>
                  </a:lnTo>
                  <a:lnTo>
                    <a:pt x="1627492" y="0"/>
                  </a:lnTo>
                  <a:lnTo>
                    <a:pt x="1646542" y="0"/>
                  </a:lnTo>
                  <a:lnTo>
                    <a:pt x="1646542" y="12699"/>
                  </a:lnTo>
                  <a:close/>
                </a:path>
                <a:path w="10337800" h="482600">
                  <a:moveTo>
                    <a:pt x="1621129" y="12699"/>
                  </a:moveTo>
                  <a:lnTo>
                    <a:pt x="1602079" y="12699"/>
                  </a:lnTo>
                  <a:lnTo>
                    <a:pt x="1602079" y="0"/>
                  </a:lnTo>
                  <a:lnTo>
                    <a:pt x="1621129" y="0"/>
                  </a:lnTo>
                  <a:lnTo>
                    <a:pt x="1621129" y="12699"/>
                  </a:lnTo>
                  <a:close/>
                </a:path>
                <a:path w="10337800" h="482600">
                  <a:moveTo>
                    <a:pt x="1595729" y="12699"/>
                  </a:moveTo>
                  <a:lnTo>
                    <a:pt x="1576666" y="12699"/>
                  </a:lnTo>
                  <a:lnTo>
                    <a:pt x="1576666" y="0"/>
                  </a:lnTo>
                  <a:lnTo>
                    <a:pt x="1595729" y="0"/>
                  </a:lnTo>
                  <a:lnTo>
                    <a:pt x="1595729" y="12699"/>
                  </a:lnTo>
                  <a:close/>
                </a:path>
                <a:path w="10337800" h="482600">
                  <a:moveTo>
                    <a:pt x="1570316" y="12699"/>
                  </a:moveTo>
                  <a:lnTo>
                    <a:pt x="1551266" y="12699"/>
                  </a:lnTo>
                  <a:lnTo>
                    <a:pt x="1551266" y="0"/>
                  </a:lnTo>
                  <a:lnTo>
                    <a:pt x="1570316" y="0"/>
                  </a:lnTo>
                  <a:lnTo>
                    <a:pt x="1570316" y="12699"/>
                  </a:lnTo>
                  <a:close/>
                </a:path>
                <a:path w="10337800" h="482600">
                  <a:moveTo>
                    <a:pt x="1544904" y="12699"/>
                  </a:moveTo>
                  <a:lnTo>
                    <a:pt x="1525854" y="12699"/>
                  </a:lnTo>
                  <a:lnTo>
                    <a:pt x="1525854" y="0"/>
                  </a:lnTo>
                  <a:lnTo>
                    <a:pt x="1544904" y="0"/>
                  </a:lnTo>
                  <a:lnTo>
                    <a:pt x="1544904" y="12699"/>
                  </a:lnTo>
                  <a:close/>
                </a:path>
                <a:path w="10337800" h="482600">
                  <a:moveTo>
                    <a:pt x="1519504" y="12699"/>
                  </a:moveTo>
                  <a:lnTo>
                    <a:pt x="1500441" y="12699"/>
                  </a:lnTo>
                  <a:lnTo>
                    <a:pt x="1500441" y="0"/>
                  </a:lnTo>
                  <a:lnTo>
                    <a:pt x="1519504" y="0"/>
                  </a:lnTo>
                  <a:lnTo>
                    <a:pt x="1519504" y="12699"/>
                  </a:lnTo>
                  <a:close/>
                </a:path>
                <a:path w="10337800" h="482600">
                  <a:moveTo>
                    <a:pt x="1494091" y="12699"/>
                  </a:moveTo>
                  <a:lnTo>
                    <a:pt x="1475041" y="12699"/>
                  </a:lnTo>
                  <a:lnTo>
                    <a:pt x="1475041" y="0"/>
                  </a:lnTo>
                  <a:lnTo>
                    <a:pt x="1494091" y="0"/>
                  </a:lnTo>
                  <a:lnTo>
                    <a:pt x="1494091" y="12699"/>
                  </a:lnTo>
                  <a:close/>
                </a:path>
                <a:path w="10337800" h="482600">
                  <a:moveTo>
                    <a:pt x="1468678" y="12699"/>
                  </a:moveTo>
                  <a:lnTo>
                    <a:pt x="1449628" y="12699"/>
                  </a:lnTo>
                  <a:lnTo>
                    <a:pt x="1449628" y="0"/>
                  </a:lnTo>
                  <a:lnTo>
                    <a:pt x="1468678" y="0"/>
                  </a:lnTo>
                  <a:lnTo>
                    <a:pt x="1468678" y="12699"/>
                  </a:lnTo>
                  <a:close/>
                </a:path>
                <a:path w="10337800" h="482600">
                  <a:moveTo>
                    <a:pt x="1443278" y="12699"/>
                  </a:moveTo>
                  <a:lnTo>
                    <a:pt x="1424216" y="12699"/>
                  </a:lnTo>
                  <a:lnTo>
                    <a:pt x="1424216" y="0"/>
                  </a:lnTo>
                  <a:lnTo>
                    <a:pt x="1443278" y="0"/>
                  </a:lnTo>
                  <a:lnTo>
                    <a:pt x="1443278" y="12699"/>
                  </a:lnTo>
                  <a:close/>
                </a:path>
                <a:path w="10337800" h="482600">
                  <a:moveTo>
                    <a:pt x="1417866" y="12699"/>
                  </a:moveTo>
                  <a:lnTo>
                    <a:pt x="1398816" y="12699"/>
                  </a:lnTo>
                  <a:lnTo>
                    <a:pt x="1398816" y="0"/>
                  </a:lnTo>
                  <a:lnTo>
                    <a:pt x="1417866" y="0"/>
                  </a:lnTo>
                  <a:lnTo>
                    <a:pt x="1417866" y="12699"/>
                  </a:lnTo>
                  <a:close/>
                </a:path>
                <a:path w="10337800" h="482600">
                  <a:moveTo>
                    <a:pt x="1392453" y="12699"/>
                  </a:moveTo>
                  <a:lnTo>
                    <a:pt x="1373403" y="12699"/>
                  </a:lnTo>
                  <a:lnTo>
                    <a:pt x="1373403" y="0"/>
                  </a:lnTo>
                  <a:lnTo>
                    <a:pt x="1392453" y="0"/>
                  </a:lnTo>
                  <a:lnTo>
                    <a:pt x="1392453" y="12699"/>
                  </a:lnTo>
                  <a:close/>
                </a:path>
                <a:path w="10337800" h="482600">
                  <a:moveTo>
                    <a:pt x="1367053" y="12699"/>
                  </a:moveTo>
                  <a:lnTo>
                    <a:pt x="1347990" y="12699"/>
                  </a:lnTo>
                  <a:lnTo>
                    <a:pt x="1347990" y="0"/>
                  </a:lnTo>
                  <a:lnTo>
                    <a:pt x="1367053" y="0"/>
                  </a:lnTo>
                  <a:lnTo>
                    <a:pt x="1367053" y="12699"/>
                  </a:lnTo>
                  <a:close/>
                </a:path>
                <a:path w="10337800" h="482600">
                  <a:moveTo>
                    <a:pt x="1341640" y="12699"/>
                  </a:moveTo>
                  <a:lnTo>
                    <a:pt x="1322590" y="12699"/>
                  </a:lnTo>
                  <a:lnTo>
                    <a:pt x="1322590" y="0"/>
                  </a:lnTo>
                  <a:lnTo>
                    <a:pt x="1341640" y="0"/>
                  </a:lnTo>
                  <a:lnTo>
                    <a:pt x="1341640" y="12699"/>
                  </a:lnTo>
                  <a:close/>
                </a:path>
                <a:path w="10337800" h="482600">
                  <a:moveTo>
                    <a:pt x="1316228" y="12699"/>
                  </a:moveTo>
                  <a:lnTo>
                    <a:pt x="1297178" y="12699"/>
                  </a:lnTo>
                  <a:lnTo>
                    <a:pt x="1297178" y="0"/>
                  </a:lnTo>
                  <a:lnTo>
                    <a:pt x="1316228" y="0"/>
                  </a:lnTo>
                  <a:lnTo>
                    <a:pt x="1316228" y="12699"/>
                  </a:lnTo>
                  <a:close/>
                </a:path>
                <a:path w="10337800" h="482600">
                  <a:moveTo>
                    <a:pt x="1290828" y="12699"/>
                  </a:moveTo>
                  <a:lnTo>
                    <a:pt x="1271765" y="12699"/>
                  </a:lnTo>
                  <a:lnTo>
                    <a:pt x="1271765" y="0"/>
                  </a:lnTo>
                  <a:lnTo>
                    <a:pt x="1290828" y="0"/>
                  </a:lnTo>
                  <a:lnTo>
                    <a:pt x="1290828" y="12699"/>
                  </a:lnTo>
                  <a:close/>
                </a:path>
                <a:path w="10337800" h="482600">
                  <a:moveTo>
                    <a:pt x="1265415" y="12699"/>
                  </a:moveTo>
                  <a:lnTo>
                    <a:pt x="1246365" y="12699"/>
                  </a:lnTo>
                  <a:lnTo>
                    <a:pt x="1246365" y="0"/>
                  </a:lnTo>
                  <a:lnTo>
                    <a:pt x="1265415" y="0"/>
                  </a:lnTo>
                  <a:lnTo>
                    <a:pt x="1265415" y="12699"/>
                  </a:lnTo>
                  <a:close/>
                </a:path>
                <a:path w="10337800" h="482600">
                  <a:moveTo>
                    <a:pt x="1240002" y="12699"/>
                  </a:moveTo>
                  <a:lnTo>
                    <a:pt x="1220952" y="12699"/>
                  </a:lnTo>
                  <a:lnTo>
                    <a:pt x="1220952" y="0"/>
                  </a:lnTo>
                  <a:lnTo>
                    <a:pt x="1240002" y="0"/>
                  </a:lnTo>
                  <a:lnTo>
                    <a:pt x="1240002" y="12699"/>
                  </a:lnTo>
                  <a:close/>
                </a:path>
                <a:path w="10337800" h="482600">
                  <a:moveTo>
                    <a:pt x="1214602" y="12699"/>
                  </a:moveTo>
                  <a:lnTo>
                    <a:pt x="1195539" y="12699"/>
                  </a:lnTo>
                  <a:lnTo>
                    <a:pt x="1195539" y="0"/>
                  </a:lnTo>
                  <a:lnTo>
                    <a:pt x="1214602" y="0"/>
                  </a:lnTo>
                  <a:lnTo>
                    <a:pt x="1214602" y="12699"/>
                  </a:lnTo>
                  <a:close/>
                </a:path>
                <a:path w="10337800" h="482600">
                  <a:moveTo>
                    <a:pt x="1189189" y="12699"/>
                  </a:moveTo>
                  <a:lnTo>
                    <a:pt x="1170127" y="12699"/>
                  </a:lnTo>
                  <a:lnTo>
                    <a:pt x="1170127" y="0"/>
                  </a:lnTo>
                  <a:lnTo>
                    <a:pt x="1189189" y="0"/>
                  </a:lnTo>
                  <a:lnTo>
                    <a:pt x="1189189" y="12699"/>
                  </a:lnTo>
                  <a:close/>
                </a:path>
                <a:path w="10337800" h="482600">
                  <a:moveTo>
                    <a:pt x="1163777" y="12699"/>
                  </a:moveTo>
                  <a:lnTo>
                    <a:pt x="1144727" y="12699"/>
                  </a:lnTo>
                  <a:lnTo>
                    <a:pt x="1144727" y="0"/>
                  </a:lnTo>
                  <a:lnTo>
                    <a:pt x="1163777" y="0"/>
                  </a:lnTo>
                  <a:lnTo>
                    <a:pt x="1163777" y="12699"/>
                  </a:lnTo>
                  <a:close/>
                </a:path>
                <a:path w="10337800" h="482600">
                  <a:moveTo>
                    <a:pt x="1138377" y="12699"/>
                  </a:moveTo>
                  <a:lnTo>
                    <a:pt x="1119314" y="12699"/>
                  </a:lnTo>
                  <a:lnTo>
                    <a:pt x="1119314" y="0"/>
                  </a:lnTo>
                  <a:lnTo>
                    <a:pt x="1138377" y="0"/>
                  </a:lnTo>
                  <a:lnTo>
                    <a:pt x="1138377" y="12699"/>
                  </a:lnTo>
                  <a:close/>
                </a:path>
                <a:path w="10337800" h="482600">
                  <a:moveTo>
                    <a:pt x="1112964" y="12699"/>
                  </a:moveTo>
                  <a:lnTo>
                    <a:pt x="1093901" y="12699"/>
                  </a:lnTo>
                  <a:lnTo>
                    <a:pt x="1093901" y="0"/>
                  </a:lnTo>
                  <a:lnTo>
                    <a:pt x="1112964" y="0"/>
                  </a:lnTo>
                  <a:lnTo>
                    <a:pt x="1112964" y="12699"/>
                  </a:lnTo>
                  <a:close/>
                </a:path>
                <a:path w="10337800" h="482600">
                  <a:moveTo>
                    <a:pt x="1087551" y="12699"/>
                  </a:moveTo>
                  <a:lnTo>
                    <a:pt x="1068501" y="12699"/>
                  </a:lnTo>
                  <a:lnTo>
                    <a:pt x="1068501" y="0"/>
                  </a:lnTo>
                  <a:lnTo>
                    <a:pt x="1087551" y="0"/>
                  </a:lnTo>
                  <a:lnTo>
                    <a:pt x="1087551" y="12699"/>
                  </a:lnTo>
                  <a:close/>
                </a:path>
                <a:path w="10337800" h="482600">
                  <a:moveTo>
                    <a:pt x="1062151" y="12699"/>
                  </a:moveTo>
                  <a:lnTo>
                    <a:pt x="1043089" y="12699"/>
                  </a:lnTo>
                  <a:lnTo>
                    <a:pt x="1043089" y="0"/>
                  </a:lnTo>
                  <a:lnTo>
                    <a:pt x="1062151" y="0"/>
                  </a:lnTo>
                  <a:lnTo>
                    <a:pt x="1062151" y="12699"/>
                  </a:lnTo>
                  <a:close/>
                </a:path>
                <a:path w="10337800" h="482600">
                  <a:moveTo>
                    <a:pt x="1036739" y="12699"/>
                  </a:moveTo>
                  <a:lnTo>
                    <a:pt x="1017676" y="12699"/>
                  </a:lnTo>
                  <a:lnTo>
                    <a:pt x="1017676" y="0"/>
                  </a:lnTo>
                  <a:lnTo>
                    <a:pt x="1036739" y="0"/>
                  </a:lnTo>
                  <a:lnTo>
                    <a:pt x="1036739" y="12699"/>
                  </a:lnTo>
                  <a:close/>
                </a:path>
                <a:path w="10337800" h="482600">
                  <a:moveTo>
                    <a:pt x="1011326" y="12699"/>
                  </a:moveTo>
                  <a:lnTo>
                    <a:pt x="992276" y="12699"/>
                  </a:lnTo>
                  <a:lnTo>
                    <a:pt x="992276" y="0"/>
                  </a:lnTo>
                  <a:lnTo>
                    <a:pt x="1011326" y="0"/>
                  </a:lnTo>
                  <a:lnTo>
                    <a:pt x="1011326" y="12699"/>
                  </a:lnTo>
                  <a:close/>
                </a:path>
                <a:path w="10337800" h="482600">
                  <a:moveTo>
                    <a:pt x="985926" y="12699"/>
                  </a:moveTo>
                  <a:lnTo>
                    <a:pt x="966863" y="12699"/>
                  </a:lnTo>
                  <a:lnTo>
                    <a:pt x="966863" y="0"/>
                  </a:lnTo>
                  <a:lnTo>
                    <a:pt x="985926" y="0"/>
                  </a:lnTo>
                  <a:lnTo>
                    <a:pt x="985926" y="12699"/>
                  </a:lnTo>
                  <a:close/>
                </a:path>
                <a:path w="10337800" h="482600">
                  <a:moveTo>
                    <a:pt x="960513" y="12699"/>
                  </a:moveTo>
                  <a:lnTo>
                    <a:pt x="941451" y="12699"/>
                  </a:lnTo>
                  <a:lnTo>
                    <a:pt x="941451" y="0"/>
                  </a:lnTo>
                  <a:lnTo>
                    <a:pt x="960513" y="0"/>
                  </a:lnTo>
                  <a:lnTo>
                    <a:pt x="960513" y="12699"/>
                  </a:lnTo>
                  <a:close/>
                </a:path>
                <a:path w="10337800" h="482600">
                  <a:moveTo>
                    <a:pt x="935101" y="12699"/>
                  </a:moveTo>
                  <a:lnTo>
                    <a:pt x="916051" y="12699"/>
                  </a:lnTo>
                  <a:lnTo>
                    <a:pt x="916051" y="0"/>
                  </a:lnTo>
                  <a:lnTo>
                    <a:pt x="935101" y="0"/>
                  </a:lnTo>
                  <a:lnTo>
                    <a:pt x="935101" y="12699"/>
                  </a:lnTo>
                  <a:close/>
                </a:path>
                <a:path w="10337800" h="482600">
                  <a:moveTo>
                    <a:pt x="909701" y="12699"/>
                  </a:moveTo>
                  <a:lnTo>
                    <a:pt x="890638" y="12699"/>
                  </a:lnTo>
                  <a:lnTo>
                    <a:pt x="890638" y="0"/>
                  </a:lnTo>
                  <a:lnTo>
                    <a:pt x="909701" y="0"/>
                  </a:lnTo>
                  <a:lnTo>
                    <a:pt x="909701" y="12699"/>
                  </a:lnTo>
                  <a:close/>
                </a:path>
                <a:path w="10337800" h="482600">
                  <a:moveTo>
                    <a:pt x="884288" y="12699"/>
                  </a:moveTo>
                  <a:lnTo>
                    <a:pt x="865225" y="12699"/>
                  </a:lnTo>
                  <a:lnTo>
                    <a:pt x="865225" y="0"/>
                  </a:lnTo>
                  <a:lnTo>
                    <a:pt x="884288" y="0"/>
                  </a:lnTo>
                  <a:lnTo>
                    <a:pt x="884288" y="12699"/>
                  </a:lnTo>
                  <a:close/>
                </a:path>
                <a:path w="10337800" h="482600">
                  <a:moveTo>
                    <a:pt x="858875" y="12699"/>
                  </a:moveTo>
                  <a:lnTo>
                    <a:pt x="839825" y="12699"/>
                  </a:lnTo>
                  <a:lnTo>
                    <a:pt x="839825" y="0"/>
                  </a:lnTo>
                  <a:lnTo>
                    <a:pt x="858875" y="0"/>
                  </a:lnTo>
                  <a:lnTo>
                    <a:pt x="858875" y="12699"/>
                  </a:lnTo>
                  <a:close/>
                </a:path>
                <a:path w="10337800" h="482600">
                  <a:moveTo>
                    <a:pt x="833475" y="12699"/>
                  </a:moveTo>
                  <a:lnTo>
                    <a:pt x="814412" y="12699"/>
                  </a:lnTo>
                  <a:lnTo>
                    <a:pt x="814412" y="0"/>
                  </a:lnTo>
                  <a:lnTo>
                    <a:pt x="833475" y="0"/>
                  </a:lnTo>
                  <a:lnTo>
                    <a:pt x="833475" y="12699"/>
                  </a:lnTo>
                  <a:close/>
                </a:path>
                <a:path w="10337800" h="482600">
                  <a:moveTo>
                    <a:pt x="808062" y="12699"/>
                  </a:moveTo>
                  <a:lnTo>
                    <a:pt x="789000" y="12699"/>
                  </a:lnTo>
                  <a:lnTo>
                    <a:pt x="789000" y="0"/>
                  </a:lnTo>
                  <a:lnTo>
                    <a:pt x="808062" y="0"/>
                  </a:lnTo>
                  <a:lnTo>
                    <a:pt x="808062" y="12699"/>
                  </a:lnTo>
                  <a:close/>
                </a:path>
                <a:path w="10337800" h="482600">
                  <a:moveTo>
                    <a:pt x="782650" y="12699"/>
                  </a:moveTo>
                  <a:lnTo>
                    <a:pt x="763600" y="12699"/>
                  </a:lnTo>
                  <a:lnTo>
                    <a:pt x="763600" y="0"/>
                  </a:lnTo>
                  <a:lnTo>
                    <a:pt x="782650" y="0"/>
                  </a:lnTo>
                  <a:lnTo>
                    <a:pt x="782650" y="12699"/>
                  </a:lnTo>
                  <a:close/>
                </a:path>
                <a:path w="10337800" h="482600">
                  <a:moveTo>
                    <a:pt x="757250" y="12699"/>
                  </a:moveTo>
                  <a:lnTo>
                    <a:pt x="738187" y="12699"/>
                  </a:lnTo>
                  <a:lnTo>
                    <a:pt x="738187" y="0"/>
                  </a:lnTo>
                  <a:lnTo>
                    <a:pt x="757250" y="0"/>
                  </a:lnTo>
                  <a:lnTo>
                    <a:pt x="757250" y="12699"/>
                  </a:lnTo>
                  <a:close/>
                </a:path>
                <a:path w="10337800" h="482600">
                  <a:moveTo>
                    <a:pt x="731837" y="12699"/>
                  </a:moveTo>
                  <a:lnTo>
                    <a:pt x="712774" y="12699"/>
                  </a:lnTo>
                  <a:lnTo>
                    <a:pt x="712774" y="0"/>
                  </a:lnTo>
                  <a:lnTo>
                    <a:pt x="731837" y="0"/>
                  </a:lnTo>
                  <a:lnTo>
                    <a:pt x="731837" y="12699"/>
                  </a:lnTo>
                  <a:close/>
                </a:path>
                <a:path w="10337800" h="482600">
                  <a:moveTo>
                    <a:pt x="706424" y="12699"/>
                  </a:moveTo>
                  <a:lnTo>
                    <a:pt x="687374" y="12699"/>
                  </a:lnTo>
                  <a:lnTo>
                    <a:pt x="687374" y="0"/>
                  </a:lnTo>
                  <a:lnTo>
                    <a:pt x="706424" y="0"/>
                  </a:lnTo>
                  <a:lnTo>
                    <a:pt x="706424" y="12699"/>
                  </a:lnTo>
                  <a:close/>
                </a:path>
                <a:path w="10337800" h="482600">
                  <a:moveTo>
                    <a:pt x="681024" y="12699"/>
                  </a:moveTo>
                  <a:lnTo>
                    <a:pt x="661962" y="12699"/>
                  </a:lnTo>
                  <a:lnTo>
                    <a:pt x="661962" y="0"/>
                  </a:lnTo>
                  <a:lnTo>
                    <a:pt x="681024" y="0"/>
                  </a:lnTo>
                  <a:lnTo>
                    <a:pt x="681024" y="12699"/>
                  </a:lnTo>
                  <a:close/>
                </a:path>
                <a:path w="10337800" h="482600">
                  <a:moveTo>
                    <a:pt x="655612" y="12699"/>
                  </a:moveTo>
                  <a:lnTo>
                    <a:pt x="636549" y="12699"/>
                  </a:lnTo>
                  <a:lnTo>
                    <a:pt x="636549" y="0"/>
                  </a:lnTo>
                  <a:lnTo>
                    <a:pt x="655612" y="0"/>
                  </a:lnTo>
                  <a:lnTo>
                    <a:pt x="655612" y="12699"/>
                  </a:lnTo>
                  <a:close/>
                </a:path>
                <a:path w="10337800" h="482600">
                  <a:moveTo>
                    <a:pt x="630199" y="12699"/>
                  </a:moveTo>
                  <a:lnTo>
                    <a:pt x="611149" y="12699"/>
                  </a:lnTo>
                  <a:lnTo>
                    <a:pt x="611149" y="0"/>
                  </a:lnTo>
                  <a:lnTo>
                    <a:pt x="630199" y="0"/>
                  </a:lnTo>
                  <a:lnTo>
                    <a:pt x="630199" y="12699"/>
                  </a:lnTo>
                  <a:close/>
                </a:path>
                <a:path w="10337800" h="482600">
                  <a:moveTo>
                    <a:pt x="604799" y="12699"/>
                  </a:moveTo>
                  <a:lnTo>
                    <a:pt x="585736" y="12699"/>
                  </a:lnTo>
                  <a:lnTo>
                    <a:pt x="585736" y="0"/>
                  </a:lnTo>
                  <a:lnTo>
                    <a:pt x="604799" y="0"/>
                  </a:lnTo>
                  <a:lnTo>
                    <a:pt x="604799" y="12699"/>
                  </a:lnTo>
                  <a:close/>
                </a:path>
                <a:path w="10337800" h="482600">
                  <a:moveTo>
                    <a:pt x="579386" y="12699"/>
                  </a:moveTo>
                  <a:lnTo>
                    <a:pt x="560324" y="12699"/>
                  </a:lnTo>
                  <a:lnTo>
                    <a:pt x="560324" y="0"/>
                  </a:lnTo>
                  <a:lnTo>
                    <a:pt x="579386" y="0"/>
                  </a:lnTo>
                  <a:lnTo>
                    <a:pt x="579386" y="12699"/>
                  </a:lnTo>
                  <a:close/>
                </a:path>
                <a:path w="10337800" h="482600">
                  <a:moveTo>
                    <a:pt x="553974" y="12699"/>
                  </a:moveTo>
                  <a:lnTo>
                    <a:pt x="534924" y="12699"/>
                  </a:lnTo>
                  <a:lnTo>
                    <a:pt x="534924" y="0"/>
                  </a:lnTo>
                  <a:lnTo>
                    <a:pt x="553974" y="0"/>
                  </a:lnTo>
                  <a:lnTo>
                    <a:pt x="553974" y="12699"/>
                  </a:lnTo>
                  <a:close/>
                </a:path>
                <a:path w="10337800" h="482600">
                  <a:moveTo>
                    <a:pt x="528574" y="12699"/>
                  </a:moveTo>
                  <a:lnTo>
                    <a:pt x="509511" y="12699"/>
                  </a:lnTo>
                  <a:lnTo>
                    <a:pt x="509511" y="0"/>
                  </a:lnTo>
                  <a:lnTo>
                    <a:pt x="528574" y="0"/>
                  </a:lnTo>
                  <a:lnTo>
                    <a:pt x="528574" y="12699"/>
                  </a:lnTo>
                  <a:close/>
                </a:path>
                <a:path w="10337800" h="482600">
                  <a:moveTo>
                    <a:pt x="503161" y="12699"/>
                  </a:moveTo>
                  <a:lnTo>
                    <a:pt x="484098" y="12699"/>
                  </a:lnTo>
                  <a:lnTo>
                    <a:pt x="484098" y="0"/>
                  </a:lnTo>
                  <a:lnTo>
                    <a:pt x="503161" y="0"/>
                  </a:lnTo>
                  <a:lnTo>
                    <a:pt x="503161" y="12699"/>
                  </a:lnTo>
                  <a:close/>
                </a:path>
                <a:path w="10337800" h="482600">
                  <a:moveTo>
                    <a:pt x="477748" y="12699"/>
                  </a:moveTo>
                  <a:lnTo>
                    <a:pt x="458698" y="12699"/>
                  </a:lnTo>
                  <a:lnTo>
                    <a:pt x="458698" y="0"/>
                  </a:lnTo>
                  <a:lnTo>
                    <a:pt x="477748" y="0"/>
                  </a:lnTo>
                  <a:lnTo>
                    <a:pt x="477748" y="12699"/>
                  </a:lnTo>
                  <a:close/>
                </a:path>
                <a:path w="10337800" h="482600">
                  <a:moveTo>
                    <a:pt x="452348" y="12699"/>
                  </a:moveTo>
                  <a:lnTo>
                    <a:pt x="433285" y="12699"/>
                  </a:lnTo>
                  <a:lnTo>
                    <a:pt x="433285" y="0"/>
                  </a:lnTo>
                  <a:lnTo>
                    <a:pt x="452348" y="0"/>
                  </a:lnTo>
                  <a:lnTo>
                    <a:pt x="452348" y="12699"/>
                  </a:lnTo>
                  <a:close/>
                </a:path>
                <a:path w="10337800" h="482600">
                  <a:moveTo>
                    <a:pt x="426935" y="12699"/>
                  </a:moveTo>
                  <a:lnTo>
                    <a:pt x="407873" y="12699"/>
                  </a:lnTo>
                  <a:lnTo>
                    <a:pt x="407873" y="0"/>
                  </a:lnTo>
                  <a:lnTo>
                    <a:pt x="426935" y="0"/>
                  </a:lnTo>
                  <a:lnTo>
                    <a:pt x="426935" y="12699"/>
                  </a:lnTo>
                  <a:close/>
                </a:path>
                <a:path w="10337800" h="482600">
                  <a:moveTo>
                    <a:pt x="401523" y="12699"/>
                  </a:moveTo>
                  <a:lnTo>
                    <a:pt x="382473" y="12699"/>
                  </a:lnTo>
                  <a:lnTo>
                    <a:pt x="382473" y="0"/>
                  </a:lnTo>
                  <a:lnTo>
                    <a:pt x="401523" y="0"/>
                  </a:lnTo>
                  <a:lnTo>
                    <a:pt x="401523" y="12699"/>
                  </a:lnTo>
                  <a:close/>
                </a:path>
                <a:path w="10337800" h="482600">
                  <a:moveTo>
                    <a:pt x="376110" y="12699"/>
                  </a:moveTo>
                  <a:lnTo>
                    <a:pt x="357060" y="12699"/>
                  </a:lnTo>
                  <a:lnTo>
                    <a:pt x="357060" y="0"/>
                  </a:lnTo>
                  <a:lnTo>
                    <a:pt x="376110" y="0"/>
                  </a:lnTo>
                  <a:lnTo>
                    <a:pt x="376110" y="12699"/>
                  </a:lnTo>
                  <a:close/>
                </a:path>
                <a:path w="10337800" h="482600">
                  <a:moveTo>
                    <a:pt x="350710" y="12699"/>
                  </a:moveTo>
                  <a:lnTo>
                    <a:pt x="331647" y="12699"/>
                  </a:lnTo>
                  <a:lnTo>
                    <a:pt x="331647" y="0"/>
                  </a:lnTo>
                  <a:lnTo>
                    <a:pt x="350710" y="0"/>
                  </a:lnTo>
                  <a:lnTo>
                    <a:pt x="350710" y="12699"/>
                  </a:lnTo>
                  <a:close/>
                </a:path>
                <a:path w="10337800" h="482600">
                  <a:moveTo>
                    <a:pt x="325297" y="12699"/>
                  </a:moveTo>
                  <a:lnTo>
                    <a:pt x="306247" y="12699"/>
                  </a:lnTo>
                  <a:lnTo>
                    <a:pt x="306247" y="0"/>
                  </a:lnTo>
                  <a:lnTo>
                    <a:pt x="325297" y="0"/>
                  </a:lnTo>
                  <a:lnTo>
                    <a:pt x="325297" y="12699"/>
                  </a:lnTo>
                  <a:close/>
                </a:path>
                <a:path w="10337800" h="482600">
                  <a:moveTo>
                    <a:pt x="299885" y="12699"/>
                  </a:moveTo>
                  <a:lnTo>
                    <a:pt x="280835" y="12699"/>
                  </a:lnTo>
                  <a:lnTo>
                    <a:pt x="280835" y="0"/>
                  </a:lnTo>
                  <a:lnTo>
                    <a:pt x="299885" y="0"/>
                  </a:lnTo>
                  <a:lnTo>
                    <a:pt x="299885" y="12699"/>
                  </a:lnTo>
                  <a:close/>
                </a:path>
                <a:path w="10337800" h="482600">
                  <a:moveTo>
                    <a:pt x="274485" y="12699"/>
                  </a:moveTo>
                  <a:lnTo>
                    <a:pt x="255422" y="12699"/>
                  </a:lnTo>
                  <a:lnTo>
                    <a:pt x="255422" y="0"/>
                  </a:lnTo>
                  <a:lnTo>
                    <a:pt x="274485" y="0"/>
                  </a:lnTo>
                  <a:lnTo>
                    <a:pt x="274485" y="12699"/>
                  </a:lnTo>
                  <a:close/>
                </a:path>
                <a:path w="10337800" h="482600">
                  <a:moveTo>
                    <a:pt x="249072" y="12699"/>
                  </a:moveTo>
                  <a:lnTo>
                    <a:pt x="230022" y="12699"/>
                  </a:lnTo>
                  <a:lnTo>
                    <a:pt x="230022" y="0"/>
                  </a:lnTo>
                  <a:lnTo>
                    <a:pt x="249072" y="0"/>
                  </a:lnTo>
                  <a:lnTo>
                    <a:pt x="249072" y="12699"/>
                  </a:lnTo>
                  <a:close/>
                </a:path>
                <a:path w="10337800" h="482600">
                  <a:moveTo>
                    <a:pt x="223659" y="12699"/>
                  </a:moveTo>
                  <a:lnTo>
                    <a:pt x="204609" y="12699"/>
                  </a:lnTo>
                  <a:lnTo>
                    <a:pt x="204609" y="0"/>
                  </a:lnTo>
                  <a:lnTo>
                    <a:pt x="223659" y="0"/>
                  </a:lnTo>
                  <a:lnTo>
                    <a:pt x="223659" y="12699"/>
                  </a:lnTo>
                  <a:close/>
                </a:path>
                <a:path w="10337800" h="482600">
                  <a:moveTo>
                    <a:pt x="188772" y="12699"/>
                  </a:moveTo>
                  <a:lnTo>
                    <a:pt x="178927" y="12699"/>
                  </a:lnTo>
                  <a:lnTo>
                    <a:pt x="178635" y="0"/>
                  </a:lnTo>
                  <a:lnTo>
                    <a:pt x="188772" y="0"/>
                  </a:lnTo>
                  <a:lnTo>
                    <a:pt x="188772" y="12699"/>
                  </a:lnTo>
                  <a:close/>
                </a:path>
                <a:path w="10337800" h="482600">
                  <a:moveTo>
                    <a:pt x="198259" y="12699"/>
                  </a:moveTo>
                  <a:lnTo>
                    <a:pt x="188772" y="12699"/>
                  </a:lnTo>
                  <a:lnTo>
                    <a:pt x="188772" y="0"/>
                  </a:lnTo>
                  <a:lnTo>
                    <a:pt x="198259" y="0"/>
                  </a:lnTo>
                  <a:lnTo>
                    <a:pt x="198259" y="12699"/>
                  </a:lnTo>
                  <a:close/>
                </a:path>
                <a:path w="10337800" h="482600">
                  <a:moveTo>
                    <a:pt x="152755" y="14249"/>
                  </a:moveTo>
                  <a:lnTo>
                    <a:pt x="151650" y="1600"/>
                  </a:lnTo>
                  <a:lnTo>
                    <a:pt x="158280" y="1015"/>
                  </a:lnTo>
                  <a:lnTo>
                    <a:pt x="165023" y="596"/>
                  </a:lnTo>
                  <a:lnTo>
                    <a:pt x="171881" y="330"/>
                  </a:lnTo>
                  <a:lnTo>
                    <a:pt x="172364" y="13017"/>
                  </a:lnTo>
                  <a:lnTo>
                    <a:pt x="165722" y="13271"/>
                  </a:lnTo>
                  <a:lnTo>
                    <a:pt x="159169" y="13690"/>
                  </a:lnTo>
                  <a:lnTo>
                    <a:pt x="152755" y="14249"/>
                  </a:lnTo>
                  <a:close/>
                </a:path>
                <a:path w="10337800" h="482600">
                  <a:moveTo>
                    <a:pt x="126771" y="17411"/>
                  </a:moveTo>
                  <a:lnTo>
                    <a:pt x="124790" y="4864"/>
                  </a:lnTo>
                  <a:lnTo>
                    <a:pt x="131330" y="3835"/>
                  </a:lnTo>
                  <a:lnTo>
                    <a:pt x="138049" y="2959"/>
                  </a:lnTo>
                  <a:lnTo>
                    <a:pt x="144907" y="2247"/>
                  </a:lnTo>
                  <a:lnTo>
                    <a:pt x="146227" y="14871"/>
                  </a:lnTo>
                  <a:lnTo>
                    <a:pt x="139585" y="15570"/>
                  </a:lnTo>
                  <a:lnTo>
                    <a:pt x="133083" y="16408"/>
                  </a:lnTo>
                  <a:lnTo>
                    <a:pt x="126771" y="17411"/>
                  </a:lnTo>
                  <a:close/>
                </a:path>
                <a:path w="10337800" h="482600">
                  <a:moveTo>
                    <a:pt x="101130" y="22478"/>
                  </a:moveTo>
                  <a:lnTo>
                    <a:pt x="98171" y="10121"/>
                  </a:lnTo>
                  <a:lnTo>
                    <a:pt x="104597" y="8585"/>
                  </a:lnTo>
                  <a:lnTo>
                    <a:pt x="111252" y="7200"/>
                  </a:lnTo>
                  <a:lnTo>
                    <a:pt x="118097" y="5981"/>
                  </a:lnTo>
                  <a:lnTo>
                    <a:pt x="120307" y="18491"/>
                  </a:lnTo>
                  <a:lnTo>
                    <a:pt x="113703" y="19659"/>
                  </a:lnTo>
                  <a:lnTo>
                    <a:pt x="107302" y="20993"/>
                  </a:lnTo>
                  <a:lnTo>
                    <a:pt x="101130" y="22478"/>
                  </a:lnTo>
                  <a:close/>
                </a:path>
                <a:path w="10337800" h="482600">
                  <a:moveTo>
                    <a:pt x="76174" y="29730"/>
                  </a:moveTo>
                  <a:lnTo>
                    <a:pt x="72075" y="17919"/>
                  </a:lnTo>
                  <a:lnTo>
                    <a:pt x="72009" y="17729"/>
                  </a:lnTo>
                  <a:lnTo>
                    <a:pt x="78232" y="15570"/>
                  </a:lnTo>
                  <a:lnTo>
                    <a:pt x="84772" y="13588"/>
                  </a:lnTo>
                  <a:lnTo>
                    <a:pt x="91579" y="11785"/>
                  </a:lnTo>
                  <a:lnTo>
                    <a:pt x="94830" y="24066"/>
                  </a:lnTo>
                  <a:lnTo>
                    <a:pt x="88303" y="25793"/>
                  </a:lnTo>
                  <a:lnTo>
                    <a:pt x="82080" y="27685"/>
                  </a:lnTo>
                  <a:lnTo>
                    <a:pt x="76174" y="29730"/>
                  </a:lnTo>
                  <a:close/>
                </a:path>
                <a:path w="10337800" h="482600">
                  <a:moveTo>
                    <a:pt x="52412" y="39674"/>
                  </a:moveTo>
                  <a:lnTo>
                    <a:pt x="46685" y="28346"/>
                  </a:lnTo>
                  <a:lnTo>
                    <a:pt x="52539" y="25387"/>
                  </a:lnTo>
                  <a:lnTo>
                    <a:pt x="58864" y="22618"/>
                  </a:lnTo>
                  <a:lnTo>
                    <a:pt x="65582" y="20065"/>
                  </a:lnTo>
                  <a:lnTo>
                    <a:pt x="69965" y="31610"/>
                  </a:lnTo>
                  <a:lnTo>
                    <a:pt x="70091" y="31940"/>
                  </a:lnTo>
                  <a:lnTo>
                    <a:pt x="63741" y="34340"/>
                  </a:lnTo>
                  <a:lnTo>
                    <a:pt x="57835" y="36931"/>
                  </a:lnTo>
                  <a:lnTo>
                    <a:pt x="52412" y="39674"/>
                  </a:lnTo>
                  <a:close/>
                </a:path>
                <a:path w="10337800" h="482600">
                  <a:moveTo>
                    <a:pt x="31140" y="53187"/>
                  </a:moveTo>
                  <a:lnTo>
                    <a:pt x="23101" y="43357"/>
                  </a:lnTo>
                  <a:lnTo>
                    <a:pt x="28232" y="39166"/>
                  </a:lnTo>
                  <a:lnTo>
                    <a:pt x="34086" y="35242"/>
                  </a:lnTo>
                  <a:lnTo>
                    <a:pt x="40576" y="31610"/>
                  </a:lnTo>
                  <a:lnTo>
                    <a:pt x="46786" y="42684"/>
                  </a:lnTo>
                  <a:lnTo>
                    <a:pt x="40843" y="46024"/>
                  </a:lnTo>
                  <a:lnTo>
                    <a:pt x="35610" y="49542"/>
                  </a:lnTo>
                  <a:lnTo>
                    <a:pt x="31140" y="53187"/>
                  </a:lnTo>
                  <a:close/>
                </a:path>
                <a:path w="10337800" h="482600">
                  <a:moveTo>
                    <a:pt x="15900" y="71310"/>
                  </a:moveTo>
                  <a:lnTo>
                    <a:pt x="4470" y="65760"/>
                  </a:lnTo>
                  <a:lnTo>
                    <a:pt x="7543" y="59435"/>
                  </a:lnTo>
                  <a:lnTo>
                    <a:pt x="12077" y="53530"/>
                  </a:lnTo>
                  <a:lnTo>
                    <a:pt x="17741" y="48107"/>
                  </a:lnTo>
                  <a:lnTo>
                    <a:pt x="26530" y="57264"/>
                  </a:lnTo>
                  <a:lnTo>
                    <a:pt x="21729" y="61887"/>
                  </a:lnTo>
                  <a:lnTo>
                    <a:pt x="18186" y="66598"/>
                  </a:lnTo>
                  <a:lnTo>
                    <a:pt x="15900" y="71310"/>
                  </a:lnTo>
                  <a:close/>
                </a:path>
              </a:pathLst>
            </a:custGeom>
            <a:solidFill>
              <a:srgbClr val="F344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5099" y="758177"/>
              <a:ext cx="7866640" cy="19259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549275"/>
              <a:ext cx="85725" cy="7183755"/>
            </a:xfrm>
            <a:custGeom>
              <a:avLst/>
              <a:gdLst/>
              <a:ahLst/>
              <a:cxnLst/>
              <a:rect l="l" t="t" r="r" b="b"/>
              <a:pathLst>
                <a:path w="85725" h="7183755">
                  <a:moveTo>
                    <a:pt x="0" y="7183437"/>
                  </a:moveTo>
                  <a:lnTo>
                    <a:pt x="85725" y="7183437"/>
                  </a:lnTo>
                  <a:lnTo>
                    <a:pt x="85725" y="0"/>
                  </a:lnTo>
                  <a:lnTo>
                    <a:pt x="0" y="0"/>
                  </a:lnTo>
                  <a:lnTo>
                    <a:pt x="0" y="7183437"/>
                  </a:lnTo>
                  <a:close/>
                </a:path>
              </a:pathLst>
            </a:custGeom>
            <a:solidFill>
              <a:srgbClr val="E13E4E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47200" y="596900"/>
              <a:ext cx="1092200" cy="5080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739900" y="1549399"/>
              <a:ext cx="8707755" cy="406400"/>
            </a:xfrm>
            <a:custGeom>
              <a:avLst/>
              <a:gdLst/>
              <a:ahLst/>
              <a:cxnLst/>
              <a:rect l="l" t="t" r="r" b="b"/>
              <a:pathLst>
                <a:path w="8707755" h="406400">
                  <a:moveTo>
                    <a:pt x="157480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574800" y="406400"/>
                  </a:lnTo>
                  <a:lnTo>
                    <a:pt x="1574800" y="0"/>
                  </a:lnTo>
                  <a:close/>
                </a:path>
                <a:path w="8707755" h="406400">
                  <a:moveTo>
                    <a:pt x="6471425" y="25"/>
                  </a:moveTo>
                  <a:lnTo>
                    <a:pt x="6471425" y="25"/>
                  </a:lnTo>
                  <a:lnTo>
                    <a:pt x="1576882" y="25"/>
                  </a:lnTo>
                  <a:lnTo>
                    <a:pt x="1576882" y="404799"/>
                  </a:lnTo>
                  <a:lnTo>
                    <a:pt x="6471425" y="404799"/>
                  </a:lnTo>
                  <a:lnTo>
                    <a:pt x="6471425" y="25"/>
                  </a:lnTo>
                  <a:close/>
                </a:path>
                <a:path w="8707755" h="406400">
                  <a:moveTo>
                    <a:pt x="8707171" y="25"/>
                  </a:moveTo>
                  <a:lnTo>
                    <a:pt x="7529220" y="25"/>
                  </a:lnTo>
                  <a:lnTo>
                    <a:pt x="6471475" y="25"/>
                  </a:lnTo>
                  <a:lnTo>
                    <a:pt x="6471475" y="404799"/>
                  </a:lnTo>
                  <a:lnTo>
                    <a:pt x="7529208" y="404799"/>
                  </a:lnTo>
                  <a:lnTo>
                    <a:pt x="8707171" y="404799"/>
                  </a:lnTo>
                  <a:lnTo>
                    <a:pt x="8707171" y="25"/>
                  </a:lnTo>
                  <a:close/>
                </a:path>
              </a:pathLst>
            </a:custGeom>
            <a:solidFill>
              <a:srgbClr val="F549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3603" y="3016795"/>
              <a:ext cx="146685" cy="14668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20903" y="3442959"/>
              <a:ext cx="146685" cy="14668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68710" y="3030790"/>
              <a:ext cx="1190752" cy="13296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43547" y="3394563"/>
              <a:ext cx="1762556" cy="29965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309780" y="2043449"/>
              <a:ext cx="2683510" cy="798195"/>
            </a:xfrm>
            <a:custGeom>
              <a:avLst/>
              <a:gdLst/>
              <a:ahLst/>
              <a:cxnLst/>
              <a:rect l="l" t="t" r="r" b="b"/>
              <a:pathLst>
                <a:path w="2683509" h="798194">
                  <a:moveTo>
                    <a:pt x="38912" y="34036"/>
                  </a:moveTo>
                  <a:lnTo>
                    <a:pt x="30810" y="34036"/>
                  </a:lnTo>
                  <a:lnTo>
                    <a:pt x="27127" y="35039"/>
                  </a:lnTo>
                  <a:lnTo>
                    <a:pt x="23787" y="37045"/>
                  </a:lnTo>
                  <a:lnTo>
                    <a:pt x="20446" y="39014"/>
                  </a:lnTo>
                  <a:lnTo>
                    <a:pt x="17779" y="41668"/>
                  </a:lnTo>
                  <a:lnTo>
                    <a:pt x="13804" y="48310"/>
                  </a:lnTo>
                  <a:lnTo>
                    <a:pt x="12826" y="51993"/>
                  </a:lnTo>
                  <a:lnTo>
                    <a:pt x="12826" y="60109"/>
                  </a:lnTo>
                  <a:lnTo>
                    <a:pt x="30810" y="78092"/>
                  </a:lnTo>
                  <a:lnTo>
                    <a:pt x="38912" y="78092"/>
                  </a:lnTo>
                  <a:lnTo>
                    <a:pt x="56870" y="60109"/>
                  </a:lnTo>
                  <a:lnTo>
                    <a:pt x="56870" y="51993"/>
                  </a:lnTo>
                  <a:lnTo>
                    <a:pt x="55867" y="48310"/>
                  </a:lnTo>
                  <a:lnTo>
                    <a:pt x="53873" y="45008"/>
                  </a:lnTo>
                  <a:lnTo>
                    <a:pt x="51904" y="41668"/>
                  </a:lnTo>
                  <a:lnTo>
                    <a:pt x="49250" y="39014"/>
                  </a:lnTo>
                  <a:lnTo>
                    <a:pt x="45910" y="37045"/>
                  </a:lnTo>
                  <a:lnTo>
                    <a:pt x="42608" y="35039"/>
                  </a:lnTo>
                  <a:lnTo>
                    <a:pt x="38912" y="34036"/>
                  </a:lnTo>
                  <a:close/>
                </a:path>
                <a:path w="2683509" h="798194">
                  <a:moveTo>
                    <a:pt x="172808" y="3403"/>
                  </a:moveTo>
                  <a:lnTo>
                    <a:pt x="160832" y="3403"/>
                  </a:lnTo>
                  <a:lnTo>
                    <a:pt x="154812" y="4622"/>
                  </a:lnTo>
                  <a:lnTo>
                    <a:pt x="123634" y="40665"/>
                  </a:lnTo>
                  <a:lnTo>
                    <a:pt x="122554" y="56070"/>
                  </a:lnTo>
                  <a:lnTo>
                    <a:pt x="122911" y="63902"/>
                  </a:lnTo>
                  <a:lnTo>
                    <a:pt x="151155" y="106591"/>
                  </a:lnTo>
                  <a:lnTo>
                    <a:pt x="159130" y="108724"/>
                  </a:lnTo>
                  <a:lnTo>
                    <a:pt x="176352" y="108724"/>
                  </a:lnTo>
                  <a:lnTo>
                    <a:pt x="183565" y="107022"/>
                  </a:lnTo>
                  <a:lnTo>
                    <a:pt x="196138" y="100190"/>
                  </a:lnTo>
                  <a:lnTo>
                    <a:pt x="199276" y="97116"/>
                  </a:lnTo>
                  <a:lnTo>
                    <a:pt x="161861" y="97116"/>
                  </a:lnTo>
                  <a:lnTo>
                    <a:pt x="156159" y="95542"/>
                  </a:lnTo>
                  <a:lnTo>
                    <a:pt x="134569" y="64947"/>
                  </a:lnTo>
                  <a:lnTo>
                    <a:pt x="134569" y="47193"/>
                  </a:lnTo>
                  <a:lnTo>
                    <a:pt x="161328" y="15011"/>
                  </a:lnTo>
                  <a:lnTo>
                    <a:pt x="197990" y="15011"/>
                  </a:lnTo>
                  <a:lnTo>
                    <a:pt x="195084" y="12712"/>
                  </a:lnTo>
                  <a:lnTo>
                    <a:pt x="191414" y="9740"/>
                  </a:lnTo>
                  <a:lnTo>
                    <a:pt x="187236" y="7454"/>
                  </a:lnTo>
                  <a:lnTo>
                    <a:pt x="182524" y="5854"/>
                  </a:lnTo>
                  <a:lnTo>
                    <a:pt x="177850" y="4216"/>
                  </a:lnTo>
                  <a:lnTo>
                    <a:pt x="172808" y="3403"/>
                  </a:lnTo>
                  <a:close/>
                </a:path>
                <a:path w="2683509" h="798194">
                  <a:moveTo>
                    <a:pt x="198043" y="66281"/>
                  </a:moveTo>
                  <a:lnTo>
                    <a:pt x="198043" y="72555"/>
                  </a:lnTo>
                  <a:lnTo>
                    <a:pt x="196773" y="78003"/>
                  </a:lnTo>
                  <a:lnTo>
                    <a:pt x="191731" y="87249"/>
                  </a:lnTo>
                  <a:lnTo>
                    <a:pt x="188226" y="90830"/>
                  </a:lnTo>
                  <a:lnTo>
                    <a:pt x="179260" y="95859"/>
                  </a:lnTo>
                  <a:lnTo>
                    <a:pt x="174078" y="97116"/>
                  </a:lnTo>
                  <a:lnTo>
                    <a:pt x="199276" y="97116"/>
                  </a:lnTo>
                  <a:lnTo>
                    <a:pt x="201079" y="95351"/>
                  </a:lnTo>
                  <a:lnTo>
                    <a:pt x="204553" y="89268"/>
                  </a:lnTo>
                  <a:lnTo>
                    <a:pt x="208254" y="82867"/>
                  </a:lnTo>
                  <a:lnTo>
                    <a:pt x="210057" y="75526"/>
                  </a:lnTo>
                  <a:lnTo>
                    <a:pt x="210057" y="67081"/>
                  </a:lnTo>
                  <a:lnTo>
                    <a:pt x="201853" y="67081"/>
                  </a:lnTo>
                  <a:lnTo>
                    <a:pt x="198043" y="66281"/>
                  </a:lnTo>
                  <a:close/>
                </a:path>
                <a:path w="2683509" h="798194">
                  <a:moveTo>
                    <a:pt x="210057" y="56070"/>
                  </a:moveTo>
                  <a:lnTo>
                    <a:pt x="171005" y="56070"/>
                  </a:lnTo>
                  <a:lnTo>
                    <a:pt x="171005" y="67081"/>
                  </a:lnTo>
                  <a:lnTo>
                    <a:pt x="198043" y="67081"/>
                  </a:lnTo>
                  <a:lnTo>
                    <a:pt x="198043" y="66281"/>
                  </a:lnTo>
                  <a:lnTo>
                    <a:pt x="210057" y="66281"/>
                  </a:lnTo>
                  <a:lnTo>
                    <a:pt x="210057" y="56070"/>
                  </a:lnTo>
                  <a:close/>
                </a:path>
                <a:path w="2683509" h="798194">
                  <a:moveTo>
                    <a:pt x="210057" y="66281"/>
                  </a:moveTo>
                  <a:lnTo>
                    <a:pt x="198043" y="66281"/>
                  </a:lnTo>
                  <a:lnTo>
                    <a:pt x="201853" y="67081"/>
                  </a:lnTo>
                  <a:lnTo>
                    <a:pt x="210057" y="67081"/>
                  </a:lnTo>
                  <a:lnTo>
                    <a:pt x="210057" y="66281"/>
                  </a:lnTo>
                  <a:close/>
                </a:path>
                <a:path w="2683509" h="798194">
                  <a:moveTo>
                    <a:pt x="197990" y="15011"/>
                  </a:moveTo>
                  <a:lnTo>
                    <a:pt x="171107" y="15011"/>
                  </a:lnTo>
                  <a:lnTo>
                    <a:pt x="175361" y="15646"/>
                  </a:lnTo>
                  <a:lnTo>
                    <a:pt x="174906" y="15646"/>
                  </a:lnTo>
                  <a:lnTo>
                    <a:pt x="180720" y="17513"/>
                  </a:lnTo>
                  <a:lnTo>
                    <a:pt x="183489" y="18973"/>
                  </a:lnTo>
                  <a:lnTo>
                    <a:pt x="185927" y="20878"/>
                  </a:lnTo>
                  <a:lnTo>
                    <a:pt x="187573" y="22136"/>
                  </a:lnTo>
                  <a:lnTo>
                    <a:pt x="188485" y="22860"/>
                  </a:lnTo>
                  <a:lnTo>
                    <a:pt x="190512" y="25082"/>
                  </a:lnTo>
                  <a:lnTo>
                    <a:pt x="192290" y="27787"/>
                  </a:lnTo>
                  <a:lnTo>
                    <a:pt x="194094" y="30454"/>
                  </a:lnTo>
                  <a:lnTo>
                    <a:pt x="195541" y="33477"/>
                  </a:lnTo>
                  <a:lnTo>
                    <a:pt x="196646" y="36842"/>
                  </a:lnTo>
                  <a:lnTo>
                    <a:pt x="209461" y="36842"/>
                  </a:lnTo>
                  <a:lnTo>
                    <a:pt x="208521" y="31864"/>
                  </a:lnTo>
                  <a:lnTo>
                    <a:pt x="206986" y="27787"/>
                  </a:lnTo>
                  <a:lnTo>
                    <a:pt x="206872" y="27482"/>
                  </a:lnTo>
                  <a:lnTo>
                    <a:pt x="206819" y="27343"/>
                  </a:lnTo>
                  <a:lnTo>
                    <a:pt x="201879" y="19177"/>
                  </a:lnTo>
                  <a:lnTo>
                    <a:pt x="198793" y="15646"/>
                  </a:lnTo>
                  <a:lnTo>
                    <a:pt x="197990" y="15011"/>
                  </a:lnTo>
                  <a:close/>
                </a:path>
                <a:path w="2683509" h="798194">
                  <a:moveTo>
                    <a:pt x="264756" y="29438"/>
                  </a:moveTo>
                  <a:lnTo>
                    <a:pt x="253809" y="29438"/>
                  </a:lnTo>
                  <a:lnTo>
                    <a:pt x="247738" y="31140"/>
                  </a:lnTo>
                  <a:lnTo>
                    <a:pt x="226110" y="61607"/>
                  </a:lnTo>
                  <a:lnTo>
                    <a:pt x="226110" y="77355"/>
                  </a:lnTo>
                  <a:lnTo>
                    <a:pt x="254546" y="108927"/>
                  </a:lnTo>
                  <a:lnTo>
                    <a:pt x="267169" y="108927"/>
                  </a:lnTo>
                  <a:lnTo>
                    <a:pt x="271856" y="108127"/>
                  </a:lnTo>
                  <a:lnTo>
                    <a:pt x="280200" y="104889"/>
                  </a:lnTo>
                  <a:lnTo>
                    <a:pt x="283705" y="102616"/>
                  </a:lnTo>
                  <a:lnTo>
                    <a:pt x="287898" y="98310"/>
                  </a:lnTo>
                  <a:lnTo>
                    <a:pt x="257187" y="98310"/>
                  </a:lnTo>
                  <a:lnTo>
                    <a:pt x="252996" y="97282"/>
                  </a:lnTo>
                  <a:lnTo>
                    <a:pt x="237934" y="72885"/>
                  </a:lnTo>
                  <a:lnTo>
                    <a:pt x="234530" y="72885"/>
                  </a:lnTo>
                  <a:lnTo>
                    <a:pt x="234530" y="62674"/>
                  </a:lnTo>
                  <a:lnTo>
                    <a:pt x="237934" y="62674"/>
                  </a:lnTo>
                  <a:lnTo>
                    <a:pt x="237934" y="60236"/>
                  </a:lnTo>
                  <a:lnTo>
                    <a:pt x="256057" y="40043"/>
                  </a:lnTo>
                  <a:lnTo>
                    <a:pt x="285542" y="40043"/>
                  </a:lnTo>
                  <a:lnTo>
                    <a:pt x="280085" y="34937"/>
                  </a:lnTo>
                  <a:lnTo>
                    <a:pt x="276529" y="32766"/>
                  </a:lnTo>
                  <a:lnTo>
                    <a:pt x="268719" y="30099"/>
                  </a:lnTo>
                  <a:lnTo>
                    <a:pt x="264756" y="29438"/>
                  </a:lnTo>
                  <a:close/>
                </a:path>
                <a:path w="2683509" h="798194">
                  <a:moveTo>
                    <a:pt x="281177" y="86296"/>
                  </a:moveTo>
                  <a:lnTo>
                    <a:pt x="265061" y="98310"/>
                  </a:lnTo>
                  <a:lnTo>
                    <a:pt x="287898" y="98310"/>
                  </a:lnTo>
                  <a:lnTo>
                    <a:pt x="289369" y="96786"/>
                  </a:lnTo>
                  <a:lnTo>
                    <a:pt x="291388" y="93383"/>
                  </a:lnTo>
                  <a:lnTo>
                    <a:pt x="292595" y="89509"/>
                  </a:lnTo>
                  <a:lnTo>
                    <a:pt x="281177" y="86296"/>
                  </a:lnTo>
                  <a:close/>
                </a:path>
                <a:path w="2683509" h="798194">
                  <a:moveTo>
                    <a:pt x="237934" y="62674"/>
                  </a:moveTo>
                  <a:lnTo>
                    <a:pt x="234530" y="62674"/>
                  </a:lnTo>
                  <a:lnTo>
                    <a:pt x="234530" y="72885"/>
                  </a:lnTo>
                  <a:lnTo>
                    <a:pt x="237934" y="72885"/>
                  </a:lnTo>
                  <a:lnTo>
                    <a:pt x="237934" y="62674"/>
                  </a:lnTo>
                  <a:close/>
                </a:path>
                <a:path w="2683509" h="798194">
                  <a:moveTo>
                    <a:pt x="285542" y="40043"/>
                  </a:moveTo>
                  <a:lnTo>
                    <a:pt x="265023" y="40043"/>
                  </a:lnTo>
                  <a:lnTo>
                    <a:pt x="268731" y="41033"/>
                  </a:lnTo>
                  <a:lnTo>
                    <a:pt x="275043" y="44970"/>
                  </a:lnTo>
                  <a:lnTo>
                    <a:pt x="277482" y="47650"/>
                  </a:lnTo>
                  <a:lnTo>
                    <a:pt x="280911" y="54470"/>
                  </a:lnTo>
                  <a:lnTo>
                    <a:pt x="281787" y="58331"/>
                  </a:lnTo>
                  <a:lnTo>
                    <a:pt x="281787" y="62674"/>
                  </a:lnTo>
                  <a:lnTo>
                    <a:pt x="237934" y="62674"/>
                  </a:lnTo>
                  <a:lnTo>
                    <a:pt x="237934" y="72885"/>
                  </a:lnTo>
                  <a:lnTo>
                    <a:pt x="293801" y="72885"/>
                  </a:lnTo>
                  <a:lnTo>
                    <a:pt x="293727" y="60236"/>
                  </a:lnTo>
                  <a:lnTo>
                    <a:pt x="292849" y="54660"/>
                  </a:lnTo>
                  <a:lnTo>
                    <a:pt x="289083" y="44970"/>
                  </a:lnTo>
                  <a:lnTo>
                    <a:pt x="286675" y="41211"/>
                  </a:lnTo>
                  <a:lnTo>
                    <a:pt x="286560" y="41033"/>
                  </a:lnTo>
                  <a:lnTo>
                    <a:pt x="285542" y="40043"/>
                  </a:lnTo>
                  <a:close/>
                </a:path>
                <a:path w="2683509" h="798194">
                  <a:moveTo>
                    <a:pt x="349948" y="29438"/>
                  </a:moveTo>
                  <a:lnTo>
                    <a:pt x="336067" y="29438"/>
                  </a:lnTo>
                  <a:lnTo>
                    <a:pt x="329971" y="31089"/>
                  </a:lnTo>
                  <a:lnTo>
                    <a:pt x="319531" y="37693"/>
                  </a:lnTo>
                  <a:lnTo>
                    <a:pt x="315455" y="42329"/>
                  </a:lnTo>
                  <a:lnTo>
                    <a:pt x="309613" y="54279"/>
                  </a:lnTo>
                  <a:lnTo>
                    <a:pt x="308165" y="61277"/>
                  </a:lnTo>
                  <a:lnTo>
                    <a:pt x="308165" y="77228"/>
                  </a:lnTo>
                  <a:lnTo>
                    <a:pt x="336067" y="108927"/>
                  </a:lnTo>
                  <a:lnTo>
                    <a:pt x="349948" y="108927"/>
                  </a:lnTo>
                  <a:lnTo>
                    <a:pt x="356019" y="107276"/>
                  </a:lnTo>
                  <a:lnTo>
                    <a:pt x="366471" y="100672"/>
                  </a:lnTo>
                  <a:lnTo>
                    <a:pt x="368547" y="98310"/>
                  </a:lnTo>
                  <a:lnTo>
                    <a:pt x="337731" y="98310"/>
                  </a:lnTo>
                  <a:lnTo>
                    <a:pt x="333400" y="96964"/>
                  </a:lnTo>
                  <a:lnTo>
                    <a:pt x="326580" y="91554"/>
                  </a:lnTo>
                  <a:lnTo>
                    <a:pt x="324065" y="87998"/>
                  </a:lnTo>
                  <a:lnTo>
                    <a:pt x="320801" y="79197"/>
                  </a:lnTo>
                  <a:lnTo>
                    <a:pt x="319976" y="74422"/>
                  </a:lnTo>
                  <a:lnTo>
                    <a:pt x="319976" y="64147"/>
                  </a:lnTo>
                  <a:lnTo>
                    <a:pt x="337731" y="40043"/>
                  </a:lnTo>
                  <a:lnTo>
                    <a:pt x="368531" y="40043"/>
                  </a:lnTo>
                  <a:lnTo>
                    <a:pt x="366471" y="37693"/>
                  </a:lnTo>
                  <a:lnTo>
                    <a:pt x="356019" y="31089"/>
                  </a:lnTo>
                  <a:lnTo>
                    <a:pt x="349948" y="29438"/>
                  </a:lnTo>
                  <a:close/>
                </a:path>
                <a:path w="2683509" h="798194">
                  <a:moveTo>
                    <a:pt x="368531" y="40043"/>
                  </a:moveTo>
                  <a:lnTo>
                    <a:pt x="348284" y="40043"/>
                  </a:lnTo>
                  <a:lnTo>
                    <a:pt x="352615" y="41414"/>
                  </a:lnTo>
                  <a:lnTo>
                    <a:pt x="359422" y="46888"/>
                  </a:lnTo>
                  <a:lnTo>
                    <a:pt x="361949" y="50469"/>
                  </a:lnTo>
                  <a:lnTo>
                    <a:pt x="365213" y="59347"/>
                  </a:lnTo>
                  <a:lnTo>
                    <a:pt x="366039" y="64147"/>
                  </a:lnTo>
                  <a:lnTo>
                    <a:pt x="366039" y="74422"/>
                  </a:lnTo>
                  <a:lnTo>
                    <a:pt x="348284" y="98310"/>
                  </a:lnTo>
                  <a:lnTo>
                    <a:pt x="368547" y="98310"/>
                  </a:lnTo>
                  <a:lnTo>
                    <a:pt x="370535" y="96050"/>
                  </a:lnTo>
                  <a:lnTo>
                    <a:pt x="376377" y="84162"/>
                  </a:lnTo>
                  <a:lnTo>
                    <a:pt x="377850" y="77228"/>
                  </a:lnTo>
                  <a:lnTo>
                    <a:pt x="377850" y="61277"/>
                  </a:lnTo>
                  <a:lnTo>
                    <a:pt x="376377" y="54279"/>
                  </a:lnTo>
                  <a:lnTo>
                    <a:pt x="373443" y="48310"/>
                  </a:lnTo>
                  <a:lnTo>
                    <a:pt x="370535" y="42329"/>
                  </a:lnTo>
                  <a:lnTo>
                    <a:pt x="368531" y="40043"/>
                  </a:lnTo>
                  <a:close/>
                </a:path>
                <a:path w="2683509" h="798194">
                  <a:moveTo>
                    <a:pt x="425615" y="0"/>
                  </a:moveTo>
                  <a:lnTo>
                    <a:pt x="419049" y="0"/>
                  </a:lnTo>
                  <a:lnTo>
                    <a:pt x="415556" y="736"/>
                  </a:lnTo>
                  <a:lnTo>
                    <a:pt x="408952" y="3670"/>
                  </a:lnTo>
                  <a:lnTo>
                    <a:pt x="406260" y="5867"/>
                  </a:lnTo>
                  <a:lnTo>
                    <a:pt x="402116" y="11760"/>
                  </a:lnTo>
                  <a:lnTo>
                    <a:pt x="401091" y="15417"/>
                  </a:lnTo>
                  <a:lnTo>
                    <a:pt x="401091" y="107327"/>
                  </a:lnTo>
                  <a:lnTo>
                    <a:pt x="412902" y="107327"/>
                  </a:lnTo>
                  <a:lnTo>
                    <a:pt x="412902" y="18821"/>
                  </a:lnTo>
                  <a:lnTo>
                    <a:pt x="413753" y="15938"/>
                  </a:lnTo>
                  <a:lnTo>
                    <a:pt x="415455" y="13970"/>
                  </a:lnTo>
                  <a:lnTo>
                    <a:pt x="417194" y="12001"/>
                  </a:lnTo>
                  <a:lnTo>
                    <a:pt x="420014" y="11010"/>
                  </a:lnTo>
                  <a:lnTo>
                    <a:pt x="430932" y="11010"/>
                  </a:lnTo>
                  <a:lnTo>
                    <a:pt x="433933" y="2006"/>
                  </a:lnTo>
                  <a:lnTo>
                    <a:pt x="433031" y="1600"/>
                  </a:lnTo>
                  <a:lnTo>
                    <a:pt x="431660" y="1168"/>
                  </a:lnTo>
                  <a:lnTo>
                    <a:pt x="427989" y="228"/>
                  </a:lnTo>
                  <a:lnTo>
                    <a:pt x="425615" y="0"/>
                  </a:lnTo>
                  <a:close/>
                </a:path>
                <a:path w="2683509" h="798194">
                  <a:moveTo>
                    <a:pt x="401091" y="30429"/>
                  </a:moveTo>
                  <a:lnTo>
                    <a:pt x="388670" y="30429"/>
                  </a:lnTo>
                  <a:lnTo>
                    <a:pt x="388670" y="40449"/>
                  </a:lnTo>
                  <a:lnTo>
                    <a:pt x="401091" y="40449"/>
                  </a:lnTo>
                  <a:lnTo>
                    <a:pt x="401091" y="30429"/>
                  </a:lnTo>
                  <a:close/>
                </a:path>
                <a:path w="2683509" h="798194">
                  <a:moveTo>
                    <a:pt x="430123" y="30429"/>
                  </a:moveTo>
                  <a:lnTo>
                    <a:pt x="412902" y="30429"/>
                  </a:lnTo>
                  <a:lnTo>
                    <a:pt x="412902" y="40449"/>
                  </a:lnTo>
                  <a:lnTo>
                    <a:pt x="430123" y="40449"/>
                  </a:lnTo>
                  <a:lnTo>
                    <a:pt x="430123" y="30429"/>
                  </a:lnTo>
                  <a:close/>
                </a:path>
                <a:path w="2683509" h="798194">
                  <a:moveTo>
                    <a:pt x="430932" y="11010"/>
                  </a:moveTo>
                  <a:lnTo>
                    <a:pt x="425615" y="11010"/>
                  </a:lnTo>
                  <a:lnTo>
                    <a:pt x="426986" y="11163"/>
                  </a:lnTo>
                  <a:lnTo>
                    <a:pt x="428015" y="11468"/>
                  </a:lnTo>
                  <a:lnTo>
                    <a:pt x="429094" y="11760"/>
                  </a:lnTo>
                  <a:lnTo>
                    <a:pt x="430529" y="12217"/>
                  </a:lnTo>
                  <a:lnTo>
                    <a:pt x="430601" y="12001"/>
                  </a:lnTo>
                  <a:lnTo>
                    <a:pt x="430682" y="11760"/>
                  </a:lnTo>
                  <a:lnTo>
                    <a:pt x="430779" y="11468"/>
                  </a:lnTo>
                  <a:lnTo>
                    <a:pt x="430881" y="11163"/>
                  </a:lnTo>
                  <a:lnTo>
                    <a:pt x="430932" y="11010"/>
                  </a:lnTo>
                  <a:close/>
                </a:path>
                <a:path w="2683509" h="798194">
                  <a:moveTo>
                    <a:pt x="478561" y="29438"/>
                  </a:moveTo>
                  <a:lnTo>
                    <a:pt x="467613" y="29438"/>
                  </a:lnTo>
                  <a:lnTo>
                    <a:pt x="461530" y="31140"/>
                  </a:lnTo>
                  <a:lnTo>
                    <a:pt x="451122" y="37947"/>
                  </a:lnTo>
                  <a:lnTo>
                    <a:pt x="447116" y="42621"/>
                  </a:lnTo>
                  <a:lnTo>
                    <a:pt x="441441" y="54470"/>
                  </a:lnTo>
                  <a:lnTo>
                    <a:pt x="441350" y="54660"/>
                  </a:lnTo>
                  <a:lnTo>
                    <a:pt x="439915" y="61607"/>
                  </a:lnTo>
                  <a:lnTo>
                    <a:pt x="439915" y="77355"/>
                  </a:lnTo>
                  <a:lnTo>
                    <a:pt x="468350" y="108927"/>
                  </a:lnTo>
                  <a:lnTo>
                    <a:pt x="480961" y="108927"/>
                  </a:lnTo>
                  <a:lnTo>
                    <a:pt x="501689" y="98310"/>
                  </a:lnTo>
                  <a:lnTo>
                    <a:pt x="470979" y="98310"/>
                  </a:lnTo>
                  <a:lnTo>
                    <a:pt x="466788" y="97282"/>
                  </a:lnTo>
                  <a:lnTo>
                    <a:pt x="451726" y="72885"/>
                  </a:lnTo>
                  <a:lnTo>
                    <a:pt x="448322" y="72885"/>
                  </a:lnTo>
                  <a:lnTo>
                    <a:pt x="448322" y="62674"/>
                  </a:lnTo>
                  <a:lnTo>
                    <a:pt x="451726" y="62674"/>
                  </a:lnTo>
                  <a:lnTo>
                    <a:pt x="451726" y="60236"/>
                  </a:lnTo>
                  <a:lnTo>
                    <a:pt x="469849" y="40043"/>
                  </a:lnTo>
                  <a:lnTo>
                    <a:pt x="499334" y="40043"/>
                  </a:lnTo>
                  <a:lnTo>
                    <a:pt x="493877" y="34937"/>
                  </a:lnTo>
                  <a:lnTo>
                    <a:pt x="490321" y="32766"/>
                  </a:lnTo>
                  <a:lnTo>
                    <a:pt x="482511" y="30099"/>
                  </a:lnTo>
                  <a:lnTo>
                    <a:pt x="478561" y="29438"/>
                  </a:lnTo>
                  <a:close/>
                </a:path>
                <a:path w="2683509" h="798194">
                  <a:moveTo>
                    <a:pt x="494982" y="86296"/>
                  </a:moveTo>
                  <a:lnTo>
                    <a:pt x="478853" y="98310"/>
                  </a:lnTo>
                  <a:lnTo>
                    <a:pt x="501689" y="98310"/>
                  </a:lnTo>
                  <a:lnTo>
                    <a:pt x="503173" y="96786"/>
                  </a:lnTo>
                  <a:lnTo>
                    <a:pt x="505193" y="93383"/>
                  </a:lnTo>
                  <a:lnTo>
                    <a:pt x="506387" y="89509"/>
                  </a:lnTo>
                  <a:lnTo>
                    <a:pt x="494982" y="86296"/>
                  </a:lnTo>
                  <a:close/>
                </a:path>
                <a:path w="2683509" h="798194">
                  <a:moveTo>
                    <a:pt x="451726" y="62674"/>
                  </a:moveTo>
                  <a:lnTo>
                    <a:pt x="448322" y="62674"/>
                  </a:lnTo>
                  <a:lnTo>
                    <a:pt x="448322" y="72885"/>
                  </a:lnTo>
                  <a:lnTo>
                    <a:pt x="451726" y="72885"/>
                  </a:lnTo>
                  <a:lnTo>
                    <a:pt x="451726" y="62674"/>
                  </a:lnTo>
                  <a:close/>
                </a:path>
                <a:path w="2683509" h="798194">
                  <a:moveTo>
                    <a:pt x="499334" y="40043"/>
                  </a:moveTo>
                  <a:lnTo>
                    <a:pt x="478828" y="40043"/>
                  </a:lnTo>
                  <a:lnTo>
                    <a:pt x="482523" y="41033"/>
                  </a:lnTo>
                  <a:lnTo>
                    <a:pt x="488835" y="44970"/>
                  </a:lnTo>
                  <a:lnTo>
                    <a:pt x="491274" y="47650"/>
                  </a:lnTo>
                  <a:lnTo>
                    <a:pt x="492975" y="51054"/>
                  </a:lnTo>
                  <a:lnTo>
                    <a:pt x="494715" y="54470"/>
                  </a:lnTo>
                  <a:lnTo>
                    <a:pt x="495579" y="58331"/>
                  </a:lnTo>
                  <a:lnTo>
                    <a:pt x="495579" y="62674"/>
                  </a:lnTo>
                  <a:lnTo>
                    <a:pt x="451726" y="62674"/>
                  </a:lnTo>
                  <a:lnTo>
                    <a:pt x="451726" y="72885"/>
                  </a:lnTo>
                  <a:lnTo>
                    <a:pt x="507593" y="72885"/>
                  </a:lnTo>
                  <a:lnTo>
                    <a:pt x="507519" y="60236"/>
                  </a:lnTo>
                  <a:lnTo>
                    <a:pt x="506641" y="54660"/>
                  </a:lnTo>
                  <a:lnTo>
                    <a:pt x="502875" y="44970"/>
                  </a:lnTo>
                  <a:lnTo>
                    <a:pt x="500467" y="41211"/>
                  </a:lnTo>
                  <a:lnTo>
                    <a:pt x="500352" y="41033"/>
                  </a:lnTo>
                  <a:lnTo>
                    <a:pt x="499334" y="40043"/>
                  </a:lnTo>
                  <a:close/>
                </a:path>
                <a:path w="2683509" h="798194">
                  <a:moveTo>
                    <a:pt x="536981" y="30632"/>
                  </a:moveTo>
                  <a:lnTo>
                    <a:pt x="525564" y="30632"/>
                  </a:lnTo>
                  <a:lnTo>
                    <a:pt x="525564" y="107327"/>
                  </a:lnTo>
                  <a:lnTo>
                    <a:pt x="537375" y="107327"/>
                  </a:lnTo>
                  <a:lnTo>
                    <a:pt x="537375" y="56603"/>
                  </a:lnTo>
                  <a:lnTo>
                    <a:pt x="538129" y="53225"/>
                  </a:lnTo>
                  <a:lnTo>
                    <a:pt x="538225" y="52793"/>
                  </a:lnTo>
                  <a:lnTo>
                    <a:pt x="541629" y="46520"/>
                  </a:lnTo>
                  <a:lnTo>
                    <a:pt x="543953" y="44132"/>
                  </a:lnTo>
                  <a:lnTo>
                    <a:pt x="546887" y="42494"/>
                  </a:lnTo>
                  <a:lnTo>
                    <a:pt x="536981" y="42494"/>
                  </a:lnTo>
                  <a:lnTo>
                    <a:pt x="536981" y="30632"/>
                  </a:lnTo>
                  <a:close/>
                </a:path>
                <a:path w="2683509" h="798194">
                  <a:moveTo>
                    <a:pt x="582074" y="40043"/>
                  </a:moveTo>
                  <a:lnTo>
                    <a:pt x="562470" y="40043"/>
                  </a:lnTo>
                  <a:lnTo>
                    <a:pt x="566775" y="41744"/>
                  </a:lnTo>
                  <a:lnTo>
                    <a:pt x="573049" y="48526"/>
                  </a:lnTo>
                  <a:lnTo>
                    <a:pt x="574624" y="53225"/>
                  </a:lnTo>
                  <a:lnTo>
                    <a:pt x="574624" y="107327"/>
                  </a:lnTo>
                  <a:lnTo>
                    <a:pt x="586435" y="107327"/>
                  </a:lnTo>
                  <a:lnTo>
                    <a:pt x="586435" y="51930"/>
                  </a:lnTo>
                  <a:lnTo>
                    <a:pt x="585355" y="46520"/>
                  </a:lnTo>
                  <a:lnTo>
                    <a:pt x="582074" y="40043"/>
                  </a:lnTo>
                  <a:close/>
                </a:path>
                <a:path w="2683509" h="798194">
                  <a:moveTo>
                    <a:pt x="570399" y="30632"/>
                  </a:moveTo>
                  <a:lnTo>
                    <a:pt x="549859" y="30632"/>
                  </a:lnTo>
                  <a:lnTo>
                    <a:pt x="542518" y="35407"/>
                  </a:lnTo>
                  <a:lnTo>
                    <a:pt x="539775" y="38544"/>
                  </a:lnTo>
                  <a:lnTo>
                    <a:pt x="537961" y="42494"/>
                  </a:lnTo>
                  <a:lnTo>
                    <a:pt x="546887" y="42494"/>
                  </a:lnTo>
                  <a:lnTo>
                    <a:pt x="549859" y="40868"/>
                  </a:lnTo>
                  <a:lnTo>
                    <a:pt x="553224" y="40043"/>
                  </a:lnTo>
                  <a:lnTo>
                    <a:pt x="582074" y="40043"/>
                  </a:lnTo>
                  <a:lnTo>
                    <a:pt x="581012" y="37947"/>
                  </a:lnTo>
                  <a:lnTo>
                    <a:pt x="577976" y="34734"/>
                  </a:lnTo>
                  <a:lnTo>
                    <a:pt x="570399" y="30632"/>
                  </a:lnTo>
                  <a:close/>
                </a:path>
                <a:path w="2683509" h="798194">
                  <a:moveTo>
                    <a:pt x="550363" y="30505"/>
                  </a:moveTo>
                  <a:lnTo>
                    <a:pt x="536981" y="30505"/>
                  </a:lnTo>
                  <a:lnTo>
                    <a:pt x="536981" y="30632"/>
                  </a:lnTo>
                  <a:lnTo>
                    <a:pt x="549859" y="30632"/>
                  </a:lnTo>
                  <a:lnTo>
                    <a:pt x="550363" y="30505"/>
                  </a:lnTo>
                  <a:close/>
                </a:path>
                <a:path w="2683509" h="798194">
                  <a:moveTo>
                    <a:pt x="565607" y="29438"/>
                  </a:moveTo>
                  <a:lnTo>
                    <a:pt x="554596" y="29438"/>
                  </a:lnTo>
                  <a:lnTo>
                    <a:pt x="550363" y="30505"/>
                  </a:lnTo>
                  <a:lnTo>
                    <a:pt x="570166" y="30505"/>
                  </a:lnTo>
                  <a:lnTo>
                    <a:pt x="565607" y="29438"/>
                  </a:lnTo>
                  <a:close/>
                </a:path>
                <a:path w="2683509" h="798194">
                  <a:moveTo>
                    <a:pt x="644474" y="29438"/>
                  </a:moveTo>
                  <a:lnTo>
                    <a:pt x="632117" y="29438"/>
                  </a:lnTo>
                  <a:lnTo>
                    <a:pt x="626046" y="31140"/>
                  </a:lnTo>
                  <a:lnTo>
                    <a:pt x="615670" y="37909"/>
                  </a:lnTo>
                  <a:lnTo>
                    <a:pt x="611631" y="42595"/>
                  </a:lnTo>
                  <a:lnTo>
                    <a:pt x="605853" y="54584"/>
                  </a:lnTo>
                  <a:lnTo>
                    <a:pt x="604418" y="61468"/>
                  </a:lnTo>
                  <a:lnTo>
                    <a:pt x="604418" y="76962"/>
                  </a:lnTo>
                  <a:lnTo>
                    <a:pt x="632053" y="108927"/>
                  </a:lnTo>
                  <a:lnTo>
                    <a:pt x="644931" y="108927"/>
                  </a:lnTo>
                  <a:lnTo>
                    <a:pt x="649909" y="107873"/>
                  </a:lnTo>
                  <a:lnTo>
                    <a:pt x="658482" y="103644"/>
                  </a:lnTo>
                  <a:lnTo>
                    <a:pt x="661936" y="100774"/>
                  </a:lnTo>
                  <a:lnTo>
                    <a:pt x="663718" y="98310"/>
                  </a:lnTo>
                  <a:lnTo>
                    <a:pt x="634593" y="98310"/>
                  </a:lnTo>
                  <a:lnTo>
                    <a:pt x="630516" y="97104"/>
                  </a:lnTo>
                  <a:lnTo>
                    <a:pt x="616242" y="74815"/>
                  </a:lnTo>
                  <a:lnTo>
                    <a:pt x="616242" y="63068"/>
                  </a:lnTo>
                  <a:lnTo>
                    <a:pt x="634657" y="40043"/>
                  </a:lnTo>
                  <a:lnTo>
                    <a:pt x="663721" y="40043"/>
                  </a:lnTo>
                  <a:lnTo>
                    <a:pt x="661568" y="37249"/>
                  </a:lnTo>
                  <a:lnTo>
                    <a:pt x="658025" y="34442"/>
                  </a:lnTo>
                  <a:lnTo>
                    <a:pt x="649338" y="30429"/>
                  </a:lnTo>
                  <a:lnTo>
                    <a:pt x="644474" y="29438"/>
                  </a:lnTo>
                  <a:close/>
                </a:path>
                <a:path w="2683509" h="798194">
                  <a:moveTo>
                    <a:pt x="669505" y="84899"/>
                  </a:moveTo>
                  <a:lnTo>
                    <a:pt x="657682" y="84899"/>
                  </a:lnTo>
                  <a:lnTo>
                    <a:pt x="656945" y="87706"/>
                  </a:lnTo>
                  <a:lnTo>
                    <a:pt x="655713" y="90106"/>
                  </a:lnTo>
                  <a:lnTo>
                    <a:pt x="652246" y="94107"/>
                  </a:lnTo>
                  <a:lnTo>
                    <a:pt x="649917" y="95732"/>
                  </a:lnTo>
                  <a:lnTo>
                    <a:pt x="645121" y="97777"/>
                  </a:lnTo>
                  <a:lnTo>
                    <a:pt x="642327" y="98310"/>
                  </a:lnTo>
                  <a:lnTo>
                    <a:pt x="663718" y="98310"/>
                  </a:lnTo>
                  <a:lnTo>
                    <a:pt x="667181" y="93522"/>
                  </a:lnTo>
                  <a:lnTo>
                    <a:pt x="668832" y="89433"/>
                  </a:lnTo>
                  <a:lnTo>
                    <a:pt x="669505" y="84899"/>
                  </a:lnTo>
                  <a:close/>
                </a:path>
                <a:path w="2683509" h="798194">
                  <a:moveTo>
                    <a:pt x="663721" y="40043"/>
                  </a:moveTo>
                  <a:lnTo>
                    <a:pt x="644474" y="40043"/>
                  </a:lnTo>
                  <a:lnTo>
                    <a:pt x="648614" y="41414"/>
                  </a:lnTo>
                  <a:lnTo>
                    <a:pt x="651675" y="44145"/>
                  </a:lnTo>
                  <a:lnTo>
                    <a:pt x="654786" y="46850"/>
                  </a:lnTo>
                  <a:lnTo>
                    <a:pt x="656780" y="49961"/>
                  </a:lnTo>
                  <a:lnTo>
                    <a:pt x="657682" y="53467"/>
                  </a:lnTo>
                  <a:lnTo>
                    <a:pt x="669505" y="53467"/>
                  </a:lnTo>
                  <a:lnTo>
                    <a:pt x="669015" y="49961"/>
                  </a:lnTo>
                  <a:lnTo>
                    <a:pt x="668934" y="49377"/>
                  </a:lnTo>
                  <a:lnTo>
                    <a:pt x="668832" y="48653"/>
                  </a:lnTo>
                  <a:lnTo>
                    <a:pt x="667118" y="44450"/>
                  </a:lnTo>
                  <a:lnTo>
                    <a:pt x="663721" y="40043"/>
                  </a:lnTo>
                  <a:close/>
                </a:path>
                <a:path w="2683509" h="798194">
                  <a:moveTo>
                    <a:pt x="721817" y="29438"/>
                  </a:moveTo>
                  <a:lnTo>
                    <a:pt x="710869" y="29438"/>
                  </a:lnTo>
                  <a:lnTo>
                    <a:pt x="704786" y="31140"/>
                  </a:lnTo>
                  <a:lnTo>
                    <a:pt x="694377" y="37947"/>
                  </a:lnTo>
                  <a:lnTo>
                    <a:pt x="690371" y="42621"/>
                  </a:lnTo>
                  <a:lnTo>
                    <a:pt x="684697" y="54470"/>
                  </a:lnTo>
                  <a:lnTo>
                    <a:pt x="684606" y="54660"/>
                  </a:lnTo>
                  <a:lnTo>
                    <a:pt x="683171" y="61607"/>
                  </a:lnTo>
                  <a:lnTo>
                    <a:pt x="683171" y="77355"/>
                  </a:lnTo>
                  <a:lnTo>
                    <a:pt x="711606" y="108927"/>
                  </a:lnTo>
                  <a:lnTo>
                    <a:pt x="724217" y="108927"/>
                  </a:lnTo>
                  <a:lnTo>
                    <a:pt x="744945" y="98310"/>
                  </a:lnTo>
                  <a:lnTo>
                    <a:pt x="714235" y="98310"/>
                  </a:lnTo>
                  <a:lnTo>
                    <a:pt x="710044" y="97282"/>
                  </a:lnTo>
                  <a:lnTo>
                    <a:pt x="694982" y="72885"/>
                  </a:lnTo>
                  <a:lnTo>
                    <a:pt x="691578" y="72885"/>
                  </a:lnTo>
                  <a:lnTo>
                    <a:pt x="691578" y="62674"/>
                  </a:lnTo>
                  <a:lnTo>
                    <a:pt x="694982" y="62674"/>
                  </a:lnTo>
                  <a:lnTo>
                    <a:pt x="694982" y="60236"/>
                  </a:lnTo>
                  <a:lnTo>
                    <a:pt x="713104" y="40043"/>
                  </a:lnTo>
                  <a:lnTo>
                    <a:pt x="742590" y="40043"/>
                  </a:lnTo>
                  <a:lnTo>
                    <a:pt x="737133" y="34937"/>
                  </a:lnTo>
                  <a:lnTo>
                    <a:pt x="733577" y="32766"/>
                  </a:lnTo>
                  <a:lnTo>
                    <a:pt x="725766" y="30099"/>
                  </a:lnTo>
                  <a:lnTo>
                    <a:pt x="721817" y="29438"/>
                  </a:lnTo>
                  <a:close/>
                </a:path>
                <a:path w="2683509" h="798194">
                  <a:moveTo>
                    <a:pt x="738238" y="86296"/>
                  </a:moveTo>
                  <a:lnTo>
                    <a:pt x="722109" y="98310"/>
                  </a:lnTo>
                  <a:lnTo>
                    <a:pt x="744945" y="98310"/>
                  </a:lnTo>
                  <a:lnTo>
                    <a:pt x="746429" y="96786"/>
                  </a:lnTo>
                  <a:lnTo>
                    <a:pt x="748449" y="93383"/>
                  </a:lnTo>
                  <a:lnTo>
                    <a:pt x="749642" y="89509"/>
                  </a:lnTo>
                  <a:lnTo>
                    <a:pt x="738238" y="86296"/>
                  </a:lnTo>
                  <a:close/>
                </a:path>
                <a:path w="2683509" h="798194">
                  <a:moveTo>
                    <a:pt x="694982" y="62674"/>
                  </a:moveTo>
                  <a:lnTo>
                    <a:pt x="691578" y="62674"/>
                  </a:lnTo>
                  <a:lnTo>
                    <a:pt x="691578" y="72885"/>
                  </a:lnTo>
                  <a:lnTo>
                    <a:pt x="694982" y="72885"/>
                  </a:lnTo>
                  <a:lnTo>
                    <a:pt x="694982" y="62674"/>
                  </a:lnTo>
                  <a:close/>
                </a:path>
                <a:path w="2683509" h="798194">
                  <a:moveTo>
                    <a:pt x="742590" y="40043"/>
                  </a:moveTo>
                  <a:lnTo>
                    <a:pt x="722083" y="40043"/>
                  </a:lnTo>
                  <a:lnTo>
                    <a:pt x="725779" y="41033"/>
                  </a:lnTo>
                  <a:lnTo>
                    <a:pt x="732091" y="44970"/>
                  </a:lnTo>
                  <a:lnTo>
                    <a:pt x="734529" y="47650"/>
                  </a:lnTo>
                  <a:lnTo>
                    <a:pt x="736231" y="51054"/>
                  </a:lnTo>
                  <a:lnTo>
                    <a:pt x="737971" y="54470"/>
                  </a:lnTo>
                  <a:lnTo>
                    <a:pt x="738835" y="58331"/>
                  </a:lnTo>
                  <a:lnTo>
                    <a:pt x="738835" y="62674"/>
                  </a:lnTo>
                  <a:lnTo>
                    <a:pt x="694982" y="62674"/>
                  </a:lnTo>
                  <a:lnTo>
                    <a:pt x="694982" y="72885"/>
                  </a:lnTo>
                  <a:lnTo>
                    <a:pt x="750849" y="72885"/>
                  </a:lnTo>
                  <a:lnTo>
                    <a:pt x="750775" y="60236"/>
                  </a:lnTo>
                  <a:lnTo>
                    <a:pt x="749896" y="54660"/>
                  </a:lnTo>
                  <a:lnTo>
                    <a:pt x="746131" y="44970"/>
                  </a:lnTo>
                  <a:lnTo>
                    <a:pt x="743723" y="41211"/>
                  </a:lnTo>
                  <a:lnTo>
                    <a:pt x="743608" y="41033"/>
                  </a:lnTo>
                  <a:lnTo>
                    <a:pt x="742590" y="40043"/>
                  </a:lnTo>
                  <a:close/>
                </a:path>
                <a:path w="2683509" h="798194">
                  <a:moveTo>
                    <a:pt x="844905" y="29438"/>
                  </a:moveTo>
                  <a:lnTo>
                    <a:pt x="832561" y="29438"/>
                  </a:lnTo>
                  <a:lnTo>
                    <a:pt x="826490" y="31140"/>
                  </a:lnTo>
                  <a:lnTo>
                    <a:pt x="816114" y="37909"/>
                  </a:lnTo>
                  <a:lnTo>
                    <a:pt x="812076" y="42595"/>
                  </a:lnTo>
                  <a:lnTo>
                    <a:pt x="806297" y="54584"/>
                  </a:lnTo>
                  <a:lnTo>
                    <a:pt x="804862" y="61468"/>
                  </a:lnTo>
                  <a:lnTo>
                    <a:pt x="804862" y="76962"/>
                  </a:lnTo>
                  <a:lnTo>
                    <a:pt x="832497" y="108927"/>
                  </a:lnTo>
                  <a:lnTo>
                    <a:pt x="845375" y="108927"/>
                  </a:lnTo>
                  <a:lnTo>
                    <a:pt x="850353" y="107873"/>
                  </a:lnTo>
                  <a:lnTo>
                    <a:pt x="858926" y="103644"/>
                  </a:lnTo>
                  <a:lnTo>
                    <a:pt x="862380" y="100774"/>
                  </a:lnTo>
                  <a:lnTo>
                    <a:pt x="864162" y="98310"/>
                  </a:lnTo>
                  <a:lnTo>
                    <a:pt x="835037" y="98310"/>
                  </a:lnTo>
                  <a:lnTo>
                    <a:pt x="830960" y="97104"/>
                  </a:lnTo>
                  <a:lnTo>
                    <a:pt x="816673" y="74815"/>
                  </a:lnTo>
                  <a:lnTo>
                    <a:pt x="816673" y="63068"/>
                  </a:lnTo>
                  <a:lnTo>
                    <a:pt x="835101" y="40043"/>
                  </a:lnTo>
                  <a:lnTo>
                    <a:pt x="864160" y="40043"/>
                  </a:lnTo>
                  <a:lnTo>
                    <a:pt x="862012" y="37249"/>
                  </a:lnTo>
                  <a:lnTo>
                    <a:pt x="858456" y="34442"/>
                  </a:lnTo>
                  <a:lnTo>
                    <a:pt x="849782" y="30429"/>
                  </a:lnTo>
                  <a:lnTo>
                    <a:pt x="844905" y="29438"/>
                  </a:lnTo>
                  <a:close/>
                </a:path>
                <a:path w="2683509" h="798194">
                  <a:moveTo>
                    <a:pt x="869937" y="84899"/>
                  </a:moveTo>
                  <a:lnTo>
                    <a:pt x="858126" y="84899"/>
                  </a:lnTo>
                  <a:lnTo>
                    <a:pt x="857389" y="87706"/>
                  </a:lnTo>
                  <a:lnTo>
                    <a:pt x="856157" y="90106"/>
                  </a:lnTo>
                  <a:lnTo>
                    <a:pt x="852690" y="94107"/>
                  </a:lnTo>
                  <a:lnTo>
                    <a:pt x="850361" y="95732"/>
                  </a:lnTo>
                  <a:lnTo>
                    <a:pt x="845565" y="97777"/>
                  </a:lnTo>
                  <a:lnTo>
                    <a:pt x="842771" y="98310"/>
                  </a:lnTo>
                  <a:lnTo>
                    <a:pt x="864162" y="98310"/>
                  </a:lnTo>
                  <a:lnTo>
                    <a:pt x="867625" y="93522"/>
                  </a:lnTo>
                  <a:lnTo>
                    <a:pt x="869276" y="89433"/>
                  </a:lnTo>
                  <a:lnTo>
                    <a:pt x="869937" y="84899"/>
                  </a:lnTo>
                  <a:close/>
                </a:path>
                <a:path w="2683509" h="798194">
                  <a:moveTo>
                    <a:pt x="864160" y="40043"/>
                  </a:moveTo>
                  <a:lnTo>
                    <a:pt x="844905" y="40043"/>
                  </a:lnTo>
                  <a:lnTo>
                    <a:pt x="849045" y="41414"/>
                  </a:lnTo>
                  <a:lnTo>
                    <a:pt x="852119" y="44145"/>
                  </a:lnTo>
                  <a:lnTo>
                    <a:pt x="855217" y="46850"/>
                  </a:lnTo>
                  <a:lnTo>
                    <a:pt x="857224" y="49961"/>
                  </a:lnTo>
                  <a:lnTo>
                    <a:pt x="858126" y="53467"/>
                  </a:lnTo>
                  <a:lnTo>
                    <a:pt x="869937" y="53467"/>
                  </a:lnTo>
                  <a:lnTo>
                    <a:pt x="869456" y="49961"/>
                  </a:lnTo>
                  <a:lnTo>
                    <a:pt x="869376" y="49377"/>
                  </a:lnTo>
                  <a:lnTo>
                    <a:pt x="869276" y="48653"/>
                  </a:lnTo>
                  <a:lnTo>
                    <a:pt x="867549" y="44450"/>
                  </a:lnTo>
                  <a:lnTo>
                    <a:pt x="864160" y="40043"/>
                  </a:lnTo>
                  <a:close/>
                </a:path>
                <a:path w="2683509" h="798194">
                  <a:moveTo>
                    <a:pt x="899032" y="4800"/>
                  </a:moveTo>
                  <a:lnTo>
                    <a:pt x="887209" y="4800"/>
                  </a:lnTo>
                  <a:lnTo>
                    <a:pt x="887209" y="107327"/>
                  </a:lnTo>
                  <a:lnTo>
                    <a:pt x="899032" y="107327"/>
                  </a:lnTo>
                  <a:lnTo>
                    <a:pt x="899032" y="56603"/>
                  </a:lnTo>
                  <a:lnTo>
                    <a:pt x="899813" y="53162"/>
                  </a:lnTo>
                  <a:lnTo>
                    <a:pt x="908837" y="42494"/>
                  </a:lnTo>
                  <a:lnTo>
                    <a:pt x="899032" y="42494"/>
                  </a:lnTo>
                  <a:lnTo>
                    <a:pt x="899032" y="4800"/>
                  </a:lnTo>
                  <a:close/>
                </a:path>
                <a:path w="2683509" h="798194">
                  <a:moveTo>
                    <a:pt x="944521" y="40043"/>
                  </a:moveTo>
                  <a:lnTo>
                    <a:pt x="924826" y="40043"/>
                  </a:lnTo>
                  <a:lnTo>
                    <a:pt x="929182" y="41732"/>
                  </a:lnTo>
                  <a:lnTo>
                    <a:pt x="932319" y="45097"/>
                  </a:lnTo>
                  <a:lnTo>
                    <a:pt x="935481" y="48437"/>
                  </a:lnTo>
                  <a:lnTo>
                    <a:pt x="936945" y="52793"/>
                  </a:lnTo>
                  <a:lnTo>
                    <a:pt x="937069" y="107327"/>
                  </a:lnTo>
                  <a:lnTo>
                    <a:pt x="948893" y="107327"/>
                  </a:lnTo>
                  <a:lnTo>
                    <a:pt x="948893" y="51866"/>
                  </a:lnTo>
                  <a:lnTo>
                    <a:pt x="947808" y="46520"/>
                  </a:lnTo>
                  <a:lnTo>
                    <a:pt x="947104" y="45097"/>
                  </a:lnTo>
                  <a:lnTo>
                    <a:pt x="945578" y="42151"/>
                  </a:lnTo>
                  <a:lnTo>
                    <a:pt x="944521" y="40043"/>
                  </a:lnTo>
                  <a:close/>
                </a:path>
                <a:path w="2683509" h="798194">
                  <a:moveTo>
                    <a:pt x="927900" y="29438"/>
                  </a:moveTo>
                  <a:lnTo>
                    <a:pt x="916609" y="29438"/>
                  </a:lnTo>
                  <a:lnTo>
                    <a:pt x="911771" y="30619"/>
                  </a:lnTo>
                  <a:lnTo>
                    <a:pt x="904532" y="35318"/>
                  </a:lnTo>
                  <a:lnTo>
                    <a:pt x="901826" y="38481"/>
                  </a:lnTo>
                  <a:lnTo>
                    <a:pt x="900000" y="42494"/>
                  </a:lnTo>
                  <a:lnTo>
                    <a:pt x="908837" y="42494"/>
                  </a:lnTo>
                  <a:lnTo>
                    <a:pt x="911910" y="40868"/>
                  </a:lnTo>
                  <a:lnTo>
                    <a:pt x="915377" y="40043"/>
                  </a:lnTo>
                  <a:lnTo>
                    <a:pt x="944521" y="40043"/>
                  </a:lnTo>
                  <a:lnTo>
                    <a:pt x="943419" y="37846"/>
                  </a:lnTo>
                  <a:lnTo>
                    <a:pt x="940358" y="34658"/>
                  </a:lnTo>
                  <a:lnTo>
                    <a:pt x="932484" y="30480"/>
                  </a:lnTo>
                  <a:lnTo>
                    <a:pt x="927900" y="29438"/>
                  </a:lnTo>
                  <a:close/>
                </a:path>
                <a:path w="2683509" h="798194">
                  <a:moveTo>
                    <a:pt x="1005547" y="29438"/>
                  </a:moveTo>
                  <a:lnTo>
                    <a:pt x="994600" y="29438"/>
                  </a:lnTo>
                  <a:lnTo>
                    <a:pt x="988517" y="31140"/>
                  </a:lnTo>
                  <a:lnTo>
                    <a:pt x="978108" y="37947"/>
                  </a:lnTo>
                  <a:lnTo>
                    <a:pt x="974102" y="42621"/>
                  </a:lnTo>
                  <a:lnTo>
                    <a:pt x="968428" y="54470"/>
                  </a:lnTo>
                  <a:lnTo>
                    <a:pt x="968336" y="54660"/>
                  </a:lnTo>
                  <a:lnTo>
                    <a:pt x="966901" y="61607"/>
                  </a:lnTo>
                  <a:lnTo>
                    <a:pt x="966901" y="77355"/>
                  </a:lnTo>
                  <a:lnTo>
                    <a:pt x="995324" y="108927"/>
                  </a:lnTo>
                  <a:lnTo>
                    <a:pt x="1007948" y="108927"/>
                  </a:lnTo>
                  <a:lnTo>
                    <a:pt x="1012634" y="108127"/>
                  </a:lnTo>
                  <a:lnTo>
                    <a:pt x="1020978" y="104889"/>
                  </a:lnTo>
                  <a:lnTo>
                    <a:pt x="1024483" y="102616"/>
                  </a:lnTo>
                  <a:lnTo>
                    <a:pt x="1028676" y="98310"/>
                  </a:lnTo>
                  <a:lnTo>
                    <a:pt x="997965" y="98310"/>
                  </a:lnTo>
                  <a:lnTo>
                    <a:pt x="993774" y="97282"/>
                  </a:lnTo>
                  <a:lnTo>
                    <a:pt x="978712" y="72885"/>
                  </a:lnTo>
                  <a:lnTo>
                    <a:pt x="975309" y="72885"/>
                  </a:lnTo>
                  <a:lnTo>
                    <a:pt x="975309" y="62674"/>
                  </a:lnTo>
                  <a:lnTo>
                    <a:pt x="978712" y="62674"/>
                  </a:lnTo>
                  <a:lnTo>
                    <a:pt x="978712" y="60236"/>
                  </a:lnTo>
                  <a:lnTo>
                    <a:pt x="996835" y="40043"/>
                  </a:lnTo>
                  <a:lnTo>
                    <a:pt x="1026321" y="40043"/>
                  </a:lnTo>
                  <a:lnTo>
                    <a:pt x="1020864" y="34937"/>
                  </a:lnTo>
                  <a:lnTo>
                    <a:pt x="1017308" y="32766"/>
                  </a:lnTo>
                  <a:lnTo>
                    <a:pt x="1009497" y="30099"/>
                  </a:lnTo>
                  <a:lnTo>
                    <a:pt x="1005547" y="29438"/>
                  </a:lnTo>
                  <a:close/>
                </a:path>
                <a:path w="2683509" h="798194">
                  <a:moveTo>
                    <a:pt x="1021956" y="86296"/>
                  </a:moveTo>
                  <a:lnTo>
                    <a:pt x="1005839" y="98310"/>
                  </a:lnTo>
                  <a:lnTo>
                    <a:pt x="1028676" y="98310"/>
                  </a:lnTo>
                  <a:lnTo>
                    <a:pt x="1030160" y="96786"/>
                  </a:lnTo>
                  <a:lnTo>
                    <a:pt x="1032179" y="93383"/>
                  </a:lnTo>
                  <a:lnTo>
                    <a:pt x="1033373" y="89509"/>
                  </a:lnTo>
                  <a:lnTo>
                    <a:pt x="1021956" y="86296"/>
                  </a:lnTo>
                  <a:close/>
                </a:path>
                <a:path w="2683509" h="798194">
                  <a:moveTo>
                    <a:pt x="978712" y="62674"/>
                  </a:moveTo>
                  <a:lnTo>
                    <a:pt x="975309" y="62674"/>
                  </a:lnTo>
                  <a:lnTo>
                    <a:pt x="975309" y="72885"/>
                  </a:lnTo>
                  <a:lnTo>
                    <a:pt x="978712" y="72885"/>
                  </a:lnTo>
                  <a:lnTo>
                    <a:pt x="978712" y="62674"/>
                  </a:lnTo>
                  <a:close/>
                </a:path>
                <a:path w="2683509" h="798194">
                  <a:moveTo>
                    <a:pt x="1026321" y="40043"/>
                  </a:moveTo>
                  <a:lnTo>
                    <a:pt x="1005814" y="40043"/>
                  </a:lnTo>
                  <a:lnTo>
                    <a:pt x="1009510" y="41033"/>
                  </a:lnTo>
                  <a:lnTo>
                    <a:pt x="1015822" y="44970"/>
                  </a:lnTo>
                  <a:lnTo>
                    <a:pt x="1018260" y="47650"/>
                  </a:lnTo>
                  <a:lnTo>
                    <a:pt x="1021689" y="54470"/>
                  </a:lnTo>
                  <a:lnTo>
                    <a:pt x="1022565" y="58331"/>
                  </a:lnTo>
                  <a:lnTo>
                    <a:pt x="1022565" y="62674"/>
                  </a:lnTo>
                  <a:lnTo>
                    <a:pt x="978712" y="62674"/>
                  </a:lnTo>
                  <a:lnTo>
                    <a:pt x="978712" y="72885"/>
                  </a:lnTo>
                  <a:lnTo>
                    <a:pt x="1034580" y="72885"/>
                  </a:lnTo>
                  <a:lnTo>
                    <a:pt x="1034506" y="60236"/>
                  </a:lnTo>
                  <a:lnTo>
                    <a:pt x="1033627" y="54660"/>
                  </a:lnTo>
                  <a:lnTo>
                    <a:pt x="1029862" y="44970"/>
                  </a:lnTo>
                  <a:lnTo>
                    <a:pt x="1027454" y="41211"/>
                  </a:lnTo>
                  <a:lnTo>
                    <a:pt x="1027339" y="41033"/>
                  </a:lnTo>
                  <a:lnTo>
                    <a:pt x="1026321" y="40043"/>
                  </a:lnTo>
                  <a:close/>
                </a:path>
                <a:path w="2683509" h="798194">
                  <a:moveTo>
                    <a:pt x="1088999" y="29438"/>
                  </a:moveTo>
                  <a:lnTo>
                    <a:pt x="1076642" y="29438"/>
                  </a:lnTo>
                  <a:lnTo>
                    <a:pt x="1070571" y="31140"/>
                  </a:lnTo>
                  <a:lnTo>
                    <a:pt x="1060195" y="37909"/>
                  </a:lnTo>
                  <a:lnTo>
                    <a:pt x="1056157" y="42595"/>
                  </a:lnTo>
                  <a:lnTo>
                    <a:pt x="1050378" y="54584"/>
                  </a:lnTo>
                  <a:lnTo>
                    <a:pt x="1048943" y="61468"/>
                  </a:lnTo>
                  <a:lnTo>
                    <a:pt x="1048943" y="76962"/>
                  </a:lnTo>
                  <a:lnTo>
                    <a:pt x="1076578" y="108927"/>
                  </a:lnTo>
                  <a:lnTo>
                    <a:pt x="1089456" y="108927"/>
                  </a:lnTo>
                  <a:lnTo>
                    <a:pt x="1094435" y="107873"/>
                  </a:lnTo>
                  <a:lnTo>
                    <a:pt x="1103007" y="103644"/>
                  </a:lnTo>
                  <a:lnTo>
                    <a:pt x="1106462" y="100774"/>
                  </a:lnTo>
                  <a:lnTo>
                    <a:pt x="1108244" y="98310"/>
                  </a:lnTo>
                  <a:lnTo>
                    <a:pt x="1079118" y="98310"/>
                  </a:lnTo>
                  <a:lnTo>
                    <a:pt x="1075042" y="97104"/>
                  </a:lnTo>
                  <a:lnTo>
                    <a:pt x="1060754" y="74815"/>
                  </a:lnTo>
                  <a:lnTo>
                    <a:pt x="1060754" y="63068"/>
                  </a:lnTo>
                  <a:lnTo>
                    <a:pt x="1079182" y="40043"/>
                  </a:lnTo>
                  <a:lnTo>
                    <a:pt x="1108247" y="40043"/>
                  </a:lnTo>
                  <a:lnTo>
                    <a:pt x="1106093" y="37249"/>
                  </a:lnTo>
                  <a:lnTo>
                    <a:pt x="1102537" y="34442"/>
                  </a:lnTo>
                  <a:lnTo>
                    <a:pt x="1093863" y="30429"/>
                  </a:lnTo>
                  <a:lnTo>
                    <a:pt x="1088999" y="29438"/>
                  </a:lnTo>
                  <a:close/>
                </a:path>
                <a:path w="2683509" h="798194">
                  <a:moveTo>
                    <a:pt x="1114018" y="84899"/>
                  </a:moveTo>
                  <a:lnTo>
                    <a:pt x="1102207" y="84899"/>
                  </a:lnTo>
                  <a:lnTo>
                    <a:pt x="1101470" y="87706"/>
                  </a:lnTo>
                  <a:lnTo>
                    <a:pt x="1100239" y="90106"/>
                  </a:lnTo>
                  <a:lnTo>
                    <a:pt x="1096771" y="94107"/>
                  </a:lnTo>
                  <a:lnTo>
                    <a:pt x="1094442" y="95732"/>
                  </a:lnTo>
                  <a:lnTo>
                    <a:pt x="1089647" y="97777"/>
                  </a:lnTo>
                  <a:lnTo>
                    <a:pt x="1086853" y="98310"/>
                  </a:lnTo>
                  <a:lnTo>
                    <a:pt x="1108244" y="98310"/>
                  </a:lnTo>
                  <a:lnTo>
                    <a:pt x="1111707" y="93522"/>
                  </a:lnTo>
                  <a:lnTo>
                    <a:pt x="1113358" y="89433"/>
                  </a:lnTo>
                  <a:lnTo>
                    <a:pt x="1114018" y="84899"/>
                  </a:lnTo>
                  <a:close/>
                </a:path>
                <a:path w="2683509" h="798194">
                  <a:moveTo>
                    <a:pt x="1108247" y="40043"/>
                  </a:moveTo>
                  <a:lnTo>
                    <a:pt x="1088999" y="40043"/>
                  </a:lnTo>
                  <a:lnTo>
                    <a:pt x="1093127" y="41414"/>
                  </a:lnTo>
                  <a:lnTo>
                    <a:pt x="1096200" y="44145"/>
                  </a:lnTo>
                  <a:lnTo>
                    <a:pt x="1099311" y="46850"/>
                  </a:lnTo>
                  <a:lnTo>
                    <a:pt x="1101305" y="49961"/>
                  </a:lnTo>
                  <a:lnTo>
                    <a:pt x="1102207" y="53467"/>
                  </a:lnTo>
                  <a:lnTo>
                    <a:pt x="1114018" y="53467"/>
                  </a:lnTo>
                  <a:lnTo>
                    <a:pt x="1113537" y="49961"/>
                  </a:lnTo>
                  <a:lnTo>
                    <a:pt x="1113457" y="49377"/>
                  </a:lnTo>
                  <a:lnTo>
                    <a:pt x="1113358" y="48653"/>
                  </a:lnTo>
                  <a:lnTo>
                    <a:pt x="1111643" y="44450"/>
                  </a:lnTo>
                  <a:lnTo>
                    <a:pt x="1108247" y="40043"/>
                  </a:lnTo>
                  <a:close/>
                </a:path>
                <a:path w="2683509" h="798194">
                  <a:moveTo>
                    <a:pt x="1143114" y="4800"/>
                  </a:moveTo>
                  <a:lnTo>
                    <a:pt x="1131290" y="4800"/>
                  </a:lnTo>
                  <a:lnTo>
                    <a:pt x="1131290" y="107327"/>
                  </a:lnTo>
                  <a:lnTo>
                    <a:pt x="1143114" y="107327"/>
                  </a:lnTo>
                  <a:lnTo>
                    <a:pt x="1143114" y="79298"/>
                  </a:lnTo>
                  <a:lnTo>
                    <a:pt x="1142301" y="79298"/>
                  </a:lnTo>
                  <a:lnTo>
                    <a:pt x="1142191" y="70887"/>
                  </a:lnTo>
                  <a:lnTo>
                    <a:pt x="1142110" y="64681"/>
                  </a:lnTo>
                  <a:lnTo>
                    <a:pt x="1143114" y="64681"/>
                  </a:lnTo>
                  <a:lnTo>
                    <a:pt x="1143114" y="4800"/>
                  </a:lnTo>
                  <a:close/>
                </a:path>
                <a:path w="2683509" h="798194">
                  <a:moveTo>
                    <a:pt x="1160278" y="63278"/>
                  </a:moveTo>
                  <a:lnTo>
                    <a:pt x="1156919" y="66675"/>
                  </a:lnTo>
                  <a:lnTo>
                    <a:pt x="1155928" y="66675"/>
                  </a:lnTo>
                  <a:lnTo>
                    <a:pt x="1151381" y="70887"/>
                  </a:lnTo>
                  <a:lnTo>
                    <a:pt x="1180147" y="107327"/>
                  </a:lnTo>
                  <a:lnTo>
                    <a:pt x="1195171" y="107327"/>
                  </a:lnTo>
                  <a:lnTo>
                    <a:pt x="1160278" y="63278"/>
                  </a:lnTo>
                  <a:close/>
                </a:path>
                <a:path w="2683509" h="798194">
                  <a:moveTo>
                    <a:pt x="1143114" y="64681"/>
                  </a:moveTo>
                  <a:lnTo>
                    <a:pt x="1142110" y="64681"/>
                  </a:lnTo>
                  <a:lnTo>
                    <a:pt x="1142191" y="70887"/>
                  </a:lnTo>
                  <a:lnTo>
                    <a:pt x="1142301" y="79298"/>
                  </a:lnTo>
                  <a:lnTo>
                    <a:pt x="1143114" y="78545"/>
                  </a:lnTo>
                  <a:lnTo>
                    <a:pt x="1143114" y="64681"/>
                  </a:lnTo>
                  <a:close/>
                </a:path>
                <a:path w="2683509" h="798194">
                  <a:moveTo>
                    <a:pt x="1143114" y="78545"/>
                  </a:moveTo>
                  <a:lnTo>
                    <a:pt x="1142301" y="79298"/>
                  </a:lnTo>
                  <a:lnTo>
                    <a:pt x="1143114" y="79298"/>
                  </a:lnTo>
                  <a:lnTo>
                    <a:pt x="1143114" y="78545"/>
                  </a:lnTo>
                  <a:close/>
                </a:path>
                <a:path w="2683509" h="798194">
                  <a:moveTo>
                    <a:pt x="1192771" y="30429"/>
                  </a:moveTo>
                  <a:lnTo>
                    <a:pt x="1178153" y="30429"/>
                  </a:lnTo>
                  <a:lnTo>
                    <a:pt x="1144511" y="64681"/>
                  </a:lnTo>
                  <a:lnTo>
                    <a:pt x="1143114" y="64681"/>
                  </a:lnTo>
                  <a:lnTo>
                    <a:pt x="1143114" y="78545"/>
                  </a:lnTo>
                  <a:lnTo>
                    <a:pt x="1151381" y="70887"/>
                  </a:lnTo>
                  <a:lnTo>
                    <a:pt x="1150111" y="69278"/>
                  </a:lnTo>
                  <a:lnTo>
                    <a:pt x="1158532" y="61074"/>
                  </a:lnTo>
                  <a:lnTo>
                    <a:pt x="1162459" y="61074"/>
                  </a:lnTo>
                  <a:lnTo>
                    <a:pt x="1192771" y="30429"/>
                  </a:lnTo>
                  <a:close/>
                </a:path>
                <a:path w="2683509" h="798194">
                  <a:moveTo>
                    <a:pt x="1158532" y="61074"/>
                  </a:moveTo>
                  <a:lnTo>
                    <a:pt x="1150111" y="69278"/>
                  </a:lnTo>
                  <a:lnTo>
                    <a:pt x="1151381" y="70887"/>
                  </a:lnTo>
                  <a:lnTo>
                    <a:pt x="1155928" y="66675"/>
                  </a:lnTo>
                  <a:lnTo>
                    <a:pt x="1156919" y="66675"/>
                  </a:lnTo>
                  <a:lnTo>
                    <a:pt x="1160278" y="63278"/>
                  </a:lnTo>
                  <a:lnTo>
                    <a:pt x="1158532" y="61074"/>
                  </a:lnTo>
                  <a:close/>
                </a:path>
                <a:path w="2683509" h="798194">
                  <a:moveTo>
                    <a:pt x="1162459" y="61074"/>
                  </a:moveTo>
                  <a:lnTo>
                    <a:pt x="1158532" y="61074"/>
                  </a:lnTo>
                  <a:lnTo>
                    <a:pt x="1160278" y="63278"/>
                  </a:lnTo>
                  <a:lnTo>
                    <a:pt x="1162459" y="61074"/>
                  </a:lnTo>
                  <a:close/>
                </a:path>
                <a:path w="2683509" h="798194">
                  <a:moveTo>
                    <a:pt x="1285798" y="29438"/>
                  </a:moveTo>
                  <a:lnTo>
                    <a:pt x="1271917" y="29438"/>
                  </a:lnTo>
                  <a:lnTo>
                    <a:pt x="1265821" y="31089"/>
                  </a:lnTo>
                  <a:lnTo>
                    <a:pt x="1255382" y="37693"/>
                  </a:lnTo>
                  <a:lnTo>
                    <a:pt x="1251305" y="42329"/>
                  </a:lnTo>
                  <a:lnTo>
                    <a:pt x="1245463" y="54279"/>
                  </a:lnTo>
                  <a:lnTo>
                    <a:pt x="1244015" y="61277"/>
                  </a:lnTo>
                  <a:lnTo>
                    <a:pt x="1244015" y="77228"/>
                  </a:lnTo>
                  <a:lnTo>
                    <a:pt x="1271917" y="108927"/>
                  </a:lnTo>
                  <a:lnTo>
                    <a:pt x="1285798" y="108927"/>
                  </a:lnTo>
                  <a:lnTo>
                    <a:pt x="1291869" y="107276"/>
                  </a:lnTo>
                  <a:lnTo>
                    <a:pt x="1302321" y="100672"/>
                  </a:lnTo>
                  <a:lnTo>
                    <a:pt x="1304404" y="98310"/>
                  </a:lnTo>
                  <a:lnTo>
                    <a:pt x="1273581" y="98310"/>
                  </a:lnTo>
                  <a:lnTo>
                    <a:pt x="1269250" y="96964"/>
                  </a:lnTo>
                  <a:lnTo>
                    <a:pt x="1262443" y="91554"/>
                  </a:lnTo>
                  <a:lnTo>
                    <a:pt x="1259916" y="87998"/>
                  </a:lnTo>
                  <a:lnTo>
                    <a:pt x="1256652" y="79197"/>
                  </a:lnTo>
                  <a:lnTo>
                    <a:pt x="1255826" y="74422"/>
                  </a:lnTo>
                  <a:lnTo>
                    <a:pt x="1255826" y="64147"/>
                  </a:lnTo>
                  <a:lnTo>
                    <a:pt x="1273581" y="40043"/>
                  </a:lnTo>
                  <a:lnTo>
                    <a:pt x="1304387" y="40043"/>
                  </a:lnTo>
                  <a:lnTo>
                    <a:pt x="1302321" y="37693"/>
                  </a:lnTo>
                  <a:lnTo>
                    <a:pt x="1291869" y="31089"/>
                  </a:lnTo>
                  <a:lnTo>
                    <a:pt x="1285798" y="29438"/>
                  </a:lnTo>
                  <a:close/>
                </a:path>
                <a:path w="2683509" h="798194">
                  <a:moveTo>
                    <a:pt x="1304387" y="40043"/>
                  </a:moveTo>
                  <a:lnTo>
                    <a:pt x="1284135" y="40043"/>
                  </a:lnTo>
                  <a:lnTo>
                    <a:pt x="1288465" y="41414"/>
                  </a:lnTo>
                  <a:lnTo>
                    <a:pt x="1295285" y="46888"/>
                  </a:lnTo>
                  <a:lnTo>
                    <a:pt x="1297800" y="50469"/>
                  </a:lnTo>
                  <a:lnTo>
                    <a:pt x="1301064" y="59347"/>
                  </a:lnTo>
                  <a:lnTo>
                    <a:pt x="1301889" y="64147"/>
                  </a:lnTo>
                  <a:lnTo>
                    <a:pt x="1301889" y="74422"/>
                  </a:lnTo>
                  <a:lnTo>
                    <a:pt x="1284135" y="98310"/>
                  </a:lnTo>
                  <a:lnTo>
                    <a:pt x="1304404" y="98310"/>
                  </a:lnTo>
                  <a:lnTo>
                    <a:pt x="1306398" y="96050"/>
                  </a:lnTo>
                  <a:lnTo>
                    <a:pt x="1309293" y="90106"/>
                  </a:lnTo>
                  <a:lnTo>
                    <a:pt x="1312227" y="84162"/>
                  </a:lnTo>
                  <a:lnTo>
                    <a:pt x="1313700" y="77228"/>
                  </a:lnTo>
                  <a:lnTo>
                    <a:pt x="1313700" y="61277"/>
                  </a:lnTo>
                  <a:lnTo>
                    <a:pt x="1312227" y="54279"/>
                  </a:lnTo>
                  <a:lnTo>
                    <a:pt x="1309293" y="48310"/>
                  </a:lnTo>
                  <a:lnTo>
                    <a:pt x="1306398" y="42329"/>
                  </a:lnTo>
                  <a:lnTo>
                    <a:pt x="1304387" y="40043"/>
                  </a:lnTo>
                  <a:close/>
                </a:path>
                <a:path w="2683509" h="798194">
                  <a:moveTo>
                    <a:pt x="1343151" y="30632"/>
                  </a:moveTo>
                  <a:lnTo>
                    <a:pt x="1331734" y="30632"/>
                  </a:lnTo>
                  <a:lnTo>
                    <a:pt x="1331734" y="107327"/>
                  </a:lnTo>
                  <a:lnTo>
                    <a:pt x="1343545" y="107327"/>
                  </a:lnTo>
                  <a:lnTo>
                    <a:pt x="1343545" y="56603"/>
                  </a:lnTo>
                  <a:lnTo>
                    <a:pt x="1344300" y="53225"/>
                  </a:lnTo>
                  <a:lnTo>
                    <a:pt x="1344396" y="52793"/>
                  </a:lnTo>
                  <a:lnTo>
                    <a:pt x="1347800" y="46520"/>
                  </a:lnTo>
                  <a:lnTo>
                    <a:pt x="1350124" y="44132"/>
                  </a:lnTo>
                  <a:lnTo>
                    <a:pt x="1353057" y="42494"/>
                  </a:lnTo>
                  <a:lnTo>
                    <a:pt x="1343151" y="42494"/>
                  </a:lnTo>
                  <a:lnTo>
                    <a:pt x="1343151" y="30632"/>
                  </a:lnTo>
                  <a:close/>
                </a:path>
                <a:path w="2683509" h="798194">
                  <a:moveTo>
                    <a:pt x="1388244" y="40043"/>
                  </a:moveTo>
                  <a:lnTo>
                    <a:pt x="1368653" y="40043"/>
                  </a:lnTo>
                  <a:lnTo>
                    <a:pt x="1372946" y="41744"/>
                  </a:lnTo>
                  <a:lnTo>
                    <a:pt x="1379232" y="48526"/>
                  </a:lnTo>
                  <a:lnTo>
                    <a:pt x="1380794" y="53225"/>
                  </a:lnTo>
                  <a:lnTo>
                    <a:pt x="1380794" y="107327"/>
                  </a:lnTo>
                  <a:lnTo>
                    <a:pt x="1392605" y="107327"/>
                  </a:lnTo>
                  <a:lnTo>
                    <a:pt x="1392605" y="51930"/>
                  </a:lnTo>
                  <a:lnTo>
                    <a:pt x="1391526" y="46520"/>
                  </a:lnTo>
                  <a:lnTo>
                    <a:pt x="1388244" y="40043"/>
                  </a:lnTo>
                  <a:close/>
                </a:path>
                <a:path w="2683509" h="798194">
                  <a:moveTo>
                    <a:pt x="1376569" y="30632"/>
                  </a:moveTo>
                  <a:lnTo>
                    <a:pt x="1356029" y="30632"/>
                  </a:lnTo>
                  <a:lnTo>
                    <a:pt x="1348689" y="35407"/>
                  </a:lnTo>
                  <a:lnTo>
                    <a:pt x="1345958" y="38544"/>
                  </a:lnTo>
                  <a:lnTo>
                    <a:pt x="1344131" y="42494"/>
                  </a:lnTo>
                  <a:lnTo>
                    <a:pt x="1353057" y="42494"/>
                  </a:lnTo>
                  <a:lnTo>
                    <a:pt x="1356029" y="40868"/>
                  </a:lnTo>
                  <a:lnTo>
                    <a:pt x="1359407" y="40043"/>
                  </a:lnTo>
                  <a:lnTo>
                    <a:pt x="1388244" y="40043"/>
                  </a:lnTo>
                  <a:lnTo>
                    <a:pt x="1387182" y="37947"/>
                  </a:lnTo>
                  <a:lnTo>
                    <a:pt x="1384147" y="34734"/>
                  </a:lnTo>
                  <a:lnTo>
                    <a:pt x="1376569" y="30632"/>
                  </a:lnTo>
                  <a:close/>
                </a:path>
                <a:path w="2683509" h="798194">
                  <a:moveTo>
                    <a:pt x="1356533" y="30505"/>
                  </a:moveTo>
                  <a:lnTo>
                    <a:pt x="1343151" y="30505"/>
                  </a:lnTo>
                  <a:lnTo>
                    <a:pt x="1343151" y="30632"/>
                  </a:lnTo>
                  <a:lnTo>
                    <a:pt x="1356029" y="30632"/>
                  </a:lnTo>
                  <a:lnTo>
                    <a:pt x="1356533" y="30505"/>
                  </a:lnTo>
                  <a:close/>
                </a:path>
                <a:path w="2683509" h="798194">
                  <a:moveTo>
                    <a:pt x="1371790" y="29438"/>
                  </a:moveTo>
                  <a:lnTo>
                    <a:pt x="1360766" y="29438"/>
                  </a:lnTo>
                  <a:lnTo>
                    <a:pt x="1356533" y="30505"/>
                  </a:lnTo>
                  <a:lnTo>
                    <a:pt x="1376337" y="30505"/>
                  </a:lnTo>
                  <a:lnTo>
                    <a:pt x="1371790" y="29438"/>
                  </a:lnTo>
                  <a:close/>
                </a:path>
                <a:path w="2683509" h="798194">
                  <a:moveTo>
                    <a:pt x="1501698" y="3403"/>
                  </a:moveTo>
                  <a:lnTo>
                    <a:pt x="1489722" y="3403"/>
                  </a:lnTo>
                  <a:lnTo>
                    <a:pt x="1483702" y="4622"/>
                  </a:lnTo>
                  <a:lnTo>
                    <a:pt x="1454696" y="34188"/>
                  </a:lnTo>
                  <a:lnTo>
                    <a:pt x="1451444" y="56070"/>
                  </a:lnTo>
                  <a:lnTo>
                    <a:pt x="1451801" y="63902"/>
                  </a:lnTo>
                  <a:lnTo>
                    <a:pt x="1480045" y="106591"/>
                  </a:lnTo>
                  <a:lnTo>
                    <a:pt x="1488020" y="108724"/>
                  </a:lnTo>
                  <a:lnTo>
                    <a:pt x="1505242" y="108724"/>
                  </a:lnTo>
                  <a:lnTo>
                    <a:pt x="1512455" y="107022"/>
                  </a:lnTo>
                  <a:lnTo>
                    <a:pt x="1525028" y="100190"/>
                  </a:lnTo>
                  <a:lnTo>
                    <a:pt x="1528166" y="97116"/>
                  </a:lnTo>
                  <a:lnTo>
                    <a:pt x="1490751" y="97116"/>
                  </a:lnTo>
                  <a:lnTo>
                    <a:pt x="1485049" y="95542"/>
                  </a:lnTo>
                  <a:lnTo>
                    <a:pt x="1463459" y="64947"/>
                  </a:lnTo>
                  <a:lnTo>
                    <a:pt x="1463459" y="47193"/>
                  </a:lnTo>
                  <a:lnTo>
                    <a:pt x="1490217" y="15011"/>
                  </a:lnTo>
                  <a:lnTo>
                    <a:pt x="1526880" y="15011"/>
                  </a:lnTo>
                  <a:lnTo>
                    <a:pt x="1523974" y="12712"/>
                  </a:lnTo>
                  <a:lnTo>
                    <a:pt x="1520304" y="9740"/>
                  </a:lnTo>
                  <a:lnTo>
                    <a:pt x="1516125" y="7454"/>
                  </a:lnTo>
                  <a:lnTo>
                    <a:pt x="1511414" y="5854"/>
                  </a:lnTo>
                  <a:lnTo>
                    <a:pt x="1506740" y="4216"/>
                  </a:lnTo>
                  <a:lnTo>
                    <a:pt x="1501698" y="3403"/>
                  </a:lnTo>
                  <a:close/>
                </a:path>
                <a:path w="2683509" h="798194">
                  <a:moveTo>
                    <a:pt x="1526933" y="66281"/>
                  </a:moveTo>
                  <a:lnTo>
                    <a:pt x="1526933" y="72555"/>
                  </a:lnTo>
                  <a:lnTo>
                    <a:pt x="1525663" y="78003"/>
                  </a:lnTo>
                  <a:lnTo>
                    <a:pt x="1520621" y="87249"/>
                  </a:lnTo>
                  <a:lnTo>
                    <a:pt x="1517116" y="90830"/>
                  </a:lnTo>
                  <a:lnTo>
                    <a:pt x="1508150" y="95859"/>
                  </a:lnTo>
                  <a:lnTo>
                    <a:pt x="1502968" y="97116"/>
                  </a:lnTo>
                  <a:lnTo>
                    <a:pt x="1528166" y="97116"/>
                  </a:lnTo>
                  <a:lnTo>
                    <a:pt x="1529968" y="95351"/>
                  </a:lnTo>
                  <a:lnTo>
                    <a:pt x="1533443" y="89268"/>
                  </a:lnTo>
                  <a:lnTo>
                    <a:pt x="1537144" y="82867"/>
                  </a:lnTo>
                  <a:lnTo>
                    <a:pt x="1538947" y="75526"/>
                  </a:lnTo>
                  <a:lnTo>
                    <a:pt x="1538947" y="67081"/>
                  </a:lnTo>
                  <a:lnTo>
                    <a:pt x="1530743" y="67081"/>
                  </a:lnTo>
                  <a:lnTo>
                    <a:pt x="1526933" y="66281"/>
                  </a:lnTo>
                  <a:close/>
                </a:path>
                <a:path w="2683509" h="798194">
                  <a:moveTo>
                    <a:pt x="1538947" y="56070"/>
                  </a:moveTo>
                  <a:lnTo>
                    <a:pt x="1499895" y="56070"/>
                  </a:lnTo>
                  <a:lnTo>
                    <a:pt x="1499895" y="67081"/>
                  </a:lnTo>
                  <a:lnTo>
                    <a:pt x="1526933" y="67081"/>
                  </a:lnTo>
                  <a:lnTo>
                    <a:pt x="1526933" y="66281"/>
                  </a:lnTo>
                  <a:lnTo>
                    <a:pt x="1538947" y="66281"/>
                  </a:lnTo>
                  <a:lnTo>
                    <a:pt x="1538947" y="56070"/>
                  </a:lnTo>
                  <a:close/>
                </a:path>
                <a:path w="2683509" h="798194">
                  <a:moveTo>
                    <a:pt x="1538947" y="66281"/>
                  </a:moveTo>
                  <a:lnTo>
                    <a:pt x="1526933" y="66281"/>
                  </a:lnTo>
                  <a:lnTo>
                    <a:pt x="1530743" y="67081"/>
                  </a:lnTo>
                  <a:lnTo>
                    <a:pt x="1538947" y="67081"/>
                  </a:lnTo>
                  <a:lnTo>
                    <a:pt x="1538947" y="66281"/>
                  </a:lnTo>
                  <a:close/>
                </a:path>
                <a:path w="2683509" h="798194">
                  <a:moveTo>
                    <a:pt x="1526880" y="15011"/>
                  </a:moveTo>
                  <a:lnTo>
                    <a:pt x="1499996" y="15011"/>
                  </a:lnTo>
                  <a:lnTo>
                    <a:pt x="1504251" y="15646"/>
                  </a:lnTo>
                  <a:lnTo>
                    <a:pt x="1503796" y="15646"/>
                  </a:lnTo>
                  <a:lnTo>
                    <a:pt x="1509610" y="17513"/>
                  </a:lnTo>
                  <a:lnTo>
                    <a:pt x="1512379" y="18973"/>
                  </a:lnTo>
                  <a:lnTo>
                    <a:pt x="1514817" y="20878"/>
                  </a:lnTo>
                  <a:lnTo>
                    <a:pt x="1516463" y="22136"/>
                  </a:lnTo>
                  <a:lnTo>
                    <a:pt x="1517375" y="22860"/>
                  </a:lnTo>
                  <a:lnTo>
                    <a:pt x="1519402" y="25082"/>
                  </a:lnTo>
                  <a:lnTo>
                    <a:pt x="1521180" y="27787"/>
                  </a:lnTo>
                  <a:lnTo>
                    <a:pt x="1522983" y="30454"/>
                  </a:lnTo>
                  <a:lnTo>
                    <a:pt x="1524431" y="33477"/>
                  </a:lnTo>
                  <a:lnTo>
                    <a:pt x="1525536" y="36842"/>
                  </a:lnTo>
                  <a:lnTo>
                    <a:pt x="1538350" y="36842"/>
                  </a:lnTo>
                  <a:lnTo>
                    <a:pt x="1537411" y="31864"/>
                  </a:lnTo>
                  <a:lnTo>
                    <a:pt x="1535876" y="27787"/>
                  </a:lnTo>
                  <a:lnTo>
                    <a:pt x="1535761" y="27482"/>
                  </a:lnTo>
                  <a:lnTo>
                    <a:pt x="1535709" y="27343"/>
                  </a:lnTo>
                  <a:lnTo>
                    <a:pt x="1530769" y="19177"/>
                  </a:lnTo>
                  <a:lnTo>
                    <a:pt x="1527682" y="15646"/>
                  </a:lnTo>
                  <a:lnTo>
                    <a:pt x="1526880" y="15011"/>
                  </a:lnTo>
                  <a:close/>
                </a:path>
                <a:path w="2683509" h="798194">
                  <a:moveTo>
                    <a:pt x="1602892" y="4800"/>
                  </a:moveTo>
                  <a:lnTo>
                    <a:pt x="1560207" y="4800"/>
                  </a:lnTo>
                  <a:lnTo>
                    <a:pt x="1560207" y="107327"/>
                  </a:lnTo>
                  <a:lnTo>
                    <a:pt x="1572628" y="107327"/>
                  </a:lnTo>
                  <a:lnTo>
                    <a:pt x="1572628" y="69888"/>
                  </a:lnTo>
                  <a:lnTo>
                    <a:pt x="1570227" y="69888"/>
                  </a:lnTo>
                  <a:lnTo>
                    <a:pt x="1570227" y="58864"/>
                  </a:lnTo>
                  <a:lnTo>
                    <a:pt x="1572628" y="58864"/>
                  </a:lnTo>
                  <a:lnTo>
                    <a:pt x="1572628" y="15913"/>
                  </a:lnTo>
                  <a:lnTo>
                    <a:pt x="1623517" y="15913"/>
                  </a:lnTo>
                  <a:lnTo>
                    <a:pt x="1619719" y="12026"/>
                  </a:lnTo>
                  <a:lnTo>
                    <a:pt x="1609470" y="6261"/>
                  </a:lnTo>
                  <a:lnTo>
                    <a:pt x="1602892" y="4800"/>
                  </a:lnTo>
                  <a:close/>
                </a:path>
                <a:path w="2683509" h="798194">
                  <a:moveTo>
                    <a:pt x="1572628" y="58864"/>
                  </a:moveTo>
                  <a:lnTo>
                    <a:pt x="1570227" y="58864"/>
                  </a:lnTo>
                  <a:lnTo>
                    <a:pt x="1570227" y="69888"/>
                  </a:lnTo>
                  <a:lnTo>
                    <a:pt x="1572628" y="69888"/>
                  </a:lnTo>
                  <a:lnTo>
                    <a:pt x="1572628" y="58864"/>
                  </a:lnTo>
                  <a:close/>
                </a:path>
                <a:path w="2683509" h="798194">
                  <a:moveTo>
                    <a:pt x="1623517" y="15913"/>
                  </a:moveTo>
                  <a:lnTo>
                    <a:pt x="1600505" y="15913"/>
                  </a:lnTo>
                  <a:lnTo>
                    <a:pt x="1604492" y="16751"/>
                  </a:lnTo>
                  <a:lnTo>
                    <a:pt x="1611236" y="20459"/>
                  </a:lnTo>
                  <a:lnTo>
                    <a:pt x="1613674" y="22987"/>
                  </a:lnTo>
                  <a:lnTo>
                    <a:pt x="1615173" y="26225"/>
                  </a:lnTo>
                  <a:lnTo>
                    <a:pt x="1616709" y="29464"/>
                  </a:lnTo>
                  <a:lnTo>
                    <a:pt x="1617484" y="33134"/>
                  </a:lnTo>
                  <a:lnTo>
                    <a:pt x="1617484" y="41351"/>
                  </a:lnTo>
                  <a:lnTo>
                    <a:pt x="1600161" y="58864"/>
                  </a:lnTo>
                  <a:lnTo>
                    <a:pt x="1572628" y="58864"/>
                  </a:lnTo>
                  <a:lnTo>
                    <a:pt x="1572628" y="69888"/>
                  </a:lnTo>
                  <a:lnTo>
                    <a:pt x="1603032" y="69888"/>
                  </a:lnTo>
                  <a:lnTo>
                    <a:pt x="1609572" y="68427"/>
                  </a:lnTo>
                  <a:lnTo>
                    <a:pt x="1619783" y="62585"/>
                  </a:lnTo>
                  <a:lnTo>
                    <a:pt x="1623555" y="58648"/>
                  </a:lnTo>
                  <a:lnTo>
                    <a:pt x="1628457" y="48768"/>
                  </a:lnTo>
                  <a:lnTo>
                    <a:pt x="1629689" y="43281"/>
                  </a:lnTo>
                  <a:lnTo>
                    <a:pt x="1629689" y="31203"/>
                  </a:lnTo>
                  <a:lnTo>
                    <a:pt x="1628568" y="26225"/>
                  </a:lnTo>
                  <a:lnTo>
                    <a:pt x="1628457" y="25730"/>
                  </a:lnTo>
                  <a:lnTo>
                    <a:pt x="1623517" y="15913"/>
                  </a:lnTo>
                  <a:close/>
                </a:path>
                <a:path w="2683509" h="798194">
                  <a:moveTo>
                    <a:pt x="1658099" y="80899"/>
                  </a:moveTo>
                  <a:lnTo>
                    <a:pt x="1645284" y="80899"/>
                  </a:lnTo>
                  <a:lnTo>
                    <a:pt x="1645439" y="83032"/>
                  </a:lnTo>
                  <a:lnTo>
                    <a:pt x="1645566" y="84772"/>
                  </a:lnTo>
                  <a:lnTo>
                    <a:pt x="1674787" y="109131"/>
                  </a:lnTo>
                  <a:lnTo>
                    <a:pt x="1690014" y="109131"/>
                  </a:lnTo>
                  <a:lnTo>
                    <a:pt x="1696707" y="107810"/>
                  </a:lnTo>
                  <a:lnTo>
                    <a:pt x="1707743" y="102539"/>
                  </a:lnTo>
                  <a:lnTo>
                    <a:pt x="1711947" y="98983"/>
                  </a:lnTo>
                  <a:lnTo>
                    <a:pt x="1712632" y="97917"/>
                  </a:lnTo>
                  <a:lnTo>
                    <a:pt x="1678063" y="97917"/>
                  </a:lnTo>
                  <a:lnTo>
                    <a:pt x="1674253" y="97320"/>
                  </a:lnTo>
                  <a:lnTo>
                    <a:pt x="1658442" y="84772"/>
                  </a:lnTo>
                  <a:lnTo>
                    <a:pt x="1658099" y="80899"/>
                  </a:lnTo>
                  <a:close/>
                </a:path>
                <a:path w="2683509" h="798194">
                  <a:moveTo>
                    <a:pt x="1689747" y="3403"/>
                  </a:moveTo>
                  <a:lnTo>
                    <a:pt x="1676590" y="3403"/>
                  </a:lnTo>
                  <a:lnTo>
                    <a:pt x="1670672" y="4610"/>
                  </a:lnTo>
                  <a:lnTo>
                    <a:pt x="1660093" y="9372"/>
                  </a:lnTo>
                  <a:lnTo>
                    <a:pt x="1655889" y="12712"/>
                  </a:lnTo>
                  <a:lnTo>
                    <a:pt x="1649641" y="21285"/>
                  </a:lnTo>
                  <a:lnTo>
                    <a:pt x="1648091" y="26301"/>
                  </a:lnTo>
                  <a:lnTo>
                    <a:pt x="1648091" y="38950"/>
                  </a:lnTo>
                  <a:lnTo>
                    <a:pt x="1690344" y="63271"/>
                  </a:lnTo>
                  <a:lnTo>
                    <a:pt x="1693697" y="64439"/>
                  </a:lnTo>
                  <a:lnTo>
                    <a:pt x="1699907" y="67106"/>
                  </a:lnTo>
                  <a:lnTo>
                    <a:pt x="1702409" y="68846"/>
                  </a:lnTo>
                  <a:lnTo>
                    <a:pt x="1706206" y="73113"/>
                  </a:lnTo>
                  <a:lnTo>
                    <a:pt x="1707159" y="75895"/>
                  </a:lnTo>
                  <a:lnTo>
                    <a:pt x="1707159" y="83032"/>
                  </a:lnTo>
                  <a:lnTo>
                    <a:pt x="1686877" y="97917"/>
                  </a:lnTo>
                  <a:lnTo>
                    <a:pt x="1712632" y="97917"/>
                  </a:lnTo>
                  <a:lnTo>
                    <a:pt x="1714817" y="94513"/>
                  </a:lnTo>
                  <a:lnTo>
                    <a:pt x="1717725" y="90043"/>
                  </a:lnTo>
                  <a:lnTo>
                    <a:pt x="1719173" y="85039"/>
                  </a:lnTo>
                  <a:lnTo>
                    <a:pt x="1719173" y="74688"/>
                  </a:lnTo>
                  <a:lnTo>
                    <a:pt x="1718195" y="70637"/>
                  </a:lnTo>
                  <a:lnTo>
                    <a:pt x="1714258" y="64020"/>
                  </a:lnTo>
                  <a:lnTo>
                    <a:pt x="1711756" y="61328"/>
                  </a:lnTo>
                  <a:lnTo>
                    <a:pt x="1708721" y="59220"/>
                  </a:lnTo>
                  <a:lnTo>
                    <a:pt x="1705711" y="57086"/>
                  </a:lnTo>
                  <a:lnTo>
                    <a:pt x="1702561" y="55397"/>
                  </a:lnTo>
                  <a:lnTo>
                    <a:pt x="1695983" y="52933"/>
                  </a:lnTo>
                  <a:lnTo>
                    <a:pt x="1693011" y="51955"/>
                  </a:lnTo>
                  <a:lnTo>
                    <a:pt x="1678025" y="47955"/>
                  </a:lnTo>
                  <a:lnTo>
                    <a:pt x="1675942" y="47307"/>
                  </a:lnTo>
                  <a:lnTo>
                    <a:pt x="1660105" y="34175"/>
                  </a:lnTo>
                  <a:lnTo>
                    <a:pt x="1660105" y="28168"/>
                  </a:lnTo>
                  <a:lnTo>
                    <a:pt x="1678190" y="14414"/>
                  </a:lnTo>
                  <a:lnTo>
                    <a:pt x="1711381" y="14414"/>
                  </a:lnTo>
                  <a:lnTo>
                    <a:pt x="1709966" y="12496"/>
                  </a:lnTo>
                  <a:lnTo>
                    <a:pt x="1705986" y="9372"/>
                  </a:lnTo>
                  <a:lnTo>
                    <a:pt x="1695670" y="4610"/>
                  </a:lnTo>
                  <a:lnTo>
                    <a:pt x="1689747" y="3403"/>
                  </a:lnTo>
                  <a:close/>
                </a:path>
                <a:path w="2683509" h="798194">
                  <a:moveTo>
                    <a:pt x="1711381" y="14414"/>
                  </a:moveTo>
                  <a:lnTo>
                    <a:pt x="1688947" y="14414"/>
                  </a:lnTo>
                  <a:lnTo>
                    <a:pt x="1694179" y="15811"/>
                  </a:lnTo>
                  <a:lnTo>
                    <a:pt x="1702727" y="21424"/>
                  </a:lnTo>
                  <a:lnTo>
                    <a:pt x="1705165" y="25361"/>
                  </a:lnTo>
                  <a:lnTo>
                    <a:pt x="1705762" y="30429"/>
                  </a:lnTo>
                  <a:lnTo>
                    <a:pt x="1717776" y="30429"/>
                  </a:lnTo>
                  <a:lnTo>
                    <a:pt x="1717704" y="28168"/>
                  </a:lnTo>
                  <a:lnTo>
                    <a:pt x="1717614" y="25361"/>
                  </a:lnTo>
                  <a:lnTo>
                    <a:pt x="1716011" y="20637"/>
                  </a:lnTo>
                  <a:lnTo>
                    <a:pt x="1711381" y="14414"/>
                  </a:lnTo>
                  <a:close/>
                </a:path>
                <a:path w="2683509" h="798194">
                  <a:moveTo>
                    <a:pt x="1789455" y="4800"/>
                  </a:moveTo>
                  <a:lnTo>
                    <a:pt x="1777631" y="4800"/>
                  </a:lnTo>
                  <a:lnTo>
                    <a:pt x="1777631" y="107327"/>
                  </a:lnTo>
                  <a:lnTo>
                    <a:pt x="1789455" y="107327"/>
                  </a:lnTo>
                  <a:lnTo>
                    <a:pt x="1789455" y="4800"/>
                  </a:lnTo>
                  <a:close/>
                </a:path>
                <a:path w="2683509" h="798194">
                  <a:moveTo>
                    <a:pt x="1849272" y="29438"/>
                  </a:moveTo>
                  <a:lnTo>
                    <a:pt x="1835391" y="29438"/>
                  </a:lnTo>
                  <a:lnTo>
                    <a:pt x="1829295" y="31089"/>
                  </a:lnTo>
                  <a:lnTo>
                    <a:pt x="1818843" y="37693"/>
                  </a:lnTo>
                  <a:lnTo>
                    <a:pt x="1814779" y="42329"/>
                  </a:lnTo>
                  <a:lnTo>
                    <a:pt x="1808937" y="54279"/>
                  </a:lnTo>
                  <a:lnTo>
                    <a:pt x="1807489" y="61277"/>
                  </a:lnTo>
                  <a:lnTo>
                    <a:pt x="1807489" y="77228"/>
                  </a:lnTo>
                  <a:lnTo>
                    <a:pt x="1835391" y="108927"/>
                  </a:lnTo>
                  <a:lnTo>
                    <a:pt x="1849272" y="108927"/>
                  </a:lnTo>
                  <a:lnTo>
                    <a:pt x="1855342" y="107276"/>
                  </a:lnTo>
                  <a:lnTo>
                    <a:pt x="1865782" y="100672"/>
                  </a:lnTo>
                  <a:lnTo>
                    <a:pt x="1867865" y="98310"/>
                  </a:lnTo>
                  <a:lnTo>
                    <a:pt x="1837054" y="98310"/>
                  </a:lnTo>
                  <a:lnTo>
                    <a:pt x="1832711" y="96964"/>
                  </a:lnTo>
                  <a:lnTo>
                    <a:pt x="1825904" y="91554"/>
                  </a:lnTo>
                  <a:lnTo>
                    <a:pt x="1823389" y="87998"/>
                  </a:lnTo>
                  <a:lnTo>
                    <a:pt x="1820113" y="79197"/>
                  </a:lnTo>
                  <a:lnTo>
                    <a:pt x="1819300" y="74422"/>
                  </a:lnTo>
                  <a:lnTo>
                    <a:pt x="1819300" y="64147"/>
                  </a:lnTo>
                  <a:lnTo>
                    <a:pt x="1837054" y="40043"/>
                  </a:lnTo>
                  <a:lnTo>
                    <a:pt x="1867848" y="40043"/>
                  </a:lnTo>
                  <a:lnTo>
                    <a:pt x="1865782" y="37693"/>
                  </a:lnTo>
                  <a:lnTo>
                    <a:pt x="1855342" y="31089"/>
                  </a:lnTo>
                  <a:lnTo>
                    <a:pt x="1849272" y="29438"/>
                  </a:lnTo>
                  <a:close/>
                </a:path>
                <a:path w="2683509" h="798194">
                  <a:moveTo>
                    <a:pt x="1867848" y="40043"/>
                  </a:moveTo>
                  <a:lnTo>
                    <a:pt x="1847595" y="40043"/>
                  </a:lnTo>
                  <a:lnTo>
                    <a:pt x="1851939" y="41414"/>
                  </a:lnTo>
                  <a:lnTo>
                    <a:pt x="1858746" y="46888"/>
                  </a:lnTo>
                  <a:lnTo>
                    <a:pt x="1861261" y="50469"/>
                  </a:lnTo>
                  <a:lnTo>
                    <a:pt x="1864537" y="59347"/>
                  </a:lnTo>
                  <a:lnTo>
                    <a:pt x="1865350" y="64147"/>
                  </a:lnTo>
                  <a:lnTo>
                    <a:pt x="1865350" y="74422"/>
                  </a:lnTo>
                  <a:lnTo>
                    <a:pt x="1847595" y="98310"/>
                  </a:lnTo>
                  <a:lnTo>
                    <a:pt x="1867865" y="98310"/>
                  </a:lnTo>
                  <a:lnTo>
                    <a:pt x="1869859" y="96050"/>
                  </a:lnTo>
                  <a:lnTo>
                    <a:pt x="1875701" y="84162"/>
                  </a:lnTo>
                  <a:lnTo>
                    <a:pt x="1877174" y="77228"/>
                  </a:lnTo>
                  <a:lnTo>
                    <a:pt x="1877174" y="61277"/>
                  </a:lnTo>
                  <a:lnTo>
                    <a:pt x="1875701" y="54279"/>
                  </a:lnTo>
                  <a:lnTo>
                    <a:pt x="1872767" y="48310"/>
                  </a:lnTo>
                  <a:lnTo>
                    <a:pt x="1869859" y="42329"/>
                  </a:lnTo>
                  <a:lnTo>
                    <a:pt x="1867848" y="40043"/>
                  </a:lnTo>
                  <a:close/>
                </a:path>
                <a:path w="2683509" h="798194">
                  <a:moveTo>
                    <a:pt x="1931644" y="29438"/>
                  </a:moveTo>
                  <a:lnTo>
                    <a:pt x="1919300" y="29438"/>
                  </a:lnTo>
                  <a:lnTo>
                    <a:pt x="1913229" y="31140"/>
                  </a:lnTo>
                  <a:lnTo>
                    <a:pt x="1902840" y="37909"/>
                  </a:lnTo>
                  <a:lnTo>
                    <a:pt x="1898802" y="42595"/>
                  </a:lnTo>
                  <a:lnTo>
                    <a:pt x="1893036" y="54584"/>
                  </a:lnTo>
                  <a:lnTo>
                    <a:pt x="1891601" y="61468"/>
                  </a:lnTo>
                  <a:lnTo>
                    <a:pt x="1891601" y="76962"/>
                  </a:lnTo>
                  <a:lnTo>
                    <a:pt x="1919236" y="108927"/>
                  </a:lnTo>
                  <a:lnTo>
                    <a:pt x="1932114" y="108927"/>
                  </a:lnTo>
                  <a:lnTo>
                    <a:pt x="1937092" y="107873"/>
                  </a:lnTo>
                  <a:lnTo>
                    <a:pt x="1945665" y="103644"/>
                  </a:lnTo>
                  <a:lnTo>
                    <a:pt x="1949119" y="100774"/>
                  </a:lnTo>
                  <a:lnTo>
                    <a:pt x="1950897" y="98310"/>
                  </a:lnTo>
                  <a:lnTo>
                    <a:pt x="1921763" y="98310"/>
                  </a:lnTo>
                  <a:lnTo>
                    <a:pt x="1917699" y="97104"/>
                  </a:lnTo>
                  <a:lnTo>
                    <a:pt x="1903412" y="74815"/>
                  </a:lnTo>
                  <a:lnTo>
                    <a:pt x="1903412" y="63068"/>
                  </a:lnTo>
                  <a:lnTo>
                    <a:pt x="1921840" y="40043"/>
                  </a:lnTo>
                  <a:lnTo>
                    <a:pt x="1950899" y="40043"/>
                  </a:lnTo>
                  <a:lnTo>
                    <a:pt x="1948751" y="37249"/>
                  </a:lnTo>
                  <a:lnTo>
                    <a:pt x="1945195" y="34442"/>
                  </a:lnTo>
                  <a:lnTo>
                    <a:pt x="1936521" y="30429"/>
                  </a:lnTo>
                  <a:lnTo>
                    <a:pt x="1931644" y="29438"/>
                  </a:lnTo>
                  <a:close/>
                </a:path>
                <a:path w="2683509" h="798194">
                  <a:moveTo>
                    <a:pt x="1956676" y="84899"/>
                  </a:moveTo>
                  <a:lnTo>
                    <a:pt x="1944865" y="84899"/>
                  </a:lnTo>
                  <a:lnTo>
                    <a:pt x="1944128" y="87706"/>
                  </a:lnTo>
                  <a:lnTo>
                    <a:pt x="1942896" y="90106"/>
                  </a:lnTo>
                  <a:lnTo>
                    <a:pt x="1929510" y="98310"/>
                  </a:lnTo>
                  <a:lnTo>
                    <a:pt x="1950897" y="98310"/>
                  </a:lnTo>
                  <a:lnTo>
                    <a:pt x="1954352" y="93522"/>
                  </a:lnTo>
                  <a:lnTo>
                    <a:pt x="1956015" y="89433"/>
                  </a:lnTo>
                  <a:lnTo>
                    <a:pt x="1956676" y="84899"/>
                  </a:lnTo>
                  <a:close/>
                </a:path>
                <a:path w="2683509" h="798194">
                  <a:moveTo>
                    <a:pt x="1950899" y="40043"/>
                  </a:moveTo>
                  <a:lnTo>
                    <a:pt x="1931644" y="40043"/>
                  </a:lnTo>
                  <a:lnTo>
                    <a:pt x="1935784" y="41414"/>
                  </a:lnTo>
                  <a:lnTo>
                    <a:pt x="1938858" y="44145"/>
                  </a:lnTo>
                  <a:lnTo>
                    <a:pt x="1941956" y="46850"/>
                  </a:lnTo>
                  <a:lnTo>
                    <a:pt x="1943963" y="49961"/>
                  </a:lnTo>
                  <a:lnTo>
                    <a:pt x="1944865" y="53467"/>
                  </a:lnTo>
                  <a:lnTo>
                    <a:pt x="1956676" y="53467"/>
                  </a:lnTo>
                  <a:lnTo>
                    <a:pt x="1956195" y="49961"/>
                  </a:lnTo>
                  <a:lnTo>
                    <a:pt x="1956115" y="49377"/>
                  </a:lnTo>
                  <a:lnTo>
                    <a:pt x="1956015" y="48653"/>
                  </a:lnTo>
                  <a:lnTo>
                    <a:pt x="1954288" y="44450"/>
                  </a:lnTo>
                  <a:lnTo>
                    <a:pt x="1950899" y="40043"/>
                  </a:lnTo>
                  <a:close/>
                </a:path>
                <a:path w="2683509" h="798194">
                  <a:moveTo>
                    <a:pt x="2027598" y="39852"/>
                  </a:moveTo>
                  <a:lnTo>
                    <a:pt x="2009228" y="39852"/>
                  </a:lnTo>
                  <a:lnTo>
                    <a:pt x="2013280" y="41211"/>
                  </a:lnTo>
                  <a:lnTo>
                    <a:pt x="2015947" y="43954"/>
                  </a:lnTo>
                  <a:lnTo>
                    <a:pt x="2018652" y="46685"/>
                  </a:lnTo>
                  <a:lnTo>
                    <a:pt x="2019998" y="50558"/>
                  </a:lnTo>
                  <a:lnTo>
                    <a:pt x="2019998" y="57772"/>
                  </a:lnTo>
                  <a:lnTo>
                    <a:pt x="2019325" y="59105"/>
                  </a:lnTo>
                  <a:lnTo>
                    <a:pt x="2017953" y="59867"/>
                  </a:lnTo>
                  <a:lnTo>
                    <a:pt x="2016620" y="60642"/>
                  </a:lnTo>
                  <a:lnTo>
                    <a:pt x="2014473" y="61188"/>
                  </a:lnTo>
                  <a:lnTo>
                    <a:pt x="2004847" y="62268"/>
                  </a:lnTo>
                  <a:lnTo>
                    <a:pt x="1996605" y="63347"/>
                  </a:lnTo>
                  <a:lnTo>
                    <a:pt x="1993049" y="63969"/>
                  </a:lnTo>
                  <a:lnTo>
                    <a:pt x="1989518" y="64782"/>
                  </a:lnTo>
                  <a:lnTo>
                    <a:pt x="1986013" y="65544"/>
                  </a:lnTo>
                  <a:lnTo>
                    <a:pt x="1970341" y="90512"/>
                  </a:lnTo>
                  <a:lnTo>
                    <a:pt x="1971509" y="94780"/>
                  </a:lnTo>
                  <a:lnTo>
                    <a:pt x="1976183" y="101815"/>
                  </a:lnTo>
                  <a:lnTo>
                    <a:pt x="1979333" y="104508"/>
                  </a:lnTo>
                  <a:lnTo>
                    <a:pt x="1987283" y="108216"/>
                  </a:lnTo>
                  <a:lnTo>
                    <a:pt x="1991702" y="109131"/>
                  </a:lnTo>
                  <a:lnTo>
                    <a:pt x="2001050" y="109131"/>
                  </a:lnTo>
                  <a:lnTo>
                    <a:pt x="2018601" y="98590"/>
                  </a:lnTo>
                  <a:lnTo>
                    <a:pt x="1993959" y="98590"/>
                  </a:lnTo>
                  <a:lnTo>
                    <a:pt x="1990216" y="97599"/>
                  </a:lnTo>
                  <a:lnTo>
                    <a:pt x="1989954" y="97599"/>
                  </a:lnTo>
                  <a:lnTo>
                    <a:pt x="1986711" y="95415"/>
                  </a:lnTo>
                  <a:lnTo>
                    <a:pt x="1983676" y="93306"/>
                  </a:lnTo>
                  <a:lnTo>
                    <a:pt x="1982152" y="90208"/>
                  </a:lnTo>
                  <a:lnTo>
                    <a:pt x="1982152" y="83096"/>
                  </a:lnTo>
                  <a:lnTo>
                    <a:pt x="2006599" y="72224"/>
                  </a:lnTo>
                  <a:lnTo>
                    <a:pt x="2010892" y="71589"/>
                  </a:lnTo>
                  <a:lnTo>
                    <a:pt x="2019998" y="68681"/>
                  </a:lnTo>
                  <a:lnTo>
                    <a:pt x="2031822" y="68681"/>
                  </a:lnTo>
                  <a:lnTo>
                    <a:pt x="2031822" y="50558"/>
                  </a:lnTo>
                  <a:lnTo>
                    <a:pt x="2030889" y="46024"/>
                  </a:lnTo>
                  <a:lnTo>
                    <a:pt x="2030818" y="45681"/>
                  </a:lnTo>
                  <a:lnTo>
                    <a:pt x="2027598" y="39852"/>
                  </a:lnTo>
                  <a:close/>
                </a:path>
                <a:path w="2683509" h="798194">
                  <a:moveTo>
                    <a:pt x="2031822" y="96913"/>
                  </a:moveTo>
                  <a:lnTo>
                    <a:pt x="2019998" y="96913"/>
                  </a:lnTo>
                  <a:lnTo>
                    <a:pt x="2019998" y="107327"/>
                  </a:lnTo>
                  <a:lnTo>
                    <a:pt x="2031822" y="107327"/>
                  </a:lnTo>
                  <a:lnTo>
                    <a:pt x="2031822" y="96913"/>
                  </a:lnTo>
                  <a:close/>
                </a:path>
                <a:path w="2683509" h="798194">
                  <a:moveTo>
                    <a:pt x="2031822" y="68681"/>
                  </a:moveTo>
                  <a:lnTo>
                    <a:pt x="2019998" y="68681"/>
                  </a:lnTo>
                  <a:lnTo>
                    <a:pt x="2019891" y="83096"/>
                  </a:lnTo>
                  <a:lnTo>
                    <a:pt x="2019172" y="85750"/>
                  </a:lnTo>
                  <a:lnTo>
                    <a:pt x="2017496" y="88658"/>
                  </a:lnTo>
                  <a:lnTo>
                    <a:pt x="2015870" y="91554"/>
                  </a:lnTo>
                  <a:lnTo>
                    <a:pt x="2013432" y="93929"/>
                  </a:lnTo>
                  <a:lnTo>
                    <a:pt x="2010194" y="95758"/>
                  </a:lnTo>
                  <a:lnTo>
                    <a:pt x="2006993" y="97599"/>
                  </a:lnTo>
                  <a:lnTo>
                    <a:pt x="2002714" y="98590"/>
                  </a:lnTo>
                  <a:lnTo>
                    <a:pt x="2018601" y="98590"/>
                  </a:lnTo>
                  <a:lnTo>
                    <a:pt x="2019401" y="96913"/>
                  </a:lnTo>
                  <a:lnTo>
                    <a:pt x="2031822" y="96913"/>
                  </a:lnTo>
                  <a:lnTo>
                    <a:pt x="2031822" y="68681"/>
                  </a:lnTo>
                  <a:close/>
                </a:path>
                <a:path w="2683509" h="798194">
                  <a:moveTo>
                    <a:pt x="2005850" y="29438"/>
                  </a:moveTo>
                  <a:lnTo>
                    <a:pt x="1999513" y="29438"/>
                  </a:lnTo>
                  <a:lnTo>
                    <a:pt x="1995576" y="29972"/>
                  </a:lnTo>
                  <a:lnTo>
                    <a:pt x="1972551" y="47459"/>
                  </a:lnTo>
                  <a:lnTo>
                    <a:pt x="1983765" y="51460"/>
                  </a:lnTo>
                  <a:lnTo>
                    <a:pt x="1985060" y="48653"/>
                  </a:lnTo>
                  <a:lnTo>
                    <a:pt x="1987308" y="46024"/>
                  </a:lnTo>
                  <a:lnTo>
                    <a:pt x="1993557" y="41211"/>
                  </a:lnTo>
                  <a:lnTo>
                    <a:pt x="1993266" y="41211"/>
                  </a:lnTo>
                  <a:lnTo>
                    <a:pt x="1998141" y="39852"/>
                  </a:lnTo>
                  <a:lnTo>
                    <a:pt x="2027598" y="39852"/>
                  </a:lnTo>
                  <a:lnTo>
                    <a:pt x="2026805" y="38417"/>
                  </a:lnTo>
                  <a:lnTo>
                    <a:pt x="2024291" y="35687"/>
                  </a:lnTo>
                  <a:lnTo>
                    <a:pt x="2018245" y="32092"/>
                  </a:lnTo>
                  <a:lnTo>
                    <a:pt x="2015134" y="30899"/>
                  </a:lnTo>
                  <a:lnTo>
                    <a:pt x="2011895" y="30340"/>
                  </a:lnTo>
                  <a:lnTo>
                    <a:pt x="2008695" y="29730"/>
                  </a:lnTo>
                  <a:lnTo>
                    <a:pt x="2005850" y="29438"/>
                  </a:lnTo>
                  <a:close/>
                </a:path>
                <a:path w="2683509" h="798194">
                  <a:moveTo>
                    <a:pt x="2070404" y="12014"/>
                  </a:moveTo>
                  <a:lnTo>
                    <a:pt x="2058593" y="12014"/>
                  </a:lnTo>
                  <a:lnTo>
                    <a:pt x="2058593" y="92976"/>
                  </a:lnTo>
                  <a:lnTo>
                    <a:pt x="2059463" y="96113"/>
                  </a:lnTo>
                  <a:lnTo>
                    <a:pt x="2059548" y="96418"/>
                  </a:lnTo>
                  <a:lnTo>
                    <a:pt x="2059622" y="96685"/>
                  </a:lnTo>
                  <a:lnTo>
                    <a:pt x="2063788" y="102552"/>
                  </a:lnTo>
                  <a:lnTo>
                    <a:pt x="2066429" y="104736"/>
                  </a:lnTo>
                  <a:lnTo>
                    <a:pt x="2072805" y="107607"/>
                  </a:lnTo>
                  <a:lnTo>
                    <a:pt x="2076081" y="108331"/>
                  </a:lnTo>
                  <a:lnTo>
                    <a:pt x="2081618" y="108331"/>
                  </a:lnTo>
                  <a:lnTo>
                    <a:pt x="2083434" y="108165"/>
                  </a:lnTo>
                  <a:lnTo>
                    <a:pt x="2084870" y="107823"/>
                  </a:lnTo>
                  <a:lnTo>
                    <a:pt x="2085930" y="107607"/>
                  </a:lnTo>
                  <a:lnTo>
                    <a:pt x="2087422" y="107226"/>
                  </a:lnTo>
                  <a:lnTo>
                    <a:pt x="2088222" y="106921"/>
                  </a:lnTo>
                  <a:lnTo>
                    <a:pt x="2085957" y="96913"/>
                  </a:lnTo>
                  <a:lnTo>
                    <a:pt x="2078875" y="96913"/>
                  </a:lnTo>
                  <a:lnTo>
                    <a:pt x="2077460" y="96685"/>
                  </a:lnTo>
                  <a:lnTo>
                    <a:pt x="2070404" y="88633"/>
                  </a:lnTo>
                  <a:lnTo>
                    <a:pt x="2070404" y="12014"/>
                  </a:lnTo>
                  <a:close/>
                </a:path>
                <a:path w="2683509" h="798194">
                  <a:moveTo>
                    <a:pt x="2085845" y="96418"/>
                  </a:moveTo>
                  <a:lnTo>
                    <a:pt x="2085314" y="96418"/>
                  </a:lnTo>
                  <a:lnTo>
                    <a:pt x="2082634" y="96913"/>
                  </a:lnTo>
                  <a:lnTo>
                    <a:pt x="2085957" y="96913"/>
                  </a:lnTo>
                  <a:lnTo>
                    <a:pt x="2085845" y="96418"/>
                  </a:lnTo>
                  <a:close/>
                </a:path>
                <a:path w="2683509" h="798194">
                  <a:moveTo>
                    <a:pt x="2058593" y="30429"/>
                  </a:moveTo>
                  <a:lnTo>
                    <a:pt x="2046973" y="30429"/>
                  </a:lnTo>
                  <a:lnTo>
                    <a:pt x="2046973" y="40449"/>
                  </a:lnTo>
                  <a:lnTo>
                    <a:pt x="2058593" y="40449"/>
                  </a:lnTo>
                  <a:lnTo>
                    <a:pt x="2058593" y="30429"/>
                  </a:lnTo>
                  <a:close/>
                </a:path>
                <a:path w="2683509" h="798194">
                  <a:moveTo>
                    <a:pt x="2086825" y="30429"/>
                  </a:moveTo>
                  <a:lnTo>
                    <a:pt x="2070404" y="30429"/>
                  </a:lnTo>
                  <a:lnTo>
                    <a:pt x="2070404" y="40449"/>
                  </a:lnTo>
                  <a:lnTo>
                    <a:pt x="2086825" y="40449"/>
                  </a:lnTo>
                  <a:lnTo>
                    <a:pt x="2086825" y="30429"/>
                  </a:lnTo>
                  <a:close/>
                </a:path>
                <a:path w="2683509" h="798194">
                  <a:moveTo>
                    <a:pt x="2116404" y="30429"/>
                  </a:moveTo>
                  <a:lnTo>
                    <a:pt x="2104593" y="30429"/>
                  </a:lnTo>
                  <a:lnTo>
                    <a:pt x="2104593" y="107327"/>
                  </a:lnTo>
                  <a:lnTo>
                    <a:pt x="2116404" y="107327"/>
                  </a:lnTo>
                  <a:lnTo>
                    <a:pt x="2116404" y="30429"/>
                  </a:lnTo>
                  <a:close/>
                </a:path>
                <a:path w="2683509" h="798194">
                  <a:moveTo>
                    <a:pt x="2112898" y="1600"/>
                  </a:moveTo>
                  <a:lnTo>
                    <a:pt x="2108301" y="1600"/>
                  </a:lnTo>
                  <a:lnTo>
                    <a:pt x="2106307" y="2387"/>
                  </a:lnTo>
                  <a:lnTo>
                    <a:pt x="2104643" y="3949"/>
                  </a:lnTo>
                  <a:lnTo>
                    <a:pt x="2103005" y="5524"/>
                  </a:lnTo>
                  <a:lnTo>
                    <a:pt x="2102192" y="7404"/>
                  </a:lnTo>
                  <a:lnTo>
                    <a:pt x="2102192" y="11811"/>
                  </a:lnTo>
                  <a:lnTo>
                    <a:pt x="2103005" y="13703"/>
                  </a:lnTo>
                  <a:lnTo>
                    <a:pt x="2106307" y="16840"/>
                  </a:lnTo>
                  <a:lnTo>
                    <a:pt x="2108301" y="17614"/>
                  </a:lnTo>
                  <a:lnTo>
                    <a:pt x="2112898" y="17614"/>
                  </a:lnTo>
                  <a:lnTo>
                    <a:pt x="2114867" y="16840"/>
                  </a:lnTo>
                  <a:lnTo>
                    <a:pt x="2116505" y="15265"/>
                  </a:lnTo>
                  <a:lnTo>
                    <a:pt x="2118182" y="13703"/>
                  </a:lnTo>
                  <a:lnTo>
                    <a:pt x="2119007" y="11811"/>
                  </a:lnTo>
                  <a:lnTo>
                    <a:pt x="2119007" y="7404"/>
                  </a:lnTo>
                  <a:lnTo>
                    <a:pt x="2118182" y="5524"/>
                  </a:lnTo>
                  <a:lnTo>
                    <a:pt x="2114867" y="2387"/>
                  </a:lnTo>
                  <a:lnTo>
                    <a:pt x="2112898" y="1600"/>
                  </a:lnTo>
                  <a:close/>
                </a:path>
                <a:path w="2683509" h="798194">
                  <a:moveTo>
                    <a:pt x="2176221" y="29438"/>
                  </a:moveTo>
                  <a:lnTo>
                    <a:pt x="2162340" y="29438"/>
                  </a:lnTo>
                  <a:lnTo>
                    <a:pt x="2156256" y="31089"/>
                  </a:lnTo>
                  <a:lnTo>
                    <a:pt x="2134438" y="61277"/>
                  </a:lnTo>
                  <a:lnTo>
                    <a:pt x="2134438" y="77228"/>
                  </a:lnTo>
                  <a:lnTo>
                    <a:pt x="2162340" y="108927"/>
                  </a:lnTo>
                  <a:lnTo>
                    <a:pt x="2176221" y="108927"/>
                  </a:lnTo>
                  <a:lnTo>
                    <a:pt x="2182304" y="107276"/>
                  </a:lnTo>
                  <a:lnTo>
                    <a:pt x="2192743" y="100672"/>
                  </a:lnTo>
                  <a:lnTo>
                    <a:pt x="2194827" y="98310"/>
                  </a:lnTo>
                  <a:lnTo>
                    <a:pt x="2164016" y="98310"/>
                  </a:lnTo>
                  <a:lnTo>
                    <a:pt x="2159673" y="96964"/>
                  </a:lnTo>
                  <a:lnTo>
                    <a:pt x="2152865" y="91554"/>
                  </a:lnTo>
                  <a:lnTo>
                    <a:pt x="2150338" y="87998"/>
                  </a:lnTo>
                  <a:lnTo>
                    <a:pt x="2147074" y="79197"/>
                  </a:lnTo>
                  <a:lnTo>
                    <a:pt x="2146261" y="74422"/>
                  </a:lnTo>
                  <a:lnTo>
                    <a:pt x="2146261" y="64147"/>
                  </a:lnTo>
                  <a:lnTo>
                    <a:pt x="2164016" y="40043"/>
                  </a:lnTo>
                  <a:lnTo>
                    <a:pt x="2194810" y="40043"/>
                  </a:lnTo>
                  <a:lnTo>
                    <a:pt x="2192743" y="37693"/>
                  </a:lnTo>
                  <a:lnTo>
                    <a:pt x="2182304" y="31089"/>
                  </a:lnTo>
                  <a:lnTo>
                    <a:pt x="2176221" y="29438"/>
                  </a:lnTo>
                  <a:close/>
                </a:path>
                <a:path w="2683509" h="798194">
                  <a:moveTo>
                    <a:pt x="2194810" y="40043"/>
                  </a:moveTo>
                  <a:lnTo>
                    <a:pt x="2174557" y="40043"/>
                  </a:lnTo>
                  <a:lnTo>
                    <a:pt x="2178900" y="41414"/>
                  </a:lnTo>
                  <a:lnTo>
                    <a:pt x="2185708" y="46888"/>
                  </a:lnTo>
                  <a:lnTo>
                    <a:pt x="2188222" y="50469"/>
                  </a:lnTo>
                  <a:lnTo>
                    <a:pt x="2191499" y="59347"/>
                  </a:lnTo>
                  <a:lnTo>
                    <a:pt x="2192312" y="64147"/>
                  </a:lnTo>
                  <a:lnTo>
                    <a:pt x="2192312" y="74422"/>
                  </a:lnTo>
                  <a:lnTo>
                    <a:pt x="2174557" y="98310"/>
                  </a:lnTo>
                  <a:lnTo>
                    <a:pt x="2194827" y="98310"/>
                  </a:lnTo>
                  <a:lnTo>
                    <a:pt x="2196820" y="96050"/>
                  </a:lnTo>
                  <a:lnTo>
                    <a:pt x="2199716" y="90106"/>
                  </a:lnTo>
                  <a:lnTo>
                    <a:pt x="2202662" y="84162"/>
                  </a:lnTo>
                  <a:lnTo>
                    <a:pt x="2204123" y="77228"/>
                  </a:lnTo>
                  <a:lnTo>
                    <a:pt x="2204123" y="61277"/>
                  </a:lnTo>
                  <a:lnTo>
                    <a:pt x="2202662" y="54279"/>
                  </a:lnTo>
                  <a:lnTo>
                    <a:pt x="2199716" y="48310"/>
                  </a:lnTo>
                  <a:lnTo>
                    <a:pt x="2196820" y="42329"/>
                  </a:lnTo>
                  <a:lnTo>
                    <a:pt x="2194810" y="40043"/>
                  </a:lnTo>
                  <a:close/>
                </a:path>
                <a:path w="2683509" h="798194">
                  <a:moveTo>
                    <a:pt x="2233574" y="30505"/>
                  </a:moveTo>
                  <a:lnTo>
                    <a:pt x="2222157" y="30505"/>
                  </a:lnTo>
                  <a:lnTo>
                    <a:pt x="2222157" y="107327"/>
                  </a:lnTo>
                  <a:lnTo>
                    <a:pt x="2233968" y="107327"/>
                  </a:lnTo>
                  <a:lnTo>
                    <a:pt x="2233968" y="56603"/>
                  </a:lnTo>
                  <a:lnTo>
                    <a:pt x="2234733" y="53225"/>
                  </a:lnTo>
                  <a:lnTo>
                    <a:pt x="2234831" y="52793"/>
                  </a:lnTo>
                  <a:lnTo>
                    <a:pt x="2238235" y="46520"/>
                  </a:lnTo>
                  <a:lnTo>
                    <a:pt x="2240546" y="44132"/>
                  </a:lnTo>
                  <a:lnTo>
                    <a:pt x="2243480" y="42494"/>
                  </a:lnTo>
                  <a:lnTo>
                    <a:pt x="2233574" y="42494"/>
                  </a:lnTo>
                  <a:lnTo>
                    <a:pt x="2233574" y="30505"/>
                  </a:lnTo>
                  <a:close/>
                </a:path>
                <a:path w="2683509" h="798194">
                  <a:moveTo>
                    <a:pt x="2278667" y="40043"/>
                  </a:moveTo>
                  <a:lnTo>
                    <a:pt x="2259075" y="40043"/>
                  </a:lnTo>
                  <a:lnTo>
                    <a:pt x="2263381" y="41744"/>
                  </a:lnTo>
                  <a:lnTo>
                    <a:pt x="2269655" y="48526"/>
                  </a:lnTo>
                  <a:lnTo>
                    <a:pt x="2271217" y="53225"/>
                  </a:lnTo>
                  <a:lnTo>
                    <a:pt x="2271217" y="107327"/>
                  </a:lnTo>
                  <a:lnTo>
                    <a:pt x="2283028" y="107327"/>
                  </a:lnTo>
                  <a:lnTo>
                    <a:pt x="2283028" y="51930"/>
                  </a:lnTo>
                  <a:lnTo>
                    <a:pt x="2281948" y="46520"/>
                  </a:lnTo>
                  <a:lnTo>
                    <a:pt x="2278667" y="40043"/>
                  </a:lnTo>
                  <a:close/>
                </a:path>
                <a:path w="2683509" h="798194">
                  <a:moveTo>
                    <a:pt x="2262212" y="29438"/>
                  </a:moveTo>
                  <a:lnTo>
                    <a:pt x="2251189" y="29438"/>
                  </a:lnTo>
                  <a:lnTo>
                    <a:pt x="2246452" y="30632"/>
                  </a:lnTo>
                  <a:lnTo>
                    <a:pt x="2239111" y="35407"/>
                  </a:lnTo>
                  <a:lnTo>
                    <a:pt x="2236381" y="38544"/>
                  </a:lnTo>
                  <a:lnTo>
                    <a:pt x="2234554" y="42494"/>
                  </a:lnTo>
                  <a:lnTo>
                    <a:pt x="2243480" y="42494"/>
                  </a:lnTo>
                  <a:lnTo>
                    <a:pt x="2246452" y="40868"/>
                  </a:lnTo>
                  <a:lnTo>
                    <a:pt x="2249830" y="40043"/>
                  </a:lnTo>
                  <a:lnTo>
                    <a:pt x="2278667" y="40043"/>
                  </a:lnTo>
                  <a:lnTo>
                    <a:pt x="2277605" y="37947"/>
                  </a:lnTo>
                  <a:lnTo>
                    <a:pt x="2274569" y="34734"/>
                  </a:lnTo>
                  <a:lnTo>
                    <a:pt x="2266759" y="30505"/>
                  </a:lnTo>
                  <a:lnTo>
                    <a:pt x="2262212" y="29438"/>
                  </a:lnTo>
                  <a:close/>
                </a:path>
                <a:path w="2683509" h="798194">
                  <a:moveTo>
                    <a:pt x="38912" y="199136"/>
                  </a:moveTo>
                  <a:lnTo>
                    <a:pt x="30810" y="199136"/>
                  </a:lnTo>
                  <a:lnTo>
                    <a:pt x="27127" y="200139"/>
                  </a:lnTo>
                  <a:lnTo>
                    <a:pt x="23787" y="202145"/>
                  </a:lnTo>
                  <a:lnTo>
                    <a:pt x="20446" y="204114"/>
                  </a:lnTo>
                  <a:lnTo>
                    <a:pt x="17779" y="206768"/>
                  </a:lnTo>
                  <a:lnTo>
                    <a:pt x="13804" y="213410"/>
                  </a:lnTo>
                  <a:lnTo>
                    <a:pt x="12826" y="217093"/>
                  </a:lnTo>
                  <a:lnTo>
                    <a:pt x="12826" y="225209"/>
                  </a:lnTo>
                  <a:lnTo>
                    <a:pt x="30810" y="243192"/>
                  </a:lnTo>
                  <a:lnTo>
                    <a:pt x="38912" y="243192"/>
                  </a:lnTo>
                  <a:lnTo>
                    <a:pt x="56870" y="225209"/>
                  </a:lnTo>
                  <a:lnTo>
                    <a:pt x="56870" y="217093"/>
                  </a:lnTo>
                  <a:lnTo>
                    <a:pt x="55867" y="213410"/>
                  </a:lnTo>
                  <a:lnTo>
                    <a:pt x="53873" y="210108"/>
                  </a:lnTo>
                  <a:lnTo>
                    <a:pt x="51904" y="206768"/>
                  </a:lnTo>
                  <a:lnTo>
                    <a:pt x="49250" y="204114"/>
                  </a:lnTo>
                  <a:lnTo>
                    <a:pt x="45910" y="202145"/>
                  </a:lnTo>
                  <a:lnTo>
                    <a:pt x="42608" y="200139"/>
                  </a:lnTo>
                  <a:lnTo>
                    <a:pt x="38912" y="199136"/>
                  </a:lnTo>
                  <a:close/>
                </a:path>
                <a:path w="2683509" h="798194">
                  <a:moveTo>
                    <a:pt x="138569" y="169900"/>
                  </a:moveTo>
                  <a:lnTo>
                    <a:pt x="126555" y="169900"/>
                  </a:lnTo>
                  <a:lnTo>
                    <a:pt x="126555" y="272427"/>
                  </a:lnTo>
                  <a:lnTo>
                    <a:pt x="138976" y="272427"/>
                  </a:lnTo>
                  <a:lnTo>
                    <a:pt x="138976" y="191935"/>
                  </a:lnTo>
                  <a:lnTo>
                    <a:pt x="153880" y="191935"/>
                  </a:lnTo>
                  <a:lnTo>
                    <a:pt x="138569" y="169900"/>
                  </a:lnTo>
                  <a:close/>
                </a:path>
                <a:path w="2683509" h="798194">
                  <a:moveTo>
                    <a:pt x="153880" y="191935"/>
                  </a:moveTo>
                  <a:lnTo>
                    <a:pt x="139979" y="191935"/>
                  </a:lnTo>
                  <a:lnTo>
                    <a:pt x="195846" y="272427"/>
                  </a:lnTo>
                  <a:lnTo>
                    <a:pt x="207860" y="272427"/>
                  </a:lnTo>
                  <a:lnTo>
                    <a:pt x="207860" y="250596"/>
                  </a:lnTo>
                  <a:lnTo>
                    <a:pt x="194640" y="250596"/>
                  </a:lnTo>
                  <a:lnTo>
                    <a:pt x="153880" y="191935"/>
                  </a:lnTo>
                  <a:close/>
                </a:path>
                <a:path w="2683509" h="798194">
                  <a:moveTo>
                    <a:pt x="207860" y="169900"/>
                  </a:moveTo>
                  <a:lnTo>
                    <a:pt x="195643" y="169900"/>
                  </a:lnTo>
                  <a:lnTo>
                    <a:pt x="195643" y="250596"/>
                  </a:lnTo>
                  <a:lnTo>
                    <a:pt x="207860" y="250596"/>
                  </a:lnTo>
                  <a:lnTo>
                    <a:pt x="207860" y="169900"/>
                  </a:lnTo>
                  <a:close/>
                </a:path>
                <a:path w="2683509" h="798194">
                  <a:moveTo>
                    <a:pt x="242912" y="195529"/>
                  </a:moveTo>
                  <a:lnTo>
                    <a:pt x="231101" y="195529"/>
                  </a:lnTo>
                  <a:lnTo>
                    <a:pt x="231101" y="272427"/>
                  </a:lnTo>
                  <a:lnTo>
                    <a:pt x="242912" y="272427"/>
                  </a:lnTo>
                  <a:lnTo>
                    <a:pt x="242912" y="195529"/>
                  </a:lnTo>
                  <a:close/>
                </a:path>
                <a:path w="2683509" h="798194">
                  <a:moveTo>
                    <a:pt x="239407" y="166700"/>
                  </a:moveTo>
                  <a:lnTo>
                    <a:pt x="234797" y="166700"/>
                  </a:lnTo>
                  <a:lnTo>
                    <a:pt x="232816" y="167487"/>
                  </a:lnTo>
                  <a:lnTo>
                    <a:pt x="231152" y="169049"/>
                  </a:lnTo>
                  <a:lnTo>
                    <a:pt x="229514" y="170624"/>
                  </a:lnTo>
                  <a:lnTo>
                    <a:pt x="228688" y="172504"/>
                  </a:lnTo>
                  <a:lnTo>
                    <a:pt x="228688" y="176911"/>
                  </a:lnTo>
                  <a:lnTo>
                    <a:pt x="229514" y="178803"/>
                  </a:lnTo>
                  <a:lnTo>
                    <a:pt x="232816" y="181940"/>
                  </a:lnTo>
                  <a:lnTo>
                    <a:pt x="234797" y="182714"/>
                  </a:lnTo>
                  <a:lnTo>
                    <a:pt x="239407" y="182714"/>
                  </a:lnTo>
                  <a:lnTo>
                    <a:pt x="241376" y="181940"/>
                  </a:lnTo>
                  <a:lnTo>
                    <a:pt x="243014" y="180365"/>
                  </a:lnTo>
                  <a:lnTo>
                    <a:pt x="244678" y="178803"/>
                  </a:lnTo>
                  <a:lnTo>
                    <a:pt x="245516" y="176911"/>
                  </a:lnTo>
                  <a:lnTo>
                    <a:pt x="245516" y="172504"/>
                  </a:lnTo>
                  <a:lnTo>
                    <a:pt x="244678" y="170624"/>
                  </a:lnTo>
                  <a:lnTo>
                    <a:pt x="241376" y="167487"/>
                  </a:lnTo>
                  <a:lnTo>
                    <a:pt x="239407" y="166700"/>
                  </a:lnTo>
                  <a:close/>
                </a:path>
                <a:path w="2683509" h="798194">
                  <a:moveTo>
                    <a:pt x="273557" y="280835"/>
                  </a:moveTo>
                  <a:lnTo>
                    <a:pt x="265339" y="286613"/>
                  </a:lnTo>
                  <a:lnTo>
                    <a:pt x="264162" y="287477"/>
                  </a:lnTo>
                  <a:lnTo>
                    <a:pt x="265747" y="290118"/>
                  </a:lnTo>
                  <a:lnTo>
                    <a:pt x="267906" y="292620"/>
                  </a:lnTo>
                  <a:lnTo>
                    <a:pt x="273342" y="297319"/>
                  </a:lnTo>
                  <a:lnTo>
                    <a:pt x="276758" y="299224"/>
                  </a:lnTo>
                  <a:lnTo>
                    <a:pt x="280873" y="300659"/>
                  </a:lnTo>
                  <a:lnTo>
                    <a:pt x="284975" y="302133"/>
                  </a:lnTo>
                  <a:lnTo>
                    <a:pt x="289877" y="302869"/>
                  </a:lnTo>
                  <a:lnTo>
                    <a:pt x="301726" y="302869"/>
                  </a:lnTo>
                  <a:lnTo>
                    <a:pt x="307301" y="301879"/>
                  </a:lnTo>
                  <a:lnTo>
                    <a:pt x="312305" y="299910"/>
                  </a:lnTo>
                  <a:lnTo>
                    <a:pt x="317347" y="297980"/>
                  </a:lnTo>
                  <a:lnTo>
                    <a:pt x="321348" y="294919"/>
                  </a:lnTo>
                  <a:lnTo>
                    <a:pt x="322988" y="292620"/>
                  </a:lnTo>
                  <a:lnTo>
                    <a:pt x="323105" y="292455"/>
                  </a:lnTo>
                  <a:lnTo>
                    <a:pt x="290944" y="292455"/>
                  </a:lnTo>
                  <a:lnTo>
                    <a:pt x="287197" y="291769"/>
                  </a:lnTo>
                  <a:lnTo>
                    <a:pt x="281482" y="289064"/>
                  </a:lnTo>
                  <a:lnTo>
                    <a:pt x="279247" y="287477"/>
                  </a:lnTo>
                  <a:lnTo>
                    <a:pt x="275983" y="283845"/>
                  </a:lnTo>
                  <a:lnTo>
                    <a:pt x="274624" y="282244"/>
                  </a:lnTo>
                  <a:lnTo>
                    <a:pt x="273557" y="280835"/>
                  </a:lnTo>
                  <a:close/>
                </a:path>
                <a:path w="2683509" h="798194">
                  <a:moveTo>
                    <a:pt x="328828" y="258216"/>
                  </a:moveTo>
                  <a:lnTo>
                    <a:pt x="317017" y="258216"/>
                  </a:lnTo>
                  <a:lnTo>
                    <a:pt x="317017" y="280238"/>
                  </a:lnTo>
                  <a:lnTo>
                    <a:pt x="314998" y="284937"/>
                  </a:lnTo>
                  <a:lnTo>
                    <a:pt x="306920" y="290944"/>
                  </a:lnTo>
                  <a:lnTo>
                    <a:pt x="301790" y="292455"/>
                  </a:lnTo>
                  <a:lnTo>
                    <a:pt x="323105" y="292455"/>
                  </a:lnTo>
                  <a:lnTo>
                    <a:pt x="324319" y="290753"/>
                  </a:lnTo>
                  <a:lnTo>
                    <a:pt x="327329" y="286613"/>
                  </a:lnTo>
                  <a:lnTo>
                    <a:pt x="328828" y="281241"/>
                  </a:lnTo>
                  <a:lnTo>
                    <a:pt x="328828" y="258216"/>
                  </a:lnTo>
                  <a:close/>
                </a:path>
                <a:path w="2683509" h="798194">
                  <a:moveTo>
                    <a:pt x="298792" y="194538"/>
                  </a:moveTo>
                  <a:lnTo>
                    <a:pt x="287312" y="194538"/>
                  </a:lnTo>
                  <a:lnTo>
                    <a:pt x="281597" y="196151"/>
                  </a:lnTo>
                  <a:lnTo>
                    <a:pt x="271686" y="202641"/>
                  </a:lnTo>
                  <a:lnTo>
                    <a:pt x="267868" y="207137"/>
                  </a:lnTo>
                  <a:lnTo>
                    <a:pt x="262331" y="218846"/>
                  </a:lnTo>
                  <a:lnTo>
                    <a:pt x="260946" y="225704"/>
                  </a:lnTo>
                  <a:lnTo>
                    <a:pt x="260946" y="241592"/>
                  </a:lnTo>
                  <a:lnTo>
                    <a:pt x="287375" y="271221"/>
                  </a:lnTo>
                  <a:lnTo>
                    <a:pt x="298589" y="271221"/>
                  </a:lnTo>
                  <a:lnTo>
                    <a:pt x="314427" y="260616"/>
                  </a:lnTo>
                  <a:lnTo>
                    <a:pt x="290245" y="260616"/>
                  </a:lnTo>
                  <a:lnTo>
                    <a:pt x="286651" y="259613"/>
                  </a:lnTo>
                  <a:lnTo>
                    <a:pt x="286327" y="259613"/>
                  </a:lnTo>
                  <a:lnTo>
                    <a:pt x="282765" y="257162"/>
                  </a:lnTo>
                  <a:lnTo>
                    <a:pt x="272814" y="227838"/>
                  </a:lnTo>
                  <a:lnTo>
                    <a:pt x="273570" y="223431"/>
                  </a:lnTo>
                  <a:lnTo>
                    <a:pt x="290182" y="205143"/>
                  </a:lnTo>
                  <a:lnTo>
                    <a:pt x="314421" y="205143"/>
                  </a:lnTo>
                  <a:lnTo>
                    <a:pt x="314109" y="204711"/>
                  </a:lnTo>
                  <a:lnTo>
                    <a:pt x="312508" y="202641"/>
                  </a:lnTo>
                  <a:lnTo>
                    <a:pt x="310934" y="200545"/>
                  </a:lnTo>
                  <a:lnTo>
                    <a:pt x="308673" y="198666"/>
                  </a:lnTo>
                  <a:lnTo>
                    <a:pt x="305701" y="197040"/>
                  </a:lnTo>
                  <a:lnTo>
                    <a:pt x="302767" y="195364"/>
                  </a:lnTo>
                  <a:lnTo>
                    <a:pt x="298792" y="194538"/>
                  </a:lnTo>
                  <a:close/>
                </a:path>
                <a:path w="2683509" h="798194">
                  <a:moveTo>
                    <a:pt x="314421" y="205143"/>
                  </a:moveTo>
                  <a:lnTo>
                    <a:pt x="299986" y="205143"/>
                  </a:lnTo>
                  <a:lnTo>
                    <a:pt x="304111" y="206413"/>
                  </a:lnTo>
                  <a:lnTo>
                    <a:pt x="310565" y="211150"/>
                  </a:lnTo>
                  <a:lnTo>
                    <a:pt x="313042" y="214477"/>
                  </a:lnTo>
                  <a:lnTo>
                    <a:pt x="316382" y="222948"/>
                  </a:lnTo>
                  <a:lnTo>
                    <a:pt x="317207" y="227838"/>
                  </a:lnTo>
                  <a:lnTo>
                    <a:pt x="317207" y="239052"/>
                  </a:lnTo>
                  <a:lnTo>
                    <a:pt x="303789" y="259613"/>
                  </a:lnTo>
                  <a:lnTo>
                    <a:pt x="303598" y="259613"/>
                  </a:lnTo>
                  <a:lnTo>
                    <a:pt x="299923" y="260616"/>
                  </a:lnTo>
                  <a:lnTo>
                    <a:pt x="314427" y="260616"/>
                  </a:lnTo>
                  <a:lnTo>
                    <a:pt x="315137" y="259613"/>
                  </a:lnTo>
                  <a:lnTo>
                    <a:pt x="316014" y="258216"/>
                  </a:lnTo>
                  <a:lnTo>
                    <a:pt x="328828" y="258216"/>
                  </a:lnTo>
                  <a:lnTo>
                    <a:pt x="328828" y="207746"/>
                  </a:lnTo>
                  <a:lnTo>
                    <a:pt x="316217" y="207746"/>
                  </a:lnTo>
                  <a:lnTo>
                    <a:pt x="315340" y="206413"/>
                  </a:lnTo>
                  <a:lnTo>
                    <a:pt x="314421" y="205143"/>
                  </a:lnTo>
                  <a:close/>
                </a:path>
                <a:path w="2683509" h="798194">
                  <a:moveTo>
                    <a:pt x="328828" y="195529"/>
                  </a:moveTo>
                  <a:lnTo>
                    <a:pt x="317411" y="195529"/>
                  </a:lnTo>
                  <a:lnTo>
                    <a:pt x="317411" y="207746"/>
                  </a:lnTo>
                  <a:lnTo>
                    <a:pt x="328828" y="207746"/>
                  </a:lnTo>
                  <a:lnTo>
                    <a:pt x="328828" y="195529"/>
                  </a:lnTo>
                  <a:close/>
                </a:path>
                <a:path w="2683509" h="798194">
                  <a:moveTo>
                    <a:pt x="362267" y="169900"/>
                  </a:moveTo>
                  <a:lnTo>
                    <a:pt x="350456" y="169900"/>
                  </a:lnTo>
                  <a:lnTo>
                    <a:pt x="350456" y="272427"/>
                  </a:lnTo>
                  <a:lnTo>
                    <a:pt x="362267" y="272427"/>
                  </a:lnTo>
                  <a:lnTo>
                    <a:pt x="362267" y="221703"/>
                  </a:lnTo>
                  <a:lnTo>
                    <a:pt x="363047" y="218262"/>
                  </a:lnTo>
                  <a:lnTo>
                    <a:pt x="363131" y="217893"/>
                  </a:lnTo>
                  <a:lnTo>
                    <a:pt x="366636" y="211620"/>
                  </a:lnTo>
                  <a:lnTo>
                    <a:pt x="369036" y="209232"/>
                  </a:lnTo>
                  <a:lnTo>
                    <a:pt x="372197" y="207543"/>
                  </a:lnTo>
                  <a:lnTo>
                    <a:pt x="362267" y="207543"/>
                  </a:lnTo>
                  <a:lnTo>
                    <a:pt x="362267" y="169900"/>
                  </a:lnTo>
                  <a:close/>
                </a:path>
                <a:path w="2683509" h="798194">
                  <a:moveTo>
                    <a:pt x="407762" y="205143"/>
                  </a:moveTo>
                  <a:lnTo>
                    <a:pt x="388061" y="205143"/>
                  </a:lnTo>
                  <a:lnTo>
                    <a:pt x="392417" y="206832"/>
                  </a:lnTo>
                  <a:lnTo>
                    <a:pt x="395554" y="210197"/>
                  </a:lnTo>
                  <a:lnTo>
                    <a:pt x="398729" y="213537"/>
                  </a:lnTo>
                  <a:lnTo>
                    <a:pt x="400192" y="217893"/>
                  </a:lnTo>
                  <a:lnTo>
                    <a:pt x="400316" y="272427"/>
                  </a:lnTo>
                  <a:lnTo>
                    <a:pt x="412127" y="272427"/>
                  </a:lnTo>
                  <a:lnTo>
                    <a:pt x="412127" y="216966"/>
                  </a:lnTo>
                  <a:lnTo>
                    <a:pt x="411043" y="211620"/>
                  </a:lnTo>
                  <a:lnTo>
                    <a:pt x="410342" y="210197"/>
                  </a:lnTo>
                  <a:lnTo>
                    <a:pt x="407762" y="205143"/>
                  </a:lnTo>
                  <a:close/>
                </a:path>
                <a:path w="2683509" h="798194">
                  <a:moveTo>
                    <a:pt x="391134" y="194538"/>
                  </a:moveTo>
                  <a:lnTo>
                    <a:pt x="379856" y="194538"/>
                  </a:lnTo>
                  <a:lnTo>
                    <a:pt x="375018" y="195719"/>
                  </a:lnTo>
                  <a:lnTo>
                    <a:pt x="367779" y="200418"/>
                  </a:lnTo>
                  <a:lnTo>
                    <a:pt x="365074" y="203581"/>
                  </a:lnTo>
                  <a:lnTo>
                    <a:pt x="363270" y="207543"/>
                  </a:lnTo>
                  <a:lnTo>
                    <a:pt x="372197" y="207543"/>
                  </a:lnTo>
                  <a:lnTo>
                    <a:pt x="375145" y="205968"/>
                  </a:lnTo>
                  <a:lnTo>
                    <a:pt x="378625" y="205143"/>
                  </a:lnTo>
                  <a:lnTo>
                    <a:pt x="407762" y="205143"/>
                  </a:lnTo>
                  <a:lnTo>
                    <a:pt x="406653" y="202946"/>
                  </a:lnTo>
                  <a:lnTo>
                    <a:pt x="403605" y="199758"/>
                  </a:lnTo>
                  <a:lnTo>
                    <a:pt x="399656" y="197688"/>
                  </a:lnTo>
                  <a:lnTo>
                    <a:pt x="395719" y="195580"/>
                  </a:lnTo>
                  <a:lnTo>
                    <a:pt x="391134" y="194538"/>
                  </a:lnTo>
                  <a:close/>
                </a:path>
                <a:path w="2683509" h="798194">
                  <a:moveTo>
                    <a:pt x="450761" y="177114"/>
                  </a:moveTo>
                  <a:lnTo>
                    <a:pt x="438950" y="177114"/>
                  </a:lnTo>
                  <a:lnTo>
                    <a:pt x="438950" y="258076"/>
                  </a:lnTo>
                  <a:lnTo>
                    <a:pt x="456437" y="273431"/>
                  </a:lnTo>
                  <a:lnTo>
                    <a:pt x="461975" y="273431"/>
                  </a:lnTo>
                  <a:lnTo>
                    <a:pt x="463791" y="273265"/>
                  </a:lnTo>
                  <a:lnTo>
                    <a:pt x="465226" y="272923"/>
                  </a:lnTo>
                  <a:lnTo>
                    <a:pt x="466287" y="272707"/>
                  </a:lnTo>
                  <a:lnTo>
                    <a:pt x="467779" y="272326"/>
                  </a:lnTo>
                  <a:lnTo>
                    <a:pt x="468579" y="272021"/>
                  </a:lnTo>
                  <a:lnTo>
                    <a:pt x="466314" y="262013"/>
                  </a:lnTo>
                  <a:lnTo>
                    <a:pt x="459231" y="262013"/>
                  </a:lnTo>
                  <a:lnTo>
                    <a:pt x="457816" y="261785"/>
                  </a:lnTo>
                  <a:lnTo>
                    <a:pt x="450761" y="253733"/>
                  </a:lnTo>
                  <a:lnTo>
                    <a:pt x="450761" y="177114"/>
                  </a:lnTo>
                  <a:close/>
                </a:path>
                <a:path w="2683509" h="798194">
                  <a:moveTo>
                    <a:pt x="466262" y="261785"/>
                  </a:moveTo>
                  <a:lnTo>
                    <a:pt x="464247" y="261785"/>
                  </a:lnTo>
                  <a:lnTo>
                    <a:pt x="463000" y="262013"/>
                  </a:lnTo>
                  <a:lnTo>
                    <a:pt x="466314" y="262013"/>
                  </a:lnTo>
                  <a:lnTo>
                    <a:pt x="466262" y="261785"/>
                  </a:lnTo>
                  <a:close/>
                </a:path>
                <a:path w="2683509" h="798194">
                  <a:moveTo>
                    <a:pt x="467169" y="261213"/>
                  </a:moveTo>
                  <a:lnTo>
                    <a:pt x="466132" y="261213"/>
                  </a:lnTo>
                  <a:lnTo>
                    <a:pt x="466262" y="261785"/>
                  </a:lnTo>
                  <a:lnTo>
                    <a:pt x="464383" y="261785"/>
                  </a:lnTo>
                  <a:lnTo>
                    <a:pt x="467169" y="261213"/>
                  </a:lnTo>
                  <a:close/>
                </a:path>
                <a:path w="2683509" h="798194">
                  <a:moveTo>
                    <a:pt x="438950" y="195529"/>
                  </a:moveTo>
                  <a:lnTo>
                    <a:pt x="427329" y="195529"/>
                  </a:lnTo>
                  <a:lnTo>
                    <a:pt x="427329" y="205549"/>
                  </a:lnTo>
                  <a:lnTo>
                    <a:pt x="438950" y="205549"/>
                  </a:lnTo>
                  <a:lnTo>
                    <a:pt x="438950" y="195529"/>
                  </a:lnTo>
                  <a:close/>
                </a:path>
                <a:path w="2683509" h="798194">
                  <a:moveTo>
                    <a:pt x="467182" y="195529"/>
                  </a:moveTo>
                  <a:lnTo>
                    <a:pt x="450761" y="195529"/>
                  </a:lnTo>
                  <a:lnTo>
                    <a:pt x="450761" y="205549"/>
                  </a:lnTo>
                  <a:lnTo>
                    <a:pt x="467182" y="205549"/>
                  </a:lnTo>
                  <a:lnTo>
                    <a:pt x="467182" y="195529"/>
                  </a:lnTo>
                  <a:close/>
                </a:path>
                <a:path w="2683509" h="798194">
                  <a:moveTo>
                    <a:pt x="498424" y="169900"/>
                  </a:moveTo>
                  <a:lnTo>
                    <a:pt x="486600" y="169900"/>
                  </a:lnTo>
                  <a:lnTo>
                    <a:pt x="486600" y="272427"/>
                  </a:lnTo>
                  <a:lnTo>
                    <a:pt x="498424" y="272427"/>
                  </a:lnTo>
                  <a:lnTo>
                    <a:pt x="498424" y="169900"/>
                  </a:lnTo>
                  <a:close/>
                </a:path>
                <a:path w="2683509" h="798194">
                  <a:moveTo>
                    <a:pt x="522058" y="289445"/>
                  </a:moveTo>
                  <a:lnTo>
                    <a:pt x="519061" y="299859"/>
                  </a:lnTo>
                  <a:lnTo>
                    <a:pt x="519658" y="300164"/>
                  </a:lnTo>
                  <a:lnTo>
                    <a:pt x="520738" y="300456"/>
                  </a:lnTo>
                  <a:lnTo>
                    <a:pt x="522312" y="300761"/>
                  </a:lnTo>
                  <a:lnTo>
                    <a:pt x="523874" y="301091"/>
                  </a:lnTo>
                  <a:lnTo>
                    <a:pt x="525665" y="301256"/>
                  </a:lnTo>
                  <a:lnTo>
                    <a:pt x="531240" y="301256"/>
                  </a:lnTo>
                  <a:lnTo>
                    <a:pt x="533788" y="300761"/>
                  </a:lnTo>
                  <a:lnTo>
                    <a:pt x="534156" y="300761"/>
                  </a:lnTo>
                  <a:lnTo>
                    <a:pt x="540143" y="298094"/>
                  </a:lnTo>
                  <a:lnTo>
                    <a:pt x="542670" y="296138"/>
                  </a:lnTo>
                  <a:lnTo>
                    <a:pt x="547001" y="290906"/>
                  </a:lnTo>
                  <a:lnTo>
                    <a:pt x="547255" y="290449"/>
                  </a:lnTo>
                  <a:lnTo>
                    <a:pt x="527469" y="290449"/>
                  </a:lnTo>
                  <a:lnTo>
                    <a:pt x="524929" y="290182"/>
                  </a:lnTo>
                  <a:lnTo>
                    <a:pt x="522058" y="289445"/>
                  </a:lnTo>
                  <a:close/>
                </a:path>
                <a:path w="2683509" h="798194">
                  <a:moveTo>
                    <a:pt x="526859" y="195529"/>
                  </a:moveTo>
                  <a:lnTo>
                    <a:pt x="514045" y="195529"/>
                  </a:lnTo>
                  <a:lnTo>
                    <a:pt x="542480" y="272834"/>
                  </a:lnTo>
                  <a:lnTo>
                    <a:pt x="538848" y="282740"/>
                  </a:lnTo>
                  <a:lnTo>
                    <a:pt x="537260" y="285559"/>
                  </a:lnTo>
                  <a:lnTo>
                    <a:pt x="535520" y="287299"/>
                  </a:lnTo>
                  <a:lnTo>
                    <a:pt x="533819" y="289064"/>
                  </a:lnTo>
                  <a:lnTo>
                    <a:pt x="531875" y="290042"/>
                  </a:lnTo>
                  <a:lnTo>
                    <a:pt x="527469" y="290449"/>
                  </a:lnTo>
                  <a:lnTo>
                    <a:pt x="547255" y="290449"/>
                  </a:lnTo>
                  <a:lnTo>
                    <a:pt x="548830" y="287616"/>
                  </a:lnTo>
                  <a:lnTo>
                    <a:pt x="560239" y="256806"/>
                  </a:lnTo>
                  <a:lnTo>
                    <a:pt x="548093" y="256806"/>
                  </a:lnTo>
                  <a:lnTo>
                    <a:pt x="526859" y="195529"/>
                  </a:lnTo>
                  <a:close/>
                </a:path>
                <a:path w="2683509" h="798194">
                  <a:moveTo>
                    <a:pt x="582929" y="195529"/>
                  </a:moveTo>
                  <a:lnTo>
                    <a:pt x="570115" y="195529"/>
                  </a:lnTo>
                  <a:lnTo>
                    <a:pt x="548893" y="256806"/>
                  </a:lnTo>
                  <a:lnTo>
                    <a:pt x="560239" y="256806"/>
                  </a:lnTo>
                  <a:lnTo>
                    <a:pt x="582929" y="195529"/>
                  </a:lnTo>
                  <a:close/>
                </a:path>
                <a:path w="2683509" h="798194">
                  <a:moveTo>
                    <a:pt x="649985" y="195529"/>
                  </a:moveTo>
                  <a:lnTo>
                    <a:pt x="638174" y="195529"/>
                  </a:lnTo>
                  <a:lnTo>
                    <a:pt x="638174" y="281940"/>
                  </a:lnTo>
                  <a:lnTo>
                    <a:pt x="637336" y="284937"/>
                  </a:lnTo>
                  <a:lnTo>
                    <a:pt x="634009" y="289179"/>
                  </a:lnTo>
                  <a:lnTo>
                    <a:pt x="631116" y="290347"/>
                  </a:lnTo>
                  <a:lnTo>
                    <a:pt x="625563" y="290347"/>
                  </a:lnTo>
                  <a:lnTo>
                    <a:pt x="625563" y="301256"/>
                  </a:lnTo>
                  <a:lnTo>
                    <a:pt x="632904" y="301256"/>
                  </a:lnTo>
                  <a:lnTo>
                    <a:pt x="636993" y="300316"/>
                  </a:lnTo>
                  <a:lnTo>
                    <a:pt x="643496" y="296506"/>
                  </a:lnTo>
                  <a:lnTo>
                    <a:pt x="645934" y="293814"/>
                  </a:lnTo>
                  <a:lnTo>
                    <a:pt x="647534" y="290347"/>
                  </a:lnTo>
                  <a:lnTo>
                    <a:pt x="649173" y="286880"/>
                  </a:lnTo>
                  <a:lnTo>
                    <a:pt x="649985" y="282778"/>
                  </a:lnTo>
                  <a:lnTo>
                    <a:pt x="649985" y="195529"/>
                  </a:lnTo>
                  <a:close/>
                </a:path>
                <a:path w="2683509" h="798194">
                  <a:moveTo>
                    <a:pt x="646290" y="166700"/>
                  </a:moveTo>
                  <a:lnTo>
                    <a:pt x="641680" y="166700"/>
                  </a:lnTo>
                  <a:lnTo>
                    <a:pt x="639698" y="167487"/>
                  </a:lnTo>
                  <a:lnTo>
                    <a:pt x="638022" y="169049"/>
                  </a:lnTo>
                  <a:lnTo>
                    <a:pt x="636384" y="170624"/>
                  </a:lnTo>
                  <a:lnTo>
                    <a:pt x="635571" y="172504"/>
                  </a:lnTo>
                  <a:lnTo>
                    <a:pt x="635571" y="176911"/>
                  </a:lnTo>
                  <a:lnTo>
                    <a:pt x="636384" y="178803"/>
                  </a:lnTo>
                  <a:lnTo>
                    <a:pt x="639698" y="181940"/>
                  </a:lnTo>
                  <a:lnTo>
                    <a:pt x="641680" y="182714"/>
                  </a:lnTo>
                  <a:lnTo>
                    <a:pt x="646290" y="182714"/>
                  </a:lnTo>
                  <a:lnTo>
                    <a:pt x="648258" y="181940"/>
                  </a:lnTo>
                  <a:lnTo>
                    <a:pt x="649884" y="180365"/>
                  </a:lnTo>
                  <a:lnTo>
                    <a:pt x="651560" y="178803"/>
                  </a:lnTo>
                  <a:lnTo>
                    <a:pt x="652386" y="176911"/>
                  </a:lnTo>
                  <a:lnTo>
                    <a:pt x="652386" y="172504"/>
                  </a:lnTo>
                  <a:lnTo>
                    <a:pt x="651560" y="170624"/>
                  </a:lnTo>
                  <a:lnTo>
                    <a:pt x="649884" y="169049"/>
                  </a:lnTo>
                  <a:lnTo>
                    <a:pt x="648258" y="167487"/>
                  </a:lnTo>
                  <a:lnTo>
                    <a:pt x="646290" y="166700"/>
                  </a:lnTo>
                  <a:close/>
                </a:path>
                <a:path w="2683509" h="798194">
                  <a:moveTo>
                    <a:pt x="709802" y="194538"/>
                  </a:moveTo>
                  <a:lnTo>
                    <a:pt x="695921" y="194538"/>
                  </a:lnTo>
                  <a:lnTo>
                    <a:pt x="689838" y="196189"/>
                  </a:lnTo>
                  <a:lnTo>
                    <a:pt x="668019" y="226377"/>
                  </a:lnTo>
                  <a:lnTo>
                    <a:pt x="668019" y="242328"/>
                  </a:lnTo>
                  <a:lnTo>
                    <a:pt x="695921" y="274027"/>
                  </a:lnTo>
                  <a:lnTo>
                    <a:pt x="709802" y="274027"/>
                  </a:lnTo>
                  <a:lnTo>
                    <a:pt x="715886" y="272376"/>
                  </a:lnTo>
                  <a:lnTo>
                    <a:pt x="726325" y="265772"/>
                  </a:lnTo>
                  <a:lnTo>
                    <a:pt x="728408" y="263410"/>
                  </a:lnTo>
                  <a:lnTo>
                    <a:pt x="697598" y="263410"/>
                  </a:lnTo>
                  <a:lnTo>
                    <a:pt x="693254" y="262064"/>
                  </a:lnTo>
                  <a:lnTo>
                    <a:pt x="686447" y="256654"/>
                  </a:lnTo>
                  <a:lnTo>
                    <a:pt x="683920" y="253098"/>
                  </a:lnTo>
                  <a:lnTo>
                    <a:pt x="680656" y="244297"/>
                  </a:lnTo>
                  <a:lnTo>
                    <a:pt x="679843" y="239522"/>
                  </a:lnTo>
                  <a:lnTo>
                    <a:pt x="679843" y="229247"/>
                  </a:lnTo>
                  <a:lnTo>
                    <a:pt x="697598" y="205143"/>
                  </a:lnTo>
                  <a:lnTo>
                    <a:pt x="728391" y="205143"/>
                  </a:lnTo>
                  <a:lnTo>
                    <a:pt x="726325" y="202793"/>
                  </a:lnTo>
                  <a:lnTo>
                    <a:pt x="715886" y="196189"/>
                  </a:lnTo>
                  <a:lnTo>
                    <a:pt x="709802" y="194538"/>
                  </a:lnTo>
                  <a:close/>
                </a:path>
                <a:path w="2683509" h="798194">
                  <a:moveTo>
                    <a:pt x="728391" y="205143"/>
                  </a:moveTo>
                  <a:lnTo>
                    <a:pt x="708139" y="205143"/>
                  </a:lnTo>
                  <a:lnTo>
                    <a:pt x="712482" y="206514"/>
                  </a:lnTo>
                  <a:lnTo>
                    <a:pt x="719289" y="211988"/>
                  </a:lnTo>
                  <a:lnTo>
                    <a:pt x="721804" y="215569"/>
                  </a:lnTo>
                  <a:lnTo>
                    <a:pt x="725081" y="224447"/>
                  </a:lnTo>
                  <a:lnTo>
                    <a:pt x="725893" y="229247"/>
                  </a:lnTo>
                  <a:lnTo>
                    <a:pt x="725893" y="239522"/>
                  </a:lnTo>
                  <a:lnTo>
                    <a:pt x="708139" y="263410"/>
                  </a:lnTo>
                  <a:lnTo>
                    <a:pt x="728408" y="263410"/>
                  </a:lnTo>
                  <a:lnTo>
                    <a:pt x="730402" y="261150"/>
                  </a:lnTo>
                  <a:lnTo>
                    <a:pt x="733297" y="255206"/>
                  </a:lnTo>
                  <a:lnTo>
                    <a:pt x="736244" y="249262"/>
                  </a:lnTo>
                  <a:lnTo>
                    <a:pt x="737704" y="242328"/>
                  </a:lnTo>
                  <a:lnTo>
                    <a:pt x="737704" y="226377"/>
                  </a:lnTo>
                  <a:lnTo>
                    <a:pt x="736244" y="219379"/>
                  </a:lnTo>
                  <a:lnTo>
                    <a:pt x="733297" y="213410"/>
                  </a:lnTo>
                  <a:lnTo>
                    <a:pt x="730402" y="207429"/>
                  </a:lnTo>
                  <a:lnTo>
                    <a:pt x="728391" y="205143"/>
                  </a:lnTo>
                  <a:close/>
                </a:path>
                <a:path w="2683509" h="798194">
                  <a:moveTo>
                    <a:pt x="780166" y="260616"/>
                  </a:moveTo>
                  <a:lnTo>
                    <a:pt x="770153" y="260616"/>
                  </a:lnTo>
                  <a:lnTo>
                    <a:pt x="771144" y="262178"/>
                  </a:lnTo>
                  <a:lnTo>
                    <a:pt x="787641" y="274027"/>
                  </a:lnTo>
                  <a:lnTo>
                    <a:pt x="798995" y="274027"/>
                  </a:lnTo>
                  <a:lnTo>
                    <a:pt x="804602" y="272427"/>
                  </a:lnTo>
                  <a:lnTo>
                    <a:pt x="809561" y="269176"/>
                  </a:lnTo>
                  <a:lnTo>
                    <a:pt x="814425" y="265925"/>
                  </a:lnTo>
                  <a:lnTo>
                    <a:pt x="816540" y="263410"/>
                  </a:lnTo>
                  <a:lnTo>
                    <a:pt x="786244" y="263410"/>
                  </a:lnTo>
                  <a:lnTo>
                    <a:pt x="782243" y="262178"/>
                  </a:lnTo>
                  <a:lnTo>
                    <a:pt x="780166" y="260616"/>
                  </a:lnTo>
                  <a:close/>
                </a:path>
                <a:path w="2683509" h="798194">
                  <a:moveTo>
                    <a:pt x="769162" y="169900"/>
                  </a:moveTo>
                  <a:lnTo>
                    <a:pt x="757339" y="169900"/>
                  </a:lnTo>
                  <a:lnTo>
                    <a:pt x="757339" y="272427"/>
                  </a:lnTo>
                  <a:lnTo>
                    <a:pt x="768756" y="272427"/>
                  </a:lnTo>
                  <a:lnTo>
                    <a:pt x="768756" y="260616"/>
                  </a:lnTo>
                  <a:lnTo>
                    <a:pt x="780166" y="260616"/>
                  </a:lnTo>
                  <a:lnTo>
                    <a:pt x="775703" y="257213"/>
                  </a:lnTo>
                  <a:lnTo>
                    <a:pt x="773214" y="253758"/>
                  </a:lnTo>
                  <a:lnTo>
                    <a:pt x="769810" y="244906"/>
                  </a:lnTo>
                  <a:lnTo>
                    <a:pt x="768959" y="239788"/>
                  </a:lnTo>
                  <a:lnTo>
                    <a:pt x="768959" y="228244"/>
                  </a:lnTo>
                  <a:lnTo>
                    <a:pt x="769717" y="223697"/>
                  </a:lnTo>
                  <a:lnTo>
                    <a:pt x="769797" y="223215"/>
                  </a:lnTo>
                  <a:lnTo>
                    <a:pt x="773125" y="214579"/>
                  </a:lnTo>
                  <a:lnTo>
                    <a:pt x="775601" y="211201"/>
                  </a:lnTo>
                  <a:lnTo>
                    <a:pt x="780271" y="207746"/>
                  </a:lnTo>
                  <a:lnTo>
                    <a:pt x="769162" y="207746"/>
                  </a:lnTo>
                  <a:lnTo>
                    <a:pt x="769162" y="169900"/>
                  </a:lnTo>
                  <a:close/>
                </a:path>
                <a:path w="2683509" h="798194">
                  <a:moveTo>
                    <a:pt x="816561" y="205143"/>
                  </a:moveTo>
                  <a:lnTo>
                    <a:pt x="795985" y="205143"/>
                  </a:lnTo>
                  <a:lnTo>
                    <a:pt x="800150" y="206425"/>
                  </a:lnTo>
                  <a:lnTo>
                    <a:pt x="803452" y="209003"/>
                  </a:lnTo>
                  <a:lnTo>
                    <a:pt x="806780" y="211543"/>
                  </a:lnTo>
                  <a:lnTo>
                    <a:pt x="809269" y="214985"/>
                  </a:lnTo>
                  <a:lnTo>
                    <a:pt x="810807" y="219100"/>
                  </a:lnTo>
                  <a:lnTo>
                    <a:pt x="812571" y="223697"/>
                  </a:lnTo>
                  <a:lnTo>
                    <a:pt x="813352" y="228244"/>
                  </a:lnTo>
                  <a:lnTo>
                    <a:pt x="813353" y="239788"/>
                  </a:lnTo>
                  <a:lnTo>
                    <a:pt x="812558" y="244424"/>
                  </a:lnTo>
                  <a:lnTo>
                    <a:pt x="810856" y="248894"/>
                  </a:lnTo>
                  <a:lnTo>
                    <a:pt x="809193" y="253339"/>
                  </a:lnTo>
                  <a:lnTo>
                    <a:pt x="806691" y="256870"/>
                  </a:lnTo>
                  <a:lnTo>
                    <a:pt x="801078" y="261302"/>
                  </a:lnTo>
                  <a:lnTo>
                    <a:pt x="799846" y="262178"/>
                  </a:lnTo>
                  <a:lnTo>
                    <a:pt x="795921" y="263410"/>
                  </a:lnTo>
                  <a:lnTo>
                    <a:pt x="816540" y="263410"/>
                  </a:lnTo>
                  <a:lnTo>
                    <a:pt x="818299" y="261302"/>
                  </a:lnTo>
                  <a:lnTo>
                    <a:pt x="823836" y="249377"/>
                  </a:lnTo>
                  <a:lnTo>
                    <a:pt x="825220" y="242328"/>
                  </a:lnTo>
                  <a:lnTo>
                    <a:pt x="825220" y="226110"/>
                  </a:lnTo>
                  <a:lnTo>
                    <a:pt x="823888" y="219367"/>
                  </a:lnTo>
                  <a:lnTo>
                    <a:pt x="823836" y="219100"/>
                  </a:lnTo>
                  <a:lnTo>
                    <a:pt x="818299" y="207213"/>
                  </a:lnTo>
                  <a:lnTo>
                    <a:pt x="816561" y="205143"/>
                  </a:lnTo>
                  <a:close/>
                </a:path>
                <a:path w="2683509" h="798194">
                  <a:moveTo>
                    <a:pt x="798855" y="194538"/>
                  </a:moveTo>
                  <a:lnTo>
                    <a:pt x="787374" y="194538"/>
                  </a:lnTo>
                  <a:lnTo>
                    <a:pt x="783412" y="195364"/>
                  </a:lnTo>
                  <a:lnTo>
                    <a:pt x="770153" y="207746"/>
                  </a:lnTo>
                  <a:lnTo>
                    <a:pt x="780271" y="207746"/>
                  </a:lnTo>
                  <a:lnTo>
                    <a:pt x="782056" y="206425"/>
                  </a:lnTo>
                  <a:lnTo>
                    <a:pt x="786180" y="205143"/>
                  </a:lnTo>
                  <a:lnTo>
                    <a:pt x="816561" y="205143"/>
                  </a:lnTo>
                  <a:lnTo>
                    <a:pt x="814450" y="202628"/>
                  </a:lnTo>
                  <a:lnTo>
                    <a:pt x="804570" y="196151"/>
                  </a:lnTo>
                  <a:lnTo>
                    <a:pt x="798855" y="194538"/>
                  </a:lnTo>
                  <a:close/>
                </a:path>
                <a:path w="2683509" h="798194">
                  <a:moveTo>
                    <a:pt x="919391" y="194538"/>
                  </a:moveTo>
                  <a:lnTo>
                    <a:pt x="907046" y="194538"/>
                  </a:lnTo>
                  <a:lnTo>
                    <a:pt x="900963" y="196240"/>
                  </a:lnTo>
                  <a:lnTo>
                    <a:pt x="890587" y="203009"/>
                  </a:lnTo>
                  <a:lnTo>
                    <a:pt x="886548" y="207695"/>
                  </a:lnTo>
                  <a:lnTo>
                    <a:pt x="880770" y="219684"/>
                  </a:lnTo>
                  <a:lnTo>
                    <a:pt x="879335" y="226568"/>
                  </a:lnTo>
                  <a:lnTo>
                    <a:pt x="879335" y="242062"/>
                  </a:lnTo>
                  <a:lnTo>
                    <a:pt x="906970" y="274027"/>
                  </a:lnTo>
                  <a:lnTo>
                    <a:pt x="919860" y="274027"/>
                  </a:lnTo>
                  <a:lnTo>
                    <a:pt x="924826" y="272973"/>
                  </a:lnTo>
                  <a:lnTo>
                    <a:pt x="933411" y="268744"/>
                  </a:lnTo>
                  <a:lnTo>
                    <a:pt x="936853" y="265874"/>
                  </a:lnTo>
                  <a:lnTo>
                    <a:pt x="938635" y="263410"/>
                  </a:lnTo>
                  <a:lnTo>
                    <a:pt x="909510" y="263410"/>
                  </a:lnTo>
                  <a:lnTo>
                    <a:pt x="905433" y="262204"/>
                  </a:lnTo>
                  <a:lnTo>
                    <a:pt x="891158" y="239915"/>
                  </a:lnTo>
                  <a:lnTo>
                    <a:pt x="891158" y="228168"/>
                  </a:lnTo>
                  <a:lnTo>
                    <a:pt x="909573" y="205143"/>
                  </a:lnTo>
                  <a:lnTo>
                    <a:pt x="938646" y="205143"/>
                  </a:lnTo>
                  <a:lnTo>
                    <a:pt x="936497" y="202349"/>
                  </a:lnTo>
                  <a:lnTo>
                    <a:pt x="932941" y="199542"/>
                  </a:lnTo>
                  <a:lnTo>
                    <a:pt x="924255" y="195529"/>
                  </a:lnTo>
                  <a:lnTo>
                    <a:pt x="919391" y="194538"/>
                  </a:lnTo>
                  <a:close/>
                </a:path>
                <a:path w="2683509" h="798194">
                  <a:moveTo>
                    <a:pt x="944422" y="249999"/>
                  </a:moveTo>
                  <a:lnTo>
                    <a:pt x="932599" y="249999"/>
                  </a:lnTo>
                  <a:lnTo>
                    <a:pt x="931875" y="252806"/>
                  </a:lnTo>
                  <a:lnTo>
                    <a:pt x="930630" y="255206"/>
                  </a:lnTo>
                  <a:lnTo>
                    <a:pt x="927163" y="259207"/>
                  </a:lnTo>
                  <a:lnTo>
                    <a:pt x="924834" y="260832"/>
                  </a:lnTo>
                  <a:lnTo>
                    <a:pt x="920038" y="262877"/>
                  </a:lnTo>
                  <a:lnTo>
                    <a:pt x="917257" y="263410"/>
                  </a:lnTo>
                  <a:lnTo>
                    <a:pt x="938635" y="263410"/>
                  </a:lnTo>
                  <a:lnTo>
                    <a:pt x="942098" y="258622"/>
                  </a:lnTo>
                  <a:lnTo>
                    <a:pt x="943749" y="254533"/>
                  </a:lnTo>
                  <a:lnTo>
                    <a:pt x="944422" y="249999"/>
                  </a:lnTo>
                  <a:close/>
                </a:path>
                <a:path w="2683509" h="798194">
                  <a:moveTo>
                    <a:pt x="938646" y="205143"/>
                  </a:moveTo>
                  <a:lnTo>
                    <a:pt x="919391" y="205143"/>
                  </a:lnTo>
                  <a:lnTo>
                    <a:pt x="923531" y="206514"/>
                  </a:lnTo>
                  <a:lnTo>
                    <a:pt x="926591" y="209245"/>
                  </a:lnTo>
                  <a:lnTo>
                    <a:pt x="929703" y="211950"/>
                  </a:lnTo>
                  <a:lnTo>
                    <a:pt x="931710" y="215061"/>
                  </a:lnTo>
                  <a:lnTo>
                    <a:pt x="932599" y="218567"/>
                  </a:lnTo>
                  <a:lnTo>
                    <a:pt x="944422" y="218567"/>
                  </a:lnTo>
                  <a:lnTo>
                    <a:pt x="943932" y="215061"/>
                  </a:lnTo>
                  <a:lnTo>
                    <a:pt x="943850" y="214477"/>
                  </a:lnTo>
                  <a:lnTo>
                    <a:pt x="943749" y="213753"/>
                  </a:lnTo>
                  <a:lnTo>
                    <a:pt x="942035" y="209550"/>
                  </a:lnTo>
                  <a:lnTo>
                    <a:pt x="938646" y="205143"/>
                  </a:lnTo>
                  <a:close/>
                </a:path>
                <a:path w="2683509" h="798194">
                  <a:moveTo>
                    <a:pt x="999870" y="194538"/>
                  </a:moveTo>
                  <a:lnTo>
                    <a:pt x="985989" y="194538"/>
                  </a:lnTo>
                  <a:lnTo>
                    <a:pt x="979893" y="196189"/>
                  </a:lnTo>
                  <a:lnTo>
                    <a:pt x="969454" y="202793"/>
                  </a:lnTo>
                  <a:lnTo>
                    <a:pt x="965377" y="207429"/>
                  </a:lnTo>
                  <a:lnTo>
                    <a:pt x="959535" y="219379"/>
                  </a:lnTo>
                  <a:lnTo>
                    <a:pt x="958087" y="226377"/>
                  </a:lnTo>
                  <a:lnTo>
                    <a:pt x="958087" y="242328"/>
                  </a:lnTo>
                  <a:lnTo>
                    <a:pt x="985989" y="274027"/>
                  </a:lnTo>
                  <a:lnTo>
                    <a:pt x="999870" y="274027"/>
                  </a:lnTo>
                  <a:lnTo>
                    <a:pt x="1005941" y="272376"/>
                  </a:lnTo>
                  <a:lnTo>
                    <a:pt x="1016393" y="265772"/>
                  </a:lnTo>
                  <a:lnTo>
                    <a:pt x="1018470" y="263410"/>
                  </a:lnTo>
                  <a:lnTo>
                    <a:pt x="987653" y="263410"/>
                  </a:lnTo>
                  <a:lnTo>
                    <a:pt x="983310" y="262064"/>
                  </a:lnTo>
                  <a:lnTo>
                    <a:pt x="976502" y="256654"/>
                  </a:lnTo>
                  <a:lnTo>
                    <a:pt x="973988" y="253098"/>
                  </a:lnTo>
                  <a:lnTo>
                    <a:pt x="970711" y="244297"/>
                  </a:lnTo>
                  <a:lnTo>
                    <a:pt x="969898" y="239522"/>
                  </a:lnTo>
                  <a:lnTo>
                    <a:pt x="969898" y="229247"/>
                  </a:lnTo>
                  <a:lnTo>
                    <a:pt x="987653" y="205143"/>
                  </a:lnTo>
                  <a:lnTo>
                    <a:pt x="1018453" y="205143"/>
                  </a:lnTo>
                  <a:lnTo>
                    <a:pt x="1016393" y="202793"/>
                  </a:lnTo>
                  <a:lnTo>
                    <a:pt x="1005941" y="196189"/>
                  </a:lnTo>
                  <a:lnTo>
                    <a:pt x="999870" y="194538"/>
                  </a:lnTo>
                  <a:close/>
                </a:path>
                <a:path w="2683509" h="798194">
                  <a:moveTo>
                    <a:pt x="1018453" y="205143"/>
                  </a:moveTo>
                  <a:lnTo>
                    <a:pt x="998194" y="205143"/>
                  </a:lnTo>
                  <a:lnTo>
                    <a:pt x="1002537" y="206514"/>
                  </a:lnTo>
                  <a:lnTo>
                    <a:pt x="1009345" y="211988"/>
                  </a:lnTo>
                  <a:lnTo>
                    <a:pt x="1011872" y="215569"/>
                  </a:lnTo>
                  <a:lnTo>
                    <a:pt x="1015136" y="224447"/>
                  </a:lnTo>
                  <a:lnTo>
                    <a:pt x="1015949" y="229247"/>
                  </a:lnTo>
                  <a:lnTo>
                    <a:pt x="1015949" y="239522"/>
                  </a:lnTo>
                  <a:lnTo>
                    <a:pt x="998194" y="263410"/>
                  </a:lnTo>
                  <a:lnTo>
                    <a:pt x="1018470" y="263410"/>
                  </a:lnTo>
                  <a:lnTo>
                    <a:pt x="1020457" y="261150"/>
                  </a:lnTo>
                  <a:lnTo>
                    <a:pt x="1026299" y="249262"/>
                  </a:lnTo>
                  <a:lnTo>
                    <a:pt x="1027772" y="242328"/>
                  </a:lnTo>
                  <a:lnTo>
                    <a:pt x="1027772" y="226377"/>
                  </a:lnTo>
                  <a:lnTo>
                    <a:pt x="1026299" y="219379"/>
                  </a:lnTo>
                  <a:lnTo>
                    <a:pt x="1023365" y="213410"/>
                  </a:lnTo>
                  <a:lnTo>
                    <a:pt x="1020457" y="207429"/>
                  </a:lnTo>
                  <a:lnTo>
                    <a:pt x="1018453" y="205143"/>
                  </a:lnTo>
                  <a:close/>
                </a:path>
                <a:path w="2683509" h="798194">
                  <a:moveTo>
                    <a:pt x="1057211" y="195605"/>
                  </a:moveTo>
                  <a:lnTo>
                    <a:pt x="1045806" y="195605"/>
                  </a:lnTo>
                  <a:lnTo>
                    <a:pt x="1045806" y="272427"/>
                  </a:lnTo>
                  <a:lnTo>
                    <a:pt x="1057617" y="272427"/>
                  </a:lnTo>
                  <a:lnTo>
                    <a:pt x="1057617" y="221703"/>
                  </a:lnTo>
                  <a:lnTo>
                    <a:pt x="1058372" y="218325"/>
                  </a:lnTo>
                  <a:lnTo>
                    <a:pt x="1058468" y="217893"/>
                  </a:lnTo>
                  <a:lnTo>
                    <a:pt x="1061872" y="211620"/>
                  </a:lnTo>
                  <a:lnTo>
                    <a:pt x="1064196" y="209232"/>
                  </a:lnTo>
                  <a:lnTo>
                    <a:pt x="1067130" y="207594"/>
                  </a:lnTo>
                  <a:lnTo>
                    <a:pt x="1057211" y="207594"/>
                  </a:lnTo>
                  <a:lnTo>
                    <a:pt x="1057211" y="195605"/>
                  </a:lnTo>
                  <a:close/>
                </a:path>
                <a:path w="2683509" h="798194">
                  <a:moveTo>
                    <a:pt x="1102316" y="205143"/>
                  </a:moveTo>
                  <a:lnTo>
                    <a:pt x="1082713" y="205143"/>
                  </a:lnTo>
                  <a:lnTo>
                    <a:pt x="1087018" y="206844"/>
                  </a:lnTo>
                  <a:lnTo>
                    <a:pt x="1093292" y="213626"/>
                  </a:lnTo>
                  <a:lnTo>
                    <a:pt x="1094866" y="218325"/>
                  </a:lnTo>
                  <a:lnTo>
                    <a:pt x="1094866" y="272427"/>
                  </a:lnTo>
                  <a:lnTo>
                    <a:pt x="1106677" y="272427"/>
                  </a:lnTo>
                  <a:lnTo>
                    <a:pt x="1106677" y="217030"/>
                  </a:lnTo>
                  <a:lnTo>
                    <a:pt x="1105598" y="211620"/>
                  </a:lnTo>
                  <a:lnTo>
                    <a:pt x="1102316" y="205143"/>
                  </a:lnTo>
                  <a:close/>
                </a:path>
                <a:path w="2683509" h="798194">
                  <a:moveTo>
                    <a:pt x="1085849" y="194538"/>
                  </a:moveTo>
                  <a:lnTo>
                    <a:pt x="1074839" y="194538"/>
                  </a:lnTo>
                  <a:lnTo>
                    <a:pt x="1070101" y="195732"/>
                  </a:lnTo>
                  <a:lnTo>
                    <a:pt x="1062761" y="200507"/>
                  </a:lnTo>
                  <a:lnTo>
                    <a:pt x="1060018" y="203644"/>
                  </a:lnTo>
                  <a:lnTo>
                    <a:pt x="1058191" y="207594"/>
                  </a:lnTo>
                  <a:lnTo>
                    <a:pt x="1067130" y="207594"/>
                  </a:lnTo>
                  <a:lnTo>
                    <a:pt x="1070101" y="205968"/>
                  </a:lnTo>
                  <a:lnTo>
                    <a:pt x="1073467" y="205143"/>
                  </a:lnTo>
                  <a:lnTo>
                    <a:pt x="1102316" y="205143"/>
                  </a:lnTo>
                  <a:lnTo>
                    <a:pt x="1101255" y="203047"/>
                  </a:lnTo>
                  <a:lnTo>
                    <a:pt x="1098219" y="199834"/>
                  </a:lnTo>
                  <a:lnTo>
                    <a:pt x="1094308" y="197739"/>
                  </a:lnTo>
                  <a:lnTo>
                    <a:pt x="1090409" y="195605"/>
                  </a:lnTo>
                  <a:lnTo>
                    <a:pt x="1085849" y="194538"/>
                  </a:lnTo>
                  <a:close/>
                </a:path>
                <a:path w="2683509" h="798194">
                  <a:moveTo>
                    <a:pt x="1157998" y="165100"/>
                  </a:moveTo>
                  <a:lnTo>
                    <a:pt x="1151432" y="165100"/>
                  </a:lnTo>
                  <a:lnTo>
                    <a:pt x="1147940" y="165836"/>
                  </a:lnTo>
                  <a:lnTo>
                    <a:pt x="1141336" y="168770"/>
                  </a:lnTo>
                  <a:lnTo>
                    <a:pt x="1138643" y="170967"/>
                  </a:lnTo>
                  <a:lnTo>
                    <a:pt x="1134500" y="176860"/>
                  </a:lnTo>
                  <a:lnTo>
                    <a:pt x="1133474" y="180517"/>
                  </a:lnTo>
                  <a:lnTo>
                    <a:pt x="1133474" y="272427"/>
                  </a:lnTo>
                  <a:lnTo>
                    <a:pt x="1145285" y="272427"/>
                  </a:lnTo>
                  <a:lnTo>
                    <a:pt x="1145285" y="183921"/>
                  </a:lnTo>
                  <a:lnTo>
                    <a:pt x="1146136" y="181038"/>
                  </a:lnTo>
                  <a:lnTo>
                    <a:pt x="1147838" y="179070"/>
                  </a:lnTo>
                  <a:lnTo>
                    <a:pt x="1149578" y="177101"/>
                  </a:lnTo>
                  <a:lnTo>
                    <a:pt x="1152397" y="176110"/>
                  </a:lnTo>
                  <a:lnTo>
                    <a:pt x="1163315" y="176110"/>
                  </a:lnTo>
                  <a:lnTo>
                    <a:pt x="1166317" y="167106"/>
                  </a:lnTo>
                  <a:lnTo>
                    <a:pt x="1165415" y="166700"/>
                  </a:lnTo>
                  <a:lnTo>
                    <a:pt x="1164043" y="166268"/>
                  </a:lnTo>
                  <a:lnTo>
                    <a:pt x="1160373" y="165328"/>
                  </a:lnTo>
                  <a:lnTo>
                    <a:pt x="1157998" y="165100"/>
                  </a:lnTo>
                  <a:close/>
                </a:path>
                <a:path w="2683509" h="798194">
                  <a:moveTo>
                    <a:pt x="1133474" y="195529"/>
                  </a:moveTo>
                  <a:lnTo>
                    <a:pt x="1121054" y="195529"/>
                  </a:lnTo>
                  <a:lnTo>
                    <a:pt x="1121054" y="205549"/>
                  </a:lnTo>
                  <a:lnTo>
                    <a:pt x="1133474" y="205549"/>
                  </a:lnTo>
                  <a:lnTo>
                    <a:pt x="1133474" y="195529"/>
                  </a:lnTo>
                  <a:close/>
                </a:path>
                <a:path w="2683509" h="798194">
                  <a:moveTo>
                    <a:pt x="1162507" y="195529"/>
                  </a:moveTo>
                  <a:lnTo>
                    <a:pt x="1145285" y="195529"/>
                  </a:lnTo>
                  <a:lnTo>
                    <a:pt x="1145285" y="205549"/>
                  </a:lnTo>
                  <a:lnTo>
                    <a:pt x="1162507" y="205549"/>
                  </a:lnTo>
                  <a:lnTo>
                    <a:pt x="1162507" y="195529"/>
                  </a:lnTo>
                  <a:close/>
                </a:path>
                <a:path w="2683509" h="798194">
                  <a:moveTo>
                    <a:pt x="1163315" y="176110"/>
                  </a:moveTo>
                  <a:lnTo>
                    <a:pt x="1157998" y="176110"/>
                  </a:lnTo>
                  <a:lnTo>
                    <a:pt x="1159370" y="176263"/>
                  </a:lnTo>
                  <a:lnTo>
                    <a:pt x="1160398" y="176568"/>
                  </a:lnTo>
                  <a:lnTo>
                    <a:pt x="1161478" y="176860"/>
                  </a:lnTo>
                  <a:lnTo>
                    <a:pt x="1162913" y="177317"/>
                  </a:lnTo>
                  <a:lnTo>
                    <a:pt x="1162985" y="177101"/>
                  </a:lnTo>
                  <a:lnTo>
                    <a:pt x="1163065" y="176860"/>
                  </a:lnTo>
                  <a:lnTo>
                    <a:pt x="1163163" y="176568"/>
                  </a:lnTo>
                  <a:lnTo>
                    <a:pt x="1163264" y="176263"/>
                  </a:lnTo>
                  <a:lnTo>
                    <a:pt x="1163315" y="176110"/>
                  </a:lnTo>
                  <a:close/>
                </a:path>
                <a:path w="2683509" h="798194">
                  <a:moveTo>
                    <a:pt x="1190878" y="195529"/>
                  </a:moveTo>
                  <a:lnTo>
                    <a:pt x="1179067" y="195529"/>
                  </a:lnTo>
                  <a:lnTo>
                    <a:pt x="1179067" y="272427"/>
                  </a:lnTo>
                  <a:lnTo>
                    <a:pt x="1190878" y="272427"/>
                  </a:lnTo>
                  <a:lnTo>
                    <a:pt x="1190878" y="195529"/>
                  </a:lnTo>
                  <a:close/>
                </a:path>
                <a:path w="2683509" h="798194">
                  <a:moveTo>
                    <a:pt x="1187373" y="166700"/>
                  </a:moveTo>
                  <a:lnTo>
                    <a:pt x="1182763" y="166700"/>
                  </a:lnTo>
                  <a:lnTo>
                    <a:pt x="1180782" y="167487"/>
                  </a:lnTo>
                  <a:lnTo>
                    <a:pt x="1179118" y="169049"/>
                  </a:lnTo>
                  <a:lnTo>
                    <a:pt x="1177480" y="170624"/>
                  </a:lnTo>
                  <a:lnTo>
                    <a:pt x="1176667" y="172504"/>
                  </a:lnTo>
                  <a:lnTo>
                    <a:pt x="1176667" y="176911"/>
                  </a:lnTo>
                  <a:lnTo>
                    <a:pt x="1177480" y="178803"/>
                  </a:lnTo>
                  <a:lnTo>
                    <a:pt x="1180782" y="181940"/>
                  </a:lnTo>
                  <a:lnTo>
                    <a:pt x="1182763" y="182714"/>
                  </a:lnTo>
                  <a:lnTo>
                    <a:pt x="1187373" y="182714"/>
                  </a:lnTo>
                  <a:lnTo>
                    <a:pt x="1189342" y="181940"/>
                  </a:lnTo>
                  <a:lnTo>
                    <a:pt x="1190980" y="180365"/>
                  </a:lnTo>
                  <a:lnTo>
                    <a:pt x="1192644" y="178803"/>
                  </a:lnTo>
                  <a:lnTo>
                    <a:pt x="1193482" y="176911"/>
                  </a:lnTo>
                  <a:lnTo>
                    <a:pt x="1193482" y="172504"/>
                  </a:lnTo>
                  <a:lnTo>
                    <a:pt x="1192644" y="170624"/>
                  </a:lnTo>
                  <a:lnTo>
                    <a:pt x="1189342" y="167487"/>
                  </a:lnTo>
                  <a:lnTo>
                    <a:pt x="1187373" y="166700"/>
                  </a:lnTo>
                  <a:close/>
                </a:path>
                <a:path w="2683509" h="798194">
                  <a:moveTo>
                    <a:pt x="1223937" y="195529"/>
                  </a:moveTo>
                  <a:lnTo>
                    <a:pt x="1212519" y="195529"/>
                  </a:lnTo>
                  <a:lnTo>
                    <a:pt x="1212519" y="272427"/>
                  </a:lnTo>
                  <a:lnTo>
                    <a:pt x="1224330" y="272427"/>
                  </a:lnTo>
                  <a:lnTo>
                    <a:pt x="1224330" y="220294"/>
                  </a:lnTo>
                  <a:lnTo>
                    <a:pt x="1225168" y="217208"/>
                  </a:lnTo>
                  <a:lnTo>
                    <a:pt x="1228534" y="211772"/>
                  </a:lnTo>
                  <a:lnTo>
                    <a:pt x="1230845" y="209638"/>
                  </a:lnTo>
                  <a:lnTo>
                    <a:pt x="1235509" y="207149"/>
                  </a:lnTo>
                  <a:lnTo>
                    <a:pt x="1223937" y="207149"/>
                  </a:lnTo>
                  <a:lnTo>
                    <a:pt x="1223937" y="195529"/>
                  </a:lnTo>
                  <a:close/>
                </a:path>
                <a:path w="2683509" h="798194">
                  <a:moveTo>
                    <a:pt x="1250962" y="194538"/>
                  </a:moveTo>
                  <a:lnTo>
                    <a:pt x="1239442" y="194538"/>
                  </a:lnTo>
                  <a:lnTo>
                    <a:pt x="1235995" y="195529"/>
                  </a:lnTo>
                  <a:lnTo>
                    <a:pt x="1228674" y="200253"/>
                  </a:lnTo>
                  <a:lnTo>
                    <a:pt x="1226134" y="203339"/>
                  </a:lnTo>
                  <a:lnTo>
                    <a:pt x="1224737" y="207149"/>
                  </a:lnTo>
                  <a:lnTo>
                    <a:pt x="1235509" y="207149"/>
                  </a:lnTo>
                  <a:lnTo>
                    <a:pt x="1236627" y="206552"/>
                  </a:lnTo>
                  <a:lnTo>
                    <a:pt x="1239522" y="205867"/>
                  </a:lnTo>
                  <a:lnTo>
                    <a:pt x="1250962" y="205867"/>
                  </a:lnTo>
                  <a:lnTo>
                    <a:pt x="1250962" y="194538"/>
                  </a:lnTo>
                  <a:close/>
                </a:path>
                <a:path w="2683509" h="798194">
                  <a:moveTo>
                    <a:pt x="1250962" y="205867"/>
                  </a:moveTo>
                  <a:lnTo>
                    <a:pt x="1246809" y="205867"/>
                  </a:lnTo>
                  <a:lnTo>
                    <a:pt x="1251222" y="206552"/>
                  </a:lnTo>
                  <a:lnTo>
                    <a:pt x="1250962" y="206552"/>
                  </a:lnTo>
                  <a:lnTo>
                    <a:pt x="1250962" y="205867"/>
                  </a:lnTo>
                  <a:close/>
                </a:path>
                <a:path w="2683509" h="798194">
                  <a:moveTo>
                    <a:pt x="1276388" y="195529"/>
                  </a:moveTo>
                  <a:lnTo>
                    <a:pt x="1264970" y="195529"/>
                  </a:lnTo>
                  <a:lnTo>
                    <a:pt x="1264970" y="272427"/>
                  </a:lnTo>
                  <a:lnTo>
                    <a:pt x="1276781" y="272427"/>
                  </a:lnTo>
                  <a:lnTo>
                    <a:pt x="1276781" y="220599"/>
                  </a:lnTo>
                  <a:lnTo>
                    <a:pt x="1277551" y="217398"/>
                  </a:lnTo>
                  <a:lnTo>
                    <a:pt x="1278637" y="215392"/>
                  </a:lnTo>
                  <a:lnTo>
                    <a:pt x="1280820" y="211505"/>
                  </a:lnTo>
                  <a:lnTo>
                    <a:pt x="1282953" y="209232"/>
                  </a:lnTo>
                  <a:lnTo>
                    <a:pt x="1285701" y="207543"/>
                  </a:lnTo>
                  <a:lnTo>
                    <a:pt x="1276388" y="207543"/>
                  </a:lnTo>
                  <a:lnTo>
                    <a:pt x="1276388" y="195529"/>
                  </a:lnTo>
                  <a:close/>
                </a:path>
                <a:path w="2683509" h="798194">
                  <a:moveTo>
                    <a:pt x="1317573" y="205257"/>
                  </a:moveTo>
                  <a:lnTo>
                    <a:pt x="1298984" y="205257"/>
                  </a:lnTo>
                  <a:lnTo>
                    <a:pt x="1302334" y="206502"/>
                  </a:lnTo>
                  <a:lnTo>
                    <a:pt x="1307607" y="211505"/>
                  </a:lnTo>
                  <a:lnTo>
                    <a:pt x="1308018" y="211924"/>
                  </a:lnTo>
                  <a:lnTo>
                    <a:pt x="1309420" y="215392"/>
                  </a:lnTo>
                  <a:lnTo>
                    <a:pt x="1309420" y="272427"/>
                  </a:lnTo>
                  <a:lnTo>
                    <a:pt x="1321434" y="272427"/>
                  </a:lnTo>
                  <a:lnTo>
                    <a:pt x="1321434" y="217398"/>
                  </a:lnTo>
                  <a:lnTo>
                    <a:pt x="1322920" y="213283"/>
                  </a:lnTo>
                  <a:lnTo>
                    <a:pt x="1325892" y="210058"/>
                  </a:lnTo>
                  <a:lnTo>
                    <a:pt x="1328173" y="207543"/>
                  </a:lnTo>
                  <a:lnTo>
                    <a:pt x="1318628" y="207543"/>
                  </a:lnTo>
                  <a:lnTo>
                    <a:pt x="1317573" y="205257"/>
                  </a:lnTo>
                  <a:close/>
                </a:path>
                <a:path w="2683509" h="798194">
                  <a:moveTo>
                    <a:pt x="1363700" y="205257"/>
                  </a:moveTo>
                  <a:lnTo>
                    <a:pt x="1342999" y="205257"/>
                  </a:lnTo>
                  <a:lnTo>
                    <a:pt x="1346314" y="206362"/>
                  </a:lnTo>
                  <a:lnTo>
                    <a:pt x="1352524" y="211239"/>
                  </a:lnTo>
                  <a:lnTo>
                    <a:pt x="1353306" y="213283"/>
                  </a:lnTo>
                  <a:lnTo>
                    <a:pt x="1354073" y="215392"/>
                  </a:lnTo>
                  <a:lnTo>
                    <a:pt x="1354073" y="272427"/>
                  </a:lnTo>
                  <a:lnTo>
                    <a:pt x="1365884" y="272427"/>
                  </a:lnTo>
                  <a:lnTo>
                    <a:pt x="1365884" y="211924"/>
                  </a:lnTo>
                  <a:lnTo>
                    <a:pt x="1363700" y="205257"/>
                  </a:lnTo>
                  <a:close/>
                </a:path>
                <a:path w="2683509" h="798194">
                  <a:moveTo>
                    <a:pt x="1303083" y="194538"/>
                  </a:moveTo>
                  <a:lnTo>
                    <a:pt x="1292999" y="194538"/>
                  </a:lnTo>
                  <a:lnTo>
                    <a:pt x="1289290" y="195529"/>
                  </a:lnTo>
                  <a:lnTo>
                    <a:pt x="1288660" y="195719"/>
                  </a:lnTo>
                  <a:lnTo>
                    <a:pt x="1285138" y="197993"/>
                  </a:lnTo>
                  <a:lnTo>
                    <a:pt x="1281569" y="200253"/>
                  </a:lnTo>
                  <a:lnTo>
                    <a:pt x="1278978" y="203441"/>
                  </a:lnTo>
                  <a:lnTo>
                    <a:pt x="1277378" y="207543"/>
                  </a:lnTo>
                  <a:lnTo>
                    <a:pt x="1285701" y="207543"/>
                  </a:lnTo>
                  <a:lnTo>
                    <a:pt x="1288262" y="205968"/>
                  </a:lnTo>
                  <a:lnTo>
                    <a:pt x="1290735" y="205257"/>
                  </a:lnTo>
                  <a:lnTo>
                    <a:pt x="1317573" y="205257"/>
                  </a:lnTo>
                  <a:lnTo>
                    <a:pt x="1316800" y="203581"/>
                  </a:lnTo>
                  <a:lnTo>
                    <a:pt x="1316735" y="203441"/>
                  </a:lnTo>
                  <a:lnTo>
                    <a:pt x="1314081" y="200253"/>
                  </a:lnTo>
                  <a:lnTo>
                    <a:pt x="1310678" y="197993"/>
                  </a:lnTo>
                  <a:lnTo>
                    <a:pt x="1307355" y="195719"/>
                  </a:lnTo>
                  <a:lnTo>
                    <a:pt x="1306737" y="195529"/>
                  </a:lnTo>
                  <a:lnTo>
                    <a:pt x="1303083" y="194538"/>
                  </a:lnTo>
                  <a:close/>
                </a:path>
                <a:path w="2683509" h="798194">
                  <a:moveTo>
                    <a:pt x="1349336" y="194538"/>
                  </a:moveTo>
                  <a:lnTo>
                    <a:pt x="1336954" y="194538"/>
                  </a:lnTo>
                  <a:lnTo>
                    <a:pt x="1332229" y="195719"/>
                  </a:lnTo>
                  <a:lnTo>
                    <a:pt x="1324355" y="200418"/>
                  </a:lnTo>
                  <a:lnTo>
                    <a:pt x="1321396" y="203581"/>
                  </a:lnTo>
                  <a:lnTo>
                    <a:pt x="1319428" y="207543"/>
                  </a:lnTo>
                  <a:lnTo>
                    <a:pt x="1328173" y="207543"/>
                  </a:lnTo>
                  <a:lnTo>
                    <a:pt x="1328864" y="206781"/>
                  </a:lnTo>
                  <a:lnTo>
                    <a:pt x="1332763" y="205257"/>
                  </a:lnTo>
                  <a:lnTo>
                    <a:pt x="1363700" y="205257"/>
                  </a:lnTo>
                  <a:lnTo>
                    <a:pt x="1354962" y="196684"/>
                  </a:lnTo>
                  <a:lnTo>
                    <a:pt x="1349336" y="194538"/>
                  </a:lnTo>
                  <a:close/>
                </a:path>
                <a:path w="2683509" h="798194">
                  <a:moveTo>
                    <a:pt x="1395298" y="251206"/>
                  </a:moveTo>
                  <a:lnTo>
                    <a:pt x="1384084" y="254000"/>
                  </a:lnTo>
                  <a:lnTo>
                    <a:pt x="1385455" y="260540"/>
                  </a:lnTo>
                  <a:lnTo>
                    <a:pt x="1388706" y="265518"/>
                  </a:lnTo>
                  <a:lnTo>
                    <a:pt x="1398993" y="272326"/>
                  </a:lnTo>
                  <a:lnTo>
                    <a:pt x="1405483" y="274027"/>
                  </a:lnTo>
                  <a:lnTo>
                    <a:pt x="1419301" y="274027"/>
                  </a:lnTo>
                  <a:lnTo>
                    <a:pt x="1424533" y="273024"/>
                  </a:lnTo>
                  <a:lnTo>
                    <a:pt x="1433550" y="269024"/>
                  </a:lnTo>
                  <a:lnTo>
                    <a:pt x="1437055" y="266280"/>
                  </a:lnTo>
                  <a:lnTo>
                    <a:pt x="1438990" y="263613"/>
                  </a:lnTo>
                  <a:lnTo>
                    <a:pt x="1408277" y="263613"/>
                  </a:lnTo>
                  <a:lnTo>
                    <a:pt x="1404365" y="262585"/>
                  </a:lnTo>
                  <a:lnTo>
                    <a:pt x="1398384" y="258445"/>
                  </a:lnTo>
                  <a:lnTo>
                    <a:pt x="1396406" y="255409"/>
                  </a:lnTo>
                  <a:lnTo>
                    <a:pt x="1396250" y="254901"/>
                  </a:lnTo>
                  <a:lnTo>
                    <a:pt x="1395298" y="251206"/>
                  </a:lnTo>
                  <a:close/>
                </a:path>
                <a:path w="2683509" h="798194">
                  <a:moveTo>
                    <a:pt x="1422336" y="194538"/>
                  </a:moveTo>
                  <a:lnTo>
                    <a:pt x="1409318" y="194538"/>
                  </a:lnTo>
                  <a:lnTo>
                    <a:pt x="1404480" y="195491"/>
                  </a:lnTo>
                  <a:lnTo>
                    <a:pt x="1386484" y="222072"/>
                  </a:lnTo>
                  <a:lnTo>
                    <a:pt x="1388028" y="226237"/>
                  </a:lnTo>
                  <a:lnTo>
                    <a:pt x="1423606" y="241693"/>
                  </a:lnTo>
                  <a:lnTo>
                    <a:pt x="1426476" y="243065"/>
                  </a:lnTo>
                  <a:lnTo>
                    <a:pt x="1430210" y="246697"/>
                  </a:lnTo>
                  <a:lnTo>
                    <a:pt x="1431137" y="248932"/>
                  </a:lnTo>
                  <a:lnTo>
                    <a:pt x="1431137" y="254901"/>
                  </a:lnTo>
                  <a:lnTo>
                    <a:pt x="1429511" y="257746"/>
                  </a:lnTo>
                  <a:lnTo>
                    <a:pt x="1422996" y="262445"/>
                  </a:lnTo>
                  <a:lnTo>
                    <a:pt x="1418628" y="263613"/>
                  </a:lnTo>
                  <a:lnTo>
                    <a:pt x="1438990" y="263613"/>
                  </a:lnTo>
                  <a:lnTo>
                    <a:pt x="1442084" y="259346"/>
                  </a:lnTo>
                  <a:lnTo>
                    <a:pt x="1443354" y="255409"/>
                  </a:lnTo>
                  <a:lnTo>
                    <a:pt x="1443354" y="245630"/>
                  </a:lnTo>
                  <a:lnTo>
                    <a:pt x="1441678" y="241236"/>
                  </a:lnTo>
                  <a:lnTo>
                    <a:pt x="1438300" y="237832"/>
                  </a:lnTo>
                  <a:lnTo>
                    <a:pt x="1434934" y="234403"/>
                  </a:lnTo>
                  <a:lnTo>
                    <a:pt x="1429804" y="231851"/>
                  </a:lnTo>
                  <a:lnTo>
                    <a:pt x="1406982" y="226237"/>
                  </a:lnTo>
                  <a:lnTo>
                    <a:pt x="1403642" y="224815"/>
                  </a:lnTo>
                  <a:lnTo>
                    <a:pt x="1399374" y="221411"/>
                  </a:lnTo>
                  <a:lnTo>
                    <a:pt x="1398308" y="219100"/>
                  </a:lnTo>
                  <a:lnTo>
                    <a:pt x="1398308" y="212852"/>
                  </a:lnTo>
                  <a:lnTo>
                    <a:pt x="1399857" y="210134"/>
                  </a:lnTo>
                  <a:lnTo>
                    <a:pt x="1406093" y="205828"/>
                  </a:lnTo>
                  <a:lnTo>
                    <a:pt x="1410017" y="204749"/>
                  </a:lnTo>
                  <a:lnTo>
                    <a:pt x="1438334" y="204749"/>
                  </a:lnTo>
                  <a:lnTo>
                    <a:pt x="1437017" y="202882"/>
                  </a:lnTo>
                  <a:lnTo>
                    <a:pt x="1428305" y="196202"/>
                  </a:lnTo>
                  <a:lnTo>
                    <a:pt x="1422336" y="194538"/>
                  </a:lnTo>
                  <a:close/>
                </a:path>
                <a:path w="2683509" h="798194">
                  <a:moveTo>
                    <a:pt x="1438334" y="204749"/>
                  </a:moveTo>
                  <a:lnTo>
                    <a:pt x="1418158" y="204749"/>
                  </a:lnTo>
                  <a:lnTo>
                    <a:pt x="1420977" y="205295"/>
                  </a:lnTo>
                  <a:lnTo>
                    <a:pt x="1425384" y="207505"/>
                  </a:lnTo>
                  <a:lnTo>
                    <a:pt x="1427124" y="208902"/>
                  </a:lnTo>
                  <a:lnTo>
                    <a:pt x="1428394" y="210604"/>
                  </a:lnTo>
                  <a:lnTo>
                    <a:pt x="1429689" y="212267"/>
                  </a:lnTo>
                  <a:lnTo>
                    <a:pt x="1430680" y="213995"/>
                  </a:lnTo>
                  <a:lnTo>
                    <a:pt x="1431340" y="215760"/>
                  </a:lnTo>
                  <a:lnTo>
                    <a:pt x="1441599" y="212852"/>
                  </a:lnTo>
                  <a:lnTo>
                    <a:pt x="1441992" y="212852"/>
                  </a:lnTo>
                  <a:lnTo>
                    <a:pt x="1440193" y="207505"/>
                  </a:lnTo>
                  <a:lnTo>
                    <a:pt x="1440116" y="207276"/>
                  </a:lnTo>
                  <a:lnTo>
                    <a:pt x="1438334" y="204749"/>
                  </a:lnTo>
                  <a:close/>
                </a:path>
                <a:path w="2683509" h="798194">
                  <a:moveTo>
                    <a:pt x="1512201" y="195529"/>
                  </a:moveTo>
                  <a:lnTo>
                    <a:pt x="1500784" y="195529"/>
                  </a:lnTo>
                  <a:lnTo>
                    <a:pt x="1500784" y="301256"/>
                  </a:lnTo>
                  <a:lnTo>
                    <a:pt x="1512608" y="301256"/>
                  </a:lnTo>
                  <a:lnTo>
                    <a:pt x="1512608" y="260616"/>
                  </a:lnTo>
                  <a:lnTo>
                    <a:pt x="1523611" y="260616"/>
                  </a:lnTo>
                  <a:lnTo>
                    <a:pt x="1519148" y="257213"/>
                  </a:lnTo>
                  <a:lnTo>
                    <a:pt x="1516659" y="253758"/>
                  </a:lnTo>
                  <a:lnTo>
                    <a:pt x="1513255" y="244906"/>
                  </a:lnTo>
                  <a:lnTo>
                    <a:pt x="1512404" y="239788"/>
                  </a:lnTo>
                  <a:lnTo>
                    <a:pt x="1512404" y="228244"/>
                  </a:lnTo>
                  <a:lnTo>
                    <a:pt x="1513162" y="223697"/>
                  </a:lnTo>
                  <a:lnTo>
                    <a:pt x="1513243" y="223215"/>
                  </a:lnTo>
                  <a:lnTo>
                    <a:pt x="1516570" y="214579"/>
                  </a:lnTo>
                  <a:lnTo>
                    <a:pt x="1519046" y="211201"/>
                  </a:lnTo>
                  <a:lnTo>
                    <a:pt x="1523716" y="207746"/>
                  </a:lnTo>
                  <a:lnTo>
                    <a:pt x="1512201" y="207746"/>
                  </a:lnTo>
                  <a:lnTo>
                    <a:pt x="1512201" y="195529"/>
                  </a:lnTo>
                  <a:close/>
                </a:path>
                <a:path w="2683509" h="798194">
                  <a:moveTo>
                    <a:pt x="1523611" y="260616"/>
                  </a:moveTo>
                  <a:lnTo>
                    <a:pt x="1513611" y="260616"/>
                  </a:lnTo>
                  <a:lnTo>
                    <a:pt x="1514590" y="262178"/>
                  </a:lnTo>
                  <a:lnTo>
                    <a:pt x="1531099" y="274027"/>
                  </a:lnTo>
                  <a:lnTo>
                    <a:pt x="1542440" y="274027"/>
                  </a:lnTo>
                  <a:lnTo>
                    <a:pt x="1548091" y="272415"/>
                  </a:lnTo>
                  <a:lnTo>
                    <a:pt x="1557870" y="265925"/>
                  </a:lnTo>
                  <a:lnTo>
                    <a:pt x="1559985" y="263410"/>
                  </a:lnTo>
                  <a:lnTo>
                    <a:pt x="1529689" y="263410"/>
                  </a:lnTo>
                  <a:lnTo>
                    <a:pt x="1525689" y="262178"/>
                  </a:lnTo>
                  <a:lnTo>
                    <a:pt x="1523611" y="260616"/>
                  </a:lnTo>
                  <a:close/>
                </a:path>
                <a:path w="2683509" h="798194">
                  <a:moveTo>
                    <a:pt x="1560006" y="205143"/>
                  </a:moveTo>
                  <a:lnTo>
                    <a:pt x="1539430" y="205143"/>
                  </a:lnTo>
                  <a:lnTo>
                    <a:pt x="1543596" y="206425"/>
                  </a:lnTo>
                  <a:lnTo>
                    <a:pt x="1546898" y="209003"/>
                  </a:lnTo>
                  <a:lnTo>
                    <a:pt x="1550238" y="211543"/>
                  </a:lnTo>
                  <a:lnTo>
                    <a:pt x="1552714" y="214985"/>
                  </a:lnTo>
                  <a:lnTo>
                    <a:pt x="1554253" y="219100"/>
                  </a:lnTo>
                  <a:lnTo>
                    <a:pt x="1556029" y="223697"/>
                  </a:lnTo>
                  <a:lnTo>
                    <a:pt x="1556799" y="228244"/>
                  </a:lnTo>
                  <a:lnTo>
                    <a:pt x="1556798" y="239788"/>
                  </a:lnTo>
                  <a:lnTo>
                    <a:pt x="1556003" y="244424"/>
                  </a:lnTo>
                  <a:lnTo>
                    <a:pt x="1554302" y="248894"/>
                  </a:lnTo>
                  <a:lnTo>
                    <a:pt x="1552638" y="253339"/>
                  </a:lnTo>
                  <a:lnTo>
                    <a:pt x="1550136" y="256870"/>
                  </a:lnTo>
                  <a:lnTo>
                    <a:pt x="1544523" y="261302"/>
                  </a:lnTo>
                  <a:lnTo>
                    <a:pt x="1543292" y="262178"/>
                  </a:lnTo>
                  <a:lnTo>
                    <a:pt x="1539366" y="263410"/>
                  </a:lnTo>
                  <a:lnTo>
                    <a:pt x="1559985" y="263410"/>
                  </a:lnTo>
                  <a:lnTo>
                    <a:pt x="1561744" y="261302"/>
                  </a:lnTo>
                  <a:lnTo>
                    <a:pt x="1567281" y="249377"/>
                  </a:lnTo>
                  <a:lnTo>
                    <a:pt x="1568665" y="242328"/>
                  </a:lnTo>
                  <a:lnTo>
                    <a:pt x="1568665" y="226110"/>
                  </a:lnTo>
                  <a:lnTo>
                    <a:pt x="1567334" y="219367"/>
                  </a:lnTo>
                  <a:lnTo>
                    <a:pt x="1567281" y="219100"/>
                  </a:lnTo>
                  <a:lnTo>
                    <a:pt x="1561744" y="207213"/>
                  </a:lnTo>
                  <a:lnTo>
                    <a:pt x="1560006" y="205143"/>
                  </a:lnTo>
                  <a:close/>
                </a:path>
                <a:path w="2683509" h="798194">
                  <a:moveTo>
                    <a:pt x="1542300" y="194538"/>
                  </a:moveTo>
                  <a:lnTo>
                    <a:pt x="1530832" y="194538"/>
                  </a:lnTo>
                  <a:lnTo>
                    <a:pt x="1526857" y="195364"/>
                  </a:lnTo>
                  <a:lnTo>
                    <a:pt x="1523923" y="197040"/>
                  </a:lnTo>
                  <a:lnTo>
                    <a:pt x="1521015" y="198666"/>
                  </a:lnTo>
                  <a:lnTo>
                    <a:pt x="1518780" y="200545"/>
                  </a:lnTo>
                  <a:lnTo>
                    <a:pt x="1515668" y="204711"/>
                  </a:lnTo>
                  <a:lnTo>
                    <a:pt x="1514466" y="206425"/>
                  </a:lnTo>
                  <a:lnTo>
                    <a:pt x="1513611" y="207746"/>
                  </a:lnTo>
                  <a:lnTo>
                    <a:pt x="1523716" y="207746"/>
                  </a:lnTo>
                  <a:lnTo>
                    <a:pt x="1525501" y="206425"/>
                  </a:lnTo>
                  <a:lnTo>
                    <a:pt x="1529626" y="205143"/>
                  </a:lnTo>
                  <a:lnTo>
                    <a:pt x="1560006" y="205143"/>
                  </a:lnTo>
                  <a:lnTo>
                    <a:pt x="1557896" y="202628"/>
                  </a:lnTo>
                  <a:lnTo>
                    <a:pt x="1548015" y="196151"/>
                  </a:lnTo>
                  <a:lnTo>
                    <a:pt x="1542300" y="194538"/>
                  </a:lnTo>
                  <a:close/>
                </a:path>
                <a:path w="2683509" h="798194">
                  <a:moveTo>
                    <a:pt x="1624876" y="194538"/>
                  </a:moveTo>
                  <a:lnTo>
                    <a:pt x="1610994" y="194538"/>
                  </a:lnTo>
                  <a:lnTo>
                    <a:pt x="1604898" y="196189"/>
                  </a:lnTo>
                  <a:lnTo>
                    <a:pt x="1594446" y="202793"/>
                  </a:lnTo>
                  <a:lnTo>
                    <a:pt x="1590382" y="207429"/>
                  </a:lnTo>
                  <a:lnTo>
                    <a:pt x="1584540" y="219379"/>
                  </a:lnTo>
                  <a:lnTo>
                    <a:pt x="1583093" y="226377"/>
                  </a:lnTo>
                  <a:lnTo>
                    <a:pt x="1583093" y="242328"/>
                  </a:lnTo>
                  <a:lnTo>
                    <a:pt x="1610994" y="274027"/>
                  </a:lnTo>
                  <a:lnTo>
                    <a:pt x="1624876" y="274027"/>
                  </a:lnTo>
                  <a:lnTo>
                    <a:pt x="1630946" y="272376"/>
                  </a:lnTo>
                  <a:lnTo>
                    <a:pt x="1641398" y="265772"/>
                  </a:lnTo>
                  <a:lnTo>
                    <a:pt x="1643475" y="263410"/>
                  </a:lnTo>
                  <a:lnTo>
                    <a:pt x="1612658" y="263410"/>
                  </a:lnTo>
                  <a:lnTo>
                    <a:pt x="1608315" y="262064"/>
                  </a:lnTo>
                  <a:lnTo>
                    <a:pt x="1601508" y="256654"/>
                  </a:lnTo>
                  <a:lnTo>
                    <a:pt x="1598993" y="253098"/>
                  </a:lnTo>
                  <a:lnTo>
                    <a:pt x="1595716" y="244297"/>
                  </a:lnTo>
                  <a:lnTo>
                    <a:pt x="1594904" y="239522"/>
                  </a:lnTo>
                  <a:lnTo>
                    <a:pt x="1594904" y="229247"/>
                  </a:lnTo>
                  <a:lnTo>
                    <a:pt x="1612658" y="205143"/>
                  </a:lnTo>
                  <a:lnTo>
                    <a:pt x="1643458" y="205143"/>
                  </a:lnTo>
                  <a:lnTo>
                    <a:pt x="1641398" y="202793"/>
                  </a:lnTo>
                  <a:lnTo>
                    <a:pt x="1630946" y="196189"/>
                  </a:lnTo>
                  <a:lnTo>
                    <a:pt x="1624876" y="194538"/>
                  </a:lnTo>
                  <a:close/>
                </a:path>
                <a:path w="2683509" h="798194">
                  <a:moveTo>
                    <a:pt x="1643458" y="205143"/>
                  </a:moveTo>
                  <a:lnTo>
                    <a:pt x="1623199" y="205143"/>
                  </a:lnTo>
                  <a:lnTo>
                    <a:pt x="1627543" y="206514"/>
                  </a:lnTo>
                  <a:lnTo>
                    <a:pt x="1634350" y="211988"/>
                  </a:lnTo>
                  <a:lnTo>
                    <a:pt x="1636864" y="215569"/>
                  </a:lnTo>
                  <a:lnTo>
                    <a:pt x="1640141" y="224447"/>
                  </a:lnTo>
                  <a:lnTo>
                    <a:pt x="1640954" y="229247"/>
                  </a:lnTo>
                  <a:lnTo>
                    <a:pt x="1640954" y="239522"/>
                  </a:lnTo>
                  <a:lnTo>
                    <a:pt x="1623199" y="263410"/>
                  </a:lnTo>
                  <a:lnTo>
                    <a:pt x="1643475" y="263410"/>
                  </a:lnTo>
                  <a:lnTo>
                    <a:pt x="1645462" y="261150"/>
                  </a:lnTo>
                  <a:lnTo>
                    <a:pt x="1651304" y="249262"/>
                  </a:lnTo>
                  <a:lnTo>
                    <a:pt x="1652777" y="242328"/>
                  </a:lnTo>
                  <a:lnTo>
                    <a:pt x="1652777" y="226377"/>
                  </a:lnTo>
                  <a:lnTo>
                    <a:pt x="1651304" y="219379"/>
                  </a:lnTo>
                  <a:lnTo>
                    <a:pt x="1648371" y="213410"/>
                  </a:lnTo>
                  <a:lnTo>
                    <a:pt x="1645462" y="207429"/>
                  </a:lnTo>
                  <a:lnTo>
                    <a:pt x="1643458" y="205143"/>
                  </a:lnTo>
                  <a:close/>
                </a:path>
                <a:path w="2683509" h="798194">
                  <a:moveTo>
                    <a:pt x="1682622" y="195529"/>
                  </a:moveTo>
                  <a:lnTo>
                    <a:pt x="1670811" y="195529"/>
                  </a:lnTo>
                  <a:lnTo>
                    <a:pt x="1670811" y="272427"/>
                  </a:lnTo>
                  <a:lnTo>
                    <a:pt x="1682622" y="272427"/>
                  </a:lnTo>
                  <a:lnTo>
                    <a:pt x="1682622" y="195529"/>
                  </a:lnTo>
                  <a:close/>
                </a:path>
                <a:path w="2683509" h="798194">
                  <a:moveTo>
                    <a:pt x="1679117" y="166700"/>
                  </a:moveTo>
                  <a:lnTo>
                    <a:pt x="1674507" y="166700"/>
                  </a:lnTo>
                  <a:lnTo>
                    <a:pt x="1672526" y="167487"/>
                  </a:lnTo>
                  <a:lnTo>
                    <a:pt x="1670862" y="169049"/>
                  </a:lnTo>
                  <a:lnTo>
                    <a:pt x="1669224" y="170624"/>
                  </a:lnTo>
                  <a:lnTo>
                    <a:pt x="1668398" y="172504"/>
                  </a:lnTo>
                  <a:lnTo>
                    <a:pt x="1668398" y="176911"/>
                  </a:lnTo>
                  <a:lnTo>
                    <a:pt x="1669224" y="178803"/>
                  </a:lnTo>
                  <a:lnTo>
                    <a:pt x="1672526" y="181940"/>
                  </a:lnTo>
                  <a:lnTo>
                    <a:pt x="1674507" y="182714"/>
                  </a:lnTo>
                  <a:lnTo>
                    <a:pt x="1679117" y="182714"/>
                  </a:lnTo>
                  <a:lnTo>
                    <a:pt x="1681086" y="181940"/>
                  </a:lnTo>
                  <a:lnTo>
                    <a:pt x="1682724" y="180365"/>
                  </a:lnTo>
                  <a:lnTo>
                    <a:pt x="1684388" y="178803"/>
                  </a:lnTo>
                  <a:lnTo>
                    <a:pt x="1685226" y="176911"/>
                  </a:lnTo>
                  <a:lnTo>
                    <a:pt x="1685226" y="172504"/>
                  </a:lnTo>
                  <a:lnTo>
                    <a:pt x="1684388" y="170624"/>
                  </a:lnTo>
                  <a:lnTo>
                    <a:pt x="1681086" y="167487"/>
                  </a:lnTo>
                  <a:lnTo>
                    <a:pt x="1679117" y="166700"/>
                  </a:lnTo>
                  <a:close/>
                </a:path>
                <a:path w="2683509" h="798194">
                  <a:moveTo>
                    <a:pt x="1715668" y="195605"/>
                  </a:moveTo>
                  <a:lnTo>
                    <a:pt x="1704263" y="195605"/>
                  </a:lnTo>
                  <a:lnTo>
                    <a:pt x="1704263" y="272427"/>
                  </a:lnTo>
                  <a:lnTo>
                    <a:pt x="1716074" y="272427"/>
                  </a:lnTo>
                  <a:lnTo>
                    <a:pt x="1716074" y="221703"/>
                  </a:lnTo>
                  <a:lnTo>
                    <a:pt x="1716829" y="218325"/>
                  </a:lnTo>
                  <a:lnTo>
                    <a:pt x="1716925" y="217893"/>
                  </a:lnTo>
                  <a:lnTo>
                    <a:pt x="1720329" y="211620"/>
                  </a:lnTo>
                  <a:lnTo>
                    <a:pt x="1722653" y="209232"/>
                  </a:lnTo>
                  <a:lnTo>
                    <a:pt x="1725587" y="207594"/>
                  </a:lnTo>
                  <a:lnTo>
                    <a:pt x="1715668" y="207594"/>
                  </a:lnTo>
                  <a:lnTo>
                    <a:pt x="1715668" y="195605"/>
                  </a:lnTo>
                  <a:close/>
                </a:path>
                <a:path w="2683509" h="798194">
                  <a:moveTo>
                    <a:pt x="1760773" y="205143"/>
                  </a:moveTo>
                  <a:lnTo>
                    <a:pt x="1741169" y="205143"/>
                  </a:lnTo>
                  <a:lnTo>
                    <a:pt x="1745475" y="206844"/>
                  </a:lnTo>
                  <a:lnTo>
                    <a:pt x="1751749" y="213626"/>
                  </a:lnTo>
                  <a:lnTo>
                    <a:pt x="1753323" y="218325"/>
                  </a:lnTo>
                  <a:lnTo>
                    <a:pt x="1753323" y="272427"/>
                  </a:lnTo>
                  <a:lnTo>
                    <a:pt x="1765134" y="272427"/>
                  </a:lnTo>
                  <a:lnTo>
                    <a:pt x="1765134" y="217030"/>
                  </a:lnTo>
                  <a:lnTo>
                    <a:pt x="1764055" y="211620"/>
                  </a:lnTo>
                  <a:lnTo>
                    <a:pt x="1760773" y="205143"/>
                  </a:lnTo>
                  <a:close/>
                </a:path>
                <a:path w="2683509" h="798194">
                  <a:moveTo>
                    <a:pt x="1744306" y="194538"/>
                  </a:moveTo>
                  <a:lnTo>
                    <a:pt x="1733295" y="194538"/>
                  </a:lnTo>
                  <a:lnTo>
                    <a:pt x="1728558" y="195732"/>
                  </a:lnTo>
                  <a:lnTo>
                    <a:pt x="1721218" y="200507"/>
                  </a:lnTo>
                  <a:lnTo>
                    <a:pt x="1718475" y="203644"/>
                  </a:lnTo>
                  <a:lnTo>
                    <a:pt x="1716648" y="207594"/>
                  </a:lnTo>
                  <a:lnTo>
                    <a:pt x="1725587" y="207594"/>
                  </a:lnTo>
                  <a:lnTo>
                    <a:pt x="1728558" y="205968"/>
                  </a:lnTo>
                  <a:lnTo>
                    <a:pt x="1731924" y="205143"/>
                  </a:lnTo>
                  <a:lnTo>
                    <a:pt x="1760773" y="205143"/>
                  </a:lnTo>
                  <a:lnTo>
                    <a:pt x="1759711" y="203047"/>
                  </a:lnTo>
                  <a:lnTo>
                    <a:pt x="1756676" y="199834"/>
                  </a:lnTo>
                  <a:lnTo>
                    <a:pt x="1752765" y="197739"/>
                  </a:lnTo>
                  <a:lnTo>
                    <a:pt x="1748866" y="195605"/>
                  </a:lnTo>
                  <a:lnTo>
                    <a:pt x="1744306" y="194538"/>
                  </a:lnTo>
                  <a:close/>
                </a:path>
                <a:path w="2683509" h="798194">
                  <a:moveTo>
                    <a:pt x="1803742" y="177114"/>
                  </a:moveTo>
                  <a:lnTo>
                    <a:pt x="1791931" y="177114"/>
                  </a:lnTo>
                  <a:lnTo>
                    <a:pt x="1791931" y="258076"/>
                  </a:lnTo>
                  <a:lnTo>
                    <a:pt x="1809419" y="273431"/>
                  </a:lnTo>
                  <a:lnTo>
                    <a:pt x="1814956" y="273431"/>
                  </a:lnTo>
                  <a:lnTo>
                    <a:pt x="1816773" y="273265"/>
                  </a:lnTo>
                  <a:lnTo>
                    <a:pt x="1818208" y="272923"/>
                  </a:lnTo>
                  <a:lnTo>
                    <a:pt x="1819268" y="272707"/>
                  </a:lnTo>
                  <a:lnTo>
                    <a:pt x="1820760" y="272326"/>
                  </a:lnTo>
                  <a:lnTo>
                    <a:pt x="1821560" y="272021"/>
                  </a:lnTo>
                  <a:lnTo>
                    <a:pt x="1819295" y="262013"/>
                  </a:lnTo>
                  <a:lnTo>
                    <a:pt x="1812213" y="262013"/>
                  </a:lnTo>
                  <a:lnTo>
                    <a:pt x="1810798" y="261785"/>
                  </a:lnTo>
                  <a:lnTo>
                    <a:pt x="1803742" y="253733"/>
                  </a:lnTo>
                  <a:lnTo>
                    <a:pt x="1803742" y="177114"/>
                  </a:lnTo>
                  <a:close/>
                </a:path>
                <a:path w="2683509" h="798194">
                  <a:moveTo>
                    <a:pt x="1819244" y="261785"/>
                  </a:moveTo>
                  <a:lnTo>
                    <a:pt x="1817229" y="261785"/>
                  </a:lnTo>
                  <a:lnTo>
                    <a:pt x="1815981" y="262013"/>
                  </a:lnTo>
                  <a:lnTo>
                    <a:pt x="1819295" y="262013"/>
                  </a:lnTo>
                  <a:lnTo>
                    <a:pt x="1819244" y="261785"/>
                  </a:lnTo>
                  <a:close/>
                </a:path>
                <a:path w="2683509" h="798194">
                  <a:moveTo>
                    <a:pt x="1820151" y="261213"/>
                  </a:moveTo>
                  <a:lnTo>
                    <a:pt x="1819114" y="261213"/>
                  </a:lnTo>
                  <a:lnTo>
                    <a:pt x="1819244" y="261785"/>
                  </a:lnTo>
                  <a:lnTo>
                    <a:pt x="1817365" y="261785"/>
                  </a:lnTo>
                  <a:lnTo>
                    <a:pt x="1820151" y="261213"/>
                  </a:lnTo>
                  <a:close/>
                </a:path>
                <a:path w="2683509" h="798194">
                  <a:moveTo>
                    <a:pt x="1791931" y="195529"/>
                  </a:moveTo>
                  <a:lnTo>
                    <a:pt x="1780311" y="195529"/>
                  </a:lnTo>
                  <a:lnTo>
                    <a:pt x="1780311" y="205549"/>
                  </a:lnTo>
                  <a:lnTo>
                    <a:pt x="1791931" y="205549"/>
                  </a:lnTo>
                  <a:lnTo>
                    <a:pt x="1791931" y="195529"/>
                  </a:lnTo>
                  <a:close/>
                </a:path>
                <a:path w="2683509" h="798194">
                  <a:moveTo>
                    <a:pt x="1820163" y="195529"/>
                  </a:moveTo>
                  <a:lnTo>
                    <a:pt x="1803742" y="195529"/>
                  </a:lnTo>
                  <a:lnTo>
                    <a:pt x="1803742" y="205549"/>
                  </a:lnTo>
                  <a:lnTo>
                    <a:pt x="1820163" y="205549"/>
                  </a:lnTo>
                  <a:lnTo>
                    <a:pt x="1820163" y="195529"/>
                  </a:lnTo>
                  <a:close/>
                </a:path>
                <a:path w="2683509" h="798194">
                  <a:moveTo>
                    <a:pt x="1844370" y="251206"/>
                  </a:moveTo>
                  <a:lnTo>
                    <a:pt x="1833156" y="254000"/>
                  </a:lnTo>
                  <a:lnTo>
                    <a:pt x="1834527" y="260540"/>
                  </a:lnTo>
                  <a:lnTo>
                    <a:pt x="1837778" y="265518"/>
                  </a:lnTo>
                  <a:lnTo>
                    <a:pt x="1848053" y="272326"/>
                  </a:lnTo>
                  <a:lnTo>
                    <a:pt x="1854542" y="274027"/>
                  </a:lnTo>
                  <a:lnTo>
                    <a:pt x="1868360" y="274027"/>
                  </a:lnTo>
                  <a:lnTo>
                    <a:pt x="1873605" y="273024"/>
                  </a:lnTo>
                  <a:lnTo>
                    <a:pt x="1882609" y="269024"/>
                  </a:lnTo>
                  <a:lnTo>
                    <a:pt x="1886115" y="266280"/>
                  </a:lnTo>
                  <a:lnTo>
                    <a:pt x="1888039" y="263613"/>
                  </a:lnTo>
                  <a:lnTo>
                    <a:pt x="1857349" y="263613"/>
                  </a:lnTo>
                  <a:lnTo>
                    <a:pt x="1853425" y="262585"/>
                  </a:lnTo>
                  <a:lnTo>
                    <a:pt x="1847456" y="258445"/>
                  </a:lnTo>
                  <a:lnTo>
                    <a:pt x="1845478" y="255409"/>
                  </a:lnTo>
                  <a:lnTo>
                    <a:pt x="1845322" y="254901"/>
                  </a:lnTo>
                  <a:lnTo>
                    <a:pt x="1844370" y="251206"/>
                  </a:lnTo>
                  <a:close/>
                </a:path>
                <a:path w="2683509" h="798194">
                  <a:moveTo>
                    <a:pt x="1871395" y="194538"/>
                  </a:moveTo>
                  <a:lnTo>
                    <a:pt x="1858378" y="194538"/>
                  </a:lnTo>
                  <a:lnTo>
                    <a:pt x="1853539" y="195491"/>
                  </a:lnTo>
                  <a:lnTo>
                    <a:pt x="1835556" y="222072"/>
                  </a:lnTo>
                  <a:lnTo>
                    <a:pt x="1837100" y="226237"/>
                  </a:lnTo>
                  <a:lnTo>
                    <a:pt x="1837194" y="226491"/>
                  </a:lnTo>
                  <a:lnTo>
                    <a:pt x="1840458" y="230022"/>
                  </a:lnTo>
                  <a:lnTo>
                    <a:pt x="1843760" y="233527"/>
                  </a:lnTo>
                  <a:lnTo>
                    <a:pt x="1848942" y="236118"/>
                  </a:lnTo>
                  <a:lnTo>
                    <a:pt x="1872665" y="241693"/>
                  </a:lnTo>
                  <a:lnTo>
                    <a:pt x="1875535" y="243065"/>
                  </a:lnTo>
                  <a:lnTo>
                    <a:pt x="1879269" y="246697"/>
                  </a:lnTo>
                  <a:lnTo>
                    <a:pt x="1880209" y="248932"/>
                  </a:lnTo>
                  <a:lnTo>
                    <a:pt x="1880209" y="254901"/>
                  </a:lnTo>
                  <a:lnTo>
                    <a:pt x="1878571" y="257746"/>
                  </a:lnTo>
                  <a:lnTo>
                    <a:pt x="1872068" y="262445"/>
                  </a:lnTo>
                  <a:lnTo>
                    <a:pt x="1867700" y="263613"/>
                  </a:lnTo>
                  <a:lnTo>
                    <a:pt x="1888039" y="263613"/>
                  </a:lnTo>
                  <a:lnTo>
                    <a:pt x="1891156" y="259346"/>
                  </a:lnTo>
                  <a:lnTo>
                    <a:pt x="1892426" y="255409"/>
                  </a:lnTo>
                  <a:lnTo>
                    <a:pt x="1892426" y="245630"/>
                  </a:lnTo>
                  <a:lnTo>
                    <a:pt x="1890737" y="241236"/>
                  </a:lnTo>
                  <a:lnTo>
                    <a:pt x="1883994" y="234403"/>
                  </a:lnTo>
                  <a:lnTo>
                    <a:pt x="1878876" y="231851"/>
                  </a:lnTo>
                  <a:lnTo>
                    <a:pt x="1856041" y="226237"/>
                  </a:lnTo>
                  <a:lnTo>
                    <a:pt x="1852714" y="224815"/>
                  </a:lnTo>
                  <a:lnTo>
                    <a:pt x="1848434" y="221411"/>
                  </a:lnTo>
                  <a:lnTo>
                    <a:pt x="1847367" y="219100"/>
                  </a:lnTo>
                  <a:lnTo>
                    <a:pt x="1847367" y="212852"/>
                  </a:lnTo>
                  <a:lnTo>
                    <a:pt x="1848916" y="210134"/>
                  </a:lnTo>
                  <a:lnTo>
                    <a:pt x="1855165" y="205828"/>
                  </a:lnTo>
                  <a:lnTo>
                    <a:pt x="1859089" y="204749"/>
                  </a:lnTo>
                  <a:lnTo>
                    <a:pt x="1887406" y="204749"/>
                  </a:lnTo>
                  <a:lnTo>
                    <a:pt x="1886089" y="202882"/>
                  </a:lnTo>
                  <a:lnTo>
                    <a:pt x="1877377" y="196202"/>
                  </a:lnTo>
                  <a:lnTo>
                    <a:pt x="1871395" y="194538"/>
                  </a:lnTo>
                  <a:close/>
                </a:path>
                <a:path w="2683509" h="798194">
                  <a:moveTo>
                    <a:pt x="1887406" y="204749"/>
                  </a:moveTo>
                  <a:lnTo>
                    <a:pt x="1867230" y="204749"/>
                  </a:lnTo>
                  <a:lnTo>
                    <a:pt x="1870049" y="205295"/>
                  </a:lnTo>
                  <a:lnTo>
                    <a:pt x="1874456" y="207505"/>
                  </a:lnTo>
                  <a:lnTo>
                    <a:pt x="1876183" y="208902"/>
                  </a:lnTo>
                  <a:lnTo>
                    <a:pt x="1877453" y="210604"/>
                  </a:lnTo>
                  <a:lnTo>
                    <a:pt x="1878761" y="212267"/>
                  </a:lnTo>
                  <a:lnTo>
                    <a:pt x="1879739" y="213995"/>
                  </a:lnTo>
                  <a:lnTo>
                    <a:pt x="1880412" y="215760"/>
                  </a:lnTo>
                  <a:lnTo>
                    <a:pt x="1890659" y="212852"/>
                  </a:lnTo>
                  <a:lnTo>
                    <a:pt x="1891051" y="212852"/>
                  </a:lnTo>
                  <a:lnTo>
                    <a:pt x="1889264" y="207505"/>
                  </a:lnTo>
                  <a:lnTo>
                    <a:pt x="1889188" y="207276"/>
                  </a:lnTo>
                  <a:lnTo>
                    <a:pt x="1887406" y="204749"/>
                  </a:lnTo>
                  <a:close/>
                </a:path>
                <a:path w="2683509" h="798194">
                  <a:moveTo>
                    <a:pt x="2003516" y="204952"/>
                  </a:moveTo>
                  <a:lnTo>
                    <a:pt x="1985136" y="204952"/>
                  </a:lnTo>
                  <a:lnTo>
                    <a:pt x="1989188" y="206311"/>
                  </a:lnTo>
                  <a:lnTo>
                    <a:pt x="1991855" y="209054"/>
                  </a:lnTo>
                  <a:lnTo>
                    <a:pt x="1994560" y="211785"/>
                  </a:lnTo>
                  <a:lnTo>
                    <a:pt x="1995906" y="215658"/>
                  </a:lnTo>
                  <a:lnTo>
                    <a:pt x="1995906" y="222872"/>
                  </a:lnTo>
                  <a:lnTo>
                    <a:pt x="1995233" y="224205"/>
                  </a:lnTo>
                  <a:lnTo>
                    <a:pt x="1993861" y="224967"/>
                  </a:lnTo>
                  <a:lnTo>
                    <a:pt x="1992528" y="225742"/>
                  </a:lnTo>
                  <a:lnTo>
                    <a:pt x="1990394" y="226288"/>
                  </a:lnTo>
                  <a:lnTo>
                    <a:pt x="1980755" y="227368"/>
                  </a:lnTo>
                  <a:lnTo>
                    <a:pt x="1972513" y="228447"/>
                  </a:lnTo>
                  <a:lnTo>
                    <a:pt x="1968957" y="229069"/>
                  </a:lnTo>
                  <a:lnTo>
                    <a:pt x="1965426" y="229882"/>
                  </a:lnTo>
                  <a:lnTo>
                    <a:pt x="1961921" y="230644"/>
                  </a:lnTo>
                  <a:lnTo>
                    <a:pt x="1946249" y="255612"/>
                  </a:lnTo>
                  <a:lnTo>
                    <a:pt x="1947417" y="259880"/>
                  </a:lnTo>
                  <a:lnTo>
                    <a:pt x="1952091" y="266915"/>
                  </a:lnTo>
                  <a:lnTo>
                    <a:pt x="1955241" y="269608"/>
                  </a:lnTo>
                  <a:lnTo>
                    <a:pt x="1963191" y="273316"/>
                  </a:lnTo>
                  <a:lnTo>
                    <a:pt x="1967610" y="274231"/>
                  </a:lnTo>
                  <a:lnTo>
                    <a:pt x="1976958" y="274231"/>
                  </a:lnTo>
                  <a:lnTo>
                    <a:pt x="1994509" y="263690"/>
                  </a:lnTo>
                  <a:lnTo>
                    <a:pt x="1969867" y="263690"/>
                  </a:lnTo>
                  <a:lnTo>
                    <a:pt x="1966125" y="262699"/>
                  </a:lnTo>
                  <a:lnTo>
                    <a:pt x="1965862" y="262699"/>
                  </a:lnTo>
                  <a:lnTo>
                    <a:pt x="1962619" y="260515"/>
                  </a:lnTo>
                  <a:lnTo>
                    <a:pt x="1959584" y="258406"/>
                  </a:lnTo>
                  <a:lnTo>
                    <a:pt x="1958060" y="255308"/>
                  </a:lnTo>
                  <a:lnTo>
                    <a:pt x="1958060" y="248196"/>
                  </a:lnTo>
                  <a:lnTo>
                    <a:pt x="1958746" y="246202"/>
                  </a:lnTo>
                  <a:lnTo>
                    <a:pt x="1958873" y="245833"/>
                  </a:lnTo>
                  <a:lnTo>
                    <a:pt x="1982508" y="237324"/>
                  </a:lnTo>
                  <a:lnTo>
                    <a:pt x="1986800" y="236689"/>
                  </a:lnTo>
                  <a:lnTo>
                    <a:pt x="1995906" y="233781"/>
                  </a:lnTo>
                  <a:lnTo>
                    <a:pt x="2007730" y="233781"/>
                  </a:lnTo>
                  <a:lnTo>
                    <a:pt x="2007730" y="215658"/>
                  </a:lnTo>
                  <a:lnTo>
                    <a:pt x="2006797" y="211124"/>
                  </a:lnTo>
                  <a:lnTo>
                    <a:pt x="2006726" y="210781"/>
                  </a:lnTo>
                  <a:lnTo>
                    <a:pt x="2003516" y="204952"/>
                  </a:lnTo>
                  <a:close/>
                </a:path>
                <a:path w="2683509" h="798194">
                  <a:moveTo>
                    <a:pt x="2007730" y="262013"/>
                  </a:moveTo>
                  <a:lnTo>
                    <a:pt x="1995906" y="262013"/>
                  </a:lnTo>
                  <a:lnTo>
                    <a:pt x="1995906" y="272427"/>
                  </a:lnTo>
                  <a:lnTo>
                    <a:pt x="2007730" y="272427"/>
                  </a:lnTo>
                  <a:lnTo>
                    <a:pt x="2007730" y="262013"/>
                  </a:lnTo>
                  <a:close/>
                </a:path>
                <a:path w="2683509" h="798194">
                  <a:moveTo>
                    <a:pt x="2007730" y="233781"/>
                  </a:moveTo>
                  <a:lnTo>
                    <a:pt x="1995906" y="233781"/>
                  </a:lnTo>
                  <a:lnTo>
                    <a:pt x="1995799" y="248196"/>
                  </a:lnTo>
                  <a:lnTo>
                    <a:pt x="1995081" y="250850"/>
                  </a:lnTo>
                  <a:lnTo>
                    <a:pt x="1993404" y="253758"/>
                  </a:lnTo>
                  <a:lnTo>
                    <a:pt x="1991779" y="256654"/>
                  </a:lnTo>
                  <a:lnTo>
                    <a:pt x="1989340" y="259029"/>
                  </a:lnTo>
                  <a:lnTo>
                    <a:pt x="1986102" y="260858"/>
                  </a:lnTo>
                  <a:lnTo>
                    <a:pt x="1982901" y="262699"/>
                  </a:lnTo>
                  <a:lnTo>
                    <a:pt x="1978622" y="263690"/>
                  </a:lnTo>
                  <a:lnTo>
                    <a:pt x="1994509" y="263690"/>
                  </a:lnTo>
                  <a:lnTo>
                    <a:pt x="1995309" y="262013"/>
                  </a:lnTo>
                  <a:lnTo>
                    <a:pt x="2007730" y="262013"/>
                  </a:lnTo>
                  <a:lnTo>
                    <a:pt x="2007730" y="233781"/>
                  </a:lnTo>
                  <a:close/>
                </a:path>
                <a:path w="2683509" h="798194">
                  <a:moveTo>
                    <a:pt x="1981758" y="194538"/>
                  </a:moveTo>
                  <a:lnTo>
                    <a:pt x="1975421" y="194538"/>
                  </a:lnTo>
                  <a:lnTo>
                    <a:pt x="1971484" y="195072"/>
                  </a:lnTo>
                  <a:lnTo>
                    <a:pt x="1948459" y="212559"/>
                  </a:lnTo>
                  <a:lnTo>
                    <a:pt x="1959673" y="216560"/>
                  </a:lnTo>
                  <a:lnTo>
                    <a:pt x="1960968" y="213753"/>
                  </a:lnTo>
                  <a:lnTo>
                    <a:pt x="1963216" y="211124"/>
                  </a:lnTo>
                  <a:lnTo>
                    <a:pt x="1969630" y="206184"/>
                  </a:lnTo>
                  <a:lnTo>
                    <a:pt x="1974049" y="204952"/>
                  </a:lnTo>
                  <a:lnTo>
                    <a:pt x="2003516" y="204952"/>
                  </a:lnTo>
                  <a:lnTo>
                    <a:pt x="2002726" y="203517"/>
                  </a:lnTo>
                  <a:lnTo>
                    <a:pt x="2000199" y="200787"/>
                  </a:lnTo>
                  <a:lnTo>
                    <a:pt x="1994153" y="197192"/>
                  </a:lnTo>
                  <a:lnTo>
                    <a:pt x="1991042" y="195999"/>
                  </a:lnTo>
                  <a:lnTo>
                    <a:pt x="1987803" y="195440"/>
                  </a:lnTo>
                  <a:lnTo>
                    <a:pt x="1984603" y="194830"/>
                  </a:lnTo>
                  <a:lnTo>
                    <a:pt x="1981758" y="194538"/>
                  </a:lnTo>
                  <a:close/>
                </a:path>
                <a:path w="2683509" h="798194">
                  <a:moveTo>
                    <a:pt x="2059025" y="165100"/>
                  </a:moveTo>
                  <a:lnTo>
                    <a:pt x="2052446" y="165100"/>
                  </a:lnTo>
                  <a:lnTo>
                    <a:pt x="2048967" y="165836"/>
                  </a:lnTo>
                  <a:lnTo>
                    <a:pt x="2042350" y="168770"/>
                  </a:lnTo>
                  <a:lnTo>
                    <a:pt x="2039670" y="170967"/>
                  </a:lnTo>
                  <a:lnTo>
                    <a:pt x="2035527" y="176860"/>
                  </a:lnTo>
                  <a:lnTo>
                    <a:pt x="2034501" y="180517"/>
                  </a:lnTo>
                  <a:lnTo>
                    <a:pt x="2034501" y="272427"/>
                  </a:lnTo>
                  <a:lnTo>
                    <a:pt x="2046312" y="272427"/>
                  </a:lnTo>
                  <a:lnTo>
                    <a:pt x="2046312" y="183921"/>
                  </a:lnTo>
                  <a:lnTo>
                    <a:pt x="2047163" y="181038"/>
                  </a:lnTo>
                  <a:lnTo>
                    <a:pt x="2050592" y="177101"/>
                  </a:lnTo>
                  <a:lnTo>
                    <a:pt x="2053424" y="176110"/>
                  </a:lnTo>
                  <a:lnTo>
                    <a:pt x="2064329" y="176110"/>
                  </a:lnTo>
                  <a:lnTo>
                    <a:pt x="2067331" y="167106"/>
                  </a:lnTo>
                  <a:lnTo>
                    <a:pt x="2066429" y="166700"/>
                  </a:lnTo>
                  <a:lnTo>
                    <a:pt x="2065070" y="166268"/>
                  </a:lnTo>
                  <a:lnTo>
                    <a:pt x="2061400" y="165328"/>
                  </a:lnTo>
                  <a:lnTo>
                    <a:pt x="2059025" y="165100"/>
                  </a:lnTo>
                  <a:close/>
                </a:path>
                <a:path w="2683509" h="798194">
                  <a:moveTo>
                    <a:pt x="2034501" y="195529"/>
                  </a:moveTo>
                  <a:lnTo>
                    <a:pt x="2022081" y="195529"/>
                  </a:lnTo>
                  <a:lnTo>
                    <a:pt x="2022081" y="205549"/>
                  </a:lnTo>
                  <a:lnTo>
                    <a:pt x="2034501" y="205549"/>
                  </a:lnTo>
                  <a:lnTo>
                    <a:pt x="2034501" y="195529"/>
                  </a:lnTo>
                  <a:close/>
                </a:path>
                <a:path w="2683509" h="798194">
                  <a:moveTo>
                    <a:pt x="2063534" y="195529"/>
                  </a:moveTo>
                  <a:lnTo>
                    <a:pt x="2046312" y="195529"/>
                  </a:lnTo>
                  <a:lnTo>
                    <a:pt x="2046312" y="205549"/>
                  </a:lnTo>
                  <a:lnTo>
                    <a:pt x="2063534" y="205549"/>
                  </a:lnTo>
                  <a:lnTo>
                    <a:pt x="2063534" y="195529"/>
                  </a:lnTo>
                  <a:close/>
                </a:path>
                <a:path w="2683509" h="798194">
                  <a:moveTo>
                    <a:pt x="2064329" y="176110"/>
                  </a:moveTo>
                  <a:lnTo>
                    <a:pt x="2059025" y="176110"/>
                  </a:lnTo>
                  <a:lnTo>
                    <a:pt x="2060397" y="176263"/>
                  </a:lnTo>
                  <a:lnTo>
                    <a:pt x="2062492" y="176860"/>
                  </a:lnTo>
                  <a:lnTo>
                    <a:pt x="2063927" y="177317"/>
                  </a:lnTo>
                  <a:lnTo>
                    <a:pt x="2064279" y="176263"/>
                  </a:lnTo>
                  <a:lnTo>
                    <a:pt x="2064329" y="176110"/>
                  </a:lnTo>
                  <a:close/>
                </a:path>
                <a:path w="2683509" h="798194">
                  <a:moveTo>
                    <a:pt x="2097112" y="177114"/>
                  </a:moveTo>
                  <a:lnTo>
                    <a:pt x="2085289" y="177114"/>
                  </a:lnTo>
                  <a:lnTo>
                    <a:pt x="2085289" y="258076"/>
                  </a:lnTo>
                  <a:lnTo>
                    <a:pt x="2102777" y="273431"/>
                  </a:lnTo>
                  <a:lnTo>
                    <a:pt x="2108326" y="273431"/>
                  </a:lnTo>
                  <a:lnTo>
                    <a:pt x="2110143" y="273265"/>
                  </a:lnTo>
                  <a:lnTo>
                    <a:pt x="2111578" y="272923"/>
                  </a:lnTo>
                  <a:lnTo>
                    <a:pt x="2112638" y="272707"/>
                  </a:lnTo>
                  <a:lnTo>
                    <a:pt x="2114130" y="272326"/>
                  </a:lnTo>
                  <a:lnTo>
                    <a:pt x="2114930" y="272021"/>
                  </a:lnTo>
                  <a:lnTo>
                    <a:pt x="2112665" y="262013"/>
                  </a:lnTo>
                  <a:lnTo>
                    <a:pt x="2105583" y="262013"/>
                  </a:lnTo>
                  <a:lnTo>
                    <a:pt x="2104168" y="261785"/>
                  </a:lnTo>
                  <a:lnTo>
                    <a:pt x="2097112" y="253733"/>
                  </a:lnTo>
                  <a:lnTo>
                    <a:pt x="2097112" y="177114"/>
                  </a:lnTo>
                  <a:close/>
                </a:path>
                <a:path w="2683509" h="798194">
                  <a:moveTo>
                    <a:pt x="2112614" y="261785"/>
                  </a:moveTo>
                  <a:lnTo>
                    <a:pt x="2110593" y="261785"/>
                  </a:lnTo>
                  <a:lnTo>
                    <a:pt x="2109336" y="262013"/>
                  </a:lnTo>
                  <a:lnTo>
                    <a:pt x="2112665" y="262013"/>
                  </a:lnTo>
                  <a:lnTo>
                    <a:pt x="2112614" y="261785"/>
                  </a:lnTo>
                  <a:close/>
                </a:path>
                <a:path w="2683509" h="798194">
                  <a:moveTo>
                    <a:pt x="2113546" y="261213"/>
                  </a:moveTo>
                  <a:lnTo>
                    <a:pt x="2112484" y="261213"/>
                  </a:lnTo>
                  <a:lnTo>
                    <a:pt x="2112614" y="261785"/>
                  </a:lnTo>
                  <a:lnTo>
                    <a:pt x="2110689" y="261785"/>
                  </a:lnTo>
                  <a:lnTo>
                    <a:pt x="2113546" y="261213"/>
                  </a:lnTo>
                  <a:close/>
                </a:path>
                <a:path w="2683509" h="798194">
                  <a:moveTo>
                    <a:pt x="2085289" y="195529"/>
                  </a:moveTo>
                  <a:lnTo>
                    <a:pt x="2073681" y="195529"/>
                  </a:lnTo>
                  <a:lnTo>
                    <a:pt x="2073681" y="205549"/>
                  </a:lnTo>
                  <a:lnTo>
                    <a:pt x="2085289" y="205549"/>
                  </a:lnTo>
                  <a:lnTo>
                    <a:pt x="2085289" y="195529"/>
                  </a:lnTo>
                  <a:close/>
                </a:path>
                <a:path w="2683509" h="798194">
                  <a:moveTo>
                    <a:pt x="2113533" y="195529"/>
                  </a:moveTo>
                  <a:lnTo>
                    <a:pt x="2097112" y="195529"/>
                  </a:lnTo>
                  <a:lnTo>
                    <a:pt x="2097112" y="205549"/>
                  </a:lnTo>
                  <a:lnTo>
                    <a:pt x="2113533" y="205549"/>
                  </a:lnTo>
                  <a:lnTo>
                    <a:pt x="2113533" y="195529"/>
                  </a:lnTo>
                  <a:close/>
                </a:path>
                <a:path w="2683509" h="798194">
                  <a:moveTo>
                    <a:pt x="2165515" y="194538"/>
                  </a:moveTo>
                  <a:lnTo>
                    <a:pt x="2154567" y="194538"/>
                  </a:lnTo>
                  <a:lnTo>
                    <a:pt x="2148497" y="196240"/>
                  </a:lnTo>
                  <a:lnTo>
                    <a:pt x="2138121" y="203009"/>
                  </a:lnTo>
                  <a:lnTo>
                    <a:pt x="2134082" y="207721"/>
                  </a:lnTo>
                  <a:lnTo>
                    <a:pt x="2128395" y="219570"/>
                  </a:lnTo>
                  <a:lnTo>
                    <a:pt x="2128304" y="219760"/>
                  </a:lnTo>
                  <a:lnTo>
                    <a:pt x="2126868" y="226707"/>
                  </a:lnTo>
                  <a:lnTo>
                    <a:pt x="2126868" y="242455"/>
                  </a:lnTo>
                  <a:lnTo>
                    <a:pt x="2155304" y="274027"/>
                  </a:lnTo>
                  <a:lnTo>
                    <a:pt x="2167915" y="274027"/>
                  </a:lnTo>
                  <a:lnTo>
                    <a:pt x="2172614" y="273227"/>
                  </a:lnTo>
                  <a:lnTo>
                    <a:pt x="2180945" y="269989"/>
                  </a:lnTo>
                  <a:lnTo>
                    <a:pt x="2184450" y="267716"/>
                  </a:lnTo>
                  <a:lnTo>
                    <a:pt x="2188656" y="263410"/>
                  </a:lnTo>
                  <a:lnTo>
                    <a:pt x="2157945" y="263410"/>
                  </a:lnTo>
                  <a:lnTo>
                    <a:pt x="2153754" y="262382"/>
                  </a:lnTo>
                  <a:lnTo>
                    <a:pt x="2138679" y="237985"/>
                  </a:lnTo>
                  <a:lnTo>
                    <a:pt x="2135276" y="237985"/>
                  </a:lnTo>
                  <a:lnTo>
                    <a:pt x="2135276" y="227774"/>
                  </a:lnTo>
                  <a:lnTo>
                    <a:pt x="2138679" y="227774"/>
                  </a:lnTo>
                  <a:lnTo>
                    <a:pt x="2138679" y="225336"/>
                  </a:lnTo>
                  <a:lnTo>
                    <a:pt x="2156802" y="205143"/>
                  </a:lnTo>
                  <a:lnTo>
                    <a:pt x="2186305" y="205143"/>
                  </a:lnTo>
                  <a:lnTo>
                    <a:pt x="2180831" y="200037"/>
                  </a:lnTo>
                  <a:lnTo>
                    <a:pt x="2177275" y="197866"/>
                  </a:lnTo>
                  <a:lnTo>
                    <a:pt x="2169477" y="195199"/>
                  </a:lnTo>
                  <a:lnTo>
                    <a:pt x="2165515" y="194538"/>
                  </a:lnTo>
                  <a:close/>
                </a:path>
                <a:path w="2683509" h="798194">
                  <a:moveTo>
                    <a:pt x="2181936" y="251396"/>
                  </a:moveTo>
                  <a:lnTo>
                    <a:pt x="2165819" y="263410"/>
                  </a:lnTo>
                  <a:lnTo>
                    <a:pt x="2188656" y="263410"/>
                  </a:lnTo>
                  <a:lnTo>
                    <a:pt x="2190127" y="261886"/>
                  </a:lnTo>
                  <a:lnTo>
                    <a:pt x="2192146" y="258483"/>
                  </a:lnTo>
                  <a:lnTo>
                    <a:pt x="2193353" y="254609"/>
                  </a:lnTo>
                  <a:lnTo>
                    <a:pt x="2181936" y="251396"/>
                  </a:lnTo>
                  <a:close/>
                </a:path>
                <a:path w="2683509" h="798194">
                  <a:moveTo>
                    <a:pt x="2138679" y="227774"/>
                  </a:moveTo>
                  <a:lnTo>
                    <a:pt x="2135276" y="227774"/>
                  </a:lnTo>
                  <a:lnTo>
                    <a:pt x="2135276" y="237985"/>
                  </a:lnTo>
                  <a:lnTo>
                    <a:pt x="2138679" y="237985"/>
                  </a:lnTo>
                  <a:lnTo>
                    <a:pt x="2138679" y="227774"/>
                  </a:lnTo>
                  <a:close/>
                </a:path>
                <a:path w="2683509" h="798194">
                  <a:moveTo>
                    <a:pt x="2186305" y="205143"/>
                  </a:moveTo>
                  <a:lnTo>
                    <a:pt x="2165781" y="205143"/>
                  </a:lnTo>
                  <a:lnTo>
                    <a:pt x="2169490" y="206133"/>
                  </a:lnTo>
                  <a:lnTo>
                    <a:pt x="2175802" y="210070"/>
                  </a:lnTo>
                  <a:lnTo>
                    <a:pt x="2178227" y="212750"/>
                  </a:lnTo>
                  <a:lnTo>
                    <a:pt x="2179929" y="216154"/>
                  </a:lnTo>
                  <a:lnTo>
                    <a:pt x="2181669" y="219570"/>
                  </a:lnTo>
                  <a:lnTo>
                    <a:pt x="2182533" y="223431"/>
                  </a:lnTo>
                  <a:lnTo>
                    <a:pt x="2182533" y="227774"/>
                  </a:lnTo>
                  <a:lnTo>
                    <a:pt x="2138679" y="227774"/>
                  </a:lnTo>
                  <a:lnTo>
                    <a:pt x="2138679" y="237985"/>
                  </a:lnTo>
                  <a:lnTo>
                    <a:pt x="2194547" y="237985"/>
                  </a:lnTo>
                  <a:lnTo>
                    <a:pt x="2194473" y="225336"/>
                  </a:lnTo>
                  <a:lnTo>
                    <a:pt x="2193594" y="219760"/>
                  </a:lnTo>
                  <a:lnTo>
                    <a:pt x="2189841" y="210070"/>
                  </a:lnTo>
                  <a:lnTo>
                    <a:pt x="2187434" y="206311"/>
                  </a:lnTo>
                  <a:lnTo>
                    <a:pt x="2187318" y="206133"/>
                  </a:lnTo>
                  <a:lnTo>
                    <a:pt x="2186305" y="205143"/>
                  </a:lnTo>
                  <a:close/>
                </a:path>
                <a:path w="2683509" h="798194">
                  <a:moveTo>
                    <a:pt x="2223935" y="195529"/>
                  </a:moveTo>
                  <a:lnTo>
                    <a:pt x="2212517" y="195529"/>
                  </a:lnTo>
                  <a:lnTo>
                    <a:pt x="2212517" y="272427"/>
                  </a:lnTo>
                  <a:lnTo>
                    <a:pt x="2224341" y="272427"/>
                  </a:lnTo>
                  <a:lnTo>
                    <a:pt x="2224341" y="220294"/>
                  </a:lnTo>
                  <a:lnTo>
                    <a:pt x="2225166" y="217208"/>
                  </a:lnTo>
                  <a:lnTo>
                    <a:pt x="2228545" y="211772"/>
                  </a:lnTo>
                  <a:lnTo>
                    <a:pt x="2230843" y="209638"/>
                  </a:lnTo>
                  <a:lnTo>
                    <a:pt x="2235517" y="207149"/>
                  </a:lnTo>
                  <a:lnTo>
                    <a:pt x="2223935" y="207149"/>
                  </a:lnTo>
                  <a:lnTo>
                    <a:pt x="2223935" y="195529"/>
                  </a:lnTo>
                  <a:close/>
                </a:path>
                <a:path w="2683509" h="798194">
                  <a:moveTo>
                    <a:pt x="2250973" y="194538"/>
                  </a:moveTo>
                  <a:lnTo>
                    <a:pt x="2239440" y="194538"/>
                  </a:lnTo>
                  <a:lnTo>
                    <a:pt x="2235993" y="195529"/>
                  </a:lnTo>
                  <a:lnTo>
                    <a:pt x="2228672" y="200253"/>
                  </a:lnTo>
                  <a:lnTo>
                    <a:pt x="2226144" y="203339"/>
                  </a:lnTo>
                  <a:lnTo>
                    <a:pt x="2224735" y="207149"/>
                  </a:lnTo>
                  <a:lnTo>
                    <a:pt x="2235517" y="207149"/>
                  </a:lnTo>
                  <a:lnTo>
                    <a:pt x="2236638" y="206552"/>
                  </a:lnTo>
                  <a:lnTo>
                    <a:pt x="2239533" y="205867"/>
                  </a:lnTo>
                  <a:lnTo>
                    <a:pt x="2250973" y="205867"/>
                  </a:lnTo>
                  <a:lnTo>
                    <a:pt x="2250973" y="194538"/>
                  </a:lnTo>
                  <a:close/>
                </a:path>
                <a:path w="2683509" h="798194">
                  <a:moveTo>
                    <a:pt x="2250973" y="205867"/>
                  </a:moveTo>
                  <a:lnTo>
                    <a:pt x="2246820" y="205867"/>
                  </a:lnTo>
                  <a:lnTo>
                    <a:pt x="2248217" y="206095"/>
                  </a:lnTo>
                  <a:lnTo>
                    <a:pt x="2249652" y="206298"/>
                  </a:lnTo>
                  <a:lnTo>
                    <a:pt x="2251176" y="206552"/>
                  </a:lnTo>
                  <a:lnTo>
                    <a:pt x="2250973" y="206552"/>
                  </a:lnTo>
                  <a:lnTo>
                    <a:pt x="2250973" y="205867"/>
                  </a:lnTo>
                  <a:close/>
                </a:path>
                <a:path w="2683509" h="798194">
                  <a:moveTo>
                    <a:pt x="2316035" y="195529"/>
                  </a:moveTo>
                  <a:lnTo>
                    <a:pt x="2304618" y="195529"/>
                  </a:lnTo>
                  <a:lnTo>
                    <a:pt x="2304618" y="272427"/>
                  </a:lnTo>
                  <a:lnTo>
                    <a:pt x="2316441" y="272427"/>
                  </a:lnTo>
                  <a:lnTo>
                    <a:pt x="2316441" y="220294"/>
                  </a:lnTo>
                  <a:lnTo>
                    <a:pt x="2317267" y="217208"/>
                  </a:lnTo>
                  <a:lnTo>
                    <a:pt x="2320645" y="211772"/>
                  </a:lnTo>
                  <a:lnTo>
                    <a:pt x="2322944" y="209638"/>
                  </a:lnTo>
                  <a:lnTo>
                    <a:pt x="2327617" y="207149"/>
                  </a:lnTo>
                  <a:lnTo>
                    <a:pt x="2316035" y="207149"/>
                  </a:lnTo>
                  <a:lnTo>
                    <a:pt x="2316035" y="195529"/>
                  </a:lnTo>
                  <a:close/>
                </a:path>
                <a:path w="2683509" h="798194">
                  <a:moveTo>
                    <a:pt x="2343073" y="194538"/>
                  </a:moveTo>
                  <a:lnTo>
                    <a:pt x="2331541" y="194538"/>
                  </a:lnTo>
                  <a:lnTo>
                    <a:pt x="2328093" y="195529"/>
                  </a:lnTo>
                  <a:lnTo>
                    <a:pt x="2320772" y="200253"/>
                  </a:lnTo>
                  <a:lnTo>
                    <a:pt x="2318232" y="203339"/>
                  </a:lnTo>
                  <a:lnTo>
                    <a:pt x="2316835" y="207149"/>
                  </a:lnTo>
                  <a:lnTo>
                    <a:pt x="2327617" y="207149"/>
                  </a:lnTo>
                  <a:lnTo>
                    <a:pt x="2328738" y="206552"/>
                  </a:lnTo>
                  <a:lnTo>
                    <a:pt x="2331633" y="205867"/>
                  </a:lnTo>
                  <a:lnTo>
                    <a:pt x="2343073" y="205867"/>
                  </a:lnTo>
                  <a:lnTo>
                    <a:pt x="2343073" y="194538"/>
                  </a:lnTo>
                  <a:close/>
                </a:path>
                <a:path w="2683509" h="798194">
                  <a:moveTo>
                    <a:pt x="2343073" y="205867"/>
                  </a:moveTo>
                  <a:lnTo>
                    <a:pt x="2338908" y="205867"/>
                  </a:lnTo>
                  <a:lnTo>
                    <a:pt x="2340317" y="206095"/>
                  </a:lnTo>
                  <a:lnTo>
                    <a:pt x="2341752" y="206298"/>
                  </a:lnTo>
                  <a:lnTo>
                    <a:pt x="2343276" y="206552"/>
                  </a:lnTo>
                  <a:lnTo>
                    <a:pt x="2343073" y="206552"/>
                  </a:lnTo>
                  <a:lnTo>
                    <a:pt x="2343073" y="205867"/>
                  </a:lnTo>
                  <a:close/>
                </a:path>
                <a:path w="2683509" h="798194">
                  <a:moveTo>
                    <a:pt x="2389771" y="194538"/>
                  </a:moveTo>
                  <a:lnTo>
                    <a:pt x="2378824" y="194538"/>
                  </a:lnTo>
                  <a:lnTo>
                    <a:pt x="2372753" y="196240"/>
                  </a:lnTo>
                  <a:lnTo>
                    <a:pt x="2362377" y="203009"/>
                  </a:lnTo>
                  <a:lnTo>
                    <a:pt x="2358339" y="207721"/>
                  </a:lnTo>
                  <a:lnTo>
                    <a:pt x="2352652" y="219570"/>
                  </a:lnTo>
                  <a:lnTo>
                    <a:pt x="2352560" y="219760"/>
                  </a:lnTo>
                  <a:lnTo>
                    <a:pt x="2351125" y="226707"/>
                  </a:lnTo>
                  <a:lnTo>
                    <a:pt x="2351125" y="242455"/>
                  </a:lnTo>
                  <a:lnTo>
                    <a:pt x="2379560" y="274027"/>
                  </a:lnTo>
                  <a:lnTo>
                    <a:pt x="2392171" y="274027"/>
                  </a:lnTo>
                  <a:lnTo>
                    <a:pt x="2396870" y="273227"/>
                  </a:lnTo>
                  <a:lnTo>
                    <a:pt x="2405214" y="269989"/>
                  </a:lnTo>
                  <a:lnTo>
                    <a:pt x="2408720" y="267716"/>
                  </a:lnTo>
                  <a:lnTo>
                    <a:pt x="2412913" y="263410"/>
                  </a:lnTo>
                  <a:lnTo>
                    <a:pt x="2382202" y="263410"/>
                  </a:lnTo>
                  <a:lnTo>
                    <a:pt x="2378011" y="262382"/>
                  </a:lnTo>
                  <a:lnTo>
                    <a:pt x="2362936" y="237985"/>
                  </a:lnTo>
                  <a:lnTo>
                    <a:pt x="2359532" y="237985"/>
                  </a:lnTo>
                  <a:lnTo>
                    <a:pt x="2359532" y="227774"/>
                  </a:lnTo>
                  <a:lnTo>
                    <a:pt x="2362936" y="227774"/>
                  </a:lnTo>
                  <a:lnTo>
                    <a:pt x="2362936" y="225336"/>
                  </a:lnTo>
                  <a:lnTo>
                    <a:pt x="2381059" y="205143"/>
                  </a:lnTo>
                  <a:lnTo>
                    <a:pt x="2410561" y="205143"/>
                  </a:lnTo>
                  <a:lnTo>
                    <a:pt x="2405087" y="200037"/>
                  </a:lnTo>
                  <a:lnTo>
                    <a:pt x="2401544" y="197866"/>
                  </a:lnTo>
                  <a:lnTo>
                    <a:pt x="2393734" y="195199"/>
                  </a:lnTo>
                  <a:lnTo>
                    <a:pt x="2389771" y="194538"/>
                  </a:lnTo>
                  <a:close/>
                </a:path>
                <a:path w="2683509" h="798194">
                  <a:moveTo>
                    <a:pt x="2406192" y="251396"/>
                  </a:moveTo>
                  <a:lnTo>
                    <a:pt x="2390076" y="263410"/>
                  </a:lnTo>
                  <a:lnTo>
                    <a:pt x="2412913" y="263410"/>
                  </a:lnTo>
                  <a:lnTo>
                    <a:pt x="2414384" y="261886"/>
                  </a:lnTo>
                  <a:lnTo>
                    <a:pt x="2416403" y="258483"/>
                  </a:lnTo>
                  <a:lnTo>
                    <a:pt x="2417610" y="254609"/>
                  </a:lnTo>
                  <a:lnTo>
                    <a:pt x="2406192" y="251396"/>
                  </a:lnTo>
                  <a:close/>
                </a:path>
                <a:path w="2683509" h="798194">
                  <a:moveTo>
                    <a:pt x="2362936" y="227774"/>
                  </a:moveTo>
                  <a:lnTo>
                    <a:pt x="2359532" y="227774"/>
                  </a:lnTo>
                  <a:lnTo>
                    <a:pt x="2359532" y="237985"/>
                  </a:lnTo>
                  <a:lnTo>
                    <a:pt x="2362936" y="237985"/>
                  </a:lnTo>
                  <a:lnTo>
                    <a:pt x="2362936" y="227774"/>
                  </a:lnTo>
                  <a:close/>
                </a:path>
                <a:path w="2683509" h="798194">
                  <a:moveTo>
                    <a:pt x="2410561" y="205143"/>
                  </a:moveTo>
                  <a:lnTo>
                    <a:pt x="2390038" y="205143"/>
                  </a:lnTo>
                  <a:lnTo>
                    <a:pt x="2393746" y="206133"/>
                  </a:lnTo>
                  <a:lnTo>
                    <a:pt x="2400058" y="210070"/>
                  </a:lnTo>
                  <a:lnTo>
                    <a:pt x="2402484" y="212750"/>
                  </a:lnTo>
                  <a:lnTo>
                    <a:pt x="2404186" y="216154"/>
                  </a:lnTo>
                  <a:lnTo>
                    <a:pt x="2405926" y="219570"/>
                  </a:lnTo>
                  <a:lnTo>
                    <a:pt x="2406789" y="223431"/>
                  </a:lnTo>
                  <a:lnTo>
                    <a:pt x="2406789" y="227774"/>
                  </a:lnTo>
                  <a:lnTo>
                    <a:pt x="2362936" y="227774"/>
                  </a:lnTo>
                  <a:lnTo>
                    <a:pt x="2362936" y="237985"/>
                  </a:lnTo>
                  <a:lnTo>
                    <a:pt x="2418803" y="237985"/>
                  </a:lnTo>
                  <a:lnTo>
                    <a:pt x="2418730" y="225336"/>
                  </a:lnTo>
                  <a:lnTo>
                    <a:pt x="2417864" y="219760"/>
                  </a:lnTo>
                  <a:lnTo>
                    <a:pt x="2414098" y="210070"/>
                  </a:lnTo>
                  <a:lnTo>
                    <a:pt x="2411690" y="206311"/>
                  </a:lnTo>
                  <a:lnTo>
                    <a:pt x="2411575" y="206133"/>
                  </a:lnTo>
                  <a:lnTo>
                    <a:pt x="2410561" y="205143"/>
                  </a:lnTo>
                  <a:close/>
                </a:path>
                <a:path w="2683509" h="798194">
                  <a:moveTo>
                    <a:pt x="2453805" y="177114"/>
                  </a:moveTo>
                  <a:lnTo>
                    <a:pt x="2441981" y="177114"/>
                  </a:lnTo>
                  <a:lnTo>
                    <a:pt x="2441981" y="258076"/>
                  </a:lnTo>
                  <a:lnTo>
                    <a:pt x="2459469" y="273431"/>
                  </a:lnTo>
                  <a:lnTo>
                    <a:pt x="2465019" y="273431"/>
                  </a:lnTo>
                  <a:lnTo>
                    <a:pt x="2466835" y="273265"/>
                  </a:lnTo>
                  <a:lnTo>
                    <a:pt x="2468270" y="272923"/>
                  </a:lnTo>
                  <a:lnTo>
                    <a:pt x="2469331" y="272707"/>
                  </a:lnTo>
                  <a:lnTo>
                    <a:pt x="2470823" y="272326"/>
                  </a:lnTo>
                  <a:lnTo>
                    <a:pt x="2471623" y="272021"/>
                  </a:lnTo>
                  <a:lnTo>
                    <a:pt x="2469358" y="262013"/>
                  </a:lnTo>
                  <a:lnTo>
                    <a:pt x="2462275" y="262013"/>
                  </a:lnTo>
                  <a:lnTo>
                    <a:pt x="2460860" y="261785"/>
                  </a:lnTo>
                  <a:lnTo>
                    <a:pt x="2453805" y="253733"/>
                  </a:lnTo>
                  <a:lnTo>
                    <a:pt x="2453805" y="177114"/>
                  </a:lnTo>
                  <a:close/>
                </a:path>
                <a:path w="2683509" h="798194">
                  <a:moveTo>
                    <a:pt x="2469306" y="261785"/>
                  </a:moveTo>
                  <a:lnTo>
                    <a:pt x="2467286" y="261785"/>
                  </a:lnTo>
                  <a:lnTo>
                    <a:pt x="2466028" y="262013"/>
                  </a:lnTo>
                  <a:lnTo>
                    <a:pt x="2469358" y="262013"/>
                  </a:lnTo>
                  <a:lnTo>
                    <a:pt x="2469306" y="261785"/>
                  </a:lnTo>
                  <a:close/>
                </a:path>
                <a:path w="2683509" h="798194">
                  <a:moveTo>
                    <a:pt x="2470238" y="261213"/>
                  </a:moveTo>
                  <a:lnTo>
                    <a:pt x="2469176" y="261213"/>
                  </a:lnTo>
                  <a:lnTo>
                    <a:pt x="2469306" y="261785"/>
                  </a:lnTo>
                  <a:lnTo>
                    <a:pt x="2467381" y="261785"/>
                  </a:lnTo>
                  <a:lnTo>
                    <a:pt x="2470238" y="261213"/>
                  </a:lnTo>
                  <a:close/>
                </a:path>
                <a:path w="2683509" h="798194">
                  <a:moveTo>
                    <a:pt x="2441981" y="195529"/>
                  </a:moveTo>
                  <a:lnTo>
                    <a:pt x="2430373" y="195529"/>
                  </a:lnTo>
                  <a:lnTo>
                    <a:pt x="2430373" y="205549"/>
                  </a:lnTo>
                  <a:lnTo>
                    <a:pt x="2441981" y="205549"/>
                  </a:lnTo>
                  <a:lnTo>
                    <a:pt x="2441981" y="195529"/>
                  </a:lnTo>
                  <a:close/>
                </a:path>
                <a:path w="2683509" h="798194">
                  <a:moveTo>
                    <a:pt x="2470226" y="195529"/>
                  </a:moveTo>
                  <a:lnTo>
                    <a:pt x="2453805" y="195529"/>
                  </a:lnTo>
                  <a:lnTo>
                    <a:pt x="2453805" y="205549"/>
                  </a:lnTo>
                  <a:lnTo>
                    <a:pt x="2470226" y="205549"/>
                  </a:lnTo>
                  <a:lnTo>
                    <a:pt x="2470226" y="195529"/>
                  </a:lnTo>
                  <a:close/>
                </a:path>
                <a:path w="2683509" h="798194">
                  <a:moveTo>
                    <a:pt x="2499804" y="195529"/>
                  </a:moveTo>
                  <a:lnTo>
                    <a:pt x="2487993" y="195529"/>
                  </a:lnTo>
                  <a:lnTo>
                    <a:pt x="2487993" y="250939"/>
                  </a:lnTo>
                  <a:lnTo>
                    <a:pt x="2488980" y="255955"/>
                  </a:lnTo>
                  <a:lnTo>
                    <a:pt x="2489060" y="256362"/>
                  </a:lnTo>
                  <a:lnTo>
                    <a:pt x="2508021" y="273431"/>
                  </a:lnTo>
                  <a:lnTo>
                    <a:pt x="2518625" y="273431"/>
                  </a:lnTo>
                  <a:lnTo>
                    <a:pt x="2534456" y="262013"/>
                  </a:lnTo>
                  <a:lnTo>
                    <a:pt x="2511717" y="262013"/>
                  </a:lnTo>
                  <a:lnTo>
                    <a:pt x="2507678" y="260350"/>
                  </a:lnTo>
                  <a:lnTo>
                    <a:pt x="2501379" y="253669"/>
                  </a:lnTo>
                  <a:lnTo>
                    <a:pt x="2499804" y="249199"/>
                  </a:lnTo>
                  <a:lnTo>
                    <a:pt x="2499804" y="195529"/>
                  </a:lnTo>
                  <a:close/>
                </a:path>
                <a:path w="2683509" h="798194">
                  <a:moveTo>
                    <a:pt x="2548267" y="259410"/>
                  </a:moveTo>
                  <a:lnTo>
                    <a:pt x="2536456" y="259410"/>
                  </a:lnTo>
                  <a:lnTo>
                    <a:pt x="2536456" y="272427"/>
                  </a:lnTo>
                  <a:lnTo>
                    <a:pt x="2548267" y="272427"/>
                  </a:lnTo>
                  <a:lnTo>
                    <a:pt x="2548267" y="259410"/>
                  </a:lnTo>
                  <a:close/>
                </a:path>
                <a:path w="2683509" h="798194">
                  <a:moveTo>
                    <a:pt x="2548267" y="195529"/>
                  </a:moveTo>
                  <a:lnTo>
                    <a:pt x="2536456" y="195529"/>
                  </a:lnTo>
                  <a:lnTo>
                    <a:pt x="2536456" y="245795"/>
                  </a:lnTo>
                  <a:lnTo>
                    <a:pt x="2535402" y="249745"/>
                  </a:lnTo>
                  <a:lnTo>
                    <a:pt x="2531224" y="255955"/>
                  </a:lnTo>
                  <a:lnTo>
                    <a:pt x="2528658" y="258254"/>
                  </a:lnTo>
                  <a:lnTo>
                    <a:pt x="2522550" y="261264"/>
                  </a:lnTo>
                  <a:lnTo>
                    <a:pt x="2519565" y="262013"/>
                  </a:lnTo>
                  <a:lnTo>
                    <a:pt x="2534456" y="262013"/>
                  </a:lnTo>
                  <a:lnTo>
                    <a:pt x="2535656" y="259410"/>
                  </a:lnTo>
                  <a:lnTo>
                    <a:pt x="2548267" y="259410"/>
                  </a:lnTo>
                  <a:lnTo>
                    <a:pt x="2548267" y="195529"/>
                  </a:lnTo>
                  <a:close/>
                </a:path>
                <a:path w="2683509" h="798194">
                  <a:moveTo>
                    <a:pt x="2581313" y="195529"/>
                  </a:moveTo>
                  <a:lnTo>
                    <a:pt x="2569908" y="195529"/>
                  </a:lnTo>
                  <a:lnTo>
                    <a:pt x="2569908" y="272427"/>
                  </a:lnTo>
                  <a:lnTo>
                    <a:pt x="2581719" y="272427"/>
                  </a:lnTo>
                  <a:lnTo>
                    <a:pt x="2581719" y="220294"/>
                  </a:lnTo>
                  <a:lnTo>
                    <a:pt x="2582557" y="217208"/>
                  </a:lnTo>
                  <a:lnTo>
                    <a:pt x="2585923" y="211772"/>
                  </a:lnTo>
                  <a:lnTo>
                    <a:pt x="2588221" y="209638"/>
                  </a:lnTo>
                  <a:lnTo>
                    <a:pt x="2592895" y="207149"/>
                  </a:lnTo>
                  <a:lnTo>
                    <a:pt x="2581313" y="207149"/>
                  </a:lnTo>
                  <a:lnTo>
                    <a:pt x="2581313" y="195529"/>
                  </a:lnTo>
                  <a:close/>
                </a:path>
                <a:path w="2683509" h="798194">
                  <a:moveTo>
                    <a:pt x="2608351" y="194538"/>
                  </a:moveTo>
                  <a:lnTo>
                    <a:pt x="2596831" y="194538"/>
                  </a:lnTo>
                  <a:lnTo>
                    <a:pt x="2593383" y="195529"/>
                  </a:lnTo>
                  <a:lnTo>
                    <a:pt x="2586062" y="200253"/>
                  </a:lnTo>
                  <a:lnTo>
                    <a:pt x="2583522" y="203339"/>
                  </a:lnTo>
                  <a:lnTo>
                    <a:pt x="2582113" y="207149"/>
                  </a:lnTo>
                  <a:lnTo>
                    <a:pt x="2592895" y="207149"/>
                  </a:lnTo>
                  <a:lnTo>
                    <a:pt x="2594016" y="206552"/>
                  </a:lnTo>
                  <a:lnTo>
                    <a:pt x="2596911" y="205867"/>
                  </a:lnTo>
                  <a:lnTo>
                    <a:pt x="2608351" y="205867"/>
                  </a:lnTo>
                  <a:lnTo>
                    <a:pt x="2608351" y="194538"/>
                  </a:lnTo>
                  <a:close/>
                </a:path>
                <a:path w="2683509" h="798194">
                  <a:moveTo>
                    <a:pt x="2608351" y="205867"/>
                  </a:moveTo>
                  <a:lnTo>
                    <a:pt x="2604198" y="205867"/>
                  </a:lnTo>
                  <a:lnTo>
                    <a:pt x="2605595" y="206095"/>
                  </a:lnTo>
                  <a:lnTo>
                    <a:pt x="2607030" y="206298"/>
                  </a:lnTo>
                  <a:lnTo>
                    <a:pt x="2608554" y="206552"/>
                  </a:lnTo>
                  <a:lnTo>
                    <a:pt x="2608351" y="206552"/>
                  </a:lnTo>
                  <a:lnTo>
                    <a:pt x="2608351" y="205867"/>
                  </a:lnTo>
                  <a:close/>
                </a:path>
                <a:path w="2683509" h="798194">
                  <a:moveTo>
                    <a:pt x="2633764" y="195605"/>
                  </a:moveTo>
                  <a:lnTo>
                    <a:pt x="2622359" y="195605"/>
                  </a:lnTo>
                  <a:lnTo>
                    <a:pt x="2622359" y="272427"/>
                  </a:lnTo>
                  <a:lnTo>
                    <a:pt x="2634170" y="272427"/>
                  </a:lnTo>
                  <a:lnTo>
                    <a:pt x="2634170" y="221703"/>
                  </a:lnTo>
                  <a:lnTo>
                    <a:pt x="2634924" y="218325"/>
                  </a:lnTo>
                  <a:lnTo>
                    <a:pt x="2635021" y="217893"/>
                  </a:lnTo>
                  <a:lnTo>
                    <a:pt x="2638424" y="211620"/>
                  </a:lnTo>
                  <a:lnTo>
                    <a:pt x="2640749" y="209232"/>
                  </a:lnTo>
                  <a:lnTo>
                    <a:pt x="2643682" y="207594"/>
                  </a:lnTo>
                  <a:lnTo>
                    <a:pt x="2633764" y="207594"/>
                  </a:lnTo>
                  <a:lnTo>
                    <a:pt x="2633764" y="195605"/>
                  </a:lnTo>
                  <a:close/>
                </a:path>
                <a:path w="2683509" h="798194">
                  <a:moveTo>
                    <a:pt x="2678866" y="205143"/>
                  </a:moveTo>
                  <a:lnTo>
                    <a:pt x="2659265" y="205143"/>
                  </a:lnTo>
                  <a:lnTo>
                    <a:pt x="2663570" y="206844"/>
                  </a:lnTo>
                  <a:lnTo>
                    <a:pt x="2669844" y="213626"/>
                  </a:lnTo>
                  <a:lnTo>
                    <a:pt x="2671419" y="218325"/>
                  </a:lnTo>
                  <a:lnTo>
                    <a:pt x="2671419" y="272427"/>
                  </a:lnTo>
                  <a:lnTo>
                    <a:pt x="2683230" y="272427"/>
                  </a:lnTo>
                  <a:lnTo>
                    <a:pt x="2683230" y="217030"/>
                  </a:lnTo>
                  <a:lnTo>
                    <a:pt x="2682138" y="211620"/>
                  </a:lnTo>
                  <a:lnTo>
                    <a:pt x="2678866" y="205143"/>
                  </a:lnTo>
                  <a:close/>
                </a:path>
                <a:path w="2683509" h="798194">
                  <a:moveTo>
                    <a:pt x="2662402" y="194538"/>
                  </a:moveTo>
                  <a:lnTo>
                    <a:pt x="2651391" y="194538"/>
                  </a:lnTo>
                  <a:lnTo>
                    <a:pt x="2646654" y="195732"/>
                  </a:lnTo>
                  <a:lnTo>
                    <a:pt x="2639313" y="200507"/>
                  </a:lnTo>
                  <a:lnTo>
                    <a:pt x="2636570" y="203644"/>
                  </a:lnTo>
                  <a:lnTo>
                    <a:pt x="2634743" y="207594"/>
                  </a:lnTo>
                  <a:lnTo>
                    <a:pt x="2643682" y="207594"/>
                  </a:lnTo>
                  <a:lnTo>
                    <a:pt x="2646654" y="205968"/>
                  </a:lnTo>
                  <a:lnTo>
                    <a:pt x="2650020" y="205143"/>
                  </a:lnTo>
                  <a:lnTo>
                    <a:pt x="2678866" y="205143"/>
                  </a:lnTo>
                  <a:lnTo>
                    <a:pt x="2677807" y="203047"/>
                  </a:lnTo>
                  <a:lnTo>
                    <a:pt x="2674772" y="199834"/>
                  </a:lnTo>
                  <a:lnTo>
                    <a:pt x="2670860" y="197739"/>
                  </a:lnTo>
                  <a:lnTo>
                    <a:pt x="2666961" y="195605"/>
                  </a:lnTo>
                  <a:lnTo>
                    <a:pt x="2662402" y="194538"/>
                  </a:lnTo>
                  <a:close/>
                </a:path>
                <a:path w="2683509" h="798194">
                  <a:moveTo>
                    <a:pt x="12420" y="360629"/>
                  </a:moveTo>
                  <a:lnTo>
                    <a:pt x="0" y="360629"/>
                  </a:lnTo>
                  <a:lnTo>
                    <a:pt x="23431" y="437527"/>
                  </a:lnTo>
                  <a:lnTo>
                    <a:pt x="35051" y="437527"/>
                  </a:lnTo>
                  <a:lnTo>
                    <a:pt x="40182" y="419506"/>
                  </a:lnTo>
                  <a:lnTo>
                    <a:pt x="29044" y="419506"/>
                  </a:lnTo>
                  <a:lnTo>
                    <a:pt x="12420" y="360629"/>
                  </a:lnTo>
                  <a:close/>
                </a:path>
                <a:path w="2683509" h="798194">
                  <a:moveTo>
                    <a:pt x="63805" y="378460"/>
                  </a:moveTo>
                  <a:lnTo>
                    <a:pt x="53073" y="378460"/>
                  </a:lnTo>
                  <a:lnTo>
                    <a:pt x="69888" y="437527"/>
                  </a:lnTo>
                  <a:lnTo>
                    <a:pt x="81508" y="437527"/>
                  </a:lnTo>
                  <a:lnTo>
                    <a:pt x="86996" y="419506"/>
                  </a:lnTo>
                  <a:lnTo>
                    <a:pt x="87058" y="419303"/>
                  </a:lnTo>
                  <a:lnTo>
                    <a:pt x="75095" y="419303"/>
                  </a:lnTo>
                  <a:lnTo>
                    <a:pt x="63805" y="378460"/>
                  </a:lnTo>
                  <a:close/>
                </a:path>
                <a:path w="2683509" h="798194">
                  <a:moveTo>
                    <a:pt x="58877" y="360629"/>
                  </a:moveTo>
                  <a:lnTo>
                    <a:pt x="46266" y="360629"/>
                  </a:lnTo>
                  <a:lnTo>
                    <a:pt x="29901" y="419303"/>
                  </a:lnTo>
                  <a:lnTo>
                    <a:pt x="29844" y="419506"/>
                  </a:lnTo>
                  <a:lnTo>
                    <a:pt x="40182" y="419506"/>
                  </a:lnTo>
                  <a:lnTo>
                    <a:pt x="51866" y="378460"/>
                  </a:lnTo>
                  <a:lnTo>
                    <a:pt x="63805" y="378460"/>
                  </a:lnTo>
                  <a:lnTo>
                    <a:pt x="58877" y="360629"/>
                  </a:lnTo>
                  <a:close/>
                </a:path>
                <a:path w="2683509" h="798194">
                  <a:moveTo>
                    <a:pt x="104927" y="360629"/>
                  </a:moveTo>
                  <a:lnTo>
                    <a:pt x="92519" y="360629"/>
                  </a:lnTo>
                  <a:lnTo>
                    <a:pt x="75895" y="419303"/>
                  </a:lnTo>
                  <a:lnTo>
                    <a:pt x="87058" y="419303"/>
                  </a:lnTo>
                  <a:lnTo>
                    <a:pt x="104927" y="360629"/>
                  </a:lnTo>
                  <a:close/>
                </a:path>
                <a:path w="2683509" h="798194">
                  <a:moveTo>
                    <a:pt x="132359" y="360629"/>
                  </a:moveTo>
                  <a:lnTo>
                    <a:pt x="120548" y="360629"/>
                  </a:lnTo>
                  <a:lnTo>
                    <a:pt x="120548" y="437527"/>
                  </a:lnTo>
                  <a:lnTo>
                    <a:pt x="132359" y="437527"/>
                  </a:lnTo>
                  <a:lnTo>
                    <a:pt x="132359" y="360629"/>
                  </a:lnTo>
                  <a:close/>
                </a:path>
                <a:path w="2683509" h="798194">
                  <a:moveTo>
                    <a:pt x="128866" y="331800"/>
                  </a:moveTo>
                  <a:lnTo>
                    <a:pt x="124256" y="331800"/>
                  </a:lnTo>
                  <a:lnTo>
                    <a:pt x="122275" y="332587"/>
                  </a:lnTo>
                  <a:lnTo>
                    <a:pt x="120599" y="334149"/>
                  </a:lnTo>
                  <a:lnTo>
                    <a:pt x="118960" y="335724"/>
                  </a:lnTo>
                  <a:lnTo>
                    <a:pt x="118148" y="337604"/>
                  </a:lnTo>
                  <a:lnTo>
                    <a:pt x="118148" y="342011"/>
                  </a:lnTo>
                  <a:lnTo>
                    <a:pt x="118960" y="343903"/>
                  </a:lnTo>
                  <a:lnTo>
                    <a:pt x="122275" y="347040"/>
                  </a:lnTo>
                  <a:lnTo>
                    <a:pt x="124256" y="347814"/>
                  </a:lnTo>
                  <a:lnTo>
                    <a:pt x="128866" y="347814"/>
                  </a:lnTo>
                  <a:lnTo>
                    <a:pt x="130835" y="347040"/>
                  </a:lnTo>
                  <a:lnTo>
                    <a:pt x="132460" y="345465"/>
                  </a:lnTo>
                  <a:lnTo>
                    <a:pt x="134137" y="343903"/>
                  </a:lnTo>
                  <a:lnTo>
                    <a:pt x="134962" y="342011"/>
                  </a:lnTo>
                  <a:lnTo>
                    <a:pt x="134962" y="337604"/>
                  </a:lnTo>
                  <a:lnTo>
                    <a:pt x="134137" y="335724"/>
                  </a:lnTo>
                  <a:lnTo>
                    <a:pt x="132460" y="334149"/>
                  </a:lnTo>
                  <a:lnTo>
                    <a:pt x="130835" y="332587"/>
                  </a:lnTo>
                  <a:lnTo>
                    <a:pt x="128866" y="331800"/>
                  </a:lnTo>
                  <a:close/>
                </a:path>
                <a:path w="2683509" h="798194">
                  <a:moveTo>
                    <a:pt x="165417" y="360832"/>
                  </a:moveTo>
                  <a:lnTo>
                    <a:pt x="154000" y="360832"/>
                  </a:lnTo>
                  <a:lnTo>
                    <a:pt x="154000" y="437527"/>
                  </a:lnTo>
                  <a:lnTo>
                    <a:pt x="165823" y="437527"/>
                  </a:lnTo>
                  <a:lnTo>
                    <a:pt x="165823" y="386803"/>
                  </a:lnTo>
                  <a:lnTo>
                    <a:pt x="166578" y="383425"/>
                  </a:lnTo>
                  <a:lnTo>
                    <a:pt x="166674" y="382993"/>
                  </a:lnTo>
                  <a:lnTo>
                    <a:pt x="170078" y="376720"/>
                  </a:lnTo>
                  <a:lnTo>
                    <a:pt x="172389" y="374332"/>
                  </a:lnTo>
                  <a:lnTo>
                    <a:pt x="175323" y="372694"/>
                  </a:lnTo>
                  <a:lnTo>
                    <a:pt x="165417" y="372694"/>
                  </a:lnTo>
                  <a:lnTo>
                    <a:pt x="165417" y="360832"/>
                  </a:lnTo>
                  <a:close/>
                </a:path>
                <a:path w="2683509" h="798194">
                  <a:moveTo>
                    <a:pt x="210510" y="370243"/>
                  </a:moveTo>
                  <a:lnTo>
                    <a:pt x="190919" y="370243"/>
                  </a:lnTo>
                  <a:lnTo>
                    <a:pt x="195224" y="371944"/>
                  </a:lnTo>
                  <a:lnTo>
                    <a:pt x="201498" y="378726"/>
                  </a:lnTo>
                  <a:lnTo>
                    <a:pt x="203060" y="383425"/>
                  </a:lnTo>
                  <a:lnTo>
                    <a:pt x="203060" y="437527"/>
                  </a:lnTo>
                  <a:lnTo>
                    <a:pt x="214871" y="437527"/>
                  </a:lnTo>
                  <a:lnTo>
                    <a:pt x="214871" y="382130"/>
                  </a:lnTo>
                  <a:lnTo>
                    <a:pt x="213791" y="376720"/>
                  </a:lnTo>
                  <a:lnTo>
                    <a:pt x="210510" y="370243"/>
                  </a:lnTo>
                  <a:close/>
                </a:path>
                <a:path w="2683509" h="798194">
                  <a:moveTo>
                    <a:pt x="194055" y="359638"/>
                  </a:moveTo>
                  <a:lnTo>
                    <a:pt x="183032" y="359638"/>
                  </a:lnTo>
                  <a:lnTo>
                    <a:pt x="178295" y="360832"/>
                  </a:lnTo>
                  <a:lnTo>
                    <a:pt x="170954" y="365607"/>
                  </a:lnTo>
                  <a:lnTo>
                    <a:pt x="168224" y="368744"/>
                  </a:lnTo>
                  <a:lnTo>
                    <a:pt x="166397" y="372694"/>
                  </a:lnTo>
                  <a:lnTo>
                    <a:pt x="175323" y="372694"/>
                  </a:lnTo>
                  <a:lnTo>
                    <a:pt x="178295" y="371068"/>
                  </a:lnTo>
                  <a:lnTo>
                    <a:pt x="181673" y="370243"/>
                  </a:lnTo>
                  <a:lnTo>
                    <a:pt x="210510" y="370243"/>
                  </a:lnTo>
                  <a:lnTo>
                    <a:pt x="209448" y="368147"/>
                  </a:lnTo>
                  <a:lnTo>
                    <a:pt x="206413" y="364934"/>
                  </a:lnTo>
                  <a:lnTo>
                    <a:pt x="198835" y="360832"/>
                  </a:lnTo>
                  <a:lnTo>
                    <a:pt x="199143" y="360832"/>
                  </a:lnTo>
                  <a:lnTo>
                    <a:pt x="194055" y="359638"/>
                  </a:lnTo>
                  <a:close/>
                </a:path>
                <a:path w="2683509" h="798194">
                  <a:moveTo>
                    <a:pt x="270700" y="359638"/>
                  </a:moveTo>
                  <a:lnTo>
                    <a:pt x="259232" y="359638"/>
                  </a:lnTo>
                  <a:lnTo>
                    <a:pt x="253517" y="361251"/>
                  </a:lnTo>
                  <a:lnTo>
                    <a:pt x="243626" y="367741"/>
                  </a:lnTo>
                  <a:lnTo>
                    <a:pt x="239788" y="372313"/>
                  </a:lnTo>
                  <a:lnTo>
                    <a:pt x="234251" y="384200"/>
                  </a:lnTo>
                  <a:lnTo>
                    <a:pt x="232867" y="391210"/>
                  </a:lnTo>
                  <a:lnTo>
                    <a:pt x="232867" y="407428"/>
                  </a:lnTo>
                  <a:lnTo>
                    <a:pt x="234156" y="413994"/>
                  </a:lnTo>
                  <a:lnTo>
                    <a:pt x="234251" y="414477"/>
                  </a:lnTo>
                  <a:lnTo>
                    <a:pt x="259092" y="439127"/>
                  </a:lnTo>
                  <a:lnTo>
                    <a:pt x="270433" y="439127"/>
                  </a:lnTo>
                  <a:lnTo>
                    <a:pt x="286083" y="428510"/>
                  </a:lnTo>
                  <a:lnTo>
                    <a:pt x="262166" y="428510"/>
                  </a:lnTo>
                  <a:lnTo>
                    <a:pt x="258228" y="427278"/>
                  </a:lnTo>
                  <a:lnTo>
                    <a:pt x="244733" y="404888"/>
                  </a:lnTo>
                  <a:lnTo>
                    <a:pt x="244733" y="393344"/>
                  </a:lnTo>
                  <a:lnTo>
                    <a:pt x="262102" y="370243"/>
                  </a:lnTo>
                  <a:lnTo>
                    <a:pt x="286148" y="370243"/>
                  </a:lnTo>
                  <a:lnTo>
                    <a:pt x="284276" y="367741"/>
                  </a:lnTo>
                  <a:lnTo>
                    <a:pt x="282740" y="365645"/>
                  </a:lnTo>
                  <a:lnTo>
                    <a:pt x="280504" y="363766"/>
                  </a:lnTo>
                  <a:lnTo>
                    <a:pt x="277571" y="362140"/>
                  </a:lnTo>
                  <a:lnTo>
                    <a:pt x="274662" y="360464"/>
                  </a:lnTo>
                  <a:lnTo>
                    <a:pt x="270700" y="359638"/>
                  </a:lnTo>
                  <a:close/>
                </a:path>
                <a:path w="2683509" h="798194">
                  <a:moveTo>
                    <a:pt x="300748" y="425716"/>
                  </a:moveTo>
                  <a:lnTo>
                    <a:pt x="289331" y="425716"/>
                  </a:lnTo>
                  <a:lnTo>
                    <a:pt x="289331" y="437527"/>
                  </a:lnTo>
                  <a:lnTo>
                    <a:pt x="300748" y="437527"/>
                  </a:lnTo>
                  <a:lnTo>
                    <a:pt x="300748" y="425716"/>
                  </a:lnTo>
                  <a:close/>
                </a:path>
                <a:path w="2683509" h="798194">
                  <a:moveTo>
                    <a:pt x="286148" y="370243"/>
                  </a:moveTo>
                  <a:lnTo>
                    <a:pt x="271906" y="370243"/>
                  </a:lnTo>
                  <a:lnTo>
                    <a:pt x="276031" y="371525"/>
                  </a:lnTo>
                  <a:lnTo>
                    <a:pt x="282486" y="376301"/>
                  </a:lnTo>
                  <a:lnTo>
                    <a:pt x="284962" y="379679"/>
                  </a:lnTo>
                  <a:lnTo>
                    <a:pt x="288289" y="388315"/>
                  </a:lnTo>
                  <a:lnTo>
                    <a:pt x="289128" y="393344"/>
                  </a:lnTo>
                  <a:lnTo>
                    <a:pt x="289128" y="404888"/>
                  </a:lnTo>
                  <a:lnTo>
                    <a:pt x="288357" y="409524"/>
                  </a:lnTo>
                  <a:lnTo>
                    <a:pt x="288277" y="410006"/>
                  </a:lnTo>
                  <a:lnTo>
                    <a:pt x="271843" y="428510"/>
                  </a:lnTo>
                  <a:lnTo>
                    <a:pt x="286083" y="428510"/>
                  </a:lnTo>
                  <a:lnTo>
                    <a:pt x="286942" y="427278"/>
                  </a:lnTo>
                  <a:lnTo>
                    <a:pt x="287921" y="425716"/>
                  </a:lnTo>
                  <a:lnTo>
                    <a:pt x="300748" y="425716"/>
                  </a:lnTo>
                  <a:lnTo>
                    <a:pt x="300748" y="372846"/>
                  </a:lnTo>
                  <a:lnTo>
                    <a:pt x="287921" y="372846"/>
                  </a:lnTo>
                  <a:lnTo>
                    <a:pt x="287066" y="371525"/>
                  </a:lnTo>
                  <a:lnTo>
                    <a:pt x="286148" y="370243"/>
                  </a:lnTo>
                  <a:close/>
                </a:path>
                <a:path w="2683509" h="798194">
                  <a:moveTo>
                    <a:pt x="300748" y="335000"/>
                  </a:moveTo>
                  <a:lnTo>
                    <a:pt x="288924" y="335000"/>
                  </a:lnTo>
                  <a:lnTo>
                    <a:pt x="288924" y="372846"/>
                  </a:lnTo>
                  <a:lnTo>
                    <a:pt x="300748" y="372846"/>
                  </a:lnTo>
                  <a:lnTo>
                    <a:pt x="300748" y="335000"/>
                  </a:lnTo>
                  <a:close/>
                </a:path>
                <a:path w="2683509" h="798194">
                  <a:moveTo>
                    <a:pt x="362203" y="359638"/>
                  </a:moveTo>
                  <a:lnTo>
                    <a:pt x="348322" y="359638"/>
                  </a:lnTo>
                  <a:lnTo>
                    <a:pt x="342226" y="361289"/>
                  </a:lnTo>
                  <a:lnTo>
                    <a:pt x="331774" y="367893"/>
                  </a:lnTo>
                  <a:lnTo>
                    <a:pt x="327710" y="372529"/>
                  </a:lnTo>
                  <a:lnTo>
                    <a:pt x="321868" y="384479"/>
                  </a:lnTo>
                  <a:lnTo>
                    <a:pt x="320420" y="391477"/>
                  </a:lnTo>
                  <a:lnTo>
                    <a:pt x="320420" y="407428"/>
                  </a:lnTo>
                  <a:lnTo>
                    <a:pt x="348322" y="439127"/>
                  </a:lnTo>
                  <a:lnTo>
                    <a:pt x="362203" y="439127"/>
                  </a:lnTo>
                  <a:lnTo>
                    <a:pt x="368274" y="437476"/>
                  </a:lnTo>
                  <a:lnTo>
                    <a:pt x="378713" y="430872"/>
                  </a:lnTo>
                  <a:lnTo>
                    <a:pt x="380797" y="428510"/>
                  </a:lnTo>
                  <a:lnTo>
                    <a:pt x="349986" y="428510"/>
                  </a:lnTo>
                  <a:lnTo>
                    <a:pt x="345643" y="427164"/>
                  </a:lnTo>
                  <a:lnTo>
                    <a:pt x="338835" y="421754"/>
                  </a:lnTo>
                  <a:lnTo>
                    <a:pt x="336321" y="418198"/>
                  </a:lnTo>
                  <a:lnTo>
                    <a:pt x="333044" y="409397"/>
                  </a:lnTo>
                  <a:lnTo>
                    <a:pt x="332231" y="404622"/>
                  </a:lnTo>
                  <a:lnTo>
                    <a:pt x="332231" y="394347"/>
                  </a:lnTo>
                  <a:lnTo>
                    <a:pt x="349986" y="370243"/>
                  </a:lnTo>
                  <a:lnTo>
                    <a:pt x="380780" y="370243"/>
                  </a:lnTo>
                  <a:lnTo>
                    <a:pt x="378713" y="367893"/>
                  </a:lnTo>
                  <a:lnTo>
                    <a:pt x="368274" y="361289"/>
                  </a:lnTo>
                  <a:lnTo>
                    <a:pt x="362203" y="359638"/>
                  </a:lnTo>
                  <a:close/>
                </a:path>
                <a:path w="2683509" h="798194">
                  <a:moveTo>
                    <a:pt x="380780" y="370243"/>
                  </a:moveTo>
                  <a:lnTo>
                    <a:pt x="360527" y="370243"/>
                  </a:lnTo>
                  <a:lnTo>
                    <a:pt x="364870" y="371614"/>
                  </a:lnTo>
                  <a:lnTo>
                    <a:pt x="371678" y="377088"/>
                  </a:lnTo>
                  <a:lnTo>
                    <a:pt x="374192" y="380669"/>
                  </a:lnTo>
                  <a:lnTo>
                    <a:pt x="377469" y="389547"/>
                  </a:lnTo>
                  <a:lnTo>
                    <a:pt x="378282" y="394347"/>
                  </a:lnTo>
                  <a:lnTo>
                    <a:pt x="378282" y="404622"/>
                  </a:lnTo>
                  <a:lnTo>
                    <a:pt x="360527" y="428510"/>
                  </a:lnTo>
                  <a:lnTo>
                    <a:pt x="380797" y="428510"/>
                  </a:lnTo>
                  <a:lnTo>
                    <a:pt x="382790" y="426250"/>
                  </a:lnTo>
                  <a:lnTo>
                    <a:pt x="388632" y="414362"/>
                  </a:lnTo>
                  <a:lnTo>
                    <a:pt x="390105" y="407428"/>
                  </a:lnTo>
                  <a:lnTo>
                    <a:pt x="390105" y="391477"/>
                  </a:lnTo>
                  <a:lnTo>
                    <a:pt x="388632" y="384479"/>
                  </a:lnTo>
                  <a:lnTo>
                    <a:pt x="385698" y="378510"/>
                  </a:lnTo>
                  <a:lnTo>
                    <a:pt x="382790" y="372529"/>
                  </a:lnTo>
                  <a:lnTo>
                    <a:pt x="380780" y="370243"/>
                  </a:lnTo>
                  <a:close/>
                </a:path>
                <a:path w="2683509" h="798194">
                  <a:moveTo>
                    <a:pt x="411924" y="360629"/>
                  </a:moveTo>
                  <a:lnTo>
                    <a:pt x="399516" y="360629"/>
                  </a:lnTo>
                  <a:lnTo>
                    <a:pt x="422935" y="437527"/>
                  </a:lnTo>
                  <a:lnTo>
                    <a:pt x="434555" y="437527"/>
                  </a:lnTo>
                  <a:lnTo>
                    <a:pt x="439686" y="419506"/>
                  </a:lnTo>
                  <a:lnTo>
                    <a:pt x="428548" y="419506"/>
                  </a:lnTo>
                  <a:lnTo>
                    <a:pt x="411924" y="360629"/>
                  </a:lnTo>
                  <a:close/>
                </a:path>
                <a:path w="2683509" h="798194">
                  <a:moveTo>
                    <a:pt x="463309" y="378460"/>
                  </a:moveTo>
                  <a:lnTo>
                    <a:pt x="452577" y="378460"/>
                  </a:lnTo>
                  <a:lnTo>
                    <a:pt x="469391" y="437527"/>
                  </a:lnTo>
                  <a:lnTo>
                    <a:pt x="481012" y="437527"/>
                  </a:lnTo>
                  <a:lnTo>
                    <a:pt x="486503" y="419506"/>
                  </a:lnTo>
                  <a:lnTo>
                    <a:pt x="486565" y="419303"/>
                  </a:lnTo>
                  <a:lnTo>
                    <a:pt x="474598" y="419303"/>
                  </a:lnTo>
                  <a:lnTo>
                    <a:pt x="463309" y="378460"/>
                  </a:lnTo>
                  <a:close/>
                </a:path>
                <a:path w="2683509" h="798194">
                  <a:moveTo>
                    <a:pt x="458381" y="360629"/>
                  </a:moveTo>
                  <a:lnTo>
                    <a:pt x="445769" y="360629"/>
                  </a:lnTo>
                  <a:lnTo>
                    <a:pt x="429405" y="419303"/>
                  </a:lnTo>
                  <a:lnTo>
                    <a:pt x="429348" y="419506"/>
                  </a:lnTo>
                  <a:lnTo>
                    <a:pt x="439686" y="419506"/>
                  </a:lnTo>
                  <a:lnTo>
                    <a:pt x="451370" y="378460"/>
                  </a:lnTo>
                  <a:lnTo>
                    <a:pt x="463309" y="378460"/>
                  </a:lnTo>
                  <a:lnTo>
                    <a:pt x="458381" y="360629"/>
                  </a:lnTo>
                  <a:close/>
                </a:path>
                <a:path w="2683509" h="798194">
                  <a:moveTo>
                    <a:pt x="504443" y="360629"/>
                  </a:moveTo>
                  <a:lnTo>
                    <a:pt x="492023" y="360629"/>
                  </a:lnTo>
                  <a:lnTo>
                    <a:pt x="475399" y="419303"/>
                  </a:lnTo>
                  <a:lnTo>
                    <a:pt x="486565" y="419303"/>
                  </a:lnTo>
                  <a:lnTo>
                    <a:pt x="504443" y="360629"/>
                  </a:lnTo>
                  <a:close/>
                </a:path>
                <a:path w="2683509" h="798194">
                  <a:moveTo>
                    <a:pt x="38912" y="529336"/>
                  </a:moveTo>
                  <a:lnTo>
                    <a:pt x="30810" y="529336"/>
                  </a:lnTo>
                  <a:lnTo>
                    <a:pt x="27127" y="530339"/>
                  </a:lnTo>
                  <a:lnTo>
                    <a:pt x="23787" y="532345"/>
                  </a:lnTo>
                  <a:lnTo>
                    <a:pt x="20446" y="534314"/>
                  </a:lnTo>
                  <a:lnTo>
                    <a:pt x="17779" y="536968"/>
                  </a:lnTo>
                  <a:lnTo>
                    <a:pt x="13804" y="543610"/>
                  </a:lnTo>
                  <a:lnTo>
                    <a:pt x="12826" y="547293"/>
                  </a:lnTo>
                  <a:lnTo>
                    <a:pt x="12826" y="555409"/>
                  </a:lnTo>
                  <a:lnTo>
                    <a:pt x="30810" y="573392"/>
                  </a:lnTo>
                  <a:lnTo>
                    <a:pt x="38912" y="573392"/>
                  </a:lnTo>
                  <a:lnTo>
                    <a:pt x="56870" y="555409"/>
                  </a:lnTo>
                  <a:lnTo>
                    <a:pt x="56870" y="547293"/>
                  </a:lnTo>
                  <a:lnTo>
                    <a:pt x="55867" y="543610"/>
                  </a:lnTo>
                  <a:lnTo>
                    <a:pt x="53873" y="540308"/>
                  </a:lnTo>
                  <a:lnTo>
                    <a:pt x="51904" y="536968"/>
                  </a:lnTo>
                  <a:lnTo>
                    <a:pt x="49250" y="534314"/>
                  </a:lnTo>
                  <a:lnTo>
                    <a:pt x="45910" y="532345"/>
                  </a:lnTo>
                  <a:lnTo>
                    <a:pt x="42608" y="530339"/>
                  </a:lnTo>
                  <a:lnTo>
                    <a:pt x="38912" y="529336"/>
                  </a:lnTo>
                  <a:close/>
                </a:path>
                <a:path w="2683509" h="798194">
                  <a:moveTo>
                    <a:pt x="168211" y="500100"/>
                  </a:moveTo>
                  <a:lnTo>
                    <a:pt x="155397" y="500100"/>
                  </a:lnTo>
                  <a:lnTo>
                    <a:pt x="117741" y="602627"/>
                  </a:lnTo>
                  <a:lnTo>
                    <a:pt x="130759" y="602627"/>
                  </a:lnTo>
                  <a:lnTo>
                    <a:pt x="141067" y="573595"/>
                  </a:lnTo>
                  <a:lnTo>
                    <a:pt x="135572" y="573595"/>
                  </a:lnTo>
                  <a:lnTo>
                    <a:pt x="135572" y="562584"/>
                  </a:lnTo>
                  <a:lnTo>
                    <a:pt x="144976" y="562584"/>
                  </a:lnTo>
                  <a:lnTo>
                    <a:pt x="161404" y="516318"/>
                  </a:lnTo>
                  <a:lnTo>
                    <a:pt x="174165" y="516318"/>
                  </a:lnTo>
                  <a:lnTo>
                    <a:pt x="168211" y="500100"/>
                  </a:lnTo>
                  <a:close/>
                </a:path>
                <a:path w="2683509" h="798194">
                  <a:moveTo>
                    <a:pt x="174165" y="516318"/>
                  </a:moveTo>
                  <a:lnTo>
                    <a:pt x="162204" y="516318"/>
                  </a:lnTo>
                  <a:lnTo>
                    <a:pt x="192836" y="602627"/>
                  </a:lnTo>
                  <a:lnTo>
                    <a:pt x="205854" y="602627"/>
                  </a:lnTo>
                  <a:lnTo>
                    <a:pt x="195195" y="573595"/>
                  </a:lnTo>
                  <a:lnTo>
                    <a:pt x="188036" y="573595"/>
                  </a:lnTo>
                  <a:lnTo>
                    <a:pt x="188036" y="562584"/>
                  </a:lnTo>
                  <a:lnTo>
                    <a:pt x="191152" y="562584"/>
                  </a:lnTo>
                  <a:lnTo>
                    <a:pt x="174165" y="516318"/>
                  </a:lnTo>
                  <a:close/>
                </a:path>
                <a:path w="2683509" h="798194">
                  <a:moveTo>
                    <a:pt x="144976" y="562584"/>
                  </a:moveTo>
                  <a:lnTo>
                    <a:pt x="135572" y="562584"/>
                  </a:lnTo>
                  <a:lnTo>
                    <a:pt x="135572" y="573595"/>
                  </a:lnTo>
                  <a:lnTo>
                    <a:pt x="141067" y="573595"/>
                  </a:lnTo>
                  <a:lnTo>
                    <a:pt x="144976" y="562584"/>
                  </a:lnTo>
                  <a:close/>
                </a:path>
                <a:path w="2683509" h="798194">
                  <a:moveTo>
                    <a:pt x="178624" y="562584"/>
                  </a:moveTo>
                  <a:lnTo>
                    <a:pt x="144976" y="562584"/>
                  </a:lnTo>
                  <a:lnTo>
                    <a:pt x="141067" y="573595"/>
                  </a:lnTo>
                  <a:lnTo>
                    <a:pt x="182532" y="573595"/>
                  </a:lnTo>
                  <a:lnTo>
                    <a:pt x="178624" y="562584"/>
                  </a:lnTo>
                  <a:close/>
                </a:path>
                <a:path w="2683509" h="798194">
                  <a:moveTo>
                    <a:pt x="191152" y="562584"/>
                  </a:moveTo>
                  <a:lnTo>
                    <a:pt x="188036" y="562584"/>
                  </a:lnTo>
                  <a:lnTo>
                    <a:pt x="188036" y="573595"/>
                  </a:lnTo>
                  <a:lnTo>
                    <a:pt x="195195" y="573595"/>
                  </a:lnTo>
                  <a:lnTo>
                    <a:pt x="191152" y="562584"/>
                  </a:lnTo>
                  <a:close/>
                </a:path>
                <a:path w="2683509" h="798194">
                  <a:moveTo>
                    <a:pt x="234238" y="500100"/>
                  </a:moveTo>
                  <a:lnTo>
                    <a:pt x="221818" y="500100"/>
                  </a:lnTo>
                  <a:lnTo>
                    <a:pt x="221818" y="602627"/>
                  </a:lnTo>
                  <a:lnTo>
                    <a:pt x="234238" y="602627"/>
                  </a:lnTo>
                  <a:lnTo>
                    <a:pt x="234238" y="500100"/>
                  </a:lnTo>
                  <a:close/>
                </a:path>
                <a:path w="2683509" h="798194">
                  <a:moveTo>
                    <a:pt x="345033" y="498703"/>
                  </a:moveTo>
                  <a:lnTo>
                    <a:pt x="333057" y="498703"/>
                  </a:lnTo>
                  <a:lnTo>
                    <a:pt x="327024" y="499922"/>
                  </a:lnTo>
                  <a:lnTo>
                    <a:pt x="295859" y="535965"/>
                  </a:lnTo>
                  <a:lnTo>
                    <a:pt x="294766" y="551370"/>
                  </a:lnTo>
                  <a:lnTo>
                    <a:pt x="295124" y="559202"/>
                  </a:lnTo>
                  <a:lnTo>
                    <a:pt x="323380" y="601891"/>
                  </a:lnTo>
                  <a:lnTo>
                    <a:pt x="331355" y="604024"/>
                  </a:lnTo>
                  <a:lnTo>
                    <a:pt x="348576" y="604024"/>
                  </a:lnTo>
                  <a:lnTo>
                    <a:pt x="355777" y="602322"/>
                  </a:lnTo>
                  <a:lnTo>
                    <a:pt x="368363" y="595490"/>
                  </a:lnTo>
                  <a:lnTo>
                    <a:pt x="371501" y="592416"/>
                  </a:lnTo>
                  <a:lnTo>
                    <a:pt x="334086" y="592416"/>
                  </a:lnTo>
                  <a:lnTo>
                    <a:pt x="328383" y="590842"/>
                  </a:lnTo>
                  <a:lnTo>
                    <a:pt x="306793" y="560247"/>
                  </a:lnTo>
                  <a:lnTo>
                    <a:pt x="306793" y="542493"/>
                  </a:lnTo>
                  <a:lnTo>
                    <a:pt x="333552" y="510311"/>
                  </a:lnTo>
                  <a:lnTo>
                    <a:pt x="370215" y="510311"/>
                  </a:lnTo>
                  <a:lnTo>
                    <a:pt x="367309" y="508012"/>
                  </a:lnTo>
                  <a:lnTo>
                    <a:pt x="363639" y="505040"/>
                  </a:lnTo>
                  <a:lnTo>
                    <a:pt x="359448" y="502754"/>
                  </a:lnTo>
                  <a:lnTo>
                    <a:pt x="354749" y="501154"/>
                  </a:lnTo>
                  <a:lnTo>
                    <a:pt x="350075" y="499516"/>
                  </a:lnTo>
                  <a:lnTo>
                    <a:pt x="345033" y="498703"/>
                  </a:lnTo>
                  <a:close/>
                </a:path>
                <a:path w="2683509" h="798194">
                  <a:moveTo>
                    <a:pt x="370268" y="561581"/>
                  </a:moveTo>
                  <a:lnTo>
                    <a:pt x="370268" y="567855"/>
                  </a:lnTo>
                  <a:lnTo>
                    <a:pt x="368998" y="573303"/>
                  </a:lnTo>
                  <a:lnTo>
                    <a:pt x="363956" y="582549"/>
                  </a:lnTo>
                  <a:lnTo>
                    <a:pt x="360451" y="586130"/>
                  </a:lnTo>
                  <a:lnTo>
                    <a:pt x="351472" y="591159"/>
                  </a:lnTo>
                  <a:lnTo>
                    <a:pt x="346303" y="592416"/>
                  </a:lnTo>
                  <a:lnTo>
                    <a:pt x="371501" y="592416"/>
                  </a:lnTo>
                  <a:lnTo>
                    <a:pt x="373303" y="590651"/>
                  </a:lnTo>
                  <a:lnTo>
                    <a:pt x="376778" y="584568"/>
                  </a:lnTo>
                  <a:lnTo>
                    <a:pt x="380479" y="578167"/>
                  </a:lnTo>
                  <a:lnTo>
                    <a:pt x="382282" y="570826"/>
                  </a:lnTo>
                  <a:lnTo>
                    <a:pt x="382282" y="562381"/>
                  </a:lnTo>
                  <a:lnTo>
                    <a:pt x="374065" y="562381"/>
                  </a:lnTo>
                  <a:lnTo>
                    <a:pt x="370268" y="561581"/>
                  </a:lnTo>
                  <a:close/>
                </a:path>
                <a:path w="2683509" h="798194">
                  <a:moveTo>
                    <a:pt x="382282" y="551370"/>
                  </a:moveTo>
                  <a:lnTo>
                    <a:pt x="343230" y="551370"/>
                  </a:lnTo>
                  <a:lnTo>
                    <a:pt x="343230" y="562381"/>
                  </a:lnTo>
                  <a:lnTo>
                    <a:pt x="370268" y="562381"/>
                  </a:lnTo>
                  <a:lnTo>
                    <a:pt x="370268" y="561581"/>
                  </a:lnTo>
                  <a:lnTo>
                    <a:pt x="382282" y="561581"/>
                  </a:lnTo>
                  <a:lnTo>
                    <a:pt x="382282" y="551370"/>
                  </a:lnTo>
                  <a:close/>
                </a:path>
                <a:path w="2683509" h="798194">
                  <a:moveTo>
                    <a:pt x="382282" y="561581"/>
                  </a:moveTo>
                  <a:lnTo>
                    <a:pt x="370268" y="561581"/>
                  </a:lnTo>
                  <a:lnTo>
                    <a:pt x="374065" y="562381"/>
                  </a:lnTo>
                  <a:lnTo>
                    <a:pt x="382282" y="562381"/>
                  </a:lnTo>
                  <a:lnTo>
                    <a:pt x="382282" y="561581"/>
                  </a:lnTo>
                  <a:close/>
                </a:path>
                <a:path w="2683509" h="798194">
                  <a:moveTo>
                    <a:pt x="370215" y="510311"/>
                  </a:moveTo>
                  <a:lnTo>
                    <a:pt x="343331" y="510311"/>
                  </a:lnTo>
                  <a:lnTo>
                    <a:pt x="347586" y="510946"/>
                  </a:lnTo>
                  <a:lnTo>
                    <a:pt x="347130" y="510946"/>
                  </a:lnTo>
                  <a:lnTo>
                    <a:pt x="364502" y="523087"/>
                  </a:lnTo>
                  <a:lnTo>
                    <a:pt x="366306" y="525754"/>
                  </a:lnTo>
                  <a:lnTo>
                    <a:pt x="367766" y="528777"/>
                  </a:lnTo>
                  <a:lnTo>
                    <a:pt x="368858" y="532142"/>
                  </a:lnTo>
                  <a:lnTo>
                    <a:pt x="381673" y="532142"/>
                  </a:lnTo>
                  <a:lnTo>
                    <a:pt x="380745" y="527164"/>
                  </a:lnTo>
                  <a:lnTo>
                    <a:pt x="379211" y="523087"/>
                  </a:lnTo>
                  <a:lnTo>
                    <a:pt x="379096" y="522782"/>
                  </a:lnTo>
                  <a:lnTo>
                    <a:pt x="379044" y="522643"/>
                  </a:lnTo>
                  <a:lnTo>
                    <a:pt x="376567" y="518579"/>
                  </a:lnTo>
                  <a:lnTo>
                    <a:pt x="374103" y="514477"/>
                  </a:lnTo>
                  <a:lnTo>
                    <a:pt x="371017" y="510946"/>
                  </a:lnTo>
                  <a:lnTo>
                    <a:pt x="370215" y="510311"/>
                  </a:lnTo>
                  <a:close/>
                </a:path>
                <a:path w="2683509" h="798194">
                  <a:moveTo>
                    <a:pt x="446227" y="500100"/>
                  </a:moveTo>
                  <a:lnTo>
                    <a:pt x="403542" y="500100"/>
                  </a:lnTo>
                  <a:lnTo>
                    <a:pt x="403542" y="602627"/>
                  </a:lnTo>
                  <a:lnTo>
                    <a:pt x="415963" y="602627"/>
                  </a:lnTo>
                  <a:lnTo>
                    <a:pt x="415963" y="565188"/>
                  </a:lnTo>
                  <a:lnTo>
                    <a:pt x="413550" y="565188"/>
                  </a:lnTo>
                  <a:lnTo>
                    <a:pt x="413550" y="554164"/>
                  </a:lnTo>
                  <a:lnTo>
                    <a:pt x="415963" y="554164"/>
                  </a:lnTo>
                  <a:lnTo>
                    <a:pt x="415963" y="511213"/>
                  </a:lnTo>
                  <a:lnTo>
                    <a:pt x="466851" y="511213"/>
                  </a:lnTo>
                  <a:lnTo>
                    <a:pt x="463041" y="507326"/>
                  </a:lnTo>
                  <a:lnTo>
                    <a:pt x="452805" y="501561"/>
                  </a:lnTo>
                  <a:lnTo>
                    <a:pt x="446227" y="500100"/>
                  </a:lnTo>
                  <a:close/>
                </a:path>
                <a:path w="2683509" h="798194">
                  <a:moveTo>
                    <a:pt x="415963" y="554164"/>
                  </a:moveTo>
                  <a:lnTo>
                    <a:pt x="413550" y="554164"/>
                  </a:lnTo>
                  <a:lnTo>
                    <a:pt x="413550" y="565188"/>
                  </a:lnTo>
                  <a:lnTo>
                    <a:pt x="415963" y="565188"/>
                  </a:lnTo>
                  <a:lnTo>
                    <a:pt x="415963" y="554164"/>
                  </a:lnTo>
                  <a:close/>
                </a:path>
                <a:path w="2683509" h="798194">
                  <a:moveTo>
                    <a:pt x="466851" y="511213"/>
                  </a:moveTo>
                  <a:lnTo>
                    <a:pt x="443840" y="511213"/>
                  </a:lnTo>
                  <a:lnTo>
                    <a:pt x="447827" y="512051"/>
                  </a:lnTo>
                  <a:lnTo>
                    <a:pt x="454571" y="515759"/>
                  </a:lnTo>
                  <a:lnTo>
                    <a:pt x="457009" y="518287"/>
                  </a:lnTo>
                  <a:lnTo>
                    <a:pt x="458508" y="521525"/>
                  </a:lnTo>
                  <a:lnTo>
                    <a:pt x="460044" y="524764"/>
                  </a:lnTo>
                  <a:lnTo>
                    <a:pt x="460806" y="528434"/>
                  </a:lnTo>
                  <a:lnTo>
                    <a:pt x="460806" y="536651"/>
                  </a:lnTo>
                  <a:lnTo>
                    <a:pt x="443483" y="554164"/>
                  </a:lnTo>
                  <a:lnTo>
                    <a:pt x="415963" y="554164"/>
                  </a:lnTo>
                  <a:lnTo>
                    <a:pt x="415963" y="565188"/>
                  </a:lnTo>
                  <a:lnTo>
                    <a:pt x="446354" y="565188"/>
                  </a:lnTo>
                  <a:lnTo>
                    <a:pt x="452907" y="563727"/>
                  </a:lnTo>
                  <a:lnTo>
                    <a:pt x="463118" y="557885"/>
                  </a:lnTo>
                  <a:lnTo>
                    <a:pt x="466890" y="553948"/>
                  </a:lnTo>
                  <a:lnTo>
                    <a:pt x="469315" y="549008"/>
                  </a:lnTo>
                  <a:lnTo>
                    <a:pt x="471792" y="544068"/>
                  </a:lnTo>
                  <a:lnTo>
                    <a:pt x="473024" y="538581"/>
                  </a:lnTo>
                  <a:lnTo>
                    <a:pt x="473024" y="526503"/>
                  </a:lnTo>
                  <a:lnTo>
                    <a:pt x="471903" y="521525"/>
                  </a:lnTo>
                  <a:lnTo>
                    <a:pt x="471792" y="521030"/>
                  </a:lnTo>
                  <a:lnTo>
                    <a:pt x="466851" y="511213"/>
                  </a:lnTo>
                  <a:close/>
                </a:path>
                <a:path w="2683509" h="798194">
                  <a:moveTo>
                    <a:pt x="501434" y="576199"/>
                  </a:moveTo>
                  <a:lnTo>
                    <a:pt x="488619" y="576199"/>
                  </a:lnTo>
                  <a:lnTo>
                    <a:pt x="488774" y="578332"/>
                  </a:lnTo>
                  <a:lnTo>
                    <a:pt x="488900" y="580072"/>
                  </a:lnTo>
                  <a:lnTo>
                    <a:pt x="489026" y="581799"/>
                  </a:lnTo>
                  <a:lnTo>
                    <a:pt x="518121" y="604431"/>
                  </a:lnTo>
                  <a:lnTo>
                    <a:pt x="533336" y="604431"/>
                  </a:lnTo>
                  <a:lnTo>
                    <a:pt x="540029" y="603110"/>
                  </a:lnTo>
                  <a:lnTo>
                    <a:pt x="551078" y="597839"/>
                  </a:lnTo>
                  <a:lnTo>
                    <a:pt x="555282" y="594283"/>
                  </a:lnTo>
                  <a:lnTo>
                    <a:pt x="555967" y="593217"/>
                  </a:lnTo>
                  <a:lnTo>
                    <a:pt x="521398" y="593217"/>
                  </a:lnTo>
                  <a:lnTo>
                    <a:pt x="517588" y="592620"/>
                  </a:lnTo>
                  <a:lnTo>
                    <a:pt x="501873" y="580339"/>
                  </a:lnTo>
                  <a:lnTo>
                    <a:pt x="501764" y="580072"/>
                  </a:lnTo>
                  <a:lnTo>
                    <a:pt x="501434" y="576199"/>
                  </a:lnTo>
                  <a:close/>
                </a:path>
                <a:path w="2683509" h="798194">
                  <a:moveTo>
                    <a:pt x="533069" y="498703"/>
                  </a:moveTo>
                  <a:lnTo>
                    <a:pt x="519925" y="498703"/>
                  </a:lnTo>
                  <a:lnTo>
                    <a:pt x="513994" y="499910"/>
                  </a:lnTo>
                  <a:lnTo>
                    <a:pt x="503415" y="504672"/>
                  </a:lnTo>
                  <a:lnTo>
                    <a:pt x="499211" y="508012"/>
                  </a:lnTo>
                  <a:lnTo>
                    <a:pt x="492975" y="516585"/>
                  </a:lnTo>
                  <a:lnTo>
                    <a:pt x="491426" y="521601"/>
                  </a:lnTo>
                  <a:lnTo>
                    <a:pt x="491426" y="534250"/>
                  </a:lnTo>
                  <a:lnTo>
                    <a:pt x="533679" y="558571"/>
                  </a:lnTo>
                  <a:lnTo>
                    <a:pt x="537032" y="559739"/>
                  </a:lnTo>
                  <a:lnTo>
                    <a:pt x="543229" y="562406"/>
                  </a:lnTo>
                  <a:lnTo>
                    <a:pt x="545744" y="564146"/>
                  </a:lnTo>
                  <a:lnTo>
                    <a:pt x="549541" y="568413"/>
                  </a:lnTo>
                  <a:lnTo>
                    <a:pt x="550494" y="571195"/>
                  </a:lnTo>
                  <a:lnTo>
                    <a:pt x="550494" y="578332"/>
                  </a:lnTo>
                  <a:lnTo>
                    <a:pt x="530199" y="593217"/>
                  </a:lnTo>
                  <a:lnTo>
                    <a:pt x="555967" y="593217"/>
                  </a:lnTo>
                  <a:lnTo>
                    <a:pt x="558152" y="589813"/>
                  </a:lnTo>
                  <a:lnTo>
                    <a:pt x="561060" y="585343"/>
                  </a:lnTo>
                  <a:lnTo>
                    <a:pt x="562508" y="580339"/>
                  </a:lnTo>
                  <a:lnTo>
                    <a:pt x="562508" y="569988"/>
                  </a:lnTo>
                  <a:lnTo>
                    <a:pt x="561517" y="565937"/>
                  </a:lnTo>
                  <a:lnTo>
                    <a:pt x="557580" y="559320"/>
                  </a:lnTo>
                  <a:lnTo>
                    <a:pt x="555078" y="556628"/>
                  </a:lnTo>
                  <a:lnTo>
                    <a:pt x="552043" y="554520"/>
                  </a:lnTo>
                  <a:lnTo>
                    <a:pt x="549046" y="552386"/>
                  </a:lnTo>
                  <a:lnTo>
                    <a:pt x="545884" y="550697"/>
                  </a:lnTo>
                  <a:lnTo>
                    <a:pt x="539318" y="548233"/>
                  </a:lnTo>
                  <a:lnTo>
                    <a:pt x="536346" y="547255"/>
                  </a:lnTo>
                  <a:lnTo>
                    <a:pt x="521360" y="543255"/>
                  </a:lnTo>
                  <a:lnTo>
                    <a:pt x="519277" y="542607"/>
                  </a:lnTo>
                  <a:lnTo>
                    <a:pt x="503440" y="529475"/>
                  </a:lnTo>
                  <a:lnTo>
                    <a:pt x="503440" y="523468"/>
                  </a:lnTo>
                  <a:lnTo>
                    <a:pt x="521525" y="509714"/>
                  </a:lnTo>
                  <a:lnTo>
                    <a:pt x="554710" y="509714"/>
                  </a:lnTo>
                  <a:lnTo>
                    <a:pt x="553300" y="507796"/>
                  </a:lnTo>
                  <a:lnTo>
                    <a:pt x="549321" y="504672"/>
                  </a:lnTo>
                  <a:lnTo>
                    <a:pt x="539004" y="499910"/>
                  </a:lnTo>
                  <a:lnTo>
                    <a:pt x="533069" y="498703"/>
                  </a:lnTo>
                  <a:close/>
                </a:path>
                <a:path w="2683509" h="798194">
                  <a:moveTo>
                    <a:pt x="554710" y="509714"/>
                  </a:moveTo>
                  <a:lnTo>
                    <a:pt x="532269" y="509714"/>
                  </a:lnTo>
                  <a:lnTo>
                    <a:pt x="537514" y="511111"/>
                  </a:lnTo>
                  <a:lnTo>
                    <a:pt x="546049" y="516724"/>
                  </a:lnTo>
                  <a:lnTo>
                    <a:pt x="548487" y="520661"/>
                  </a:lnTo>
                  <a:lnTo>
                    <a:pt x="549097" y="525729"/>
                  </a:lnTo>
                  <a:lnTo>
                    <a:pt x="561111" y="525729"/>
                  </a:lnTo>
                  <a:lnTo>
                    <a:pt x="561039" y="523468"/>
                  </a:lnTo>
                  <a:lnTo>
                    <a:pt x="560949" y="520661"/>
                  </a:lnTo>
                  <a:lnTo>
                    <a:pt x="559333" y="515937"/>
                  </a:lnTo>
                  <a:lnTo>
                    <a:pt x="556298" y="511873"/>
                  </a:lnTo>
                  <a:lnTo>
                    <a:pt x="554710" y="509714"/>
                  </a:lnTo>
                  <a:close/>
                </a:path>
                <a:path w="2683509" h="798194">
                  <a:moveTo>
                    <a:pt x="625373" y="553173"/>
                  </a:moveTo>
                  <a:lnTo>
                    <a:pt x="580516" y="553173"/>
                  </a:lnTo>
                  <a:lnTo>
                    <a:pt x="580516" y="564184"/>
                  </a:lnTo>
                  <a:lnTo>
                    <a:pt x="625373" y="564184"/>
                  </a:lnTo>
                  <a:lnTo>
                    <a:pt x="625373" y="553173"/>
                  </a:lnTo>
                  <a:close/>
                </a:path>
                <a:path w="2683509" h="798194">
                  <a:moveTo>
                    <a:pt x="699813" y="535152"/>
                  </a:moveTo>
                  <a:lnTo>
                    <a:pt x="681431" y="535152"/>
                  </a:lnTo>
                  <a:lnTo>
                    <a:pt x="685495" y="536511"/>
                  </a:lnTo>
                  <a:lnTo>
                    <a:pt x="688162" y="539254"/>
                  </a:lnTo>
                  <a:lnTo>
                    <a:pt x="690867" y="541985"/>
                  </a:lnTo>
                  <a:lnTo>
                    <a:pt x="692213" y="545858"/>
                  </a:lnTo>
                  <a:lnTo>
                    <a:pt x="692213" y="553072"/>
                  </a:lnTo>
                  <a:lnTo>
                    <a:pt x="691527" y="554405"/>
                  </a:lnTo>
                  <a:lnTo>
                    <a:pt x="688822" y="555942"/>
                  </a:lnTo>
                  <a:lnTo>
                    <a:pt x="686688" y="556488"/>
                  </a:lnTo>
                  <a:lnTo>
                    <a:pt x="677062" y="557568"/>
                  </a:lnTo>
                  <a:lnTo>
                    <a:pt x="668820" y="558647"/>
                  </a:lnTo>
                  <a:lnTo>
                    <a:pt x="665264" y="559269"/>
                  </a:lnTo>
                  <a:lnTo>
                    <a:pt x="661733" y="560082"/>
                  </a:lnTo>
                  <a:lnTo>
                    <a:pt x="658228" y="560844"/>
                  </a:lnTo>
                  <a:lnTo>
                    <a:pt x="642556" y="585812"/>
                  </a:lnTo>
                  <a:lnTo>
                    <a:pt x="643724" y="590080"/>
                  </a:lnTo>
                  <a:lnTo>
                    <a:pt x="648398" y="597115"/>
                  </a:lnTo>
                  <a:lnTo>
                    <a:pt x="651548" y="599808"/>
                  </a:lnTo>
                  <a:lnTo>
                    <a:pt x="659498" y="603516"/>
                  </a:lnTo>
                  <a:lnTo>
                    <a:pt x="663917" y="604431"/>
                  </a:lnTo>
                  <a:lnTo>
                    <a:pt x="673265" y="604431"/>
                  </a:lnTo>
                  <a:lnTo>
                    <a:pt x="690816" y="593890"/>
                  </a:lnTo>
                  <a:lnTo>
                    <a:pt x="666174" y="593890"/>
                  </a:lnTo>
                  <a:lnTo>
                    <a:pt x="662431" y="592899"/>
                  </a:lnTo>
                  <a:lnTo>
                    <a:pt x="662169" y="592899"/>
                  </a:lnTo>
                  <a:lnTo>
                    <a:pt x="658926" y="590715"/>
                  </a:lnTo>
                  <a:lnTo>
                    <a:pt x="655891" y="588606"/>
                  </a:lnTo>
                  <a:lnTo>
                    <a:pt x="654367" y="585508"/>
                  </a:lnTo>
                  <a:lnTo>
                    <a:pt x="654367" y="578396"/>
                  </a:lnTo>
                  <a:lnTo>
                    <a:pt x="663181" y="570344"/>
                  </a:lnTo>
                  <a:lnTo>
                    <a:pt x="665848" y="569442"/>
                  </a:lnTo>
                  <a:lnTo>
                    <a:pt x="668718" y="568782"/>
                  </a:lnTo>
                  <a:lnTo>
                    <a:pt x="678814" y="567524"/>
                  </a:lnTo>
                  <a:lnTo>
                    <a:pt x="683107" y="566889"/>
                  </a:lnTo>
                  <a:lnTo>
                    <a:pt x="692213" y="563981"/>
                  </a:lnTo>
                  <a:lnTo>
                    <a:pt x="704024" y="563981"/>
                  </a:lnTo>
                  <a:lnTo>
                    <a:pt x="704024" y="545858"/>
                  </a:lnTo>
                  <a:lnTo>
                    <a:pt x="703103" y="541324"/>
                  </a:lnTo>
                  <a:lnTo>
                    <a:pt x="703033" y="540981"/>
                  </a:lnTo>
                  <a:lnTo>
                    <a:pt x="699813" y="535152"/>
                  </a:lnTo>
                  <a:close/>
                </a:path>
                <a:path w="2683509" h="798194">
                  <a:moveTo>
                    <a:pt x="704024" y="592213"/>
                  </a:moveTo>
                  <a:lnTo>
                    <a:pt x="692213" y="592213"/>
                  </a:lnTo>
                  <a:lnTo>
                    <a:pt x="692213" y="602627"/>
                  </a:lnTo>
                  <a:lnTo>
                    <a:pt x="704024" y="602627"/>
                  </a:lnTo>
                  <a:lnTo>
                    <a:pt x="704024" y="592213"/>
                  </a:lnTo>
                  <a:close/>
                </a:path>
                <a:path w="2683509" h="798194">
                  <a:moveTo>
                    <a:pt x="704024" y="563981"/>
                  </a:moveTo>
                  <a:lnTo>
                    <a:pt x="692213" y="563981"/>
                  </a:lnTo>
                  <a:lnTo>
                    <a:pt x="692105" y="578396"/>
                  </a:lnTo>
                  <a:lnTo>
                    <a:pt x="691375" y="581050"/>
                  </a:lnTo>
                  <a:lnTo>
                    <a:pt x="688073" y="586854"/>
                  </a:lnTo>
                  <a:lnTo>
                    <a:pt x="685634" y="589229"/>
                  </a:lnTo>
                  <a:lnTo>
                    <a:pt x="679195" y="592899"/>
                  </a:lnTo>
                  <a:lnTo>
                    <a:pt x="674930" y="593890"/>
                  </a:lnTo>
                  <a:lnTo>
                    <a:pt x="690816" y="593890"/>
                  </a:lnTo>
                  <a:lnTo>
                    <a:pt x="691616" y="592213"/>
                  </a:lnTo>
                  <a:lnTo>
                    <a:pt x="704024" y="592213"/>
                  </a:lnTo>
                  <a:lnTo>
                    <a:pt x="704024" y="563981"/>
                  </a:lnTo>
                  <a:close/>
                </a:path>
                <a:path w="2683509" h="798194">
                  <a:moveTo>
                    <a:pt x="678065" y="524738"/>
                  </a:moveTo>
                  <a:lnTo>
                    <a:pt x="671728" y="524738"/>
                  </a:lnTo>
                  <a:lnTo>
                    <a:pt x="667791" y="525272"/>
                  </a:lnTo>
                  <a:lnTo>
                    <a:pt x="644753" y="542759"/>
                  </a:lnTo>
                  <a:lnTo>
                    <a:pt x="655967" y="546760"/>
                  </a:lnTo>
                  <a:lnTo>
                    <a:pt x="657275" y="543953"/>
                  </a:lnTo>
                  <a:lnTo>
                    <a:pt x="659523" y="541324"/>
                  </a:lnTo>
                  <a:lnTo>
                    <a:pt x="665772" y="536511"/>
                  </a:lnTo>
                  <a:lnTo>
                    <a:pt x="665481" y="536511"/>
                  </a:lnTo>
                  <a:lnTo>
                    <a:pt x="670356" y="535152"/>
                  </a:lnTo>
                  <a:lnTo>
                    <a:pt x="699813" y="535152"/>
                  </a:lnTo>
                  <a:lnTo>
                    <a:pt x="699020" y="533717"/>
                  </a:lnTo>
                  <a:lnTo>
                    <a:pt x="696506" y="530987"/>
                  </a:lnTo>
                  <a:lnTo>
                    <a:pt x="690460" y="527392"/>
                  </a:lnTo>
                  <a:lnTo>
                    <a:pt x="687336" y="526199"/>
                  </a:lnTo>
                  <a:lnTo>
                    <a:pt x="684110" y="525640"/>
                  </a:lnTo>
                  <a:lnTo>
                    <a:pt x="680897" y="525030"/>
                  </a:lnTo>
                  <a:lnTo>
                    <a:pt x="678065" y="524738"/>
                  </a:lnTo>
                  <a:close/>
                </a:path>
                <a:path w="2683509" h="798194">
                  <a:moveTo>
                    <a:pt x="737006" y="525932"/>
                  </a:moveTo>
                  <a:lnTo>
                    <a:pt x="725589" y="525932"/>
                  </a:lnTo>
                  <a:lnTo>
                    <a:pt x="725589" y="602627"/>
                  </a:lnTo>
                  <a:lnTo>
                    <a:pt x="737412" y="602627"/>
                  </a:lnTo>
                  <a:lnTo>
                    <a:pt x="737412" y="551903"/>
                  </a:lnTo>
                  <a:lnTo>
                    <a:pt x="738167" y="548525"/>
                  </a:lnTo>
                  <a:lnTo>
                    <a:pt x="738263" y="548093"/>
                  </a:lnTo>
                  <a:lnTo>
                    <a:pt x="741667" y="541820"/>
                  </a:lnTo>
                  <a:lnTo>
                    <a:pt x="743978" y="539432"/>
                  </a:lnTo>
                  <a:lnTo>
                    <a:pt x="746912" y="537794"/>
                  </a:lnTo>
                  <a:lnTo>
                    <a:pt x="737006" y="537794"/>
                  </a:lnTo>
                  <a:lnTo>
                    <a:pt x="737006" y="525932"/>
                  </a:lnTo>
                  <a:close/>
                </a:path>
                <a:path w="2683509" h="798194">
                  <a:moveTo>
                    <a:pt x="782099" y="535343"/>
                  </a:moveTo>
                  <a:lnTo>
                    <a:pt x="762507" y="535343"/>
                  </a:lnTo>
                  <a:lnTo>
                    <a:pt x="766813" y="537044"/>
                  </a:lnTo>
                  <a:lnTo>
                    <a:pt x="773087" y="543826"/>
                  </a:lnTo>
                  <a:lnTo>
                    <a:pt x="774649" y="548525"/>
                  </a:lnTo>
                  <a:lnTo>
                    <a:pt x="774649" y="602627"/>
                  </a:lnTo>
                  <a:lnTo>
                    <a:pt x="786460" y="602627"/>
                  </a:lnTo>
                  <a:lnTo>
                    <a:pt x="786460" y="547230"/>
                  </a:lnTo>
                  <a:lnTo>
                    <a:pt x="785380" y="541820"/>
                  </a:lnTo>
                  <a:lnTo>
                    <a:pt x="782099" y="535343"/>
                  </a:lnTo>
                  <a:close/>
                </a:path>
                <a:path w="2683509" h="798194">
                  <a:moveTo>
                    <a:pt x="765644" y="524738"/>
                  </a:moveTo>
                  <a:lnTo>
                    <a:pt x="754633" y="524738"/>
                  </a:lnTo>
                  <a:lnTo>
                    <a:pt x="749884" y="525932"/>
                  </a:lnTo>
                  <a:lnTo>
                    <a:pt x="742543" y="530707"/>
                  </a:lnTo>
                  <a:lnTo>
                    <a:pt x="739813" y="533844"/>
                  </a:lnTo>
                  <a:lnTo>
                    <a:pt x="737986" y="537794"/>
                  </a:lnTo>
                  <a:lnTo>
                    <a:pt x="746912" y="537794"/>
                  </a:lnTo>
                  <a:lnTo>
                    <a:pt x="749884" y="536168"/>
                  </a:lnTo>
                  <a:lnTo>
                    <a:pt x="753262" y="535343"/>
                  </a:lnTo>
                  <a:lnTo>
                    <a:pt x="782099" y="535343"/>
                  </a:lnTo>
                  <a:lnTo>
                    <a:pt x="781037" y="533247"/>
                  </a:lnTo>
                  <a:lnTo>
                    <a:pt x="778001" y="530034"/>
                  </a:lnTo>
                  <a:lnTo>
                    <a:pt x="770424" y="525932"/>
                  </a:lnTo>
                  <a:lnTo>
                    <a:pt x="770732" y="525932"/>
                  </a:lnTo>
                  <a:lnTo>
                    <a:pt x="765644" y="524738"/>
                  </a:lnTo>
                  <a:close/>
                </a:path>
                <a:path w="2683509" h="798194">
                  <a:moveTo>
                    <a:pt x="846239" y="524738"/>
                  </a:moveTo>
                  <a:lnTo>
                    <a:pt x="832345" y="524738"/>
                  </a:lnTo>
                  <a:lnTo>
                    <a:pt x="826261" y="526389"/>
                  </a:lnTo>
                  <a:lnTo>
                    <a:pt x="804456" y="556577"/>
                  </a:lnTo>
                  <a:lnTo>
                    <a:pt x="804456" y="572528"/>
                  </a:lnTo>
                  <a:lnTo>
                    <a:pt x="832345" y="604227"/>
                  </a:lnTo>
                  <a:lnTo>
                    <a:pt x="846239" y="604227"/>
                  </a:lnTo>
                  <a:lnTo>
                    <a:pt x="852309" y="602576"/>
                  </a:lnTo>
                  <a:lnTo>
                    <a:pt x="862749" y="595972"/>
                  </a:lnTo>
                  <a:lnTo>
                    <a:pt x="864832" y="593610"/>
                  </a:lnTo>
                  <a:lnTo>
                    <a:pt x="834021" y="593610"/>
                  </a:lnTo>
                  <a:lnTo>
                    <a:pt x="829678" y="592264"/>
                  </a:lnTo>
                  <a:lnTo>
                    <a:pt x="822871" y="586854"/>
                  </a:lnTo>
                  <a:lnTo>
                    <a:pt x="820356" y="583298"/>
                  </a:lnTo>
                  <a:lnTo>
                    <a:pt x="817079" y="574497"/>
                  </a:lnTo>
                  <a:lnTo>
                    <a:pt x="816267" y="569722"/>
                  </a:lnTo>
                  <a:lnTo>
                    <a:pt x="816267" y="559447"/>
                  </a:lnTo>
                  <a:lnTo>
                    <a:pt x="834021" y="535343"/>
                  </a:lnTo>
                  <a:lnTo>
                    <a:pt x="864815" y="535343"/>
                  </a:lnTo>
                  <a:lnTo>
                    <a:pt x="862749" y="532993"/>
                  </a:lnTo>
                  <a:lnTo>
                    <a:pt x="852309" y="526389"/>
                  </a:lnTo>
                  <a:lnTo>
                    <a:pt x="846239" y="524738"/>
                  </a:lnTo>
                  <a:close/>
                </a:path>
                <a:path w="2683509" h="798194">
                  <a:moveTo>
                    <a:pt x="864815" y="535343"/>
                  </a:moveTo>
                  <a:lnTo>
                    <a:pt x="844562" y="535343"/>
                  </a:lnTo>
                  <a:lnTo>
                    <a:pt x="848906" y="536714"/>
                  </a:lnTo>
                  <a:lnTo>
                    <a:pt x="855713" y="542188"/>
                  </a:lnTo>
                  <a:lnTo>
                    <a:pt x="858227" y="545769"/>
                  </a:lnTo>
                  <a:lnTo>
                    <a:pt x="861504" y="554647"/>
                  </a:lnTo>
                  <a:lnTo>
                    <a:pt x="862317" y="559447"/>
                  </a:lnTo>
                  <a:lnTo>
                    <a:pt x="862317" y="569722"/>
                  </a:lnTo>
                  <a:lnTo>
                    <a:pt x="844562" y="593610"/>
                  </a:lnTo>
                  <a:lnTo>
                    <a:pt x="864832" y="593610"/>
                  </a:lnTo>
                  <a:lnTo>
                    <a:pt x="866825" y="591350"/>
                  </a:lnTo>
                  <a:lnTo>
                    <a:pt x="872667" y="579462"/>
                  </a:lnTo>
                  <a:lnTo>
                    <a:pt x="874128" y="572528"/>
                  </a:lnTo>
                  <a:lnTo>
                    <a:pt x="874128" y="556577"/>
                  </a:lnTo>
                  <a:lnTo>
                    <a:pt x="872667" y="549579"/>
                  </a:lnTo>
                  <a:lnTo>
                    <a:pt x="869734" y="543610"/>
                  </a:lnTo>
                  <a:lnTo>
                    <a:pt x="866825" y="537629"/>
                  </a:lnTo>
                  <a:lnTo>
                    <a:pt x="864815" y="535343"/>
                  </a:lnTo>
                  <a:close/>
                </a:path>
                <a:path w="2683509" h="798194">
                  <a:moveTo>
                    <a:pt x="903579" y="525729"/>
                  </a:moveTo>
                  <a:lnTo>
                    <a:pt x="892162" y="525729"/>
                  </a:lnTo>
                  <a:lnTo>
                    <a:pt x="892162" y="602627"/>
                  </a:lnTo>
                  <a:lnTo>
                    <a:pt x="903985" y="602627"/>
                  </a:lnTo>
                  <a:lnTo>
                    <a:pt x="903985" y="550799"/>
                  </a:lnTo>
                  <a:lnTo>
                    <a:pt x="904755" y="547598"/>
                  </a:lnTo>
                  <a:lnTo>
                    <a:pt x="904786" y="547471"/>
                  </a:lnTo>
                  <a:lnTo>
                    <a:pt x="908024" y="541705"/>
                  </a:lnTo>
                  <a:lnTo>
                    <a:pt x="910158" y="539432"/>
                  </a:lnTo>
                  <a:lnTo>
                    <a:pt x="912905" y="537743"/>
                  </a:lnTo>
                  <a:lnTo>
                    <a:pt x="903579" y="537743"/>
                  </a:lnTo>
                  <a:lnTo>
                    <a:pt x="903579" y="525729"/>
                  </a:lnTo>
                  <a:close/>
                </a:path>
                <a:path w="2683509" h="798194">
                  <a:moveTo>
                    <a:pt x="944770" y="535457"/>
                  </a:moveTo>
                  <a:lnTo>
                    <a:pt x="926187" y="535457"/>
                  </a:lnTo>
                  <a:lnTo>
                    <a:pt x="929525" y="536702"/>
                  </a:lnTo>
                  <a:lnTo>
                    <a:pt x="934813" y="541705"/>
                  </a:lnTo>
                  <a:lnTo>
                    <a:pt x="935223" y="542124"/>
                  </a:lnTo>
                  <a:lnTo>
                    <a:pt x="936624" y="545592"/>
                  </a:lnTo>
                  <a:lnTo>
                    <a:pt x="936624" y="602627"/>
                  </a:lnTo>
                  <a:lnTo>
                    <a:pt x="948639" y="602627"/>
                  </a:lnTo>
                  <a:lnTo>
                    <a:pt x="948685" y="547471"/>
                  </a:lnTo>
                  <a:lnTo>
                    <a:pt x="950125" y="543483"/>
                  </a:lnTo>
                  <a:lnTo>
                    <a:pt x="953096" y="540258"/>
                  </a:lnTo>
                  <a:lnTo>
                    <a:pt x="955377" y="537743"/>
                  </a:lnTo>
                  <a:lnTo>
                    <a:pt x="945832" y="537743"/>
                  </a:lnTo>
                  <a:lnTo>
                    <a:pt x="944770" y="535457"/>
                  </a:lnTo>
                  <a:close/>
                </a:path>
                <a:path w="2683509" h="798194">
                  <a:moveTo>
                    <a:pt x="990904" y="535457"/>
                  </a:moveTo>
                  <a:lnTo>
                    <a:pt x="970203" y="535457"/>
                  </a:lnTo>
                  <a:lnTo>
                    <a:pt x="973518" y="536562"/>
                  </a:lnTo>
                  <a:lnTo>
                    <a:pt x="979728" y="541439"/>
                  </a:lnTo>
                  <a:lnTo>
                    <a:pt x="980510" y="543483"/>
                  </a:lnTo>
                  <a:lnTo>
                    <a:pt x="981278" y="545592"/>
                  </a:lnTo>
                  <a:lnTo>
                    <a:pt x="981278" y="602627"/>
                  </a:lnTo>
                  <a:lnTo>
                    <a:pt x="993089" y="602627"/>
                  </a:lnTo>
                  <a:lnTo>
                    <a:pt x="993089" y="542124"/>
                  </a:lnTo>
                  <a:lnTo>
                    <a:pt x="990904" y="535457"/>
                  </a:lnTo>
                  <a:close/>
                </a:path>
                <a:path w="2683509" h="798194">
                  <a:moveTo>
                    <a:pt x="930274" y="524738"/>
                  </a:moveTo>
                  <a:lnTo>
                    <a:pt x="920203" y="524738"/>
                  </a:lnTo>
                  <a:lnTo>
                    <a:pt x="916483" y="525729"/>
                  </a:lnTo>
                  <a:lnTo>
                    <a:pt x="915852" y="525919"/>
                  </a:lnTo>
                  <a:lnTo>
                    <a:pt x="912342" y="528193"/>
                  </a:lnTo>
                  <a:lnTo>
                    <a:pt x="908773" y="530453"/>
                  </a:lnTo>
                  <a:lnTo>
                    <a:pt x="906183" y="533641"/>
                  </a:lnTo>
                  <a:lnTo>
                    <a:pt x="904582" y="537743"/>
                  </a:lnTo>
                  <a:lnTo>
                    <a:pt x="912905" y="537743"/>
                  </a:lnTo>
                  <a:lnTo>
                    <a:pt x="915466" y="536168"/>
                  </a:lnTo>
                  <a:lnTo>
                    <a:pt x="917939" y="535457"/>
                  </a:lnTo>
                  <a:lnTo>
                    <a:pt x="944770" y="535457"/>
                  </a:lnTo>
                  <a:lnTo>
                    <a:pt x="943992" y="533781"/>
                  </a:lnTo>
                  <a:lnTo>
                    <a:pt x="943927" y="533641"/>
                  </a:lnTo>
                  <a:lnTo>
                    <a:pt x="941273" y="530453"/>
                  </a:lnTo>
                  <a:lnTo>
                    <a:pt x="937869" y="528193"/>
                  </a:lnTo>
                  <a:lnTo>
                    <a:pt x="934559" y="525919"/>
                  </a:lnTo>
                  <a:lnTo>
                    <a:pt x="933940" y="525729"/>
                  </a:lnTo>
                  <a:lnTo>
                    <a:pt x="930274" y="524738"/>
                  </a:lnTo>
                  <a:close/>
                </a:path>
                <a:path w="2683509" h="798194">
                  <a:moveTo>
                    <a:pt x="976541" y="524738"/>
                  </a:moveTo>
                  <a:lnTo>
                    <a:pt x="964158" y="524738"/>
                  </a:lnTo>
                  <a:lnTo>
                    <a:pt x="959434" y="525919"/>
                  </a:lnTo>
                  <a:lnTo>
                    <a:pt x="951560" y="530618"/>
                  </a:lnTo>
                  <a:lnTo>
                    <a:pt x="948601" y="533781"/>
                  </a:lnTo>
                  <a:lnTo>
                    <a:pt x="946632" y="537743"/>
                  </a:lnTo>
                  <a:lnTo>
                    <a:pt x="955377" y="537743"/>
                  </a:lnTo>
                  <a:lnTo>
                    <a:pt x="956068" y="536981"/>
                  </a:lnTo>
                  <a:lnTo>
                    <a:pt x="959955" y="535457"/>
                  </a:lnTo>
                  <a:lnTo>
                    <a:pt x="990904" y="535457"/>
                  </a:lnTo>
                  <a:lnTo>
                    <a:pt x="982154" y="526884"/>
                  </a:lnTo>
                  <a:lnTo>
                    <a:pt x="976541" y="524738"/>
                  </a:lnTo>
                  <a:close/>
                </a:path>
                <a:path w="2683509" h="798194">
                  <a:moveTo>
                    <a:pt x="1068342" y="535152"/>
                  </a:moveTo>
                  <a:lnTo>
                    <a:pt x="1049972" y="535152"/>
                  </a:lnTo>
                  <a:lnTo>
                    <a:pt x="1054023" y="536511"/>
                  </a:lnTo>
                  <a:lnTo>
                    <a:pt x="1056690" y="539254"/>
                  </a:lnTo>
                  <a:lnTo>
                    <a:pt x="1059395" y="541985"/>
                  </a:lnTo>
                  <a:lnTo>
                    <a:pt x="1060742" y="545858"/>
                  </a:lnTo>
                  <a:lnTo>
                    <a:pt x="1060742" y="553072"/>
                  </a:lnTo>
                  <a:lnTo>
                    <a:pt x="1060068" y="554405"/>
                  </a:lnTo>
                  <a:lnTo>
                    <a:pt x="1058697" y="555167"/>
                  </a:lnTo>
                  <a:lnTo>
                    <a:pt x="1057363" y="555942"/>
                  </a:lnTo>
                  <a:lnTo>
                    <a:pt x="1055217" y="556488"/>
                  </a:lnTo>
                  <a:lnTo>
                    <a:pt x="1045590" y="557568"/>
                  </a:lnTo>
                  <a:lnTo>
                    <a:pt x="1037348" y="558647"/>
                  </a:lnTo>
                  <a:lnTo>
                    <a:pt x="1033792" y="559269"/>
                  </a:lnTo>
                  <a:lnTo>
                    <a:pt x="1030262" y="560082"/>
                  </a:lnTo>
                  <a:lnTo>
                    <a:pt x="1026756" y="560844"/>
                  </a:lnTo>
                  <a:lnTo>
                    <a:pt x="1011085" y="585812"/>
                  </a:lnTo>
                  <a:lnTo>
                    <a:pt x="1012253" y="590080"/>
                  </a:lnTo>
                  <a:lnTo>
                    <a:pt x="1016927" y="597115"/>
                  </a:lnTo>
                  <a:lnTo>
                    <a:pt x="1020076" y="599808"/>
                  </a:lnTo>
                  <a:lnTo>
                    <a:pt x="1028026" y="603516"/>
                  </a:lnTo>
                  <a:lnTo>
                    <a:pt x="1032446" y="604431"/>
                  </a:lnTo>
                  <a:lnTo>
                    <a:pt x="1041793" y="604431"/>
                  </a:lnTo>
                  <a:lnTo>
                    <a:pt x="1059345" y="593890"/>
                  </a:lnTo>
                  <a:lnTo>
                    <a:pt x="1034702" y="593890"/>
                  </a:lnTo>
                  <a:lnTo>
                    <a:pt x="1030960" y="592899"/>
                  </a:lnTo>
                  <a:lnTo>
                    <a:pt x="1030698" y="592899"/>
                  </a:lnTo>
                  <a:lnTo>
                    <a:pt x="1027455" y="590715"/>
                  </a:lnTo>
                  <a:lnTo>
                    <a:pt x="1024420" y="588606"/>
                  </a:lnTo>
                  <a:lnTo>
                    <a:pt x="1022896" y="585508"/>
                  </a:lnTo>
                  <a:lnTo>
                    <a:pt x="1022896" y="578396"/>
                  </a:lnTo>
                  <a:lnTo>
                    <a:pt x="1047343" y="567524"/>
                  </a:lnTo>
                  <a:lnTo>
                    <a:pt x="1051636" y="566889"/>
                  </a:lnTo>
                  <a:lnTo>
                    <a:pt x="1060742" y="563981"/>
                  </a:lnTo>
                  <a:lnTo>
                    <a:pt x="1072565" y="563981"/>
                  </a:lnTo>
                  <a:lnTo>
                    <a:pt x="1072565" y="545858"/>
                  </a:lnTo>
                  <a:lnTo>
                    <a:pt x="1071633" y="541324"/>
                  </a:lnTo>
                  <a:lnTo>
                    <a:pt x="1071562" y="540981"/>
                  </a:lnTo>
                  <a:lnTo>
                    <a:pt x="1068342" y="535152"/>
                  </a:lnTo>
                  <a:close/>
                </a:path>
                <a:path w="2683509" h="798194">
                  <a:moveTo>
                    <a:pt x="1072565" y="592213"/>
                  </a:moveTo>
                  <a:lnTo>
                    <a:pt x="1060742" y="592213"/>
                  </a:lnTo>
                  <a:lnTo>
                    <a:pt x="1060742" y="602627"/>
                  </a:lnTo>
                  <a:lnTo>
                    <a:pt x="1072565" y="602627"/>
                  </a:lnTo>
                  <a:lnTo>
                    <a:pt x="1072565" y="592213"/>
                  </a:lnTo>
                  <a:close/>
                </a:path>
                <a:path w="2683509" h="798194">
                  <a:moveTo>
                    <a:pt x="1072565" y="563981"/>
                  </a:moveTo>
                  <a:lnTo>
                    <a:pt x="1060742" y="563981"/>
                  </a:lnTo>
                  <a:lnTo>
                    <a:pt x="1060635" y="578396"/>
                  </a:lnTo>
                  <a:lnTo>
                    <a:pt x="1059916" y="581050"/>
                  </a:lnTo>
                  <a:lnTo>
                    <a:pt x="1058240" y="583958"/>
                  </a:lnTo>
                  <a:lnTo>
                    <a:pt x="1056614" y="586854"/>
                  </a:lnTo>
                  <a:lnTo>
                    <a:pt x="1054176" y="589229"/>
                  </a:lnTo>
                  <a:lnTo>
                    <a:pt x="1050937" y="591058"/>
                  </a:lnTo>
                  <a:lnTo>
                    <a:pt x="1047737" y="592899"/>
                  </a:lnTo>
                  <a:lnTo>
                    <a:pt x="1043458" y="593890"/>
                  </a:lnTo>
                  <a:lnTo>
                    <a:pt x="1059345" y="593890"/>
                  </a:lnTo>
                  <a:lnTo>
                    <a:pt x="1060145" y="592213"/>
                  </a:lnTo>
                  <a:lnTo>
                    <a:pt x="1072565" y="592213"/>
                  </a:lnTo>
                  <a:lnTo>
                    <a:pt x="1072565" y="563981"/>
                  </a:lnTo>
                  <a:close/>
                </a:path>
                <a:path w="2683509" h="798194">
                  <a:moveTo>
                    <a:pt x="1046594" y="524738"/>
                  </a:moveTo>
                  <a:lnTo>
                    <a:pt x="1040256" y="524738"/>
                  </a:lnTo>
                  <a:lnTo>
                    <a:pt x="1036319" y="525272"/>
                  </a:lnTo>
                  <a:lnTo>
                    <a:pt x="1013294" y="542759"/>
                  </a:lnTo>
                  <a:lnTo>
                    <a:pt x="1024508" y="546760"/>
                  </a:lnTo>
                  <a:lnTo>
                    <a:pt x="1025804" y="543953"/>
                  </a:lnTo>
                  <a:lnTo>
                    <a:pt x="1028052" y="541324"/>
                  </a:lnTo>
                  <a:lnTo>
                    <a:pt x="1034300" y="536511"/>
                  </a:lnTo>
                  <a:lnTo>
                    <a:pt x="1034010" y="536511"/>
                  </a:lnTo>
                  <a:lnTo>
                    <a:pt x="1038885" y="535152"/>
                  </a:lnTo>
                  <a:lnTo>
                    <a:pt x="1068342" y="535152"/>
                  </a:lnTo>
                  <a:lnTo>
                    <a:pt x="1067549" y="533717"/>
                  </a:lnTo>
                  <a:lnTo>
                    <a:pt x="1065034" y="530987"/>
                  </a:lnTo>
                  <a:lnTo>
                    <a:pt x="1058989" y="527392"/>
                  </a:lnTo>
                  <a:lnTo>
                    <a:pt x="1055877" y="526199"/>
                  </a:lnTo>
                  <a:lnTo>
                    <a:pt x="1052639" y="525640"/>
                  </a:lnTo>
                  <a:lnTo>
                    <a:pt x="1049439" y="525030"/>
                  </a:lnTo>
                  <a:lnTo>
                    <a:pt x="1046594" y="524738"/>
                  </a:lnTo>
                  <a:close/>
                </a:path>
                <a:path w="2683509" h="798194">
                  <a:moveTo>
                    <a:pt x="1105941" y="500100"/>
                  </a:moveTo>
                  <a:lnTo>
                    <a:pt x="1094130" y="500100"/>
                  </a:lnTo>
                  <a:lnTo>
                    <a:pt x="1094130" y="602627"/>
                  </a:lnTo>
                  <a:lnTo>
                    <a:pt x="1105941" y="602627"/>
                  </a:lnTo>
                  <a:lnTo>
                    <a:pt x="1105941" y="500100"/>
                  </a:lnTo>
                  <a:close/>
                </a:path>
                <a:path w="2683509" h="798194">
                  <a:moveTo>
                    <a:pt x="1129576" y="619645"/>
                  </a:moveTo>
                  <a:lnTo>
                    <a:pt x="1126578" y="630059"/>
                  </a:lnTo>
                  <a:lnTo>
                    <a:pt x="1127175" y="630364"/>
                  </a:lnTo>
                  <a:lnTo>
                    <a:pt x="1128255" y="630656"/>
                  </a:lnTo>
                  <a:lnTo>
                    <a:pt x="1131404" y="631291"/>
                  </a:lnTo>
                  <a:lnTo>
                    <a:pt x="1133182" y="631456"/>
                  </a:lnTo>
                  <a:lnTo>
                    <a:pt x="1138758" y="631456"/>
                  </a:lnTo>
                  <a:lnTo>
                    <a:pt x="1141958" y="630834"/>
                  </a:lnTo>
                  <a:lnTo>
                    <a:pt x="1147673" y="628294"/>
                  </a:lnTo>
                  <a:lnTo>
                    <a:pt x="1150188" y="626338"/>
                  </a:lnTo>
                  <a:lnTo>
                    <a:pt x="1152359" y="623697"/>
                  </a:lnTo>
                  <a:lnTo>
                    <a:pt x="1154531" y="621106"/>
                  </a:lnTo>
                  <a:lnTo>
                    <a:pt x="1154784" y="620649"/>
                  </a:lnTo>
                  <a:lnTo>
                    <a:pt x="1134986" y="620649"/>
                  </a:lnTo>
                  <a:lnTo>
                    <a:pt x="1132446" y="620382"/>
                  </a:lnTo>
                  <a:lnTo>
                    <a:pt x="1129576" y="619645"/>
                  </a:lnTo>
                  <a:close/>
                </a:path>
                <a:path w="2683509" h="798194">
                  <a:moveTo>
                    <a:pt x="1134389" y="525729"/>
                  </a:moveTo>
                  <a:lnTo>
                    <a:pt x="1121575" y="525729"/>
                  </a:lnTo>
                  <a:lnTo>
                    <a:pt x="1150010" y="603034"/>
                  </a:lnTo>
                  <a:lnTo>
                    <a:pt x="1146365" y="612940"/>
                  </a:lnTo>
                  <a:lnTo>
                    <a:pt x="1144777" y="615759"/>
                  </a:lnTo>
                  <a:lnTo>
                    <a:pt x="1143050" y="617499"/>
                  </a:lnTo>
                  <a:lnTo>
                    <a:pt x="1141348" y="619264"/>
                  </a:lnTo>
                  <a:lnTo>
                    <a:pt x="1139393" y="620255"/>
                  </a:lnTo>
                  <a:lnTo>
                    <a:pt x="1134986" y="620649"/>
                  </a:lnTo>
                  <a:lnTo>
                    <a:pt x="1154784" y="620649"/>
                  </a:lnTo>
                  <a:lnTo>
                    <a:pt x="1156347" y="617816"/>
                  </a:lnTo>
                  <a:lnTo>
                    <a:pt x="1167756" y="587006"/>
                  </a:lnTo>
                  <a:lnTo>
                    <a:pt x="1155611" y="587006"/>
                  </a:lnTo>
                  <a:lnTo>
                    <a:pt x="1134389" y="525729"/>
                  </a:lnTo>
                  <a:close/>
                </a:path>
                <a:path w="2683509" h="798194">
                  <a:moveTo>
                    <a:pt x="1190447" y="525729"/>
                  </a:moveTo>
                  <a:lnTo>
                    <a:pt x="1177632" y="525729"/>
                  </a:lnTo>
                  <a:lnTo>
                    <a:pt x="1156411" y="587006"/>
                  </a:lnTo>
                  <a:lnTo>
                    <a:pt x="1167756" y="587006"/>
                  </a:lnTo>
                  <a:lnTo>
                    <a:pt x="1190447" y="525729"/>
                  </a:lnTo>
                  <a:close/>
                </a:path>
                <a:path w="2683509" h="798194">
                  <a:moveTo>
                    <a:pt x="1257109" y="525729"/>
                  </a:moveTo>
                  <a:lnTo>
                    <a:pt x="1245692" y="525729"/>
                  </a:lnTo>
                  <a:lnTo>
                    <a:pt x="1245692" y="602627"/>
                  </a:lnTo>
                  <a:lnTo>
                    <a:pt x="1257503" y="602627"/>
                  </a:lnTo>
                  <a:lnTo>
                    <a:pt x="1257503" y="550799"/>
                  </a:lnTo>
                  <a:lnTo>
                    <a:pt x="1258284" y="547598"/>
                  </a:lnTo>
                  <a:lnTo>
                    <a:pt x="1258315" y="547471"/>
                  </a:lnTo>
                  <a:lnTo>
                    <a:pt x="1261541" y="541705"/>
                  </a:lnTo>
                  <a:lnTo>
                    <a:pt x="1263688" y="539432"/>
                  </a:lnTo>
                  <a:lnTo>
                    <a:pt x="1266316" y="537794"/>
                  </a:lnTo>
                  <a:lnTo>
                    <a:pt x="1257109" y="537794"/>
                  </a:lnTo>
                  <a:lnTo>
                    <a:pt x="1257109" y="525729"/>
                  </a:lnTo>
                  <a:close/>
                </a:path>
                <a:path w="2683509" h="798194">
                  <a:moveTo>
                    <a:pt x="1298300" y="535457"/>
                  </a:moveTo>
                  <a:lnTo>
                    <a:pt x="1279705" y="535457"/>
                  </a:lnTo>
                  <a:lnTo>
                    <a:pt x="1283055" y="536702"/>
                  </a:lnTo>
                  <a:lnTo>
                    <a:pt x="1285914" y="539432"/>
                  </a:lnTo>
                  <a:lnTo>
                    <a:pt x="1288339" y="541705"/>
                  </a:lnTo>
                  <a:lnTo>
                    <a:pt x="1288753" y="542124"/>
                  </a:lnTo>
                  <a:lnTo>
                    <a:pt x="1290154" y="545592"/>
                  </a:lnTo>
                  <a:lnTo>
                    <a:pt x="1290154" y="602627"/>
                  </a:lnTo>
                  <a:lnTo>
                    <a:pt x="1302169" y="602627"/>
                  </a:lnTo>
                  <a:lnTo>
                    <a:pt x="1302214" y="547471"/>
                  </a:lnTo>
                  <a:lnTo>
                    <a:pt x="1303642" y="543483"/>
                  </a:lnTo>
                  <a:lnTo>
                    <a:pt x="1306614" y="540258"/>
                  </a:lnTo>
                  <a:lnTo>
                    <a:pt x="1308848" y="537794"/>
                  </a:lnTo>
                  <a:lnTo>
                    <a:pt x="1299385" y="537794"/>
                  </a:lnTo>
                  <a:lnTo>
                    <a:pt x="1298300" y="535457"/>
                  </a:lnTo>
                  <a:close/>
                </a:path>
                <a:path w="2683509" h="798194">
                  <a:moveTo>
                    <a:pt x="1344434" y="535457"/>
                  </a:moveTo>
                  <a:lnTo>
                    <a:pt x="1323733" y="535457"/>
                  </a:lnTo>
                  <a:lnTo>
                    <a:pt x="1327048" y="536562"/>
                  </a:lnTo>
                  <a:lnTo>
                    <a:pt x="1333245" y="541439"/>
                  </a:lnTo>
                  <a:lnTo>
                    <a:pt x="1334034" y="543483"/>
                  </a:lnTo>
                  <a:lnTo>
                    <a:pt x="1334808" y="545592"/>
                  </a:lnTo>
                  <a:lnTo>
                    <a:pt x="1334808" y="602627"/>
                  </a:lnTo>
                  <a:lnTo>
                    <a:pt x="1346619" y="602627"/>
                  </a:lnTo>
                  <a:lnTo>
                    <a:pt x="1346619" y="542124"/>
                  </a:lnTo>
                  <a:lnTo>
                    <a:pt x="1344434" y="535457"/>
                  </a:lnTo>
                  <a:close/>
                </a:path>
                <a:path w="2683509" h="798194">
                  <a:moveTo>
                    <a:pt x="1283804" y="524738"/>
                  </a:moveTo>
                  <a:lnTo>
                    <a:pt x="1273733" y="524738"/>
                  </a:lnTo>
                  <a:lnTo>
                    <a:pt x="1270013" y="525729"/>
                  </a:lnTo>
                  <a:lnTo>
                    <a:pt x="1269382" y="525919"/>
                  </a:lnTo>
                  <a:lnTo>
                    <a:pt x="1265732" y="528281"/>
                  </a:lnTo>
                  <a:lnTo>
                    <a:pt x="1262303" y="530453"/>
                  </a:lnTo>
                  <a:lnTo>
                    <a:pt x="1259712" y="533641"/>
                  </a:lnTo>
                  <a:lnTo>
                    <a:pt x="1258092" y="537794"/>
                  </a:lnTo>
                  <a:lnTo>
                    <a:pt x="1266316" y="537794"/>
                  </a:lnTo>
                  <a:lnTo>
                    <a:pt x="1268983" y="536168"/>
                  </a:lnTo>
                  <a:lnTo>
                    <a:pt x="1271456" y="535457"/>
                  </a:lnTo>
                  <a:lnTo>
                    <a:pt x="1298300" y="535457"/>
                  </a:lnTo>
                  <a:lnTo>
                    <a:pt x="1297522" y="533781"/>
                  </a:lnTo>
                  <a:lnTo>
                    <a:pt x="1297457" y="533641"/>
                  </a:lnTo>
                  <a:lnTo>
                    <a:pt x="1294803" y="530453"/>
                  </a:lnTo>
                  <a:lnTo>
                    <a:pt x="1291533" y="528281"/>
                  </a:lnTo>
                  <a:lnTo>
                    <a:pt x="1288089" y="525919"/>
                  </a:lnTo>
                  <a:lnTo>
                    <a:pt x="1287470" y="525729"/>
                  </a:lnTo>
                  <a:lnTo>
                    <a:pt x="1283804" y="524738"/>
                  </a:lnTo>
                  <a:close/>
                </a:path>
                <a:path w="2683509" h="798194">
                  <a:moveTo>
                    <a:pt x="1330058" y="524738"/>
                  </a:moveTo>
                  <a:lnTo>
                    <a:pt x="1317675" y="524738"/>
                  </a:lnTo>
                  <a:lnTo>
                    <a:pt x="1312964" y="525919"/>
                  </a:lnTo>
                  <a:lnTo>
                    <a:pt x="1305077" y="530618"/>
                  </a:lnTo>
                  <a:lnTo>
                    <a:pt x="1302130" y="533781"/>
                  </a:lnTo>
                  <a:lnTo>
                    <a:pt x="1300137" y="537794"/>
                  </a:lnTo>
                  <a:lnTo>
                    <a:pt x="1308848" y="537794"/>
                  </a:lnTo>
                  <a:lnTo>
                    <a:pt x="1309585" y="536981"/>
                  </a:lnTo>
                  <a:lnTo>
                    <a:pt x="1313484" y="535457"/>
                  </a:lnTo>
                  <a:lnTo>
                    <a:pt x="1344434" y="535457"/>
                  </a:lnTo>
                  <a:lnTo>
                    <a:pt x="1340053" y="531190"/>
                  </a:lnTo>
                  <a:lnTo>
                    <a:pt x="1335684" y="526884"/>
                  </a:lnTo>
                  <a:lnTo>
                    <a:pt x="1330058" y="524738"/>
                  </a:lnTo>
                  <a:close/>
                </a:path>
                <a:path w="2683509" h="798194">
                  <a:moveTo>
                    <a:pt x="1406397" y="524738"/>
                  </a:moveTo>
                  <a:lnTo>
                    <a:pt x="1392516" y="524738"/>
                  </a:lnTo>
                  <a:lnTo>
                    <a:pt x="1386420" y="526389"/>
                  </a:lnTo>
                  <a:lnTo>
                    <a:pt x="1375981" y="532993"/>
                  </a:lnTo>
                  <a:lnTo>
                    <a:pt x="1371904" y="537629"/>
                  </a:lnTo>
                  <a:lnTo>
                    <a:pt x="1366062" y="549579"/>
                  </a:lnTo>
                  <a:lnTo>
                    <a:pt x="1364614" y="556577"/>
                  </a:lnTo>
                  <a:lnTo>
                    <a:pt x="1364614" y="572528"/>
                  </a:lnTo>
                  <a:lnTo>
                    <a:pt x="1392516" y="604227"/>
                  </a:lnTo>
                  <a:lnTo>
                    <a:pt x="1406397" y="604227"/>
                  </a:lnTo>
                  <a:lnTo>
                    <a:pt x="1412468" y="602576"/>
                  </a:lnTo>
                  <a:lnTo>
                    <a:pt x="1422920" y="595972"/>
                  </a:lnTo>
                  <a:lnTo>
                    <a:pt x="1424997" y="593610"/>
                  </a:lnTo>
                  <a:lnTo>
                    <a:pt x="1394180" y="593610"/>
                  </a:lnTo>
                  <a:lnTo>
                    <a:pt x="1389849" y="592264"/>
                  </a:lnTo>
                  <a:lnTo>
                    <a:pt x="1383029" y="586854"/>
                  </a:lnTo>
                  <a:lnTo>
                    <a:pt x="1380515" y="583298"/>
                  </a:lnTo>
                  <a:lnTo>
                    <a:pt x="1377251" y="574497"/>
                  </a:lnTo>
                  <a:lnTo>
                    <a:pt x="1376425" y="569722"/>
                  </a:lnTo>
                  <a:lnTo>
                    <a:pt x="1376425" y="559447"/>
                  </a:lnTo>
                  <a:lnTo>
                    <a:pt x="1394180" y="535343"/>
                  </a:lnTo>
                  <a:lnTo>
                    <a:pt x="1424980" y="535343"/>
                  </a:lnTo>
                  <a:lnTo>
                    <a:pt x="1422920" y="532993"/>
                  </a:lnTo>
                  <a:lnTo>
                    <a:pt x="1412468" y="526389"/>
                  </a:lnTo>
                  <a:lnTo>
                    <a:pt x="1406397" y="524738"/>
                  </a:lnTo>
                  <a:close/>
                </a:path>
                <a:path w="2683509" h="798194">
                  <a:moveTo>
                    <a:pt x="1424980" y="535343"/>
                  </a:moveTo>
                  <a:lnTo>
                    <a:pt x="1404734" y="535343"/>
                  </a:lnTo>
                  <a:lnTo>
                    <a:pt x="1409064" y="536714"/>
                  </a:lnTo>
                  <a:lnTo>
                    <a:pt x="1415872" y="542188"/>
                  </a:lnTo>
                  <a:lnTo>
                    <a:pt x="1418399" y="545769"/>
                  </a:lnTo>
                  <a:lnTo>
                    <a:pt x="1421663" y="554647"/>
                  </a:lnTo>
                  <a:lnTo>
                    <a:pt x="1422488" y="559447"/>
                  </a:lnTo>
                  <a:lnTo>
                    <a:pt x="1422488" y="569722"/>
                  </a:lnTo>
                  <a:lnTo>
                    <a:pt x="1404734" y="593610"/>
                  </a:lnTo>
                  <a:lnTo>
                    <a:pt x="1424997" y="593610"/>
                  </a:lnTo>
                  <a:lnTo>
                    <a:pt x="1426984" y="591350"/>
                  </a:lnTo>
                  <a:lnTo>
                    <a:pt x="1432826" y="579462"/>
                  </a:lnTo>
                  <a:lnTo>
                    <a:pt x="1434299" y="572528"/>
                  </a:lnTo>
                  <a:lnTo>
                    <a:pt x="1434299" y="556577"/>
                  </a:lnTo>
                  <a:lnTo>
                    <a:pt x="1432826" y="549579"/>
                  </a:lnTo>
                  <a:lnTo>
                    <a:pt x="1429892" y="543610"/>
                  </a:lnTo>
                  <a:lnTo>
                    <a:pt x="1426984" y="537629"/>
                  </a:lnTo>
                  <a:lnTo>
                    <a:pt x="1424980" y="535343"/>
                  </a:lnTo>
                  <a:close/>
                </a:path>
                <a:path w="2683509" h="798194">
                  <a:moveTo>
                    <a:pt x="1486573" y="524738"/>
                  </a:moveTo>
                  <a:lnTo>
                    <a:pt x="1475092" y="524738"/>
                  </a:lnTo>
                  <a:lnTo>
                    <a:pt x="1469389" y="526351"/>
                  </a:lnTo>
                  <a:lnTo>
                    <a:pt x="1459498" y="532841"/>
                  </a:lnTo>
                  <a:lnTo>
                    <a:pt x="1455648" y="537413"/>
                  </a:lnTo>
                  <a:lnTo>
                    <a:pt x="1450111" y="549300"/>
                  </a:lnTo>
                  <a:lnTo>
                    <a:pt x="1448727" y="556310"/>
                  </a:lnTo>
                  <a:lnTo>
                    <a:pt x="1448727" y="572528"/>
                  </a:lnTo>
                  <a:lnTo>
                    <a:pt x="1474952" y="604227"/>
                  </a:lnTo>
                  <a:lnTo>
                    <a:pt x="1486306" y="604227"/>
                  </a:lnTo>
                  <a:lnTo>
                    <a:pt x="1501945" y="593610"/>
                  </a:lnTo>
                  <a:lnTo>
                    <a:pt x="1478025" y="593610"/>
                  </a:lnTo>
                  <a:lnTo>
                    <a:pt x="1474088" y="592378"/>
                  </a:lnTo>
                  <a:lnTo>
                    <a:pt x="1460593" y="569988"/>
                  </a:lnTo>
                  <a:lnTo>
                    <a:pt x="1460593" y="558444"/>
                  </a:lnTo>
                  <a:lnTo>
                    <a:pt x="1477962" y="535343"/>
                  </a:lnTo>
                  <a:lnTo>
                    <a:pt x="1502020" y="535343"/>
                  </a:lnTo>
                  <a:lnTo>
                    <a:pt x="1500136" y="532841"/>
                  </a:lnTo>
                  <a:lnTo>
                    <a:pt x="1498599" y="530745"/>
                  </a:lnTo>
                  <a:lnTo>
                    <a:pt x="1496364" y="528866"/>
                  </a:lnTo>
                  <a:lnTo>
                    <a:pt x="1493431" y="527240"/>
                  </a:lnTo>
                  <a:lnTo>
                    <a:pt x="1490522" y="525564"/>
                  </a:lnTo>
                  <a:lnTo>
                    <a:pt x="1486573" y="524738"/>
                  </a:lnTo>
                  <a:close/>
                </a:path>
                <a:path w="2683509" h="798194">
                  <a:moveTo>
                    <a:pt x="1516608" y="590816"/>
                  </a:moveTo>
                  <a:lnTo>
                    <a:pt x="1505191" y="590816"/>
                  </a:lnTo>
                  <a:lnTo>
                    <a:pt x="1505191" y="602627"/>
                  </a:lnTo>
                  <a:lnTo>
                    <a:pt x="1516608" y="602627"/>
                  </a:lnTo>
                  <a:lnTo>
                    <a:pt x="1516608" y="590816"/>
                  </a:lnTo>
                  <a:close/>
                </a:path>
                <a:path w="2683509" h="798194">
                  <a:moveTo>
                    <a:pt x="1502020" y="535343"/>
                  </a:moveTo>
                  <a:lnTo>
                    <a:pt x="1487779" y="535343"/>
                  </a:lnTo>
                  <a:lnTo>
                    <a:pt x="1491903" y="536625"/>
                  </a:lnTo>
                  <a:lnTo>
                    <a:pt x="1495082" y="539000"/>
                  </a:lnTo>
                  <a:lnTo>
                    <a:pt x="1498358" y="541401"/>
                  </a:lnTo>
                  <a:lnTo>
                    <a:pt x="1500822" y="544779"/>
                  </a:lnTo>
                  <a:lnTo>
                    <a:pt x="1504162" y="553415"/>
                  </a:lnTo>
                  <a:lnTo>
                    <a:pt x="1505000" y="558444"/>
                  </a:lnTo>
                  <a:lnTo>
                    <a:pt x="1505000" y="569988"/>
                  </a:lnTo>
                  <a:lnTo>
                    <a:pt x="1504230" y="574624"/>
                  </a:lnTo>
                  <a:lnTo>
                    <a:pt x="1504149" y="575106"/>
                  </a:lnTo>
                  <a:lnTo>
                    <a:pt x="1500746" y="583958"/>
                  </a:lnTo>
                  <a:lnTo>
                    <a:pt x="1498257" y="587413"/>
                  </a:lnTo>
                  <a:lnTo>
                    <a:pt x="1491716" y="592378"/>
                  </a:lnTo>
                  <a:lnTo>
                    <a:pt x="1487703" y="593610"/>
                  </a:lnTo>
                  <a:lnTo>
                    <a:pt x="1501945" y="593610"/>
                  </a:lnTo>
                  <a:lnTo>
                    <a:pt x="1502814" y="592378"/>
                  </a:lnTo>
                  <a:lnTo>
                    <a:pt x="1503794" y="590816"/>
                  </a:lnTo>
                  <a:lnTo>
                    <a:pt x="1516608" y="590816"/>
                  </a:lnTo>
                  <a:lnTo>
                    <a:pt x="1516608" y="537946"/>
                  </a:lnTo>
                  <a:lnTo>
                    <a:pt x="1503794" y="537946"/>
                  </a:lnTo>
                  <a:lnTo>
                    <a:pt x="1502938" y="536625"/>
                  </a:lnTo>
                  <a:lnTo>
                    <a:pt x="1502020" y="535343"/>
                  </a:lnTo>
                  <a:close/>
                </a:path>
                <a:path w="2683509" h="798194">
                  <a:moveTo>
                    <a:pt x="1516608" y="500100"/>
                  </a:moveTo>
                  <a:lnTo>
                    <a:pt x="1504797" y="500100"/>
                  </a:lnTo>
                  <a:lnTo>
                    <a:pt x="1504797" y="537946"/>
                  </a:lnTo>
                  <a:lnTo>
                    <a:pt x="1516608" y="537946"/>
                  </a:lnTo>
                  <a:lnTo>
                    <a:pt x="1516608" y="500100"/>
                  </a:lnTo>
                  <a:close/>
                </a:path>
                <a:path w="2683509" h="798194">
                  <a:moveTo>
                    <a:pt x="1574926" y="524738"/>
                  </a:moveTo>
                  <a:lnTo>
                    <a:pt x="1563979" y="524738"/>
                  </a:lnTo>
                  <a:lnTo>
                    <a:pt x="1557908" y="526440"/>
                  </a:lnTo>
                  <a:lnTo>
                    <a:pt x="1536280" y="556907"/>
                  </a:lnTo>
                  <a:lnTo>
                    <a:pt x="1536280" y="572655"/>
                  </a:lnTo>
                  <a:lnTo>
                    <a:pt x="1564716" y="604227"/>
                  </a:lnTo>
                  <a:lnTo>
                    <a:pt x="1577327" y="604227"/>
                  </a:lnTo>
                  <a:lnTo>
                    <a:pt x="1582026" y="603427"/>
                  </a:lnTo>
                  <a:lnTo>
                    <a:pt x="1590370" y="600189"/>
                  </a:lnTo>
                  <a:lnTo>
                    <a:pt x="1593862" y="597916"/>
                  </a:lnTo>
                  <a:lnTo>
                    <a:pt x="1598068" y="593610"/>
                  </a:lnTo>
                  <a:lnTo>
                    <a:pt x="1567357" y="593610"/>
                  </a:lnTo>
                  <a:lnTo>
                    <a:pt x="1563166" y="592582"/>
                  </a:lnTo>
                  <a:lnTo>
                    <a:pt x="1548091" y="568185"/>
                  </a:lnTo>
                  <a:lnTo>
                    <a:pt x="1544688" y="568185"/>
                  </a:lnTo>
                  <a:lnTo>
                    <a:pt x="1544688" y="557974"/>
                  </a:lnTo>
                  <a:lnTo>
                    <a:pt x="1548091" y="557974"/>
                  </a:lnTo>
                  <a:lnTo>
                    <a:pt x="1548091" y="555536"/>
                  </a:lnTo>
                  <a:lnTo>
                    <a:pt x="1566214" y="535343"/>
                  </a:lnTo>
                  <a:lnTo>
                    <a:pt x="1595717" y="535343"/>
                  </a:lnTo>
                  <a:lnTo>
                    <a:pt x="1590243" y="530237"/>
                  </a:lnTo>
                  <a:lnTo>
                    <a:pt x="1586699" y="528066"/>
                  </a:lnTo>
                  <a:lnTo>
                    <a:pt x="1578889" y="525399"/>
                  </a:lnTo>
                  <a:lnTo>
                    <a:pt x="1574926" y="524738"/>
                  </a:lnTo>
                  <a:close/>
                </a:path>
                <a:path w="2683509" h="798194">
                  <a:moveTo>
                    <a:pt x="1591348" y="581596"/>
                  </a:moveTo>
                  <a:lnTo>
                    <a:pt x="1575231" y="593610"/>
                  </a:lnTo>
                  <a:lnTo>
                    <a:pt x="1598068" y="593610"/>
                  </a:lnTo>
                  <a:lnTo>
                    <a:pt x="1599539" y="592086"/>
                  </a:lnTo>
                  <a:lnTo>
                    <a:pt x="1601558" y="588683"/>
                  </a:lnTo>
                  <a:lnTo>
                    <a:pt x="1602765" y="584809"/>
                  </a:lnTo>
                  <a:lnTo>
                    <a:pt x="1591348" y="581596"/>
                  </a:lnTo>
                  <a:close/>
                </a:path>
                <a:path w="2683509" h="798194">
                  <a:moveTo>
                    <a:pt x="1548091" y="557974"/>
                  </a:moveTo>
                  <a:lnTo>
                    <a:pt x="1544688" y="557974"/>
                  </a:lnTo>
                  <a:lnTo>
                    <a:pt x="1544688" y="568185"/>
                  </a:lnTo>
                  <a:lnTo>
                    <a:pt x="1548091" y="568185"/>
                  </a:lnTo>
                  <a:lnTo>
                    <a:pt x="1548091" y="557974"/>
                  </a:lnTo>
                  <a:close/>
                </a:path>
                <a:path w="2683509" h="798194">
                  <a:moveTo>
                    <a:pt x="1595717" y="535343"/>
                  </a:moveTo>
                  <a:lnTo>
                    <a:pt x="1575193" y="535343"/>
                  </a:lnTo>
                  <a:lnTo>
                    <a:pt x="1578902" y="536333"/>
                  </a:lnTo>
                  <a:lnTo>
                    <a:pt x="1585213" y="540270"/>
                  </a:lnTo>
                  <a:lnTo>
                    <a:pt x="1587639" y="542950"/>
                  </a:lnTo>
                  <a:lnTo>
                    <a:pt x="1589341" y="546354"/>
                  </a:lnTo>
                  <a:lnTo>
                    <a:pt x="1591081" y="549757"/>
                  </a:lnTo>
                  <a:lnTo>
                    <a:pt x="1591944" y="553631"/>
                  </a:lnTo>
                  <a:lnTo>
                    <a:pt x="1591944" y="557974"/>
                  </a:lnTo>
                  <a:lnTo>
                    <a:pt x="1548091" y="557974"/>
                  </a:lnTo>
                  <a:lnTo>
                    <a:pt x="1548091" y="568185"/>
                  </a:lnTo>
                  <a:lnTo>
                    <a:pt x="1603959" y="568185"/>
                  </a:lnTo>
                  <a:lnTo>
                    <a:pt x="1603886" y="555536"/>
                  </a:lnTo>
                  <a:lnTo>
                    <a:pt x="1603019" y="549960"/>
                  </a:lnTo>
                  <a:lnTo>
                    <a:pt x="1599253" y="540270"/>
                  </a:lnTo>
                  <a:lnTo>
                    <a:pt x="1596846" y="536511"/>
                  </a:lnTo>
                  <a:lnTo>
                    <a:pt x="1596730" y="536333"/>
                  </a:lnTo>
                  <a:lnTo>
                    <a:pt x="1595717" y="535343"/>
                  </a:lnTo>
                  <a:close/>
                </a:path>
                <a:path w="2683509" h="798194">
                  <a:moveTo>
                    <a:pt x="1633753" y="500100"/>
                  </a:moveTo>
                  <a:lnTo>
                    <a:pt x="1621942" y="500100"/>
                  </a:lnTo>
                  <a:lnTo>
                    <a:pt x="1621942" y="602627"/>
                  </a:lnTo>
                  <a:lnTo>
                    <a:pt x="1633753" y="602627"/>
                  </a:lnTo>
                  <a:lnTo>
                    <a:pt x="1633753" y="500100"/>
                  </a:lnTo>
                  <a:close/>
                </a:path>
                <a:path w="2683509" h="798194">
                  <a:moveTo>
                    <a:pt x="1724774" y="495300"/>
                  </a:moveTo>
                  <a:lnTo>
                    <a:pt x="1718195" y="495300"/>
                  </a:lnTo>
                  <a:lnTo>
                    <a:pt x="1714715" y="496036"/>
                  </a:lnTo>
                  <a:lnTo>
                    <a:pt x="1708099" y="498970"/>
                  </a:lnTo>
                  <a:lnTo>
                    <a:pt x="1705419" y="501167"/>
                  </a:lnTo>
                  <a:lnTo>
                    <a:pt x="1701275" y="507060"/>
                  </a:lnTo>
                  <a:lnTo>
                    <a:pt x="1700237" y="510717"/>
                  </a:lnTo>
                  <a:lnTo>
                    <a:pt x="1700237" y="602627"/>
                  </a:lnTo>
                  <a:lnTo>
                    <a:pt x="1712061" y="602627"/>
                  </a:lnTo>
                  <a:lnTo>
                    <a:pt x="1712061" y="514121"/>
                  </a:lnTo>
                  <a:lnTo>
                    <a:pt x="1712912" y="511238"/>
                  </a:lnTo>
                  <a:lnTo>
                    <a:pt x="1716341" y="507301"/>
                  </a:lnTo>
                  <a:lnTo>
                    <a:pt x="1719160" y="506310"/>
                  </a:lnTo>
                  <a:lnTo>
                    <a:pt x="1730078" y="506310"/>
                  </a:lnTo>
                  <a:lnTo>
                    <a:pt x="1733080" y="497306"/>
                  </a:lnTo>
                  <a:lnTo>
                    <a:pt x="1732178" y="496900"/>
                  </a:lnTo>
                  <a:lnTo>
                    <a:pt x="1730819" y="496468"/>
                  </a:lnTo>
                  <a:lnTo>
                    <a:pt x="1727136" y="495528"/>
                  </a:lnTo>
                  <a:lnTo>
                    <a:pt x="1724774" y="495300"/>
                  </a:lnTo>
                  <a:close/>
                </a:path>
                <a:path w="2683509" h="798194">
                  <a:moveTo>
                    <a:pt x="1700237" y="525729"/>
                  </a:moveTo>
                  <a:lnTo>
                    <a:pt x="1687829" y="525729"/>
                  </a:lnTo>
                  <a:lnTo>
                    <a:pt x="1687829" y="535749"/>
                  </a:lnTo>
                  <a:lnTo>
                    <a:pt x="1700237" y="535749"/>
                  </a:lnTo>
                  <a:lnTo>
                    <a:pt x="1700237" y="525729"/>
                  </a:lnTo>
                  <a:close/>
                </a:path>
                <a:path w="2683509" h="798194">
                  <a:moveTo>
                    <a:pt x="1729282" y="525729"/>
                  </a:moveTo>
                  <a:lnTo>
                    <a:pt x="1712061" y="525729"/>
                  </a:lnTo>
                  <a:lnTo>
                    <a:pt x="1712061" y="535749"/>
                  </a:lnTo>
                  <a:lnTo>
                    <a:pt x="1729282" y="535749"/>
                  </a:lnTo>
                  <a:lnTo>
                    <a:pt x="1729282" y="525729"/>
                  </a:lnTo>
                  <a:close/>
                </a:path>
                <a:path w="2683509" h="798194">
                  <a:moveTo>
                    <a:pt x="1730078" y="506310"/>
                  </a:moveTo>
                  <a:lnTo>
                    <a:pt x="1724774" y="506310"/>
                  </a:lnTo>
                  <a:lnTo>
                    <a:pt x="1726145" y="506463"/>
                  </a:lnTo>
                  <a:lnTo>
                    <a:pt x="1728241" y="507060"/>
                  </a:lnTo>
                  <a:lnTo>
                    <a:pt x="1729676" y="507517"/>
                  </a:lnTo>
                  <a:lnTo>
                    <a:pt x="1730027" y="506463"/>
                  </a:lnTo>
                  <a:lnTo>
                    <a:pt x="1730078" y="506310"/>
                  </a:lnTo>
                  <a:close/>
                </a:path>
                <a:path w="2683509" h="798194">
                  <a:moveTo>
                    <a:pt x="1757654" y="500100"/>
                  </a:moveTo>
                  <a:lnTo>
                    <a:pt x="1745830" y="500100"/>
                  </a:lnTo>
                  <a:lnTo>
                    <a:pt x="1745830" y="602627"/>
                  </a:lnTo>
                  <a:lnTo>
                    <a:pt x="1757654" y="602627"/>
                  </a:lnTo>
                  <a:lnTo>
                    <a:pt x="1757654" y="500100"/>
                  </a:lnTo>
                  <a:close/>
                </a:path>
                <a:path w="2683509" h="798194">
                  <a:moveTo>
                    <a:pt x="1832943" y="535152"/>
                  </a:moveTo>
                  <a:lnTo>
                    <a:pt x="1814563" y="535152"/>
                  </a:lnTo>
                  <a:lnTo>
                    <a:pt x="1818614" y="536511"/>
                  </a:lnTo>
                  <a:lnTo>
                    <a:pt x="1823986" y="541985"/>
                  </a:lnTo>
                  <a:lnTo>
                    <a:pt x="1825345" y="545858"/>
                  </a:lnTo>
                  <a:lnTo>
                    <a:pt x="1825345" y="553072"/>
                  </a:lnTo>
                  <a:lnTo>
                    <a:pt x="1824659" y="554405"/>
                  </a:lnTo>
                  <a:lnTo>
                    <a:pt x="1823288" y="555167"/>
                  </a:lnTo>
                  <a:lnTo>
                    <a:pt x="1821954" y="555942"/>
                  </a:lnTo>
                  <a:lnTo>
                    <a:pt x="1819821" y="556488"/>
                  </a:lnTo>
                  <a:lnTo>
                    <a:pt x="1810194" y="557568"/>
                  </a:lnTo>
                  <a:lnTo>
                    <a:pt x="1801952" y="558647"/>
                  </a:lnTo>
                  <a:lnTo>
                    <a:pt x="1798396" y="559269"/>
                  </a:lnTo>
                  <a:lnTo>
                    <a:pt x="1794852" y="560082"/>
                  </a:lnTo>
                  <a:lnTo>
                    <a:pt x="1791347" y="560844"/>
                  </a:lnTo>
                  <a:lnTo>
                    <a:pt x="1788147" y="562013"/>
                  </a:lnTo>
                  <a:lnTo>
                    <a:pt x="1782343" y="565150"/>
                  </a:lnTo>
                  <a:lnTo>
                    <a:pt x="1780019" y="567321"/>
                  </a:lnTo>
                  <a:lnTo>
                    <a:pt x="1778292" y="570090"/>
                  </a:lnTo>
                  <a:lnTo>
                    <a:pt x="1776552" y="572820"/>
                  </a:lnTo>
                  <a:lnTo>
                    <a:pt x="1775777" y="576033"/>
                  </a:lnTo>
                  <a:lnTo>
                    <a:pt x="1775688" y="585812"/>
                  </a:lnTo>
                  <a:lnTo>
                    <a:pt x="1776856" y="590080"/>
                  </a:lnTo>
                  <a:lnTo>
                    <a:pt x="1781530" y="597115"/>
                  </a:lnTo>
                  <a:lnTo>
                    <a:pt x="1784680" y="599808"/>
                  </a:lnTo>
                  <a:lnTo>
                    <a:pt x="1792617" y="603516"/>
                  </a:lnTo>
                  <a:lnTo>
                    <a:pt x="1797037" y="604431"/>
                  </a:lnTo>
                  <a:lnTo>
                    <a:pt x="1806384" y="604431"/>
                  </a:lnTo>
                  <a:lnTo>
                    <a:pt x="1823948" y="593890"/>
                  </a:lnTo>
                  <a:lnTo>
                    <a:pt x="1799307" y="593890"/>
                  </a:lnTo>
                  <a:lnTo>
                    <a:pt x="1795552" y="592899"/>
                  </a:lnTo>
                  <a:lnTo>
                    <a:pt x="1795288" y="592899"/>
                  </a:lnTo>
                  <a:lnTo>
                    <a:pt x="1792058" y="590715"/>
                  </a:lnTo>
                  <a:lnTo>
                    <a:pt x="1789010" y="588606"/>
                  </a:lnTo>
                  <a:lnTo>
                    <a:pt x="1787499" y="585508"/>
                  </a:lnTo>
                  <a:lnTo>
                    <a:pt x="1787499" y="578396"/>
                  </a:lnTo>
                  <a:lnTo>
                    <a:pt x="1796313" y="570344"/>
                  </a:lnTo>
                  <a:lnTo>
                    <a:pt x="1798980" y="569442"/>
                  </a:lnTo>
                  <a:lnTo>
                    <a:pt x="1801850" y="568782"/>
                  </a:lnTo>
                  <a:lnTo>
                    <a:pt x="1811947" y="567524"/>
                  </a:lnTo>
                  <a:lnTo>
                    <a:pt x="1816226" y="566889"/>
                  </a:lnTo>
                  <a:lnTo>
                    <a:pt x="1825345" y="563981"/>
                  </a:lnTo>
                  <a:lnTo>
                    <a:pt x="1837156" y="563981"/>
                  </a:lnTo>
                  <a:lnTo>
                    <a:pt x="1837156" y="545858"/>
                  </a:lnTo>
                  <a:lnTo>
                    <a:pt x="1836223" y="541324"/>
                  </a:lnTo>
                  <a:lnTo>
                    <a:pt x="1836153" y="540981"/>
                  </a:lnTo>
                  <a:lnTo>
                    <a:pt x="1832943" y="535152"/>
                  </a:lnTo>
                  <a:close/>
                </a:path>
                <a:path w="2683509" h="798194">
                  <a:moveTo>
                    <a:pt x="1837156" y="592213"/>
                  </a:moveTo>
                  <a:lnTo>
                    <a:pt x="1825345" y="592213"/>
                  </a:lnTo>
                  <a:lnTo>
                    <a:pt x="1825345" y="602627"/>
                  </a:lnTo>
                  <a:lnTo>
                    <a:pt x="1837156" y="602627"/>
                  </a:lnTo>
                  <a:lnTo>
                    <a:pt x="1837156" y="592213"/>
                  </a:lnTo>
                  <a:close/>
                </a:path>
                <a:path w="2683509" h="798194">
                  <a:moveTo>
                    <a:pt x="1837156" y="563981"/>
                  </a:moveTo>
                  <a:lnTo>
                    <a:pt x="1825345" y="563981"/>
                  </a:lnTo>
                  <a:lnTo>
                    <a:pt x="1825237" y="578396"/>
                  </a:lnTo>
                  <a:lnTo>
                    <a:pt x="1824507" y="581050"/>
                  </a:lnTo>
                  <a:lnTo>
                    <a:pt x="1821205" y="586854"/>
                  </a:lnTo>
                  <a:lnTo>
                    <a:pt x="1818766" y="589229"/>
                  </a:lnTo>
                  <a:lnTo>
                    <a:pt x="1815528" y="591058"/>
                  </a:lnTo>
                  <a:lnTo>
                    <a:pt x="1812328" y="592899"/>
                  </a:lnTo>
                  <a:lnTo>
                    <a:pt x="1808063" y="593890"/>
                  </a:lnTo>
                  <a:lnTo>
                    <a:pt x="1823948" y="593890"/>
                  </a:lnTo>
                  <a:lnTo>
                    <a:pt x="1824748" y="592213"/>
                  </a:lnTo>
                  <a:lnTo>
                    <a:pt x="1837156" y="592213"/>
                  </a:lnTo>
                  <a:lnTo>
                    <a:pt x="1837156" y="563981"/>
                  </a:lnTo>
                  <a:close/>
                </a:path>
                <a:path w="2683509" h="798194">
                  <a:moveTo>
                    <a:pt x="1811197" y="524738"/>
                  </a:moveTo>
                  <a:lnTo>
                    <a:pt x="1804847" y="524738"/>
                  </a:lnTo>
                  <a:lnTo>
                    <a:pt x="1800910" y="525272"/>
                  </a:lnTo>
                  <a:lnTo>
                    <a:pt x="1777885" y="542759"/>
                  </a:lnTo>
                  <a:lnTo>
                    <a:pt x="1789099" y="546760"/>
                  </a:lnTo>
                  <a:lnTo>
                    <a:pt x="1790407" y="543953"/>
                  </a:lnTo>
                  <a:lnTo>
                    <a:pt x="1792655" y="541324"/>
                  </a:lnTo>
                  <a:lnTo>
                    <a:pt x="1798892" y="536511"/>
                  </a:lnTo>
                  <a:lnTo>
                    <a:pt x="1798599" y="536511"/>
                  </a:lnTo>
                  <a:lnTo>
                    <a:pt x="1803488" y="535152"/>
                  </a:lnTo>
                  <a:lnTo>
                    <a:pt x="1832943" y="535152"/>
                  </a:lnTo>
                  <a:lnTo>
                    <a:pt x="1832152" y="533717"/>
                  </a:lnTo>
                  <a:lnTo>
                    <a:pt x="1829638" y="530987"/>
                  </a:lnTo>
                  <a:lnTo>
                    <a:pt x="1823592" y="527392"/>
                  </a:lnTo>
                  <a:lnTo>
                    <a:pt x="1820468" y="526199"/>
                  </a:lnTo>
                  <a:lnTo>
                    <a:pt x="1817230" y="525640"/>
                  </a:lnTo>
                  <a:lnTo>
                    <a:pt x="1814029" y="525030"/>
                  </a:lnTo>
                  <a:lnTo>
                    <a:pt x="1811197" y="524738"/>
                  </a:lnTo>
                  <a:close/>
                </a:path>
                <a:path w="2683509" h="798194">
                  <a:moveTo>
                    <a:pt x="1867738" y="611035"/>
                  </a:moveTo>
                  <a:lnTo>
                    <a:pt x="1859508" y="616813"/>
                  </a:lnTo>
                  <a:lnTo>
                    <a:pt x="1858330" y="617677"/>
                  </a:lnTo>
                  <a:lnTo>
                    <a:pt x="1859927" y="620318"/>
                  </a:lnTo>
                  <a:lnTo>
                    <a:pt x="1884057" y="633069"/>
                  </a:lnTo>
                  <a:lnTo>
                    <a:pt x="1895894" y="633069"/>
                  </a:lnTo>
                  <a:lnTo>
                    <a:pt x="1901469" y="632079"/>
                  </a:lnTo>
                  <a:lnTo>
                    <a:pt x="1906473" y="630110"/>
                  </a:lnTo>
                  <a:lnTo>
                    <a:pt x="1911515" y="628180"/>
                  </a:lnTo>
                  <a:lnTo>
                    <a:pt x="1915528" y="625119"/>
                  </a:lnTo>
                  <a:lnTo>
                    <a:pt x="1917161" y="622820"/>
                  </a:lnTo>
                  <a:lnTo>
                    <a:pt x="1917278" y="622655"/>
                  </a:lnTo>
                  <a:lnTo>
                    <a:pt x="1885124" y="622655"/>
                  </a:lnTo>
                  <a:lnTo>
                    <a:pt x="1881365" y="621969"/>
                  </a:lnTo>
                  <a:lnTo>
                    <a:pt x="1875662" y="619264"/>
                  </a:lnTo>
                  <a:lnTo>
                    <a:pt x="1873427" y="617677"/>
                  </a:lnTo>
                  <a:lnTo>
                    <a:pt x="1870151" y="614045"/>
                  </a:lnTo>
                  <a:lnTo>
                    <a:pt x="1868804" y="612444"/>
                  </a:lnTo>
                  <a:lnTo>
                    <a:pt x="1867738" y="611035"/>
                  </a:lnTo>
                  <a:close/>
                </a:path>
                <a:path w="2683509" h="798194">
                  <a:moveTo>
                    <a:pt x="1922995" y="588416"/>
                  </a:moveTo>
                  <a:lnTo>
                    <a:pt x="1911184" y="588416"/>
                  </a:lnTo>
                  <a:lnTo>
                    <a:pt x="1911184" y="610438"/>
                  </a:lnTo>
                  <a:lnTo>
                    <a:pt x="1909165" y="615137"/>
                  </a:lnTo>
                  <a:lnTo>
                    <a:pt x="1901088" y="621144"/>
                  </a:lnTo>
                  <a:lnTo>
                    <a:pt x="1895970" y="622655"/>
                  </a:lnTo>
                  <a:lnTo>
                    <a:pt x="1917278" y="622655"/>
                  </a:lnTo>
                  <a:lnTo>
                    <a:pt x="1918487" y="620953"/>
                  </a:lnTo>
                  <a:lnTo>
                    <a:pt x="1921497" y="616813"/>
                  </a:lnTo>
                  <a:lnTo>
                    <a:pt x="1922995" y="611441"/>
                  </a:lnTo>
                  <a:lnTo>
                    <a:pt x="1922995" y="588416"/>
                  </a:lnTo>
                  <a:close/>
                </a:path>
                <a:path w="2683509" h="798194">
                  <a:moveTo>
                    <a:pt x="1892960" y="524738"/>
                  </a:moveTo>
                  <a:lnTo>
                    <a:pt x="1881479" y="524738"/>
                  </a:lnTo>
                  <a:lnTo>
                    <a:pt x="1875777" y="526351"/>
                  </a:lnTo>
                  <a:lnTo>
                    <a:pt x="1865853" y="532841"/>
                  </a:lnTo>
                  <a:lnTo>
                    <a:pt x="1862035" y="537337"/>
                  </a:lnTo>
                  <a:lnTo>
                    <a:pt x="1856498" y="549046"/>
                  </a:lnTo>
                  <a:lnTo>
                    <a:pt x="1855114" y="555904"/>
                  </a:lnTo>
                  <a:lnTo>
                    <a:pt x="1855114" y="571792"/>
                  </a:lnTo>
                  <a:lnTo>
                    <a:pt x="1881543" y="601421"/>
                  </a:lnTo>
                  <a:lnTo>
                    <a:pt x="1892757" y="601421"/>
                  </a:lnTo>
                  <a:lnTo>
                    <a:pt x="1896732" y="600646"/>
                  </a:lnTo>
                  <a:lnTo>
                    <a:pt x="1902637" y="597471"/>
                  </a:lnTo>
                  <a:lnTo>
                    <a:pt x="1904911" y="595655"/>
                  </a:lnTo>
                  <a:lnTo>
                    <a:pt x="1906473" y="593610"/>
                  </a:lnTo>
                  <a:lnTo>
                    <a:pt x="1908086" y="591553"/>
                  </a:lnTo>
                  <a:lnTo>
                    <a:pt x="1908607" y="590816"/>
                  </a:lnTo>
                  <a:lnTo>
                    <a:pt x="1884413" y="590816"/>
                  </a:lnTo>
                  <a:lnTo>
                    <a:pt x="1880830" y="589813"/>
                  </a:lnTo>
                  <a:lnTo>
                    <a:pt x="1880507" y="589813"/>
                  </a:lnTo>
                  <a:lnTo>
                    <a:pt x="1876945" y="587362"/>
                  </a:lnTo>
                  <a:lnTo>
                    <a:pt x="1866982" y="558038"/>
                  </a:lnTo>
                  <a:lnTo>
                    <a:pt x="1867750" y="553631"/>
                  </a:lnTo>
                  <a:lnTo>
                    <a:pt x="1871052" y="545096"/>
                  </a:lnTo>
                  <a:lnTo>
                    <a:pt x="1873542" y="541693"/>
                  </a:lnTo>
                  <a:lnTo>
                    <a:pt x="1880184" y="536613"/>
                  </a:lnTo>
                  <a:lnTo>
                    <a:pt x="1884349" y="535343"/>
                  </a:lnTo>
                  <a:lnTo>
                    <a:pt x="1908592" y="535343"/>
                  </a:lnTo>
                  <a:lnTo>
                    <a:pt x="1906676" y="532841"/>
                  </a:lnTo>
                  <a:lnTo>
                    <a:pt x="1905114" y="530745"/>
                  </a:lnTo>
                  <a:lnTo>
                    <a:pt x="1902840" y="528866"/>
                  </a:lnTo>
                  <a:lnTo>
                    <a:pt x="1899869" y="527240"/>
                  </a:lnTo>
                  <a:lnTo>
                    <a:pt x="1896935" y="525564"/>
                  </a:lnTo>
                  <a:lnTo>
                    <a:pt x="1892960" y="524738"/>
                  </a:lnTo>
                  <a:close/>
                </a:path>
                <a:path w="2683509" h="798194">
                  <a:moveTo>
                    <a:pt x="1908592" y="535343"/>
                  </a:moveTo>
                  <a:lnTo>
                    <a:pt x="1894166" y="535343"/>
                  </a:lnTo>
                  <a:lnTo>
                    <a:pt x="1898292" y="536613"/>
                  </a:lnTo>
                  <a:lnTo>
                    <a:pt x="1904745" y="541350"/>
                  </a:lnTo>
                  <a:lnTo>
                    <a:pt x="1907209" y="544677"/>
                  </a:lnTo>
                  <a:lnTo>
                    <a:pt x="1910549" y="553148"/>
                  </a:lnTo>
                  <a:lnTo>
                    <a:pt x="1911388" y="558038"/>
                  </a:lnTo>
                  <a:lnTo>
                    <a:pt x="1911388" y="569252"/>
                  </a:lnTo>
                  <a:lnTo>
                    <a:pt x="1910621" y="573646"/>
                  </a:lnTo>
                  <a:lnTo>
                    <a:pt x="1910537" y="574128"/>
                  </a:lnTo>
                  <a:lnTo>
                    <a:pt x="1907133" y="582269"/>
                  </a:lnTo>
                  <a:lnTo>
                    <a:pt x="1904644" y="585393"/>
                  </a:lnTo>
                  <a:lnTo>
                    <a:pt x="1897969" y="589813"/>
                  </a:lnTo>
                  <a:lnTo>
                    <a:pt x="1897778" y="589813"/>
                  </a:lnTo>
                  <a:lnTo>
                    <a:pt x="1894103" y="590816"/>
                  </a:lnTo>
                  <a:lnTo>
                    <a:pt x="1908607" y="590816"/>
                  </a:lnTo>
                  <a:lnTo>
                    <a:pt x="1909317" y="589813"/>
                  </a:lnTo>
                  <a:lnTo>
                    <a:pt x="1910181" y="588416"/>
                  </a:lnTo>
                  <a:lnTo>
                    <a:pt x="1922995" y="588416"/>
                  </a:lnTo>
                  <a:lnTo>
                    <a:pt x="1922995" y="537946"/>
                  </a:lnTo>
                  <a:lnTo>
                    <a:pt x="1910384" y="537946"/>
                  </a:lnTo>
                  <a:lnTo>
                    <a:pt x="1909521" y="536613"/>
                  </a:lnTo>
                  <a:lnTo>
                    <a:pt x="1908592" y="535343"/>
                  </a:lnTo>
                  <a:close/>
                </a:path>
                <a:path w="2683509" h="798194">
                  <a:moveTo>
                    <a:pt x="1922995" y="525729"/>
                  </a:moveTo>
                  <a:lnTo>
                    <a:pt x="1911591" y="525729"/>
                  </a:lnTo>
                  <a:lnTo>
                    <a:pt x="1911591" y="537946"/>
                  </a:lnTo>
                  <a:lnTo>
                    <a:pt x="1922995" y="537946"/>
                  </a:lnTo>
                  <a:lnTo>
                    <a:pt x="1922995" y="525729"/>
                  </a:lnTo>
                  <a:close/>
                </a:path>
                <a:path w="2683509" h="798194">
                  <a:moveTo>
                    <a:pt x="1952434" y="581406"/>
                  </a:moveTo>
                  <a:lnTo>
                    <a:pt x="1941220" y="584200"/>
                  </a:lnTo>
                  <a:lnTo>
                    <a:pt x="1942591" y="590740"/>
                  </a:lnTo>
                  <a:lnTo>
                    <a:pt x="1945843" y="595718"/>
                  </a:lnTo>
                  <a:lnTo>
                    <a:pt x="1956117" y="602526"/>
                  </a:lnTo>
                  <a:lnTo>
                    <a:pt x="1962619" y="604227"/>
                  </a:lnTo>
                  <a:lnTo>
                    <a:pt x="1976424" y="604227"/>
                  </a:lnTo>
                  <a:lnTo>
                    <a:pt x="1981669" y="603224"/>
                  </a:lnTo>
                  <a:lnTo>
                    <a:pt x="1990686" y="599224"/>
                  </a:lnTo>
                  <a:lnTo>
                    <a:pt x="1994179" y="596480"/>
                  </a:lnTo>
                  <a:lnTo>
                    <a:pt x="1996118" y="593813"/>
                  </a:lnTo>
                  <a:lnTo>
                    <a:pt x="1965413" y="593813"/>
                  </a:lnTo>
                  <a:lnTo>
                    <a:pt x="1961489" y="592785"/>
                  </a:lnTo>
                  <a:lnTo>
                    <a:pt x="1955520" y="588645"/>
                  </a:lnTo>
                  <a:lnTo>
                    <a:pt x="1953542" y="585609"/>
                  </a:lnTo>
                  <a:lnTo>
                    <a:pt x="1953386" y="585101"/>
                  </a:lnTo>
                  <a:lnTo>
                    <a:pt x="1952434" y="581406"/>
                  </a:lnTo>
                  <a:close/>
                </a:path>
                <a:path w="2683509" h="798194">
                  <a:moveTo>
                    <a:pt x="1979472" y="524738"/>
                  </a:moveTo>
                  <a:lnTo>
                    <a:pt x="1966455" y="524738"/>
                  </a:lnTo>
                  <a:lnTo>
                    <a:pt x="1961616" y="525691"/>
                  </a:lnTo>
                  <a:lnTo>
                    <a:pt x="1943620" y="552272"/>
                  </a:lnTo>
                  <a:lnTo>
                    <a:pt x="1945164" y="556437"/>
                  </a:lnTo>
                  <a:lnTo>
                    <a:pt x="1945258" y="556691"/>
                  </a:lnTo>
                  <a:lnTo>
                    <a:pt x="1948535" y="560222"/>
                  </a:lnTo>
                  <a:lnTo>
                    <a:pt x="1951837" y="563727"/>
                  </a:lnTo>
                  <a:lnTo>
                    <a:pt x="1957006" y="566318"/>
                  </a:lnTo>
                  <a:lnTo>
                    <a:pt x="1980730" y="571893"/>
                  </a:lnTo>
                  <a:lnTo>
                    <a:pt x="1983600" y="573265"/>
                  </a:lnTo>
                  <a:lnTo>
                    <a:pt x="1987346" y="576897"/>
                  </a:lnTo>
                  <a:lnTo>
                    <a:pt x="1988273" y="579132"/>
                  </a:lnTo>
                  <a:lnTo>
                    <a:pt x="1988273" y="585101"/>
                  </a:lnTo>
                  <a:lnTo>
                    <a:pt x="1986648" y="587946"/>
                  </a:lnTo>
                  <a:lnTo>
                    <a:pt x="1980133" y="592645"/>
                  </a:lnTo>
                  <a:lnTo>
                    <a:pt x="1975764" y="593813"/>
                  </a:lnTo>
                  <a:lnTo>
                    <a:pt x="1996118" y="593813"/>
                  </a:lnTo>
                  <a:lnTo>
                    <a:pt x="1999221" y="589546"/>
                  </a:lnTo>
                  <a:lnTo>
                    <a:pt x="2000491" y="585609"/>
                  </a:lnTo>
                  <a:lnTo>
                    <a:pt x="2000491" y="575830"/>
                  </a:lnTo>
                  <a:lnTo>
                    <a:pt x="1998802" y="571436"/>
                  </a:lnTo>
                  <a:lnTo>
                    <a:pt x="1992071" y="564603"/>
                  </a:lnTo>
                  <a:lnTo>
                    <a:pt x="1986940" y="562051"/>
                  </a:lnTo>
                  <a:lnTo>
                    <a:pt x="1964118" y="556437"/>
                  </a:lnTo>
                  <a:lnTo>
                    <a:pt x="1960778" y="555015"/>
                  </a:lnTo>
                  <a:lnTo>
                    <a:pt x="1956511" y="551611"/>
                  </a:lnTo>
                  <a:lnTo>
                    <a:pt x="1955444" y="549300"/>
                  </a:lnTo>
                  <a:lnTo>
                    <a:pt x="1955444" y="543052"/>
                  </a:lnTo>
                  <a:lnTo>
                    <a:pt x="1956993" y="540334"/>
                  </a:lnTo>
                  <a:lnTo>
                    <a:pt x="1963229" y="536028"/>
                  </a:lnTo>
                  <a:lnTo>
                    <a:pt x="1967153" y="534949"/>
                  </a:lnTo>
                  <a:lnTo>
                    <a:pt x="1995470" y="534949"/>
                  </a:lnTo>
                  <a:lnTo>
                    <a:pt x="1994153" y="533082"/>
                  </a:lnTo>
                  <a:lnTo>
                    <a:pt x="1985441" y="526402"/>
                  </a:lnTo>
                  <a:lnTo>
                    <a:pt x="1979472" y="524738"/>
                  </a:lnTo>
                  <a:close/>
                </a:path>
                <a:path w="2683509" h="798194">
                  <a:moveTo>
                    <a:pt x="1995470" y="534949"/>
                  </a:moveTo>
                  <a:lnTo>
                    <a:pt x="1975294" y="534949"/>
                  </a:lnTo>
                  <a:lnTo>
                    <a:pt x="1978113" y="535495"/>
                  </a:lnTo>
                  <a:lnTo>
                    <a:pt x="1982520" y="537705"/>
                  </a:lnTo>
                  <a:lnTo>
                    <a:pt x="1984260" y="539102"/>
                  </a:lnTo>
                  <a:lnTo>
                    <a:pt x="1985530" y="540804"/>
                  </a:lnTo>
                  <a:lnTo>
                    <a:pt x="1986826" y="542467"/>
                  </a:lnTo>
                  <a:lnTo>
                    <a:pt x="1987816" y="544195"/>
                  </a:lnTo>
                  <a:lnTo>
                    <a:pt x="1988477" y="545960"/>
                  </a:lnTo>
                  <a:lnTo>
                    <a:pt x="1998735" y="543052"/>
                  </a:lnTo>
                  <a:lnTo>
                    <a:pt x="1999128" y="543052"/>
                  </a:lnTo>
                  <a:lnTo>
                    <a:pt x="1997329" y="537705"/>
                  </a:lnTo>
                  <a:lnTo>
                    <a:pt x="1997252" y="537476"/>
                  </a:lnTo>
                  <a:lnTo>
                    <a:pt x="1995470" y="534949"/>
                  </a:lnTo>
                  <a:close/>
                </a:path>
                <a:path w="2683509" h="798194">
                  <a:moveTo>
                    <a:pt x="2087664" y="495300"/>
                  </a:moveTo>
                  <a:lnTo>
                    <a:pt x="2081085" y="495300"/>
                  </a:lnTo>
                  <a:lnTo>
                    <a:pt x="2077592" y="496036"/>
                  </a:lnTo>
                  <a:lnTo>
                    <a:pt x="2070988" y="498970"/>
                  </a:lnTo>
                  <a:lnTo>
                    <a:pt x="2068309" y="501167"/>
                  </a:lnTo>
                  <a:lnTo>
                    <a:pt x="2064165" y="507060"/>
                  </a:lnTo>
                  <a:lnTo>
                    <a:pt x="2063127" y="510717"/>
                  </a:lnTo>
                  <a:lnTo>
                    <a:pt x="2063127" y="602627"/>
                  </a:lnTo>
                  <a:lnTo>
                    <a:pt x="2074938" y="602627"/>
                  </a:lnTo>
                  <a:lnTo>
                    <a:pt x="2074938" y="514121"/>
                  </a:lnTo>
                  <a:lnTo>
                    <a:pt x="2075802" y="511238"/>
                  </a:lnTo>
                  <a:lnTo>
                    <a:pt x="2079231" y="507301"/>
                  </a:lnTo>
                  <a:lnTo>
                    <a:pt x="2082050" y="506310"/>
                  </a:lnTo>
                  <a:lnTo>
                    <a:pt x="2092968" y="506310"/>
                  </a:lnTo>
                  <a:lnTo>
                    <a:pt x="2095969" y="497306"/>
                  </a:lnTo>
                  <a:lnTo>
                    <a:pt x="2095068" y="496900"/>
                  </a:lnTo>
                  <a:lnTo>
                    <a:pt x="2093696" y="496468"/>
                  </a:lnTo>
                  <a:lnTo>
                    <a:pt x="2090026" y="495528"/>
                  </a:lnTo>
                  <a:lnTo>
                    <a:pt x="2087664" y="495300"/>
                  </a:lnTo>
                  <a:close/>
                </a:path>
                <a:path w="2683509" h="798194">
                  <a:moveTo>
                    <a:pt x="2063127" y="525729"/>
                  </a:moveTo>
                  <a:lnTo>
                    <a:pt x="2050719" y="525729"/>
                  </a:lnTo>
                  <a:lnTo>
                    <a:pt x="2050719" y="535749"/>
                  </a:lnTo>
                  <a:lnTo>
                    <a:pt x="2063127" y="535749"/>
                  </a:lnTo>
                  <a:lnTo>
                    <a:pt x="2063127" y="525729"/>
                  </a:lnTo>
                  <a:close/>
                </a:path>
                <a:path w="2683509" h="798194">
                  <a:moveTo>
                    <a:pt x="2092159" y="525729"/>
                  </a:moveTo>
                  <a:lnTo>
                    <a:pt x="2074938" y="525729"/>
                  </a:lnTo>
                  <a:lnTo>
                    <a:pt x="2074938" y="535749"/>
                  </a:lnTo>
                  <a:lnTo>
                    <a:pt x="2092159" y="535749"/>
                  </a:lnTo>
                  <a:lnTo>
                    <a:pt x="2092159" y="525729"/>
                  </a:lnTo>
                  <a:close/>
                </a:path>
                <a:path w="2683509" h="798194">
                  <a:moveTo>
                    <a:pt x="2092968" y="506310"/>
                  </a:moveTo>
                  <a:lnTo>
                    <a:pt x="2087664" y="506310"/>
                  </a:lnTo>
                  <a:lnTo>
                    <a:pt x="2089022" y="506463"/>
                  </a:lnTo>
                  <a:lnTo>
                    <a:pt x="2091131" y="507060"/>
                  </a:lnTo>
                  <a:lnTo>
                    <a:pt x="2092566" y="507517"/>
                  </a:lnTo>
                  <a:lnTo>
                    <a:pt x="2092917" y="506463"/>
                  </a:lnTo>
                  <a:lnTo>
                    <a:pt x="2092968" y="506310"/>
                  </a:lnTo>
                  <a:close/>
                </a:path>
                <a:path w="2683509" h="798194">
                  <a:moveTo>
                    <a:pt x="2160173" y="535152"/>
                  </a:moveTo>
                  <a:lnTo>
                    <a:pt x="2141791" y="535152"/>
                  </a:lnTo>
                  <a:lnTo>
                    <a:pt x="2145855" y="536511"/>
                  </a:lnTo>
                  <a:lnTo>
                    <a:pt x="2148522" y="539254"/>
                  </a:lnTo>
                  <a:lnTo>
                    <a:pt x="2151227" y="541985"/>
                  </a:lnTo>
                  <a:lnTo>
                    <a:pt x="2152573" y="545858"/>
                  </a:lnTo>
                  <a:lnTo>
                    <a:pt x="2152573" y="553072"/>
                  </a:lnTo>
                  <a:lnTo>
                    <a:pt x="2151887" y="554405"/>
                  </a:lnTo>
                  <a:lnTo>
                    <a:pt x="2149182" y="555942"/>
                  </a:lnTo>
                  <a:lnTo>
                    <a:pt x="2147049" y="556488"/>
                  </a:lnTo>
                  <a:lnTo>
                    <a:pt x="2137422" y="557568"/>
                  </a:lnTo>
                  <a:lnTo>
                    <a:pt x="2129180" y="558647"/>
                  </a:lnTo>
                  <a:lnTo>
                    <a:pt x="2125624" y="559269"/>
                  </a:lnTo>
                  <a:lnTo>
                    <a:pt x="2122093" y="560082"/>
                  </a:lnTo>
                  <a:lnTo>
                    <a:pt x="2118588" y="560844"/>
                  </a:lnTo>
                  <a:lnTo>
                    <a:pt x="2102916" y="585812"/>
                  </a:lnTo>
                  <a:lnTo>
                    <a:pt x="2104085" y="590080"/>
                  </a:lnTo>
                  <a:lnTo>
                    <a:pt x="2108758" y="597115"/>
                  </a:lnTo>
                  <a:lnTo>
                    <a:pt x="2111908" y="599808"/>
                  </a:lnTo>
                  <a:lnTo>
                    <a:pt x="2119858" y="603516"/>
                  </a:lnTo>
                  <a:lnTo>
                    <a:pt x="2124278" y="604431"/>
                  </a:lnTo>
                  <a:lnTo>
                    <a:pt x="2133625" y="604431"/>
                  </a:lnTo>
                  <a:lnTo>
                    <a:pt x="2151176" y="593890"/>
                  </a:lnTo>
                  <a:lnTo>
                    <a:pt x="2126534" y="593890"/>
                  </a:lnTo>
                  <a:lnTo>
                    <a:pt x="2122792" y="592899"/>
                  </a:lnTo>
                  <a:lnTo>
                    <a:pt x="2122530" y="592899"/>
                  </a:lnTo>
                  <a:lnTo>
                    <a:pt x="2119287" y="590715"/>
                  </a:lnTo>
                  <a:lnTo>
                    <a:pt x="2116251" y="588606"/>
                  </a:lnTo>
                  <a:lnTo>
                    <a:pt x="2114727" y="585508"/>
                  </a:lnTo>
                  <a:lnTo>
                    <a:pt x="2114727" y="578396"/>
                  </a:lnTo>
                  <a:lnTo>
                    <a:pt x="2115403" y="576402"/>
                  </a:lnTo>
                  <a:lnTo>
                    <a:pt x="2115527" y="576033"/>
                  </a:lnTo>
                  <a:lnTo>
                    <a:pt x="2118766" y="572528"/>
                  </a:lnTo>
                  <a:lnTo>
                    <a:pt x="2120899" y="571207"/>
                  </a:lnTo>
                  <a:lnTo>
                    <a:pt x="2123541" y="570344"/>
                  </a:lnTo>
                  <a:lnTo>
                    <a:pt x="2126208" y="569442"/>
                  </a:lnTo>
                  <a:lnTo>
                    <a:pt x="2129078" y="568782"/>
                  </a:lnTo>
                  <a:lnTo>
                    <a:pt x="2139175" y="567524"/>
                  </a:lnTo>
                  <a:lnTo>
                    <a:pt x="2143467" y="566889"/>
                  </a:lnTo>
                  <a:lnTo>
                    <a:pt x="2152573" y="563981"/>
                  </a:lnTo>
                  <a:lnTo>
                    <a:pt x="2164384" y="563981"/>
                  </a:lnTo>
                  <a:lnTo>
                    <a:pt x="2164384" y="545858"/>
                  </a:lnTo>
                  <a:lnTo>
                    <a:pt x="2163463" y="541324"/>
                  </a:lnTo>
                  <a:lnTo>
                    <a:pt x="2163394" y="540981"/>
                  </a:lnTo>
                  <a:lnTo>
                    <a:pt x="2160173" y="535152"/>
                  </a:lnTo>
                  <a:close/>
                </a:path>
                <a:path w="2683509" h="798194">
                  <a:moveTo>
                    <a:pt x="2164384" y="592213"/>
                  </a:moveTo>
                  <a:lnTo>
                    <a:pt x="2152573" y="592213"/>
                  </a:lnTo>
                  <a:lnTo>
                    <a:pt x="2152573" y="602627"/>
                  </a:lnTo>
                  <a:lnTo>
                    <a:pt x="2164384" y="602627"/>
                  </a:lnTo>
                  <a:lnTo>
                    <a:pt x="2164384" y="592213"/>
                  </a:lnTo>
                  <a:close/>
                </a:path>
                <a:path w="2683509" h="798194">
                  <a:moveTo>
                    <a:pt x="2164384" y="563981"/>
                  </a:moveTo>
                  <a:lnTo>
                    <a:pt x="2152573" y="563981"/>
                  </a:lnTo>
                  <a:lnTo>
                    <a:pt x="2152465" y="578396"/>
                  </a:lnTo>
                  <a:lnTo>
                    <a:pt x="2151735" y="581050"/>
                  </a:lnTo>
                  <a:lnTo>
                    <a:pt x="2148433" y="586854"/>
                  </a:lnTo>
                  <a:lnTo>
                    <a:pt x="2145995" y="589229"/>
                  </a:lnTo>
                  <a:lnTo>
                    <a:pt x="2139556" y="592899"/>
                  </a:lnTo>
                  <a:lnTo>
                    <a:pt x="2135291" y="593890"/>
                  </a:lnTo>
                  <a:lnTo>
                    <a:pt x="2151176" y="593890"/>
                  </a:lnTo>
                  <a:lnTo>
                    <a:pt x="2151976" y="592213"/>
                  </a:lnTo>
                  <a:lnTo>
                    <a:pt x="2164384" y="592213"/>
                  </a:lnTo>
                  <a:lnTo>
                    <a:pt x="2164384" y="563981"/>
                  </a:lnTo>
                  <a:close/>
                </a:path>
                <a:path w="2683509" h="798194">
                  <a:moveTo>
                    <a:pt x="2138425" y="524738"/>
                  </a:moveTo>
                  <a:lnTo>
                    <a:pt x="2132088" y="524738"/>
                  </a:lnTo>
                  <a:lnTo>
                    <a:pt x="2128151" y="525272"/>
                  </a:lnTo>
                  <a:lnTo>
                    <a:pt x="2105113" y="542759"/>
                  </a:lnTo>
                  <a:lnTo>
                    <a:pt x="2116327" y="546760"/>
                  </a:lnTo>
                  <a:lnTo>
                    <a:pt x="2117636" y="543953"/>
                  </a:lnTo>
                  <a:lnTo>
                    <a:pt x="2119883" y="541324"/>
                  </a:lnTo>
                  <a:lnTo>
                    <a:pt x="2126132" y="536511"/>
                  </a:lnTo>
                  <a:lnTo>
                    <a:pt x="2125841" y="536511"/>
                  </a:lnTo>
                  <a:lnTo>
                    <a:pt x="2130717" y="535152"/>
                  </a:lnTo>
                  <a:lnTo>
                    <a:pt x="2160173" y="535152"/>
                  </a:lnTo>
                  <a:lnTo>
                    <a:pt x="2159380" y="533717"/>
                  </a:lnTo>
                  <a:lnTo>
                    <a:pt x="2156866" y="530987"/>
                  </a:lnTo>
                  <a:lnTo>
                    <a:pt x="2150821" y="527392"/>
                  </a:lnTo>
                  <a:lnTo>
                    <a:pt x="2147709" y="526199"/>
                  </a:lnTo>
                  <a:lnTo>
                    <a:pt x="2144471" y="525640"/>
                  </a:lnTo>
                  <a:lnTo>
                    <a:pt x="2141258" y="525030"/>
                  </a:lnTo>
                  <a:lnTo>
                    <a:pt x="2138425" y="524738"/>
                  </a:lnTo>
                  <a:close/>
                </a:path>
                <a:path w="2683509" h="798194">
                  <a:moveTo>
                    <a:pt x="2197773" y="500100"/>
                  </a:moveTo>
                  <a:lnTo>
                    <a:pt x="2185949" y="500100"/>
                  </a:lnTo>
                  <a:lnTo>
                    <a:pt x="2185949" y="602627"/>
                  </a:lnTo>
                  <a:lnTo>
                    <a:pt x="2197773" y="602627"/>
                  </a:lnTo>
                  <a:lnTo>
                    <a:pt x="2197773" y="574598"/>
                  </a:lnTo>
                  <a:lnTo>
                    <a:pt x="2196972" y="574598"/>
                  </a:lnTo>
                  <a:lnTo>
                    <a:pt x="2196856" y="566189"/>
                  </a:lnTo>
                  <a:lnTo>
                    <a:pt x="2196769" y="559981"/>
                  </a:lnTo>
                  <a:lnTo>
                    <a:pt x="2197773" y="559981"/>
                  </a:lnTo>
                  <a:lnTo>
                    <a:pt x="2197773" y="500100"/>
                  </a:lnTo>
                  <a:close/>
                </a:path>
                <a:path w="2683509" h="798194">
                  <a:moveTo>
                    <a:pt x="2214942" y="558585"/>
                  </a:moveTo>
                  <a:lnTo>
                    <a:pt x="2211590" y="561975"/>
                  </a:lnTo>
                  <a:lnTo>
                    <a:pt x="2210587" y="561975"/>
                  </a:lnTo>
                  <a:lnTo>
                    <a:pt x="2206042" y="566189"/>
                  </a:lnTo>
                  <a:lnTo>
                    <a:pt x="2234818" y="602627"/>
                  </a:lnTo>
                  <a:lnTo>
                    <a:pt x="2249830" y="602627"/>
                  </a:lnTo>
                  <a:lnTo>
                    <a:pt x="2214942" y="558585"/>
                  </a:lnTo>
                  <a:close/>
                </a:path>
                <a:path w="2683509" h="798194">
                  <a:moveTo>
                    <a:pt x="2197773" y="559981"/>
                  </a:moveTo>
                  <a:lnTo>
                    <a:pt x="2196769" y="559981"/>
                  </a:lnTo>
                  <a:lnTo>
                    <a:pt x="2196856" y="566189"/>
                  </a:lnTo>
                  <a:lnTo>
                    <a:pt x="2196972" y="574598"/>
                  </a:lnTo>
                  <a:lnTo>
                    <a:pt x="2197773" y="573856"/>
                  </a:lnTo>
                  <a:lnTo>
                    <a:pt x="2197773" y="559981"/>
                  </a:lnTo>
                  <a:close/>
                </a:path>
                <a:path w="2683509" h="798194">
                  <a:moveTo>
                    <a:pt x="2197773" y="573856"/>
                  </a:moveTo>
                  <a:lnTo>
                    <a:pt x="2196972" y="574598"/>
                  </a:lnTo>
                  <a:lnTo>
                    <a:pt x="2197773" y="574598"/>
                  </a:lnTo>
                  <a:lnTo>
                    <a:pt x="2197773" y="573856"/>
                  </a:lnTo>
                  <a:close/>
                </a:path>
                <a:path w="2683509" h="798194">
                  <a:moveTo>
                    <a:pt x="2247430" y="525729"/>
                  </a:moveTo>
                  <a:lnTo>
                    <a:pt x="2232812" y="525729"/>
                  </a:lnTo>
                  <a:lnTo>
                    <a:pt x="2199170" y="559981"/>
                  </a:lnTo>
                  <a:lnTo>
                    <a:pt x="2197773" y="559981"/>
                  </a:lnTo>
                  <a:lnTo>
                    <a:pt x="2197773" y="573856"/>
                  </a:lnTo>
                  <a:lnTo>
                    <a:pt x="2206042" y="566189"/>
                  </a:lnTo>
                  <a:lnTo>
                    <a:pt x="2204770" y="564578"/>
                  </a:lnTo>
                  <a:lnTo>
                    <a:pt x="2213190" y="556374"/>
                  </a:lnTo>
                  <a:lnTo>
                    <a:pt x="2217128" y="556374"/>
                  </a:lnTo>
                  <a:lnTo>
                    <a:pt x="2247430" y="525729"/>
                  </a:lnTo>
                  <a:close/>
                </a:path>
                <a:path w="2683509" h="798194">
                  <a:moveTo>
                    <a:pt x="2213190" y="556374"/>
                  </a:moveTo>
                  <a:lnTo>
                    <a:pt x="2204770" y="564578"/>
                  </a:lnTo>
                  <a:lnTo>
                    <a:pt x="2206042" y="566189"/>
                  </a:lnTo>
                  <a:lnTo>
                    <a:pt x="2210587" y="561975"/>
                  </a:lnTo>
                  <a:lnTo>
                    <a:pt x="2211590" y="561975"/>
                  </a:lnTo>
                  <a:lnTo>
                    <a:pt x="2214942" y="558585"/>
                  </a:lnTo>
                  <a:lnTo>
                    <a:pt x="2213190" y="556374"/>
                  </a:lnTo>
                  <a:close/>
                </a:path>
                <a:path w="2683509" h="798194">
                  <a:moveTo>
                    <a:pt x="2217128" y="556374"/>
                  </a:moveTo>
                  <a:lnTo>
                    <a:pt x="2213190" y="556374"/>
                  </a:lnTo>
                  <a:lnTo>
                    <a:pt x="2214942" y="558585"/>
                  </a:lnTo>
                  <a:lnTo>
                    <a:pt x="2217128" y="556374"/>
                  </a:lnTo>
                  <a:close/>
                </a:path>
                <a:path w="2683509" h="798194">
                  <a:moveTo>
                    <a:pt x="2294508" y="524738"/>
                  </a:moveTo>
                  <a:lnTo>
                    <a:pt x="2283561" y="524738"/>
                  </a:lnTo>
                  <a:lnTo>
                    <a:pt x="2277490" y="526440"/>
                  </a:lnTo>
                  <a:lnTo>
                    <a:pt x="2267115" y="533209"/>
                  </a:lnTo>
                  <a:lnTo>
                    <a:pt x="2263076" y="537921"/>
                  </a:lnTo>
                  <a:lnTo>
                    <a:pt x="2257395" y="549757"/>
                  </a:lnTo>
                  <a:lnTo>
                    <a:pt x="2257297" y="549960"/>
                  </a:lnTo>
                  <a:lnTo>
                    <a:pt x="2255862" y="556907"/>
                  </a:lnTo>
                  <a:lnTo>
                    <a:pt x="2255862" y="572655"/>
                  </a:lnTo>
                  <a:lnTo>
                    <a:pt x="2284298" y="604227"/>
                  </a:lnTo>
                  <a:lnTo>
                    <a:pt x="2296909" y="604227"/>
                  </a:lnTo>
                  <a:lnTo>
                    <a:pt x="2317650" y="593610"/>
                  </a:lnTo>
                  <a:lnTo>
                    <a:pt x="2286939" y="593610"/>
                  </a:lnTo>
                  <a:lnTo>
                    <a:pt x="2282748" y="592582"/>
                  </a:lnTo>
                  <a:lnTo>
                    <a:pt x="2267673" y="568185"/>
                  </a:lnTo>
                  <a:lnTo>
                    <a:pt x="2264270" y="568185"/>
                  </a:lnTo>
                  <a:lnTo>
                    <a:pt x="2264270" y="557974"/>
                  </a:lnTo>
                  <a:lnTo>
                    <a:pt x="2267673" y="557974"/>
                  </a:lnTo>
                  <a:lnTo>
                    <a:pt x="2267673" y="555536"/>
                  </a:lnTo>
                  <a:lnTo>
                    <a:pt x="2285796" y="535343"/>
                  </a:lnTo>
                  <a:lnTo>
                    <a:pt x="2315299" y="535343"/>
                  </a:lnTo>
                  <a:lnTo>
                    <a:pt x="2309825" y="530237"/>
                  </a:lnTo>
                  <a:lnTo>
                    <a:pt x="2306269" y="528066"/>
                  </a:lnTo>
                  <a:lnTo>
                    <a:pt x="2298458" y="525399"/>
                  </a:lnTo>
                  <a:lnTo>
                    <a:pt x="2294508" y="524738"/>
                  </a:lnTo>
                  <a:close/>
                </a:path>
                <a:path w="2683509" h="798194">
                  <a:moveTo>
                    <a:pt x="2310930" y="581596"/>
                  </a:moveTo>
                  <a:lnTo>
                    <a:pt x="2294813" y="593610"/>
                  </a:lnTo>
                  <a:lnTo>
                    <a:pt x="2317650" y="593610"/>
                  </a:lnTo>
                  <a:lnTo>
                    <a:pt x="2319121" y="592086"/>
                  </a:lnTo>
                  <a:lnTo>
                    <a:pt x="2321140" y="588683"/>
                  </a:lnTo>
                  <a:lnTo>
                    <a:pt x="2322347" y="584809"/>
                  </a:lnTo>
                  <a:lnTo>
                    <a:pt x="2310930" y="581596"/>
                  </a:lnTo>
                  <a:close/>
                </a:path>
                <a:path w="2683509" h="798194">
                  <a:moveTo>
                    <a:pt x="2267673" y="557974"/>
                  </a:moveTo>
                  <a:lnTo>
                    <a:pt x="2264270" y="557974"/>
                  </a:lnTo>
                  <a:lnTo>
                    <a:pt x="2264270" y="568185"/>
                  </a:lnTo>
                  <a:lnTo>
                    <a:pt x="2267673" y="568185"/>
                  </a:lnTo>
                  <a:lnTo>
                    <a:pt x="2267673" y="557974"/>
                  </a:lnTo>
                  <a:close/>
                </a:path>
                <a:path w="2683509" h="798194">
                  <a:moveTo>
                    <a:pt x="2315299" y="535343"/>
                  </a:moveTo>
                  <a:lnTo>
                    <a:pt x="2294775" y="535343"/>
                  </a:lnTo>
                  <a:lnTo>
                    <a:pt x="2298484" y="536333"/>
                  </a:lnTo>
                  <a:lnTo>
                    <a:pt x="2304783" y="540270"/>
                  </a:lnTo>
                  <a:lnTo>
                    <a:pt x="2307221" y="542950"/>
                  </a:lnTo>
                  <a:lnTo>
                    <a:pt x="2308923" y="546354"/>
                  </a:lnTo>
                  <a:lnTo>
                    <a:pt x="2310663" y="549757"/>
                  </a:lnTo>
                  <a:lnTo>
                    <a:pt x="2311526" y="553631"/>
                  </a:lnTo>
                  <a:lnTo>
                    <a:pt x="2311526" y="557974"/>
                  </a:lnTo>
                  <a:lnTo>
                    <a:pt x="2267673" y="557974"/>
                  </a:lnTo>
                  <a:lnTo>
                    <a:pt x="2267673" y="568185"/>
                  </a:lnTo>
                  <a:lnTo>
                    <a:pt x="2323541" y="568185"/>
                  </a:lnTo>
                  <a:lnTo>
                    <a:pt x="2323467" y="555536"/>
                  </a:lnTo>
                  <a:lnTo>
                    <a:pt x="2322588" y="549960"/>
                  </a:lnTo>
                  <a:lnTo>
                    <a:pt x="2318835" y="540270"/>
                  </a:lnTo>
                  <a:lnTo>
                    <a:pt x="2316428" y="536511"/>
                  </a:lnTo>
                  <a:lnTo>
                    <a:pt x="2316312" y="536333"/>
                  </a:lnTo>
                  <a:lnTo>
                    <a:pt x="2315299" y="535343"/>
                  </a:lnTo>
                  <a:close/>
                </a:path>
                <a:path w="2683509" h="798194">
                  <a:moveTo>
                    <a:pt x="40258" y="689838"/>
                  </a:moveTo>
                  <a:lnTo>
                    <a:pt x="28778" y="689838"/>
                  </a:lnTo>
                  <a:lnTo>
                    <a:pt x="23063" y="691451"/>
                  </a:lnTo>
                  <a:lnTo>
                    <a:pt x="13171" y="697941"/>
                  </a:lnTo>
                  <a:lnTo>
                    <a:pt x="9334" y="702513"/>
                  </a:lnTo>
                  <a:lnTo>
                    <a:pt x="3797" y="714400"/>
                  </a:lnTo>
                  <a:lnTo>
                    <a:pt x="2412" y="721410"/>
                  </a:lnTo>
                  <a:lnTo>
                    <a:pt x="2412" y="737628"/>
                  </a:lnTo>
                  <a:lnTo>
                    <a:pt x="3702" y="744194"/>
                  </a:lnTo>
                  <a:lnTo>
                    <a:pt x="3797" y="744677"/>
                  </a:lnTo>
                  <a:lnTo>
                    <a:pt x="28638" y="769327"/>
                  </a:lnTo>
                  <a:lnTo>
                    <a:pt x="39992" y="769327"/>
                  </a:lnTo>
                  <a:lnTo>
                    <a:pt x="55629" y="758710"/>
                  </a:lnTo>
                  <a:lnTo>
                    <a:pt x="31711" y="758710"/>
                  </a:lnTo>
                  <a:lnTo>
                    <a:pt x="27774" y="757478"/>
                  </a:lnTo>
                  <a:lnTo>
                    <a:pt x="14279" y="723544"/>
                  </a:lnTo>
                  <a:lnTo>
                    <a:pt x="15036" y="718997"/>
                  </a:lnTo>
                  <a:lnTo>
                    <a:pt x="18338" y="710285"/>
                  </a:lnTo>
                  <a:lnTo>
                    <a:pt x="20827" y="706843"/>
                  </a:lnTo>
                  <a:lnTo>
                    <a:pt x="27470" y="701725"/>
                  </a:lnTo>
                  <a:lnTo>
                    <a:pt x="31648" y="700443"/>
                  </a:lnTo>
                  <a:lnTo>
                    <a:pt x="55694" y="700443"/>
                  </a:lnTo>
                  <a:lnTo>
                    <a:pt x="53822" y="697941"/>
                  </a:lnTo>
                  <a:lnTo>
                    <a:pt x="52285" y="695845"/>
                  </a:lnTo>
                  <a:lnTo>
                    <a:pt x="50050" y="693966"/>
                  </a:lnTo>
                  <a:lnTo>
                    <a:pt x="47116" y="692340"/>
                  </a:lnTo>
                  <a:lnTo>
                    <a:pt x="44208" y="690664"/>
                  </a:lnTo>
                  <a:lnTo>
                    <a:pt x="40258" y="689838"/>
                  </a:lnTo>
                  <a:close/>
                </a:path>
                <a:path w="2683509" h="798194">
                  <a:moveTo>
                    <a:pt x="70294" y="755916"/>
                  </a:moveTo>
                  <a:lnTo>
                    <a:pt x="58877" y="755916"/>
                  </a:lnTo>
                  <a:lnTo>
                    <a:pt x="58877" y="767727"/>
                  </a:lnTo>
                  <a:lnTo>
                    <a:pt x="70294" y="767727"/>
                  </a:lnTo>
                  <a:lnTo>
                    <a:pt x="70294" y="755916"/>
                  </a:lnTo>
                  <a:close/>
                </a:path>
                <a:path w="2683509" h="798194">
                  <a:moveTo>
                    <a:pt x="55694" y="700443"/>
                  </a:moveTo>
                  <a:lnTo>
                    <a:pt x="41452" y="700443"/>
                  </a:lnTo>
                  <a:lnTo>
                    <a:pt x="45577" y="701725"/>
                  </a:lnTo>
                  <a:lnTo>
                    <a:pt x="52031" y="706501"/>
                  </a:lnTo>
                  <a:lnTo>
                    <a:pt x="54508" y="709879"/>
                  </a:lnTo>
                  <a:lnTo>
                    <a:pt x="57835" y="718515"/>
                  </a:lnTo>
                  <a:lnTo>
                    <a:pt x="58673" y="723544"/>
                  </a:lnTo>
                  <a:lnTo>
                    <a:pt x="58673" y="735088"/>
                  </a:lnTo>
                  <a:lnTo>
                    <a:pt x="41389" y="758710"/>
                  </a:lnTo>
                  <a:lnTo>
                    <a:pt x="55629" y="758710"/>
                  </a:lnTo>
                  <a:lnTo>
                    <a:pt x="56488" y="757478"/>
                  </a:lnTo>
                  <a:lnTo>
                    <a:pt x="57480" y="755916"/>
                  </a:lnTo>
                  <a:lnTo>
                    <a:pt x="70294" y="755916"/>
                  </a:lnTo>
                  <a:lnTo>
                    <a:pt x="70294" y="703046"/>
                  </a:lnTo>
                  <a:lnTo>
                    <a:pt x="57480" y="703046"/>
                  </a:lnTo>
                  <a:lnTo>
                    <a:pt x="56612" y="701725"/>
                  </a:lnTo>
                  <a:lnTo>
                    <a:pt x="55694" y="700443"/>
                  </a:lnTo>
                  <a:close/>
                </a:path>
                <a:path w="2683509" h="798194">
                  <a:moveTo>
                    <a:pt x="70294" y="665200"/>
                  </a:moveTo>
                  <a:lnTo>
                    <a:pt x="58470" y="665200"/>
                  </a:lnTo>
                  <a:lnTo>
                    <a:pt x="58470" y="703046"/>
                  </a:lnTo>
                  <a:lnTo>
                    <a:pt x="70294" y="703046"/>
                  </a:lnTo>
                  <a:lnTo>
                    <a:pt x="70294" y="665200"/>
                  </a:lnTo>
                  <a:close/>
                </a:path>
                <a:path w="2683509" h="798194">
                  <a:moveTo>
                    <a:pt x="128612" y="689838"/>
                  </a:moveTo>
                  <a:lnTo>
                    <a:pt x="117665" y="689838"/>
                  </a:lnTo>
                  <a:lnTo>
                    <a:pt x="111594" y="691540"/>
                  </a:lnTo>
                  <a:lnTo>
                    <a:pt x="89966" y="722007"/>
                  </a:lnTo>
                  <a:lnTo>
                    <a:pt x="89966" y="737755"/>
                  </a:lnTo>
                  <a:lnTo>
                    <a:pt x="118402" y="769327"/>
                  </a:lnTo>
                  <a:lnTo>
                    <a:pt x="131013" y="769327"/>
                  </a:lnTo>
                  <a:lnTo>
                    <a:pt x="151741" y="758710"/>
                  </a:lnTo>
                  <a:lnTo>
                    <a:pt x="121030" y="758710"/>
                  </a:lnTo>
                  <a:lnTo>
                    <a:pt x="116839" y="757682"/>
                  </a:lnTo>
                  <a:lnTo>
                    <a:pt x="101777" y="733285"/>
                  </a:lnTo>
                  <a:lnTo>
                    <a:pt x="98374" y="733285"/>
                  </a:lnTo>
                  <a:lnTo>
                    <a:pt x="98374" y="723074"/>
                  </a:lnTo>
                  <a:lnTo>
                    <a:pt x="101777" y="723074"/>
                  </a:lnTo>
                  <a:lnTo>
                    <a:pt x="101777" y="720636"/>
                  </a:lnTo>
                  <a:lnTo>
                    <a:pt x="119900" y="700443"/>
                  </a:lnTo>
                  <a:lnTo>
                    <a:pt x="149395" y="700443"/>
                  </a:lnTo>
                  <a:lnTo>
                    <a:pt x="147129" y="698347"/>
                  </a:lnTo>
                  <a:lnTo>
                    <a:pt x="143929" y="695337"/>
                  </a:lnTo>
                  <a:lnTo>
                    <a:pt x="140373" y="693166"/>
                  </a:lnTo>
                  <a:lnTo>
                    <a:pt x="132562" y="690499"/>
                  </a:lnTo>
                  <a:lnTo>
                    <a:pt x="128612" y="689838"/>
                  </a:lnTo>
                  <a:close/>
                </a:path>
                <a:path w="2683509" h="798194">
                  <a:moveTo>
                    <a:pt x="145033" y="746696"/>
                  </a:moveTo>
                  <a:lnTo>
                    <a:pt x="128904" y="758710"/>
                  </a:lnTo>
                  <a:lnTo>
                    <a:pt x="151741" y="758710"/>
                  </a:lnTo>
                  <a:lnTo>
                    <a:pt x="153225" y="757186"/>
                  </a:lnTo>
                  <a:lnTo>
                    <a:pt x="155244" y="753783"/>
                  </a:lnTo>
                  <a:lnTo>
                    <a:pt x="156438" y="749909"/>
                  </a:lnTo>
                  <a:lnTo>
                    <a:pt x="145033" y="746696"/>
                  </a:lnTo>
                  <a:close/>
                </a:path>
                <a:path w="2683509" h="798194">
                  <a:moveTo>
                    <a:pt x="101777" y="723074"/>
                  </a:moveTo>
                  <a:lnTo>
                    <a:pt x="98374" y="723074"/>
                  </a:lnTo>
                  <a:lnTo>
                    <a:pt x="98374" y="733285"/>
                  </a:lnTo>
                  <a:lnTo>
                    <a:pt x="101777" y="733285"/>
                  </a:lnTo>
                  <a:lnTo>
                    <a:pt x="101777" y="723074"/>
                  </a:lnTo>
                  <a:close/>
                </a:path>
                <a:path w="2683509" h="798194">
                  <a:moveTo>
                    <a:pt x="149395" y="700443"/>
                  </a:moveTo>
                  <a:lnTo>
                    <a:pt x="128879" y="700443"/>
                  </a:lnTo>
                  <a:lnTo>
                    <a:pt x="132587" y="701433"/>
                  </a:lnTo>
                  <a:lnTo>
                    <a:pt x="138887" y="705370"/>
                  </a:lnTo>
                  <a:lnTo>
                    <a:pt x="141325" y="708050"/>
                  </a:lnTo>
                  <a:lnTo>
                    <a:pt x="143027" y="711454"/>
                  </a:lnTo>
                  <a:lnTo>
                    <a:pt x="144767" y="714857"/>
                  </a:lnTo>
                  <a:lnTo>
                    <a:pt x="145630" y="718731"/>
                  </a:lnTo>
                  <a:lnTo>
                    <a:pt x="145630" y="723074"/>
                  </a:lnTo>
                  <a:lnTo>
                    <a:pt x="101777" y="723074"/>
                  </a:lnTo>
                  <a:lnTo>
                    <a:pt x="101777" y="733285"/>
                  </a:lnTo>
                  <a:lnTo>
                    <a:pt x="157645" y="733285"/>
                  </a:lnTo>
                  <a:lnTo>
                    <a:pt x="157571" y="720636"/>
                  </a:lnTo>
                  <a:lnTo>
                    <a:pt x="156692" y="715060"/>
                  </a:lnTo>
                  <a:lnTo>
                    <a:pt x="152939" y="705370"/>
                  </a:lnTo>
                  <a:lnTo>
                    <a:pt x="150531" y="701611"/>
                  </a:lnTo>
                  <a:lnTo>
                    <a:pt x="150416" y="701433"/>
                  </a:lnTo>
                  <a:lnTo>
                    <a:pt x="149395" y="700443"/>
                  </a:lnTo>
                  <a:close/>
                </a:path>
                <a:path w="2683509" h="798194">
                  <a:moveTo>
                    <a:pt x="187426" y="665200"/>
                  </a:moveTo>
                  <a:lnTo>
                    <a:pt x="175615" y="665200"/>
                  </a:lnTo>
                  <a:lnTo>
                    <a:pt x="175615" y="767727"/>
                  </a:lnTo>
                  <a:lnTo>
                    <a:pt x="187426" y="767727"/>
                  </a:lnTo>
                  <a:lnTo>
                    <a:pt x="187426" y="665200"/>
                  </a:lnTo>
                  <a:close/>
                </a:path>
                <a:path w="2683509" h="798194">
                  <a:moveTo>
                    <a:pt x="220878" y="690829"/>
                  </a:moveTo>
                  <a:lnTo>
                    <a:pt x="209067" y="690829"/>
                  </a:lnTo>
                  <a:lnTo>
                    <a:pt x="209067" y="767727"/>
                  </a:lnTo>
                  <a:lnTo>
                    <a:pt x="220878" y="767727"/>
                  </a:lnTo>
                  <a:lnTo>
                    <a:pt x="220878" y="690829"/>
                  </a:lnTo>
                  <a:close/>
                </a:path>
                <a:path w="2683509" h="798194">
                  <a:moveTo>
                    <a:pt x="217385" y="662000"/>
                  </a:moveTo>
                  <a:lnTo>
                    <a:pt x="212775" y="662000"/>
                  </a:lnTo>
                  <a:lnTo>
                    <a:pt x="210794" y="662787"/>
                  </a:lnTo>
                  <a:lnTo>
                    <a:pt x="209118" y="664349"/>
                  </a:lnTo>
                  <a:lnTo>
                    <a:pt x="207479" y="665924"/>
                  </a:lnTo>
                  <a:lnTo>
                    <a:pt x="206667" y="667804"/>
                  </a:lnTo>
                  <a:lnTo>
                    <a:pt x="206667" y="672211"/>
                  </a:lnTo>
                  <a:lnTo>
                    <a:pt x="207479" y="674103"/>
                  </a:lnTo>
                  <a:lnTo>
                    <a:pt x="210794" y="677240"/>
                  </a:lnTo>
                  <a:lnTo>
                    <a:pt x="212775" y="678014"/>
                  </a:lnTo>
                  <a:lnTo>
                    <a:pt x="217385" y="678014"/>
                  </a:lnTo>
                  <a:lnTo>
                    <a:pt x="219354" y="677240"/>
                  </a:lnTo>
                  <a:lnTo>
                    <a:pt x="220979" y="675665"/>
                  </a:lnTo>
                  <a:lnTo>
                    <a:pt x="222656" y="674103"/>
                  </a:lnTo>
                  <a:lnTo>
                    <a:pt x="223481" y="672211"/>
                  </a:lnTo>
                  <a:lnTo>
                    <a:pt x="223481" y="667804"/>
                  </a:lnTo>
                  <a:lnTo>
                    <a:pt x="222656" y="665924"/>
                  </a:lnTo>
                  <a:lnTo>
                    <a:pt x="220979" y="664349"/>
                  </a:lnTo>
                  <a:lnTo>
                    <a:pt x="219354" y="662787"/>
                  </a:lnTo>
                  <a:lnTo>
                    <a:pt x="217385" y="662000"/>
                  </a:lnTo>
                  <a:close/>
                </a:path>
                <a:path w="2683509" h="798194">
                  <a:moveTo>
                    <a:pt x="249326" y="690829"/>
                  </a:moveTo>
                  <a:lnTo>
                    <a:pt x="236512" y="690829"/>
                  </a:lnTo>
                  <a:lnTo>
                    <a:pt x="264947" y="767727"/>
                  </a:lnTo>
                  <a:lnTo>
                    <a:pt x="276961" y="767727"/>
                  </a:lnTo>
                  <a:lnTo>
                    <a:pt x="282737" y="752106"/>
                  </a:lnTo>
                  <a:lnTo>
                    <a:pt x="270560" y="752106"/>
                  </a:lnTo>
                  <a:lnTo>
                    <a:pt x="249326" y="690829"/>
                  </a:lnTo>
                  <a:close/>
                </a:path>
                <a:path w="2683509" h="798194">
                  <a:moveTo>
                    <a:pt x="305396" y="690829"/>
                  </a:moveTo>
                  <a:lnTo>
                    <a:pt x="292582" y="690829"/>
                  </a:lnTo>
                  <a:lnTo>
                    <a:pt x="271360" y="752106"/>
                  </a:lnTo>
                  <a:lnTo>
                    <a:pt x="282737" y="752106"/>
                  </a:lnTo>
                  <a:lnTo>
                    <a:pt x="305396" y="690829"/>
                  </a:lnTo>
                  <a:close/>
                </a:path>
                <a:path w="2683509" h="798194">
                  <a:moveTo>
                    <a:pt x="353275" y="689838"/>
                  </a:moveTo>
                  <a:lnTo>
                    <a:pt x="342328" y="689838"/>
                  </a:lnTo>
                  <a:lnTo>
                    <a:pt x="336257" y="691540"/>
                  </a:lnTo>
                  <a:lnTo>
                    <a:pt x="325849" y="698347"/>
                  </a:lnTo>
                  <a:lnTo>
                    <a:pt x="321843" y="703021"/>
                  </a:lnTo>
                  <a:lnTo>
                    <a:pt x="316162" y="714857"/>
                  </a:lnTo>
                  <a:lnTo>
                    <a:pt x="316064" y="715060"/>
                  </a:lnTo>
                  <a:lnTo>
                    <a:pt x="314629" y="722007"/>
                  </a:lnTo>
                  <a:lnTo>
                    <a:pt x="314629" y="737755"/>
                  </a:lnTo>
                  <a:lnTo>
                    <a:pt x="343065" y="769327"/>
                  </a:lnTo>
                  <a:lnTo>
                    <a:pt x="355688" y="769327"/>
                  </a:lnTo>
                  <a:lnTo>
                    <a:pt x="360375" y="768527"/>
                  </a:lnTo>
                  <a:lnTo>
                    <a:pt x="368719" y="765289"/>
                  </a:lnTo>
                  <a:lnTo>
                    <a:pt x="372224" y="763016"/>
                  </a:lnTo>
                  <a:lnTo>
                    <a:pt x="376417" y="758710"/>
                  </a:lnTo>
                  <a:lnTo>
                    <a:pt x="345706" y="758710"/>
                  </a:lnTo>
                  <a:lnTo>
                    <a:pt x="341515" y="757682"/>
                  </a:lnTo>
                  <a:lnTo>
                    <a:pt x="326453" y="733285"/>
                  </a:lnTo>
                  <a:lnTo>
                    <a:pt x="323049" y="733285"/>
                  </a:lnTo>
                  <a:lnTo>
                    <a:pt x="323049" y="723074"/>
                  </a:lnTo>
                  <a:lnTo>
                    <a:pt x="326453" y="723074"/>
                  </a:lnTo>
                  <a:lnTo>
                    <a:pt x="326453" y="720636"/>
                  </a:lnTo>
                  <a:lnTo>
                    <a:pt x="344576" y="700443"/>
                  </a:lnTo>
                  <a:lnTo>
                    <a:pt x="374061" y="700443"/>
                  </a:lnTo>
                  <a:lnTo>
                    <a:pt x="368604" y="695337"/>
                  </a:lnTo>
                  <a:lnTo>
                    <a:pt x="365048" y="693166"/>
                  </a:lnTo>
                  <a:lnTo>
                    <a:pt x="357238" y="690499"/>
                  </a:lnTo>
                  <a:lnTo>
                    <a:pt x="353275" y="689838"/>
                  </a:lnTo>
                  <a:close/>
                </a:path>
                <a:path w="2683509" h="798194">
                  <a:moveTo>
                    <a:pt x="369696" y="746696"/>
                  </a:moveTo>
                  <a:lnTo>
                    <a:pt x="353580" y="758710"/>
                  </a:lnTo>
                  <a:lnTo>
                    <a:pt x="376417" y="758710"/>
                  </a:lnTo>
                  <a:lnTo>
                    <a:pt x="377888" y="757186"/>
                  </a:lnTo>
                  <a:lnTo>
                    <a:pt x="379907" y="753783"/>
                  </a:lnTo>
                  <a:lnTo>
                    <a:pt x="381114" y="749909"/>
                  </a:lnTo>
                  <a:lnTo>
                    <a:pt x="369696" y="746696"/>
                  </a:lnTo>
                  <a:close/>
                </a:path>
                <a:path w="2683509" h="798194">
                  <a:moveTo>
                    <a:pt x="326453" y="723074"/>
                  </a:moveTo>
                  <a:lnTo>
                    <a:pt x="323049" y="723074"/>
                  </a:lnTo>
                  <a:lnTo>
                    <a:pt x="323049" y="733285"/>
                  </a:lnTo>
                  <a:lnTo>
                    <a:pt x="326453" y="733285"/>
                  </a:lnTo>
                  <a:lnTo>
                    <a:pt x="326453" y="723074"/>
                  </a:lnTo>
                  <a:close/>
                </a:path>
                <a:path w="2683509" h="798194">
                  <a:moveTo>
                    <a:pt x="374061" y="700443"/>
                  </a:moveTo>
                  <a:lnTo>
                    <a:pt x="353542" y="700443"/>
                  </a:lnTo>
                  <a:lnTo>
                    <a:pt x="357250" y="701433"/>
                  </a:lnTo>
                  <a:lnTo>
                    <a:pt x="363562" y="705370"/>
                  </a:lnTo>
                  <a:lnTo>
                    <a:pt x="366001" y="708050"/>
                  </a:lnTo>
                  <a:lnTo>
                    <a:pt x="369430" y="714857"/>
                  </a:lnTo>
                  <a:lnTo>
                    <a:pt x="370306" y="718731"/>
                  </a:lnTo>
                  <a:lnTo>
                    <a:pt x="370306" y="723074"/>
                  </a:lnTo>
                  <a:lnTo>
                    <a:pt x="326453" y="723074"/>
                  </a:lnTo>
                  <a:lnTo>
                    <a:pt x="326453" y="733285"/>
                  </a:lnTo>
                  <a:lnTo>
                    <a:pt x="382320" y="733285"/>
                  </a:lnTo>
                  <a:lnTo>
                    <a:pt x="382246" y="720636"/>
                  </a:lnTo>
                  <a:lnTo>
                    <a:pt x="381368" y="715060"/>
                  </a:lnTo>
                  <a:lnTo>
                    <a:pt x="377602" y="705370"/>
                  </a:lnTo>
                  <a:lnTo>
                    <a:pt x="375194" y="701611"/>
                  </a:lnTo>
                  <a:lnTo>
                    <a:pt x="375079" y="701433"/>
                  </a:lnTo>
                  <a:lnTo>
                    <a:pt x="374061" y="700443"/>
                  </a:lnTo>
                  <a:close/>
                </a:path>
                <a:path w="2683509" h="798194">
                  <a:moveTo>
                    <a:pt x="411695" y="690829"/>
                  </a:moveTo>
                  <a:lnTo>
                    <a:pt x="400291" y="690829"/>
                  </a:lnTo>
                  <a:lnTo>
                    <a:pt x="400291" y="767727"/>
                  </a:lnTo>
                  <a:lnTo>
                    <a:pt x="412102" y="767727"/>
                  </a:lnTo>
                  <a:lnTo>
                    <a:pt x="412102" y="715594"/>
                  </a:lnTo>
                  <a:lnTo>
                    <a:pt x="412940" y="712508"/>
                  </a:lnTo>
                  <a:lnTo>
                    <a:pt x="416305" y="707072"/>
                  </a:lnTo>
                  <a:lnTo>
                    <a:pt x="418604" y="704938"/>
                  </a:lnTo>
                  <a:lnTo>
                    <a:pt x="423278" y="702449"/>
                  </a:lnTo>
                  <a:lnTo>
                    <a:pt x="411695" y="702449"/>
                  </a:lnTo>
                  <a:lnTo>
                    <a:pt x="411695" y="690829"/>
                  </a:lnTo>
                  <a:close/>
                </a:path>
                <a:path w="2683509" h="798194">
                  <a:moveTo>
                    <a:pt x="438734" y="689838"/>
                  </a:moveTo>
                  <a:lnTo>
                    <a:pt x="427214" y="689838"/>
                  </a:lnTo>
                  <a:lnTo>
                    <a:pt x="423766" y="690829"/>
                  </a:lnTo>
                  <a:lnTo>
                    <a:pt x="416445" y="695553"/>
                  </a:lnTo>
                  <a:lnTo>
                    <a:pt x="413905" y="698639"/>
                  </a:lnTo>
                  <a:lnTo>
                    <a:pt x="412508" y="702449"/>
                  </a:lnTo>
                  <a:lnTo>
                    <a:pt x="423278" y="702449"/>
                  </a:lnTo>
                  <a:lnTo>
                    <a:pt x="424399" y="701852"/>
                  </a:lnTo>
                  <a:lnTo>
                    <a:pt x="427293" y="701167"/>
                  </a:lnTo>
                  <a:lnTo>
                    <a:pt x="438734" y="701167"/>
                  </a:lnTo>
                  <a:lnTo>
                    <a:pt x="438734" y="689838"/>
                  </a:lnTo>
                  <a:close/>
                </a:path>
                <a:path w="2683509" h="798194">
                  <a:moveTo>
                    <a:pt x="438734" y="701167"/>
                  </a:moveTo>
                  <a:lnTo>
                    <a:pt x="434581" y="701167"/>
                  </a:lnTo>
                  <a:lnTo>
                    <a:pt x="435978" y="701395"/>
                  </a:lnTo>
                  <a:lnTo>
                    <a:pt x="437413" y="701598"/>
                  </a:lnTo>
                  <a:lnTo>
                    <a:pt x="438937" y="701852"/>
                  </a:lnTo>
                  <a:lnTo>
                    <a:pt x="438734" y="701852"/>
                  </a:lnTo>
                  <a:lnTo>
                    <a:pt x="438734" y="701167"/>
                  </a:lnTo>
                  <a:close/>
                </a:path>
                <a:path w="2683509" h="798194">
                  <a:moveTo>
                    <a:pt x="464553" y="690829"/>
                  </a:moveTo>
                  <a:lnTo>
                    <a:pt x="452742" y="690829"/>
                  </a:lnTo>
                  <a:lnTo>
                    <a:pt x="452742" y="767727"/>
                  </a:lnTo>
                  <a:lnTo>
                    <a:pt x="464553" y="767727"/>
                  </a:lnTo>
                  <a:lnTo>
                    <a:pt x="464553" y="690829"/>
                  </a:lnTo>
                  <a:close/>
                </a:path>
                <a:path w="2683509" h="798194">
                  <a:moveTo>
                    <a:pt x="461048" y="662000"/>
                  </a:moveTo>
                  <a:lnTo>
                    <a:pt x="456437" y="662000"/>
                  </a:lnTo>
                  <a:lnTo>
                    <a:pt x="454456" y="662787"/>
                  </a:lnTo>
                  <a:lnTo>
                    <a:pt x="452793" y="664349"/>
                  </a:lnTo>
                  <a:lnTo>
                    <a:pt x="451154" y="665924"/>
                  </a:lnTo>
                  <a:lnTo>
                    <a:pt x="450341" y="667804"/>
                  </a:lnTo>
                  <a:lnTo>
                    <a:pt x="450341" y="672211"/>
                  </a:lnTo>
                  <a:lnTo>
                    <a:pt x="451154" y="674103"/>
                  </a:lnTo>
                  <a:lnTo>
                    <a:pt x="454456" y="677240"/>
                  </a:lnTo>
                  <a:lnTo>
                    <a:pt x="456437" y="678014"/>
                  </a:lnTo>
                  <a:lnTo>
                    <a:pt x="461048" y="678014"/>
                  </a:lnTo>
                  <a:lnTo>
                    <a:pt x="463016" y="677240"/>
                  </a:lnTo>
                  <a:lnTo>
                    <a:pt x="464654" y="675665"/>
                  </a:lnTo>
                  <a:lnTo>
                    <a:pt x="466318" y="674103"/>
                  </a:lnTo>
                  <a:lnTo>
                    <a:pt x="467156" y="672211"/>
                  </a:lnTo>
                  <a:lnTo>
                    <a:pt x="467156" y="667804"/>
                  </a:lnTo>
                  <a:lnTo>
                    <a:pt x="466318" y="665924"/>
                  </a:lnTo>
                  <a:lnTo>
                    <a:pt x="463016" y="662787"/>
                  </a:lnTo>
                  <a:lnTo>
                    <a:pt x="461048" y="662000"/>
                  </a:lnTo>
                  <a:close/>
                </a:path>
                <a:path w="2683509" h="798194">
                  <a:moveTo>
                    <a:pt x="521233" y="689838"/>
                  </a:moveTo>
                  <a:lnTo>
                    <a:pt x="510285" y="689838"/>
                  </a:lnTo>
                  <a:lnTo>
                    <a:pt x="504215" y="691540"/>
                  </a:lnTo>
                  <a:lnTo>
                    <a:pt x="482587" y="722007"/>
                  </a:lnTo>
                  <a:lnTo>
                    <a:pt x="482587" y="737755"/>
                  </a:lnTo>
                  <a:lnTo>
                    <a:pt x="511022" y="769327"/>
                  </a:lnTo>
                  <a:lnTo>
                    <a:pt x="523633" y="769327"/>
                  </a:lnTo>
                  <a:lnTo>
                    <a:pt x="544374" y="758710"/>
                  </a:lnTo>
                  <a:lnTo>
                    <a:pt x="513664" y="758710"/>
                  </a:lnTo>
                  <a:lnTo>
                    <a:pt x="509473" y="757682"/>
                  </a:lnTo>
                  <a:lnTo>
                    <a:pt x="494398" y="733285"/>
                  </a:lnTo>
                  <a:lnTo>
                    <a:pt x="490994" y="733285"/>
                  </a:lnTo>
                  <a:lnTo>
                    <a:pt x="490994" y="723074"/>
                  </a:lnTo>
                  <a:lnTo>
                    <a:pt x="494398" y="723074"/>
                  </a:lnTo>
                  <a:lnTo>
                    <a:pt x="494398" y="720636"/>
                  </a:lnTo>
                  <a:lnTo>
                    <a:pt x="512521" y="700443"/>
                  </a:lnTo>
                  <a:lnTo>
                    <a:pt x="542015" y="700443"/>
                  </a:lnTo>
                  <a:lnTo>
                    <a:pt x="539749" y="698347"/>
                  </a:lnTo>
                  <a:lnTo>
                    <a:pt x="536549" y="695337"/>
                  </a:lnTo>
                  <a:lnTo>
                    <a:pt x="532993" y="693166"/>
                  </a:lnTo>
                  <a:lnTo>
                    <a:pt x="525183" y="690499"/>
                  </a:lnTo>
                  <a:lnTo>
                    <a:pt x="521233" y="689838"/>
                  </a:lnTo>
                  <a:close/>
                </a:path>
                <a:path w="2683509" h="798194">
                  <a:moveTo>
                    <a:pt x="537654" y="746696"/>
                  </a:moveTo>
                  <a:lnTo>
                    <a:pt x="521538" y="758710"/>
                  </a:lnTo>
                  <a:lnTo>
                    <a:pt x="544374" y="758710"/>
                  </a:lnTo>
                  <a:lnTo>
                    <a:pt x="545845" y="757186"/>
                  </a:lnTo>
                  <a:lnTo>
                    <a:pt x="547865" y="753783"/>
                  </a:lnTo>
                  <a:lnTo>
                    <a:pt x="549071" y="749909"/>
                  </a:lnTo>
                  <a:lnTo>
                    <a:pt x="537654" y="746696"/>
                  </a:lnTo>
                  <a:close/>
                </a:path>
                <a:path w="2683509" h="798194">
                  <a:moveTo>
                    <a:pt x="494398" y="723074"/>
                  </a:moveTo>
                  <a:lnTo>
                    <a:pt x="490994" y="723074"/>
                  </a:lnTo>
                  <a:lnTo>
                    <a:pt x="490994" y="733285"/>
                  </a:lnTo>
                  <a:lnTo>
                    <a:pt x="494398" y="733285"/>
                  </a:lnTo>
                  <a:lnTo>
                    <a:pt x="494398" y="723074"/>
                  </a:lnTo>
                  <a:close/>
                </a:path>
                <a:path w="2683509" h="798194">
                  <a:moveTo>
                    <a:pt x="542015" y="700443"/>
                  </a:moveTo>
                  <a:lnTo>
                    <a:pt x="521500" y="700443"/>
                  </a:lnTo>
                  <a:lnTo>
                    <a:pt x="525208" y="701433"/>
                  </a:lnTo>
                  <a:lnTo>
                    <a:pt x="531507" y="705370"/>
                  </a:lnTo>
                  <a:lnTo>
                    <a:pt x="533946" y="708050"/>
                  </a:lnTo>
                  <a:lnTo>
                    <a:pt x="535647" y="711454"/>
                  </a:lnTo>
                  <a:lnTo>
                    <a:pt x="537387" y="714857"/>
                  </a:lnTo>
                  <a:lnTo>
                    <a:pt x="538251" y="718731"/>
                  </a:lnTo>
                  <a:lnTo>
                    <a:pt x="538251" y="723074"/>
                  </a:lnTo>
                  <a:lnTo>
                    <a:pt x="494398" y="723074"/>
                  </a:lnTo>
                  <a:lnTo>
                    <a:pt x="494398" y="733285"/>
                  </a:lnTo>
                  <a:lnTo>
                    <a:pt x="550265" y="733285"/>
                  </a:lnTo>
                  <a:lnTo>
                    <a:pt x="550191" y="720636"/>
                  </a:lnTo>
                  <a:lnTo>
                    <a:pt x="549313" y="715060"/>
                  </a:lnTo>
                  <a:lnTo>
                    <a:pt x="545560" y="705370"/>
                  </a:lnTo>
                  <a:lnTo>
                    <a:pt x="543152" y="701611"/>
                  </a:lnTo>
                  <a:lnTo>
                    <a:pt x="543037" y="701433"/>
                  </a:lnTo>
                  <a:lnTo>
                    <a:pt x="542015" y="700443"/>
                  </a:lnTo>
                  <a:close/>
                </a:path>
                <a:path w="2683509" h="798194">
                  <a:moveTo>
                    <a:pt x="576046" y="746506"/>
                  </a:moveTo>
                  <a:lnTo>
                    <a:pt x="564832" y="749300"/>
                  </a:lnTo>
                  <a:lnTo>
                    <a:pt x="566204" y="755840"/>
                  </a:lnTo>
                  <a:lnTo>
                    <a:pt x="569455" y="760818"/>
                  </a:lnTo>
                  <a:lnTo>
                    <a:pt x="579742" y="767626"/>
                  </a:lnTo>
                  <a:lnTo>
                    <a:pt x="586231" y="769327"/>
                  </a:lnTo>
                  <a:lnTo>
                    <a:pt x="600049" y="769327"/>
                  </a:lnTo>
                  <a:lnTo>
                    <a:pt x="605281" y="768324"/>
                  </a:lnTo>
                  <a:lnTo>
                    <a:pt x="614298" y="764324"/>
                  </a:lnTo>
                  <a:lnTo>
                    <a:pt x="617804" y="761580"/>
                  </a:lnTo>
                  <a:lnTo>
                    <a:pt x="619738" y="758913"/>
                  </a:lnTo>
                  <a:lnTo>
                    <a:pt x="589025" y="758913"/>
                  </a:lnTo>
                  <a:lnTo>
                    <a:pt x="585114" y="757885"/>
                  </a:lnTo>
                  <a:lnTo>
                    <a:pt x="579132" y="753745"/>
                  </a:lnTo>
                  <a:lnTo>
                    <a:pt x="577154" y="750709"/>
                  </a:lnTo>
                  <a:lnTo>
                    <a:pt x="576998" y="750201"/>
                  </a:lnTo>
                  <a:lnTo>
                    <a:pt x="576046" y="746506"/>
                  </a:lnTo>
                  <a:close/>
                </a:path>
                <a:path w="2683509" h="798194">
                  <a:moveTo>
                    <a:pt x="603084" y="689838"/>
                  </a:moveTo>
                  <a:lnTo>
                    <a:pt x="590067" y="689838"/>
                  </a:lnTo>
                  <a:lnTo>
                    <a:pt x="585228" y="690791"/>
                  </a:lnTo>
                  <a:lnTo>
                    <a:pt x="567245" y="717372"/>
                  </a:lnTo>
                  <a:lnTo>
                    <a:pt x="568777" y="721537"/>
                  </a:lnTo>
                  <a:lnTo>
                    <a:pt x="604354" y="736993"/>
                  </a:lnTo>
                  <a:lnTo>
                    <a:pt x="607225" y="738365"/>
                  </a:lnTo>
                  <a:lnTo>
                    <a:pt x="610958" y="741997"/>
                  </a:lnTo>
                  <a:lnTo>
                    <a:pt x="611898" y="744232"/>
                  </a:lnTo>
                  <a:lnTo>
                    <a:pt x="611898" y="750201"/>
                  </a:lnTo>
                  <a:lnTo>
                    <a:pt x="610260" y="753046"/>
                  </a:lnTo>
                  <a:lnTo>
                    <a:pt x="603745" y="757745"/>
                  </a:lnTo>
                  <a:lnTo>
                    <a:pt x="599376" y="758913"/>
                  </a:lnTo>
                  <a:lnTo>
                    <a:pt x="619738" y="758913"/>
                  </a:lnTo>
                  <a:lnTo>
                    <a:pt x="622833" y="754646"/>
                  </a:lnTo>
                  <a:lnTo>
                    <a:pt x="624103" y="750709"/>
                  </a:lnTo>
                  <a:lnTo>
                    <a:pt x="624103" y="740930"/>
                  </a:lnTo>
                  <a:lnTo>
                    <a:pt x="622426" y="736536"/>
                  </a:lnTo>
                  <a:lnTo>
                    <a:pt x="619048" y="733132"/>
                  </a:lnTo>
                  <a:lnTo>
                    <a:pt x="615683" y="729703"/>
                  </a:lnTo>
                  <a:lnTo>
                    <a:pt x="610552" y="727151"/>
                  </a:lnTo>
                  <a:lnTo>
                    <a:pt x="587730" y="721537"/>
                  </a:lnTo>
                  <a:lnTo>
                    <a:pt x="584390" y="720115"/>
                  </a:lnTo>
                  <a:lnTo>
                    <a:pt x="580123" y="716711"/>
                  </a:lnTo>
                  <a:lnTo>
                    <a:pt x="579056" y="714400"/>
                  </a:lnTo>
                  <a:lnTo>
                    <a:pt x="579056" y="708152"/>
                  </a:lnTo>
                  <a:lnTo>
                    <a:pt x="580605" y="705434"/>
                  </a:lnTo>
                  <a:lnTo>
                    <a:pt x="586841" y="701128"/>
                  </a:lnTo>
                  <a:lnTo>
                    <a:pt x="590765" y="700049"/>
                  </a:lnTo>
                  <a:lnTo>
                    <a:pt x="619082" y="700049"/>
                  </a:lnTo>
                  <a:lnTo>
                    <a:pt x="617766" y="698182"/>
                  </a:lnTo>
                  <a:lnTo>
                    <a:pt x="609053" y="691502"/>
                  </a:lnTo>
                  <a:lnTo>
                    <a:pt x="603084" y="689838"/>
                  </a:lnTo>
                  <a:close/>
                </a:path>
                <a:path w="2683509" h="798194">
                  <a:moveTo>
                    <a:pt x="619082" y="700049"/>
                  </a:moveTo>
                  <a:lnTo>
                    <a:pt x="598906" y="700049"/>
                  </a:lnTo>
                  <a:lnTo>
                    <a:pt x="601725" y="700595"/>
                  </a:lnTo>
                  <a:lnTo>
                    <a:pt x="606132" y="702805"/>
                  </a:lnTo>
                  <a:lnTo>
                    <a:pt x="607872" y="704202"/>
                  </a:lnTo>
                  <a:lnTo>
                    <a:pt x="609142" y="705904"/>
                  </a:lnTo>
                  <a:lnTo>
                    <a:pt x="610438" y="707567"/>
                  </a:lnTo>
                  <a:lnTo>
                    <a:pt x="611428" y="709295"/>
                  </a:lnTo>
                  <a:lnTo>
                    <a:pt x="612089" y="711060"/>
                  </a:lnTo>
                  <a:lnTo>
                    <a:pt x="622348" y="708152"/>
                  </a:lnTo>
                  <a:lnTo>
                    <a:pt x="622740" y="708152"/>
                  </a:lnTo>
                  <a:lnTo>
                    <a:pt x="620941" y="702805"/>
                  </a:lnTo>
                  <a:lnTo>
                    <a:pt x="620864" y="702576"/>
                  </a:lnTo>
                  <a:lnTo>
                    <a:pt x="619082" y="700049"/>
                  </a:lnTo>
                  <a:close/>
                </a:path>
                <a:path w="2683509" h="798194">
                  <a:moveTo>
                    <a:pt x="715175" y="660400"/>
                  </a:moveTo>
                  <a:lnTo>
                    <a:pt x="704773" y="660400"/>
                  </a:lnTo>
                  <a:lnTo>
                    <a:pt x="700454" y="667238"/>
                  </a:lnTo>
                  <a:lnTo>
                    <a:pt x="686971" y="706316"/>
                  </a:lnTo>
                  <a:lnTo>
                    <a:pt x="685749" y="724471"/>
                  </a:lnTo>
                  <a:lnTo>
                    <a:pt x="686010" y="732421"/>
                  </a:lnTo>
                  <a:lnTo>
                    <a:pt x="696660" y="774561"/>
                  </a:lnTo>
                  <a:lnTo>
                    <a:pt x="704773" y="788555"/>
                  </a:lnTo>
                  <a:lnTo>
                    <a:pt x="715175" y="788555"/>
                  </a:lnTo>
                  <a:lnTo>
                    <a:pt x="711974" y="784148"/>
                  </a:lnTo>
                  <a:lnTo>
                    <a:pt x="709079" y="778446"/>
                  </a:lnTo>
                  <a:lnTo>
                    <a:pt x="703872" y="764425"/>
                  </a:lnTo>
                  <a:lnTo>
                    <a:pt x="701801" y="756831"/>
                  </a:lnTo>
                  <a:lnTo>
                    <a:pt x="698728" y="740473"/>
                  </a:lnTo>
                  <a:lnTo>
                    <a:pt x="697953" y="732421"/>
                  </a:lnTo>
                  <a:lnTo>
                    <a:pt x="697953" y="718502"/>
                  </a:lnTo>
                  <a:lnTo>
                    <a:pt x="706348" y="677418"/>
                  </a:lnTo>
                  <a:lnTo>
                    <a:pt x="712774" y="663702"/>
                  </a:lnTo>
                  <a:lnTo>
                    <a:pt x="715175" y="660400"/>
                  </a:lnTo>
                  <a:close/>
                </a:path>
                <a:path w="2683509" h="798194">
                  <a:moveTo>
                    <a:pt x="739025" y="690829"/>
                  </a:moveTo>
                  <a:lnTo>
                    <a:pt x="726605" y="690829"/>
                  </a:lnTo>
                  <a:lnTo>
                    <a:pt x="750036" y="767727"/>
                  </a:lnTo>
                  <a:lnTo>
                    <a:pt x="761644" y="767727"/>
                  </a:lnTo>
                  <a:lnTo>
                    <a:pt x="766778" y="749706"/>
                  </a:lnTo>
                  <a:lnTo>
                    <a:pt x="755637" y="749706"/>
                  </a:lnTo>
                  <a:lnTo>
                    <a:pt x="739025" y="690829"/>
                  </a:lnTo>
                  <a:close/>
                </a:path>
                <a:path w="2683509" h="798194">
                  <a:moveTo>
                    <a:pt x="790410" y="708660"/>
                  </a:moveTo>
                  <a:lnTo>
                    <a:pt x="779665" y="708660"/>
                  </a:lnTo>
                  <a:lnTo>
                    <a:pt x="796493" y="767727"/>
                  </a:lnTo>
                  <a:lnTo>
                    <a:pt x="808100" y="767727"/>
                  </a:lnTo>
                  <a:lnTo>
                    <a:pt x="813592" y="749706"/>
                  </a:lnTo>
                  <a:lnTo>
                    <a:pt x="813654" y="749503"/>
                  </a:lnTo>
                  <a:lnTo>
                    <a:pt x="801700" y="749503"/>
                  </a:lnTo>
                  <a:lnTo>
                    <a:pt x="790410" y="708660"/>
                  </a:lnTo>
                  <a:close/>
                </a:path>
                <a:path w="2683509" h="798194">
                  <a:moveTo>
                    <a:pt x="785482" y="690829"/>
                  </a:moveTo>
                  <a:lnTo>
                    <a:pt x="772858" y="690829"/>
                  </a:lnTo>
                  <a:lnTo>
                    <a:pt x="756494" y="749503"/>
                  </a:lnTo>
                  <a:lnTo>
                    <a:pt x="756437" y="749706"/>
                  </a:lnTo>
                  <a:lnTo>
                    <a:pt x="766778" y="749706"/>
                  </a:lnTo>
                  <a:lnTo>
                    <a:pt x="778471" y="708660"/>
                  </a:lnTo>
                  <a:lnTo>
                    <a:pt x="790410" y="708660"/>
                  </a:lnTo>
                  <a:lnTo>
                    <a:pt x="785482" y="690829"/>
                  </a:lnTo>
                  <a:close/>
                </a:path>
                <a:path w="2683509" h="798194">
                  <a:moveTo>
                    <a:pt x="831532" y="690829"/>
                  </a:moveTo>
                  <a:lnTo>
                    <a:pt x="819111" y="690829"/>
                  </a:lnTo>
                  <a:lnTo>
                    <a:pt x="802500" y="749503"/>
                  </a:lnTo>
                  <a:lnTo>
                    <a:pt x="813654" y="749503"/>
                  </a:lnTo>
                  <a:lnTo>
                    <a:pt x="831532" y="690829"/>
                  </a:lnTo>
                  <a:close/>
                </a:path>
                <a:path w="2683509" h="798194">
                  <a:moveTo>
                    <a:pt x="858570" y="690829"/>
                  </a:moveTo>
                  <a:lnTo>
                    <a:pt x="847153" y="690829"/>
                  </a:lnTo>
                  <a:lnTo>
                    <a:pt x="847153" y="767727"/>
                  </a:lnTo>
                  <a:lnTo>
                    <a:pt x="858964" y="767727"/>
                  </a:lnTo>
                  <a:lnTo>
                    <a:pt x="858964" y="715594"/>
                  </a:lnTo>
                  <a:lnTo>
                    <a:pt x="859802" y="712508"/>
                  </a:lnTo>
                  <a:lnTo>
                    <a:pt x="863168" y="707072"/>
                  </a:lnTo>
                  <a:lnTo>
                    <a:pt x="865479" y="704938"/>
                  </a:lnTo>
                  <a:lnTo>
                    <a:pt x="870143" y="702449"/>
                  </a:lnTo>
                  <a:lnTo>
                    <a:pt x="858570" y="702449"/>
                  </a:lnTo>
                  <a:lnTo>
                    <a:pt x="858570" y="690829"/>
                  </a:lnTo>
                  <a:close/>
                </a:path>
                <a:path w="2683509" h="798194">
                  <a:moveTo>
                    <a:pt x="885596" y="689838"/>
                  </a:moveTo>
                  <a:lnTo>
                    <a:pt x="874076" y="689838"/>
                  </a:lnTo>
                  <a:lnTo>
                    <a:pt x="870628" y="690829"/>
                  </a:lnTo>
                  <a:lnTo>
                    <a:pt x="863307" y="695553"/>
                  </a:lnTo>
                  <a:lnTo>
                    <a:pt x="860767" y="698639"/>
                  </a:lnTo>
                  <a:lnTo>
                    <a:pt x="859370" y="702449"/>
                  </a:lnTo>
                  <a:lnTo>
                    <a:pt x="870143" y="702449"/>
                  </a:lnTo>
                  <a:lnTo>
                    <a:pt x="871261" y="701852"/>
                  </a:lnTo>
                  <a:lnTo>
                    <a:pt x="874156" y="701167"/>
                  </a:lnTo>
                  <a:lnTo>
                    <a:pt x="885596" y="701167"/>
                  </a:lnTo>
                  <a:lnTo>
                    <a:pt x="885596" y="689838"/>
                  </a:lnTo>
                  <a:close/>
                </a:path>
                <a:path w="2683509" h="798194">
                  <a:moveTo>
                    <a:pt x="885596" y="701167"/>
                  </a:moveTo>
                  <a:lnTo>
                    <a:pt x="881443" y="701167"/>
                  </a:lnTo>
                  <a:lnTo>
                    <a:pt x="885856" y="701852"/>
                  </a:lnTo>
                  <a:lnTo>
                    <a:pt x="885596" y="701852"/>
                  </a:lnTo>
                  <a:lnTo>
                    <a:pt x="885596" y="701167"/>
                  </a:lnTo>
                  <a:close/>
                </a:path>
                <a:path w="2683509" h="798194">
                  <a:moveTo>
                    <a:pt x="935443" y="689838"/>
                  </a:moveTo>
                  <a:lnTo>
                    <a:pt x="921562" y="689838"/>
                  </a:lnTo>
                  <a:lnTo>
                    <a:pt x="915466" y="691489"/>
                  </a:lnTo>
                  <a:lnTo>
                    <a:pt x="905027" y="698093"/>
                  </a:lnTo>
                  <a:lnTo>
                    <a:pt x="900950" y="702729"/>
                  </a:lnTo>
                  <a:lnTo>
                    <a:pt x="895108" y="714679"/>
                  </a:lnTo>
                  <a:lnTo>
                    <a:pt x="893660" y="721677"/>
                  </a:lnTo>
                  <a:lnTo>
                    <a:pt x="893660" y="737628"/>
                  </a:lnTo>
                  <a:lnTo>
                    <a:pt x="921562" y="769327"/>
                  </a:lnTo>
                  <a:lnTo>
                    <a:pt x="935443" y="769327"/>
                  </a:lnTo>
                  <a:lnTo>
                    <a:pt x="941514" y="767676"/>
                  </a:lnTo>
                  <a:lnTo>
                    <a:pt x="951966" y="761072"/>
                  </a:lnTo>
                  <a:lnTo>
                    <a:pt x="954043" y="758710"/>
                  </a:lnTo>
                  <a:lnTo>
                    <a:pt x="923226" y="758710"/>
                  </a:lnTo>
                  <a:lnTo>
                    <a:pt x="918883" y="757364"/>
                  </a:lnTo>
                  <a:lnTo>
                    <a:pt x="912075" y="751954"/>
                  </a:lnTo>
                  <a:lnTo>
                    <a:pt x="909561" y="748398"/>
                  </a:lnTo>
                  <a:lnTo>
                    <a:pt x="906284" y="739597"/>
                  </a:lnTo>
                  <a:lnTo>
                    <a:pt x="905471" y="734822"/>
                  </a:lnTo>
                  <a:lnTo>
                    <a:pt x="905471" y="724547"/>
                  </a:lnTo>
                  <a:lnTo>
                    <a:pt x="923226" y="700443"/>
                  </a:lnTo>
                  <a:lnTo>
                    <a:pt x="954026" y="700443"/>
                  </a:lnTo>
                  <a:lnTo>
                    <a:pt x="951966" y="698093"/>
                  </a:lnTo>
                  <a:lnTo>
                    <a:pt x="941514" y="691489"/>
                  </a:lnTo>
                  <a:lnTo>
                    <a:pt x="935443" y="689838"/>
                  </a:lnTo>
                  <a:close/>
                </a:path>
                <a:path w="2683509" h="798194">
                  <a:moveTo>
                    <a:pt x="954026" y="700443"/>
                  </a:moveTo>
                  <a:lnTo>
                    <a:pt x="933767" y="700443"/>
                  </a:lnTo>
                  <a:lnTo>
                    <a:pt x="938110" y="701814"/>
                  </a:lnTo>
                  <a:lnTo>
                    <a:pt x="944918" y="707288"/>
                  </a:lnTo>
                  <a:lnTo>
                    <a:pt x="947445" y="710869"/>
                  </a:lnTo>
                  <a:lnTo>
                    <a:pt x="950709" y="719747"/>
                  </a:lnTo>
                  <a:lnTo>
                    <a:pt x="951522" y="724547"/>
                  </a:lnTo>
                  <a:lnTo>
                    <a:pt x="951522" y="734822"/>
                  </a:lnTo>
                  <a:lnTo>
                    <a:pt x="933767" y="758710"/>
                  </a:lnTo>
                  <a:lnTo>
                    <a:pt x="954043" y="758710"/>
                  </a:lnTo>
                  <a:lnTo>
                    <a:pt x="956030" y="756450"/>
                  </a:lnTo>
                  <a:lnTo>
                    <a:pt x="961872" y="744562"/>
                  </a:lnTo>
                  <a:lnTo>
                    <a:pt x="963345" y="737628"/>
                  </a:lnTo>
                  <a:lnTo>
                    <a:pt x="963345" y="721677"/>
                  </a:lnTo>
                  <a:lnTo>
                    <a:pt x="961872" y="714679"/>
                  </a:lnTo>
                  <a:lnTo>
                    <a:pt x="958938" y="708710"/>
                  </a:lnTo>
                  <a:lnTo>
                    <a:pt x="956030" y="702729"/>
                  </a:lnTo>
                  <a:lnTo>
                    <a:pt x="954026" y="700443"/>
                  </a:lnTo>
                  <a:close/>
                </a:path>
                <a:path w="2683509" h="798194">
                  <a:moveTo>
                    <a:pt x="992784" y="691032"/>
                  </a:moveTo>
                  <a:lnTo>
                    <a:pt x="981379" y="691032"/>
                  </a:lnTo>
                  <a:lnTo>
                    <a:pt x="981379" y="767727"/>
                  </a:lnTo>
                  <a:lnTo>
                    <a:pt x="993190" y="767727"/>
                  </a:lnTo>
                  <a:lnTo>
                    <a:pt x="993190" y="717003"/>
                  </a:lnTo>
                  <a:lnTo>
                    <a:pt x="993945" y="713625"/>
                  </a:lnTo>
                  <a:lnTo>
                    <a:pt x="994041" y="713193"/>
                  </a:lnTo>
                  <a:lnTo>
                    <a:pt x="997445" y="706920"/>
                  </a:lnTo>
                  <a:lnTo>
                    <a:pt x="999769" y="704532"/>
                  </a:lnTo>
                  <a:lnTo>
                    <a:pt x="1002703" y="702894"/>
                  </a:lnTo>
                  <a:lnTo>
                    <a:pt x="992784" y="702894"/>
                  </a:lnTo>
                  <a:lnTo>
                    <a:pt x="992784" y="691032"/>
                  </a:lnTo>
                  <a:close/>
                </a:path>
                <a:path w="2683509" h="798194">
                  <a:moveTo>
                    <a:pt x="1037886" y="700443"/>
                  </a:moveTo>
                  <a:lnTo>
                    <a:pt x="1018285" y="700443"/>
                  </a:lnTo>
                  <a:lnTo>
                    <a:pt x="1022591" y="702144"/>
                  </a:lnTo>
                  <a:lnTo>
                    <a:pt x="1028865" y="708926"/>
                  </a:lnTo>
                  <a:lnTo>
                    <a:pt x="1030439" y="713625"/>
                  </a:lnTo>
                  <a:lnTo>
                    <a:pt x="1030439" y="767727"/>
                  </a:lnTo>
                  <a:lnTo>
                    <a:pt x="1042250" y="767727"/>
                  </a:lnTo>
                  <a:lnTo>
                    <a:pt x="1042250" y="712330"/>
                  </a:lnTo>
                  <a:lnTo>
                    <a:pt x="1041158" y="706920"/>
                  </a:lnTo>
                  <a:lnTo>
                    <a:pt x="1037886" y="700443"/>
                  </a:lnTo>
                  <a:close/>
                </a:path>
                <a:path w="2683509" h="798194">
                  <a:moveTo>
                    <a:pt x="1021422" y="689838"/>
                  </a:moveTo>
                  <a:lnTo>
                    <a:pt x="1010411" y="689838"/>
                  </a:lnTo>
                  <a:lnTo>
                    <a:pt x="1005674" y="691032"/>
                  </a:lnTo>
                  <a:lnTo>
                    <a:pt x="998334" y="695807"/>
                  </a:lnTo>
                  <a:lnTo>
                    <a:pt x="995591" y="698944"/>
                  </a:lnTo>
                  <a:lnTo>
                    <a:pt x="993764" y="702894"/>
                  </a:lnTo>
                  <a:lnTo>
                    <a:pt x="1002703" y="702894"/>
                  </a:lnTo>
                  <a:lnTo>
                    <a:pt x="1005674" y="701268"/>
                  </a:lnTo>
                  <a:lnTo>
                    <a:pt x="1009040" y="700443"/>
                  </a:lnTo>
                  <a:lnTo>
                    <a:pt x="1037886" y="700443"/>
                  </a:lnTo>
                  <a:lnTo>
                    <a:pt x="1036827" y="698347"/>
                  </a:lnTo>
                  <a:lnTo>
                    <a:pt x="1033792" y="695134"/>
                  </a:lnTo>
                  <a:lnTo>
                    <a:pt x="1029881" y="693039"/>
                  </a:lnTo>
                  <a:lnTo>
                    <a:pt x="1026214" y="691032"/>
                  </a:lnTo>
                  <a:lnTo>
                    <a:pt x="1026524" y="691032"/>
                  </a:lnTo>
                  <a:lnTo>
                    <a:pt x="1021422" y="689838"/>
                  </a:lnTo>
                  <a:close/>
                </a:path>
                <a:path w="2683509" h="798194">
                  <a:moveTo>
                    <a:pt x="1072845" y="776135"/>
                  </a:moveTo>
                  <a:lnTo>
                    <a:pt x="1064626" y="781913"/>
                  </a:lnTo>
                  <a:lnTo>
                    <a:pt x="1063449" y="782777"/>
                  </a:lnTo>
                  <a:lnTo>
                    <a:pt x="1065034" y="785418"/>
                  </a:lnTo>
                  <a:lnTo>
                    <a:pt x="1089164" y="798169"/>
                  </a:lnTo>
                  <a:lnTo>
                    <a:pt x="1101013" y="798169"/>
                  </a:lnTo>
                  <a:lnTo>
                    <a:pt x="1106589" y="797179"/>
                  </a:lnTo>
                  <a:lnTo>
                    <a:pt x="1111592" y="795210"/>
                  </a:lnTo>
                  <a:lnTo>
                    <a:pt x="1116634" y="793280"/>
                  </a:lnTo>
                  <a:lnTo>
                    <a:pt x="1120635" y="790219"/>
                  </a:lnTo>
                  <a:lnTo>
                    <a:pt x="1122275" y="787920"/>
                  </a:lnTo>
                  <a:lnTo>
                    <a:pt x="1122393" y="787755"/>
                  </a:lnTo>
                  <a:lnTo>
                    <a:pt x="1090231" y="787755"/>
                  </a:lnTo>
                  <a:lnTo>
                    <a:pt x="1086484" y="787069"/>
                  </a:lnTo>
                  <a:lnTo>
                    <a:pt x="1080769" y="784364"/>
                  </a:lnTo>
                  <a:lnTo>
                    <a:pt x="1078534" y="782777"/>
                  </a:lnTo>
                  <a:lnTo>
                    <a:pt x="1076909" y="780948"/>
                  </a:lnTo>
                  <a:lnTo>
                    <a:pt x="1075270" y="779145"/>
                  </a:lnTo>
                  <a:lnTo>
                    <a:pt x="1073911" y="777544"/>
                  </a:lnTo>
                  <a:lnTo>
                    <a:pt x="1072845" y="776135"/>
                  </a:lnTo>
                  <a:close/>
                </a:path>
                <a:path w="2683509" h="798194">
                  <a:moveTo>
                    <a:pt x="1128115" y="753516"/>
                  </a:moveTo>
                  <a:lnTo>
                    <a:pt x="1116304" y="753516"/>
                  </a:lnTo>
                  <a:lnTo>
                    <a:pt x="1116304" y="775538"/>
                  </a:lnTo>
                  <a:lnTo>
                    <a:pt x="1114285" y="780237"/>
                  </a:lnTo>
                  <a:lnTo>
                    <a:pt x="1106208" y="786244"/>
                  </a:lnTo>
                  <a:lnTo>
                    <a:pt x="1101077" y="787755"/>
                  </a:lnTo>
                  <a:lnTo>
                    <a:pt x="1122393" y="787755"/>
                  </a:lnTo>
                  <a:lnTo>
                    <a:pt x="1123607" y="786053"/>
                  </a:lnTo>
                  <a:lnTo>
                    <a:pt x="1126616" y="781913"/>
                  </a:lnTo>
                  <a:lnTo>
                    <a:pt x="1128115" y="776541"/>
                  </a:lnTo>
                  <a:lnTo>
                    <a:pt x="1128115" y="753516"/>
                  </a:lnTo>
                  <a:close/>
                </a:path>
                <a:path w="2683509" h="798194">
                  <a:moveTo>
                    <a:pt x="1098080" y="689838"/>
                  </a:moveTo>
                  <a:lnTo>
                    <a:pt x="1086599" y="689838"/>
                  </a:lnTo>
                  <a:lnTo>
                    <a:pt x="1080896" y="691451"/>
                  </a:lnTo>
                  <a:lnTo>
                    <a:pt x="1070973" y="697941"/>
                  </a:lnTo>
                  <a:lnTo>
                    <a:pt x="1067155" y="702437"/>
                  </a:lnTo>
                  <a:lnTo>
                    <a:pt x="1061618" y="714146"/>
                  </a:lnTo>
                  <a:lnTo>
                    <a:pt x="1060234" y="721004"/>
                  </a:lnTo>
                  <a:lnTo>
                    <a:pt x="1060234" y="736892"/>
                  </a:lnTo>
                  <a:lnTo>
                    <a:pt x="1086662" y="766521"/>
                  </a:lnTo>
                  <a:lnTo>
                    <a:pt x="1097876" y="766521"/>
                  </a:lnTo>
                  <a:lnTo>
                    <a:pt x="1113720" y="755916"/>
                  </a:lnTo>
                  <a:lnTo>
                    <a:pt x="1089532" y="755916"/>
                  </a:lnTo>
                  <a:lnTo>
                    <a:pt x="1085938" y="754913"/>
                  </a:lnTo>
                  <a:lnTo>
                    <a:pt x="1085613" y="754913"/>
                  </a:lnTo>
                  <a:lnTo>
                    <a:pt x="1082065" y="752462"/>
                  </a:lnTo>
                  <a:lnTo>
                    <a:pt x="1072102" y="723138"/>
                  </a:lnTo>
                  <a:lnTo>
                    <a:pt x="1072870" y="718731"/>
                  </a:lnTo>
                  <a:lnTo>
                    <a:pt x="1089469" y="700443"/>
                  </a:lnTo>
                  <a:lnTo>
                    <a:pt x="1113708" y="700443"/>
                  </a:lnTo>
                  <a:lnTo>
                    <a:pt x="1113396" y="700011"/>
                  </a:lnTo>
                  <a:lnTo>
                    <a:pt x="1111796" y="697941"/>
                  </a:lnTo>
                  <a:lnTo>
                    <a:pt x="1110221" y="695845"/>
                  </a:lnTo>
                  <a:lnTo>
                    <a:pt x="1107960" y="693966"/>
                  </a:lnTo>
                  <a:lnTo>
                    <a:pt x="1104988" y="692340"/>
                  </a:lnTo>
                  <a:lnTo>
                    <a:pt x="1102055" y="690664"/>
                  </a:lnTo>
                  <a:lnTo>
                    <a:pt x="1098080" y="689838"/>
                  </a:lnTo>
                  <a:close/>
                </a:path>
                <a:path w="2683509" h="798194">
                  <a:moveTo>
                    <a:pt x="1113708" y="700443"/>
                  </a:moveTo>
                  <a:lnTo>
                    <a:pt x="1099286" y="700443"/>
                  </a:lnTo>
                  <a:lnTo>
                    <a:pt x="1103411" y="701713"/>
                  </a:lnTo>
                  <a:lnTo>
                    <a:pt x="1109865" y="706450"/>
                  </a:lnTo>
                  <a:lnTo>
                    <a:pt x="1112329" y="709777"/>
                  </a:lnTo>
                  <a:lnTo>
                    <a:pt x="1115669" y="718248"/>
                  </a:lnTo>
                  <a:lnTo>
                    <a:pt x="1116507" y="723138"/>
                  </a:lnTo>
                  <a:lnTo>
                    <a:pt x="1116507" y="734352"/>
                  </a:lnTo>
                  <a:lnTo>
                    <a:pt x="1103089" y="754913"/>
                  </a:lnTo>
                  <a:lnTo>
                    <a:pt x="1102896" y="754913"/>
                  </a:lnTo>
                  <a:lnTo>
                    <a:pt x="1099210" y="755916"/>
                  </a:lnTo>
                  <a:lnTo>
                    <a:pt x="1113720" y="755916"/>
                  </a:lnTo>
                  <a:lnTo>
                    <a:pt x="1114437" y="754913"/>
                  </a:lnTo>
                  <a:lnTo>
                    <a:pt x="1115301" y="753516"/>
                  </a:lnTo>
                  <a:lnTo>
                    <a:pt x="1128115" y="753516"/>
                  </a:lnTo>
                  <a:lnTo>
                    <a:pt x="1128115" y="703046"/>
                  </a:lnTo>
                  <a:lnTo>
                    <a:pt x="1115504" y="703046"/>
                  </a:lnTo>
                  <a:lnTo>
                    <a:pt x="1114628" y="701713"/>
                  </a:lnTo>
                  <a:lnTo>
                    <a:pt x="1113708" y="700443"/>
                  </a:lnTo>
                  <a:close/>
                </a:path>
                <a:path w="2683509" h="798194">
                  <a:moveTo>
                    <a:pt x="1128115" y="690829"/>
                  </a:moveTo>
                  <a:lnTo>
                    <a:pt x="1116698" y="690829"/>
                  </a:lnTo>
                  <a:lnTo>
                    <a:pt x="1116698" y="703046"/>
                  </a:lnTo>
                  <a:lnTo>
                    <a:pt x="1128115" y="703046"/>
                  </a:lnTo>
                  <a:lnTo>
                    <a:pt x="1128115" y="690829"/>
                  </a:lnTo>
                  <a:close/>
                </a:path>
                <a:path w="2683509" h="798194">
                  <a:moveTo>
                    <a:pt x="1201204" y="665200"/>
                  </a:moveTo>
                  <a:lnTo>
                    <a:pt x="1189393" y="665200"/>
                  </a:lnTo>
                  <a:lnTo>
                    <a:pt x="1189393" y="767727"/>
                  </a:lnTo>
                  <a:lnTo>
                    <a:pt x="1201204" y="767727"/>
                  </a:lnTo>
                  <a:lnTo>
                    <a:pt x="1201204" y="665200"/>
                  </a:lnTo>
                  <a:close/>
                </a:path>
                <a:path w="2683509" h="798194">
                  <a:moveTo>
                    <a:pt x="1261021" y="689838"/>
                  </a:moveTo>
                  <a:lnTo>
                    <a:pt x="1247139" y="689838"/>
                  </a:lnTo>
                  <a:lnTo>
                    <a:pt x="1241043" y="691489"/>
                  </a:lnTo>
                  <a:lnTo>
                    <a:pt x="1230604" y="698093"/>
                  </a:lnTo>
                  <a:lnTo>
                    <a:pt x="1226527" y="702729"/>
                  </a:lnTo>
                  <a:lnTo>
                    <a:pt x="1220685" y="714679"/>
                  </a:lnTo>
                  <a:lnTo>
                    <a:pt x="1219238" y="721677"/>
                  </a:lnTo>
                  <a:lnTo>
                    <a:pt x="1219238" y="737628"/>
                  </a:lnTo>
                  <a:lnTo>
                    <a:pt x="1247139" y="769327"/>
                  </a:lnTo>
                  <a:lnTo>
                    <a:pt x="1261021" y="769327"/>
                  </a:lnTo>
                  <a:lnTo>
                    <a:pt x="1267091" y="767676"/>
                  </a:lnTo>
                  <a:lnTo>
                    <a:pt x="1277543" y="761072"/>
                  </a:lnTo>
                  <a:lnTo>
                    <a:pt x="1279620" y="758710"/>
                  </a:lnTo>
                  <a:lnTo>
                    <a:pt x="1248803" y="758710"/>
                  </a:lnTo>
                  <a:lnTo>
                    <a:pt x="1244472" y="757364"/>
                  </a:lnTo>
                  <a:lnTo>
                    <a:pt x="1237665" y="751954"/>
                  </a:lnTo>
                  <a:lnTo>
                    <a:pt x="1235138" y="748398"/>
                  </a:lnTo>
                  <a:lnTo>
                    <a:pt x="1231874" y="739597"/>
                  </a:lnTo>
                  <a:lnTo>
                    <a:pt x="1231049" y="734822"/>
                  </a:lnTo>
                  <a:lnTo>
                    <a:pt x="1231049" y="724547"/>
                  </a:lnTo>
                  <a:lnTo>
                    <a:pt x="1248803" y="700443"/>
                  </a:lnTo>
                  <a:lnTo>
                    <a:pt x="1279603" y="700443"/>
                  </a:lnTo>
                  <a:lnTo>
                    <a:pt x="1277543" y="698093"/>
                  </a:lnTo>
                  <a:lnTo>
                    <a:pt x="1267091" y="691489"/>
                  </a:lnTo>
                  <a:lnTo>
                    <a:pt x="1261021" y="689838"/>
                  </a:lnTo>
                  <a:close/>
                </a:path>
                <a:path w="2683509" h="798194">
                  <a:moveTo>
                    <a:pt x="1279603" y="700443"/>
                  </a:moveTo>
                  <a:lnTo>
                    <a:pt x="1259357" y="700443"/>
                  </a:lnTo>
                  <a:lnTo>
                    <a:pt x="1263688" y="701814"/>
                  </a:lnTo>
                  <a:lnTo>
                    <a:pt x="1270495" y="707288"/>
                  </a:lnTo>
                  <a:lnTo>
                    <a:pt x="1273022" y="710869"/>
                  </a:lnTo>
                  <a:lnTo>
                    <a:pt x="1276286" y="719747"/>
                  </a:lnTo>
                  <a:lnTo>
                    <a:pt x="1277111" y="724547"/>
                  </a:lnTo>
                  <a:lnTo>
                    <a:pt x="1277111" y="734822"/>
                  </a:lnTo>
                  <a:lnTo>
                    <a:pt x="1259357" y="758710"/>
                  </a:lnTo>
                  <a:lnTo>
                    <a:pt x="1279620" y="758710"/>
                  </a:lnTo>
                  <a:lnTo>
                    <a:pt x="1281607" y="756450"/>
                  </a:lnTo>
                  <a:lnTo>
                    <a:pt x="1287449" y="744562"/>
                  </a:lnTo>
                  <a:lnTo>
                    <a:pt x="1288922" y="737628"/>
                  </a:lnTo>
                  <a:lnTo>
                    <a:pt x="1288922" y="721677"/>
                  </a:lnTo>
                  <a:lnTo>
                    <a:pt x="1287449" y="714679"/>
                  </a:lnTo>
                  <a:lnTo>
                    <a:pt x="1284516" y="708710"/>
                  </a:lnTo>
                  <a:lnTo>
                    <a:pt x="1281607" y="702729"/>
                  </a:lnTo>
                  <a:lnTo>
                    <a:pt x="1279603" y="700443"/>
                  </a:lnTo>
                  <a:close/>
                </a:path>
                <a:path w="2683509" h="798194">
                  <a:moveTo>
                    <a:pt x="1343405" y="689838"/>
                  </a:moveTo>
                  <a:lnTo>
                    <a:pt x="1331048" y="689838"/>
                  </a:lnTo>
                  <a:lnTo>
                    <a:pt x="1324978" y="691540"/>
                  </a:lnTo>
                  <a:lnTo>
                    <a:pt x="1314602" y="698309"/>
                  </a:lnTo>
                  <a:lnTo>
                    <a:pt x="1310563" y="702995"/>
                  </a:lnTo>
                  <a:lnTo>
                    <a:pt x="1304785" y="714984"/>
                  </a:lnTo>
                  <a:lnTo>
                    <a:pt x="1303350" y="721868"/>
                  </a:lnTo>
                  <a:lnTo>
                    <a:pt x="1303350" y="737362"/>
                  </a:lnTo>
                  <a:lnTo>
                    <a:pt x="1330985" y="769327"/>
                  </a:lnTo>
                  <a:lnTo>
                    <a:pt x="1343863" y="769327"/>
                  </a:lnTo>
                  <a:lnTo>
                    <a:pt x="1348841" y="768273"/>
                  </a:lnTo>
                  <a:lnTo>
                    <a:pt x="1357414" y="764044"/>
                  </a:lnTo>
                  <a:lnTo>
                    <a:pt x="1360868" y="761174"/>
                  </a:lnTo>
                  <a:lnTo>
                    <a:pt x="1362650" y="758710"/>
                  </a:lnTo>
                  <a:lnTo>
                    <a:pt x="1333525" y="758710"/>
                  </a:lnTo>
                  <a:lnTo>
                    <a:pt x="1329448" y="757504"/>
                  </a:lnTo>
                  <a:lnTo>
                    <a:pt x="1315161" y="735215"/>
                  </a:lnTo>
                  <a:lnTo>
                    <a:pt x="1315161" y="723468"/>
                  </a:lnTo>
                  <a:lnTo>
                    <a:pt x="1333588" y="700443"/>
                  </a:lnTo>
                  <a:lnTo>
                    <a:pt x="1362653" y="700443"/>
                  </a:lnTo>
                  <a:lnTo>
                    <a:pt x="1360500" y="697649"/>
                  </a:lnTo>
                  <a:lnTo>
                    <a:pt x="1356944" y="694842"/>
                  </a:lnTo>
                  <a:lnTo>
                    <a:pt x="1348270" y="690829"/>
                  </a:lnTo>
                  <a:lnTo>
                    <a:pt x="1343405" y="689838"/>
                  </a:lnTo>
                  <a:close/>
                </a:path>
                <a:path w="2683509" h="798194">
                  <a:moveTo>
                    <a:pt x="1368424" y="745299"/>
                  </a:moveTo>
                  <a:lnTo>
                    <a:pt x="1356613" y="745299"/>
                  </a:lnTo>
                  <a:lnTo>
                    <a:pt x="1355877" y="748106"/>
                  </a:lnTo>
                  <a:lnTo>
                    <a:pt x="1354645" y="750506"/>
                  </a:lnTo>
                  <a:lnTo>
                    <a:pt x="1351178" y="754507"/>
                  </a:lnTo>
                  <a:lnTo>
                    <a:pt x="1348849" y="756132"/>
                  </a:lnTo>
                  <a:lnTo>
                    <a:pt x="1344053" y="758177"/>
                  </a:lnTo>
                  <a:lnTo>
                    <a:pt x="1341259" y="758710"/>
                  </a:lnTo>
                  <a:lnTo>
                    <a:pt x="1362650" y="758710"/>
                  </a:lnTo>
                  <a:lnTo>
                    <a:pt x="1366113" y="753922"/>
                  </a:lnTo>
                  <a:lnTo>
                    <a:pt x="1367764" y="749833"/>
                  </a:lnTo>
                  <a:lnTo>
                    <a:pt x="1368424" y="745299"/>
                  </a:lnTo>
                  <a:close/>
                </a:path>
                <a:path w="2683509" h="798194">
                  <a:moveTo>
                    <a:pt x="1362653" y="700443"/>
                  </a:moveTo>
                  <a:lnTo>
                    <a:pt x="1343405" y="700443"/>
                  </a:lnTo>
                  <a:lnTo>
                    <a:pt x="1347533" y="701814"/>
                  </a:lnTo>
                  <a:lnTo>
                    <a:pt x="1350606" y="704545"/>
                  </a:lnTo>
                  <a:lnTo>
                    <a:pt x="1353718" y="707250"/>
                  </a:lnTo>
                  <a:lnTo>
                    <a:pt x="1355712" y="710361"/>
                  </a:lnTo>
                  <a:lnTo>
                    <a:pt x="1356613" y="713867"/>
                  </a:lnTo>
                  <a:lnTo>
                    <a:pt x="1368424" y="713867"/>
                  </a:lnTo>
                  <a:lnTo>
                    <a:pt x="1367944" y="710361"/>
                  </a:lnTo>
                  <a:lnTo>
                    <a:pt x="1367863" y="709777"/>
                  </a:lnTo>
                  <a:lnTo>
                    <a:pt x="1367764" y="709053"/>
                  </a:lnTo>
                  <a:lnTo>
                    <a:pt x="1366050" y="704850"/>
                  </a:lnTo>
                  <a:lnTo>
                    <a:pt x="1362653" y="700443"/>
                  </a:lnTo>
                  <a:close/>
                </a:path>
                <a:path w="2683509" h="798194">
                  <a:moveTo>
                    <a:pt x="1439357" y="700252"/>
                  </a:moveTo>
                  <a:lnTo>
                    <a:pt x="1420977" y="700252"/>
                  </a:lnTo>
                  <a:lnTo>
                    <a:pt x="1425028" y="701611"/>
                  </a:lnTo>
                  <a:lnTo>
                    <a:pt x="1427695" y="704354"/>
                  </a:lnTo>
                  <a:lnTo>
                    <a:pt x="1430400" y="707085"/>
                  </a:lnTo>
                  <a:lnTo>
                    <a:pt x="1431759" y="710958"/>
                  </a:lnTo>
                  <a:lnTo>
                    <a:pt x="1431759" y="718172"/>
                  </a:lnTo>
                  <a:lnTo>
                    <a:pt x="1431074" y="719505"/>
                  </a:lnTo>
                  <a:lnTo>
                    <a:pt x="1429702" y="720267"/>
                  </a:lnTo>
                  <a:lnTo>
                    <a:pt x="1428368" y="721042"/>
                  </a:lnTo>
                  <a:lnTo>
                    <a:pt x="1426235" y="721588"/>
                  </a:lnTo>
                  <a:lnTo>
                    <a:pt x="1416608" y="722668"/>
                  </a:lnTo>
                  <a:lnTo>
                    <a:pt x="1408366" y="723747"/>
                  </a:lnTo>
                  <a:lnTo>
                    <a:pt x="1404810" y="724369"/>
                  </a:lnTo>
                  <a:lnTo>
                    <a:pt x="1401267" y="725182"/>
                  </a:lnTo>
                  <a:lnTo>
                    <a:pt x="1397761" y="725944"/>
                  </a:lnTo>
                  <a:lnTo>
                    <a:pt x="1394561" y="727113"/>
                  </a:lnTo>
                  <a:lnTo>
                    <a:pt x="1388757" y="730250"/>
                  </a:lnTo>
                  <a:lnTo>
                    <a:pt x="1386433" y="732421"/>
                  </a:lnTo>
                  <a:lnTo>
                    <a:pt x="1384706" y="735190"/>
                  </a:lnTo>
                  <a:lnTo>
                    <a:pt x="1382966" y="737920"/>
                  </a:lnTo>
                  <a:lnTo>
                    <a:pt x="1382191" y="741133"/>
                  </a:lnTo>
                  <a:lnTo>
                    <a:pt x="1382102" y="750912"/>
                  </a:lnTo>
                  <a:lnTo>
                    <a:pt x="1383271" y="755180"/>
                  </a:lnTo>
                  <a:lnTo>
                    <a:pt x="1387932" y="762215"/>
                  </a:lnTo>
                  <a:lnTo>
                    <a:pt x="1391094" y="764908"/>
                  </a:lnTo>
                  <a:lnTo>
                    <a:pt x="1399031" y="768616"/>
                  </a:lnTo>
                  <a:lnTo>
                    <a:pt x="1403451" y="769531"/>
                  </a:lnTo>
                  <a:lnTo>
                    <a:pt x="1412798" y="769531"/>
                  </a:lnTo>
                  <a:lnTo>
                    <a:pt x="1430350" y="758990"/>
                  </a:lnTo>
                  <a:lnTo>
                    <a:pt x="1405707" y="758990"/>
                  </a:lnTo>
                  <a:lnTo>
                    <a:pt x="1401965" y="757999"/>
                  </a:lnTo>
                  <a:lnTo>
                    <a:pt x="1401703" y="757999"/>
                  </a:lnTo>
                  <a:lnTo>
                    <a:pt x="1398460" y="755815"/>
                  </a:lnTo>
                  <a:lnTo>
                    <a:pt x="1395425" y="753706"/>
                  </a:lnTo>
                  <a:lnTo>
                    <a:pt x="1393913" y="750608"/>
                  </a:lnTo>
                  <a:lnTo>
                    <a:pt x="1393913" y="743496"/>
                  </a:lnTo>
                  <a:lnTo>
                    <a:pt x="1402727" y="735444"/>
                  </a:lnTo>
                  <a:lnTo>
                    <a:pt x="1405394" y="734542"/>
                  </a:lnTo>
                  <a:lnTo>
                    <a:pt x="1408264" y="733882"/>
                  </a:lnTo>
                  <a:lnTo>
                    <a:pt x="1412595" y="733323"/>
                  </a:lnTo>
                  <a:lnTo>
                    <a:pt x="1416291" y="732891"/>
                  </a:lnTo>
                  <a:lnTo>
                    <a:pt x="1418361" y="732624"/>
                  </a:lnTo>
                  <a:lnTo>
                    <a:pt x="1431759" y="729081"/>
                  </a:lnTo>
                  <a:lnTo>
                    <a:pt x="1443570" y="729081"/>
                  </a:lnTo>
                  <a:lnTo>
                    <a:pt x="1443570" y="710958"/>
                  </a:lnTo>
                  <a:lnTo>
                    <a:pt x="1442638" y="706424"/>
                  </a:lnTo>
                  <a:lnTo>
                    <a:pt x="1442567" y="706081"/>
                  </a:lnTo>
                  <a:lnTo>
                    <a:pt x="1439357" y="700252"/>
                  </a:lnTo>
                  <a:close/>
                </a:path>
                <a:path w="2683509" h="798194">
                  <a:moveTo>
                    <a:pt x="1443570" y="757313"/>
                  </a:moveTo>
                  <a:lnTo>
                    <a:pt x="1431759" y="757313"/>
                  </a:lnTo>
                  <a:lnTo>
                    <a:pt x="1431759" y="767727"/>
                  </a:lnTo>
                  <a:lnTo>
                    <a:pt x="1443570" y="767727"/>
                  </a:lnTo>
                  <a:lnTo>
                    <a:pt x="1443570" y="757313"/>
                  </a:lnTo>
                  <a:close/>
                </a:path>
                <a:path w="2683509" h="798194">
                  <a:moveTo>
                    <a:pt x="1443570" y="729081"/>
                  </a:moveTo>
                  <a:lnTo>
                    <a:pt x="1431759" y="729081"/>
                  </a:lnTo>
                  <a:lnTo>
                    <a:pt x="1431651" y="743496"/>
                  </a:lnTo>
                  <a:lnTo>
                    <a:pt x="1430921" y="746150"/>
                  </a:lnTo>
                  <a:lnTo>
                    <a:pt x="1427619" y="751954"/>
                  </a:lnTo>
                  <a:lnTo>
                    <a:pt x="1425181" y="754329"/>
                  </a:lnTo>
                  <a:lnTo>
                    <a:pt x="1421942" y="756158"/>
                  </a:lnTo>
                  <a:lnTo>
                    <a:pt x="1418742" y="757999"/>
                  </a:lnTo>
                  <a:lnTo>
                    <a:pt x="1414477" y="758990"/>
                  </a:lnTo>
                  <a:lnTo>
                    <a:pt x="1430350" y="758990"/>
                  </a:lnTo>
                  <a:lnTo>
                    <a:pt x="1431150" y="757313"/>
                  </a:lnTo>
                  <a:lnTo>
                    <a:pt x="1443570" y="757313"/>
                  </a:lnTo>
                  <a:lnTo>
                    <a:pt x="1443570" y="729081"/>
                  </a:lnTo>
                  <a:close/>
                </a:path>
                <a:path w="2683509" h="798194">
                  <a:moveTo>
                    <a:pt x="1417612" y="689838"/>
                  </a:moveTo>
                  <a:lnTo>
                    <a:pt x="1411262" y="689838"/>
                  </a:lnTo>
                  <a:lnTo>
                    <a:pt x="1407325" y="690372"/>
                  </a:lnTo>
                  <a:lnTo>
                    <a:pt x="1384299" y="707859"/>
                  </a:lnTo>
                  <a:lnTo>
                    <a:pt x="1395514" y="711860"/>
                  </a:lnTo>
                  <a:lnTo>
                    <a:pt x="1396809" y="709053"/>
                  </a:lnTo>
                  <a:lnTo>
                    <a:pt x="1399070" y="706424"/>
                  </a:lnTo>
                  <a:lnTo>
                    <a:pt x="1405306" y="701611"/>
                  </a:lnTo>
                  <a:lnTo>
                    <a:pt x="1405013" y="701611"/>
                  </a:lnTo>
                  <a:lnTo>
                    <a:pt x="1409903" y="700252"/>
                  </a:lnTo>
                  <a:lnTo>
                    <a:pt x="1439357" y="700252"/>
                  </a:lnTo>
                  <a:lnTo>
                    <a:pt x="1438567" y="698817"/>
                  </a:lnTo>
                  <a:lnTo>
                    <a:pt x="1436039" y="696087"/>
                  </a:lnTo>
                  <a:lnTo>
                    <a:pt x="1430007" y="692492"/>
                  </a:lnTo>
                  <a:lnTo>
                    <a:pt x="1426883" y="691299"/>
                  </a:lnTo>
                  <a:lnTo>
                    <a:pt x="1423644" y="690740"/>
                  </a:lnTo>
                  <a:lnTo>
                    <a:pt x="1420444" y="690130"/>
                  </a:lnTo>
                  <a:lnTo>
                    <a:pt x="1417612" y="689838"/>
                  </a:lnTo>
                  <a:close/>
                </a:path>
                <a:path w="2683509" h="798194">
                  <a:moveTo>
                    <a:pt x="1482153" y="672414"/>
                  </a:moveTo>
                  <a:lnTo>
                    <a:pt x="1470342" y="672414"/>
                  </a:lnTo>
                  <a:lnTo>
                    <a:pt x="1470342" y="753376"/>
                  </a:lnTo>
                  <a:lnTo>
                    <a:pt x="1471212" y="756513"/>
                  </a:lnTo>
                  <a:lnTo>
                    <a:pt x="1471297" y="756818"/>
                  </a:lnTo>
                  <a:lnTo>
                    <a:pt x="1487830" y="768731"/>
                  </a:lnTo>
                  <a:lnTo>
                    <a:pt x="1493367" y="768731"/>
                  </a:lnTo>
                  <a:lnTo>
                    <a:pt x="1495183" y="768565"/>
                  </a:lnTo>
                  <a:lnTo>
                    <a:pt x="1496618" y="768223"/>
                  </a:lnTo>
                  <a:lnTo>
                    <a:pt x="1497679" y="768007"/>
                  </a:lnTo>
                  <a:lnTo>
                    <a:pt x="1499171" y="767626"/>
                  </a:lnTo>
                  <a:lnTo>
                    <a:pt x="1499971" y="767321"/>
                  </a:lnTo>
                  <a:lnTo>
                    <a:pt x="1497706" y="757313"/>
                  </a:lnTo>
                  <a:lnTo>
                    <a:pt x="1490637" y="757313"/>
                  </a:lnTo>
                  <a:lnTo>
                    <a:pt x="1489379" y="757110"/>
                  </a:lnTo>
                  <a:lnTo>
                    <a:pt x="1489173" y="757110"/>
                  </a:lnTo>
                  <a:lnTo>
                    <a:pt x="1487411" y="756513"/>
                  </a:lnTo>
                  <a:lnTo>
                    <a:pt x="1482153" y="749033"/>
                  </a:lnTo>
                  <a:lnTo>
                    <a:pt x="1482153" y="672414"/>
                  </a:lnTo>
                  <a:close/>
                </a:path>
                <a:path w="2683509" h="798194">
                  <a:moveTo>
                    <a:pt x="1497594" y="756818"/>
                  </a:moveTo>
                  <a:lnTo>
                    <a:pt x="1497075" y="756818"/>
                  </a:lnTo>
                  <a:lnTo>
                    <a:pt x="1495577" y="757110"/>
                  </a:lnTo>
                  <a:lnTo>
                    <a:pt x="1494358" y="757313"/>
                  </a:lnTo>
                  <a:lnTo>
                    <a:pt x="1497706" y="757313"/>
                  </a:lnTo>
                  <a:lnTo>
                    <a:pt x="1497594" y="756818"/>
                  </a:lnTo>
                  <a:close/>
                </a:path>
                <a:path w="2683509" h="798194">
                  <a:moveTo>
                    <a:pt x="1470342" y="690829"/>
                  </a:moveTo>
                  <a:lnTo>
                    <a:pt x="1458721" y="690829"/>
                  </a:lnTo>
                  <a:lnTo>
                    <a:pt x="1458721" y="700849"/>
                  </a:lnTo>
                  <a:lnTo>
                    <a:pt x="1470342" y="700849"/>
                  </a:lnTo>
                  <a:lnTo>
                    <a:pt x="1470342" y="690829"/>
                  </a:lnTo>
                  <a:close/>
                </a:path>
                <a:path w="2683509" h="798194">
                  <a:moveTo>
                    <a:pt x="1498574" y="690829"/>
                  </a:moveTo>
                  <a:lnTo>
                    <a:pt x="1482153" y="690829"/>
                  </a:lnTo>
                  <a:lnTo>
                    <a:pt x="1482153" y="700849"/>
                  </a:lnTo>
                  <a:lnTo>
                    <a:pt x="1498574" y="700849"/>
                  </a:lnTo>
                  <a:lnTo>
                    <a:pt x="1498574" y="690829"/>
                  </a:lnTo>
                  <a:close/>
                </a:path>
                <a:path w="2683509" h="798194">
                  <a:moveTo>
                    <a:pt x="1528165" y="690829"/>
                  </a:moveTo>
                  <a:lnTo>
                    <a:pt x="1516341" y="690829"/>
                  </a:lnTo>
                  <a:lnTo>
                    <a:pt x="1516341" y="767727"/>
                  </a:lnTo>
                  <a:lnTo>
                    <a:pt x="1528165" y="767727"/>
                  </a:lnTo>
                  <a:lnTo>
                    <a:pt x="1528165" y="690829"/>
                  </a:lnTo>
                  <a:close/>
                </a:path>
                <a:path w="2683509" h="798194">
                  <a:moveTo>
                    <a:pt x="1524660" y="662000"/>
                  </a:moveTo>
                  <a:lnTo>
                    <a:pt x="1520050" y="662000"/>
                  </a:lnTo>
                  <a:lnTo>
                    <a:pt x="1518069" y="662787"/>
                  </a:lnTo>
                  <a:lnTo>
                    <a:pt x="1516392" y="664349"/>
                  </a:lnTo>
                  <a:lnTo>
                    <a:pt x="1514767" y="665924"/>
                  </a:lnTo>
                  <a:lnTo>
                    <a:pt x="1513941" y="667804"/>
                  </a:lnTo>
                  <a:lnTo>
                    <a:pt x="1513941" y="672211"/>
                  </a:lnTo>
                  <a:lnTo>
                    <a:pt x="1514767" y="674103"/>
                  </a:lnTo>
                  <a:lnTo>
                    <a:pt x="1516392" y="675665"/>
                  </a:lnTo>
                  <a:lnTo>
                    <a:pt x="1518069" y="677240"/>
                  </a:lnTo>
                  <a:lnTo>
                    <a:pt x="1520050" y="678014"/>
                  </a:lnTo>
                  <a:lnTo>
                    <a:pt x="1524660" y="678014"/>
                  </a:lnTo>
                  <a:lnTo>
                    <a:pt x="1526628" y="677240"/>
                  </a:lnTo>
                  <a:lnTo>
                    <a:pt x="1528254" y="675665"/>
                  </a:lnTo>
                  <a:lnTo>
                    <a:pt x="1529930" y="674103"/>
                  </a:lnTo>
                  <a:lnTo>
                    <a:pt x="1530769" y="672211"/>
                  </a:lnTo>
                  <a:lnTo>
                    <a:pt x="1530769" y="667804"/>
                  </a:lnTo>
                  <a:lnTo>
                    <a:pt x="1529930" y="665924"/>
                  </a:lnTo>
                  <a:lnTo>
                    <a:pt x="1528254" y="664349"/>
                  </a:lnTo>
                  <a:lnTo>
                    <a:pt x="1526628" y="662787"/>
                  </a:lnTo>
                  <a:lnTo>
                    <a:pt x="1524660" y="662000"/>
                  </a:lnTo>
                  <a:close/>
                </a:path>
                <a:path w="2683509" h="798194">
                  <a:moveTo>
                    <a:pt x="1587982" y="689838"/>
                  </a:moveTo>
                  <a:lnTo>
                    <a:pt x="1574101" y="689838"/>
                  </a:lnTo>
                  <a:lnTo>
                    <a:pt x="1568005" y="691489"/>
                  </a:lnTo>
                  <a:lnTo>
                    <a:pt x="1557553" y="698093"/>
                  </a:lnTo>
                  <a:lnTo>
                    <a:pt x="1553489" y="702729"/>
                  </a:lnTo>
                  <a:lnTo>
                    <a:pt x="1547647" y="714679"/>
                  </a:lnTo>
                  <a:lnTo>
                    <a:pt x="1546199" y="721677"/>
                  </a:lnTo>
                  <a:lnTo>
                    <a:pt x="1546199" y="737628"/>
                  </a:lnTo>
                  <a:lnTo>
                    <a:pt x="1574101" y="769327"/>
                  </a:lnTo>
                  <a:lnTo>
                    <a:pt x="1587982" y="769327"/>
                  </a:lnTo>
                  <a:lnTo>
                    <a:pt x="1594053" y="767676"/>
                  </a:lnTo>
                  <a:lnTo>
                    <a:pt x="1604492" y="761072"/>
                  </a:lnTo>
                  <a:lnTo>
                    <a:pt x="1606575" y="758710"/>
                  </a:lnTo>
                  <a:lnTo>
                    <a:pt x="1575765" y="758710"/>
                  </a:lnTo>
                  <a:lnTo>
                    <a:pt x="1571421" y="757364"/>
                  </a:lnTo>
                  <a:lnTo>
                    <a:pt x="1564614" y="751954"/>
                  </a:lnTo>
                  <a:lnTo>
                    <a:pt x="1562099" y="748398"/>
                  </a:lnTo>
                  <a:lnTo>
                    <a:pt x="1558823" y="739597"/>
                  </a:lnTo>
                  <a:lnTo>
                    <a:pt x="1558010" y="734822"/>
                  </a:lnTo>
                  <a:lnTo>
                    <a:pt x="1558010" y="724547"/>
                  </a:lnTo>
                  <a:lnTo>
                    <a:pt x="1575765" y="700443"/>
                  </a:lnTo>
                  <a:lnTo>
                    <a:pt x="1606558" y="700443"/>
                  </a:lnTo>
                  <a:lnTo>
                    <a:pt x="1604492" y="698093"/>
                  </a:lnTo>
                  <a:lnTo>
                    <a:pt x="1594053" y="691489"/>
                  </a:lnTo>
                  <a:lnTo>
                    <a:pt x="1587982" y="689838"/>
                  </a:lnTo>
                  <a:close/>
                </a:path>
                <a:path w="2683509" h="798194">
                  <a:moveTo>
                    <a:pt x="1606558" y="700443"/>
                  </a:moveTo>
                  <a:lnTo>
                    <a:pt x="1586306" y="700443"/>
                  </a:lnTo>
                  <a:lnTo>
                    <a:pt x="1590649" y="701814"/>
                  </a:lnTo>
                  <a:lnTo>
                    <a:pt x="1597456" y="707288"/>
                  </a:lnTo>
                  <a:lnTo>
                    <a:pt x="1599971" y="710869"/>
                  </a:lnTo>
                  <a:lnTo>
                    <a:pt x="1603247" y="719747"/>
                  </a:lnTo>
                  <a:lnTo>
                    <a:pt x="1604060" y="724547"/>
                  </a:lnTo>
                  <a:lnTo>
                    <a:pt x="1604060" y="734822"/>
                  </a:lnTo>
                  <a:lnTo>
                    <a:pt x="1586306" y="758710"/>
                  </a:lnTo>
                  <a:lnTo>
                    <a:pt x="1606575" y="758710"/>
                  </a:lnTo>
                  <a:lnTo>
                    <a:pt x="1608569" y="756450"/>
                  </a:lnTo>
                  <a:lnTo>
                    <a:pt x="1614411" y="744562"/>
                  </a:lnTo>
                  <a:lnTo>
                    <a:pt x="1615884" y="737628"/>
                  </a:lnTo>
                  <a:lnTo>
                    <a:pt x="1615884" y="721677"/>
                  </a:lnTo>
                  <a:lnTo>
                    <a:pt x="1614411" y="714679"/>
                  </a:lnTo>
                  <a:lnTo>
                    <a:pt x="1611477" y="708710"/>
                  </a:lnTo>
                  <a:lnTo>
                    <a:pt x="1608569" y="702729"/>
                  </a:lnTo>
                  <a:lnTo>
                    <a:pt x="1606558" y="700443"/>
                  </a:lnTo>
                  <a:close/>
                </a:path>
                <a:path w="2683509" h="798194">
                  <a:moveTo>
                    <a:pt x="1645323" y="691032"/>
                  </a:moveTo>
                  <a:lnTo>
                    <a:pt x="1633918" y="691032"/>
                  </a:lnTo>
                  <a:lnTo>
                    <a:pt x="1633918" y="767727"/>
                  </a:lnTo>
                  <a:lnTo>
                    <a:pt x="1645729" y="767727"/>
                  </a:lnTo>
                  <a:lnTo>
                    <a:pt x="1645729" y="717003"/>
                  </a:lnTo>
                  <a:lnTo>
                    <a:pt x="1646483" y="713625"/>
                  </a:lnTo>
                  <a:lnTo>
                    <a:pt x="1646580" y="713193"/>
                  </a:lnTo>
                  <a:lnTo>
                    <a:pt x="1649983" y="706920"/>
                  </a:lnTo>
                  <a:lnTo>
                    <a:pt x="1652308" y="704532"/>
                  </a:lnTo>
                  <a:lnTo>
                    <a:pt x="1655241" y="702894"/>
                  </a:lnTo>
                  <a:lnTo>
                    <a:pt x="1645323" y="702894"/>
                  </a:lnTo>
                  <a:lnTo>
                    <a:pt x="1645323" y="691032"/>
                  </a:lnTo>
                  <a:close/>
                </a:path>
                <a:path w="2683509" h="798194">
                  <a:moveTo>
                    <a:pt x="1690425" y="700443"/>
                  </a:moveTo>
                  <a:lnTo>
                    <a:pt x="1670824" y="700443"/>
                  </a:lnTo>
                  <a:lnTo>
                    <a:pt x="1675129" y="702144"/>
                  </a:lnTo>
                  <a:lnTo>
                    <a:pt x="1681403" y="708926"/>
                  </a:lnTo>
                  <a:lnTo>
                    <a:pt x="1682965" y="713625"/>
                  </a:lnTo>
                  <a:lnTo>
                    <a:pt x="1682965" y="767727"/>
                  </a:lnTo>
                  <a:lnTo>
                    <a:pt x="1694789" y="767727"/>
                  </a:lnTo>
                  <a:lnTo>
                    <a:pt x="1694789" y="712330"/>
                  </a:lnTo>
                  <a:lnTo>
                    <a:pt x="1693697" y="706920"/>
                  </a:lnTo>
                  <a:lnTo>
                    <a:pt x="1690425" y="700443"/>
                  </a:lnTo>
                  <a:close/>
                </a:path>
                <a:path w="2683509" h="798194">
                  <a:moveTo>
                    <a:pt x="1673961" y="689838"/>
                  </a:moveTo>
                  <a:lnTo>
                    <a:pt x="1662950" y="689838"/>
                  </a:lnTo>
                  <a:lnTo>
                    <a:pt x="1658213" y="691032"/>
                  </a:lnTo>
                  <a:lnTo>
                    <a:pt x="1650872" y="695807"/>
                  </a:lnTo>
                  <a:lnTo>
                    <a:pt x="1648129" y="698944"/>
                  </a:lnTo>
                  <a:lnTo>
                    <a:pt x="1646302" y="702894"/>
                  </a:lnTo>
                  <a:lnTo>
                    <a:pt x="1655241" y="702894"/>
                  </a:lnTo>
                  <a:lnTo>
                    <a:pt x="1658213" y="701268"/>
                  </a:lnTo>
                  <a:lnTo>
                    <a:pt x="1661579" y="700443"/>
                  </a:lnTo>
                  <a:lnTo>
                    <a:pt x="1690425" y="700443"/>
                  </a:lnTo>
                  <a:lnTo>
                    <a:pt x="1689366" y="698347"/>
                  </a:lnTo>
                  <a:lnTo>
                    <a:pt x="1686331" y="695134"/>
                  </a:lnTo>
                  <a:lnTo>
                    <a:pt x="1682419" y="693039"/>
                  </a:lnTo>
                  <a:lnTo>
                    <a:pt x="1678752" y="691032"/>
                  </a:lnTo>
                  <a:lnTo>
                    <a:pt x="1679063" y="691032"/>
                  </a:lnTo>
                  <a:lnTo>
                    <a:pt x="1673961" y="689838"/>
                  </a:lnTo>
                  <a:close/>
                </a:path>
                <a:path w="2683509" h="798194">
                  <a:moveTo>
                    <a:pt x="1752612" y="660400"/>
                  </a:moveTo>
                  <a:lnTo>
                    <a:pt x="1741804" y="660400"/>
                  </a:lnTo>
                  <a:lnTo>
                    <a:pt x="1708759" y="783145"/>
                  </a:lnTo>
                  <a:lnTo>
                    <a:pt x="1719579" y="783145"/>
                  </a:lnTo>
                  <a:lnTo>
                    <a:pt x="1752612" y="660400"/>
                  </a:lnTo>
                  <a:close/>
                </a:path>
                <a:path w="2683509" h="798194">
                  <a:moveTo>
                    <a:pt x="1778431" y="690829"/>
                  </a:moveTo>
                  <a:lnTo>
                    <a:pt x="1766620" y="690829"/>
                  </a:lnTo>
                  <a:lnTo>
                    <a:pt x="1766620" y="777240"/>
                  </a:lnTo>
                  <a:lnTo>
                    <a:pt x="1765782" y="780237"/>
                  </a:lnTo>
                  <a:lnTo>
                    <a:pt x="1762455" y="784479"/>
                  </a:lnTo>
                  <a:lnTo>
                    <a:pt x="1759562" y="785647"/>
                  </a:lnTo>
                  <a:lnTo>
                    <a:pt x="1754009" y="785647"/>
                  </a:lnTo>
                  <a:lnTo>
                    <a:pt x="1754009" y="796556"/>
                  </a:lnTo>
                  <a:lnTo>
                    <a:pt x="1761350" y="796556"/>
                  </a:lnTo>
                  <a:lnTo>
                    <a:pt x="1765439" y="795616"/>
                  </a:lnTo>
                  <a:lnTo>
                    <a:pt x="1771942" y="791806"/>
                  </a:lnTo>
                  <a:lnTo>
                    <a:pt x="1774380" y="789114"/>
                  </a:lnTo>
                  <a:lnTo>
                    <a:pt x="1775980" y="785647"/>
                  </a:lnTo>
                  <a:lnTo>
                    <a:pt x="1777618" y="782180"/>
                  </a:lnTo>
                  <a:lnTo>
                    <a:pt x="1778431" y="778078"/>
                  </a:lnTo>
                  <a:lnTo>
                    <a:pt x="1778431" y="690829"/>
                  </a:lnTo>
                  <a:close/>
                </a:path>
                <a:path w="2683509" h="798194">
                  <a:moveTo>
                    <a:pt x="1774736" y="662000"/>
                  </a:moveTo>
                  <a:lnTo>
                    <a:pt x="1770125" y="662000"/>
                  </a:lnTo>
                  <a:lnTo>
                    <a:pt x="1768144" y="662787"/>
                  </a:lnTo>
                  <a:lnTo>
                    <a:pt x="1766468" y="664349"/>
                  </a:lnTo>
                  <a:lnTo>
                    <a:pt x="1764842" y="665924"/>
                  </a:lnTo>
                  <a:lnTo>
                    <a:pt x="1764017" y="667804"/>
                  </a:lnTo>
                  <a:lnTo>
                    <a:pt x="1764017" y="672211"/>
                  </a:lnTo>
                  <a:lnTo>
                    <a:pt x="1764842" y="674103"/>
                  </a:lnTo>
                  <a:lnTo>
                    <a:pt x="1766468" y="675665"/>
                  </a:lnTo>
                  <a:lnTo>
                    <a:pt x="1768144" y="677240"/>
                  </a:lnTo>
                  <a:lnTo>
                    <a:pt x="1770125" y="678014"/>
                  </a:lnTo>
                  <a:lnTo>
                    <a:pt x="1774736" y="678014"/>
                  </a:lnTo>
                  <a:lnTo>
                    <a:pt x="1776704" y="677240"/>
                  </a:lnTo>
                  <a:lnTo>
                    <a:pt x="1778342" y="675665"/>
                  </a:lnTo>
                  <a:lnTo>
                    <a:pt x="1780006" y="674103"/>
                  </a:lnTo>
                  <a:lnTo>
                    <a:pt x="1780844" y="672211"/>
                  </a:lnTo>
                  <a:lnTo>
                    <a:pt x="1780844" y="667804"/>
                  </a:lnTo>
                  <a:lnTo>
                    <a:pt x="1780006" y="665924"/>
                  </a:lnTo>
                  <a:lnTo>
                    <a:pt x="1776704" y="662787"/>
                  </a:lnTo>
                  <a:lnTo>
                    <a:pt x="1774736" y="662000"/>
                  </a:lnTo>
                  <a:close/>
                </a:path>
                <a:path w="2683509" h="798194">
                  <a:moveTo>
                    <a:pt x="1811896" y="690829"/>
                  </a:moveTo>
                  <a:lnTo>
                    <a:pt x="1800072" y="690829"/>
                  </a:lnTo>
                  <a:lnTo>
                    <a:pt x="1800072" y="746239"/>
                  </a:lnTo>
                  <a:lnTo>
                    <a:pt x="1801059" y="751255"/>
                  </a:lnTo>
                  <a:lnTo>
                    <a:pt x="1801139" y="751662"/>
                  </a:lnTo>
                  <a:lnTo>
                    <a:pt x="1820100" y="768731"/>
                  </a:lnTo>
                  <a:lnTo>
                    <a:pt x="1830717" y="768731"/>
                  </a:lnTo>
                  <a:lnTo>
                    <a:pt x="1846535" y="757313"/>
                  </a:lnTo>
                  <a:lnTo>
                    <a:pt x="1823808" y="757313"/>
                  </a:lnTo>
                  <a:lnTo>
                    <a:pt x="1819770" y="755650"/>
                  </a:lnTo>
                  <a:lnTo>
                    <a:pt x="1816595" y="752309"/>
                  </a:lnTo>
                  <a:lnTo>
                    <a:pt x="1813458" y="748969"/>
                  </a:lnTo>
                  <a:lnTo>
                    <a:pt x="1811896" y="744499"/>
                  </a:lnTo>
                  <a:lnTo>
                    <a:pt x="1811896" y="690829"/>
                  </a:lnTo>
                  <a:close/>
                </a:path>
                <a:path w="2683509" h="798194">
                  <a:moveTo>
                    <a:pt x="1860346" y="754710"/>
                  </a:moveTo>
                  <a:lnTo>
                    <a:pt x="1848535" y="754710"/>
                  </a:lnTo>
                  <a:lnTo>
                    <a:pt x="1848535" y="767727"/>
                  </a:lnTo>
                  <a:lnTo>
                    <a:pt x="1860346" y="767727"/>
                  </a:lnTo>
                  <a:lnTo>
                    <a:pt x="1860346" y="754710"/>
                  </a:lnTo>
                  <a:close/>
                </a:path>
                <a:path w="2683509" h="798194">
                  <a:moveTo>
                    <a:pt x="1860346" y="690829"/>
                  </a:moveTo>
                  <a:lnTo>
                    <a:pt x="1848535" y="690829"/>
                  </a:lnTo>
                  <a:lnTo>
                    <a:pt x="1848535" y="741095"/>
                  </a:lnTo>
                  <a:lnTo>
                    <a:pt x="1847481" y="745045"/>
                  </a:lnTo>
                  <a:lnTo>
                    <a:pt x="1843316" y="751255"/>
                  </a:lnTo>
                  <a:lnTo>
                    <a:pt x="1840737" y="753554"/>
                  </a:lnTo>
                  <a:lnTo>
                    <a:pt x="1834629" y="756564"/>
                  </a:lnTo>
                  <a:lnTo>
                    <a:pt x="1831644" y="757313"/>
                  </a:lnTo>
                  <a:lnTo>
                    <a:pt x="1846535" y="757313"/>
                  </a:lnTo>
                  <a:lnTo>
                    <a:pt x="1847735" y="754710"/>
                  </a:lnTo>
                  <a:lnTo>
                    <a:pt x="1860346" y="754710"/>
                  </a:lnTo>
                  <a:lnTo>
                    <a:pt x="1860346" y="690829"/>
                  </a:lnTo>
                  <a:close/>
                </a:path>
                <a:path w="2683509" h="798194">
                  <a:moveTo>
                    <a:pt x="1893404" y="690829"/>
                  </a:moveTo>
                  <a:lnTo>
                    <a:pt x="1881987" y="690829"/>
                  </a:lnTo>
                  <a:lnTo>
                    <a:pt x="1881987" y="767727"/>
                  </a:lnTo>
                  <a:lnTo>
                    <a:pt x="1893798" y="767727"/>
                  </a:lnTo>
                  <a:lnTo>
                    <a:pt x="1893798" y="715899"/>
                  </a:lnTo>
                  <a:lnTo>
                    <a:pt x="1894568" y="712698"/>
                  </a:lnTo>
                  <a:lnTo>
                    <a:pt x="1894598" y="712571"/>
                  </a:lnTo>
                  <a:lnTo>
                    <a:pt x="1897837" y="706805"/>
                  </a:lnTo>
                  <a:lnTo>
                    <a:pt x="1899970" y="704532"/>
                  </a:lnTo>
                  <a:lnTo>
                    <a:pt x="1902718" y="702843"/>
                  </a:lnTo>
                  <a:lnTo>
                    <a:pt x="1893404" y="702843"/>
                  </a:lnTo>
                  <a:lnTo>
                    <a:pt x="1893404" y="690829"/>
                  </a:lnTo>
                  <a:close/>
                </a:path>
                <a:path w="2683509" h="798194">
                  <a:moveTo>
                    <a:pt x="1934596" y="700557"/>
                  </a:moveTo>
                  <a:lnTo>
                    <a:pt x="1916001" y="700557"/>
                  </a:lnTo>
                  <a:lnTo>
                    <a:pt x="1919350" y="701802"/>
                  </a:lnTo>
                  <a:lnTo>
                    <a:pt x="1922210" y="704532"/>
                  </a:lnTo>
                  <a:lnTo>
                    <a:pt x="1924635" y="706805"/>
                  </a:lnTo>
                  <a:lnTo>
                    <a:pt x="1925048" y="707224"/>
                  </a:lnTo>
                  <a:lnTo>
                    <a:pt x="1926437" y="710692"/>
                  </a:lnTo>
                  <a:lnTo>
                    <a:pt x="1926437" y="767727"/>
                  </a:lnTo>
                  <a:lnTo>
                    <a:pt x="1938451" y="767727"/>
                  </a:lnTo>
                  <a:lnTo>
                    <a:pt x="1938497" y="712571"/>
                  </a:lnTo>
                  <a:lnTo>
                    <a:pt x="1939937" y="708583"/>
                  </a:lnTo>
                  <a:lnTo>
                    <a:pt x="1942909" y="705358"/>
                  </a:lnTo>
                  <a:lnTo>
                    <a:pt x="1945190" y="702843"/>
                  </a:lnTo>
                  <a:lnTo>
                    <a:pt x="1935657" y="702843"/>
                  </a:lnTo>
                  <a:lnTo>
                    <a:pt x="1934596" y="700557"/>
                  </a:lnTo>
                  <a:close/>
                </a:path>
                <a:path w="2683509" h="798194">
                  <a:moveTo>
                    <a:pt x="1980717" y="700557"/>
                  </a:moveTo>
                  <a:lnTo>
                    <a:pt x="1960027" y="700557"/>
                  </a:lnTo>
                  <a:lnTo>
                    <a:pt x="1963331" y="701662"/>
                  </a:lnTo>
                  <a:lnTo>
                    <a:pt x="1969541" y="706539"/>
                  </a:lnTo>
                  <a:lnTo>
                    <a:pt x="1970323" y="708583"/>
                  </a:lnTo>
                  <a:lnTo>
                    <a:pt x="1971090" y="710692"/>
                  </a:lnTo>
                  <a:lnTo>
                    <a:pt x="1971090" y="767727"/>
                  </a:lnTo>
                  <a:lnTo>
                    <a:pt x="1982914" y="767727"/>
                  </a:lnTo>
                  <a:lnTo>
                    <a:pt x="1982914" y="707224"/>
                  </a:lnTo>
                  <a:lnTo>
                    <a:pt x="1980717" y="700557"/>
                  </a:lnTo>
                  <a:close/>
                </a:path>
                <a:path w="2683509" h="798194">
                  <a:moveTo>
                    <a:pt x="1920100" y="689838"/>
                  </a:moveTo>
                  <a:lnTo>
                    <a:pt x="1910016" y="689838"/>
                  </a:lnTo>
                  <a:lnTo>
                    <a:pt x="1906307" y="690829"/>
                  </a:lnTo>
                  <a:lnTo>
                    <a:pt x="1905677" y="691019"/>
                  </a:lnTo>
                  <a:lnTo>
                    <a:pt x="1902167" y="693293"/>
                  </a:lnTo>
                  <a:lnTo>
                    <a:pt x="1898586" y="695553"/>
                  </a:lnTo>
                  <a:lnTo>
                    <a:pt x="1896008" y="698741"/>
                  </a:lnTo>
                  <a:lnTo>
                    <a:pt x="1894408" y="702843"/>
                  </a:lnTo>
                  <a:lnTo>
                    <a:pt x="1902718" y="702843"/>
                  </a:lnTo>
                  <a:lnTo>
                    <a:pt x="1905279" y="701268"/>
                  </a:lnTo>
                  <a:lnTo>
                    <a:pt x="1907752" y="700557"/>
                  </a:lnTo>
                  <a:lnTo>
                    <a:pt x="1934596" y="700557"/>
                  </a:lnTo>
                  <a:lnTo>
                    <a:pt x="1933817" y="698881"/>
                  </a:lnTo>
                  <a:lnTo>
                    <a:pt x="1933752" y="698741"/>
                  </a:lnTo>
                  <a:lnTo>
                    <a:pt x="1931098" y="695553"/>
                  </a:lnTo>
                  <a:lnTo>
                    <a:pt x="1927694" y="693293"/>
                  </a:lnTo>
                  <a:lnTo>
                    <a:pt x="1924372" y="691019"/>
                  </a:lnTo>
                  <a:lnTo>
                    <a:pt x="1923754" y="690829"/>
                  </a:lnTo>
                  <a:lnTo>
                    <a:pt x="1920100" y="689838"/>
                  </a:lnTo>
                  <a:close/>
                </a:path>
                <a:path w="2683509" h="798194">
                  <a:moveTo>
                    <a:pt x="1966353" y="689838"/>
                  </a:moveTo>
                  <a:lnTo>
                    <a:pt x="1953971" y="689838"/>
                  </a:lnTo>
                  <a:lnTo>
                    <a:pt x="1949246" y="691019"/>
                  </a:lnTo>
                  <a:lnTo>
                    <a:pt x="1941372" y="695718"/>
                  </a:lnTo>
                  <a:lnTo>
                    <a:pt x="1938426" y="698881"/>
                  </a:lnTo>
                  <a:lnTo>
                    <a:pt x="1936457" y="702843"/>
                  </a:lnTo>
                  <a:lnTo>
                    <a:pt x="1945190" y="702843"/>
                  </a:lnTo>
                  <a:lnTo>
                    <a:pt x="1945881" y="702081"/>
                  </a:lnTo>
                  <a:lnTo>
                    <a:pt x="1949779" y="700557"/>
                  </a:lnTo>
                  <a:lnTo>
                    <a:pt x="1980717" y="700557"/>
                  </a:lnTo>
                  <a:lnTo>
                    <a:pt x="1971979" y="691984"/>
                  </a:lnTo>
                  <a:lnTo>
                    <a:pt x="1966353" y="689838"/>
                  </a:lnTo>
                  <a:close/>
                </a:path>
                <a:path w="2683509" h="798194">
                  <a:moveTo>
                    <a:pt x="2015921" y="690829"/>
                  </a:moveTo>
                  <a:lnTo>
                    <a:pt x="2004504" y="690829"/>
                  </a:lnTo>
                  <a:lnTo>
                    <a:pt x="2004504" y="796556"/>
                  </a:lnTo>
                  <a:lnTo>
                    <a:pt x="2016328" y="796556"/>
                  </a:lnTo>
                  <a:lnTo>
                    <a:pt x="2016328" y="755916"/>
                  </a:lnTo>
                  <a:lnTo>
                    <a:pt x="2027331" y="755916"/>
                  </a:lnTo>
                  <a:lnTo>
                    <a:pt x="2022868" y="752513"/>
                  </a:lnTo>
                  <a:lnTo>
                    <a:pt x="2020379" y="749058"/>
                  </a:lnTo>
                  <a:lnTo>
                    <a:pt x="2016975" y="740206"/>
                  </a:lnTo>
                  <a:lnTo>
                    <a:pt x="2016124" y="735088"/>
                  </a:lnTo>
                  <a:lnTo>
                    <a:pt x="2016124" y="723544"/>
                  </a:lnTo>
                  <a:lnTo>
                    <a:pt x="2027436" y="703046"/>
                  </a:lnTo>
                  <a:lnTo>
                    <a:pt x="2015921" y="703046"/>
                  </a:lnTo>
                  <a:lnTo>
                    <a:pt x="2015921" y="690829"/>
                  </a:lnTo>
                  <a:close/>
                </a:path>
                <a:path w="2683509" h="798194">
                  <a:moveTo>
                    <a:pt x="2027331" y="755916"/>
                  </a:moveTo>
                  <a:lnTo>
                    <a:pt x="2017331" y="755916"/>
                  </a:lnTo>
                  <a:lnTo>
                    <a:pt x="2018310" y="757478"/>
                  </a:lnTo>
                  <a:lnTo>
                    <a:pt x="2034819" y="769327"/>
                  </a:lnTo>
                  <a:lnTo>
                    <a:pt x="2046160" y="769327"/>
                  </a:lnTo>
                  <a:lnTo>
                    <a:pt x="2051811" y="767715"/>
                  </a:lnTo>
                  <a:lnTo>
                    <a:pt x="2061591" y="761225"/>
                  </a:lnTo>
                  <a:lnTo>
                    <a:pt x="2063705" y="758710"/>
                  </a:lnTo>
                  <a:lnTo>
                    <a:pt x="2033409" y="758710"/>
                  </a:lnTo>
                  <a:lnTo>
                    <a:pt x="2029409" y="757478"/>
                  </a:lnTo>
                  <a:lnTo>
                    <a:pt x="2027331" y="755916"/>
                  </a:lnTo>
                  <a:close/>
                </a:path>
                <a:path w="2683509" h="798194">
                  <a:moveTo>
                    <a:pt x="2063726" y="700443"/>
                  </a:moveTo>
                  <a:lnTo>
                    <a:pt x="2043150" y="700443"/>
                  </a:lnTo>
                  <a:lnTo>
                    <a:pt x="2047316" y="701725"/>
                  </a:lnTo>
                  <a:lnTo>
                    <a:pt x="2050618" y="704303"/>
                  </a:lnTo>
                  <a:lnTo>
                    <a:pt x="2053958" y="706843"/>
                  </a:lnTo>
                  <a:lnTo>
                    <a:pt x="2056434" y="710285"/>
                  </a:lnTo>
                  <a:lnTo>
                    <a:pt x="2057973" y="714400"/>
                  </a:lnTo>
                  <a:lnTo>
                    <a:pt x="2059749" y="718997"/>
                  </a:lnTo>
                  <a:lnTo>
                    <a:pt x="2060519" y="723544"/>
                  </a:lnTo>
                  <a:lnTo>
                    <a:pt x="2060518" y="735088"/>
                  </a:lnTo>
                  <a:lnTo>
                    <a:pt x="2059724" y="739724"/>
                  </a:lnTo>
                  <a:lnTo>
                    <a:pt x="2058022" y="744194"/>
                  </a:lnTo>
                  <a:lnTo>
                    <a:pt x="2056358" y="748639"/>
                  </a:lnTo>
                  <a:lnTo>
                    <a:pt x="2053856" y="752170"/>
                  </a:lnTo>
                  <a:lnTo>
                    <a:pt x="2048243" y="756602"/>
                  </a:lnTo>
                  <a:lnTo>
                    <a:pt x="2047012" y="757478"/>
                  </a:lnTo>
                  <a:lnTo>
                    <a:pt x="2043087" y="758710"/>
                  </a:lnTo>
                  <a:lnTo>
                    <a:pt x="2063705" y="758710"/>
                  </a:lnTo>
                  <a:lnTo>
                    <a:pt x="2065464" y="756602"/>
                  </a:lnTo>
                  <a:lnTo>
                    <a:pt x="2071001" y="744677"/>
                  </a:lnTo>
                  <a:lnTo>
                    <a:pt x="2072385" y="737628"/>
                  </a:lnTo>
                  <a:lnTo>
                    <a:pt x="2072385" y="721410"/>
                  </a:lnTo>
                  <a:lnTo>
                    <a:pt x="2071054" y="714667"/>
                  </a:lnTo>
                  <a:lnTo>
                    <a:pt x="2071001" y="714400"/>
                  </a:lnTo>
                  <a:lnTo>
                    <a:pt x="2065464" y="702513"/>
                  </a:lnTo>
                  <a:lnTo>
                    <a:pt x="2063726" y="700443"/>
                  </a:lnTo>
                  <a:close/>
                </a:path>
                <a:path w="2683509" h="798194">
                  <a:moveTo>
                    <a:pt x="2046020" y="689838"/>
                  </a:moveTo>
                  <a:lnTo>
                    <a:pt x="2034539" y="689838"/>
                  </a:lnTo>
                  <a:lnTo>
                    <a:pt x="2030577" y="690664"/>
                  </a:lnTo>
                  <a:lnTo>
                    <a:pt x="2027643" y="692340"/>
                  </a:lnTo>
                  <a:lnTo>
                    <a:pt x="2024735" y="693966"/>
                  </a:lnTo>
                  <a:lnTo>
                    <a:pt x="2022500" y="695845"/>
                  </a:lnTo>
                  <a:lnTo>
                    <a:pt x="2019388" y="700011"/>
                  </a:lnTo>
                  <a:lnTo>
                    <a:pt x="2018186" y="701725"/>
                  </a:lnTo>
                  <a:lnTo>
                    <a:pt x="2017331" y="703046"/>
                  </a:lnTo>
                  <a:lnTo>
                    <a:pt x="2027436" y="703046"/>
                  </a:lnTo>
                  <a:lnTo>
                    <a:pt x="2029221" y="701725"/>
                  </a:lnTo>
                  <a:lnTo>
                    <a:pt x="2033346" y="700443"/>
                  </a:lnTo>
                  <a:lnTo>
                    <a:pt x="2063726" y="700443"/>
                  </a:lnTo>
                  <a:lnTo>
                    <a:pt x="2061616" y="697928"/>
                  </a:lnTo>
                  <a:lnTo>
                    <a:pt x="2051735" y="691451"/>
                  </a:lnTo>
                  <a:lnTo>
                    <a:pt x="2046020" y="689838"/>
                  </a:lnTo>
                  <a:close/>
                </a:path>
                <a:path w="2683509" h="798194">
                  <a:moveTo>
                    <a:pt x="2102230" y="690829"/>
                  </a:moveTo>
                  <a:lnTo>
                    <a:pt x="2090419" y="690829"/>
                  </a:lnTo>
                  <a:lnTo>
                    <a:pt x="2090419" y="767727"/>
                  </a:lnTo>
                  <a:lnTo>
                    <a:pt x="2102230" y="767727"/>
                  </a:lnTo>
                  <a:lnTo>
                    <a:pt x="2102230" y="690829"/>
                  </a:lnTo>
                  <a:close/>
                </a:path>
                <a:path w="2683509" h="798194">
                  <a:moveTo>
                    <a:pt x="2098725" y="662000"/>
                  </a:moveTo>
                  <a:lnTo>
                    <a:pt x="2094115" y="662000"/>
                  </a:lnTo>
                  <a:lnTo>
                    <a:pt x="2092134" y="662787"/>
                  </a:lnTo>
                  <a:lnTo>
                    <a:pt x="2090458" y="664349"/>
                  </a:lnTo>
                  <a:lnTo>
                    <a:pt x="2088832" y="665924"/>
                  </a:lnTo>
                  <a:lnTo>
                    <a:pt x="2088006" y="667804"/>
                  </a:lnTo>
                  <a:lnTo>
                    <a:pt x="2088006" y="672211"/>
                  </a:lnTo>
                  <a:lnTo>
                    <a:pt x="2088832" y="674103"/>
                  </a:lnTo>
                  <a:lnTo>
                    <a:pt x="2090458" y="675665"/>
                  </a:lnTo>
                  <a:lnTo>
                    <a:pt x="2092134" y="677240"/>
                  </a:lnTo>
                  <a:lnTo>
                    <a:pt x="2094115" y="678014"/>
                  </a:lnTo>
                  <a:lnTo>
                    <a:pt x="2098725" y="678014"/>
                  </a:lnTo>
                  <a:lnTo>
                    <a:pt x="2100694" y="677240"/>
                  </a:lnTo>
                  <a:lnTo>
                    <a:pt x="2102332" y="675665"/>
                  </a:lnTo>
                  <a:lnTo>
                    <a:pt x="2103996" y="674103"/>
                  </a:lnTo>
                  <a:lnTo>
                    <a:pt x="2104834" y="672211"/>
                  </a:lnTo>
                  <a:lnTo>
                    <a:pt x="2104834" y="667804"/>
                  </a:lnTo>
                  <a:lnTo>
                    <a:pt x="2103996" y="665924"/>
                  </a:lnTo>
                  <a:lnTo>
                    <a:pt x="2100694" y="662787"/>
                  </a:lnTo>
                  <a:lnTo>
                    <a:pt x="2098725" y="662000"/>
                  </a:lnTo>
                  <a:close/>
                </a:path>
                <a:path w="2683509" h="798194">
                  <a:moveTo>
                    <a:pt x="2135276" y="691032"/>
                  </a:moveTo>
                  <a:lnTo>
                    <a:pt x="2123871" y="691032"/>
                  </a:lnTo>
                  <a:lnTo>
                    <a:pt x="2123871" y="767727"/>
                  </a:lnTo>
                  <a:lnTo>
                    <a:pt x="2135682" y="767727"/>
                  </a:lnTo>
                  <a:lnTo>
                    <a:pt x="2135682" y="717003"/>
                  </a:lnTo>
                  <a:lnTo>
                    <a:pt x="2136437" y="713625"/>
                  </a:lnTo>
                  <a:lnTo>
                    <a:pt x="2136533" y="713193"/>
                  </a:lnTo>
                  <a:lnTo>
                    <a:pt x="2139937" y="706920"/>
                  </a:lnTo>
                  <a:lnTo>
                    <a:pt x="2142261" y="704532"/>
                  </a:lnTo>
                  <a:lnTo>
                    <a:pt x="2145195" y="702894"/>
                  </a:lnTo>
                  <a:lnTo>
                    <a:pt x="2135276" y="702894"/>
                  </a:lnTo>
                  <a:lnTo>
                    <a:pt x="2135276" y="691032"/>
                  </a:lnTo>
                  <a:close/>
                </a:path>
                <a:path w="2683509" h="798194">
                  <a:moveTo>
                    <a:pt x="2180378" y="700443"/>
                  </a:moveTo>
                  <a:lnTo>
                    <a:pt x="2160777" y="700443"/>
                  </a:lnTo>
                  <a:lnTo>
                    <a:pt x="2165083" y="702144"/>
                  </a:lnTo>
                  <a:lnTo>
                    <a:pt x="2171357" y="708926"/>
                  </a:lnTo>
                  <a:lnTo>
                    <a:pt x="2172931" y="713625"/>
                  </a:lnTo>
                  <a:lnTo>
                    <a:pt x="2172931" y="767727"/>
                  </a:lnTo>
                  <a:lnTo>
                    <a:pt x="2184742" y="767727"/>
                  </a:lnTo>
                  <a:lnTo>
                    <a:pt x="2184742" y="712330"/>
                  </a:lnTo>
                  <a:lnTo>
                    <a:pt x="2183650" y="706920"/>
                  </a:lnTo>
                  <a:lnTo>
                    <a:pt x="2180378" y="700443"/>
                  </a:lnTo>
                  <a:close/>
                </a:path>
                <a:path w="2683509" h="798194">
                  <a:moveTo>
                    <a:pt x="2163914" y="689838"/>
                  </a:moveTo>
                  <a:lnTo>
                    <a:pt x="2152903" y="689838"/>
                  </a:lnTo>
                  <a:lnTo>
                    <a:pt x="2148166" y="691032"/>
                  </a:lnTo>
                  <a:lnTo>
                    <a:pt x="2140826" y="695807"/>
                  </a:lnTo>
                  <a:lnTo>
                    <a:pt x="2138083" y="698944"/>
                  </a:lnTo>
                  <a:lnTo>
                    <a:pt x="2136256" y="702894"/>
                  </a:lnTo>
                  <a:lnTo>
                    <a:pt x="2145195" y="702894"/>
                  </a:lnTo>
                  <a:lnTo>
                    <a:pt x="2148166" y="701268"/>
                  </a:lnTo>
                  <a:lnTo>
                    <a:pt x="2151532" y="700443"/>
                  </a:lnTo>
                  <a:lnTo>
                    <a:pt x="2180378" y="700443"/>
                  </a:lnTo>
                  <a:lnTo>
                    <a:pt x="2179319" y="698347"/>
                  </a:lnTo>
                  <a:lnTo>
                    <a:pt x="2176284" y="695134"/>
                  </a:lnTo>
                  <a:lnTo>
                    <a:pt x="2172373" y="693039"/>
                  </a:lnTo>
                  <a:lnTo>
                    <a:pt x="2168706" y="691032"/>
                  </a:lnTo>
                  <a:lnTo>
                    <a:pt x="2169016" y="691032"/>
                  </a:lnTo>
                  <a:lnTo>
                    <a:pt x="2163914" y="689838"/>
                  </a:lnTo>
                  <a:close/>
                </a:path>
                <a:path w="2683509" h="798194">
                  <a:moveTo>
                    <a:pt x="2215337" y="776135"/>
                  </a:moveTo>
                  <a:lnTo>
                    <a:pt x="2207118" y="781913"/>
                  </a:lnTo>
                  <a:lnTo>
                    <a:pt x="2205941" y="782777"/>
                  </a:lnTo>
                  <a:lnTo>
                    <a:pt x="2207526" y="785418"/>
                  </a:lnTo>
                  <a:lnTo>
                    <a:pt x="2209685" y="787920"/>
                  </a:lnTo>
                  <a:lnTo>
                    <a:pt x="2215121" y="792619"/>
                  </a:lnTo>
                  <a:lnTo>
                    <a:pt x="2218537" y="794524"/>
                  </a:lnTo>
                  <a:lnTo>
                    <a:pt x="2222652" y="795959"/>
                  </a:lnTo>
                  <a:lnTo>
                    <a:pt x="2226754" y="797433"/>
                  </a:lnTo>
                  <a:lnTo>
                    <a:pt x="2231656" y="798169"/>
                  </a:lnTo>
                  <a:lnTo>
                    <a:pt x="2243505" y="798169"/>
                  </a:lnTo>
                  <a:lnTo>
                    <a:pt x="2249081" y="797179"/>
                  </a:lnTo>
                  <a:lnTo>
                    <a:pt x="2254084" y="795210"/>
                  </a:lnTo>
                  <a:lnTo>
                    <a:pt x="2259126" y="793280"/>
                  </a:lnTo>
                  <a:lnTo>
                    <a:pt x="2263127" y="790219"/>
                  </a:lnTo>
                  <a:lnTo>
                    <a:pt x="2264767" y="787920"/>
                  </a:lnTo>
                  <a:lnTo>
                    <a:pt x="2264885" y="787755"/>
                  </a:lnTo>
                  <a:lnTo>
                    <a:pt x="2232723" y="787755"/>
                  </a:lnTo>
                  <a:lnTo>
                    <a:pt x="2228976" y="787069"/>
                  </a:lnTo>
                  <a:lnTo>
                    <a:pt x="2223261" y="784364"/>
                  </a:lnTo>
                  <a:lnTo>
                    <a:pt x="2221026" y="782777"/>
                  </a:lnTo>
                  <a:lnTo>
                    <a:pt x="2217762" y="779145"/>
                  </a:lnTo>
                  <a:lnTo>
                    <a:pt x="2216403" y="777544"/>
                  </a:lnTo>
                  <a:lnTo>
                    <a:pt x="2215337" y="776135"/>
                  </a:lnTo>
                  <a:close/>
                </a:path>
                <a:path w="2683509" h="798194">
                  <a:moveTo>
                    <a:pt x="2270607" y="753516"/>
                  </a:moveTo>
                  <a:lnTo>
                    <a:pt x="2258796" y="753516"/>
                  </a:lnTo>
                  <a:lnTo>
                    <a:pt x="2258796" y="775538"/>
                  </a:lnTo>
                  <a:lnTo>
                    <a:pt x="2256777" y="780237"/>
                  </a:lnTo>
                  <a:lnTo>
                    <a:pt x="2248700" y="786244"/>
                  </a:lnTo>
                  <a:lnTo>
                    <a:pt x="2243569" y="787755"/>
                  </a:lnTo>
                  <a:lnTo>
                    <a:pt x="2264885" y="787755"/>
                  </a:lnTo>
                  <a:lnTo>
                    <a:pt x="2266099" y="786053"/>
                  </a:lnTo>
                  <a:lnTo>
                    <a:pt x="2269108" y="781913"/>
                  </a:lnTo>
                  <a:lnTo>
                    <a:pt x="2270607" y="776541"/>
                  </a:lnTo>
                  <a:lnTo>
                    <a:pt x="2270607" y="753516"/>
                  </a:lnTo>
                  <a:close/>
                </a:path>
                <a:path w="2683509" h="798194">
                  <a:moveTo>
                    <a:pt x="2240572" y="689838"/>
                  </a:moveTo>
                  <a:lnTo>
                    <a:pt x="2229091" y="689838"/>
                  </a:lnTo>
                  <a:lnTo>
                    <a:pt x="2223376" y="691451"/>
                  </a:lnTo>
                  <a:lnTo>
                    <a:pt x="2213465" y="697941"/>
                  </a:lnTo>
                  <a:lnTo>
                    <a:pt x="2209647" y="702437"/>
                  </a:lnTo>
                  <a:lnTo>
                    <a:pt x="2204110" y="714146"/>
                  </a:lnTo>
                  <a:lnTo>
                    <a:pt x="2202726" y="721004"/>
                  </a:lnTo>
                  <a:lnTo>
                    <a:pt x="2202726" y="736892"/>
                  </a:lnTo>
                  <a:lnTo>
                    <a:pt x="2229154" y="766521"/>
                  </a:lnTo>
                  <a:lnTo>
                    <a:pt x="2240368" y="766521"/>
                  </a:lnTo>
                  <a:lnTo>
                    <a:pt x="2256206" y="755916"/>
                  </a:lnTo>
                  <a:lnTo>
                    <a:pt x="2232024" y="755916"/>
                  </a:lnTo>
                  <a:lnTo>
                    <a:pt x="2228430" y="754913"/>
                  </a:lnTo>
                  <a:lnTo>
                    <a:pt x="2228106" y="754913"/>
                  </a:lnTo>
                  <a:lnTo>
                    <a:pt x="2224544" y="752462"/>
                  </a:lnTo>
                  <a:lnTo>
                    <a:pt x="2214593" y="723138"/>
                  </a:lnTo>
                  <a:lnTo>
                    <a:pt x="2215349" y="718731"/>
                  </a:lnTo>
                  <a:lnTo>
                    <a:pt x="2231961" y="700443"/>
                  </a:lnTo>
                  <a:lnTo>
                    <a:pt x="2256200" y="700443"/>
                  </a:lnTo>
                  <a:lnTo>
                    <a:pt x="2255888" y="700011"/>
                  </a:lnTo>
                  <a:lnTo>
                    <a:pt x="2254288" y="697941"/>
                  </a:lnTo>
                  <a:lnTo>
                    <a:pt x="2252713" y="695845"/>
                  </a:lnTo>
                  <a:lnTo>
                    <a:pt x="2250452" y="693966"/>
                  </a:lnTo>
                  <a:lnTo>
                    <a:pt x="2247480" y="692340"/>
                  </a:lnTo>
                  <a:lnTo>
                    <a:pt x="2244547" y="690664"/>
                  </a:lnTo>
                  <a:lnTo>
                    <a:pt x="2240572" y="689838"/>
                  </a:lnTo>
                  <a:close/>
                </a:path>
                <a:path w="2683509" h="798194">
                  <a:moveTo>
                    <a:pt x="2256200" y="700443"/>
                  </a:moveTo>
                  <a:lnTo>
                    <a:pt x="2241765" y="700443"/>
                  </a:lnTo>
                  <a:lnTo>
                    <a:pt x="2245891" y="701713"/>
                  </a:lnTo>
                  <a:lnTo>
                    <a:pt x="2252344" y="706450"/>
                  </a:lnTo>
                  <a:lnTo>
                    <a:pt x="2254821" y="709777"/>
                  </a:lnTo>
                  <a:lnTo>
                    <a:pt x="2258161" y="718248"/>
                  </a:lnTo>
                  <a:lnTo>
                    <a:pt x="2258987" y="723138"/>
                  </a:lnTo>
                  <a:lnTo>
                    <a:pt x="2258987" y="734352"/>
                  </a:lnTo>
                  <a:lnTo>
                    <a:pt x="2258220" y="738746"/>
                  </a:lnTo>
                  <a:lnTo>
                    <a:pt x="2258136" y="739228"/>
                  </a:lnTo>
                  <a:lnTo>
                    <a:pt x="2254732" y="747369"/>
                  </a:lnTo>
                  <a:lnTo>
                    <a:pt x="2252256" y="750493"/>
                  </a:lnTo>
                  <a:lnTo>
                    <a:pt x="2245568" y="754913"/>
                  </a:lnTo>
                  <a:lnTo>
                    <a:pt x="2245377" y="754913"/>
                  </a:lnTo>
                  <a:lnTo>
                    <a:pt x="2241702" y="755916"/>
                  </a:lnTo>
                  <a:lnTo>
                    <a:pt x="2256206" y="755916"/>
                  </a:lnTo>
                  <a:lnTo>
                    <a:pt x="2256916" y="754913"/>
                  </a:lnTo>
                  <a:lnTo>
                    <a:pt x="2257793" y="753516"/>
                  </a:lnTo>
                  <a:lnTo>
                    <a:pt x="2270607" y="753516"/>
                  </a:lnTo>
                  <a:lnTo>
                    <a:pt x="2270607" y="703046"/>
                  </a:lnTo>
                  <a:lnTo>
                    <a:pt x="2257996" y="703046"/>
                  </a:lnTo>
                  <a:lnTo>
                    <a:pt x="2257120" y="701713"/>
                  </a:lnTo>
                  <a:lnTo>
                    <a:pt x="2256200" y="700443"/>
                  </a:lnTo>
                  <a:close/>
                </a:path>
                <a:path w="2683509" h="798194">
                  <a:moveTo>
                    <a:pt x="2270607" y="690829"/>
                  </a:moveTo>
                  <a:lnTo>
                    <a:pt x="2259190" y="690829"/>
                  </a:lnTo>
                  <a:lnTo>
                    <a:pt x="2259190" y="703046"/>
                  </a:lnTo>
                  <a:lnTo>
                    <a:pt x="2270607" y="703046"/>
                  </a:lnTo>
                  <a:lnTo>
                    <a:pt x="2270607" y="690829"/>
                  </a:lnTo>
                  <a:close/>
                </a:path>
                <a:path w="2683509" h="798194">
                  <a:moveTo>
                    <a:pt x="2379738" y="663803"/>
                  </a:moveTo>
                  <a:lnTo>
                    <a:pt x="2367762" y="663803"/>
                  </a:lnTo>
                  <a:lnTo>
                    <a:pt x="2361730" y="665022"/>
                  </a:lnTo>
                  <a:lnTo>
                    <a:pt x="2330564" y="701065"/>
                  </a:lnTo>
                  <a:lnTo>
                    <a:pt x="2329472" y="716470"/>
                  </a:lnTo>
                  <a:lnTo>
                    <a:pt x="2329829" y="724302"/>
                  </a:lnTo>
                  <a:lnTo>
                    <a:pt x="2358072" y="766991"/>
                  </a:lnTo>
                  <a:lnTo>
                    <a:pt x="2366048" y="769124"/>
                  </a:lnTo>
                  <a:lnTo>
                    <a:pt x="2383269" y="769124"/>
                  </a:lnTo>
                  <a:lnTo>
                    <a:pt x="2390482" y="767422"/>
                  </a:lnTo>
                  <a:lnTo>
                    <a:pt x="2403068" y="760590"/>
                  </a:lnTo>
                  <a:lnTo>
                    <a:pt x="2406206" y="757516"/>
                  </a:lnTo>
                  <a:lnTo>
                    <a:pt x="2368791" y="757516"/>
                  </a:lnTo>
                  <a:lnTo>
                    <a:pt x="2363088" y="755942"/>
                  </a:lnTo>
                  <a:lnTo>
                    <a:pt x="2341486" y="725347"/>
                  </a:lnTo>
                  <a:lnTo>
                    <a:pt x="2341486" y="707593"/>
                  </a:lnTo>
                  <a:lnTo>
                    <a:pt x="2368257" y="675411"/>
                  </a:lnTo>
                  <a:lnTo>
                    <a:pt x="2404920" y="675411"/>
                  </a:lnTo>
                  <a:lnTo>
                    <a:pt x="2402014" y="673112"/>
                  </a:lnTo>
                  <a:lnTo>
                    <a:pt x="2398344" y="670140"/>
                  </a:lnTo>
                  <a:lnTo>
                    <a:pt x="2394153" y="667854"/>
                  </a:lnTo>
                  <a:lnTo>
                    <a:pt x="2389454" y="666254"/>
                  </a:lnTo>
                  <a:lnTo>
                    <a:pt x="2384780" y="664616"/>
                  </a:lnTo>
                  <a:lnTo>
                    <a:pt x="2379738" y="663803"/>
                  </a:lnTo>
                  <a:close/>
                </a:path>
                <a:path w="2683509" h="798194">
                  <a:moveTo>
                    <a:pt x="2404973" y="726681"/>
                  </a:moveTo>
                  <a:lnTo>
                    <a:pt x="2404973" y="732955"/>
                  </a:lnTo>
                  <a:lnTo>
                    <a:pt x="2403703" y="738403"/>
                  </a:lnTo>
                  <a:lnTo>
                    <a:pt x="2398661" y="747649"/>
                  </a:lnTo>
                  <a:lnTo>
                    <a:pt x="2395156" y="751230"/>
                  </a:lnTo>
                  <a:lnTo>
                    <a:pt x="2386177" y="756259"/>
                  </a:lnTo>
                  <a:lnTo>
                    <a:pt x="2381008" y="757516"/>
                  </a:lnTo>
                  <a:lnTo>
                    <a:pt x="2406206" y="757516"/>
                  </a:lnTo>
                  <a:lnTo>
                    <a:pt x="2408008" y="755751"/>
                  </a:lnTo>
                  <a:lnTo>
                    <a:pt x="2411483" y="749668"/>
                  </a:lnTo>
                  <a:lnTo>
                    <a:pt x="2415184" y="743267"/>
                  </a:lnTo>
                  <a:lnTo>
                    <a:pt x="2416987" y="735926"/>
                  </a:lnTo>
                  <a:lnTo>
                    <a:pt x="2416987" y="727481"/>
                  </a:lnTo>
                  <a:lnTo>
                    <a:pt x="2408770" y="727481"/>
                  </a:lnTo>
                  <a:lnTo>
                    <a:pt x="2404973" y="726681"/>
                  </a:lnTo>
                  <a:close/>
                </a:path>
                <a:path w="2683509" h="798194">
                  <a:moveTo>
                    <a:pt x="2416987" y="716470"/>
                  </a:moveTo>
                  <a:lnTo>
                    <a:pt x="2377935" y="716470"/>
                  </a:lnTo>
                  <a:lnTo>
                    <a:pt x="2377935" y="727481"/>
                  </a:lnTo>
                  <a:lnTo>
                    <a:pt x="2404973" y="727481"/>
                  </a:lnTo>
                  <a:lnTo>
                    <a:pt x="2404973" y="726681"/>
                  </a:lnTo>
                  <a:lnTo>
                    <a:pt x="2416987" y="726681"/>
                  </a:lnTo>
                  <a:lnTo>
                    <a:pt x="2416987" y="716470"/>
                  </a:lnTo>
                  <a:close/>
                </a:path>
                <a:path w="2683509" h="798194">
                  <a:moveTo>
                    <a:pt x="2416987" y="726681"/>
                  </a:moveTo>
                  <a:lnTo>
                    <a:pt x="2404973" y="726681"/>
                  </a:lnTo>
                  <a:lnTo>
                    <a:pt x="2408770" y="727481"/>
                  </a:lnTo>
                  <a:lnTo>
                    <a:pt x="2416987" y="727481"/>
                  </a:lnTo>
                  <a:lnTo>
                    <a:pt x="2416987" y="726681"/>
                  </a:lnTo>
                  <a:close/>
                </a:path>
                <a:path w="2683509" h="798194">
                  <a:moveTo>
                    <a:pt x="2404920" y="675411"/>
                  </a:moveTo>
                  <a:lnTo>
                    <a:pt x="2378036" y="675411"/>
                  </a:lnTo>
                  <a:lnTo>
                    <a:pt x="2382291" y="676046"/>
                  </a:lnTo>
                  <a:lnTo>
                    <a:pt x="2381836" y="676046"/>
                  </a:lnTo>
                  <a:lnTo>
                    <a:pt x="2399207" y="688187"/>
                  </a:lnTo>
                  <a:lnTo>
                    <a:pt x="2401011" y="690854"/>
                  </a:lnTo>
                  <a:lnTo>
                    <a:pt x="2402458" y="693877"/>
                  </a:lnTo>
                  <a:lnTo>
                    <a:pt x="2403563" y="697242"/>
                  </a:lnTo>
                  <a:lnTo>
                    <a:pt x="2416378" y="697242"/>
                  </a:lnTo>
                  <a:lnTo>
                    <a:pt x="2411272" y="683679"/>
                  </a:lnTo>
                  <a:lnTo>
                    <a:pt x="2408808" y="679577"/>
                  </a:lnTo>
                  <a:lnTo>
                    <a:pt x="2405722" y="676046"/>
                  </a:lnTo>
                  <a:lnTo>
                    <a:pt x="2404920" y="675411"/>
                  </a:lnTo>
                  <a:close/>
                </a:path>
                <a:path w="2683509" h="798194">
                  <a:moveTo>
                    <a:pt x="2480932" y="665200"/>
                  </a:moveTo>
                  <a:lnTo>
                    <a:pt x="2438247" y="665200"/>
                  </a:lnTo>
                  <a:lnTo>
                    <a:pt x="2438247" y="767727"/>
                  </a:lnTo>
                  <a:lnTo>
                    <a:pt x="2450655" y="767727"/>
                  </a:lnTo>
                  <a:lnTo>
                    <a:pt x="2450655" y="730288"/>
                  </a:lnTo>
                  <a:lnTo>
                    <a:pt x="2448255" y="730288"/>
                  </a:lnTo>
                  <a:lnTo>
                    <a:pt x="2448255" y="719264"/>
                  </a:lnTo>
                  <a:lnTo>
                    <a:pt x="2450655" y="719264"/>
                  </a:lnTo>
                  <a:lnTo>
                    <a:pt x="2450655" y="676313"/>
                  </a:lnTo>
                  <a:lnTo>
                    <a:pt x="2501557" y="676313"/>
                  </a:lnTo>
                  <a:lnTo>
                    <a:pt x="2497747" y="672426"/>
                  </a:lnTo>
                  <a:lnTo>
                    <a:pt x="2487510" y="666661"/>
                  </a:lnTo>
                  <a:lnTo>
                    <a:pt x="2480932" y="665200"/>
                  </a:lnTo>
                  <a:close/>
                </a:path>
                <a:path w="2683509" h="798194">
                  <a:moveTo>
                    <a:pt x="2450655" y="719264"/>
                  </a:moveTo>
                  <a:lnTo>
                    <a:pt x="2448255" y="719264"/>
                  </a:lnTo>
                  <a:lnTo>
                    <a:pt x="2448255" y="730288"/>
                  </a:lnTo>
                  <a:lnTo>
                    <a:pt x="2450655" y="730288"/>
                  </a:lnTo>
                  <a:lnTo>
                    <a:pt x="2450655" y="719264"/>
                  </a:lnTo>
                  <a:close/>
                </a:path>
                <a:path w="2683509" h="798194">
                  <a:moveTo>
                    <a:pt x="2501557" y="676313"/>
                  </a:moveTo>
                  <a:lnTo>
                    <a:pt x="2478545" y="676313"/>
                  </a:lnTo>
                  <a:lnTo>
                    <a:pt x="2482532" y="677151"/>
                  </a:lnTo>
                  <a:lnTo>
                    <a:pt x="2489276" y="680859"/>
                  </a:lnTo>
                  <a:lnTo>
                    <a:pt x="2491714" y="683387"/>
                  </a:lnTo>
                  <a:lnTo>
                    <a:pt x="2493213" y="686625"/>
                  </a:lnTo>
                  <a:lnTo>
                    <a:pt x="2494749" y="689864"/>
                  </a:lnTo>
                  <a:lnTo>
                    <a:pt x="2495511" y="693534"/>
                  </a:lnTo>
                  <a:lnTo>
                    <a:pt x="2495511" y="701751"/>
                  </a:lnTo>
                  <a:lnTo>
                    <a:pt x="2478189" y="719264"/>
                  </a:lnTo>
                  <a:lnTo>
                    <a:pt x="2450655" y="719264"/>
                  </a:lnTo>
                  <a:lnTo>
                    <a:pt x="2450655" y="730288"/>
                  </a:lnTo>
                  <a:lnTo>
                    <a:pt x="2481059" y="730288"/>
                  </a:lnTo>
                  <a:lnTo>
                    <a:pt x="2487599" y="728827"/>
                  </a:lnTo>
                  <a:lnTo>
                    <a:pt x="2497823" y="722985"/>
                  </a:lnTo>
                  <a:lnTo>
                    <a:pt x="2501582" y="719048"/>
                  </a:lnTo>
                  <a:lnTo>
                    <a:pt x="2504020" y="714108"/>
                  </a:lnTo>
                  <a:lnTo>
                    <a:pt x="2506497" y="709168"/>
                  </a:lnTo>
                  <a:lnTo>
                    <a:pt x="2507729" y="703681"/>
                  </a:lnTo>
                  <a:lnTo>
                    <a:pt x="2507729" y="691603"/>
                  </a:lnTo>
                  <a:lnTo>
                    <a:pt x="2506608" y="686625"/>
                  </a:lnTo>
                  <a:lnTo>
                    <a:pt x="2506497" y="686130"/>
                  </a:lnTo>
                  <a:lnTo>
                    <a:pt x="2501557" y="676313"/>
                  </a:lnTo>
                  <a:close/>
                </a:path>
                <a:path w="2683509" h="798194">
                  <a:moveTo>
                    <a:pt x="2536139" y="741299"/>
                  </a:moveTo>
                  <a:lnTo>
                    <a:pt x="2523324" y="741299"/>
                  </a:lnTo>
                  <a:lnTo>
                    <a:pt x="2523474" y="743432"/>
                  </a:lnTo>
                  <a:lnTo>
                    <a:pt x="2552826" y="769531"/>
                  </a:lnTo>
                  <a:lnTo>
                    <a:pt x="2568041" y="769531"/>
                  </a:lnTo>
                  <a:lnTo>
                    <a:pt x="2574734" y="768210"/>
                  </a:lnTo>
                  <a:lnTo>
                    <a:pt x="2585783" y="762939"/>
                  </a:lnTo>
                  <a:lnTo>
                    <a:pt x="2589987" y="759383"/>
                  </a:lnTo>
                  <a:lnTo>
                    <a:pt x="2590672" y="758317"/>
                  </a:lnTo>
                  <a:lnTo>
                    <a:pt x="2556090" y="758317"/>
                  </a:lnTo>
                  <a:lnTo>
                    <a:pt x="2552293" y="757720"/>
                  </a:lnTo>
                  <a:lnTo>
                    <a:pt x="2536578" y="745439"/>
                  </a:lnTo>
                  <a:lnTo>
                    <a:pt x="2536469" y="745172"/>
                  </a:lnTo>
                  <a:lnTo>
                    <a:pt x="2536139" y="741299"/>
                  </a:lnTo>
                  <a:close/>
                </a:path>
                <a:path w="2683509" h="798194">
                  <a:moveTo>
                    <a:pt x="2567774" y="663803"/>
                  </a:moveTo>
                  <a:lnTo>
                    <a:pt x="2554630" y="663803"/>
                  </a:lnTo>
                  <a:lnTo>
                    <a:pt x="2548699" y="665010"/>
                  </a:lnTo>
                  <a:lnTo>
                    <a:pt x="2538120" y="669772"/>
                  </a:lnTo>
                  <a:lnTo>
                    <a:pt x="2533916" y="673112"/>
                  </a:lnTo>
                  <a:lnTo>
                    <a:pt x="2527680" y="681685"/>
                  </a:lnTo>
                  <a:lnTo>
                    <a:pt x="2526131" y="686701"/>
                  </a:lnTo>
                  <a:lnTo>
                    <a:pt x="2526131" y="699350"/>
                  </a:lnTo>
                  <a:lnTo>
                    <a:pt x="2568371" y="723671"/>
                  </a:lnTo>
                  <a:lnTo>
                    <a:pt x="2571737" y="724839"/>
                  </a:lnTo>
                  <a:lnTo>
                    <a:pt x="2577934" y="727506"/>
                  </a:lnTo>
                  <a:lnTo>
                    <a:pt x="2580436" y="729246"/>
                  </a:lnTo>
                  <a:lnTo>
                    <a:pt x="2584246" y="733513"/>
                  </a:lnTo>
                  <a:lnTo>
                    <a:pt x="2585199" y="736295"/>
                  </a:lnTo>
                  <a:lnTo>
                    <a:pt x="2585199" y="743432"/>
                  </a:lnTo>
                  <a:lnTo>
                    <a:pt x="2564904" y="758317"/>
                  </a:lnTo>
                  <a:lnTo>
                    <a:pt x="2590672" y="758317"/>
                  </a:lnTo>
                  <a:lnTo>
                    <a:pt x="2592857" y="754913"/>
                  </a:lnTo>
                  <a:lnTo>
                    <a:pt x="2595765" y="750443"/>
                  </a:lnTo>
                  <a:lnTo>
                    <a:pt x="2597213" y="745439"/>
                  </a:lnTo>
                  <a:lnTo>
                    <a:pt x="2597213" y="735088"/>
                  </a:lnTo>
                  <a:lnTo>
                    <a:pt x="2596222" y="731037"/>
                  </a:lnTo>
                  <a:lnTo>
                    <a:pt x="2592285" y="724420"/>
                  </a:lnTo>
                  <a:lnTo>
                    <a:pt x="2589783" y="721728"/>
                  </a:lnTo>
                  <a:lnTo>
                    <a:pt x="2586748" y="719620"/>
                  </a:lnTo>
                  <a:lnTo>
                    <a:pt x="2583751" y="717486"/>
                  </a:lnTo>
                  <a:lnTo>
                    <a:pt x="2580589" y="715797"/>
                  </a:lnTo>
                  <a:lnTo>
                    <a:pt x="2574023" y="713333"/>
                  </a:lnTo>
                  <a:lnTo>
                    <a:pt x="2571051" y="712355"/>
                  </a:lnTo>
                  <a:lnTo>
                    <a:pt x="2556065" y="708355"/>
                  </a:lnTo>
                  <a:lnTo>
                    <a:pt x="2553982" y="707707"/>
                  </a:lnTo>
                  <a:lnTo>
                    <a:pt x="2538145" y="694575"/>
                  </a:lnTo>
                  <a:lnTo>
                    <a:pt x="2538145" y="688568"/>
                  </a:lnTo>
                  <a:lnTo>
                    <a:pt x="2556230" y="674814"/>
                  </a:lnTo>
                  <a:lnTo>
                    <a:pt x="2589415" y="674814"/>
                  </a:lnTo>
                  <a:lnTo>
                    <a:pt x="2588005" y="672896"/>
                  </a:lnTo>
                  <a:lnTo>
                    <a:pt x="2584026" y="669772"/>
                  </a:lnTo>
                  <a:lnTo>
                    <a:pt x="2573709" y="665010"/>
                  </a:lnTo>
                  <a:lnTo>
                    <a:pt x="2567774" y="663803"/>
                  </a:lnTo>
                  <a:close/>
                </a:path>
                <a:path w="2683509" h="798194">
                  <a:moveTo>
                    <a:pt x="2589415" y="674814"/>
                  </a:moveTo>
                  <a:lnTo>
                    <a:pt x="2566974" y="674814"/>
                  </a:lnTo>
                  <a:lnTo>
                    <a:pt x="2572219" y="676211"/>
                  </a:lnTo>
                  <a:lnTo>
                    <a:pt x="2580754" y="681824"/>
                  </a:lnTo>
                  <a:lnTo>
                    <a:pt x="2583192" y="685761"/>
                  </a:lnTo>
                  <a:lnTo>
                    <a:pt x="2583802" y="690829"/>
                  </a:lnTo>
                  <a:lnTo>
                    <a:pt x="2595816" y="690829"/>
                  </a:lnTo>
                  <a:lnTo>
                    <a:pt x="2595738" y="688568"/>
                  </a:lnTo>
                  <a:lnTo>
                    <a:pt x="2595642" y="685761"/>
                  </a:lnTo>
                  <a:lnTo>
                    <a:pt x="2594038" y="681037"/>
                  </a:lnTo>
                  <a:lnTo>
                    <a:pt x="2591003" y="676973"/>
                  </a:lnTo>
                  <a:lnTo>
                    <a:pt x="2589415" y="674814"/>
                  </a:lnTo>
                  <a:close/>
                </a:path>
                <a:path w="2683509" h="798194">
                  <a:moveTo>
                    <a:pt x="2622232" y="652386"/>
                  </a:moveTo>
                  <a:lnTo>
                    <a:pt x="2611818" y="652386"/>
                  </a:lnTo>
                  <a:lnTo>
                    <a:pt x="2615018" y="656793"/>
                  </a:lnTo>
                  <a:lnTo>
                    <a:pt x="2617927" y="662495"/>
                  </a:lnTo>
                  <a:lnTo>
                    <a:pt x="2623134" y="676516"/>
                  </a:lnTo>
                  <a:lnTo>
                    <a:pt x="2625204" y="684110"/>
                  </a:lnTo>
                  <a:lnTo>
                    <a:pt x="2628264" y="700468"/>
                  </a:lnTo>
                  <a:lnTo>
                    <a:pt x="2629039" y="708520"/>
                  </a:lnTo>
                  <a:lnTo>
                    <a:pt x="2629039" y="722401"/>
                  </a:lnTo>
                  <a:lnTo>
                    <a:pt x="2628582" y="728459"/>
                  </a:lnTo>
                  <a:lnTo>
                    <a:pt x="2627680" y="734636"/>
                  </a:lnTo>
                  <a:lnTo>
                    <a:pt x="2626817" y="740778"/>
                  </a:lnTo>
                  <a:lnTo>
                    <a:pt x="2625597" y="746734"/>
                  </a:lnTo>
                  <a:lnTo>
                    <a:pt x="2622461" y="758253"/>
                  </a:lnTo>
                  <a:lnTo>
                    <a:pt x="2620632" y="763524"/>
                  </a:lnTo>
                  <a:lnTo>
                    <a:pt x="2618524" y="768324"/>
                  </a:lnTo>
                  <a:lnTo>
                    <a:pt x="2616453" y="773163"/>
                  </a:lnTo>
                  <a:lnTo>
                    <a:pt x="2614218" y="777240"/>
                  </a:lnTo>
                  <a:lnTo>
                    <a:pt x="2611818" y="780542"/>
                  </a:lnTo>
                  <a:lnTo>
                    <a:pt x="2622232" y="780542"/>
                  </a:lnTo>
                  <a:lnTo>
                    <a:pt x="2638465" y="743157"/>
                  </a:lnTo>
                  <a:lnTo>
                    <a:pt x="2641257" y="716470"/>
                  </a:lnTo>
                  <a:lnTo>
                    <a:pt x="2640991" y="708520"/>
                  </a:lnTo>
                  <a:lnTo>
                    <a:pt x="2630328" y="666391"/>
                  </a:lnTo>
                  <a:lnTo>
                    <a:pt x="2626547" y="659230"/>
                  </a:lnTo>
                  <a:lnTo>
                    <a:pt x="2622232" y="652386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33950" y="4011175"/>
              <a:ext cx="146685" cy="14668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60213" y="3996694"/>
              <a:ext cx="1532077" cy="30125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896451" y="1697899"/>
              <a:ext cx="1163955" cy="125730"/>
            </a:xfrm>
            <a:custGeom>
              <a:avLst/>
              <a:gdLst/>
              <a:ahLst/>
              <a:cxnLst/>
              <a:rect l="l" t="t" r="r" b="b"/>
              <a:pathLst>
                <a:path w="1163954" h="125730">
                  <a:moveTo>
                    <a:pt x="72453" y="6705"/>
                  </a:moveTo>
                  <a:lnTo>
                    <a:pt x="40500" y="6705"/>
                  </a:lnTo>
                  <a:lnTo>
                    <a:pt x="0" y="124002"/>
                  </a:lnTo>
                  <a:lnTo>
                    <a:pt x="26581" y="124002"/>
                  </a:lnTo>
                  <a:lnTo>
                    <a:pt x="35281" y="97256"/>
                  </a:lnTo>
                  <a:lnTo>
                    <a:pt x="24917" y="97256"/>
                  </a:lnTo>
                  <a:lnTo>
                    <a:pt x="24917" y="77889"/>
                  </a:lnTo>
                  <a:lnTo>
                    <a:pt x="41581" y="77889"/>
                  </a:lnTo>
                  <a:lnTo>
                    <a:pt x="56019" y="33502"/>
                  </a:lnTo>
                  <a:lnTo>
                    <a:pt x="81691" y="33502"/>
                  </a:lnTo>
                  <a:lnTo>
                    <a:pt x="72453" y="6705"/>
                  </a:lnTo>
                  <a:close/>
                </a:path>
                <a:path w="1163954" h="125730">
                  <a:moveTo>
                    <a:pt x="81691" y="33502"/>
                  </a:moveTo>
                  <a:lnTo>
                    <a:pt x="56934" y="33502"/>
                  </a:lnTo>
                  <a:lnTo>
                    <a:pt x="86321" y="124002"/>
                  </a:lnTo>
                  <a:lnTo>
                    <a:pt x="112890" y="124002"/>
                  </a:lnTo>
                  <a:lnTo>
                    <a:pt x="103669" y="97256"/>
                  </a:lnTo>
                  <a:lnTo>
                    <a:pt x="87693" y="97256"/>
                  </a:lnTo>
                  <a:lnTo>
                    <a:pt x="87693" y="77889"/>
                  </a:lnTo>
                  <a:lnTo>
                    <a:pt x="96993" y="77889"/>
                  </a:lnTo>
                  <a:lnTo>
                    <a:pt x="81691" y="33502"/>
                  </a:lnTo>
                  <a:close/>
                </a:path>
                <a:path w="1163954" h="125730">
                  <a:moveTo>
                    <a:pt x="41581" y="77889"/>
                  </a:moveTo>
                  <a:lnTo>
                    <a:pt x="24917" y="77889"/>
                  </a:lnTo>
                  <a:lnTo>
                    <a:pt x="24917" y="97256"/>
                  </a:lnTo>
                  <a:lnTo>
                    <a:pt x="35281" y="97256"/>
                  </a:lnTo>
                  <a:lnTo>
                    <a:pt x="41581" y="77889"/>
                  </a:lnTo>
                  <a:close/>
                </a:path>
                <a:path w="1163954" h="125730">
                  <a:moveTo>
                    <a:pt x="71347" y="77889"/>
                  </a:moveTo>
                  <a:lnTo>
                    <a:pt x="41581" y="77889"/>
                  </a:lnTo>
                  <a:lnTo>
                    <a:pt x="35281" y="97256"/>
                  </a:lnTo>
                  <a:lnTo>
                    <a:pt x="77636" y="97256"/>
                  </a:lnTo>
                  <a:lnTo>
                    <a:pt x="71347" y="77889"/>
                  </a:lnTo>
                  <a:close/>
                </a:path>
                <a:path w="1163954" h="125730">
                  <a:moveTo>
                    <a:pt x="96993" y="77889"/>
                  </a:moveTo>
                  <a:lnTo>
                    <a:pt x="87693" y="77889"/>
                  </a:lnTo>
                  <a:lnTo>
                    <a:pt x="87693" y="97256"/>
                  </a:lnTo>
                  <a:lnTo>
                    <a:pt x="103669" y="97256"/>
                  </a:lnTo>
                  <a:lnTo>
                    <a:pt x="96993" y="77889"/>
                  </a:lnTo>
                  <a:close/>
                </a:path>
                <a:path w="1163954" h="125730">
                  <a:moveTo>
                    <a:pt x="155587" y="6705"/>
                  </a:moveTo>
                  <a:lnTo>
                    <a:pt x="130797" y="6705"/>
                  </a:lnTo>
                  <a:lnTo>
                    <a:pt x="130797" y="124002"/>
                  </a:lnTo>
                  <a:lnTo>
                    <a:pt x="155587" y="124002"/>
                  </a:lnTo>
                  <a:lnTo>
                    <a:pt x="155587" y="6705"/>
                  </a:lnTo>
                  <a:close/>
                </a:path>
                <a:path w="1163954" h="125730">
                  <a:moveTo>
                    <a:pt x="286981" y="6705"/>
                  </a:moveTo>
                  <a:lnTo>
                    <a:pt x="255028" y="6705"/>
                  </a:lnTo>
                  <a:lnTo>
                    <a:pt x="214528" y="124002"/>
                  </a:lnTo>
                  <a:lnTo>
                    <a:pt x="241109" y="124002"/>
                  </a:lnTo>
                  <a:lnTo>
                    <a:pt x="249809" y="97256"/>
                  </a:lnTo>
                  <a:lnTo>
                    <a:pt x="239445" y="97256"/>
                  </a:lnTo>
                  <a:lnTo>
                    <a:pt x="239445" y="77889"/>
                  </a:lnTo>
                  <a:lnTo>
                    <a:pt x="256109" y="77889"/>
                  </a:lnTo>
                  <a:lnTo>
                    <a:pt x="270548" y="33502"/>
                  </a:lnTo>
                  <a:lnTo>
                    <a:pt x="296219" y="33502"/>
                  </a:lnTo>
                  <a:lnTo>
                    <a:pt x="286981" y="6705"/>
                  </a:lnTo>
                  <a:close/>
                </a:path>
                <a:path w="1163954" h="125730">
                  <a:moveTo>
                    <a:pt x="296219" y="33502"/>
                  </a:moveTo>
                  <a:lnTo>
                    <a:pt x="271462" y="33502"/>
                  </a:lnTo>
                  <a:lnTo>
                    <a:pt x="300850" y="124002"/>
                  </a:lnTo>
                  <a:lnTo>
                    <a:pt x="327418" y="124002"/>
                  </a:lnTo>
                  <a:lnTo>
                    <a:pt x="318198" y="97256"/>
                  </a:lnTo>
                  <a:lnTo>
                    <a:pt x="302221" y="97256"/>
                  </a:lnTo>
                  <a:lnTo>
                    <a:pt x="302221" y="77889"/>
                  </a:lnTo>
                  <a:lnTo>
                    <a:pt x="311521" y="77889"/>
                  </a:lnTo>
                  <a:lnTo>
                    <a:pt x="296219" y="33502"/>
                  </a:lnTo>
                  <a:close/>
                </a:path>
                <a:path w="1163954" h="125730">
                  <a:moveTo>
                    <a:pt x="256109" y="77889"/>
                  </a:moveTo>
                  <a:lnTo>
                    <a:pt x="239445" y="77889"/>
                  </a:lnTo>
                  <a:lnTo>
                    <a:pt x="239445" y="97256"/>
                  </a:lnTo>
                  <a:lnTo>
                    <a:pt x="249809" y="97256"/>
                  </a:lnTo>
                  <a:lnTo>
                    <a:pt x="256109" y="77889"/>
                  </a:lnTo>
                  <a:close/>
                </a:path>
                <a:path w="1163954" h="125730">
                  <a:moveTo>
                    <a:pt x="285875" y="77889"/>
                  </a:moveTo>
                  <a:lnTo>
                    <a:pt x="256109" y="77889"/>
                  </a:lnTo>
                  <a:lnTo>
                    <a:pt x="249809" y="97256"/>
                  </a:lnTo>
                  <a:lnTo>
                    <a:pt x="292165" y="97256"/>
                  </a:lnTo>
                  <a:lnTo>
                    <a:pt x="285875" y="77889"/>
                  </a:lnTo>
                  <a:close/>
                </a:path>
                <a:path w="1163954" h="125730">
                  <a:moveTo>
                    <a:pt x="311521" y="77889"/>
                  </a:moveTo>
                  <a:lnTo>
                    <a:pt x="302221" y="77889"/>
                  </a:lnTo>
                  <a:lnTo>
                    <a:pt x="302221" y="97256"/>
                  </a:lnTo>
                  <a:lnTo>
                    <a:pt x="318198" y="97256"/>
                  </a:lnTo>
                  <a:lnTo>
                    <a:pt x="311521" y="77889"/>
                  </a:lnTo>
                  <a:close/>
                </a:path>
                <a:path w="1163954" h="125730">
                  <a:moveTo>
                    <a:pt x="369265" y="36029"/>
                  </a:moveTo>
                  <a:lnTo>
                    <a:pt x="344868" y="36029"/>
                  </a:lnTo>
                  <a:lnTo>
                    <a:pt x="344949" y="99123"/>
                  </a:lnTo>
                  <a:lnTo>
                    <a:pt x="346104" y="104533"/>
                  </a:lnTo>
                  <a:lnTo>
                    <a:pt x="346163" y="104813"/>
                  </a:lnTo>
                  <a:lnTo>
                    <a:pt x="368769" y="125145"/>
                  </a:lnTo>
                  <a:lnTo>
                    <a:pt x="381253" y="125145"/>
                  </a:lnTo>
                  <a:lnTo>
                    <a:pt x="386841" y="123583"/>
                  </a:lnTo>
                  <a:lnTo>
                    <a:pt x="396049" y="117322"/>
                  </a:lnTo>
                  <a:lnTo>
                    <a:pt x="399351" y="113182"/>
                  </a:lnTo>
                  <a:lnTo>
                    <a:pt x="401332" y="108026"/>
                  </a:lnTo>
                  <a:lnTo>
                    <a:pt x="425678" y="108026"/>
                  </a:lnTo>
                  <a:lnTo>
                    <a:pt x="425678" y="104533"/>
                  </a:lnTo>
                  <a:lnTo>
                    <a:pt x="379882" y="104533"/>
                  </a:lnTo>
                  <a:lnTo>
                    <a:pt x="376186" y="103022"/>
                  </a:lnTo>
                  <a:lnTo>
                    <a:pt x="370700" y="96989"/>
                  </a:lnTo>
                  <a:lnTo>
                    <a:pt x="369303" y="92887"/>
                  </a:lnTo>
                  <a:lnTo>
                    <a:pt x="369265" y="36029"/>
                  </a:lnTo>
                  <a:close/>
                </a:path>
                <a:path w="1163954" h="125730">
                  <a:moveTo>
                    <a:pt x="425678" y="108026"/>
                  </a:moveTo>
                  <a:lnTo>
                    <a:pt x="402247" y="108026"/>
                  </a:lnTo>
                  <a:lnTo>
                    <a:pt x="402247" y="124002"/>
                  </a:lnTo>
                  <a:lnTo>
                    <a:pt x="425678" y="124002"/>
                  </a:lnTo>
                  <a:lnTo>
                    <a:pt x="425678" y="108026"/>
                  </a:lnTo>
                  <a:close/>
                </a:path>
                <a:path w="1163954" h="125730">
                  <a:moveTo>
                    <a:pt x="425678" y="36029"/>
                  </a:moveTo>
                  <a:lnTo>
                    <a:pt x="401281" y="36029"/>
                  </a:lnTo>
                  <a:lnTo>
                    <a:pt x="401319" y="90474"/>
                  </a:lnTo>
                  <a:lnTo>
                    <a:pt x="400532" y="93776"/>
                  </a:lnTo>
                  <a:lnTo>
                    <a:pt x="397489" y="98920"/>
                  </a:lnTo>
                  <a:lnTo>
                    <a:pt x="397370" y="99123"/>
                  </a:lnTo>
                  <a:lnTo>
                    <a:pt x="395300" y="101155"/>
                  </a:lnTo>
                  <a:lnTo>
                    <a:pt x="392747" y="102527"/>
                  </a:lnTo>
                  <a:lnTo>
                    <a:pt x="390182" y="103860"/>
                  </a:lnTo>
                  <a:lnTo>
                    <a:pt x="387438" y="104533"/>
                  </a:lnTo>
                  <a:lnTo>
                    <a:pt x="425678" y="104533"/>
                  </a:lnTo>
                  <a:lnTo>
                    <a:pt x="425678" y="36029"/>
                  </a:lnTo>
                  <a:close/>
                </a:path>
                <a:path w="1163954" h="125730">
                  <a:moveTo>
                    <a:pt x="479221" y="14947"/>
                  </a:moveTo>
                  <a:lnTo>
                    <a:pt x="454812" y="14947"/>
                  </a:lnTo>
                  <a:lnTo>
                    <a:pt x="454774" y="105943"/>
                  </a:lnTo>
                  <a:lnTo>
                    <a:pt x="455980" y="110718"/>
                  </a:lnTo>
                  <a:lnTo>
                    <a:pt x="460870" y="118275"/>
                  </a:lnTo>
                  <a:lnTo>
                    <a:pt x="464286" y="121056"/>
                  </a:lnTo>
                  <a:lnTo>
                    <a:pt x="473396" y="124764"/>
                  </a:lnTo>
                  <a:lnTo>
                    <a:pt x="473861" y="124764"/>
                  </a:lnTo>
                  <a:lnTo>
                    <a:pt x="478269" y="125437"/>
                  </a:lnTo>
                  <a:lnTo>
                    <a:pt x="487311" y="125095"/>
                  </a:lnTo>
                  <a:lnTo>
                    <a:pt x="490004" y="124764"/>
                  </a:lnTo>
                  <a:lnTo>
                    <a:pt x="492213" y="124231"/>
                  </a:lnTo>
                  <a:lnTo>
                    <a:pt x="494436" y="123736"/>
                  </a:lnTo>
                  <a:lnTo>
                    <a:pt x="496150" y="123291"/>
                  </a:lnTo>
                  <a:lnTo>
                    <a:pt x="497370" y="122910"/>
                  </a:lnTo>
                  <a:lnTo>
                    <a:pt x="493784" y="105943"/>
                  </a:lnTo>
                  <a:lnTo>
                    <a:pt x="493703" y="105562"/>
                  </a:lnTo>
                  <a:lnTo>
                    <a:pt x="485825" y="105562"/>
                  </a:lnTo>
                  <a:lnTo>
                    <a:pt x="484377" y="105308"/>
                  </a:lnTo>
                  <a:lnTo>
                    <a:pt x="481888" y="104317"/>
                  </a:lnTo>
                  <a:lnTo>
                    <a:pt x="480936" y="103454"/>
                  </a:lnTo>
                  <a:lnTo>
                    <a:pt x="479564" y="100977"/>
                  </a:lnTo>
                  <a:lnTo>
                    <a:pt x="479221" y="99225"/>
                  </a:lnTo>
                  <a:lnTo>
                    <a:pt x="479221" y="14947"/>
                  </a:lnTo>
                  <a:close/>
                </a:path>
                <a:path w="1163954" h="125730">
                  <a:moveTo>
                    <a:pt x="493558" y="104876"/>
                  </a:moveTo>
                  <a:lnTo>
                    <a:pt x="492925" y="104876"/>
                  </a:lnTo>
                  <a:lnTo>
                    <a:pt x="490677" y="105308"/>
                  </a:lnTo>
                  <a:lnTo>
                    <a:pt x="489153" y="105562"/>
                  </a:lnTo>
                  <a:lnTo>
                    <a:pt x="493703" y="105562"/>
                  </a:lnTo>
                  <a:lnTo>
                    <a:pt x="493650" y="105308"/>
                  </a:lnTo>
                  <a:lnTo>
                    <a:pt x="493558" y="104876"/>
                  </a:lnTo>
                  <a:close/>
                </a:path>
                <a:path w="1163954" h="125730">
                  <a:moveTo>
                    <a:pt x="454803" y="36029"/>
                  </a:moveTo>
                  <a:lnTo>
                    <a:pt x="442785" y="36029"/>
                  </a:lnTo>
                  <a:lnTo>
                    <a:pt x="442785" y="54356"/>
                  </a:lnTo>
                  <a:lnTo>
                    <a:pt x="454795" y="54356"/>
                  </a:lnTo>
                  <a:lnTo>
                    <a:pt x="454803" y="36029"/>
                  </a:lnTo>
                  <a:close/>
                </a:path>
                <a:path w="1163954" h="125730">
                  <a:moveTo>
                    <a:pt x="495769" y="36029"/>
                  </a:moveTo>
                  <a:lnTo>
                    <a:pt x="479221" y="36029"/>
                  </a:lnTo>
                  <a:lnTo>
                    <a:pt x="479221" y="54356"/>
                  </a:lnTo>
                  <a:lnTo>
                    <a:pt x="495769" y="54356"/>
                  </a:lnTo>
                  <a:lnTo>
                    <a:pt x="495769" y="36029"/>
                  </a:lnTo>
                  <a:close/>
                </a:path>
                <a:path w="1163954" h="125730">
                  <a:moveTo>
                    <a:pt x="563143" y="34886"/>
                  </a:moveTo>
                  <a:lnTo>
                    <a:pt x="545350" y="34886"/>
                  </a:lnTo>
                  <a:lnTo>
                    <a:pt x="537654" y="36791"/>
                  </a:lnTo>
                  <a:lnTo>
                    <a:pt x="511115" y="70510"/>
                  </a:lnTo>
                  <a:lnTo>
                    <a:pt x="511056" y="89865"/>
                  </a:lnTo>
                  <a:lnTo>
                    <a:pt x="512711" y="97294"/>
                  </a:lnTo>
                  <a:lnTo>
                    <a:pt x="545350" y="125717"/>
                  </a:lnTo>
                  <a:lnTo>
                    <a:pt x="563143" y="125717"/>
                  </a:lnTo>
                  <a:lnTo>
                    <a:pt x="570826" y="123825"/>
                  </a:lnTo>
                  <a:lnTo>
                    <a:pt x="583768" y="116230"/>
                  </a:lnTo>
                  <a:lnTo>
                    <a:pt x="588771" y="110921"/>
                  </a:lnTo>
                  <a:lnTo>
                    <a:pt x="590886" y="106819"/>
                  </a:lnTo>
                  <a:lnTo>
                    <a:pt x="550278" y="106819"/>
                  </a:lnTo>
                  <a:lnTo>
                    <a:pt x="546836" y="105676"/>
                  </a:lnTo>
                  <a:lnTo>
                    <a:pt x="535749" y="85305"/>
                  </a:lnTo>
                  <a:lnTo>
                    <a:pt x="535749" y="75069"/>
                  </a:lnTo>
                  <a:lnTo>
                    <a:pt x="536320" y="71272"/>
                  </a:lnTo>
                  <a:lnTo>
                    <a:pt x="536435" y="70510"/>
                  </a:lnTo>
                  <a:lnTo>
                    <a:pt x="550278" y="53492"/>
                  </a:lnTo>
                  <a:lnTo>
                    <a:pt x="590720" y="53492"/>
                  </a:lnTo>
                  <a:lnTo>
                    <a:pt x="588771" y="49695"/>
                  </a:lnTo>
                  <a:lnTo>
                    <a:pt x="583768" y="44386"/>
                  </a:lnTo>
                  <a:lnTo>
                    <a:pt x="577278" y="40614"/>
                  </a:lnTo>
                  <a:lnTo>
                    <a:pt x="570826" y="36791"/>
                  </a:lnTo>
                  <a:lnTo>
                    <a:pt x="563143" y="34886"/>
                  </a:lnTo>
                  <a:close/>
                </a:path>
                <a:path w="1163954" h="125730">
                  <a:moveTo>
                    <a:pt x="590720" y="53492"/>
                  </a:moveTo>
                  <a:lnTo>
                    <a:pt x="558406" y="53492"/>
                  </a:lnTo>
                  <a:lnTo>
                    <a:pt x="561797" y="54660"/>
                  </a:lnTo>
                  <a:lnTo>
                    <a:pt x="567220" y="59321"/>
                  </a:lnTo>
                  <a:lnTo>
                    <a:pt x="569252" y="62484"/>
                  </a:lnTo>
                  <a:lnTo>
                    <a:pt x="572046" y="70510"/>
                  </a:lnTo>
                  <a:lnTo>
                    <a:pt x="572744" y="75069"/>
                  </a:lnTo>
                  <a:lnTo>
                    <a:pt x="572744" y="85305"/>
                  </a:lnTo>
                  <a:lnTo>
                    <a:pt x="572121" y="89369"/>
                  </a:lnTo>
                  <a:lnTo>
                    <a:pt x="572046" y="89865"/>
                  </a:lnTo>
                  <a:lnTo>
                    <a:pt x="569252" y="97878"/>
                  </a:lnTo>
                  <a:lnTo>
                    <a:pt x="567220" y="101053"/>
                  </a:lnTo>
                  <a:lnTo>
                    <a:pt x="561797" y="105676"/>
                  </a:lnTo>
                  <a:lnTo>
                    <a:pt x="558406" y="106819"/>
                  </a:lnTo>
                  <a:lnTo>
                    <a:pt x="590886" y="106819"/>
                  </a:lnTo>
                  <a:lnTo>
                    <a:pt x="595795" y="97294"/>
                  </a:lnTo>
                  <a:lnTo>
                    <a:pt x="597438" y="89865"/>
                  </a:lnTo>
                  <a:lnTo>
                    <a:pt x="597547" y="71272"/>
                  </a:lnTo>
                  <a:lnTo>
                    <a:pt x="595795" y="63322"/>
                  </a:lnTo>
                  <a:lnTo>
                    <a:pt x="590720" y="53492"/>
                  </a:lnTo>
                  <a:close/>
                </a:path>
                <a:path w="1163954" h="125730">
                  <a:moveTo>
                    <a:pt x="640448" y="36029"/>
                  </a:moveTo>
                  <a:lnTo>
                    <a:pt x="617194" y="36029"/>
                  </a:lnTo>
                  <a:lnTo>
                    <a:pt x="617194" y="124002"/>
                  </a:lnTo>
                  <a:lnTo>
                    <a:pt x="641591" y="124002"/>
                  </a:lnTo>
                  <a:lnTo>
                    <a:pt x="641591" y="67945"/>
                  </a:lnTo>
                  <a:lnTo>
                    <a:pt x="642226" y="65125"/>
                  </a:lnTo>
                  <a:lnTo>
                    <a:pt x="644740" y="60274"/>
                  </a:lnTo>
                  <a:lnTo>
                    <a:pt x="646442" y="58381"/>
                  </a:lnTo>
                  <a:lnTo>
                    <a:pt x="650760" y="55676"/>
                  </a:lnTo>
                  <a:lnTo>
                    <a:pt x="653199" y="54991"/>
                  </a:lnTo>
                  <a:lnTo>
                    <a:pt x="744926" y="54991"/>
                  </a:lnTo>
                  <a:lnTo>
                    <a:pt x="743723" y="51549"/>
                  </a:lnTo>
                  <a:lnTo>
                    <a:pt x="640448" y="51549"/>
                  </a:lnTo>
                  <a:lnTo>
                    <a:pt x="640448" y="36029"/>
                  </a:lnTo>
                  <a:close/>
                </a:path>
                <a:path w="1163954" h="125730">
                  <a:moveTo>
                    <a:pt x="702640" y="54991"/>
                  </a:moveTo>
                  <a:lnTo>
                    <a:pt x="659930" y="54991"/>
                  </a:lnTo>
                  <a:lnTo>
                    <a:pt x="663155" y="56261"/>
                  </a:lnTo>
                  <a:lnTo>
                    <a:pt x="665594" y="58826"/>
                  </a:lnTo>
                  <a:lnTo>
                    <a:pt x="668083" y="61379"/>
                  </a:lnTo>
                  <a:lnTo>
                    <a:pt x="669315" y="64820"/>
                  </a:lnTo>
                  <a:lnTo>
                    <a:pt x="669315" y="124002"/>
                  </a:lnTo>
                  <a:lnTo>
                    <a:pt x="692975" y="124002"/>
                  </a:lnTo>
                  <a:lnTo>
                    <a:pt x="692975" y="65697"/>
                  </a:lnTo>
                  <a:lnTo>
                    <a:pt x="694220" y="62014"/>
                  </a:lnTo>
                  <a:lnTo>
                    <a:pt x="699173" y="56400"/>
                  </a:lnTo>
                  <a:lnTo>
                    <a:pt x="702640" y="54991"/>
                  </a:lnTo>
                  <a:close/>
                </a:path>
                <a:path w="1163954" h="125730">
                  <a:moveTo>
                    <a:pt x="744926" y="54991"/>
                  </a:moveTo>
                  <a:lnTo>
                    <a:pt x="710958" y="54991"/>
                  </a:lnTo>
                  <a:lnTo>
                    <a:pt x="712787" y="55676"/>
                  </a:lnTo>
                  <a:lnTo>
                    <a:pt x="714263" y="56261"/>
                  </a:lnTo>
                  <a:lnTo>
                    <a:pt x="719391" y="61099"/>
                  </a:lnTo>
                  <a:lnTo>
                    <a:pt x="720699" y="64820"/>
                  </a:lnTo>
                  <a:lnTo>
                    <a:pt x="720699" y="124002"/>
                  </a:lnTo>
                  <a:lnTo>
                    <a:pt x="745032" y="124002"/>
                  </a:lnTo>
                  <a:lnTo>
                    <a:pt x="744926" y="54991"/>
                  </a:lnTo>
                  <a:close/>
                </a:path>
                <a:path w="1163954" h="125730">
                  <a:moveTo>
                    <a:pt x="672033" y="34886"/>
                  </a:moveTo>
                  <a:lnTo>
                    <a:pt x="660044" y="34886"/>
                  </a:lnTo>
                  <a:lnTo>
                    <a:pt x="656107" y="36029"/>
                  </a:lnTo>
                  <a:lnTo>
                    <a:pt x="641476" y="51549"/>
                  </a:lnTo>
                  <a:lnTo>
                    <a:pt x="689876" y="51549"/>
                  </a:lnTo>
                  <a:lnTo>
                    <a:pt x="688487" y="46507"/>
                  </a:lnTo>
                  <a:lnTo>
                    <a:pt x="685718" y="42481"/>
                  </a:lnTo>
                  <a:lnTo>
                    <a:pt x="677199" y="36410"/>
                  </a:lnTo>
                  <a:lnTo>
                    <a:pt x="672033" y="34886"/>
                  </a:lnTo>
                  <a:close/>
                </a:path>
                <a:path w="1163954" h="125730">
                  <a:moveTo>
                    <a:pt x="725525" y="34886"/>
                  </a:moveTo>
                  <a:lnTo>
                    <a:pt x="710857" y="34886"/>
                  </a:lnTo>
                  <a:lnTo>
                    <a:pt x="705269" y="36410"/>
                  </a:lnTo>
                  <a:lnTo>
                    <a:pt x="695832" y="42481"/>
                  </a:lnTo>
                  <a:lnTo>
                    <a:pt x="692594" y="46507"/>
                  </a:lnTo>
                  <a:lnTo>
                    <a:pt x="690791" y="51549"/>
                  </a:lnTo>
                  <a:lnTo>
                    <a:pt x="743723" y="51549"/>
                  </a:lnTo>
                  <a:lnTo>
                    <a:pt x="742454" y="47917"/>
                  </a:lnTo>
                  <a:lnTo>
                    <a:pt x="737311" y="42722"/>
                  </a:lnTo>
                  <a:lnTo>
                    <a:pt x="732193" y="37490"/>
                  </a:lnTo>
                  <a:lnTo>
                    <a:pt x="725525" y="34886"/>
                  </a:lnTo>
                  <a:close/>
                </a:path>
                <a:path w="1163954" h="125730">
                  <a:moveTo>
                    <a:pt x="840492" y="52692"/>
                  </a:moveTo>
                  <a:lnTo>
                    <a:pt x="809421" y="52692"/>
                  </a:lnTo>
                  <a:lnTo>
                    <a:pt x="812634" y="53682"/>
                  </a:lnTo>
                  <a:lnTo>
                    <a:pt x="814882" y="55676"/>
                  </a:lnTo>
                  <a:lnTo>
                    <a:pt x="817181" y="57658"/>
                  </a:lnTo>
                  <a:lnTo>
                    <a:pt x="818324" y="60464"/>
                  </a:lnTo>
                  <a:lnTo>
                    <a:pt x="818324" y="66306"/>
                  </a:lnTo>
                  <a:lnTo>
                    <a:pt x="792657" y="72758"/>
                  </a:lnTo>
                  <a:lnTo>
                    <a:pt x="788504" y="73482"/>
                  </a:lnTo>
                  <a:lnTo>
                    <a:pt x="763968" y="94538"/>
                  </a:lnTo>
                  <a:lnTo>
                    <a:pt x="763975" y="105257"/>
                  </a:lnTo>
                  <a:lnTo>
                    <a:pt x="787565" y="125666"/>
                  </a:lnTo>
                  <a:lnTo>
                    <a:pt x="797534" y="125666"/>
                  </a:lnTo>
                  <a:lnTo>
                    <a:pt x="818895" y="111798"/>
                  </a:lnTo>
                  <a:lnTo>
                    <a:pt x="842721" y="111798"/>
                  </a:lnTo>
                  <a:lnTo>
                    <a:pt x="842721" y="108826"/>
                  </a:lnTo>
                  <a:lnTo>
                    <a:pt x="796429" y="108826"/>
                  </a:lnTo>
                  <a:lnTo>
                    <a:pt x="793330" y="107962"/>
                  </a:lnTo>
                  <a:lnTo>
                    <a:pt x="790892" y="106248"/>
                  </a:lnTo>
                  <a:lnTo>
                    <a:pt x="788479" y="104495"/>
                  </a:lnTo>
                  <a:lnTo>
                    <a:pt x="787272" y="101955"/>
                  </a:lnTo>
                  <a:lnTo>
                    <a:pt x="787272" y="96342"/>
                  </a:lnTo>
                  <a:lnTo>
                    <a:pt x="806005" y="86537"/>
                  </a:lnTo>
                  <a:lnTo>
                    <a:pt x="809294" y="85991"/>
                  </a:lnTo>
                  <a:lnTo>
                    <a:pt x="818489" y="83223"/>
                  </a:lnTo>
                  <a:lnTo>
                    <a:pt x="842721" y="83223"/>
                  </a:lnTo>
                  <a:lnTo>
                    <a:pt x="842721" y="59436"/>
                  </a:lnTo>
                  <a:lnTo>
                    <a:pt x="841705" y="54952"/>
                  </a:lnTo>
                  <a:lnTo>
                    <a:pt x="840492" y="52692"/>
                  </a:lnTo>
                  <a:close/>
                </a:path>
                <a:path w="1163954" h="125730">
                  <a:moveTo>
                    <a:pt x="842721" y="111798"/>
                  </a:moveTo>
                  <a:lnTo>
                    <a:pt x="819581" y="111798"/>
                  </a:lnTo>
                  <a:lnTo>
                    <a:pt x="819581" y="124002"/>
                  </a:lnTo>
                  <a:lnTo>
                    <a:pt x="842721" y="124002"/>
                  </a:lnTo>
                  <a:lnTo>
                    <a:pt x="842721" y="111798"/>
                  </a:lnTo>
                  <a:close/>
                </a:path>
                <a:path w="1163954" h="125730">
                  <a:moveTo>
                    <a:pt x="842721" y="83223"/>
                  </a:moveTo>
                  <a:lnTo>
                    <a:pt x="818489" y="83223"/>
                  </a:lnTo>
                  <a:lnTo>
                    <a:pt x="818489" y="95656"/>
                  </a:lnTo>
                  <a:lnTo>
                    <a:pt x="817714" y="98425"/>
                  </a:lnTo>
                  <a:lnTo>
                    <a:pt x="803757" y="108826"/>
                  </a:lnTo>
                  <a:lnTo>
                    <a:pt x="842721" y="108826"/>
                  </a:lnTo>
                  <a:lnTo>
                    <a:pt x="842721" y="83223"/>
                  </a:lnTo>
                  <a:close/>
                </a:path>
                <a:path w="1163954" h="125730">
                  <a:moveTo>
                    <a:pt x="810259" y="34886"/>
                  </a:moveTo>
                  <a:lnTo>
                    <a:pt x="798347" y="34886"/>
                  </a:lnTo>
                  <a:lnTo>
                    <a:pt x="792162" y="35953"/>
                  </a:lnTo>
                  <a:lnTo>
                    <a:pt x="781507" y="40182"/>
                  </a:lnTo>
                  <a:lnTo>
                    <a:pt x="777176" y="43205"/>
                  </a:lnTo>
                  <a:lnTo>
                    <a:pt x="773823" y="47142"/>
                  </a:lnTo>
                  <a:lnTo>
                    <a:pt x="770458" y="51028"/>
                  </a:lnTo>
                  <a:lnTo>
                    <a:pt x="768204" y="55676"/>
                  </a:lnTo>
                  <a:lnTo>
                    <a:pt x="767392" y="59436"/>
                  </a:lnTo>
                  <a:lnTo>
                    <a:pt x="767285" y="59931"/>
                  </a:lnTo>
                  <a:lnTo>
                    <a:pt x="767169" y="60464"/>
                  </a:lnTo>
                  <a:lnTo>
                    <a:pt x="767054" y="60998"/>
                  </a:lnTo>
                  <a:lnTo>
                    <a:pt x="789622" y="62826"/>
                  </a:lnTo>
                  <a:lnTo>
                    <a:pt x="790473" y="59931"/>
                  </a:lnTo>
                  <a:lnTo>
                    <a:pt x="792088" y="57658"/>
                  </a:lnTo>
                  <a:lnTo>
                    <a:pt x="792187" y="57518"/>
                  </a:lnTo>
                  <a:lnTo>
                    <a:pt x="797365" y="53682"/>
                  </a:lnTo>
                  <a:lnTo>
                    <a:pt x="800874" y="52692"/>
                  </a:lnTo>
                  <a:lnTo>
                    <a:pt x="840492" y="52692"/>
                  </a:lnTo>
                  <a:lnTo>
                    <a:pt x="837666" y="47421"/>
                  </a:lnTo>
                  <a:lnTo>
                    <a:pt x="834897" y="44335"/>
                  </a:lnTo>
                  <a:lnTo>
                    <a:pt x="827912" y="39522"/>
                  </a:lnTo>
                  <a:lnTo>
                    <a:pt x="823912" y="37744"/>
                  </a:lnTo>
                  <a:lnTo>
                    <a:pt x="814946" y="35458"/>
                  </a:lnTo>
                  <a:lnTo>
                    <a:pt x="810259" y="34886"/>
                  </a:lnTo>
                  <a:close/>
                </a:path>
                <a:path w="1163954" h="125730">
                  <a:moveTo>
                    <a:pt x="895680" y="14947"/>
                  </a:moveTo>
                  <a:lnTo>
                    <a:pt x="871270" y="14947"/>
                  </a:lnTo>
                  <a:lnTo>
                    <a:pt x="871232" y="105943"/>
                  </a:lnTo>
                  <a:lnTo>
                    <a:pt x="872439" y="110718"/>
                  </a:lnTo>
                  <a:lnTo>
                    <a:pt x="877328" y="118275"/>
                  </a:lnTo>
                  <a:lnTo>
                    <a:pt x="880744" y="121056"/>
                  </a:lnTo>
                  <a:lnTo>
                    <a:pt x="889839" y="124764"/>
                  </a:lnTo>
                  <a:lnTo>
                    <a:pt x="890307" y="124764"/>
                  </a:lnTo>
                  <a:lnTo>
                    <a:pt x="894714" y="125437"/>
                  </a:lnTo>
                  <a:lnTo>
                    <a:pt x="903770" y="125095"/>
                  </a:lnTo>
                  <a:lnTo>
                    <a:pt x="906462" y="124764"/>
                  </a:lnTo>
                  <a:lnTo>
                    <a:pt x="908672" y="124231"/>
                  </a:lnTo>
                  <a:lnTo>
                    <a:pt x="910894" y="123736"/>
                  </a:lnTo>
                  <a:lnTo>
                    <a:pt x="912609" y="123291"/>
                  </a:lnTo>
                  <a:lnTo>
                    <a:pt x="913828" y="122910"/>
                  </a:lnTo>
                  <a:lnTo>
                    <a:pt x="910242" y="105943"/>
                  </a:lnTo>
                  <a:lnTo>
                    <a:pt x="910162" y="105562"/>
                  </a:lnTo>
                  <a:lnTo>
                    <a:pt x="902284" y="105562"/>
                  </a:lnTo>
                  <a:lnTo>
                    <a:pt x="900823" y="105308"/>
                  </a:lnTo>
                  <a:lnTo>
                    <a:pt x="898347" y="104317"/>
                  </a:lnTo>
                  <a:lnTo>
                    <a:pt x="897394" y="103454"/>
                  </a:lnTo>
                  <a:lnTo>
                    <a:pt x="896023" y="100977"/>
                  </a:lnTo>
                  <a:lnTo>
                    <a:pt x="895680" y="99225"/>
                  </a:lnTo>
                  <a:lnTo>
                    <a:pt x="895680" y="14947"/>
                  </a:lnTo>
                  <a:close/>
                </a:path>
                <a:path w="1163954" h="125730">
                  <a:moveTo>
                    <a:pt x="910017" y="104876"/>
                  </a:moveTo>
                  <a:lnTo>
                    <a:pt x="909383" y="104876"/>
                  </a:lnTo>
                  <a:lnTo>
                    <a:pt x="907133" y="105308"/>
                  </a:lnTo>
                  <a:lnTo>
                    <a:pt x="905592" y="105562"/>
                  </a:lnTo>
                  <a:lnTo>
                    <a:pt x="910162" y="105562"/>
                  </a:lnTo>
                  <a:lnTo>
                    <a:pt x="910108" y="105308"/>
                  </a:lnTo>
                  <a:lnTo>
                    <a:pt x="910017" y="104876"/>
                  </a:lnTo>
                  <a:close/>
                </a:path>
                <a:path w="1163954" h="125730">
                  <a:moveTo>
                    <a:pt x="871261" y="36029"/>
                  </a:moveTo>
                  <a:lnTo>
                    <a:pt x="859243" y="36029"/>
                  </a:lnTo>
                  <a:lnTo>
                    <a:pt x="859243" y="54356"/>
                  </a:lnTo>
                  <a:lnTo>
                    <a:pt x="871254" y="54356"/>
                  </a:lnTo>
                  <a:lnTo>
                    <a:pt x="871261" y="36029"/>
                  </a:lnTo>
                  <a:close/>
                </a:path>
                <a:path w="1163954" h="125730">
                  <a:moveTo>
                    <a:pt x="912228" y="36029"/>
                  </a:moveTo>
                  <a:lnTo>
                    <a:pt x="895680" y="36029"/>
                  </a:lnTo>
                  <a:lnTo>
                    <a:pt x="895680" y="54356"/>
                  </a:lnTo>
                  <a:lnTo>
                    <a:pt x="912228" y="54356"/>
                  </a:lnTo>
                  <a:lnTo>
                    <a:pt x="912228" y="36029"/>
                  </a:lnTo>
                  <a:close/>
                </a:path>
                <a:path w="1163954" h="125730">
                  <a:moveTo>
                    <a:pt x="956297" y="36029"/>
                  </a:moveTo>
                  <a:lnTo>
                    <a:pt x="931900" y="36029"/>
                  </a:lnTo>
                  <a:lnTo>
                    <a:pt x="931900" y="124002"/>
                  </a:lnTo>
                  <a:lnTo>
                    <a:pt x="956297" y="124002"/>
                  </a:lnTo>
                  <a:lnTo>
                    <a:pt x="956297" y="36029"/>
                  </a:lnTo>
                  <a:close/>
                </a:path>
                <a:path w="1163954" h="125730">
                  <a:moveTo>
                    <a:pt x="947788" y="0"/>
                  </a:moveTo>
                  <a:lnTo>
                    <a:pt x="940536" y="0"/>
                  </a:lnTo>
                  <a:lnTo>
                    <a:pt x="937425" y="1219"/>
                  </a:lnTo>
                  <a:lnTo>
                    <a:pt x="932268" y="6070"/>
                  </a:lnTo>
                  <a:lnTo>
                    <a:pt x="930986" y="8953"/>
                  </a:lnTo>
                  <a:lnTo>
                    <a:pt x="930986" y="15709"/>
                  </a:lnTo>
                  <a:lnTo>
                    <a:pt x="932268" y="18630"/>
                  </a:lnTo>
                  <a:lnTo>
                    <a:pt x="934821" y="21082"/>
                  </a:lnTo>
                  <a:lnTo>
                    <a:pt x="937425" y="23482"/>
                  </a:lnTo>
                  <a:lnTo>
                    <a:pt x="940536" y="24688"/>
                  </a:lnTo>
                  <a:lnTo>
                    <a:pt x="947788" y="24688"/>
                  </a:lnTo>
                  <a:lnTo>
                    <a:pt x="950874" y="23482"/>
                  </a:lnTo>
                  <a:lnTo>
                    <a:pt x="956030" y="18630"/>
                  </a:lnTo>
                  <a:lnTo>
                    <a:pt x="957325" y="15709"/>
                  </a:lnTo>
                  <a:lnTo>
                    <a:pt x="957325" y="8953"/>
                  </a:lnTo>
                  <a:lnTo>
                    <a:pt x="956030" y="6070"/>
                  </a:lnTo>
                  <a:lnTo>
                    <a:pt x="953439" y="3670"/>
                  </a:lnTo>
                  <a:lnTo>
                    <a:pt x="950874" y="1219"/>
                  </a:lnTo>
                  <a:lnTo>
                    <a:pt x="947788" y="0"/>
                  </a:lnTo>
                  <a:close/>
                </a:path>
                <a:path w="1163954" h="125730">
                  <a:moveTo>
                    <a:pt x="1028268" y="34886"/>
                  </a:moveTo>
                  <a:lnTo>
                    <a:pt x="1010475" y="34886"/>
                  </a:lnTo>
                  <a:lnTo>
                    <a:pt x="1002779" y="36791"/>
                  </a:lnTo>
                  <a:lnTo>
                    <a:pt x="976240" y="70510"/>
                  </a:lnTo>
                  <a:lnTo>
                    <a:pt x="976181" y="89865"/>
                  </a:lnTo>
                  <a:lnTo>
                    <a:pt x="977836" y="97294"/>
                  </a:lnTo>
                  <a:lnTo>
                    <a:pt x="1010475" y="125717"/>
                  </a:lnTo>
                  <a:lnTo>
                    <a:pt x="1028268" y="125717"/>
                  </a:lnTo>
                  <a:lnTo>
                    <a:pt x="1035951" y="123825"/>
                  </a:lnTo>
                  <a:lnTo>
                    <a:pt x="1048892" y="116230"/>
                  </a:lnTo>
                  <a:lnTo>
                    <a:pt x="1053896" y="110921"/>
                  </a:lnTo>
                  <a:lnTo>
                    <a:pt x="1056010" y="106819"/>
                  </a:lnTo>
                  <a:lnTo>
                    <a:pt x="1015403" y="106819"/>
                  </a:lnTo>
                  <a:lnTo>
                    <a:pt x="1011974" y="105676"/>
                  </a:lnTo>
                  <a:lnTo>
                    <a:pt x="1000874" y="85305"/>
                  </a:lnTo>
                  <a:lnTo>
                    <a:pt x="1000874" y="75069"/>
                  </a:lnTo>
                  <a:lnTo>
                    <a:pt x="1015403" y="53492"/>
                  </a:lnTo>
                  <a:lnTo>
                    <a:pt x="1055844" y="53492"/>
                  </a:lnTo>
                  <a:lnTo>
                    <a:pt x="1053896" y="49695"/>
                  </a:lnTo>
                  <a:lnTo>
                    <a:pt x="1048892" y="44386"/>
                  </a:lnTo>
                  <a:lnTo>
                    <a:pt x="1042403" y="40614"/>
                  </a:lnTo>
                  <a:lnTo>
                    <a:pt x="1035951" y="36791"/>
                  </a:lnTo>
                  <a:lnTo>
                    <a:pt x="1028268" y="34886"/>
                  </a:lnTo>
                  <a:close/>
                </a:path>
                <a:path w="1163954" h="125730">
                  <a:moveTo>
                    <a:pt x="1055844" y="53492"/>
                  </a:moveTo>
                  <a:lnTo>
                    <a:pt x="1023543" y="53492"/>
                  </a:lnTo>
                  <a:lnTo>
                    <a:pt x="1026921" y="54660"/>
                  </a:lnTo>
                  <a:lnTo>
                    <a:pt x="1032344" y="59321"/>
                  </a:lnTo>
                  <a:lnTo>
                    <a:pt x="1034376" y="62484"/>
                  </a:lnTo>
                  <a:lnTo>
                    <a:pt x="1037170" y="70510"/>
                  </a:lnTo>
                  <a:lnTo>
                    <a:pt x="1037882" y="75069"/>
                  </a:lnTo>
                  <a:lnTo>
                    <a:pt x="1037882" y="85305"/>
                  </a:lnTo>
                  <a:lnTo>
                    <a:pt x="1037248" y="89369"/>
                  </a:lnTo>
                  <a:lnTo>
                    <a:pt x="1037170" y="89865"/>
                  </a:lnTo>
                  <a:lnTo>
                    <a:pt x="1034376" y="97878"/>
                  </a:lnTo>
                  <a:lnTo>
                    <a:pt x="1032344" y="101053"/>
                  </a:lnTo>
                  <a:lnTo>
                    <a:pt x="1026921" y="105676"/>
                  </a:lnTo>
                  <a:lnTo>
                    <a:pt x="1023543" y="106819"/>
                  </a:lnTo>
                  <a:lnTo>
                    <a:pt x="1056010" y="106819"/>
                  </a:lnTo>
                  <a:lnTo>
                    <a:pt x="1060919" y="97294"/>
                  </a:lnTo>
                  <a:lnTo>
                    <a:pt x="1062562" y="89865"/>
                  </a:lnTo>
                  <a:lnTo>
                    <a:pt x="1062672" y="71272"/>
                  </a:lnTo>
                  <a:lnTo>
                    <a:pt x="1060919" y="63322"/>
                  </a:lnTo>
                  <a:lnTo>
                    <a:pt x="1055844" y="53492"/>
                  </a:lnTo>
                  <a:close/>
                </a:path>
                <a:path w="1163954" h="125730">
                  <a:moveTo>
                    <a:pt x="1105573" y="36029"/>
                  </a:moveTo>
                  <a:lnTo>
                    <a:pt x="1082319" y="36029"/>
                  </a:lnTo>
                  <a:lnTo>
                    <a:pt x="1082319" y="124002"/>
                  </a:lnTo>
                  <a:lnTo>
                    <a:pt x="1106728" y="124002"/>
                  </a:lnTo>
                  <a:lnTo>
                    <a:pt x="1106766" y="69367"/>
                  </a:lnTo>
                  <a:lnTo>
                    <a:pt x="1107465" y="66128"/>
                  </a:lnTo>
                  <a:lnTo>
                    <a:pt x="1119636" y="55270"/>
                  </a:lnTo>
                  <a:lnTo>
                    <a:pt x="1162164" y="55270"/>
                  </a:lnTo>
                  <a:lnTo>
                    <a:pt x="1160267" y="51549"/>
                  </a:lnTo>
                  <a:lnTo>
                    <a:pt x="1105573" y="51549"/>
                  </a:lnTo>
                  <a:lnTo>
                    <a:pt x="1105573" y="36029"/>
                  </a:lnTo>
                  <a:close/>
                </a:path>
                <a:path w="1163954" h="125730">
                  <a:moveTo>
                    <a:pt x="1162164" y="55270"/>
                  </a:moveTo>
                  <a:lnTo>
                    <a:pt x="1128568" y="55270"/>
                  </a:lnTo>
                  <a:lnTo>
                    <a:pt x="1132116" y="56680"/>
                  </a:lnTo>
                  <a:lnTo>
                    <a:pt x="1134897" y="59740"/>
                  </a:lnTo>
                  <a:lnTo>
                    <a:pt x="1137691" y="62750"/>
                  </a:lnTo>
                  <a:lnTo>
                    <a:pt x="1139062" y="66954"/>
                  </a:lnTo>
                  <a:lnTo>
                    <a:pt x="1139024" y="124002"/>
                  </a:lnTo>
                  <a:lnTo>
                    <a:pt x="1163421" y="124002"/>
                  </a:lnTo>
                  <a:lnTo>
                    <a:pt x="1163337" y="60756"/>
                  </a:lnTo>
                  <a:lnTo>
                    <a:pt x="1162164" y="55270"/>
                  </a:lnTo>
                  <a:close/>
                </a:path>
                <a:path w="1163954" h="125730">
                  <a:moveTo>
                    <a:pt x="1139177" y="34886"/>
                  </a:moveTo>
                  <a:lnTo>
                    <a:pt x="1126540" y="34886"/>
                  </a:lnTo>
                  <a:lnTo>
                    <a:pt x="1120990" y="36385"/>
                  </a:lnTo>
                  <a:lnTo>
                    <a:pt x="1116406" y="39408"/>
                  </a:lnTo>
                  <a:lnTo>
                    <a:pt x="1111821" y="42379"/>
                  </a:lnTo>
                  <a:lnTo>
                    <a:pt x="1108557" y="46431"/>
                  </a:lnTo>
                  <a:lnTo>
                    <a:pt x="1106614" y="51549"/>
                  </a:lnTo>
                  <a:lnTo>
                    <a:pt x="1160267" y="51549"/>
                  </a:lnTo>
                  <a:lnTo>
                    <a:pt x="1157122" y="45377"/>
                  </a:lnTo>
                  <a:lnTo>
                    <a:pt x="1153591" y="41567"/>
                  </a:lnTo>
                  <a:lnTo>
                    <a:pt x="1144511" y="36220"/>
                  </a:lnTo>
                  <a:lnTo>
                    <a:pt x="1139177" y="348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09548" y="4069322"/>
              <a:ext cx="2718688" cy="13455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51407" y="4580572"/>
              <a:ext cx="2877235" cy="60283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12193" y="2980238"/>
              <a:ext cx="3102864" cy="79495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851958" y="1954175"/>
              <a:ext cx="2359660" cy="3342004"/>
            </a:xfrm>
            <a:custGeom>
              <a:avLst/>
              <a:gdLst/>
              <a:ahLst/>
              <a:cxnLst/>
              <a:rect l="l" t="t" r="r" b="b"/>
              <a:pathLst>
                <a:path w="2359659" h="3342004">
                  <a:moveTo>
                    <a:pt x="0" y="9186"/>
                  </a:moveTo>
                  <a:lnTo>
                    <a:pt x="0" y="3341767"/>
                  </a:lnTo>
                </a:path>
                <a:path w="2359659" h="3342004">
                  <a:moveTo>
                    <a:pt x="2359483" y="0"/>
                  </a:moveTo>
                  <a:lnTo>
                    <a:pt x="2359483" y="3341725"/>
                  </a:lnTo>
                </a:path>
              </a:pathLst>
            </a:custGeom>
            <a:ln w="12700">
              <a:solidFill>
                <a:srgbClr val="590948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855863" y="2841408"/>
              <a:ext cx="8583295" cy="956944"/>
            </a:xfrm>
            <a:custGeom>
              <a:avLst/>
              <a:gdLst/>
              <a:ahLst/>
              <a:cxnLst/>
              <a:rect l="l" t="t" r="r" b="b"/>
              <a:pathLst>
                <a:path w="8583295" h="956945">
                  <a:moveTo>
                    <a:pt x="101727" y="943838"/>
                  </a:moveTo>
                  <a:lnTo>
                    <a:pt x="0" y="943838"/>
                  </a:lnTo>
                  <a:lnTo>
                    <a:pt x="0" y="956538"/>
                  </a:lnTo>
                  <a:lnTo>
                    <a:pt x="101727" y="956538"/>
                  </a:lnTo>
                  <a:lnTo>
                    <a:pt x="101727" y="943838"/>
                  </a:lnTo>
                  <a:close/>
                </a:path>
                <a:path w="8583295" h="956945">
                  <a:moveTo>
                    <a:pt x="112560" y="0"/>
                  </a:moveTo>
                  <a:lnTo>
                    <a:pt x="10972" y="0"/>
                  </a:lnTo>
                  <a:lnTo>
                    <a:pt x="10972" y="12700"/>
                  </a:lnTo>
                  <a:lnTo>
                    <a:pt x="112560" y="12700"/>
                  </a:lnTo>
                  <a:lnTo>
                    <a:pt x="112560" y="0"/>
                  </a:lnTo>
                  <a:close/>
                </a:path>
                <a:path w="8583295" h="956945">
                  <a:moveTo>
                    <a:pt x="241604" y="943838"/>
                  </a:moveTo>
                  <a:lnTo>
                    <a:pt x="139877" y="943838"/>
                  </a:lnTo>
                  <a:lnTo>
                    <a:pt x="139877" y="956538"/>
                  </a:lnTo>
                  <a:lnTo>
                    <a:pt x="241604" y="956538"/>
                  </a:lnTo>
                  <a:lnTo>
                    <a:pt x="241604" y="943838"/>
                  </a:lnTo>
                  <a:close/>
                </a:path>
                <a:path w="8583295" h="956945">
                  <a:moveTo>
                    <a:pt x="252260" y="0"/>
                  </a:moveTo>
                  <a:lnTo>
                    <a:pt x="150660" y="0"/>
                  </a:lnTo>
                  <a:lnTo>
                    <a:pt x="150660" y="12700"/>
                  </a:lnTo>
                  <a:lnTo>
                    <a:pt x="252260" y="12700"/>
                  </a:lnTo>
                  <a:lnTo>
                    <a:pt x="252260" y="0"/>
                  </a:lnTo>
                  <a:close/>
                </a:path>
                <a:path w="8583295" h="956945">
                  <a:moveTo>
                    <a:pt x="381469" y="943838"/>
                  </a:moveTo>
                  <a:lnTo>
                    <a:pt x="279742" y="943838"/>
                  </a:lnTo>
                  <a:lnTo>
                    <a:pt x="279742" y="956538"/>
                  </a:lnTo>
                  <a:lnTo>
                    <a:pt x="381469" y="956538"/>
                  </a:lnTo>
                  <a:lnTo>
                    <a:pt x="381469" y="943838"/>
                  </a:lnTo>
                  <a:close/>
                </a:path>
                <a:path w="8583295" h="956945">
                  <a:moveTo>
                    <a:pt x="391960" y="0"/>
                  </a:moveTo>
                  <a:lnTo>
                    <a:pt x="290360" y="0"/>
                  </a:lnTo>
                  <a:lnTo>
                    <a:pt x="290360" y="12700"/>
                  </a:lnTo>
                  <a:lnTo>
                    <a:pt x="391960" y="12700"/>
                  </a:lnTo>
                  <a:lnTo>
                    <a:pt x="391960" y="0"/>
                  </a:lnTo>
                  <a:close/>
                </a:path>
                <a:path w="8583295" h="956945">
                  <a:moveTo>
                    <a:pt x="521347" y="943838"/>
                  </a:moveTo>
                  <a:lnTo>
                    <a:pt x="419620" y="943838"/>
                  </a:lnTo>
                  <a:lnTo>
                    <a:pt x="419620" y="956538"/>
                  </a:lnTo>
                  <a:lnTo>
                    <a:pt x="521347" y="956538"/>
                  </a:lnTo>
                  <a:lnTo>
                    <a:pt x="521347" y="943838"/>
                  </a:lnTo>
                  <a:close/>
                </a:path>
                <a:path w="8583295" h="956945">
                  <a:moveTo>
                    <a:pt x="531647" y="0"/>
                  </a:moveTo>
                  <a:lnTo>
                    <a:pt x="430047" y="0"/>
                  </a:lnTo>
                  <a:lnTo>
                    <a:pt x="430047" y="12700"/>
                  </a:lnTo>
                  <a:lnTo>
                    <a:pt x="531647" y="12700"/>
                  </a:lnTo>
                  <a:lnTo>
                    <a:pt x="531647" y="0"/>
                  </a:lnTo>
                  <a:close/>
                </a:path>
                <a:path w="8583295" h="956945">
                  <a:moveTo>
                    <a:pt x="661225" y="943838"/>
                  </a:moveTo>
                  <a:lnTo>
                    <a:pt x="559498" y="943838"/>
                  </a:lnTo>
                  <a:lnTo>
                    <a:pt x="559498" y="956538"/>
                  </a:lnTo>
                  <a:lnTo>
                    <a:pt x="661225" y="956538"/>
                  </a:lnTo>
                  <a:lnTo>
                    <a:pt x="661225" y="943838"/>
                  </a:lnTo>
                  <a:close/>
                </a:path>
                <a:path w="8583295" h="956945">
                  <a:moveTo>
                    <a:pt x="671347" y="0"/>
                  </a:moveTo>
                  <a:lnTo>
                    <a:pt x="569747" y="0"/>
                  </a:lnTo>
                  <a:lnTo>
                    <a:pt x="569747" y="12700"/>
                  </a:lnTo>
                  <a:lnTo>
                    <a:pt x="671347" y="12700"/>
                  </a:lnTo>
                  <a:lnTo>
                    <a:pt x="671347" y="0"/>
                  </a:lnTo>
                  <a:close/>
                </a:path>
                <a:path w="8583295" h="956945">
                  <a:moveTo>
                    <a:pt x="801090" y="943838"/>
                  </a:moveTo>
                  <a:lnTo>
                    <a:pt x="699363" y="943838"/>
                  </a:lnTo>
                  <a:lnTo>
                    <a:pt x="699363" y="956538"/>
                  </a:lnTo>
                  <a:lnTo>
                    <a:pt x="801090" y="956538"/>
                  </a:lnTo>
                  <a:lnTo>
                    <a:pt x="801090" y="943838"/>
                  </a:lnTo>
                  <a:close/>
                </a:path>
                <a:path w="8583295" h="956945">
                  <a:moveTo>
                    <a:pt x="811047" y="0"/>
                  </a:moveTo>
                  <a:lnTo>
                    <a:pt x="709447" y="0"/>
                  </a:lnTo>
                  <a:lnTo>
                    <a:pt x="709447" y="12700"/>
                  </a:lnTo>
                  <a:lnTo>
                    <a:pt x="811047" y="12700"/>
                  </a:lnTo>
                  <a:lnTo>
                    <a:pt x="811047" y="0"/>
                  </a:lnTo>
                  <a:close/>
                </a:path>
                <a:path w="8583295" h="956945">
                  <a:moveTo>
                    <a:pt x="940968" y="943838"/>
                  </a:moveTo>
                  <a:lnTo>
                    <a:pt x="839241" y="943838"/>
                  </a:lnTo>
                  <a:lnTo>
                    <a:pt x="839241" y="956538"/>
                  </a:lnTo>
                  <a:lnTo>
                    <a:pt x="940968" y="956538"/>
                  </a:lnTo>
                  <a:lnTo>
                    <a:pt x="940968" y="943838"/>
                  </a:lnTo>
                  <a:close/>
                </a:path>
                <a:path w="8583295" h="956945">
                  <a:moveTo>
                    <a:pt x="950734" y="0"/>
                  </a:moveTo>
                  <a:lnTo>
                    <a:pt x="849134" y="0"/>
                  </a:lnTo>
                  <a:lnTo>
                    <a:pt x="849134" y="12700"/>
                  </a:lnTo>
                  <a:lnTo>
                    <a:pt x="950734" y="12700"/>
                  </a:lnTo>
                  <a:lnTo>
                    <a:pt x="950734" y="0"/>
                  </a:lnTo>
                  <a:close/>
                </a:path>
                <a:path w="8583295" h="956945">
                  <a:moveTo>
                    <a:pt x="1080846" y="943838"/>
                  </a:moveTo>
                  <a:lnTo>
                    <a:pt x="979119" y="943838"/>
                  </a:lnTo>
                  <a:lnTo>
                    <a:pt x="979119" y="956538"/>
                  </a:lnTo>
                  <a:lnTo>
                    <a:pt x="1080846" y="956538"/>
                  </a:lnTo>
                  <a:lnTo>
                    <a:pt x="1080846" y="943838"/>
                  </a:lnTo>
                  <a:close/>
                </a:path>
                <a:path w="8583295" h="956945">
                  <a:moveTo>
                    <a:pt x="1090434" y="0"/>
                  </a:moveTo>
                  <a:lnTo>
                    <a:pt x="988834" y="0"/>
                  </a:lnTo>
                  <a:lnTo>
                    <a:pt x="988834" y="12700"/>
                  </a:lnTo>
                  <a:lnTo>
                    <a:pt x="1090434" y="12700"/>
                  </a:lnTo>
                  <a:lnTo>
                    <a:pt x="1090434" y="0"/>
                  </a:lnTo>
                  <a:close/>
                </a:path>
                <a:path w="8583295" h="956945">
                  <a:moveTo>
                    <a:pt x="1220711" y="943838"/>
                  </a:moveTo>
                  <a:lnTo>
                    <a:pt x="1118984" y="943838"/>
                  </a:lnTo>
                  <a:lnTo>
                    <a:pt x="1118984" y="956538"/>
                  </a:lnTo>
                  <a:lnTo>
                    <a:pt x="1220711" y="956538"/>
                  </a:lnTo>
                  <a:lnTo>
                    <a:pt x="1220711" y="943838"/>
                  </a:lnTo>
                  <a:close/>
                </a:path>
                <a:path w="8583295" h="956945">
                  <a:moveTo>
                    <a:pt x="1230122" y="0"/>
                  </a:moveTo>
                  <a:lnTo>
                    <a:pt x="1128534" y="0"/>
                  </a:lnTo>
                  <a:lnTo>
                    <a:pt x="1128534" y="12700"/>
                  </a:lnTo>
                  <a:lnTo>
                    <a:pt x="1230122" y="12700"/>
                  </a:lnTo>
                  <a:lnTo>
                    <a:pt x="1230122" y="0"/>
                  </a:lnTo>
                  <a:close/>
                </a:path>
                <a:path w="8583295" h="956945">
                  <a:moveTo>
                    <a:pt x="1369822" y="0"/>
                  </a:moveTo>
                  <a:lnTo>
                    <a:pt x="1268222" y="0"/>
                  </a:lnTo>
                  <a:lnTo>
                    <a:pt x="1268222" y="12700"/>
                  </a:lnTo>
                  <a:lnTo>
                    <a:pt x="1369822" y="12700"/>
                  </a:lnTo>
                  <a:lnTo>
                    <a:pt x="1369822" y="0"/>
                  </a:lnTo>
                  <a:close/>
                </a:path>
                <a:path w="8583295" h="956945">
                  <a:moveTo>
                    <a:pt x="1509522" y="0"/>
                  </a:moveTo>
                  <a:lnTo>
                    <a:pt x="1407922" y="0"/>
                  </a:lnTo>
                  <a:lnTo>
                    <a:pt x="1407922" y="12700"/>
                  </a:lnTo>
                  <a:lnTo>
                    <a:pt x="1509522" y="12700"/>
                  </a:lnTo>
                  <a:lnTo>
                    <a:pt x="1509522" y="0"/>
                  </a:lnTo>
                  <a:close/>
                </a:path>
                <a:path w="8583295" h="956945">
                  <a:moveTo>
                    <a:pt x="1649209" y="0"/>
                  </a:moveTo>
                  <a:lnTo>
                    <a:pt x="1547622" y="0"/>
                  </a:lnTo>
                  <a:lnTo>
                    <a:pt x="1547622" y="12700"/>
                  </a:lnTo>
                  <a:lnTo>
                    <a:pt x="1649209" y="12700"/>
                  </a:lnTo>
                  <a:lnTo>
                    <a:pt x="1649209" y="0"/>
                  </a:lnTo>
                  <a:close/>
                </a:path>
                <a:path w="8583295" h="956945">
                  <a:moveTo>
                    <a:pt x="1788909" y="0"/>
                  </a:moveTo>
                  <a:lnTo>
                    <a:pt x="1687309" y="0"/>
                  </a:lnTo>
                  <a:lnTo>
                    <a:pt x="1687309" y="12700"/>
                  </a:lnTo>
                  <a:lnTo>
                    <a:pt x="1788909" y="12700"/>
                  </a:lnTo>
                  <a:lnTo>
                    <a:pt x="1788909" y="0"/>
                  </a:lnTo>
                  <a:close/>
                </a:path>
                <a:path w="8583295" h="956945">
                  <a:moveTo>
                    <a:pt x="1928609" y="0"/>
                  </a:moveTo>
                  <a:lnTo>
                    <a:pt x="1827009" y="0"/>
                  </a:lnTo>
                  <a:lnTo>
                    <a:pt x="1827009" y="12700"/>
                  </a:lnTo>
                  <a:lnTo>
                    <a:pt x="1928609" y="12700"/>
                  </a:lnTo>
                  <a:lnTo>
                    <a:pt x="1928609" y="0"/>
                  </a:lnTo>
                  <a:close/>
                </a:path>
                <a:path w="8583295" h="956945">
                  <a:moveTo>
                    <a:pt x="2068296" y="0"/>
                  </a:moveTo>
                  <a:lnTo>
                    <a:pt x="1966709" y="0"/>
                  </a:lnTo>
                  <a:lnTo>
                    <a:pt x="1966709" y="12700"/>
                  </a:lnTo>
                  <a:lnTo>
                    <a:pt x="2068296" y="12700"/>
                  </a:lnTo>
                  <a:lnTo>
                    <a:pt x="2068296" y="0"/>
                  </a:lnTo>
                  <a:close/>
                </a:path>
                <a:path w="8583295" h="956945">
                  <a:moveTo>
                    <a:pt x="2207996" y="0"/>
                  </a:moveTo>
                  <a:lnTo>
                    <a:pt x="2106396" y="0"/>
                  </a:lnTo>
                  <a:lnTo>
                    <a:pt x="2106396" y="12700"/>
                  </a:lnTo>
                  <a:lnTo>
                    <a:pt x="2207996" y="12700"/>
                  </a:lnTo>
                  <a:lnTo>
                    <a:pt x="2207996" y="0"/>
                  </a:lnTo>
                  <a:close/>
                </a:path>
                <a:path w="8583295" h="956945">
                  <a:moveTo>
                    <a:pt x="2347696" y="0"/>
                  </a:moveTo>
                  <a:lnTo>
                    <a:pt x="2246096" y="0"/>
                  </a:lnTo>
                  <a:lnTo>
                    <a:pt x="2246096" y="12700"/>
                  </a:lnTo>
                  <a:lnTo>
                    <a:pt x="2347696" y="12700"/>
                  </a:lnTo>
                  <a:lnTo>
                    <a:pt x="2347696" y="0"/>
                  </a:lnTo>
                  <a:close/>
                </a:path>
                <a:path w="8583295" h="956945">
                  <a:moveTo>
                    <a:pt x="2487384" y="0"/>
                  </a:moveTo>
                  <a:lnTo>
                    <a:pt x="2385796" y="0"/>
                  </a:lnTo>
                  <a:lnTo>
                    <a:pt x="2385796" y="12700"/>
                  </a:lnTo>
                  <a:lnTo>
                    <a:pt x="2487384" y="12700"/>
                  </a:lnTo>
                  <a:lnTo>
                    <a:pt x="2487384" y="0"/>
                  </a:lnTo>
                  <a:close/>
                </a:path>
                <a:path w="8583295" h="956945">
                  <a:moveTo>
                    <a:pt x="2627084" y="0"/>
                  </a:moveTo>
                  <a:lnTo>
                    <a:pt x="2525484" y="0"/>
                  </a:lnTo>
                  <a:lnTo>
                    <a:pt x="2525484" y="12700"/>
                  </a:lnTo>
                  <a:lnTo>
                    <a:pt x="2627084" y="12700"/>
                  </a:lnTo>
                  <a:lnTo>
                    <a:pt x="2627084" y="0"/>
                  </a:lnTo>
                  <a:close/>
                </a:path>
                <a:path w="8583295" h="956945">
                  <a:moveTo>
                    <a:pt x="2766784" y="0"/>
                  </a:moveTo>
                  <a:lnTo>
                    <a:pt x="2665184" y="0"/>
                  </a:lnTo>
                  <a:lnTo>
                    <a:pt x="2665184" y="12700"/>
                  </a:lnTo>
                  <a:lnTo>
                    <a:pt x="2766784" y="12700"/>
                  </a:lnTo>
                  <a:lnTo>
                    <a:pt x="2766784" y="0"/>
                  </a:lnTo>
                  <a:close/>
                </a:path>
                <a:path w="8583295" h="956945">
                  <a:moveTo>
                    <a:pt x="2906471" y="0"/>
                  </a:moveTo>
                  <a:lnTo>
                    <a:pt x="2804884" y="0"/>
                  </a:lnTo>
                  <a:lnTo>
                    <a:pt x="2804884" y="12700"/>
                  </a:lnTo>
                  <a:lnTo>
                    <a:pt x="2906471" y="12700"/>
                  </a:lnTo>
                  <a:lnTo>
                    <a:pt x="2906471" y="0"/>
                  </a:lnTo>
                  <a:close/>
                </a:path>
                <a:path w="8583295" h="956945">
                  <a:moveTo>
                    <a:pt x="3046171" y="0"/>
                  </a:moveTo>
                  <a:lnTo>
                    <a:pt x="2944571" y="0"/>
                  </a:lnTo>
                  <a:lnTo>
                    <a:pt x="2944571" y="12700"/>
                  </a:lnTo>
                  <a:lnTo>
                    <a:pt x="3046171" y="12700"/>
                  </a:lnTo>
                  <a:lnTo>
                    <a:pt x="3046171" y="0"/>
                  </a:lnTo>
                  <a:close/>
                </a:path>
                <a:path w="8583295" h="956945">
                  <a:moveTo>
                    <a:pt x="3185871" y="0"/>
                  </a:moveTo>
                  <a:lnTo>
                    <a:pt x="3084271" y="0"/>
                  </a:lnTo>
                  <a:lnTo>
                    <a:pt x="3084271" y="12700"/>
                  </a:lnTo>
                  <a:lnTo>
                    <a:pt x="3185871" y="12700"/>
                  </a:lnTo>
                  <a:lnTo>
                    <a:pt x="3185871" y="0"/>
                  </a:lnTo>
                  <a:close/>
                </a:path>
                <a:path w="8583295" h="956945">
                  <a:moveTo>
                    <a:pt x="3325558" y="0"/>
                  </a:moveTo>
                  <a:lnTo>
                    <a:pt x="3223971" y="0"/>
                  </a:lnTo>
                  <a:lnTo>
                    <a:pt x="3223971" y="12700"/>
                  </a:lnTo>
                  <a:lnTo>
                    <a:pt x="3325558" y="12700"/>
                  </a:lnTo>
                  <a:lnTo>
                    <a:pt x="3325558" y="0"/>
                  </a:lnTo>
                  <a:close/>
                </a:path>
                <a:path w="8583295" h="956945">
                  <a:moveTo>
                    <a:pt x="3465258" y="0"/>
                  </a:moveTo>
                  <a:lnTo>
                    <a:pt x="3363658" y="0"/>
                  </a:lnTo>
                  <a:lnTo>
                    <a:pt x="3363658" y="12700"/>
                  </a:lnTo>
                  <a:lnTo>
                    <a:pt x="3465258" y="12700"/>
                  </a:lnTo>
                  <a:lnTo>
                    <a:pt x="3465258" y="0"/>
                  </a:lnTo>
                  <a:close/>
                </a:path>
                <a:path w="8583295" h="956945">
                  <a:moveTo>
                    <a:pt x="3604958" y="0"/>
                  </a:moveTo>
                  <a:lnTo>
                    <a:pt x="3503358" y="0"/>
                  </a:lnTo>
                  <a:lnTo>
                    <a:pt x="3503358" y="12700"/>
                  </a:lnTo>
                  <a:lnTo>
                    <a:pt x="3604958" y="12700"/>
                  </a:lnTo>
                  <a:lnTo>
                    <a:pt x="3604958" y="0"/>
                  </a:lnTo>
                  <a:close/>
                </a:path>
                <a:path w="8583295" h="956945">
                  <a:moveTo>
                    <a:pt x="3744645" y="0"/>
                  </a:moveTo>
                  <a:lnTo>
                    <a:pt x="3643058" y="0"/>
                  </a:lnTo>
                  <a:lnTo>
                    <a:pt x="3643058" y="12700"/>
                  </a:lnTo>
                  <a:lnTo>
                    <a:pt x="3744645" y="12700"/>
                  </a:lnTo>
                  <a:lnTo>
                    <a:pt x="3744645" y="0"/>
                  </a:lnTo>
                  <a:close/>
                </a:path>
                <a:path w="8583295" h="956945">
                  <a:moveTo>
                    <a:pt x="3884345" y="0"/>
                  </a:moveTo>
                  <a:lnTo>
                    <a:pt x="3782745" y="0"/>
                  </a:lnTo>
                  <a:lnTo>
                    <a:pt x="3782745" y="12700"/>
                  </a:lnTo>
                  <a:lnTo>
                    <a:pt x="3884345" y="12700"/>
                  </a:lnTo>
                  <a:lnTo>
                    <a:pt x="3884345" y="0"/>
                  </a:lnTo>
                  <a:close/>
                </a:path>
                <a:path w="8583295" h="956945">
                  <a:moveTo>
                    <a:pt x="4024045" y="0"/>
                  </a:moveTo>
                  <a:lnTo>
                    <a:pt x="3922445" y="0"/>
                  </a:lnTo>
                  <a:lnTo>
                    <a:pt x="3922445" y="12700"/>
                  </a:lnTo>
                  <a:lnTo>
                    <a:pt x="4024045" y="12700"/>
                  </a:lnTo>
                  <a:lnTo>
                    <a:pt x="4024045" y="0"/>
                  </a:lnTo>
                  <a:close/>
                </a:path>
                <a:path w="8583295" h="956945">
                  <a:moveTo>
                    <a:pt x="4163733" y="0"/>
                  </a:moveTo>
                  <a:lnTo>
                    <a:pt x="4062145" y="0"/>
                  </a:lnTo>
                  <a:lnTo>
                    <a:pt x="4062145" y="12700"/>
                  </a:lnTo>
                  <a:lnTo>
                    <a:pt x="4163733" y="12700"/>
                  </a:lnTo>
                  <a:lnTo>
                    <a:pt x="4163733" y="0"/>
                  </a:lnTo>
                  <a:close/>
                </a:path>
                <a:path w="8583295" h="956945">
                  <a:moveTo>
                    <a:pt x="4303433" y="0"/>
                  </a:moveTo>
                  <a:lnTo>
                    <a:pt x="4201833" y="0"/>
                  </a:lnTo>
                  <a:lnTo>
                    <a:pt x="4201833" y="12700"/>
                  </a:lnTo>
                  <a:lnTo>
                    <a:pt x="4303433" y="12700"/>
                  </a:lnTo>
                  <a:lnTo>
                    <a:pt x="4303433" y="0"/>
                  </a:lnTo>
                  <a:close/>
                </a:path>
                <a:path w="8583295" h="956945">
                  <a:moveTo>
                    <a:pt x="4443133" y="0"/>
                  </a:moveTo>
                  <a:lnTo>
                    <a:pt x="4341533" y="0"/>
                  </a:lnTo>
                  <a:lnTo>
                    <a:pt x="4341533" y="12700"/>
                  </a:lnTo>
                  <a:lnTo>
                    <a:pt x="4443133" y="12700"/>
                  </a:lnTo>
                  <a:lnTo>
                    <a:pt x="4443133" y="0"/>
                  </a:lnTo>
                  <a:close/>
                </a:path>
                <a:path w="8583295" h="956945">
                  <a:moveTo>
                    <a:pt x="4582820" y="0"/>
                  </a:moveTo>
                  <a:lnTo>
                    <a:pt x="4481233" y="0"/>
                  </a:lnTo>
                  <a:lnTo>
                    <a:pt x="4481233" y="12700"/>
                  </a:lnTo>
                  <a:lnTo>
                    <a:pt x="4582820" y="12700"/>
                  </a:lnTo>
                  <a:lnTo>
                    <a:pt x="4582820" y="0"/>
                  </a:lnTo>
                  <a:close/>
                </a:path>
                <a:path w="8583295" h="956945">
                  <a:moveTo>
                    <a:pt x="4722520" y="0"/>
                  </a:moveTo>
                  <a:lnTo>
                    <a:pt x="4620920" y="0"/>
                  </a:lnTo>
                  <a:lnTo>
                    <a:pt x="4620920" y="12700"/>
                  </a:lnTo>
                  <a:lnTo>
                    <a:pt x="4722520" y="12700"/>
                  </a:lnTo>
                  <a:lnTo>
                    <a:pt x="4722520" y="0"/>
                  </a:lnTo>
                  <a:close/>
                </a:path>
                <a:path w="8583295" h="956945">
                  <a:moveTo>
                    <a:pt x="4862220" y="0"/>
                  </a:moveTo>
                  <a:lnTo>
                    <a:pt x="4760620" y="0"/>
                  </a:lnTo>
                  <a:lnTo>
                    <a:pt x="4760620" y="12700"/>
                  </a:lnTo>
                  <a:lnTo>
                    <a:pt x="4862220" y="12700"/>
                  </a:lnTo>
                  <a:lnTo>
                    <a:pt x="4862220" y="0"/>
                  </a:lnTo>
                  <a:close/>
                </a:path>
                <a:path w="8583295" h="956945">
                  <a:moveTo>
                    <a:pt x="5001907" y="0"/>
                  </a:moveTo>
                  <a:lnTo>
                    <a:pt x="4900320" y="0"/>
                  </a:lnTo>
                  <a:lnTo>
                    <a:pt x="4900320" y="12700"/>
                  </a:lnTo>
                  <a:lnTo>
                    <a:pt x="5001907" y="12700"/>
                  </a:lnTo>
                  <a:lnTo>
                    <a:pt x="5001907" y="0"/>
                  </a:lnTo>
                  <a:close/>
                </a:path>
                <a:path w="8583295" h="956945">
                  <a:moveTo>
                    <a:pt x="5141607" y="0"/>
                  </a:moveTo>
                  <a:lnTo>
                    <a:pt x="5040007" y="0"/>
                  </a:lnTo>
                  <a:lnTo>
                    <a:pt x="5040007" y="12700"/>
                  </a:lnTo>
                  <a:lnTo>
                    <a:pt x="5141607" y="12700"/>
                  </a:lnTo>
                  <a:lnTo>
                    <a:pt x="5141607" y="0"/>
                  </a:lnTo>
                  <a:close/>
                </a:path>
                <a:path w="8583295" h="956945">
                  <a:moveTo>
                    <a:pt x="5281307" y="0"/>
                  </a:moveTo>
                  <a:lnTo>
                    <a:pt x="5179707" y="0"/>
                  </a:lnTo>
                  <a:lnTo>
                    <a:pt x="5179707" y="12700"/>
                  </a:lnTo>
                  <a:lnTo>
                    <a:pt x="5281307" y="12700"/>
                  </a:lnTo>
                  <a:lnTo>
                    <a:pt x="5281307" y="0"/>
                  </a:lnTo>
                  <a:close/>
                </a:path>
                <a:path w="8583295" h="956945">
                  <a:moveTo>
                    <a:pt x="5420995" y="0"/>
                  </a:moveTo>
                  <a:lnTo>
                    <a:pt x="5319407" y="0"/>
                  </a:lnTo>
                  <a:lnTo>
                    <a:pt x="5319407" y="12700"/>
                  </a:lnTo>
                  <a:lnTo>
                    <a:pt x="5420995" y="12700"/>
                  </a:lnTo>
                  <a:lnTo>
                    <a:pt x="5420995" y="0"/>
                  </a:lnTo>
                  <a:close/>
                </a:path>
                <a:path w="8583295" h="956945">
                  <a:moveTo>
                    <a:pt x="5560695" y="0"/>
                  </a:moveTo>
                  <a:lnTo>
                    <a:pt x="5459095" y="0"/>
                  </a:lnTo>
                  <a:lnTo>
                    <a:pt x="5459095" y="12700"/>
                  </a:lnTo>
                  <a:lnTo>
                    <a:pt x="5560695" y="12700"/>
                  </a:lnTo>
                  <a:lnTo>
                    <a:pt x="5560695" y="0"/>
                  </a:lnTo>
                  <a:close/>
                </a:path>
                <a:path w="8583295" h="956945">
                  <a:moveTo>
                    <a:pt x="5700395" y="0"/>
                  </a:moveTo>
                  <a:lnTo>
                    <a:pt x="5598795" y="0"/>
                  </a:lnTo>
                  <a:lnTo>
                    <a:pt x="5598795" y="12700"/>
                  </a:lnTo>
                  <a:lnTo>
                    <a:pt x="5700395" y="12700"/>
                  </a:lnTo>
                  <a:lnTo>
                    <a:pt x="5700395" y="0"/>
                  </a:lnTo>
                  <a:close/>
                </a:path>
                <a:path w="8583295" h="956945">
                  <a:moveTo>
                    <a:pt x="5840082" y="0"/>
                  </a:moveTo>
                  <a:lnTo>
                    <a:pt x="5738482" y="0"/>
                  </a:lnTo>
                  <a:lnTo>
                    <a:pt x="5738482" y="12700"/>
                  </a:lnTo>
                  <a:lnTo>
                    <a:pt x="5840082" y="12700"/>
                  </a:lnTo>
                  <a:lnTo>
                    <a:pt x="5840082" y="0"/>
                  </a:lnTo>
                  <a:close/>
                </a:path>
                <a:path w="8583295" h="956945">
                  <a:moveTo>
                    <a:pt x="5979782" y="0"/>
                  </a:moveTo>
                  <a:lnTo>
                    <a:pt x="5878182" y="0"/>
                  </a:lnTo>
                  <a:lnTo>
                    <a:pt x="5878182" y="12700"/>
                  </a:lnTo>
                  <a:lnTo>
                    <a:pt x="5979782" y="12700"/>
                  </a:lnTo>
                  <a:lnTo>
                    <a:pt x="5979782" y="0"/>
                  </a:lnTo>
                  <a:close/>
                </a:path>
                <a:path w="8583295" h="956945">
                  <a:moveTo>
                    <a:pt x="6119469" y="0"/>
                  </a:moveTo>
                  <a:lnTo>
                    <a:pt x="6017882" y="0"/>
                  </a:lnTo>
                  <a:lnTo>
                    <a:pt x="6017882" y="12700"/>
                  </a:lnTo>
                  <a:lnTo>
                    <a:pt x="6119469" y="12700"/>
                  </a:lnTo>
                  <a:lnTo>
                    <a:pt x="6119469" y="0"/>
                  </a:lnTo>
                  <a:close/>
                </a:path>
                <a:path w="8583295" h="956945">
                  <a:moveTo>
                    <a:pt x="6259169" y="0"/>
                  </a:moveTo>
                  <a:lnTo>
                    <a:pt x="6157569" y="0"/>
                  </a:lnTo>
                  <a:lnTo>
                    <a:pt x="6157569" y="12700"/>
                  </a:lnTo>
                  <a:lnTo>
                    <a:pt x="6259169" y="12700"/>
                  </a:lnTo>
                  <a:lnTo>
                    <a:pt x="6259169" y="0"/>
                  </a:lnTo>
                  <a:close/>
                </a:path>
                <a:path w="8583295" h="956945">
                  <a:moveTo>
                    <a:pt x="6398869" y="0"/>
                  </a:moveTo>
                  <a:lnTo>
                    <a:pt x="6297269" y="0"/>
                  </a:lnTo>
                  <a:lnTo>
                    <a:pt x="6297269" y="12700"/>
                  </a:lnTo>
                  <a:lnTo>
                    <a:pt x="6398869" y="12700"/>
                  </a:lnTo>
                  <a:lnTo>
                    <a:pt x="6398869" y="0"/>
                  </a:lnTo>
                  <a:close/>
                </a:path>
                <a:path w="8583295" h="956945">
                  <a:moveTo>
                    <a:pt x="6538557" y="0"/>
                  </a:moveTo>
                  <a:lnTo>
                    <a:pt x="6436969" y="0"/>
                  </a:lnTo>
                  <a:lnTo>
                    <a:pt x="6436969" y="12700"/>
                  </a:lnTo>
                  <a:lnTo>
                    <a:pt x="6538557" y="12700"/>
                  </a:lnTo>
                  <a:lnTo>
                    <a:pt x="6538557" y="0"/>
                  </a:lnTo>
                  <a:close/>
                </a:path>
                <a:path w="8583295" h="956945">
                  <a:moveTo>
                    <a:pt x="6678257" y="0"/>
                  </a:moveTo>
                  <a:lnTo>
                    <a:pt x="6576657" y="0"/>
                  </a:lnTo>
                  <a:lnTo>
                    <a:pt x="6576657" y="12700"/>
                  </a:lnTo>
                  <a:lnTo>
                    <a:pt x="6678257" y="12700"/>
                  </a:lnTo>
                  <a:lnTo>
                    <a:pt x="6678257" y="0"/>
                  </a:lnTo>
                  <a:close/>
                </a:path>
                <a:path w="8583295" h="956945">
                  <a:moveTo>
                    <a:pt x="6817957" y="0"/>
                  </a:moveTo>
                  <a:lnTo>
                    <a:pt x="6716357" y="0"/>
                  </a:lnTo>
                  <a:lnTo>
                    <a:pt x="6716357" y="12700"/>
                  </a:lnTo>
                  <a:lnTo>
                    <a:pt x="6817957" y="12700"/>
                  </a:lnTo>
                  <a:lnTo>
                    <a:pt x="6817957" y="0"/>
                  </a:lnTo>
                  <a:close/>
                </a:path>
                <a:path w="8583295" h="956945">
                  <a:moveTo>
                    <a:pt x="6957644" y="0"/>
                  </a:moveTo>
                  <a:lnTo>
                    <a:pt x="6856044" y="0"/>
                  </a:lnTo>
                  <a:lnTo>
                    <a:pt x="6856044" y="12700"/>
                  </a:lnTo>
                  <a:lnTo>
                    <a:pt x="6957644" y="12700"/>
                  </a:lnTo>
                  <a:lnTo>
                    <a:pt x="6957644" y="0"/>
                  </a:lnTo>
                  <a:close/>
                </a:path>
                <a:path w="8583295" h="956945">
                  <a:moveTo>
                    <a:pt x="7097344" y="0"/>
                  </a:moveTo>
                  <a:lnTo>
                    <a:pt x="6995744" y="0"/>
                  </a:lnTo>
                  <a:lnTo>
                    <a:pt x="6995744" y="12700"/>
                  </a:lnTo>
                  <a:lnTo>
                    <a:pt x="7097344" y="12700"/>
                  </a:lnTo>
                  <a:lnTo>
                    <a:pt x="7097344" y="0"/>
                  </a:lnTo>
                  <a:close/>
                </a:path>
                <a:path w="8583295" h="956945">
                  <a:moveTo>
                    <a:pt x="7237044" y="0"/>
                  </a:moveTo>
                  <a:lnTo>
                    <a:pt x="7135444" y="0"/>
                  </a:lnTo>
                  <a:lnTo>
                    <a:pt x="7135444" y="12700"/>
                  </a:lnTo>
                  <a:lnTo>
                    <a:pt x="7237044" y="12700"/>
                  </a:lnTo>
                  <a:lnTo>
                    <a:pt x="7237044" y="0"/>
                  </a:lnTo>
                  <a:close/>
                </a:path>
                <a:path w="8583295" h="956945">
                  <a:moveTo>
                    <a:pt x="7376731" y="0"/>
                  </a:moveTo>
                  <a:lnTo>
                    <a:pt x="7275131" y="0"/>
                  </a:lnTo>
                  <a:lnTo>
                    <a:pt x="7275131" y="12700"/>
                  </a:lnTo>
                  <a:lnTo>
                    <a:pt x="7376731" y="12700"/>
                  </a:lnTo>
                  <a:lnTo>
                    <a:pt x="7376731" y="0"/>
                  </a:lnTo>
                  <a:close/>
                </a:path>
                <a:path w="8583295" h="956945">
                  <a:moveTo>
                    <a:pt x="7516431" y="0"/>
                  </a:moveTo>
                  <a:lnTo>
                    <a:pt x="7414831" y="0"/>
                  </a:lnTo>
                  <a:lnTo>
                    <a:pt x="7414831" y="12700"/>
                  </a:lnTo>
                  <a:lnTo>
                    <a:pt x="7516431" y="12700"/>
                  </a:lnTo>
                  <a:lnTo>
                    <a:pt x="7516431" y="0"/>
                  </a:lnTo>
                  <a:close/>
                </a:path>
                <a:path w="8583295" h="956945">
                  <a:moveTo>
                    <a:pt x="7656119" y="0"/>
                  </a:moveTo>
                  <a:lnTo>
                    <a:pt x="7554531" y="0"/>
                  </a:lnTo>
                  <a:lnTo>
                    <a:pt x="7554531" y="12700"/>
                  </a:lnTo>
                  <a:lnTo>
                    <a:pt x="7656119" y="12700"/>
                  </a:lnTo>
                  <a:lnTo>
                    <a:pt x="7656119" y="0"/>
                  </a:lnTo>
                  <a:close/>
                </a:path>
                <a:path w="8583295" h="956945">
                  <a:moveTo>
                    <a:pt x="7795819" y="0"/>
                  </a:moveTo>
                  <a:lnTo>
                    <a:pt x="7694219" y="0"/>
                  </a:lnTo>
                  <a:lnTo>
                    <a:pt x="7694219" y="12700"/>
                  </a:lnTo>
                  <a:lnTo>
                    <a:pt x="7795819" y="12700"/>
                  </a:lnTo>
                  <a:lnTo>
                    <a:pt x="7795819" y="0"/>
                  </a:lnTo>
                  <a:close/>
                </a:path>
                <a:path w="8583295" h="956945">
                  <a:moveTo>
                    <a:pt x="7935519" y="0"/>
                  </a:moveTo>
                  <a:lnTo>
                    <a:pt x="7833919" y="0"/>
                  </a:lnTo>
                  <a:lnTo>
                    <a:pt x="7833919" y="12700"/>
                  </a:lnTo>
                  <a:lnTo>
                    <a:pt x="7935519" y="12700"/>
                  </a:lnTo>
                  <a:lnTo>
                    <a:pt x="7935519" y="0"/>
                  </a:lnTo>
                  <a:close/>
                </a:path>
                <a:path w="8583295" h="956945">
                  <a:moveTo>
                    <a:pt x="8075206" y="0"/>
                  </a:moveTo>
                  <a:lnTo>
                    <a:pt x="7973619" y="0"/>
                  </a:lnTo>
                  <a:lnTo>
                    <a:pt x="7973619" y="12700"/>
                  </a:lnTo>
                  <a:lnTo>
                    <a:pt x="8075206" y="12700"/>
                  </a:lnTo>
                  <a:lnTo>
                    <a:pt x="8075206" y="0"/>
                  </a:lnTo>
                  <a:close/>
                </a:path>
                <a:path w="8583295" h="956945">
                  <a:moveTo>
                    <a:pt x="8214906" y="0"/>
                  </a:moveTo>
                  <a:lnTo>
                    <a:pt x="8113306" y="0"/>
                  </a:lnTo>
                  <a:lnTo>
                    <a:pt x="8113306" y="12700"/>
                  </a:lnTo>
                  <a:lnTo>
                    <a:pt x="8214906" y="12700"/>
                  </a:lnTo>
                  <a:lnTo>
                    <a:pt x="8214906" y="0"/>
                  </a:lnTo>
                  <a:close/>
                </a:path>
                <a:path w="8583295" h="956945">
                  <a:moveTo>
                    <a:pt x="8354606" y="0"/>
                  </a:moveTo>
                  <a:lnTo>
                    <a:pt x="8253006" y="0"/>
                  </a:lnTo>
                  <a:lnTo>
                    <a:pt x="8253006" y="12700"/>
                  </a:lnTo>
                  <a:lnTo>
                    <a:pt x="8354606" y="12700"/>
                  </a:lnTo>
                  <a:lnTo>
                    <a:pt x="8354606" y="0"/>
                  </a:lnTo>
                  <a:close/>
                </a:path>
                <a:path w="8583295" h="956945">
                  <a:moveTo>
                    <a:pt x="8494293" y="0"/>
                  </a:moveTo>
                  <a:lnTo>
                    <a:pt x="8392693" y="0"/>
                  </a:lnTo>
                  <a:lnTo>
                    <a:pt x="8392693" y="12700"/>
                  </a:lnTo>
                  <a:lnTo>
                    <a:pt x="8494293" y="12700"/>
                  </a:lnTo>
                  <a:lnTo>
                    <a:pt x="8494293" y="0"/>
                  </a:lnTo>
                  <a:close/>
                </a:path>
                <a:path w="8583295" h="956945">
                  <a:moveTo>
                    <a:pt x="8583193" y="0"/>
                  </a:moveTo>
                  <a:lnTo>
                    <a:pt x="8532393" y="0"/>
                  </a:lnTo>
                  <a:lnTo>
                    <a:pt x="8532393" y="12700"/>
                  </a:lnTo>
                  <a:lnTo>
                    <a:pt x="8583193" y="12700"/>
                  </a:lnTo>
                  <a:lnTo>
                    <a:pt x="8583193" y="0"/>
                  </a:lnTo>
                  <a:close/>
                </a:path>
              </a:pathLst>
            </a:custGeom>
            <a:solidFill>
              <a:srgbClr val="5909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888807" y="3785247"/>
              <a:ext cx="8550275" cy="638175"/>
            </a:xfrm>
            <a:custGeom>
              <a:avLst/>
              <a:gdLst/>
              <a:ahLst/>
              <a:cxnLst/>
              <a:rect l="l" t="t" r="r" b="b"/>
              <a:pathLst>
                <a:path w="8550275" h="638175">
                  <a:moveTo>
                    <a:pt x="101333" y="625284"/>
                  </a:moveTo>
                  <a:lnTo>
                    <a:pt x="0" y="625284"/>
                  </a:lnTo>
                  <a:lnTo>
                    <a:pt x="0" y="637984"/>
                  </a:lnTo>
                  <a:lnTo>
                    <a:pt x="101333" y="637984"/>
                  </a:lnTo>
                  <a:lnTo>
                    <a:pt x="101333" y="625284"/>
                  </a:lnTo>
                  <a:close/>
                </a:path>
                <a:path w="8550275" h="638175">
                  <a:moveTo>
                    <a:pt x="240665" y="625284"/>
                  </a:moveTo>
                  <a:lnTo>
                    <a:pt x="139331" y="625284"/>
                  </a:lnTo>
                  <a:lnTo>
                    <a:pt x="139331" y="637984"/>
                  </a:lnTo>
                  <a:lnTo>
                    <a:pt x="240665" y="637984"/>
                  </a:lnTo>
                  <a:lnTo>
                    <a:pt x="240665" y="625284"/>
                  </a:lnTo>
                  <a:close/>
                </a:path>
                <a:path w="8550275" h="638175">
                  <a:moveTo>
                    <a:pt x="380009" y="625284"/>
                  </a:moveTo>
                  <a:lnTo>
                    <a:pt x="278663" y="625284"/>
                  </a:lnTo>
                  <a:lnTo>
                    <a:pt x="278663" y="637984"/>
                  </a:lnTo>
                  <a:lnTo>
                    <a:pt x="380009" y="637984"/>
                  </a:lnTo>
                  <a:lnTo>
                    <a:pt x="380009" y="625284"/>
                  </a:lnTo>
                  <a:close/>
                </a:path>
                <a:path w="8550275" h="638175">
                  <a:moveTo>
                    <a:pt x="1187767" y="0"/>
                  </a:moveTo>
                  <a:lnTo>
                    <a:pt x="1086040" y="0"/>
                  </a:lnTo>
                  <a:lnTo>
                    <a:pt x="1086040" y="12700"/>
                  </a:lnTo>
                  <a:lnTo>
                    <a:pt x="1187767" y="12700"/>
                  </a:lnTo>
                  <a:lnTo>
                    <a:pt x="1187767" y="0"/>
                  </a:lnTo>
                  <a:close/>
                </a:path>
                <a:path w="8550275" h="638175">
                  <a:moveTo>
                    <a:pt x="1327645" y="0"/>
                  </a:moveTo>
                  <a:lnTo>
                    <a:pt x="1225918" y="0"/>
                  </a:lnTo>
                  <a:lnTo>
                    <a:pt x="1225918" y="12700"/>
                  </a:lnTo>
                  <a:lnTo>
                    <a:pt x="1327645" y="12700"/>
                  </a:lnTo>
                  <a:lnTo>
                    <a:pt x="1327645" y="0"/>
                  </a:lnTo>
                  <a:close/>
                </a:path>
                <a:path w="8550275" h="638175">
                  <a:moveTo>
                    <a:pt x="1467523" y="0"/>
                  </a:moveTo>
                  <a:lnTo>
                    <a:pt x="1365796" y="0"/>
                  </a:lnTo>
                  <a:lnTo>
                    <a:pt x="1365796" y="12700"/>
                  </a:lnTo>
                  <a:lnTo>
                    <a:pt x="1467523" y="12700"/>
                  </a:lnTo>
                  <a:lnTo>
                    <a:pt x="1467523" y="0"/>
                  </a:lnTo>
                  <a:close/>
                </a:path>
                <a:path w="8550275" h="638175">
                  <a:moveTo>
                    <a:pt x="1607388" y="0"/>
                  </a:moveTo>
                  <a:lnTo>
                    <a:pt x="1505661" y="0"/>
                  </a:lnTo>
                  <a:lnTo>
                    <a:pt x="1505661" y="12700"/>
                  </a:lnTo>
                  <a:lnTo>
                    <a:pt x="1607388" y="12700"/>
                  </a:lnTo>
                  <a:lnTo>
                    <a:pt x="1607388" y="0"/>
                  </a:lnTo>
                  <a:close/>
                </a:path>
                <a:path w="8550275" h="638175">
                  <a:moveTo>
                    <a:pt x="1747266" y="0"/>
                  </a:moveTo>
                  <a:lnTo>
                    <a:pt x="1645539" y="0"/>
                  </a:lnTo>
                  <a:lnTo>
                    <a:pt x="1645539" y="12700"/>
                  </a:lnTo>
                  <a:lnTo>
                    <a:pt x="1747266" y="12700"/>
                  </a:lnTo>
                  <a:lnTo>
                    <a:pt x="1747266" y="0"/>
                  </a:lnTo>
                  <a:close/>
                </a:path>
                <a:path w="8550275" h="638175">
                  <a:moveTo>
                    <a:pt x="1887143" y="0"/>
                  </a:moveTo>
                  <a:lnTo>
                    <a:pt x="1785416" y="0"/>
                  </a:lnTo>
                  <a:lnTo>
                    <a:pt x="1785416" y="12700"/>
                  </a:lnTo>
                  <a:lnTo>
                    <a:pt x="1887143" y="12700"/>
                  </a:lnTo>
                  <a:lnTo>
                    <a:pt x="1887143" y="0"/>
                  </a:lnTo>
                  <a:close/>
                </a:path>
                <a:path w="8550275" h="638175">
                  <a:moveTo>
                    <a:pt x="2027008" y="0"/>
                  </a:moveTo>
                  <a:lnTo>
                    <a:pt x="1925281" y="0"/>
                  </a:lnTo>
                  <a:lnTo>
                    <a:pt x="1925281" y="12700"/>
                  </a:lnTo>
                  <a:lnTo>
                    <a:pt x="2027008" y="12700"/>
                  </a:lnTo>
                  <a:lnTo>
                    <a:pt x="2027008" y="0"/>
                  </a:lnTo>
                  <a:close/>
                </a:path>
                <a:path w="8550275" h="638175">
                  <a:moveTo>
                    <a:pt x="2166886" y="0"/>
                  </a:moveTo>
                  <a:lnTo>
                    <a:pt x="2065159" y="0"/>
                  </a:lnTo>
                  <a:lnTo>
                    <a:pt x="2065159" y="12700"/>
                  </a:lnTo>
                  <a:lnTo>
                    <a:pt x="2166886" y="12700"/>
                  </a:lnTo>
                  <a:lnTo>
                    <a:pt x="2166886" y="0"/>
                  </a:lnTo>
                  <a:close/>
                </a:path>
                <a:path w="8550275" h="638175">
                  <a:moveTo>
                    <a:pt x="2306764" y="0"/>
                  </a:moveTo>
                  <a:lnTo>
                    <a:pt x="2205037" y="0"/>
                  </a:lnTo>
                  <a:lnTo>
                    <a:pt x="2205037" y="12700"/>
                  </a:lnTo>
                  <a:lnTo>
                    <a:pt x="2306764" y="12700"/>
                  </a:lnTo>
                  <a:lnTo>
                    <a:pt x="2306764" y="0"/>
                  </a:lnTo>
                  <a:close/>
                </a:path>
                <a:path w="8550275" h="638175">
                  <a:moveTo>
                    <a:pt x="2446629" y="0"/>
                  </a:moveTo>
                  <a:lnTo>
                    <a:pt x="2344915" y="0"/>
                  </a:lnTo>
                  <a:lnTo>
                    <a:pt x="2344915" y="12700"/>
                  </a:lnTo>
                  <a:lnTo>
                    <a:pt x="2446629" y="12700"/>
                  </a:lnTo>
                  <a:lnTo>
                    <a:pt x="2446629" y="0"/>
                  </a:lnTo>
                  <a:close/>
                </a:path>
                <a:path w="8550275" h="638175">
                  <a:moveTo>
                    <a:pt x="2586507" y="0"/>
                  </a:moveTo>
                  <a:lnTo>
                    <a:pt x="2484780" y="0"/>
                  </a:lnTo>
                  <a:lnTo>
                    <a:pt x="2484780" y="12700"/>
                  </a:lnTo>
                  <a:lnTo>
                    <a:pt x="2586507" y="12700"/>
                  </a:lnTo>
                  <a:lnTo>
                    <a:pt x="2586507" y="0"/>
                  </a:lnTo>
                  <a:close/>
                </a:path>
                <a:path w="8550275" h="638175">
                  <a:moveTo>
                    <a:pt x="2726385" y="0"/>
                  </a:moveTo>
                  <a:lnTo>
                    <a:pt x="2624658" y="0"/>
                  </a:lnTo>
                  <a:lnTo>
                    <a:pt x="2624658" y="12700"/>
                  </a:lnTo>
                  <a:lnTo>
                    <a:pt x="2726385" y="12700"/>
                  </a:lnTo>
                  <a:lnTo>
                    <a:pt x="2726385" y="0"/>
                  </a:lnTo>
                  <a:close/>
                </a:path>
                <a:path w="8550275" h="638175">
                  <a:moveTo>
                    <a:pt x="2866250" y="0"/>
                  </a:moveTo>
                  <a:lnTo>
                    <a:pt x="2764536" y="0"/>
                  </a:lnTo>
                  <a:lnTo>
                    <a:pt x="2764536" y="12700"/>
                  </a:lnTo>
                  <a:lnTo>
                    <a:pt x="2866250" y="12700"/>
                  </a:lnTo>
                  <a:lnTo>
                    <a:pt x="2866250" y="0"/>
                  </a:lnTo>
                  <a:close/>
                </a:path>
                <a:path w="8550275" h="638175">
                  <a:moveTo>
                    <a:pt x="3006128" y="0"/>
                  </a:moveTo>
                  <a:lnTo>
                    <a:pt x="2904401" y="0"/>
                  </a:lnTo>
                  <a:lnTo>
                    <a:pt x="2904401" y="12700"/>
                  </a:lnTo>
                  <a:lnTo>
                    <a:pt x="3006128" y="12700"/>
                  </a:lnTo>
                  <a:lnTo>
                    <a:pt x="3006128" y="0"/>
                  </a:lnTo>
                  <a:close/>
                </a:path>
                <a:path w="8550275" h="638175">
                  <a:moveTo>
                    <a:pt x="3146006" y="0"/>
                  </a:moveTo>
                  <a:lnTo>
                    <a:pt x="3044279" y="0"/>
                  </a:lnTo>
                  <a:lnTo>
                    <a:pt x="3044279" y="12700"/>
                  </a:lnTo>
                  <a:lnTo>
                    <a:pt x="3146006" y="12700"/>
                  </a:lnTo>
                  <a:lnTo>
                    <a:pt x="3146006" y="0"/>
                  </a:lnTo>
                  <a:close/>
                </a:path>
                <a:path w="8550275" h="638175">
                  <a:moveTo>
                    <a:pt x="3285883" y="0"/>
                  </a:moveTo>
                  <a:lnTo>
                    <a:pt x="3184156" y="0"/>
                  </a:lnTo>
                  <a:lnTo>
                    <a:pt x="3184156" y="12700"/>
                  </a:lnTo>
                  <a:lnTo>
                    <a:pt x="3285883" y="12700"/>
                  </a:lnTo>
                  <a:lnTo>
                    <a:pt x="3285883" y="0"/>
                  </a:lnTo>
                  <a:close/>
                </a:path>
                <a:path w="8550275" h="638175">
                  <a:moveTo>
                    <a:pt x="3425748" y="0"/>
                  </a:moveTo>
                  <a:lnTo>
                    <a:pt x="3324021" y="0"/>
                  </a:lnTo>
                  <a:lnTo>
                    <a:pt x="3324021" y="12700"/>
                  </a:lnTo>
                  <a:lnTo>
                    <a:pt x="3425748" y="12700"/>
                  </a:lnTo>
                  <a:lnTo>
                    <a:pt x="3425748" y="0"/>
                  </a:lnTo>
                  <a:close/>
                </a:path>
                <a:path w="8550275" h="638175">
                  <a:moveTo>
                    <a:pt x="3565626" y="0"/>
                  </a:moveTo>
                  <a:lnTo>
                    <a:pt x="3463899" y="0"/>
                  </a:lnTo>
                  <a:lnTo>
                    <a:pt x="3463899" y="12700"/>
                  </a:lnTo>
                  <a:lnTo>
                    <a:pt x="3565626" y="12700"/>
                  </a:lnTo>
                  <a:lnTo>
                    <a:pt x="3565626" y="0"/>
                  </a:lnTo>
                  <a:close/>
                </a:path>
                <a:path w="8550275" h="638175">
                  <a:moveTo>
                    <a:pt x="3705504" y="0"/>
                  </a:moveTo>
                  <a:lnTo>
                    <a:pt x="3603777" y="0"/>
                  </a:lnTo>
                  <a:lnTo>
                    <a:pt x="3603777" y="12700"/>
                  </a:lnTo>
                  <a:lnTo>
                    <a:pt x="3705504" y="12700"/>
                  </a:lnTo>
                  <a:lnTo>
                    <a:pt x="3705504" y="0"/>
                  </a:lnTo>
                  <a:close/>
                </a:path>
                <a:path w="8550275" h="638175">
                  <a:moveTo>
                    <a:pt x="3845369" y="0"/>
                  </a:moveTo>
                  <a:lnTo>
                    <a:pt x="3743642" y="0"/>
                  </a:lnTo>
                  <a:lnTo>
                    <a:pt x="3743642" y="12700"/>
                  </a:lnTo>
                  <a:lnTo>
                    <a:pt x="3845369" y="12700"/>
                  </a:lnTo>
                  <a:lnTo>
                    <a:pt x="3845369" y="0"/>
                  </a:lnTo>
                  <a:close/>
                </a:path>
                <a:path w="8550275" h="638175">
                  <a:moveTo>
                    <a:pt x="3985247" y="0"/>
                  </a:moveTo>
                  <a:lnTo>
                    <a:pt x="3883520" y="0"/>
                  </a:lnTo>
                  <a:lnTo>
                    <a:pt x="3883520" y="12700"/>
                  </a:lnTo>
                  <a:lnTo>
                    <a:pt x="3985247" y="12700"/>
                  </a:lnTo>
                  <a:lnTo>
                    <a:pt x="3985247" y="0"/>
                  </a:lnTo>
                  <a:close/>
                </a:path>
                <a:path w="8550275" h="638175">
                  <a:moveTo>
                    <a:pt x="4125125" y="0"/>
                  </a:moveTo>
                  <a:lnTo>
                    <a:pt x="4023398" y="0"/>
                  </a:lnTo>
                  <a:lnTo>
                    <a:pt x="4023398" y="12700"/>
                  </a:lnTo>
                  <a:lnTo>
                    <a:pt x="4125125" y="12700"/>
                  </a:lnTo>
                  <a:lnTo>
                    <a:pt x="4125125" y="0"/>
                  </a:lnTo>
                  <a:close/>
                </a:path>
                <a:path w="8550275" h="638175">
                  <a:moveTo>
                    <a:pt x="4264990" y="0"/>
                  </a:moveTo>
                  <a:lnTo>
                    <a:pt x="4163263" y="0"/>
                  </a:lnTo>
                  <a:lnTo>
                    <a:pt x="4163263" y="12700"/>
                  </a:lnTo>
                  <a:lnTo>
                    <a:pt x="4264990" y="12700"/>
                  </a:lnTo>
                  <a:lnTo>
                    <a:pt x="4264990" y="0"/>
                  </a:lnTo>
                  <a:close/>
                </a:path>
                <a:path w="8550275" h="638175">
                  <a:moveTo>
                    <a:pt x="4404868" y="0"/>
                  </a:moveTo>
                  <a:lnTo>
                    <a:pt x="4303141" y="0"/>
                  </a:lnTo>
                  <a:lnTo>
                    <a:pt x="4303141" y="12700"/>
                  </a:lnTo>
                  <a:lnTo>
                    <a:pt x="4404868" y="12700"/>
                  </a:lnTo>
                  <a:lnTo>
                    <a:pt x="4404868" y="0"/>
                  </a:lnTo>
                  <a:close/>
                </a:path>
                <a:path w="8550275" h="638175">
                  <a:moveTo>
                    <a:pt x="4544746" y="0"/>
                  </a:moveTo>
                  <a:lnTo>
                    <a:pt x="4443019" y="0"/>
                  </a:lnTo>
                  <a:lnTo>
                    <a:pt x="4443019" y="12700"/>
                  </a:lnTo>
                  <a:lnTo>
                    <a:pt x="4544746" y="12700"/>
                  </a:lnTo>
                  <a:lnTo>
                    <a:pt x="4544746" y="0"/>
                  </a:lnTo>
                  <a:close/>
                </a:path>
                <a:path w="8550275" h="638175">
                  <a:moveTo>
                    <a:pt x="4684611" y="0"/>
                  </a:moveTo>
                  <a:lnTo>
                    <a:pt x="4582884" y="0"/>
                  </a:lnTo>
                  <a:lnTo>
                    <a:pt x="4582884" y="12700"/>
                  </a:lnTo>
                  <a:lnTo>
                    <a:pt x="4684611" y="12700"/>
                  </a:lnTo>
                  <a:lnTo>
                    <a:pt x="4684611" y="0"/>
                  </a:lnTo>
                  <a:close/>
                </a:path>
                <a:path w="8550275" h="638175">
                  <a:moveTo>
                    <a:pt x="4824488" y="0"/>
                  </a:moveTo>
                  <a:lnTo>
                    <a:pt x="4722761" y="0"/>
                  </a:lnTo>
                  <a:lnTo>
                    <a:pt x="4722761" y="12700"/>
                  </a:lnTo>
                  <a:lnTo>
                    <a:pt x="4824488" y="12700"/>
                  </a:lnTo>
                  <a:lnTo>
                    <a:pt x="4824488" y="0"/>
                  </a:lnTo>
                  <a:close/>
                </a:path>
                <a:path w="8550275" h="638175">
                  <a:moveTo>
                    <a:pt x="4964366" y="0"/>
                  </a:moveTo>
                  <a:lnTo>
                    <a:pt x="4862639" y="0"/>
                  </a:lnTo>
                  <a:lnTo>
                    <a:pt x="4862639" y="12700"/>
                  </a:lnTo>
                  <a:lnTo>
                    <a:pt x="4964366" y="12700"/>
                  </a:lnTo>
                  <a:lnTo>
                    <a:pt x="4964366" y="0"/>
                  </a:lnTo>
                  <a:close/>
                </a:path>
                <a:path w="8550275" h="638175">
                  <a:moveTo>
                    <a:pt x="5104231" y="0"/>
                  </a:moveTo>
                  <a:lnTo>
                    <a:pt x="5002504" y="0"/>
                  </a:lnTo>
                  <a:lnTo>
                    <a:pt x="5002504" y="12700"/>
                  </a:lnTo>
                  <a:lnTo>
                    <a:pt x="5104231" y="12700"/>
                  </a:lnTo>
                  <a:lnTo>
                    <a:pt x="5104231" y="0"/>
                  </a:lnTo>
                  <a:close/>
                </a:path>
                <a:path w="8550275" h="638175">
                  <a:moveTo>
                    <a:pt x="5244109" y="0"/>
                  </a:moveTo>
                  <a:lnTo>
                    <a:pt x="5142382" y="0"/>
                  </a:lnTo>
                  <a:lnTo>
                    <a:pt x="5142382" y="12700"/>
                  </a:lnTo>
                  <a:lnTo>
                    <a:pt x="5244109" y="12700"/>
                  </a:lnTo>
                  <a:lnTo>
                    <a:pt x="5244109" y="0"/>
                  </a:lnTo>
                  <a:close/>
                </a:path>
                <a:path w="8550275" h="638175">
                  <a:moveTo>
                    <a:pt x="5383987" y="0"/>
                  </a:moveTo>
                  <a:lnTo>
                    <a:pt x="5282260" y="0"/>
                  </a:lnTo>
                  <a:lnTo>
                    <a:pt x="5282260" y="12700"/>
                  </a:lnTo>
                  <a:lnTo>
                    <a:pt x="5383987" y="12700"/>
                  </a:lnTo>
                  <a:lnTo>
                    <a:pt x="5383987" y="0"/>
                  </a:lnTo>
                  <a:close/>
                </a:path>
                <a:path w="8550275" h="638175">
                  <a:moveTo>
                    <a:pt x="5523852" y="0"/>
                  </a:moveTo>
                  <a:lnTo>
                    <a:pt x="5422125" y="0"/>
                  </a:lnTo>
                  <a:lnTo>
                    <a:pt x="5422125" y="12700"/>
                  </a:lnTo>
                  <a:lnTo>
                    <a:pt x="5523852" y="12700"/>
                  </a:lnTo>
                  <a:lnTo>
                    <a:pt x="5523852" y="0"/>
                  </a:lnTo>
                  <a:close/>
                </a:path>
                <a:path w="8550275" h="638175">
                  <a:moveTo>
                    <a:pt x="5663730" y="0"/>
                  </a:moveTo>
                  <a:lnTo>
                    <a:pt x="5562003" y="0"/>
                  </a:lnTo>
                  <a:lnTo>
                    <a:pt x="5562003" y="12700"/>
                  </a:lnTo>
                  <a:lnTo>
                    <a:pt x="5663730" y="12700"/>
                  </a:lnTo>
                  <a:lnTo>
                    <a:pt x="5663730" y="0"/>
                  </a:lnTo>
                  <a:close/>
                </a:path>
                <a:path w="8550275" h="638175">
                  <a:moveTo>
                    <a:pt x="5803608" y="0"/>
                  </a:moveTo>
                  <a:lnTo>
                    <a:pt x="5701881" y="0"/>
                  </a:lnTo>
                  <a:lnTo>
                    <a:pt x="5701881" y="12700"/>
                  </a:lnTo>
                  <a:lnTo>
                    <a:pt x="5803608" y="12700"/>
                  </a:lnTo>
                  <a:lnTo>
                    <a:pt x="5803608" y="0"/>
                  </a:lnTo>
                  <a:close/>
                </a:path>
                <a:path w="8550275" h="638175">
                  <a:moveTo>
                    <a:pt x="5943473" y="0"/>
                  </a:moveTo>
                  <a:lnTo>
                    <a:pt x="5841746" y="0"/>
                  </a:lnTo>
                  <a:lnTo>
                    <a:pt x="5841746" y="12700"/>
                  </a:lnTo>
                  <a:lnTo>
                    <a:pt x="5943473" y="12700"/>
                  </a:lnTo>
                  <a:lnTo>
                    <a:pt x="5943473" y="0"/>
                  </a:lnTo>
                  <a:close/>
                </a:path>
                <a:path w="8550275" h="638175">
                  <a:moveTo>
                    <a:pt x="6083351" y="0"/>
                  </a:moveTo>
                  <a:lnTo>
                    <a:pt x="5981624" y="0"/>
                  </a:lnTo>
                  <a:lnTo>
                    <a:pt x="5981624" y="12700"/>
                  </a:lnTo>
                  <a:lnTo>
                    <a:pt x="6083351" y="12700"/>
                  </a:lnTo>
                  <a:lnTo>
                    <a:pt x="6083351" y="0"/>
                  </a:lnTo>
                  <a:close/>
                </a:path>
                <a:path w="8550275" h="638175">
                  <a:moveTo>
                    <a:pt x="6223228" y="0"/>
                  </a:moveTo>
                  <a:lnTo>
                    <a:pt x="6121501" y="0"/>
                  </a:lnTo>
                  <a:lnTo>
                    <a:pt x="6121501" y="12700"/>
                  </a:lnTo>
                  <a:lnTo>
                    <a:pt x="6223228" y="12700"/>
                  </a:lnTo>
                  <a:lnTo>
                    <a:pt x="6223228" y="0"/>
                  </a:lnTo>
                  <a:close/>
                </a:path>
                <a:path w="8550275" h="638175">
                  <a:moveTo>
                    <a:pt x="6363094" y="0"/>
                  </a:moveTo>
                  <a:lnTo>
                    <a:pt x="6261366" y="0"/>
                  </a:lnTo>
                  <a:lnTo>
                    <a:pt x="6261366" y="12700"/>
                  </a:lnTo>
                  <a:lnTo>
                    <a:pt x="6363094" y="12700"/>
                  </a:lnTo>
                  <a:lnTo>
                    <a:pt x="6363094" y="0"/>
                  </a:lnTo>
                  <a:close/>
                </a:path>
                <a:path w="8550275" h="638175">
                  <a:moveTo>
                    <a:pt x="6502971" y="0"/>
                  </a:moveTo>
                  <a:lnTo>
                    <a:pt x="6401244" y="0"/>
                  </a:lnTo>
                  <a:lnTo>
                    <a:pt x="6401244" y="12700"/>
                  </a:lnTo>
                  <a:lnTo>
                    <a:pt x="6502971" y="12700"/>
                  </a:lnTo>
                  <a:lnTo>
                    <a:pt x="6502971" y="0"/>
                  </a:lnTo>
                  <a:close/>
                </a:path>
                <a:path w="8550275" h="638175">
                  <a:moveTo>
                    <a:pt x="6642849" y="0"/>
                  </a:moveTo>
                  <a:lnTo>
                    <a:pt x="6541122" y="0"/>
                  </a:lnTo>
                  <a:lnTo>
                    <a:pt x="6541122" y="12700"/>
                  </a:lnTo>
                  <a:lnTo>
                    <a:pt x="6642849" y="12700"/>
                  </a:lnTo>
                  <a:lnTo>
                    <a:pt x="6642849" y="0"/>
                  </a:lnTo>
                  <a:close/>
                </a:path>
                <a:path w="8550275" h="638175">
                  <a:moveTo>
                    <a:pt x="6782714" y="0"/>
                  </a:moveTo>
                  <a:lnTo>
                    <a:pt x="6680987" y="0"/>
                  </a:lnTo>
                  <a:lnTo>
                    <a:pt x="6680987" y="12700"/>
                  </a:lnTo>
                  <a:lnTo>
                    <a:pt x="6782714" y="12700"/>
                  </a:lnTo>
                  <a:lnTo>
                    <a:pt x="6782714" y="0"/>
                  </a:lnTo>
                  <a:close/>
                </a:path>
                <a:path w="8550275" h="638175">
                  <a:moveTo>
                    <a:pt x="6922592" y="0"/>
                  </a:moveTo>
                  <a:lnTo>
                    <a:pt x="6820865" y="0"/>
                  </a:lnTo>
                  <a:lnTo>
                    <a:pt x="6820865" y="12700"/>
                  </a:lnTo>
                  <a:lnTo>
                    <a:pt x="6922592" y="12700"/>
                  </a:lnTo>
                  <a:lnTo>
                    <a:pt x="6922592" y="0"/>
                  </a:lnTo>
                  <a:close/>
                </a:path>
                <a:path w="8550275" h="638175">
                  <a:moveTo>
                    <a:pt x="7062470" y="0"/>
                  </a:moveTo>
                  <a:lnTo>
                    <a:pt x="6960743" y="0"/>
                  </a:lnTo>
                  <a:lnTo>
                    <a:pt x="6960743" y="12700"/>
                  </a:lnTo>
                  <a:lnTo>
                    <a:pt x="7062470" y="12700"/>
                  </a:lnTo>
                  <a:lnTo>
                    <a:pt x="7062470" y="0"/>
                  </a:lnTo>
                  <a:close/>
                </a:path>
                <a:path w="8550275" h="638175">
                  <a:moveTo>
                    <a:pt x="7202335" y="0"/>
                  </a:moveTo>
                  <a:lnTo>
                    <a:pt x="7100608" y="0"/>
                  </a:lnTo>
                  <a:lnTo>
                    <a:pt x="7100608" y="12700"/>
                  </a:lnTo>
                  <a:lnTo>
                    <a:pt x="7202335" y="12700"/>
                  </a:lnTo>
                  <a:lnTo>
                    <a:pt x="7202335" y="0"/>
                  </a:lnTo>
                  <a:close/>
                </a:path>
                <a:path w="8550275" h="638175">
                  <a:moveTo>
                    <a:pt x="7342213" y="0"/>
                  </a:moveTo>
                  <a:lnTo>
                    <a:pt x="7240486" y="0"/>
                  </a:lnTo>
                  <a:lnTo>
                    <a:pt x="7240486" y="12700"/>
                  </a:lnTo>
                  <a:lnTo>
                    <a:pt x="7342213" y="12700"/>
                  </a:lnTo>
                  <a:lnTo>
                    <a:pt x="7342213" y="0"/>
                  </a:lnTo>
                  <a:close/>
                </a:path>
                <a:path w="8550275" h="638175">
                  <a:moveTo>
                    <a:pt x="7482091" y="0"/>
                  </a:moveTo>
                  <a:lnTo>
                    <a:pt x="7380364" y="0"/>
                  </a:lnTo>
                  <a:lnTo>
                    <a:pt x="7380364" y="12700"/>
                  </a:lnTo>
                  <a:lnTo>
                    <a:pt x="7482091" y="12700"/>
                  </a:lnTo>
                  <a:lnTo>
                    <a:pt x="7482091" y="0"/>
                  </a:lnTo>
                  <a:close/>
                </a:path>
                <a:path w="8550275" h="638175">
                  <a:moveTo>
                    <a:pt x="7621956" y="0"/>
                  </a:moveTo>
                  <a:lnTo>
                    <a:pt x="7520229" y="0"/>
                  </a:lnTo>
                  <a:lnTo>
                    <a:pt x="7520229" y="12700"/>
                  </a:lnTo>
                  <a:lnTo>
                    <a:pt x="7621956" y="12700"/>
                  </a:lnTo>
                  <a:lnTo>
                    <a:pt x="7621956" y="0"/>
                  </a:lnTo>
                  <a:close/>
                </a:path>
                <a:path w="8550275" h="638175">
                  <a:moveTo>
                    <a:pt x="7761833" y="0"/>
                  </a:moveTo>
                  <a:lnTo>
                    <a:pt x="7660106" y="0"/>
                  </a:lnTo>
                  <a:lnTo>
                    <a:pt x="7660106" y="12700"/>
                  </a:lnTo>
                  <a:lnTo>
                    <a:pt x="7761833" y="12700"/>
                  </a:lnTo>
                  <a:lnTo>
                    <a:pt x="7761833" y="0"/>
                  </a:lnTo>
                  <a:close/>
                </a:path>
                <a:path w="8550275" h="638175">
                  <a:moveTo>
                    <a:pt x="7901711" y="0"/>
                  </a:moveTo>
                  <a:lnTo>
                    <a:pt x="7799984" y="0"/>
                  </a:lnTo>
                  <a:lnTo>
                    <a:pt x="7799984" y="12700"/>
                  </a:lnTo>
                  <a:lnTo>
                    <a:pt x="7901711" y="12700"/>
                  </a:lnTo>
                  <a:lnTo>
                    <a:pt x="7901711" y="0"/>
                  </a:lnTo>
                  <a:close/>
                </a:path>
                <a:path w="8550275" h="638175">
                  <a:moveTo>
                    <a:pt x="8041576" y="0"/>
                  </a:moveTo>
                  <a:lnTo>
                    <a:pt x="7939849" y="0"/>
                  </a:lnTo>
                  <a:lnTo>
                    <a:pt x="7939849" y="12700"/>
                  </a:lnTo>
                  <a:lnTo>
                    <a:pt x="8041576" y="12700"/>
                  </a:lnTo>
                  <a:lnTo>
                    <a:pt x="8041576" y="0"/>
                  </a:lnTo>
                  <a:close/>
                </a:path>
                <a:path w="8550275" h="638175">
                  <a:moveTo>
                    <a:pt x="8181454" y="0"/>
                  </a:moveTo>
                  <a:lnTo>
                    <a:pt x="8079727" y="0"/>
                  </a:lnTo>
                  <a:lnTo>
                    <a:pt x="8079727" y="12700"/>
                  </a:lnTo>
                  <a:lnTo>
                    <a:pt x="8181454" y="12700"/>
                  </a:lnTo>
                  <a:lnTo>
                    <a:pt x="8181454" y="0"/>
                  </a:lnTo>
                  <a:close/>
                </a:path>
                <a:path w="8550275" h="638175">
                  <a:moveTo>
                    <a:pt x="8321332" y="0"/>
                  </a:moveTo>
                  <a:lnTo>
                    <a:pt x="8219605" y="0"/>
                  </a:lnTo>
                  <a:lnTo>
                    <a:pt x="8219605" y="12700"/>
                  </a:lnTo>
                  <a:lnTo>
                    <a:pt x="8321332" y="12700"/>
                  </a:lnTo>
                  <a:lnTo>
                    <a:pt x="8321332" y="0"/>
                  </a:lnTo>
                  <a:close/>
                </a:path>
                <a:path w="8550275" h="638175">
                  <a:moveTo>
                    <a:pt x="8461197" y="0"/>
                  </a:moveTo>
                  <a:lnTo>
                    <a:pt x="8359470" y="0"/>
                  </a:lnTo>
                  <a:lnTo>
                    <a:pt x="8359470" y="12700"/>
                  </a:lnTo>
                  <a:lnTo>
                    <a:pt x="8461197" y="12700"/>
                  </a:lnTo>
                  <a:lnTo>
                    <a:pt x="8461197" y="0"/>
                  </a:lnTo>
                  <a:close/>
                </a:path>
                <a:path w="8550275" h="638175">
                  <a:moveTo>
                    <a:pt x="8550224" y="0"/>
                  </a:moveTo>
                  <a:lnTo>
                    <a:pt x="8499348" y="0"/>
                  </a:lnTo>
                  <a:lnTo>
                    <a:pt x="8499348" y="12700"/>
                  </a:lnTo>
                  <a:lnTo>
                    <a:pt x="8550224" y="12700"/>
                  </a:lnTo>
                  <a:lnTo>
                    <a:pt x="8550224" y="0"/>
                  </a:lnTo>
                  <a:close/>
                </a:path>
              </a:pathLst>
            </a:custGeom>
            <a:solidFill>
              <a:srgbClr val="5909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1649" y="1549398"/>
              <a:ext cx="1349146" cy="380365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863407" y="4410531"/>
              <a:ext cx="8575675" cy="942975"/>
            </a:xfrm>
            <a:custGeom>
              <a:avLst/>
              <a:gdLst/>
              <a:ahLst/>
              <a:cxnLst/>
              <a:rect l="l" t="t" r="r" b="b"/>
              <a:pathLst>
                <a:path w="8575675" h="942975">
                  <a:moveTo>
                    <a:pt x="101333" y="929817"/>
                  </a:moveTo>
                  <a:lnTo>
                    <a:pt x="0" y="929817"/>
                  </a:lnTo>
                  <a:lnTo>
                    <a:pt x="0" y="942517"/>
                  </a:lnTo>
                  <a:lnTo>
                    <a:pt x="101333" y="942517"/>
                  </a:lnTo>
                  <a:lnTo>
                    <a:pt x="101333" y="929817"/>
                  </a:lnTo>
                  <a:close/>
                </a:path>
                <a:path w="8575675" h="942975">
                  <a:moveTo>
                    <a:pt x="240665" y="929817"/>
                  </a:moveTo>
                  <a:lnTo>
                    <a:pt x="139331" y="929817"/>
                  </a:lnTo>
                  <a:lnTo>
                    <a:pt x="139331" y="942517"/>
                  </a:lnTo>
                  <a:lnTo>
                    <a:pt x="240665" y="942517"/>
                  </a:lnTo>
                  <a:lnTo>
                    <a:pt x="240665" y="929817"/>
                  </a:lnTo>
                  <a:close/>
                </a:path>
                <a:path w="8575675" h="942975">
                  <a:moveTo>
                    <a:pt x="380009" y="929817"/>
                  </a:moveTo>
                  <a:lnTo>
                    <a:pt x="278663" y="929817"/>
                  </a:lnTo>
                  <a:lnTo>
                    <a:pt x="278663" y="942517"/>
                  </a:lnTo>
                  <a:lnTo>
                    <a:pt x="380009" y="942517"/>
                  </a:lnTo>
                  <a:lnTo>
                    <a:pt x="380009" y="929817"/>
                  </a:lnTo>
                  <a:close/>
                </a:path>
                <a:path w="8575675" h="942975">
                  <a:moveTo>
                    <a:pt x="519341" y="929817"/>
                  </a:moveTo>
                  <a:lnTo>
                    <a:pt x="418007" y="929817"/>
                  </a:lnTo>
                  <a:lnTo>
                    <a:pt x="418007" y="942517"/>
                  </a:lnTo>
                  <a:lnTo>
                    <a:pt x="519341" y="942517"/>
                  </a:lnTo>
                  <a:lnTo>
                    <a:pt x="519341" y="929817"/>
                  </a:lnTo>
                  <a:close/>
                </a:path>
                <a:path w="8575675" h="942975">
                  <a:moveTo>
                    <a:pt x="544741" y="0"/>
                  </a:moveTo>
                  <a:lnTo>
                    <a:pt x="443407" y="0"/>
                  </a:lnTo>
                  <a:lnTo>
                    <a:pt x="443407" y="12700"/>
                  </a:lnTo>
                  <a:lnTo>
                    <a:pt x="544741" y="12700"/>
                  </a:lnTo>
                  <a:lnTo>
                    <a:pt x="544741" y="0"/>
                  </a:lnTo>
                  <a:close/>
                </a:path>
                <a:path w="8575675" h="942975">
                  <a:moveTo>
                    <a:pt x="658685" y="929817"/>
                  </a:moveTo>
                  <a:lnTo>
                    <a:pt x="557339" y="929817"/>
                  </a:lnTo>
                  <a:lnTo>
                    <a:pt x="557339" y="942517"/>
                  </a:lnTo>
                  <a:lnTo>
                    <a:pt x="658685" y="942517"/>
                  </a:lnTo>
                  <a:lnTo>
                    <a:pt x="658685" y="929817"/>
                  </a:lnTo>
                  <a:close/>
                </a:path>
                <a:path w="8575675" h="942975">
                  <a:moveTo>
                    <a:pt x="684085" y="0"/>
                  </a:moveTo>
                  <a:lnTo>
                    <a:pt x="582739" y="0"/>
                  </a:lnTo>
                  <a:lnTo>
                    <a:pt x="582739" y="12700"/>
                  </a:lnTo>
                  <a:lnTo>
                    <a:pt x="684085" y="12700"/>
                  </a:lnTo>
                  <a:lnTo>
                    <a:pt x="684085" y="0"/>
                  </a:lnTo>
                  <a:close/>
                </a:path>
                <a:path w="8575675" h="942975">
                  <a:moveTo>
                    <a:pt x="798017" y="929817"/>
                  </a:moveTo>
                  <a:lnTo>
                    <a:pt x="696683" y="929817"/>
                  </a:lnTo>
                  <a:lnTo>
                    <a:pt x="696683" y="942517"/>
                  </a:lnTo>
                  <a:lnTo>
                    <a:pt x="798017" y="942517"/>
                  </a:lnTo>
                  <a:lnTo>
                    <a:pt x="798017" y="929817"/>
                  </a:lnTo>
                  <a:close/>
                </a:path>
                <a:path w="8575675" h="942975">
                  <a:moveTo>
                    <a:pt x="823417" y="0"/>
                  </a:moveTo>
                  <a:lnTo>
                    <a:pt x="722083" y="0"/>
                  </a:lnTo>
                  <a:lnTo>
                    <a:pt x="722083" y="12700"/>
                  </a:lnTo>
                  <a:lnTo>
                    <a:pt x="823417" y="12700"/>
                  </a:lnTo>
                  <a:lnTo>
                    <a:pt x="823417" y="0"/>
                  </a:lnTo>
                  <a:close/>
                </a:path>
                <a:path w="8575675" h="942975">
                  <a:moveTo>
                    <a:pt x="937348" y="929817"/>
                  </a:moveTo>
                  <a:lnTo>
                    <a:pt x="836015" y="929817"/>
                  </a:lnTo>
                  <a:lnTo>
                    <a:pt x="836015" y="942517"/>
                  </a:lnTo>
                  <a:lnTo>
                    <a:pt x="937348" y="942517"/>
                  </a:lnTo>
                  <a:lnTo>
                    <a:pt x="937348" y="929817"/>
                  </a:lnTo>
                  <a:close/>
                </a:path>
                <a:path w="8575675" h="942975">
                  <a:moveTo>
                    <a:pt x="962748" y="0"/>
                  </a:moveTo>
                  <a:lnTo>
                    <a:pt x="861415" y="0"/>
                  </a:lnTo>
                  <a:lnTo>
                    <a:pt x="861415" y="12700"/>
                  </a:lnTo>
                  <a:lnTo>
                    <a:pt x="962748" y="12700"/>
                  </a:lnTo>
                  <a:lnTo>
                    <a:pt x="962748" y="0"/>
                  </a:lnTo>
                  <a:close/>
                </a:path>
                <a:path w="8575675" h="942975">
                  <a:moveTo>
                    <a:pt x="1076693" y="929817"/>
                  </a:moveTo>
                  <a:lnTo>
                    <a:pt x="975360" y="929817"/>
                  </a:lnTo>
                  <a:lnTo>
                    <a:pt x="975360" y="942517"/>
                  </a:lnTo>
                  <a:lnTo>
                    <a:pt x="1076693" y="942517"/>
                  </a:lnTo>
                  <a:lnTo>
                    <a:pt x="1076693" y="929817"/>
                  </a:lnTo>
                  <a:close/>
                </a:path>
                <a:path w="8575675" h="942975">
                  <a:moveTo>
                    <a:pt x="1102093" y="0"/>
                  </a:moveTo>
                  <a:lnTo>
                    <a:pt x="1000760" y="0"/>
                  </a:lnTo>
                  <a:lnTo>
                    <a:pt x="1000760" y="12700"/>
                  </a:lnTo>
                  <a:lnTo>
                    <a:pt x="1102093" y="12700"/>
                  </a:lnTo>
                  <a:lnTo>
                    <a:pt x="1102093" y="0"/>
                  </a:lnTo>
                  <a:close/>
                </a:path>
                <a:path w="8575675" h="942975">
                  <a:moveTo>
                    <a:pt x="1216025" y="929817"/>
                  </a:moveTo>
                  <a:lnTo>
                    <a:pt x="1114691" y="929817"/>
                  </a:lnTo>
                  <a:lnTo>
                    <a:pt x="1114691" y="942517"/>
                  </a:lnTo>
                  <a:lnTo>
                    <a:pt x="1216025" y="942517"/>
                  </a:lnTo>
                  <a:lnTo>
                    <a:pt x="1216025" y="929817"/>
                  </a:lnTo>
                  <a:close/>
                </a:path>
                <a:path w="8575675" h="942975">
                  <a:moveTo>
                    <a:pt x="1241425" y="0"/>
                  </a:moveTo>
                  <a:lnTo>
                    <a:pt x="1140091" y="0"/>
                  </a:lnTo>
                  <a:lnTo>
                    <a:pt x="1140091" y="12700"/>
                  </a:lnTo>
                  <a:lnTo>
                    <a:pt x="1241425" y="12700"/>
                  </a:lnTo>
                  <a:lnTo>
                    <a:pt x="1241425" y="0"/>
                  </a:lnTo>
                  <a:close/>
                </a:path>
                <a:path w="8575675" h="942975">
                  <a:moveTo>
                    <a:pt x="1355369" y="929817"/>
                  </a:moveTo>
                  <a:lnTo>
                    <a:pt x="1254023" y="929817"/>
                  </a:lnTo>
                  <a:lnTo>
                    <a:pt x="1254023" y="942517"/>
                  </a:lnTo>
                  <a:lnTo>
                    <a:pt x="1355369" y="942517"/>
                  </a:lnTo>
                  <a:lnTo>
                    <a:pt x="1355369" y="929817"/>
                  </a:lnTo>
                  <a:close/>
                </a:path>
                <a:path w="8575675" h="942975">
                  <a:moveTo>
                    <a:pt x="1380769" y="0"/>
                  </a:moveTo>
                  <a:lnTo>
                    <a:pt x="1279423" y="0"/>
                  </a:lnTo>
                  <a:lnTo>
                    <a:pt x="1279423" y="12700"/>
                  </a:lnTo>
                  <a:lnTo>
                    <a:pt x="1380769" y="12700"/>
                  </a:lnTo>
                  <a:lnTo>
                    <a:pt x="1380769" y="0"/>
                  </a:lnTo>
                  <a:close/>
                </a:path>
                <a:path w="8575675" h="942975">
                  <a:moveTo>
                    <a:pt x="1494701" y="929817"/>
                  </a:moveTo>
                  <a:lnTo>
                    <a:pt x="1393367" y="929817"/>
                  </a:lnTo>
                  <a:lnTo>
                    <a:pt x="1393367" y="942517"/>
                  </a:lnTo>
                  <a:lnTo>
                    <a:pt x="1494701" y="942517"/>
                  </a:lnTo>
                  <a:lnTo>
                    <a:pt x="1494701" y="929817"/>
                  </a:lnTo>
                  <a:close/>
                </a:path>
                <a:path w="8575675" h="942975">
                  <a:moveTo>
                    <a:pt x="1520101" y="0"/>
                  </a:moveTo>
                  <a:lnTo>
                    <a:pt x="1418767" y="0"/>
                  </a:lnTo>
                  <a:lnTo>
                    <a:pt x="1418767" y="12700"/>
                  </a:lnTo>
                  <a:lnTo>
                    <a:pt x="1520101" y="12700"/>
                  </a:lnTo>
                  <a:lnTo>
                    <a:pt x="1520101" y="0"/>
                  </a:lnTo>
                  <a:close/>
                </a:path>
                <a:path w="8575675" h="942975">
                  <a:moveTo>
                    <a:pt x="1634032" y="929817"/>
                  </a:moveTo>
                  <a:lnTo>
                    <a:pt x="1532699" y="929817"/>
                  </a:lnTo>
                  <a:lnTo>
                    <a:pt x="1532699" y="942517"/>
                  </a:lnTo>
                  <a:lnTo>
                    <a:pt x="1634032" y="942517"/>
                  </a:lnTo>
                  <a:lnTo>
                    <a:pt x="1634032" y="929817"/>
                  </a:lnTo>
                  <a:close/>
                </a:path>
                <a:path w="8575675" h="942975">
                  <a:moveTo>
                    <a:pt x="1659432" y="0"/>
                  </a:moveTo>
                  <a:lnTo>
                    <a:pt x="1558099" y="0"/>
                  </a:lnTo>
                  <a:lnTo>
                    <a:pt x="1558099" y="12700"/>
                  </a:lnTo>
                  <a:lnTo>
                    <a:pt x="1659432" y="12700"/>
                  </a:lnTo>
                  <a:lnTo>
                    <a:pt x="1659432" y="0"/>
                  </a:lnTo>
                  <a:close/>
                </a:path>
                <a:path w="8575675" h="942975">
                  <a:moveTo>
                    <a:pt x="1798777" y="0"/>
                  </a:moveTo>
                  <a:lnTo>
                    <a:pt x="1697443" y="0"/>
                  </a:lnTo>
                  <a:lnTo>
                    <a:pt x="1697443" y="12700"/>
                  </a:lnTo>
                  <a:lnTo>
                    <a:pt x="1798777" y="12700"/>
                  </a:lnTo>
                  <a:lnTo>
                    <a:pt x="1798777" y="0"/>
                  </a:lnTo>
                  <a:close/>
                </a:path>
                <a:path w="8575675" h="942975">
                  <a:moveTo>
                    <a:pt x="1938108" y="0"/>
                  </a:moveTo>
                  <a:lnTo>
                    <a:pt x="1836775" y="0"/>
                  </a:lnTo>
                  <a:lnTo>
                    <a:pt x="1836775" y="12700"/>
                  </a:lnTo>
                  <a:lnTo>
                    <a:pt x="1938108" y="12700"/>
                  </a:lnTo>
                  <a:lnTo>
                    <a:pt x="1938108" y="0"/>
                  </a:lnTo>
                  <a:close/>
                </a:path>
                <a:path w="8575675" h="942975">
                  <a:moveTo>
                    <a:pt x="2077453" y="0"/>
                  </a:moveTo>
                  <a:lnTo>
                    <a:pt x="1976107" y="0"/>
                  </a:lnTo>
                  <a:lnTo>
                    <a:pt x="1976107" y="12700"/>
                  </a:lnTo>
                  <a:lnTo>
                    <a:pt x="2077453" y="12700"/>
                  </a:lnTo>
                  <a:lnTo>
                    <a:pt x="2077453" y="0"/>
                  </a:lnTo>
                  <a:close/>
                </a:path>
                <a:path w="8575675" h="942975">
                  <a:moveTo>
                    <a:pt x="2216785" y="0"/>
                  </a:moveTo>
                  <a:lnTo>
                    <a:pt x="2115451" y="0"/>
                  </a:lnTo>
                  <a:lnTo>
                    <a:pt x="2115451" y="12700"/>
                  </a:lnTo>
                  <a:lnTo>
                    <a:pt x="2216785" y="12700"/>
                  </a:lnTo>
                  <a:lnTo>
                    <a:pt x="2216785" y="0"/>
                  </a:lnTo>
                  <a:close/>
                </a:path>
                <a:path w="8575675" h="942975">
                  <a:moveTo>
                    <a:pt x="2356129" y="0"/>
                  </a:moveTo>
                  <a:lnTo>
                    <a:pt x="2254783" y="0"/>
                  </a:lnTo>
                  <a:lnTo>
                    <a:pt x="2254783" y="12700"/>
                  </a:lnTo>
                  <a:lnTo>
                    <a:pt x="2356129" y="12700"/>
                  </a:lnTo>
                  <a:lnTo>
                    <a:pt x="2356129" y="0"/>
                  </a:lnTo>
                  <a:close/>
                </a:path>
                <a:path w="8575675" h="942975">
                  <a:moveTo>
                    <a:pt x="2495461" y="0"/>
                  </a:moveTo>
                  <a:lnTo>
                    <a:pt x="2394127" y="0"/>
                  </a:lnTo>
                  <a:lnTo>
                    <a:pt x="2394127" y="12700"/>
                  </a:lnTo>
                  <a:lnTo>
                    <a:pt x="2495461" y="12700"/>
                  </a:lnTo>
                  <a:lnTo>
                    <a:pt x="2495461" y="0"/>
                  </a:lnTo>
                  <a:close/>
                </a:path>
                <a:path w="8575675" h="942975">
                  <a:moveTo>
                    <a:pt x="2634792" y="0"/>
                  </a:moveTo>
                  <a:lnTo>
                    <a:pt x="2533459" y="0"/>
                  </a:lnTo>
                  <a:lnTo>
                    <a:pt x="2533459" y="12700"/>
                  </a:lnTo>
                  <a:lnTo>
                    <a:pt x="2634792" y="12700"/>
                  </a:lnTo>
                  <a:lnTo>
                    <a:pt x="2634792" y="0"/>
                  </a:lnTo>
                  <a:close/>
                </a:path>
                <a:path w="8575675" h="942975">
                  <a:moveTo>
                    <a:pt x="2774137" y="0"/>
                  </a:moveTo>
                  <a:lnTo>
                    <a:pt x="2672804" y="0"/>
                  </a:lnTo>
                  <a:lnTo>
                    <a:pt x="2672804" y="12700"/>
                  </a:lnTo>
                  <a:lnTo>
                    <a:pt x="2774137" y="12700"/>
                  </a:lnTo>
                  <a:lnTo>
                    <a:pt x="2774137" y="0"/>
                  </a:lnTo>
                  <a:close/>
                </a:path>
                <a:path w="8575675" h="942975">
                  <a:moveTo>
                    <a:pt x="2913469" y="0"/>
                  </a:moveTo>
                  <a:lnTo>
                    <a:pt x="2812135" y="0"/>
                  </a:lnTo>
                  <a:lnTo>
                    <a:pt x="2812135" y="12700"/>
                  </a:lnTo>
                  <a:lnTo>
                    <a:pt x="2913469" y="12700"/>
                  </a:lnTo>
                  <a:lnTo>
                    <a:pt x="2913469" y="0"/>
                  </a:lnTo>
                  <a:close/>
                </a:path>
                <a:path w="8575675" h="942975">
                  <a:moveTo>
                    <a:pt x="3052813" y="0"/>
                  </a:moveTo>
                  <a:lnTo>
                    <a:pt x="2951480" y="0"/>
                  </a:lnTo>
                  <a:lnTo>
                    <a:pt x="2951480" y="12700"/>
                  </a:lnTo>
                  <a:lnTo>
                    <a:pt x="3052813" y="12700"/>
                  </a:lnTo>
                  <a:lnTo>
                    <a:pt x="3052813" y="0"/>
                  </a:lnTo>
                  <a:close/>
                </a:path>
                <a:path w="8575675" h="942975">
                  <a:moveTo>
                    <a:pt x="3192145" y="0"/>
                  </a:moveTo>
                  <a:lnTo>
                    <a:pt x="3090811" y="0"/>
                  </a:lnTo>
                  <a:lnTo>
                    <a:pt x="3090811" y="12700"/>
                  </a:lnTo>
                  <a:lnTo>
                    <a:pt x="3192145" y="12700"/>
                  </a:lnTo>
                  <a:lnTo>
                    <a:pt x="3192145" y="0"/>
                  </a:lnTo>
                  <a:close/>
                </a:path>
                <a:path w="8575675" h="942975">
                  <a:moveTo>
                    <a:pt x="3331489" y="0"/>
                  </a:moveTo>
                  <a:lnTo>
                    <a:pt x="3230143" y="0"/>
                  </a:lnTo>
                  <a:lnTo>
                    <a:pt x="3230143" y="12700"/>
                  </a:lnTo>
                  <a:lnTo>
                    <a:pt x="3331489" y="12700"/>
                  </a:lnTo>
                  <a:lnTo>
                    <a:pt x="3331489" y="0"/>
                  </a:lnTo>
                  <a:close/>
                </a:path>
                <a:path w="8575675" h="942975">
                  <a:moveTo>
                    <a:pt x="3470821" y="0"/>
                  </a:moveTo>
                  <a:lnTo>
                    <a:pt x="3369487" y="0"/>
                  </a:lnTo>
                  <a:lnTo>
                    <a:pt x="3369487" y="12700"/>
                  </a:lnTo>
                  <a:lnTo>
                    <a:pt x="3470821" y="12700"/>
                  </a:lnTo>
                  <a:lnTo>
                    <a:pt x="3470821" y="0"/>
                  </a:lnTo>
                  <a:close/>
                </a:path>
                <a:path w="8575675" h="942975">
                  <a:moveTo>
                    <a:pt x="3610165" y="0"/>
                  </a:moveTo>
                  <a:lnTo>
                    <a:pt x="3508819" y="0"/>
                  </a:lnTo>
                  <a:lnTo>
                    <a:pt x="3508819" y="12700"/>
                  </a:lnTo>
                  <a:lnTo>
                    <a:pt x="3610165" y="12700"/>
                  </a:lnTo>
                  <a:lnTo>
                    <a:pt x="3610165" y="0"/>
                  </a:lnTo>
                  <a:close/>
                </a:path>
                <a:path w="8575675" h="942975">
                  <a:moveTo>
                    <a:pt x="3749497" y="0"/>
                  </a:moveTo>
                  <a:lnTo>
                    <a:pt x="3648164" y="0"/>
                  </a:lnTo>
                  <a:lnTo>
                    <a:pt x="3648164" y="12700"/>
                  </a:lnTo>
                  <a:lnTo>
                    <a:pt x="3749497" y="12700"/>
                  </a:lnTo>
                  <a:lnTo>
                    <a:pt x="3749497" y="0"/>
                  </a:lnTo>
                  <a:close/>
                </a:path>
                <a:path w="8575675" h="942975">
                  <a:moveTo>
                    <a:pt x="3888829" y="0"/>
                  </a:moveTo>
                  <a:lnTo>
                    <a:pt x="3787495" y="0"/>
                  </a:lnTo>
                  <a:lnTo>
                    <a:pt x="3787495" y="12700"/>
                  </a:lnTo>
                  <a:lnTo>
                    <a:pt x="3888829" y="12700"/>
                  </a:lnTo>
                  <a:lnTo>
                    <a:pt x="3888829" y="0"/>
                  </a:lnTo>
                  <a:close/>
                </a:path>
                <a:path w="8575675" h="942975">
                  <a:moveTo>
                    <a:pt x="4028173" y="0"/>
                  </a:moveTo>
                  <a:lnTo>
                    <a:pt x="3926840" y="0"/>
                  </a:lnTo>
                  <a:lnTo>
                    <a:pt x="3926840" y="12700"/>
                  </a:lnTo>
                  <a:lnTo>
                    <a:pt x="4028173" y="12700"/>
                  </a:lnTo>
                  <a:lnTo>
                    <a:pt x="4028173" y="0"/>
                  </a:lnTo>
                  <a:close/>
                </a:path>
                <a:path w="8575675" h="942975">
                  <a:moveTo>
                    <a:pt x="4167505" y="0"/>
                  </a:moveTo>
                  <a:lnTo>
                    <a:pt x="4066171" y="0"/>
                  </a:lnTo>
                  <a:lnTo>
                    <a:pt x="4066171" y="12700"/>
                  </a:lnTo>
                  <a:lnTo>
                    <a:pt x="4167505" y="12700"/>
                  </a:lnTo>
                  <a:lnTo>
                    <a:pt x="4167505" y="0"/>
                  </a:lnTo>
                  <a:close/>
                </a:path>
                <a:path w="8575675" h="942975">
                  <a:moveTo>
                    <a:pt x="4306849" y="0"/>
                  </a:moveTo>
                  <a:lnTo>
                    <a:pt x="4205503" y="0"/>
                  </a:lnTo>
                  <a:lnTo>
                    <a:pt x="4205503" y="12700"/>
                  </a:lnTo>
                  <a:lnTo>
                    <a:pt x="4306849" y="12700"/>
                  </a:lnTo>
                  <a:lnTo>
                    <a:pt x="4306849" y="0"/>
                  </a:lnTo>
                  <a:close/>
                </a:path>
                <a:path w="8575675" h="942975">
                  <a:moveTo>
                    <a:pt x="4446181" y="0"/>
                  </a:moveTo>
                  <a:lnTo>
                    <a:pt x="4344848" y="0"/>
                  </a:lnTo>
                  <a:lnTo>
                    <a:pt x="4344848" y="12700"/>
                  </a:lnTo>
                  <a:lnTo>
                    <a:pt x="4446181" y="12700"/>
                  </a:lnTo>
                  <a:lnTo>
                    <a:pt x="4446181" y="0"/>
                  </a:lnTo>
                  <a:close/>
                </a:path>
                <a:path w="8575675" h="942975">
                  <a:moveTo>
                    <a:pt x="4585525" y="0"/>
                  </a:moveTo>
                  <a:lnTo>
                    <a:pt x="4484179" y="0"/>
                  </a:lnTo>
                  <a:lnTo>
                    <a:pt x="4484179" y="12700"/>
                  </a:lnTo>
                  <a:lnTo>
                    <a:pt x="4585525" y="12700"/>
                  </a:lnTo>
                  <a:lnTo>
                    <a:pt x="4585525" y="0"/>
                  </a:lnTo>
                  <a:close/>
                </a:path>
                <a:path w="8575675" h="942975">
                  <a:moveTo>
                    <a:pt x="4724857" y="0"/>
                  </a:moveTo>
                  <a:lnTo>
                    <a:pt x="4623524" y="0"/>
                  </a:lnTo>
                  <a:lnTo>
                    <a:pt x="4623524" y="12700"/>
                  </a:lnTo>
                  <a:lnTo>
                    <a:pt x="4724857" y="12700"/>
                  </a:lnTo>
                  <a:lnTo>
                    <a:pt x="4724857" y="0"/>
                  </a:lnTo>
                  <a:close/>
                </a:path>
                <a:path w="8575675" h="942975">
                  <a:moveTo>
                    <a:pt x="4864189" y="0"/>
                  </a:moveTo>
                  <a:lnTo>
                    <a:pt x="4762855" y="0"/>
                  </a:lnTo>
                  <a:lnTo>
                    <a:pt x="4762855" y="12700"/>
                  </a:lnTo>
                  <a:lnTo>
                    <a:pt x="4864189" y="12700"/>
                  </a:lnTo>
                  <a:lnTo>
                    <a:pt x="4864189" y="0"/>
                  </a:lnTo>
                  <a:close/>
                </a:path>
                <a:path w="8575675" h="942975">
                  <a:moveTo>
                    <a:pt x="5003533" y="0"/>
                  </a:moveTo>
                  <a:lnTo>
                    <a:pt x="4902200" y="0"/>
                  </a:lnTo>
                  <a:lnTo>
                    <a:pt x="4902200" y="12700"/>
                  </a:lnTo>
                  <a:lnTo>
                    <a:pt x="5003533" y="12700"/>
                  </a:lnTo>
                  <a:lnTo>
                    <a:pt x="5003533" y="0"/>
                  </a:lnTo>
                  <a:close/>
                </a:path>
                <a:path w="8575675" h="942975">
                  <a:moveTo>
                    <a:pt x="5142865" y="0"/>
                  </a:moveTo>
                  <a:lnTo>
                    <a:pt x="5041531" y="0"/>
                  </a:lnTo>
                  <a:lnTo>
                    <a:pt x="5041531" y="12700"/>
                  </a:lnTo>
                  <a:lnTo>
                    <a:pt x="5142865" y="12700"/>
                  </a:lnTo>
                  <a:lnTo>
                    <a:pt x="5142865" y="0"/>
                  </a:lnTo>
                  <a:close/>
                </a:path>
                <a:path w="8575675" h="942975">
                  <a:moveTo>
                    <a:pt x="5282209" y="0"/>
                  </a:moveTo>
                  <a:lnTo>
                    <a:pt x="5180876" y="0"/>
                  </a:lnTo>
                  <a:lnTo>
                    <a:pt x="5180876" y="12700"/>
                  </a:lnTo>
                  <a:lnTo>
                    <a:pt x="5282209" y="12700"/>
                  </a:lnTo>
                  <a:lnTo>
                    <a:pt x="5282209" y="0"/>
                  </a:lnTo>
                  <a:close/>
                </a:path>
                <a:path w="8575675" h="942975">
                  <a:moveTo>
                    <a:pt x="5421541" y="0"/>
                  </a:moveTo>
                  <a:lnTo>
                    <a:pt x="5320208" y="0"/>
                  </a:lnTo>
                  <a:lnTo>
                    <a:pt x="5320208" y="12700"/>
                  </a:lnTo>
                  <a:lnTo>
                    <a:pt x="5421541" y="12700"/>
                  </a:lnTo>
                  <a:lnTo>
                    <a:pt x="5421541" y="0"/>
                  </a:lnTo>
                  <a:close/>
                </a:path>
                <a:path w="8575675" h="942975">
                  <a:moveTo>
                    <a:pt x="5560873" y="0"/>
                  </a:moveTo>
                  <a:lnTo>
                    <a:pt x="5459539" y="0"/>
                  </a:lnTo>
                  <a:lnTo>
                    <a:pt x="5459539" y="12700"/>
                  </a:lnTo>
                  <a:lnTo>
                    <a:pt x="5560873" y="12700"/>
                  </a:lnTo>
                  <a:lnTo>
                    <a:pt x="5560873" y="0"/>
                  </a:lnTo>
                  <a:close/>
                </a:path>
                <a:path w="8575675" h="942975">
                  <a:moveTo>
                    <a:pt x="5700217" y="0"/>
                  </a:moveTo>
                  <a:lnTo>
                    <a:pt x="5598884" y="0"/>
                  </a:lnTo>
                  <a:lnTo>
                    <a:pt x="5598884" y="12700"/>
                  </a:lnTo>
                  <a:lnTo>
                    <a:pt x="5700217" y="12700"/>
                  </a:lnTo>
                  <a:lnTo>
                    <a:pt x="5700217" y="0"/>
                  </a:lnTo>
                  <a:close/>
                </a:path>
                <a:path w="8575675" h="942975">
                  <a:moveTo>
                    <a:pt x="5839549" y="0"/>
                  </a:moveTo>
                  <a:lnTo>
                    <a:pt x="5738215" y="0"/>
                  </a:lnTo>
                  <a:lnTo>
                    <a:pt x="5738215" y="12700"/>
                  </a:lnTo>
                  <a:lnTo>
                    <a:pt x="5839549" y="12700"/>
                  </a:lnTo>
                  <a:lnTo>
                    <a:pt x="5839549" y="0"/>
                  </a:lnTo>
                  <a:close/>
                </a:path>
                <a:path w="8575675" h="942975">
                  <a:moveTo>
                    <a:pt x="5978893" y="0"/>
                  </a:moveTo>
                  <a:lnTo>
                    <a:pt x="5877547" y="0"/>
                  </a:lnTo>
                  <a:lnTo>
                    <a:pt x="5877547" y="12700"/>
                  </a:lnTo>
                  <a:lnTo>
                    <a:pt x="5978893" y="12700"/>
                  </a:lnTo>
                  <a:lnTo>
                    <a:pt x="5978893" y="0"/>
                  </a:lnTo>
                  <a:close/>
                </a:path>
                <a:path w="8575675" h="942975">
                  <a:moveTo>
                    <a:pt x="6118225" y="0"/>
                  </a:moveTo>
                  <a:lnTo>
                    <a:pt x="6016891" y="0"/>
                  </a:lnTo>
                  <a:lnTo>
                    <a:pt x="6016891" y="12700"/>
                  </a:lnTo>
                  <a:lnTo>
                    <a:pt x="6118225" y="12700"/>
                  </a:lnTo>
                  <a:lnTo>
                    <a:pt x="6118225" y="0"/>
                  </a:lnTo>
                  <a:close/>
                </a:path>
                <a:path w="8575675" h="942975">
                  <a:moveTo>
                    <a:pt x="6257556" y="0"/>
                  </a:moveTo>
                  <a:lnTo>
                    <a:pt x="6156223" y="0"/>
                  </a:lnTo>
                  <a:lnTo>
                    <a:pt x="6156223" y="12700"/>
                  </a:lnTo>
                  <a:lnTo>
                    <a:pt x="6257556" y="12700"/>
                  </a:lnTo>
                  <a:lnTo>
                    <a:pt x="6257556" y="0"/>
                  </a:lnTo>
                  <a:close/>
                </a:path>
                <a:path w="8575675" h="942975">
                  <a:moveTo>
                    <a:pt x="6396901" y="0"/>
                  </a:moveTo>
                  <a:lnTo>
                    <a:pt x="6295568" y="0"/>
                  </a:lnTo>
                  <a:lnTo>
                    <a:pt x="6295568" y="12700"/>
                  </a:lnTo>
                  <a:lnTo>
                    <a:pt x="6396901" y="12700"/>
                  </a:lnTo>
                  <a:lnTo>
                    <a:pt x="6396901" y="0"/>
                  </a:lnTo>
                  <a:close/>
                </a:path>
                <a:path w="8575675" h="942975">
                  <a:moveTo>
                    <a:pt x="6536233" y="0"/>
                  </a:moveTo>
                  <a:lnTo>
                    <a:pt x="6434899" y="0"/>
                  </a:lnTo>
                  <a:lnTo>
                    <a:pt x="6434899" y="12700"/>
                  </a:lnTo>
                  <a:lnTo>
                    <a:pt x="6536233" y="12700"/>
                  </a:lnTo>
                  <a:lnTo>
                    <a:pt x="6536233" y="0"/>
                  </a:lnTo>
                  <a:close/>
                </a:path>
                <a:path w="8575675" h="942975">
                  <a:moveTo>
                    <a:pt x="6675577" y="0"/>
                  </a:moveTo>
                  <a:lnTo>
                    <a:pt x="6574231" y="0"/>
                  </a:lnTo>
                  <a:lnTo>
                    <a:pt x="6574231" y="12700"/>
                  </a:lnTo>
                  <a:lnTo>
                    <a:pt x="6675577" y="12700"/>
                  </a:lnTo>
                  <a:lnTo>
                    <a:pt x="6675577" y="0"/>
                  </a:lnTo>
                  <a:close/>
                </a:path>
                <a:path w="8575675" h="942975">
                  <a:moveTo>
                    <a:pt x="6814909" y="0"/>
                  </a:moveTo>
                  <a:lnTo>
                    <a:pt x="6713575" y="0"/>
                  </a:lnTo>
                  <a:lnTo>
                    <a:pt x="6713575" y="12700"/>
                  </a:lnTo>
                  <a:lnTo>
                    <a:pt x="6814909" y="12700"/>
                  </a:lnTo>
                  <a:lnTo>
                    <a:pt x="6814909" y="0"/>
                  </a:lnTo>
                  <a:close/>
                </a:path>
                <a:path w="8575675" h="942975">
                  <a:moveTo>
                    <a:pt x="6954240" y="0"/>
                  </a:moveTo>
                  <a:lnTo>
                    <a:pt x="6852907" y="0"/>
                  </a:lnTo>
                  <a:lnTo>
                    <a:pt x="6852907" y="12700"/>
                  </a:lnTo>
                  <a:lnTo>
                    <a:pt x="6954240" y="12700"/>
                  </a:lnTo>
                  <a:lnTo>
                    <a:pt x="6954240" y="0"/>
                  </a:lnTo>
                  <a:close/>
                </a:path>
                <a:path w="8575675" h="942975">
                  <a:moveTo>
                    <a:pt x="7093585" y="0"/>
                  </a:moveTo>
                  <a:lnTo>
                    <a:pt x="6992239" y="0"/>
                  </a:lnTo>
                  <a:lnTo>
                    <a:pt x="6992239" y="12700"/>
                  </a:lnTo>
                  <a:lnTo>
                    <a:pt x="7093585" y="12700"/>
                  </a:lnTo>
                  <a:lnTo>
                    <a:pt x="7093585" y="0"/>
                  </a:lnTo>
                  <a:close/>
                </a:path>
                <a:path w="8575675" h="942975">
                  <a:moveTo>
                    <a:pt x="7232917" y="0"/>
                  </a:moveTo>
                  <a:lnTo>
                    <a:pt x="7131583" y="0"/>
                  </a:lnTo>
                  <a:lnTo>
                    <a:pt x="7131583" y="12700"/>
                  </a:lnTo>
                  <a:lnTo>
                    <a:pt x="7232917" y="12700"/>
                  </a:lnTo>
                  <a:lnTo>
                    <a:pt x="7232917" y="0"/>
                  </a:lnTo>
                  <a:close/>
                </a:path>
                <a:path w="8575675" h="942975">
                  <a:moveTo>
                    <a:pt x="7372248" y="0"/>
                  </a:moveTo>
                  <a:lnTo>
                    <a:pt x="7270915" y="0"/>
                  </a:lnTo>
                  <a:lnTo>
                    <a:pt x="7270915" y="12700"/>
                  </a:lnTo>
                  <a:lnTo>
                    <a:pt x="7372248" y="12700"/>
                  </a:lnTo>
                  <a:lnTo>
                    <a:pt x="7372248" y="0"/>
                  </a:lnTo>
                  <a:close/>
                </a:path>
                <a:path w="8575675" h="942975">
                  <a:moveTo>
                    <a:pt x="7511593" y="0"/>
                  </a:moveTo>
                  <a:lnTo>
                    <a:pt x="7410259" y="0"/>
                  </a:lnTo>
                  <a:lnTo>
                    <a:pt x="7410259" y="12700"/>
                  </a:lnTo>
                  <a:lnTo>
                    <a:pt x="7511593" y="12700"/>
                  </a:lnTo>
                  <a:lnTo>
                    <a:pt x="7511593" y="0"/>
                  </a:lnTo>
                  <a:close/>
                </a:path>
                <a:path w="8575675" h="942975">
                  <a:moveTo>
                    <a:pt x="7650924" y="0"/>
                  </a:moveTo>
                  <a:lnTo>
                    <a:pt x="7549591" y="0"/>
                  </a:lnTo>
                  <a:lnTo>
                    <a:pt x="7549591" y="12700"/>
                  </a:lnTo>
                  <a:lnTo>
                    <a:pt x="7650924" y="12700"/>
                  </a:lnTo>
                  <a:lnTo>
                    <a:pt x="7650924" y="0"/>
                  </a:lnTo>
                  <a:close/>
                </a:path>
                <a:path w="8575675" h="942975">
                  <a:moveTo>
                    <a:pt x="7790256" y="0"/>
                  </a:moveTo>
                  <a:lnTo>
                    <a:pt x="7688923" y="0"/>
                  </a:lnTo>
                  <a:lnTo>
                    <a:pt x="7688923" y="12700"/>
                  </a:lnTo>
                  <a:lnTo>
                    <a:pt x="7790256" y="12700"/>
                  </a:lnTo>
                  <a:lnTo>
                    <a:pt x="7790256" y="0"/>
                  </a:lnTo>
                  <a:close/>
                </a:path>
                <a:path w="8575675" h="942975">
                  <a:moveTo>
                    <a:pt x="7929600" y="0"/>
                  </a:moveTo>
                  <a:lnTo>
                    <a:pt x="7828267" y="0"/>
                  </a:lnTo>
                  <a:lnTo>
                    <a:pt x="7828267" y="12700"/>
                  </a:lnTo>
                  <a:lnTo>
                    <a:pt x="7929600" y="12700"/>
                  </a:lnTo>
                  <a:lnTo>
                    <a:pt x="7929600" y="0"/>
                  </a:lnTo>
                  <a:close/>
                </a:path>
                <a:path w="8575675" h="942975">
                  <a:moveTo>
                    <a:pt x="8068932" y="0"/>
                  </a:moveTo>
                  <a:lnTo>
                    <a:pt x="7967599" y="0"/>
                  </a:lnTo>
                  <a:lnTo>
                    <a:pt x="7967599" y="12700"/>
                  </a:lnTo>
                  <a:lnTo>
                    <a:pt x="8068932" y="12700"/>
                  </a:lnTo>
                  <a:lnTo>
                    <a:pt x="8068932" y="0"/>
                  </a:lnTo>
                  <a:close/>
                </a:path>
                <a:path w="8575675" h="942975">
                  <a:moveTo>
                    <a:pt x="8208277" y="0"/>
                  </a:moveTo>
                  <a:lnTo>
                    <a:pt x="8106931" y="0"/>
                  </a:lnTo>
                  <a:lnTo>
                    <a:pt x="8106931" y="12700"/>
                  </a:lnTo>
                  <a:lnTo>
                    <a:pt x="8208277" y="12700"/>
                  </a:lnTo>
                  <a:lnTo>
                    <a:pt x="8208277" y="0"/>
                  </a:lnTo>
                  <a:close/>
                </a:path>
                <a:path w="8575675" h="942975">
                  <a:moveTo>
                    <a:pt x="8347608" y="0"/>
                  </a:moveTo>
                  <a:lnTo>
                    <a:pt x="8246275" y="0"/>
                  </a:lnTo>
                  <a:lnTo>
                    <a:pt x="8246275" y="12700"/>
                  </a:lnTo>
                  <a:lnTo>
                    <a:pt x="8347608" y="12700"/>
                  </a:lnTo>
                  <a:lnTo>
                    <a:pt x="8347608" y="0"/>
                  </a:lnTo>
                  <a:close/>
                </a:path>
                <a:path w="8575675" h="942975">
                  <a:moveTo>
                    <a:pt x="8486940" y="0"/>
                  </a:moveTo>
                  <a:lnTo>
                    <a:pt x="8385607" y="0"/>
                  </a:lnTo>
                  <a:lnTo>
                    <a:pt x="8385607" y="12700"/>
                  </a:lnTo>
                  <a:lnTo>
                    <a:pt x="8486940" y="12700"/>
                  </a:lnTo>
                  <a:lnTo>
                    <a:pt x="8486940" y="0"/>
                  </a:lnTo>
                  <a:close/>
                </a:path>
                <a:path w="8575675" h="942975">
                  <a:moveTo>
                    <a:pt x="8575624" y="0"/>
                  </a:moveTo>
                  <a:lnTo>
                    <a:pt x="8524951" y="0"/>
                  </a:lnTo>
                  <a:lnTo>
                    <a:pt x="8524951" y="12700"/>
                  </a:lnTo>
                  <a:lnTo>
                    <a:pt x="8575624" y="12700"/>
                  </a:lnTo>
                  <a:lnTo>
                    <a:pt x="8575624" y="0"/>
                  </a:lnTo>
                  <a:close/>
                </a:path>
              </a:pathLst>
            </a:custGeom>
            <a:solidFill>
              <a:srgbClr val="5909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396107" y="5340350"/>
              <a:ext cx="7018020" cy="12700"/>
            </a:xfrm>
            <a:custGeom>
              <a:avLst/>
              <a:gdLst/>
              <a:ahLst/>
              <a:cxnLst/>
              <a:rect l="l" t="t" r="r" b="b"/>
              <a:pathLst>
                <a:path w="7018020" h="12700">
                  <a:moveTo>
                    <a:pt x="101333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01333" y="12700"/>
                  </a:lnTo>
                  <a:lnTo>
                    <a:pt x="101333" y="0"/>
                  </a:lnTo>
                  <a:close/>
                </a:path>
                <a:path w="7018020" h="12700">
                  <a:moveTo>
                    <a:pt x="240677" y="0"/>
                  </a:moveTo>
                  <a:lnTo>
                    <a:pt x="139344" y="0"/>
                  </a:lnTo>
                  <a:lnTo>
                    <a:pt x="139344" y="12700"/>
                  </a:lnTo>
                  <a:lnTo>
                    <a:pt x="240677" y="12700"/>
                  </a:lnTo>
                  <a:lnTo>
                    <a:pt x="240677" y="0"/>
                  </a:lnTo>
                  <a:close/>
                </a:path>
                <a:path w="7018020" h="12700">
                  <a:moveTo>
                    <a:pt x="380009" y="0"/>
                  </a:moveTo>
                  <a:lnTo>
                    <a:pt x="278676" y="0"/>
                  </a:lnTo>
                  <a:lnTo>
                    <a:pt x="278676" y="12700"/>
                  </a:lnTo>
                  <a:lnTo>
                    <a:pt x="380009" y="12700"/>
                  </a:lnTo>
                  <a:lnTo>
                    <a:pt x="380009" y="0"/>
                  </a:lnTo>
                  <a:close/>
                </a:path>
                <a:path w="7018020" h="12700">
                  <a:moveTo>
                    <a:pt x="519353" y="0"/>
                  </a:moveTo>
                  <a:lnTo>
                    <a:pt x="418007" y="0"/>
                  </a:lnTo>
                  <a:lnTo>
                    <a:pt x="418007" y="12700"/>
                  </a:lnTo>
                  <a:lnTo>
                    <a:pt x="519353" y="12700"/>
                  </a:lnTo>
                  <a:lnTo>
                    <a:pt x="519353" y="0"/>
                  </a:lnTo>
                  <a:close/>
                </a:path>
                <a:path w="7018020" h="12700">
                  <a:moveTo>
                    <a:pt x="658685" y="0"/>
                  </a:moveTo>
                  <a:lnTo>
                    <a:pt x="557352" y="0"/>
                  </a:lnTo>
                  <a:lnTo>
                    <a:pt x="557352" y="12700"/>
                  </a:lnTo>
                  <a:lnTo>
                    <a:pt x="658685" y="12700"/>
                  </a:lnTo>
                  <a:lnTo>
                    <a:pt x="658685" y="0"/>
                  </a:lnTo>
                  <a:close/>
                </a:path>
                <a:path w="7018020" h="12700">
                  <a:moveTo>
                    <a:pt x="798029" y="0"/>
                  </a:moveTo>
                  <a:lnTo>
                    <a:pt x="696683" y="0"/>
                  </a:lnTo>
                  <a:lnTo>
                    <a:pt x="696683" y="12700"/>
                  </a:lnTo>
                  <a:lnTo>
                    <a:pt x="798029" y="12700"/>
                  </a:lnTo>
                  <a:lnTo>
                    <a:pt x="798029" y="0"/>
                  </a:lnTo>
                  <a:close/>
                </a:path>
                <a:path w="7018020" h="12700">
                  <a:moveTo>
                    <a:pt x="937361" y="0"/>
                  </a:moveTo>
                  <a:lnTo>
                    <a:pt x="836028" y="0"/>
                  </a:lnTo>
                  <a:lnTo>
                    <a:pt x="836028" y="12700"/>
                  </a:lnTo>
                  <a:lnTo>
                    <a:pt x="937361" y="12700"/>
                  </a:lnTo>
                  <a:lnTo>
                    <a:pt x="937361" y="0"/>
                  </a:lnTo>
                  <a:close/>
                </a:path>
                <a:path w="7018020" h="12700">
                  <a:moveTo>
                    <a:pt x="1076693" y="0"/>
                  </a:moveTo>
                  <a:lnTo>
                    <a:pt x="975360" y="0"/>
                  </a:lnTo>
                  <a:lnTo>
                    <a:pt x="975360" y="12700"/>
                  </a:lnTo>
                  <a:lnTo>
                    <a:pt x="1076693" y="12700"/>
                  </a:lnTo>
                  <a:lnTo>
                    <a:pt x="1076693" y="0"/>
                  </a:lnTo>
                  <a:close/>
                </a:path>
                <a:path w="7018020" h="12700">
                  <a:moveTo>
                    <a:pt x="1216037" y="0"/>
                  </a:moveTo>
                  <a:lnTo>
                    <a:pt x="1114704" y="0"/>
                  </a:lnTo>
                  <a:lnTo>
                    <a:pt x="1114704" y="12700"/>
                  </a:lnTo>
                  <a:lnTo>
                    <a:pt x="1216037" y="12700"/>
                  </a:lnTo>
                  <a:lnTo>
                    <a:pt x="1216037" y="0"/>
                  </a:lnTo>
                  <a:close/>
                </a:path>
                <a:path w="7018020" h="12700">
                  <a:moveTo>
                    <a:pt x="1355369" y="0"/>
                  </a:moveTo>
                  <a:lnTo>
                    <a:pt x="1254036" y="0"/>
                  </a:lnTo>
                  <a:lnTo>
                    <a:pt x="1254036" y="12700"/>
                  </a:lnTo>
                  <a:lnTo>
                    <a:pt x="1355369" y="12700"/>
                  </a:lnTo>
                  <a:lnTo>
                    <a:pt x="1355369" y="0"/>
                  </a:lnTo>
                  <a:close/>
                </a:path>
                <a:path w="7018020" h="12700">
                  <a:moveTo>
                    <a:pt x="1494713" y="0"/>
                  </a:moveTo>
                  <a:lnTo>
                    <a:pt x="1393380" y="0"/>
                  </a:lnTo>
                  <a:lnTo>
                    <a:pt x="1393380" y="12700"/>
                  </a:lnTo>
                  <a:lnTo>
                    <a:pt x="1494713" y="12700"/>
                  </a:lnTo>
                  <a:lnTo>
                    <a:pt x="1494713" y="0"/>
                  </a:lnTo>
                  <a:close/>
                </a:path>
                <a:path w="7018020" h="12700">
                  <a:moveTo>
                    <a:pt x="1634045" y="0"/>
                  </a:moveTo>
                  <a:lnTo>
                    <a:pt x="1532712" y="0"/>
                  </a:lnTo>
                  <a:lnTo>
                    <a:pt x="1532712" y="12700"/>
                  </a:lnTo>
                  <a:lnTo>
                    <a:pt x="1634045" y="12700"/>
                  </a:lnTo>
                  <a:lnTo>
                    <a:pt x="1634045" y="0"/>
                  </a:lnTo>
                  <a:close/>
                </a:path>
                <a:path w="7018020" h="12700">
                  <a:moveTo>
                    <a:pt x="1773389" y="0"/>
                  </a:moveTo>
                  <a:lnTo>
                    <a:pt x="1672043" y="0"/>
                  </a:lnTo>
                  <a:lnTo>
                    <a:pt x="1672043" y="12700"/>
                  </a:lnTo>
                  <a:lnTo>
                    <a:pt x="1773389" y="12700"/>
                  </a:lnTo>
                  <a:lnTo>
                    <a:pt x="1773389" y="0"/>
                  </a:lnTo>
                  <a:close/>
                </a:path>
                <a:path w="7018020" h="12700">
                  <a:moveTo>
                    <a:pt x="1912721" y="0"/>
                  </a:moveTo>
                  <a:lnTo>
                    <a:pt x="1811388" y="0"/>
                  </a:lnTo>
                  <a:lnTo>
                    <a:pt x="1811388" y="12700"/>
                  </a:lnTo>
                  <a:lnTo>
                    <a:pt x="1912721" y="12700"/>
                  </a:lnTo>
                  <a:lnTo>
                    <a:pt x="1912721" y="0"/>
                  </a:lnTo>
                  <a:close/>
                </a:path>
                <a:path w="7018020" h="12700">
                  <a:moveTo>
                    <a:pt x="2052066" y="0"/>
                  </a:moveTo>
                  <a:lnTo>
                    <a:pt x="1950720" y="0"/>
                  </a:lnTo>
                  <a:lnTo>
                    <a:pt x="1950720" y="12700"/>
                  </a:lnTo>
                  <a:lnTo>
                    <a:pt x="2052066" y="12700"/>
                  </a:lnTo>
                  <a:lnTo>
                    <a:pt x="2052066" y="0"/>
                  </a:lnTo>
                  <a:close/>
                </a:path>
                <a:path w="7018020" h="12700">
                  <a:moveTo>
                    <a:pt x="2191397" y="0"/>
                  </a:moveTo>
                  <a:lnTo>
                    <a:pt x="2090064" y="0"/>
                  </a:lnTo>
                  <a:lnTo>
                    <a:pt x="2090064" y="12700"/>
                  </a:lnTo>
                  <a:lnTo>
                    <a:pt x="2191397" y="12700"/>
                  </a:lnTo>
                  <a:lnTo>
                    <a:pt x="2191397" y="0"/>
                  </a:lnTo>
                  <a:close/>
                </a:path>
                <a:path w="7018020" h="12700">
                  <a:moveTo>
                    <a:pt x="2330729" y="0"/>
                  </a:moveTo>
                  <a:lnTo>
                    <a:pt x="2229396" y="0"/>
                  </a:lnTo>
                  <a:lnTo>
                    <a:pt x="2229396" y="12700"/>
                  </a:lnTo>
                  <a:lnTo>
                    <a:pt x="2330729" y="12700"/>
                  </a:lnTo>
                  <a:lnTo>
                    <a:pt x="2330729" y="0"/>
                  </a:lnTo>
                  <a:close/>
                </a:path>
                <a:path w="7018020" h="12700">
                  <a:moveTo>
                    <a:pt x="2470073" y="0"/>
                  </a:moveTo>
                  <a:lnTo>
                    <a:pt x="2368740" y="0"/>
                  </a:lnTo>
                  <a:lnTo>
                    <a:pt x="2368740" y="12700"/>
                  </a:lnTo>
                  <a:lnTo>
                    <a:pt x="2470073" y="12700"/>
                  </a:lnTo>
                  <a:lnTo>
                    <a:pt x="2470073" y="0"/>
                  </a:lnTo>
                  <a:close/>
                </a:path>
                <a:path w="7018020" h="12700">
                  <a:moveTo>
                    <a:pt x="2609405" y="0"/>
                  </a:moveTo>
                  <a:lnTo>
                    <a:pt x="2508072" y="0"/>
                  </a:lnTo>
                  <a:lnTo>
                    <a:pt x="2508072" y="12700"/>
                  </a:lnTo>
                  <a:lnTo>
                    <a:pt x="2609405" y="12700"/>
                  </a:lnTo>
                  <a:lnTo>
                    <a:pt x="2609405" y="0"/>
                  </a:lnTo>
                  <a:close/>
                </a:path>
                <a:path w="7018020" h="12700">
                  <a:moveTo>
                    <a:pt x="2748750" y="0"/>
                  </a:moveTo>
                  <a:lnTo>
                    <a:pt x="2647404" y="0"/>
                  </a:lnTo>
                  <a:lnTo>
                    <a:pt x="2647404" y="12700"/>
                  </a:lnTo>
                  <a:lnTo>
                    <a:pt x="2748750" y="12700"/>
                  </a:lnTo>
                  <a:lnTo>
                    <a:pt x="2748750" y="0"/>
                  </a:lnTo>
                  <a:close/>
                </a:path>
                <a:path w="7018020" h="12700">
                  <a:moveTo>
                    <a:pt x="2888081" y="0"/>
                  </a:moveTo>
                  <a:lnTo>
                    <a:pt x="2786748" y="0"/>
                  </a:lnTo>
                  <a:lnTo>
                    <a:pt x="2786748" y="12700"/>
                  </a:lnTo>
                  <a:lnTo>
                    <a:pt x="2888081" y="12700"/>
                  </a:lnTo>
                  <a:lnTo>
                    <a:pt x="2888081" y="0"/>
                  </a:lnTo>
                  <a:close/>
                </a:path>
                <a:path w="7018020" h="12700">
                  <a:moveTo>
                    <a:pt x="3027426" y="0"/>
                  </a:moveTo>
                  <a:lnTo>
                    <a:pt x="2926080" y="0"/>
                  </a:lnTo>
                  <a:lnTo>
                    <a:pt x="2926080" y="12700"/>
                  </a:lnTo>
                  <a:lnTo>
                    <a:pt x="3027426" y="12700"/>
                  </a:lnTo>
                  <a:lnTo>
                    <a:pt x="3027426" y="0"/>
                  </a:lnTo>
                  <a:close/>
                </a:path>
                <a:path w="7018020" h="12700">
                  <a:moveTo>
                    <a:pt x="3166757" y="0"/>
                  </a:moveTo>
                  <a:lnTo>
                    <a:pt x="3065424" y="0"/>
                  </a:lnTo>
                  <a:lnTo>
                    <a:pt x="3065424" y="12700"/>
                  </a:lnTo>
                  <a:lnTo>
                    <a:pt x="3166757" y="12700"/>
                  </a:lnTo>
                  <a:lnTo>
                    <a:pt x="3166757" y="0"/>
                  </a:lnTo>
                  <a:close/>
                </a:path>
                <a:path w="7018020" h="12700">
                  <a:moveTo>
                    <a:pt x="3306089" y="0"/>
                  </a:moveTo>
                  <a:lnTo>
                    <a:pt x="3204756" y="0"/>
                  </a:lnTo>
                  <a:lnTo>
                    <a:pt x="3204756" y="12700"/>
                  </a:lnTo>
                  <a:lnTo>
                    <a:pt x="3306089" y="12700"/>
                  </a:lnTo>
                  <a:lnTo>
                    <a:pt x="3306089" y="0"/>
                  </a:lnTo>
                  <a:close/>
                </a:path>
                <a:path w="7018020" h="12700">
                  <a:moveTo>
                    <a:pt x="3445433" y="0"/>
                  </a:moveTo>
                  <a:lnTo>
                    <a:pt x="3344100" y="0"/>
                  </a:lnTo>
                  <a:lnTo>
                    <a:pt x="3344100" y="12700"/>
                  </a:lnTo>
                  <a:lnTo>
                    <a:pt x="3445433" y="12700"/>
                  </a:lnTo>
                  <a:lnTo>
                    <a:pt x="3445433" y="0"/>
                  </a:lnTo>
                  <a:close/>
                </a:path>
                <a:path w="7018020" h="12700">
                  <a:moveTo>
                    <a:pt x="3584765" y="0"/>
                  </a:moveTo>
                  <a:lnTo>
                    <a:pt x="3483432" y="0"/>
                  </a:lnTo>
                  <a:lnTo>
                    <a:pt x="3483432" y="12700"/>
                  </a:lnTo>
                  <a:lnTo>
                    <a:pt x="3584765" y="12700"/>
                  </a:lnTo>
                  <a:lnTo>
                    <a:pt x="3584765" y="0"/>
                  </a:lnTo>
                  <a:close/>
                </a:path>
                <a:path w="7018020" h="12700">
                  <a:moveTo>
                    <a:pt x="3724110" y="0"/>
                  </a:moveTo>
                  <a:lnTo>
                    <a:pt x="3622776" y="0"/>
                  </a:lnTo>
                  <a:lnTo>
                    <a:pt x="3622776" y="12700"/>
                  </a:lnTo>
                  <a:lnTo>
                    <a:pt x="3724110" y="12700"/>
                  </a:lnTo>
                  <a:lnTo>
                    <a:pt x="3724110" y="0"/>
                  </a:lnTo>
                  <a:close/>
                </a:path>
                <a:path w="7018020" h="12700">
                  <a:moveTo>
                    <a:pt x="3863441" y="0"/>
                  </a:moveTo>
                  <a:lnTo>
                    <a:pt x="3762108" y="0"/>
                  </a:lnTo>
                  <a:lnTo>
                    <a:pt x="3762108" y="12700"/>
                  </a:lnTo>
                  <a:lnTo>
                    <a:pt x="3863441" y="12700"/>
                  </a:lnTo>
                  <a:lnTo>
                    <a:pt x="3863441" y="0"/>
                  </a:lnTo>
                  <a:close/>
                </a:path>
                <a:path w="7018020" h="12700">
                  <a:moveTo>
                    <a:pt x="4002773" y="0"/>
                  </a:moveTo>
                  <a:lnTo>
                    <a:pt x="3901440" y="0"/>
                  </a:lnTo>
                  <a:lnTo>
                    <a:pt x="3901440" y="12700"/>
                  </a:lnTo>
                  <a:lnTo>
                    <a:pt x="4002773" y="12700"/>
                  </a:lnTo>
                  <a:lnTo>
                    <a:pt x="4002773" y="0"/>
                  </a:lnTo>
                  <a:close/>
                </a:path>
                <a:path w="7018020" h="12700">
                  <a:moveTo>
                    <a:pt x="4142117" y="0"/>
                  </a:moveTo>
                  <a:lnTo>
                    <a:pt x="4040784" y="0"/>
                  </a:lnTo>
                  <a:lnTo>
                    <a:pt x="4040784" y="12700"/>
                  </a:lnTo>
                  <a:lnTo>
                    <a:pt x="4142117" y="12700"/>
                  </a:lnTo>
                  <a:lnTo>
                    <a:pt x="4142117" y="0"/>
                  </a:lnTo>
                  <a:close/>
                </a:path>
                <a:path w="7018020" h="12700">
                  <a:moveTo>
                    <a:pt x="4281449" y="0"/>
                  </a:moveTo>
                  <a:lnTo>
                    <a:pt x="4180116" y="0"/>
                  </a:lnTo>
                  <a:lnTo>
                    <a:pt x="4180116" y="12700"/>
                  </a:lnTo>
                  <a:lnTo>
                    <a:pt x="4281449" y="12700"/>
                  </a:lnTo>
                  <a:lnTo>
                    <a:pt x="4281449" y="0"/>
                  </a:lnTo>
                  <a:close/>
                </a:path>
                <a:path w="7018020" h="12700">
                  <a:moveTo>
                    <a:pt x="4420794" y="0"/>
                  </a:moveTo>
                  <a:lnTo>
                    <a:pt x="4319448" y="0"/>
                  </a:lnTo>
                  <a:lnTo>
                    <a:pt x="4319448" y="12700"/>
                  </a:lnTo>
                  <a:lnTo>
                    <a:pt x="4420794" y="12700"/>
                  </a:lnTo>
                  <a:lnTo>
                    <a:pt x="4420794" y="0"/>
                  </a:lnTo>
                  <a:close/>
                </a:path>
                <a:path w="7018020" h="12700">
                  <a:moveTo>
                    <a:pt x="4560125" y="0"/>
                  </a:moveTo>
                  <a:lnTo>
                    <a:pt x="4458792" y="0"/>
                  </a:lnTo>
                  <a:lnTo>
                    <a:pt x="4458792" y="12700"/>
                  </a:lnTo>
                  <a:lnTo>
                    <a:pt x="4560125" y="12700"/>
                  </a:lnTo>
                  <a:lnTo>
                    <a:pt x="4560125" y="0"/>
                  </a:lnTo>
                  <a:close/>
                </a:path>
                <a:path w="7018020" h="12700">
                  <a:moveTo>
                    <a:pt x="4699457" y="0"/>
                  </a:moveTo>
                  <a:lnTo>
                    <a:pt x="4598124" y="0"/>
                  </a:lnTo>
                  <a:lnTo>
                    <a:pt x="4598124" y="12700"/>
                  </a:lnTo>
                  <a:lnTo>
                    <a:pt x="4699457" y="12700"/>
                  </a:lnTo>
                  <a:lnTo>
                    <a:pt x="4699457" y="0"/>
                  </a:lnTo>
                  <a:close/>
                </a:path>
                <a:path w="7018020" h="12700">
                  <a:moveTo>
                    <a:pt x="4838801" y="0"/>
                  </a:moveTo>
                  <a:lnTo>
                    <a:pt x="4737468" y="0"/>
                  </a:lnTo>
                  <a:lnTo>
                    <a:pt x="4737468" y="12700"/>
                  </a:lnTo>
                  <a:lnTo>
                    <a:pt x="4838801" y="12700"/>
                  </a:lnTo>
                  <a:lnTo>
                    <a:pt x="4838801" y="0"/>
                  </a:lnTo>
                  <a:close/>
                </a:path>
                <a:path w="7018020" h="12700">
                  <a:moveTo>
                    <a:pt x="4978133" y="0"/>
                  </a:moveTo>
                  <a:lnTo>
                    <a:pt x="4876800" y="0"/>
                  </a:lnTo>
                  <a:lnTo>
                    <a:pt x="4876800" y="12700"/>
                  </a:lnTo>
                  <a:lnTo>
                    <a:pt x="4978133" y="12700"/>
                  </a:lnTo>
                  <a:lnTo>
                    <a:pt x="4978133" y="0"/>
                  </a:lnTo>
                  <a:close/>
                </a:path>
                <a:path w="7018020" h="12700">
                  <a:moveTo>
                    <a:pt x="5117477" y="0"/>
                  </a:moveTo>
                  <a:lnTo>
                    <a:pt x="5016131" y="0"/>
                  </a:lnTo>
                  <a:lnTo>
                    <a:pt x="5016131" y="12700"/>
                  </a:lnTo>
                  <a:lnTo>
                    <a:pt x="5117477" y="12700"/>
                  </a:lnTo>
                  <a:lnTo>
                    <a:pt x="5117477" y="0"/>
                  </a:lnTo>
                  <a:close/>
                </a:path>
                <a:path w="7018020" h="12700">
                  <a:moveTo>
                    <a:pt x="5256809" y="0"/>
                  </a:moveTo>
                  <a:lnTo>
                    <a:pt x="5155476" y="0"/>
                  </a:lnTo>
                  <a:lnTo>
                    <a:pt x="5155476" y="12700"/>
                  </a:lnTo>
                  <a:lnTo>
                    <a:pt x="5256809" y="12700"/>
                  </a:lnTo>
                  <a:lnTo>
                    <a:pt x="5256809" y="0"/>
                  </a:lnTo>
                  <a:close/>
                </a:path>
                <a:path w="7018020" h="12700">
                  <a:moveTo>
                    <a:pt x="5396141" y="0"/>
                  </a:moveTo>
                  <a:lnTo>
                    <a:pt x="5294808" y="0"/>
                  </a:lnTo>
                  <a:lnTo>
                    <a:pt x="5294808" y="12700"/>
                  </a:lnTo>
                  <a:lnTo>
                    <a:pt x="5396141" y="12700"/>
                  </a:lnTo>
                  <a:lnTo>
                    <a:pt x="5396141" y="0"/>
                  </a:lnTo>
                  <a:close/>
                </a:path>
                <a:path w="7018020" h="12700">
                  <a:moveTo>
                    <a:pt x="5535485" y="0"/>
                  </a:moveTo>
                  <a:lnTo>
                    <a:pt x="5434139" y="0"/>
                  </a:lnTo>
                  <a:lnTo>
                    <a:pt x="5434139" y="12700"/>
                  </a:lnTo>
                  <a:lnTo>
                    <a:pt x="5535485" y="12700"/>
                  </a:lnTo>
                  <a:lnTo>
                    <a:pt x="5535485" y="0"/>
                  </a:lnTo>
                  <a:close/>
                </a:path>
                <a:path w="7018020" h="12700">
                  <a:moveTo>
                    <a:pt x="5674817" y="0"/>
                  </a:moveTo>
                  <a:lnTo>
                    <a:pt x="5573484" y="0"/>
                  </a:lnTo>
                  <a:lnTo>
                    <a:pt x="5573484" y="12700"/>
                  </a:lnTo>
                  <a:lnTo>
                    <a:pt x="5674817" y="12700"/>
                  </a:lnTo>
                  <a:lnTo>
                    <a:pt x="5674817" y="0"/>
                  </a:lnTo>
                  <a:close/>
                </a:path>
                <a:path w="7018020" h="12700">
                  <a:moveTo>
                    <a:pt x="5814149" y="0"/>
                  </a:moveTo>
                  <a:lnTo>
                    <a:pt x="5712815" y="0"/>
                  </a:lnTo>
                  <a:lnTo>
                    <a:pt x="5712815" y="12700"/>
                  </a:lnTo>
                  <a:lnTo>
                    <a:pt x="5814149" y="12700"/>
                  </a:lnTo>
                  <a:lnTo>
                    <a:pt x="5814149" y="0"/>
                  </a:lnTo>
                  <a:close/>
                </a:path>
                <a:path w="7018020" h="12700">
                  <a:moveTo>
                    <a:pt x="5953493" y="0"/>
                  </a:moveTo>
                  <a:lnTo>
                    <a:pt x="5852160" y="0"/>
                  </a:lnTo>
                  <a:lnTo>
                    <a:pt x="5852160" y="12700"/>
                  </a:lnTo>
                  <a:lnTo>
                    <a:pt x="5953493" y="12700"/>
                  </a:lnTo>
                  <a:lnTo>
                    <a:pt x="5953493" y="0"/>
                  </a:lnTo>
                  <a:close/>
                </a:path>
                <a:path w="7018020" h="12700">
                  <a:moveTo>
                    <a:pt x="6092825" y="0"/>
                  </a:moveTo>
                  <a:lnTo>
                    <a:pt x="5991491" y="0"/>
                  </a:lnTo>
                  <a:lnTo>
                    <a:pt x="5991491" y="12700"/>
                  </a:lnTo>
                  <a:lnTo>
                    <a:pt x="6092825" y="12700"/>
                  </a:lnTo>
                  <a:lnTo>
                    <a:pt x="6092825" y="0"/>
                  </a:lnTo>
                  <a:close/>
                </a:path>
                <a:path w="7018020" h="12700">
                  <a:moveTo>
                    <a:pt x="6232156" y="0"/>
                  </a:moveTo>
                  <a:lnTo>
                    <a:pt x="6130823" y="0"/>
                  </a:lnTo>
                  <a:lnTo>
                    <a:pt x="6130823" y="12700"/>
                  </a:lnTo>
                  <a:lnTo>
                    <a:pt x="6232156" y="12700"/>
                  </a:lnTo>
                  <a:lnTo>
                    <a:pt x="6232156" y="0"/>
                  </a:lnTo>
                  <a:close/>
                </a:path>
                <a:path w="7018020" h="12700">
                  <a:moveTo>
                    <a:pt x="6371501" y="0"/>
                  </a:moveTo>
                  <a:lnTo>
                    <a:pt x="6270168" y="0"/>
                  </a:lnTo>
                  <a:lnTo>
                    <a:pt x="6270168" y="12700"/>
                  </a:lnTo>
                  <a:lnTo>
                    <a:pt x="6371501" y="12700"/>
                  </a:lnTo>
                  <a:lnTo>
                    <a:pt x="6371501" y="0"/>
                  </a:lnTo>
                  <a:close/>
                </a:path>
                <a:path w="7018020" h="12700">
                  <a:moveTo>
                    <a:pt x="6510833" y="0"/>
                  </a:moveTo>
                  <a:lnTo>
                    <a:pt x="6409499" y="0"/>
                  </a:lnTo>
                  <a:lnTo>
                    <a:pt x="6409499" y="12700"/>
                  </a:lnTo>
                  <a:lnTo>
                    <a:pt x="6510833" y="12700"/>
                  </a:lnTo>
                  <a:lnTo>
                    <a:pt x="6510833" y="0"/>
                  </a:lnTo>
                  <a:close/>
                </a:path>
                <a:path w="7018020" h="12700">
                  <a:moveTo>
                    <a:pt x="6650177" y="0"/>
                  </a:moveTo>
                  <a:lnTo>
                    <a:pt x="6548831" y="0"/>
                  </a:lnTo>
                  <a:lnTo>
                    <a:pt x="6548831" y="12700"/>
                  </a:lnTo>
                  <a:lnTo>
                    <a:pt x="6650177" y="12700"/>
                  </a:lnTo>
                  <a:lnTo>
                    <a:pt x="6650177" y="0"/>
                  </a:lnTo>
                  <a:close/>
                </a:path>
                <a:path w="7018020" h="12700">
                  <a:moveTo>
                    <a:pt x="6789509" y="0"/>
                  </a:moveTo>
                  <a:lnTo>
                    <a:pt x="6688175" y="0"/>
                  </a:lnTo>
                  <a:lnTo>
                    <a:pt x="6688175" y="12700"/>
                  </a:lnTo>
                  <a:lnTo>
                    <a:pt x="6789509" y="12700"/>
                  </a:lnTo>
                  <a:lnTo>
                    <a:pt x="6789509" y="0"/>
                  </a:lnTo>
                  <a:close/>
                </a:path>
                <a:path w="7018020" h="12700">
                  <a:moveTo>
                    <a:pt x="6928840" y="0"/>
                  </a:moveTo>
                  <a:lnTo>
                    <a:pt x="6827507" y="0"/>
                  </a:lnTo>
                  <a:lnTo>
                    <a:pt x="6827507" y="12700"/>
                  </a:lnTo>
                  <a:lnTo>
                    <a:pt x="6928840" y="12700"/>
                  </a:lnTo>
                  <a:lnTo>
                    <a:pt x="6928840" y="0"/>
                  </a:lnTo>
                  <a:close/>
                </a:path>
                <a:path w="7018020" h="12700">
                  <a:moveTo>
                    <a:pt x="7017525" y="0"/>
                  </a:moveTo>
                  <a:lnTo>
                    <a:pt x="6966852" y="0"/>
                  </a:lnTo>
                  <a:lnTo>
                    <a:pt x="6966852" y="12700"/>
                  </a:lnTo>
                  <a:lnTo>
                    <a:pt x="7017525" y="12700"/>
                  </a:lnTo>
                  <a:lnTo>
                    <a:pt x="7017525" y="0"/>
                  </a:lnTo>
                  <a:close/>
                </a:path>
              </a:pathLst>
            </a:custGeom>
            <a:solidFill>
              <a:srgbClr val="5909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83027" y="1666696"/>
              <a:ext cx="1715617" cy="15699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78056" y="1709737"/>
              <a:ext cx="1463535" cy="12571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3603" y="2093443"/>
              <a:ext cx="146685" cy="14668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3603" y="2519605"/>
              <a:ext cx="146685" cy="14668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59866" y="2056887"/>
              <a:ext cx="1843341" cy="43773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257060" y="2554076"/>
              <a:ext cx="1770380" cy="273050"/>
            </a:xfrm>
            <a:custGeom>
              <a:avLst/>
              <a:gdLst/>
              <a:ahLst/>
              <a:cxnLst/>
              <a:rect l="l" t="t" r="r" b="b"/>
              <a:pathLst>
                <a:path w="1770379" h="273050">
                  <a:moveTo>
                    <a:pt x="20027" y="3200"/>
                  </a:moveTo>
                  <a:lnTo>
                    <a:pt x="8013" y="3200"/>
                  </a:lnTo>
                  <a:lnTo>
                    <a:pt x="8013" y="105727"/>
                  </a:lnTo>
                  <a:lnTo>
                    <a:pt x="20421" y="105727"/>
                  </a:lnTo>
                  <a:lnTo>
                    <a:pt x="20421" y="25234"/>
                  </a:lnTo>
                  <a:lnTo>
                    <a:pt x="35334" y="25234"/>
                  </a:lnTo>
                  <a:lnTo>
                    <a:pt x="20027" y="3200"/>
                  </a:lnTo>
                  <a:close/>
                </a:path>
                <a:path w="1770379" h="273050">
                  <a:moveTo>
                    <a:pt x="35334" y="25234"/>
                  </a:moveTo>
                  <a:lnTo>
                    <a:pt x="21424" y="25234"/>
                  </a:lnTo>
                  <a:lnTo>
                    <a:pt x="77292" y="105727"/>
                  </a:lnTo>
                  <a:lnTo>
                    <a:pt x="89306" y="105727"/>
                  </a:lnTo>
                  <a:lnTo>
                    <a:pt x="89306" y="83896"/>
                  </a:lnTo>
                  <a:lnTo>
                    <a:pt x="76085" y="83896"/>
                  </a:lnTo>
                  <a:lnTo>
                    <a:pt x="35334" y="25234"/>
                  </a:lnTo>
                  <a:close/>
                </a:path>
                <a:path w="1770379" h="273050">
                  <a:moveTo>
                    <a:pt x="89306" y="3200"/>
                  </a:moveTo>
                  <a:lnTo>
                    <a:pt x="77089" y="3200"/>
                  </a:lnTo>
                  <a:lnTo>
                    <a:pt x="77089" y="83896"/>
                  </a:lnTo>
                  <a:lnTo>
                    <a:pt x="89306" y="83896"/>
                  </a:lnTo>
                  <a:lnTo>
                    <a:pt x="89306" y="3200"/>
                  </a:lnTo>
                  <a:close/>
                </a:path>
                <a:path w="1770379" h="273050">
                  <a:moveTo>
                    <a:pt x="150723" y="27838"/>
                  </a:moveTo>
                  <a:lnTo>
                    <a:pt x="136842" y="27838"/>
                  </a:lnTo>
                  <a:lnTo>
                    <a:pt x="130746" y="29489"/>
                  </a:lnTo>
                  <a:lnTo>
                    <a:pt x="120307" y="36093"/>
                  </a:lnTo>
                  <a:lnTo>
                    <a:pt x="116230" y="40728"/>
                  </a:lnTo>
                  <a:lnTo>
                    <a:pt x="110388" y="52679"/>
                  </a:lnTo>
                  <a:lnTo>
                    <a:pt x="108940" y="59677"/>
                  </a:lnTo>
                  <a:lnTo>
                    <a:pt x="108940" y="75628"/>
                  </a:lnTo>
                  <a:lnTo>
                    <a:pt x="136842" y="107327"/>
                  </a:lnTo>
                  <a:lnTo>
                    <a:pt x="150723" y="107327"/>
                  </a:lnTo>
                  <a:lnTo>
                    <a:pt x="156794" y="105676"/>
                  </a:lnTo>
                  <a:lnTo>
                    <a:pt x="167246" y="99072"/>
                  </a:lnTo>
                  <a:lnTo>
                    <a:pt x="169329" y="96710"/>
                  </a:lnTo>
                  <a:lnTo>
                    <a:pt x="138506" y="96710"/>
                  </a:lnTo>
                  <a:lnTo>
                    <a:pt x="134175" y="95364"/>
                  </a:lnTo>
                  <a:lnTo>
                    <a:pt x="127368" y="89954"/>
                  </a:lnTo>
                  <a:lnTo>
                    <a:pt x="124841" y="86398"/>
                  </a:lnTo>
                  <a:lnTo>
                    <a:pt x="121577" y="77596"/>
                  </a:lnTo>
                  <a:lnTo>
                    <a:pt x="120751" y="72821"/>
                  </a:lnTo>
                  <a:lnTo>
                    <a:pt x="120751" y="62547"/>
                  </a:lnTo>
                  <a:lnTo>
                    <a:pt x="138506" y="38442"/>
                  </a:lnTo>
                  <a:lnTo>
                    <a:pt x="169312" y="38442"/>
                  </a:lnTo>
                  <a:lnTo>
                    <a:pt x="167246" y="36093"/>
                  </a:lnTo>
                  <a:lnTo>
                    <a:pt x="156794" y="29489"/>
                  </a:lnTo>
                  <a:lnTo>
                    <a:pt x="150723" y="27838"/>
                  </a:lnTo>
                  <a:close/>
                </a:path>
                <a:path w="1770379" h="273050">
                  <a:moveTo>
                    <a:pt x="169312" y="38442"/>
                  </a:moveTo>
                  <a:lnTo>
                    <a:pt x="149059" y="38442"/>
                  </a:lnTo>
                  <a:lnTo>
                    <a:pt x="153390" y="39814"/>
                  </a:lnTo>
                  <a:lnTo>
                    <a:pt x="160197" y="45288"/>
                  </a:lnTo>
                  <a:lnTo>
                    <a:pt x="162725" y="48869"/>
                  </a:lnTo>
                  <a:lnTo>
                    <a:pt x="165989" y="57746"/>
                  </a:lnTo>
                  <a:lnTo>
                    <a:pt x="166814" y="62547"/>
                  </a:lnTo>
                  <a:lnTo>
                    <a:pt x="166814" y="72821"/>
                  </a:lnTo>
                  <a:lnTo>
                    <a:pt x="149059" y="96710"/>
                  </a:lnTo>
                  <a:lnTo>
                    <a:pt x="169329" y="96710"/>
                  </a:lnTo>
                  <a:lnTo>
                    <a:pt x="171323" y="94449"/>
                  </a:lnTo>
                  <a:lnTo>
                    <a:pt x="174218" y="88506"/>
                  </a:lnTo>
                  <a:lnTo>
                    <a:pt x="177152" y="82562"/>
                  </a:lnTo>
                  <a:lnTo>
                    <a:pt x="178625" y="75628"/>
                  </a:lnTo>
                  <a:lnTo>
                    <a:pt x="178625" y="59677"/>
                  </a:lnTo>
                  <a:lnTo>
                    <a:pt x="177152" y="52679"/>
                  </a:lnTo>
                  <a:lnTo>
                    <a:pt x="174218" y="46710"/>
                  </a:lnTo>
                  <a:lnTo>
                    <a:pt x="171323" y="40728"/>
                  </a:lnTo>
                  <a:lnTo>
                    <a:pt x="169312" y="38442"/>
                  </a:lnTo>
                  <a:close/>
                </a:path>
                <a:path w="1770379" h="273050">
                  <a:moveTo>
                    <a:pt x="247726" y="28828"/>
                  </a:moveTo>
                  <a:lnTo>
                    <a:pt x="236308" y="28828"/>
                  </a:lnTo>
                  <a:lnTo>
                    <a:pt x="236308" y="105727"/>
                  </a:lnTo>
                  <a:lnTo>
                    <a:pt x="248119" y="105727"/>
                  </a:lnTo>
                  <a:lnTo>
                    <a:pt x="248119" y="53593"/>
                  </a:lnTo>
                  <a:lnTo>
                    <a:pt x="248958" y="50507"/>
                  </a:lnTo>
                  <a:lnTo>
                    <a:pt x="252323" y="45072"/>
                  </a:lnTo>
                  <a:lnTo>
                    <a:pt x="254635" y="42938"/>
                  </a:lnTo>
                  <a:lnTo>
                    <a:pt x="259308" y="40449"/>
                  </a:lnTo>
                  <a:lnTo>
                    <a:pt x="247726" y="40449"/>
                  </a:lnTo>
                  <a:lnTo>
                    <a:pt x="247726" y="28828"/>
                  </a:lnTo>
                  <a:close/>
                </a:path>
                <a:path w="1770379" h="273050">
                  <a:moveTo>
                    <a:pt x="274751" y="27838"/>
                  </a:moveTo>
                  <a:lnTo>
                    <a:pt x="263231" y="27838"/>
                  </a:lnTo>
                  <a:lnTo>
                    <a:pt x="259784" y="28828"/>
                  </a:lnTo>
                  <a:lnTo>
                    <a:pt x="252463" y="33553"/>
                  </a:lnTo>
                  <a:lnTo>
                    <a:pt x="249923" y="36639"/>
                  </a:lnTo>
                  <a:lnTo>
                    <a:pt x="248526" y="40449"/>
                  </a:lnTo>
                  <a:lnTo>
                    <a:pt x="259308" y="40449"/>
                  </a:lnTo>
                  <a:lnTo>
                    <a:pt x="260429" y="39852"/>
                  </a:lnTo>
                  <a:lnTo>
                    <a:pt x="263313" y="39166"/>
                  </a:lnTo>
                  <a:lnTo>
                    <a:pt x="274751" y="39166"/>
                  </a:lnTo>
                  <a:lnTo>
                    <a:pt x="274751" y="27838"/>
                  </a:lnTo>
                  <a:close/>
                </a:path>
                <a:path w="1770379" h="273050">
                  <a:moveTo>
                    <a:pt x="274751" y="39166"/>
                  </a:moveTo>
                  <a:lnTo>
                    <a:pt x="270598" y="39166"/>
                  </a:lnTo>
                  <a:lnTo>
                    <a:pt x="275011" y="39852"/>
                  </a:lnTo>
                  <a:lnTo>
                    <a:pt x="274751" y="39852"/>
                  </a:lnTo>
                  <a:lnTo>
                    <a:pt x="274751" y="39166"/>
                  </a:lnTo>
                  <a:close/>
                </a:path>
                <a:path w="1770379" h="273050">
                  <a:moveTo>
                    <a:pt x="321462" y="27838"/>
                  </a:moveTo>
                  <a:lnTo>
                    <a:pt x="310515" y="27838"/>
                  </a:lnTo>
                  <a:lnTo>
                    <a:pt x="304444" y="29540"/>
                  </a:lnTo>
                  <a:lnTo>
                    <a:pt x="294023" y="36347"/>
                  </a:lnTo>
                  <a:lnTo>
                    <a:pt x="290017" y="41020"/>
                  </a:lnTo>
                  <a:lnTo>
                    <a:pt x="284348" y="52857"/>
                  </a:lnTo>
                  <a:lnTo>
                    <a:pt x="284251" y="53060"/>
                  </a:lnTo>
                  <a:lnTo>
                    <a:pt x="282816" y="60007"/>
                  </a:lnTo>
                  <a:lnTo>
                    <a:pt x="282816" y="75755"/>
                  </a:lnTo>
                  <a:lnTo>
                    <a:pt x="311251" y="107327"/>
                  </a:lnTo>
                  <a:lnTo>
                    <a:pt x="323862" y="107327"/>
                  </a:lnTo>
                  <a:lnTo>
                    <a:pt x="344603" y="96710"/>
                  </a:lnTo>
                  <a:lnTo>
                    <a:pt x="313880" y="96710"/>
                  </a:lnTo>
                  <a:lnTo>
                    <a:pt x="309702" y="95681"/>
                  </a:lnTo>
                  <a:lnTo>
                    <a:pt x="294627" y="71285"/>
                  </a:lnTo>
                  <a:lnTo>
                    <a:pt x="291223" y="71285"/>
                  </a:lnTo>
                  <a:lnTo>
                    <a:pt x="291223" y="61074"/>
                  </a:lnTo>
                  <a:lnTo>
                    <a:pt x="294627" y="61074"/>
                  </a:lnTo>
                  <a:lnTo>
                    <a:pt x="294627" y="58635"/>
                  </a:lnTo>
                  <a:lnTo>
                    <a:pt x="312750" y="38442"/>
                  </a:lnTo>
                  <a:lnTo>
                    <a:pt x="342244" y="38442"/>
                  </a:lnTo>
                  <a:lnTo>
                    <a:pt x="339979" y="36347"/>
                  </a:lnTo>
                  <a:lnTo>
                    <a:pt x="336778" y="33337"/>
                  </a:lnTo>
                  <a:lnTo>
                    <a:pt x="333222" y="31165"/>
                  </a:lnTo>
                  <a:lnTo>
                    <a:pt x="325412" y="28498"/>
                  </a:lnTo>
                  <a:lnTo>
                    <a:pt x="321462" y="27838"/>
                  </a:lnTo>
                  <a:close/>
                </a:path>
                <a:path w="1770379" h="273050">
                  <a:moveTo>
                    <a:pt x="337883" y="84696"/>
                  </a:moveTo>
                  <a:lnTo>
                    <a:pt x="321767" y="96710"/>
                  </a:lnTo>
                  <a:lnTo>
                    <a:pt x="344603" y="96710"/>
                  </a:lnTo>
                  <a:lnTo>
                    <a:pt x="346075" y="95186"/>
                  </a:lnTo>
                  <a:lnTo>
                    <a:pt x="348094" y="91782"/>
                  </a:lnTo>
                  <a:lnTo>
                    <a:pt x="349300" y="87909"/>
                  </a:lnTo>
                  <a:lnTo>
                    <a:pt x="337883" y="84696"/>
                  </a:lnTo>
                  <a:close/>
                </a:path>
                <a:path w="1770379" h="273050">
                  <a:moveTo>
                    <a:pt x="294627" y="61074"/>
                  </a:moveTo>
                  <a:lnTo>
                    <a:pt x="291223" y="61074"/>
                  </a:lnTo>
                  <a:lnTo>
                    <a:pt x="291223" y="71285"/>
                  </a:lnTo>
                  <a:lnTo>
                    <a:pt x="294627" y="71285"/>
                  </a:lnTo>
                  <a:lnTo>
                    <a:pt x="294627" y="61074"/>
                  </a:lnTo>
                  <a:close/>
                </a:path>
                <a:path w="1770379" h="273050">
                  <a:moveTo>
                    <a:pt x="342244" y="38442"/>
                  </a:moveTo>
                  <a:lnTo>
                    <a:pt x="321729" y="38442"/>
                  </a:lnTo>
                  <a:lnTo>
                    <a:pt x="325437" y="39433"/>
                  </a:lnTo>
                  <a:lnTo>
                    <a:pt x="331736" y="43370"/>
                  </a:lnTo>
                  <a:lnTo>
                    <a:pt x="334175" y="46050"/>
                  </a:lnTo>
                  <a:lnTo>
                    <a:pt x="335876" y="49453"/>
                  </a:lnTo>
                  <a:lnTo>
                    <a:pt x="337616" y="52857"/>
                  </a:lnTo>
                  <a:lnTo>
                    <a:pt x="338480" y="56730"/>
                  </a:lnTo>
                  <a:lnTo>
                    <a:pt x="338480" y="61074"/>
                  </a:lnTo>
                  <a:lnTo>
                    <a:pt x="294627" y="61074"/>
                  </a:lnTo>
                  <a:lnTo>
                    <a:pt x="294627" y="71285"/>
                  </a:lnTo>
                  <a:lnTo>
                    <a:pt x="350494" y="71285"/>
                  </a:lnTo>
                  <a:lnTo>
                    <a:pt x="350420" y="58635"/>
                  </a:lnTo>
                  <a:lnTo>
                    <a:pt x="349542" y="53060"/>
                  </a:lnTo>
                  <a:lnTo>
                    <a:pt x="345789" y="43370"/>
                  </a:lnTo>
                  <a:lnTo>
                    <a:pt x="343381" y="39611"/>
                  </a:lnTo>
                  <a:lnTo>
                    <a:pt x="343266" y="39433"/>
                  </a:lnTo>
                  <a:lnTo>
                    <a:pt x="342244" y="38442"/>
                  </a:lnTo>
                  <a:close/>
                </a:path>
                <a:path w="1770379" h="273050">
                  <a:moveTo>
                    <a:pt x="385483" y="10413"/>
                  </a:moveTo>
                  <a:lnTo>
                    <a:pt x="373672" y="10413"/>
                  </a:lnTo>
                  <a:lnTo>
                    <a:pt x="373672" y="91376"/>
                  </a:lnTo>
                  <a:lnTo>
                    <a:pt x="391160" y="106730"/>
                  </a:lnTo>
                  <a:lnTo>
                    <a:pt x="396697" y="106730"/>
                  </a:lnTo>
                  <a:lnTo>
                    <a:pt x="398526" y="106565"/>
                  </a:lnTo>
                  <a:lnTo>
                    <a:pt x="399961" y="106222"/>
                  </a:lnTo>
                  <a:lnTo>
                    <a:pt x="401021" y="106006"/>
                  </a:lnTo>
                  <a:lnTo>
                    <a:pt x="402513" y="105625"/>
                  </a:lnTo>
                  <a:lnTo>
                    <a:pt x="403313" y="105321"/>
                  </a:lnTo>
                  <a:lnTo>
                    <a:pt x="401036" y="95313"/>
                  </a:lnTo>
                  <a:lnTo>
                    <a:pt x="393966" y="95313"/>
                  </a:lnTo>
                  <a:lnTo>
                    <a:pt x="392708" y="95110"/>
                  </a:lnTo>
                  <a:lnTo>
                    <a:pt x="392503" y="95110"/>
                  </a:lnTo>
                  <a:lnTo>
                    <a:pt x="390740" y="94513"/>
                  </a:lnTo>
                  <a:lnTo>
                    <a:pt x="385483" y="87033"/>
                  </a:lnTo>
                  <a:lnTo>
                    <a:pt x="385483" y="10413"/>
                  </a:lnTo>
                  <a:close/>
                </a:path>
                <a:path w="1770379" h="273050">
                  <a:moveTo>
                    <a:pt x="400924" y="94818"/>
                  </a:moveTo>
                  <a:lnTo>
                    <a:pt x="400405" y="94818"/>
                  </a:lnTo>
                  <a:lnTo>
                    <a:pt x="398907" y="95110"/>
                  </a:lnTo>
                  <a:lnTo>
                    <a:pt x="397687" y="95313"/>
                  </a:lnTo>
                  <a:lnTo>
                    <a:pt x="401036" y="95313"/>
                  </a:lnTo>
                  <a:lnTo>
                    <a:pt x="400924" y="94818"/>
                  </a:lnTo>
                  <a:close/>
                </a:path>
                <a:path w="1770379" h="273050">
                  <a:moveTo>
                    <a:pt x="373672" y="28828"/>
                  </a:moveTo>
                  <a:lnTo>
                    <a:pt x="362064" y="28828"/>
                  </a:lnTo>
                  <a:lnTo>
                    <a:pt x="362064" y="38849"/>
                  </a:lnTo>
                  <a:lnTo>
                    <a:pt x="373672" y="38849"/>
                  </a:lnTo>
                  <a:lnTo>
                    <a:pt x="373672" y="28828"/>
                  </a:lnTo>
                  <a:close/>
                </a:path>
                <a:path w="1770379" h="273050">
                  <a:moveTo>
                    <a:pt x="401904" y="28828"/>
                  </a:moveTo>
                  <a:lnTo>
                    <a:pt x="385483" y="28828"/>
                  </a:lnTo>
                  <a:lnTo>
                    <a:pt x="385483" y="38849"/>
                  </a:lnTo>
                  <a:lnTo>
                    <a:pt x="401904" y="38849"/>
                  </a:lnTo>
                  <a:lnTo>
                    <a:pt x="401904" y="28828"/>
                  </a:lnTo>
                  <a:close/>
                </a:path>
                <a:path w="1770379" h="273050">
                  <a:moveTo>
                    <a:pt x="431495" y="28828"/>
                  </a:moveTo>
                  <a:lnTo>
                    <a:pt x="419684" y="28828"/>
                  </a:lnTo>
                  <a:lnTo>
                    <a:pt x="419684" y="84239"/>
                  </a:lnTo>
                  <a:lnTo>
                    <a:pt x="420671" y="89255"/>
                  </a:lnTo>
                  <a:lnTo>
                    <a:pt x="420751" y="89661"/>
                  </a:lnTo>
                  <a:lnTo>
                    <a:pt x="439699" y="106730"/>
                  </a:lnTo>
                  <a:lnTo>
                    <a:pt x="450316" y="106730"/>
                  </a:lnTo>
                  <a:lnTo>
                    <a:pt x="466134" y="95313"/>
                  </a:lnTo>
                  <a:lnTo>
                    <a:pt x="443407" y="95313"/>
                  </a:lnTo>
                  <a:lnTo>
                    <a:pt x="439369" y="93649"/>
                  </a:lnTo>
                  <a:lnTo>
                    <a:pt x="436194" y="90309"/>
                  </a:lnTo>
                  <a:lnTo>
                    <a:pt x="433057" y="86969"/>
                  </a:lnTo>
                  <a:lnTo>
                    <a:pt x="431495" y="82499"/>
                  </a:lnTo>
                  <a:lnTo>
                    <a:pt x="431495" y="28828"/>
                  </a:lnTo>
                  <a:close/>
                </a:path>
                <a:path w="1770379" h="273050">
                  <a:moveTo>
                    <a:pt x="479958" y="92709"/>
                  </a:moveTo>
                  <a:lnTo>
                    <a:pt x="468134" y="92709"/>
                  </a:lnTo>
                  <a:lnTo>
                    <a:pt x="468134" y="105727"/>
                  </a:lnTo>
                  <a:lnTo>
                    <a:pt x="479958" y="105727"/>
                  </a:lnTo>
                  <a:lnTo>
                    <a:pt x="479958" y="92709"/>
                  </a:lnTo>
                  <a:close/>
                </a:path>
                <a:path w="1770379" h="273050">
                  <a:moveTo>
                    <a:pt x="479958" y="28828"/>
                  </a:moveTo>
                  <a:lnTo>
                    <a:pt x="468134" y="28828"/>
                  </a:lnTo>
                  <a:lnTo>
                    <a:pt x="468134" y="79095"/>
                  </a:lnTo>
                  <a:lnTo>
                    <a:pt x="467080" y="83045"/>
                  </a:lnTo>
                  <a:lnTo>
                    <a:pt x="462915" y="89255"/>
                  </a:lnTo>
                  <a:lnTo>
                    <a:pt x="460349" y="91554"/>
                  </a:lnTo>
                  <a:lnTo>
                    <a:pt x="454240" y="94564"/>
                  </a:lnTo>
                  <a:lnTo>
                    <a:pt x="451256" y="95313"/>
                  </a:lnTo>
                  <a:lnTo>
                    <a:pt x="466134" y="95313"/>
                  </a:lnTo>
                  <a:lnTo>
                    <a:pt x="467334" y="92709"/>
                  </a:lnTo>
                  <a:lnTo>
                    <a:pt x="479958" y="92709"/>
                  </a:lnTo>
                  <a:lnTo>
                    <a:pt x="479958" y="28828"/>
                  </a:lnTo>
                  <a:close/>
                </a:path>
                <a:path w="1770379" h="273050">
                  <a:moveTo>
                    <a:pt x="513003" y="28828"/>
                  </a:moveTo>
                  <a:lnTo>
                    <a:pt x="501586" y="28828"/>
                  </a:lnTo>
                  <a:lnTo>
                    <a:pt x="501586" y="105727"/>
                  </a:lnTo>
                  <a:lnTo>
                    <a:pt x="513410" y="105727"/>
                  </a:lnTo>
                  <a:lnTo>
                    <a:pt x="513410" y="53593"/>
                  </a:lnTo>
                  <a:lnTo>
                    <a:pt x="514235" y="50507"/>
                  </a:lnTo>
                  <a:lnTo>
                    <a:pt x="517613" y="45072"/>
                  </a:lnTo>
                  <a:lnTo>
                    <a:pt x="519912" y="42938"/>
                  </a:lnTo>
                  <a:lnTo>
                    <a:pt x="524586" y="40449"/>
                  </a:lnTo>
                  <a:lnTo>
                    <a:pt x="513003" y="40449"/>
                  </a:lnTo>
                  <a:lnTo>
                    <a:pt x="513003" y="28828"/>
                  </a:lnTo>
                  <a:close/>
                </a:path>
                <a:path w="1770379" h="273050">
                  <a:moveTo>
                    <a:pt x="540042" y="27838"/>
                  </a:moveTo>
                  <a:lnTo>
                    <a:pt x="528509" y="27838"/>
                  </a:lnTo>
                  <a:lnTo>
                    <a:pt x="525061" y="28828"/>
                  </a:lnTo>
                  <a:lnTo>
                    <a:pt x="517740" y="33553"/>
                  </a:lnTo>
                  <a:lnTo>
                    <a:pt x="515213" y="36639"/>
                  </a:lnTo>
                  <a:lnTo>
                    <a:pt x="513803" y="40449"/>
                  </a:lnTo>
                  <a:lnTo>
                    <a:pt x="524586" y="40449"/>
                  </a:lnTo>
                  <a:lnTo>
                    <a:pt x="525706" y="39852"/>
                  </a:lnTo>
                  <a:lnTo>
                    <a:pt x="528601" y="39166"/>
                  </a:lnTo>
                  <a:lnTo>
                    <a:pt x="540042" y="39166"/>
                  </a:lnTo>
                  <a:lnTo>
                    <a:pt x="540042" y="27838"/>
                  </a:lnTo>
                  <a:close/>
                </a:path>
                <a:path w="1770379" h="273050">
                  <a:moveTo>
                    <a:pt x="540042" y="39166"/>
                  </a:moveTo>
                  <a:lnTo>
                    <a:pt x="535876" y="39166"/>
                  </a:lnTo>
                  <a:lnTo>
                    <a:pt x="537286" y="39395"/>
                  </a:lnTo>
                  <a:lnTo>
                    <a:pt x="538721" y="39598"/>
                  </a:lnTo>
                  <a:lnTo>
                    <a:pt x="540245" y="39852"/>
                  </a:lnTo>
                  <a:lnTo>
                    <a:pt x="540042" y="39852"/>
                  </a:lnTo>
                  <a:lnTo>
                    <a:pt x="540042" y="39166"/>
                  </a:lnTo>
                  <a:close/>
                </a:path>
                <a:path w="1770379" h="273050">
                  <a:moveTo>
                    <a:pt x="565454" y="28905"/>
                  </a:moveTo>
                  <a:lnTo>
                    <a:pt x="554037" y="28905"/>
                  </a:lnTo>
                  <a:lnTo>
                    <a:pt x="554037" y="105727"/>
                  </a:lnTo>
                  <a:lnTo>
                    <a:pt x="565861" y="105727"/>
                  </a:lnTo>
                  <a:lnTo>
                    <a:pt x="565861" y="55003"/>
                  </a:lnTo>
                  <a:lnTo>
                    <a:pt x="566615" y="51625"/>
                  </a:lnTo>
                  <a:lnTo>
                    <a:pt x="566712" y="51193"/>
                  </a:lnTo>
                  <a:lnTo>
                    <a:pt x="570115" y="44919"/>
                  </a:lnTo>
                  <a:lnTo>
                    <a:pt x="572427" y="42532"/>
                  </a:lnTo>
                  <a:lnTo>
                    <a:pt x="575483" y="40843"/>
                  </a:lnTo>
                  <a:lnTo>
                    <a:pt x="565454" y="40843"/>
                  </a:lnTo>
                  <a:lnTo>
                    <a:pt x="565454" y="28905"/>
                  </a:lnTo>
                  <a:close/>
                </a:path>
                <a:path w="1770379" h="273050">
                  <a:moveTo>
                    <a:pt x="610547" y="38442"/>
                  </a:moveTo>
                  <a:lnTo>
                    <a:pt x="590956" y="38442"/>
                  </a:lnTo>
                  <a:lnTo>
                    <a:pt x="595261" y="40144"/>
                  </a:lnTo>
                  <a:lnTo>
                    <a:pt x="601535" y="46926"/>
                  </a:lnTo>
                  <a:lnTo>
                    <a:pt x="603097" y="51625"/>
                  </a:lnTo>
                  <a:lnTo>
                    <a:pt x="603097" y="105727"/>
                  </a:lnTo>
                  <a:lnTo>
                    <a:pt x="614921" y="105727"/>
                  </a:lnTo>
                  <a:lnTo>
                    <a:pt x="614921" y="50330"/>
                  </a:lnTo>
                  <a:lnTo>
                    <a:pt x="613829" y="44919"/>
                  </a:lnTo>
                  <a:lnTo>
                    <a:pt x="610547" y="38442"/>
                  </a:lnTo>
                  <a:close/>
                </a:path>
                <a:path w="1770379" h="273050">
                  <a:moveTo>
                    <a:pt x="594093" y="27838"/>
                  </a:moveTo>
                  <a:lnTo>
                    <a:pt x="583082" y="27838"/>
                  </a:lnTo>
                  <a:lnTo>
                    <a:pt x="578332" y="29032"/>
                  </a:lnTo>
                  <a:lnTo>
                    <a:pt x="570992" y="33807"/>
                  </a:lnTo>
                  <a:lnTo>
                    <a:pt x="568261" y="36944"/>
                  </a:lnTo>
                  <a:lnTo>
                    <a:pt x="566458" y="40843"/>
                  </a:lnTo>
                  <a:lnTo>
                    <a:pt x="575483" y="40843"/>
                  </a:lnTo>
                  <a:lnTo>
                    <a:pt x="578332" y="39268"/>
                  </a:lnTo>
                  <a:lnTo>
                    <a:pt x="581710" y="38442"/>
                  </a:lnTo>
                  <a:lnTo>
                    <a:pt x="610547" y="38442"/>
                  </a:lnTo>
                  <a:lnTo>
                    <a:pt x="609485" y="36347"/>
                  </a:lnTo>
                  <a:lnTo>
                    <a:pt x="606450" y="33134"/>
                  </a:lnTo>
                  <a:lnTo>
                    <a:pt x="598639" y="28905"/>
                  </a:lnTo>
                  <a:lnTo>
                    <a:pt x="594093" y="27838"/>
                  </a:lnTo>
                  <a:close/>
                </a:path>
                <a:path w="1770379" h="273050">
                  <a:moveTo>
                    <a:pt x="687565" y="28828"/>
                  </a:moveTo>
                  <a:lnTo>
                    <a:pt x="676148" y="28828"/>
                  </a:lnTo>
                  <a:lnTo>
                    <a:pt x="676148" y="105727"/>
                  </a:lnTo>
                  <a:lnTo>
                    <a:pt x="687971" y="105727"/>
                  </a:lnTo>
                  <a:lnTo>
                    <a:pt x="687971" y="53593"/>
                  </a:lnTo>
                  <a:lnTo>
                    <a:pt x="688797" y="50507"/>
                  </a:lnTo>
                  <a:lnTo>
                    <a:pt x="692175" y="45072"/>
                  </a:lnTo>
                  <a:lnTo>
                    <a:pt x="694474" y="42938"/>
                  </a:lnTo>
                  <a:lnTo>
                    <a:pt x="699147" y="40449"/>
                  </a:lnTo>
                  <a:lnTo>
                    <a:pt x="687565" y="40449"/>
                  </a:lnTo>
                  <a:lnTo>
                    <a:pt x="687565" y="28828"/>
                  </a:lnTo>
                  <a:close/>
                </a:path>
                <a:path w="1770379" h="273050">
                  <a:moveTo>
                    <a:pt x="714603" y="27838"/>
                  </a:moveTo>
                  <a:lnTo>
                    <a:pt x="703070" y="27838"/>
                  </a:lnTo>
                  <a:lnTo>
                    <a:pt x="699623" y="28828"/>
                  </a:lnTo>
                  <a:lnTo>
                    <a:pt x="692302" y="33553"/>
                  </a:lnTo>
                  <a:lnTo>
                    <a:pt x="689762" y="36639"/>
                  </a:lnTo>
                  <a:lnTo>
                    <a:pt x="688365" y="40449"/>
                  </a:lnTo>
                  <a:lnTo>
                    <a:pt x="699147" y="40449"/>
                  </a:lnTo>
                  <a:lnTo>
                    <a:pt x="700268" y="39852"/>
                  </a:lnTo>
                  <a:lnTo>
                    <a:pt x="703163" y="39166"/>
                  </a:lnTo>
                  <a:lnTo>
                    <a:pt x="714603" y="39166"/>
                  </a:lnTo>
                  <a:lnTo>
                    <a:pt x="714603" y="27838"/>
                  </a:lnTo>
                  <a:close/>
                </a:path>
                <a:path w="1770379" h="273050">
                  <a:moveTo>
                    <a:pt x="714603" y="39166"/>
                  </a:moveTo>
                  <a:lnTo>
                    <a:pt x="710438" y="39166"/>
                  </a:lnTo>
                  <a:lnTo>
                    <a:pt x="711847" y="39395"/>
                  </a:lnTo>
                  <a:lnTo>
                    <a:pt x="713282" y="39598"/>
                  </a:lnTo>
                  <a:lnTo>
                    <a:pt x="714806" y="39852"/>
                  </a:lnTo>
                  <a:lnTo>
                    <a:pt x="714603" y="39852"/>
                  </a:lnTo>
                  <a:lnTo>
                    <a:pt x="714603" y="39166"/>
                  </a:lnTo>
                  <a:close/>
                </a:path>
                <a:path w="1770379" h="273050">
                  <a:moveTo>
                    <a:pt x="761301" y="27838"/>
                  </a:moveTo>
                  <a:lnTo>
                    <a:pt x="750354" y="27838"/>
                  </a:lnTo>
                  <a:lnTo>
                    <a:pt x="744283" y="29540"/>
                  </a:lnTo>
                  <a:lnTo>
                    <a:pt x="733907" y="36309"/>
                  </a:lnTo>
                  <a:lnTo>
                    <a:pt x="729869" y="41020"/>
                  </a:lnTo>
                  <a:lnTo>
                    <a:pt x="724188" y="52857"/>
                  </a:lnTo>
                  <a:lnTo>
                    <a:pt x="724090" y="53060"/>
                  </a:lnTo>
                  <a:lnTo>
                    <a:pt x="722655" y="60007"/>
                  </a:lnTo>
                  <a:lnTo>
                    <a:pt x="722655" y="75755"/>
                  </a:lnTo>
                  <a:lnTo>
                    <a:pt x="751090" y="107327"/>
                  </a:lnTo>
                  <a:lnTo>
                    <a:pt x="763701" y="107327"/>
                  </a:lnTo>
                  <a:lnTo>
                    <a:pt x="768400" y="106527"/>
                  </a:lnTo>
                  <a:lnTo>
                    <a:pt x="776744" y="103289"/>
                  </a:lnTo>
                  <a:lnTo>
                    <a:pt x="780237" y="101015"/>
                  </a:lnTo>
                  <a:lnTo>
                    <a:pt x="784442" y="96710"/>
                  </a:lnTo>
                  <a:lnTo>
                    <a:pt x="753732" y="96710"/>
                  </a:lnTo>
                  <a:lnTo>
                    <a:pt x="749541" y="95681"/>
                  </a:lnTo>
                  <a:lnTo>
                    <a:pt x="734466" y="71285"/>
                  </a:lnTo>
                  <a:lnTo>
                    <a:pt x="731062" y="71285"/>
                  </a:lnTo>
                  <a:lnTo>
                    <a:pt x="731062" y="61074"/>
                  </a:lnTo>
                  <a:lnTo>
                    <a:pt x="734466" y="61074"/>
                  </a:lnTo>
                  <a:lnTo>
                    <a:pt x="734466" y="58635"/>
                  </a:lnTo>
                  <a:lnTo>
                    <a:pt x="752589" y="38442"/>
                  </a:lnTo>
                  <a:lnTo>
                    <a:pt x="782091" y="38442"/>
                  </a:lnTo>
                  <a:lnTo>
                    <a:pt x="776617" y="33337"/>
                  </a:lnTo>
                  <a:lnTo>
                    <a:pt x="773074" y="31165"/>
                  </a:lnTo>
                  <a:lnTo>
                    <a:pt x="765263" y="28498"/>
                  </a:lnTo>
                  <a:lnTo>
                    <a:pt x="761301" y="27838"/>
                  </a:lnTo>
                  <a:close/>
                </a:path>
                <a:path w="1770379" h="273050">
                  <a:moveTo>
                    <a:pt x="777722" y="84696"/>
                  </a:moveTo>
                  <a:lnTo>
                    <a:pt x="761606" y="96710"/>
                  </a:lnTo>
                  <a:lnTo>
                    <a:pt x="784442" y="96710"/>
                  </a:lnTo>
                  <a:lnTo>
                    <a:pt x="785914" y="95186"/>
                  </a:lnTo>
                  <a:lnTo>
                    <a:pt x="787933" y="91782"/>
                  </a:lnTo>
                  <a:lnTo>
                    <a:pt x="789139" y="87909"/>
                  </a:lnTo>
                  <a:lnTo>
                    <a:pt x="777722" y="84696"/>
                  </a:lnTo>
                  <a:close/>
                </a:path>
                <a:path w="1770379" h="273050">
                  <a:moveTo>
                    <a:pt x="734466" y="61074"/>
                  </a:moveTo>
                  <a:lnTo>
                    <a:pt x="731062" y="61074"/>
                  </a:lnTo>
                  <a:lnTo>
                    <a:pt x="731062" y="71285"/>
                  </a:lnTo>
                  <a:lnTo>
                    <a:pt x="734466" y="71285"/>
                  </a:lnTo>
                  <a:lnTo>
                    <a:pt x="734466" y="61074"/>
                  </a:lnTo>
                  <a:close/>
                </a:path>
                <a:path w="1770379" h="273050">
                  <a:moveTo>
                    <a:pt x="782091" y="38442"/>
                  </a:moveTo>
                  <a:lnTo>
                    <a:pt x="761568" y="38442"/>
                  </a:lnTo>
                  <a:lnTo>
                    <a:pt x="765276" y="39433"/>
                  </a:lnTo>
                  <a:lnTo>
                    <a:pt x="771588" y="43370"/>
                  </a:lnTo>
                  <a:lnTo>
                    <a:pt x="774014" y="46050"/>
                  </a:lnTo>
                  <a:lnTo>
                    <a:pt x="775716" y="49453"/>
                  </a:lnTo>
                  <a:lnTo>
                    <a:pt x="777455" y="52857"/>
                  </a:lnTo>
                  <a:lnTo>
                    <a:pt x="778319" y="56730"/>
                  </a:lnTo>
                  <a:lnTo>
                    <a:pt x="778319" y="61074"/>
                  </a:lnTo>
                  <a:lnTo>
                    <a:pt x="734466" y="61074"/>
                  </a:lnTo>
                  <a:lnTo>
                    <a:pt x="734466" y="71285"/>
                  </a:lnTo>
                  <a:lnTo>
                    <a:pt x="790333" y="71285"/>
                  </a:lnTo>
                  <a:lnTo>
                    <a:pt x="790260" y="58635"/>
                  </a:lnTo>
                  <a:lnTo>
                    <a:pt x="789393" y="53060"/>
                  </a:lnTo>
                  <a:lnTo>
                    <a:pt x="785628" y="43370"/>
                  </a:lnTo>
                  <a:lnTo>
                    <a:pt x="783220" y="39611"/>
                  </a:lnTo>
                  <a:lnTo>
                    <a:pt x="783105" y="39433"/>
                  </a:lnTo>
                  <a:lnTo>
                    <a:pt x="782091" y="38442"/>
                  </a:lnTo>
                  <a:close/>
                </a:path>
                <a:path w="1770379" h="273050">
                  <a:moveTo>
                    <a:pt x="872591" y="93916"/>
                  </a:moveTo>
                  <a:lnTo>
                    <a:pt x="860767" y="93916"/>
                  </a:lnTo>
                  <a:lnTo>
                    <a:pt x="860767" y="134556"/>
                  </a:lnTo>
                  <a:lnTo>
                    <a:pt x="872591" y="134556"/>
                  </a:lnTo>
                  <a:lnTo>
                    <a:pt x="872591" y="93916"/>
                  </a:lnTo>
                  <a:close/>
                </a:path>
                <a:path w="1770379" h="273050">
                  <a:moveTo>
                    <a:pt x="842556" y="27838"/>
                  </a:moveTo>
                  <a:lnTo>
                    <a:pt x="831075" y="27838"/>
                  </a:lnTo>
                  <a:lnTo>
                    <a:pt x="825360" y="29451"/>
                  </a:lnTo>
                  <a:lnTo>
                    <a:pt x="815469" y="35940"/>
                  </a:lnTo>
                  <a:lnTo>
                    <a:pt x="811631" y="40512"/>
                  </a:lnTo>
                  <a:lnTo>
                    <a:pt x="806094" y="52400"/>
                  </a:lnTo>
                  <a:lnTo>
                    <a:pt x="804710" y="59410"/>
                  </a:lnTo>
                  <a:lnTo>
                    <a:pt x="804710" y="75628"/>
                  </a:lnTo>
                  <a:lnTo>
                    <a:pt x="830935" y="107327"/>
                  </a:lnTo>
                  <a:lnTo>
                    <a:pt x="842289" y="107327"/>
                  </a:lnTo>
                  <a:lnTo>
                    <a:pt x="857926" y="96710"/>
                  </a:lnTo>
                  <a:lnTo>
                    <a:pt x="834009" y="96710"/>
                  </a:lnTo>
                  <a:lnTo>
                    <a:pt x="830071" y="95478"/>
                  </a:lnTo>
                  <a:lnTo>
                    <a:pt x="816576" y="61544"/>
                  </a:lnTo>
                  <a:lnTo>
                    <a:pt x="817333" y="56997"/>
                  </a:lnTo>
                  <a:lnTo>
                    <a:pt x="820648" y="48285"/>
                  </a:lnTo>
                  <a:lnTo>
                    <a:pt x="823125" y="44843"/>
                  </a:lnTo>
                  <a:lnTo>
                    <a:pt x="829767" y="39725"/>
                  </a:lnTo>
                  <a:lnTo>
                    <a:pt x="833945" y="38442"/>
                  </a:lnTo>
                  <a:lnTo>
                    <a:pt x="857991" y="38442"/>
                  </a:lnTo>
                  <a:lnTo>
                    <a:pt x="856119" y="35940"/>
                  </a:lnTo>
                  <a:lnTo>
                    <a:pt x="854583" y="33845"/>
                  </a:lnTo>
                  <a:lnTo>
                    <a:pt x="852347" y="31965"/>
                  </a:lnTo>
                  <a:lnTo>
                    <a:pt x="849414" y="30340"/>
                  </a:lnTo>
                  <a:lnTo>
                    <a:pt x="846505" y="28663"/>
                  </a:lnTo>
                  <a:lnTo>
                    <a:pt x="842556" y="27838"/>
                  </a:lnTo>
                  <a:close/>
                </a:path>
                <a:path w="1770379" h="273050">
                  <a:moveTo>
                    <a:pt x="857991" y="38442"/>
                  </a:moveTo>
                  <a:lnTo>
                    <a:pt x="843749" y="38442"/>
                  </a:lnTo>
                  <a:lnTo>
                    <a:pt x="847874" y="39725"/>
                  </a:lnTo>
                  <a:lnTo>
                    <a:pt x="854329" y="44500"/>
                  </a:lnTo>
                  <a:lnTo>
                    <a:pt x="856805" y="47878"/>
                  </a:lnTo>
                  <a:lnTo>
                    <a:pt x="860145" y="56514"/>
                  </a:lnTo>
                  <a:lnTo>
                    <a:pt x="860971" y="61544"/>
                  </a:lnTo>
                  <a:lnTo>
                    <a:pt x="860971" y="73088"/>
                  </a:lnTo>
                  <a:lnTo>
                    <a:pt x="860200" y="77723"/>
                  </a:lnTo>
                  <a:lnTo>
                    <a:pt x="860120" y="78206"/>
                  </a:lnTo>
                  <a:lnTo>
                    <a:pt x="843686" y="96710"/>
                  </a:lnTo>
                  <a:lnTo>
                    <a:pt x="857926" y="96710"/>
                  </a:lnTo>
                  <a:lnTo>
                    <a:pt x="858785" y="95478"/>
                  </a:lnTo>
                  <a:lnTo>
                    <a:pt x="859777" y="93916"/>
                  </a:lnTo>
                  <a:lnTo>
                    <a:pt x="872591" y="93916"/>
                  </a:lnTo>
                  <a:lnTo>
                    <a:pt x="872591" y="41046"/>
                  </a:lnTo>
                  <a:lnTo>
                    <a:pt x="859777" y="41046"/>
                  </a:lnTo>
                  <a:lnTo>
                    <a:pt x="858909" y="39725"/>
                  </a:lnTo>
                  <a:lnTo>
                    <a:pt x="857991" y="38442"/>
                  </a:lnTo>
                  <a:close/>
                </a:path>
                <a:path w="1770379" h="273050">
                  <a:moveTo>
                    <a:pt x="872591" y="28828"/>
                  </a:moveTo>
                  <a:lnTo>
                    <a:pt x="861174" y="28828"/>
                  </a:lnTo>
                  <a:lnTo>
                    <a:pt x="861174" y="41046"/>
                  </a:lnTo>
                  <a:lnTo>
                    <a:pt x="872591" y="41046"/>
                  </a:lnTo>
                  <a:lnTo>
                    <a:pt x="872591" y="28828"/>
                  </a:lnTo>
                  <a:close/>
                </a:path>
                <a:path w="1770379" h="273050">
                  <a:moveTo>
                    <a:pt x="906030" y="28828"/>
                  </a:moveTo>
                  <a:lnTo>
                    <a:pt x="894219" y="28828"/>
                  </a:lnTo>
                  <a:lnTo>
                    <a:pt x="894219" y="84239"/>
                  </a:lnTo>
                  <a:lnTo>
                    <a:pt x="895206" y="89255"/>
                  </a:lnTo>
                  <a:lnTo>
                    <a:pt x="895286" y="89661"/>
                  </a:lnTo>
                  <a:lnTo>
                    <a:pt x="914234" y="106730"/>
                  </a:lnTo>
                  <a:lnTo>
                    <a:pt x="924852" y="106730"/>
                  </a:lnTo>
                  <a:lnTo>
                    <a:pt x="940669" y="95313"/>
                  </a:lnTo>
                  <a:lnTo>
                    <a:pt x="917943" y="95313"/>
                  </a:lnTo>
                  <a:lnTo>
                    <a:pt x="913904" y="93649"/>
                  </a:lnTo>
                  <a:lnTo>
                    <a:pt x="910729" y="90309"/>
                  </a:lnTo>
                  <a:lnTo>
                    <a:pt x="907592" y="86969"/>
                  </a:lnTo>
                  <a:lnTo>
                    <a:pt x="906030" y="82499"/>
                  </a:lnTo>
                  <a:lnTo>
                    <a:pt x="906030" y="28828"/>
                  </a:lnTo>
                  <a:close/>
                </a:path>
                <a:path w="1770379" h="273050">
                  <a:moveTo>
                    <a:pt x="954481" y="92709"/>
                  </a:moveTo>
                  <a:lnTo>
                    <a:pt x="942670" y="92709"/>
                  </a:lnTo>
                  <a:lnTo>
                    <a:pt x="942670" y="105727"/>
                  </a:lnTo>
                  <a:lnTo>
                    <a:pt x="954481" y="105727"/>
                  </a:lnTo>
                  <a:lnTo>
                    <a:pt x="954481" y="92709"/>
                  </a:lnTo>
                  <a:close/>
                </a:path>
                <a:path w="1770379" h="273050">
                  <a:moveTo>
                    <a:pt x="954481" y="28828"/>
                  </a:moveTo>
                  <a:lnTo>
                    <a:pt x="942670" y="28828"/>
                  </a:lnTo>
                  <a:lnTo>
                    <a:pt x="942670" y="79095"/>
                  </a:lnTo>
                  <a:lnTo>
                    <a:pt x="941616" y="83045"/>
                  </a:lnTo>
                  <a:lnTo>
                    <a:pt x="937450" y="89255"/>
                  </a:lnTo>
                  <a:lnTo>
                    <a:pt x="934885" y="91554"/>
                  </a:lnTo>
                  <a:lnTo>
                    <a:pt x="928776" y="94564"/>
                  </a:lnTo>
                  <a:lnTo>
                    <a:pt x="925791" y="95313"/>
                  </a:lnTo>
                  <a:lnTo>
                    <a:pt x="940669" y="95313"/>
                  </a:lnTo>
                  <a:lnTo>
                    <a:pt x="941870" y="92709"/>
                  </a:lnTo>
                  <a:lnTo>
                    <a:pt x="954481" y="92709"/>
                  </a:lnTo>
                  <a:lnTo>
                    <a:pt x="954481" y="28828"/>
                  </a:lnTo>
                  <a:close/>
                </a:path>
                <a:path w="1770379" h="273050">
                  <a:moveTo>
                    <a:pt x="1011174" y="27838"/>
                  </a:moveTo>
                  <a:lnTo>
                    <a:pt x="1000226" y="27838"/>
                  </a:lnTo>
                  <a:lnTo>
                    <a:pt x="994143" y="29540"/>
                  </a:lnTo>
                  <a:lnTo>
                    <a:pt x="972515" y="60007"/>
                  </a:lnTo>
                  <a:lnTo>
                    <a:pt x="972515" y="75755"/>
                  </a:lnTo>
                  <a:lnTo>
                    <a:pt x="1000950" y="107327"/>
                  </a:lnTo>
                  <a:lnTo>
                    <a:pt x="1013574" y="107327"/>
                  </a:lnTo>
                  <a:lnTo>
                    <a:pt x="1018260" y="106527"/>
                  </a:lnTo>
                  <a:lnTo>
                    <a:pt x="1026604" y="103289"/>
                  </a:lnTo>
                  <a:lnTo>
                    <a:pt x="1030109" y="101015"/>
                  </a:lnTo>
                  <a:lnTo>
                    <a:pt x="1034302" y="96710"/>
                  </a:lnTo>
                  <a:lnTo>
                    <a:pt x="1003592" y="96710"/>
                  </a:lnTo>
                  <a:lnTo>
                    <a:pt x="999401" y="95681"/>
                  </a:lnTo>
                  <a:lnTo>
                    <a:pt x="984338" y="71285"/>
                  </a:lnTo>
                  <a:lnTo>
                    <a:pt x="980935" y="71285"/>
                  </a:lnTo>
                  <a:lnTo>
                    <a:pt x="980935" y="61074"/>
                  </a:lnTo>
                  <a:lnTo>
                    <a:pt x="984338" y="61074"/>
                  </a:lnTo>
                  <a:lnTo>
                    <a:pt x="984338" y="58635"/>
                  </a:lnTo>
                  <a:lnTo>
                    <a:pt x="1002461" y="38442"/>
                  </a:lnTo>
                  <a:lnTo>
                    <a:pt x="1031947" y="38442"/>
                  </a:lnTo>
                  <a:lnTo>
                    <a:pt x="1026490" y="33337"/>
                  </a:lnTo>
                  <a:lnTo>
                    <a:pt x="1022934" y="31165"/>
                  </a:lnTo>
                  <a:lnTo>
                    <a:pt x="1015123" y="28498"/>
                  </a:lnTo>
                  <a:lnTo>
                    <a:pt x="1011174" y="27838"/>
                  </a:lnTo>
                  <a:close/>
                </a:path>
                <a:path w="1770379" h="273050">
                  <a:moveTo>
                    <a:pt x="1027582" y="84696"/>
                  </a:moveTo>
                  <a:lnTo>
                    <a:pt x="1011466" y="96710"/>
                  </a:lnTo>
                  <a:lnTo>
                    <a:pt x="1034302" y="96710"/>
                  </a:lnTo>
                  <a:lnTo>
                    <a:pt x="1035786" y="95186"/>
                  </a:lnTo>
                  <a:lnTo>
                    <a:pt x="1037805" y="91782"/>
                  </a:lnTo>
                  <a:lnTo>
                    <a:pt x="1038999" y="87909"/>
                  </a:lnTo>
                  <a:lnTo>
                    <a:pt x="1027582" y="84696"/>
                  </a:lnTo>
                  <a:close/>
                </a:path>
                <a:path w="1770379" h="273050">
                  <a:moveTo>
                    <a:pt x="984338" y="61074"/>
                  </a:moveTo>
                  <a:lnTo>
                    <a:pt x="980935" y="61074"/>
                  </a:lnTo>
                  <a:lnTo>
                    <a:pt x="980935" y="71285"/>
                  </a:lnTo>
                  <a:lnTo>
                    <a:pt x="984338" y="71285"/>
                  </a:lnTo>
                  <a:lnTo>
                    <a:pt x="984338" y="61074"/>
                  </a:lnTo>
                  <a:close/>
                </a:path>
                <a:path w="1770379" h="273050">
                  <a:moveTo>
                    <a:pt x="1031947" y="38442"/>
                  </a:moveTo>
                  <a:lnTo>
                    <a:pt x="1011440" y="38442"/>
                  </a:lnTo>
                  <a:lnTo>
                    <a:pt x="1015136" y="39433"/>
                  </a:lnTo>
                  <a:lnTo>
                    <a:pt x="1021448" y="43370"/>
                  </a:lnTo>
                  <a:lnTo>
                    <a:pt x="1023886" y="46050"/>
                  </a:lnTo>
                  <a:lnTo>
                    <a:pt x="1027315" y="52857"/>
                  </a:lnTo>
                  <a:lnTo>
                    <a:pt x="1028192" y="56730"/>
                  </a:lnTo>
                  <a:lnTo>
                    <a:pt x="1028192" y="61074"/>
                  </a:lnTo>
                  <a:lnTo>
                    <a:pt x="984338" y="61074"/>
                  </a:lnTo>
                  <a:lnTo>
                    <a:pt x="984338" y="71285"/>
                  </a:lnTo>
                  <a:lnTo>
                    <a:pt x="1040206" y="71285"/>
                  </a:lnTo>
                  <a:lnTo>
                    <a:pt x="1040132" y="58635"/>
                  </a:lnTo>
                  <a:lnTo>
                    <a:pt x="1039253" y="53060"/>
                  </a:lnTo>
                  <a:lnTo>
                    <a:pt x="1035488" y="43370"/>
                  </a:lnTo>
                  <a:lnTo>
                    <a:pt x="1033080" y="39611"/>
                  </a:lnTo>
                  <a:lnTo>
                    <a:pt x="1032965" y="39433"/>
                  </a:lnTo>
                  <a:lnTo>
                    <a:pt x="1031947" y="38442"/>
                  </a:lnTo>
                  <a:close/>
                </a:path>
                <a:path w="1770379" h="273050">
                  <a:moveTo>
                    <a:pt x="1065987" y="84505"/>
                  </a:moveTo>
                  <a:lnTo>
                    <a:pt x="1054773" y="87299"/>
                  </a:lnTo>
                  <a:lnTo>
                    <a:pt x="1056144" y="93840"/>
                  </a:lnTo>
                  <a:lnTo>
                    <a:pt x="1059395" y="98818"/>
                  </a:lnTo>
                  <a:lnTo>
                    <a:pt x="1069670" y="105625"/>
                  </a:lnTo>
                  <a:lnTo>
                    <a:pt x="1076159" y="107327"/>
                  </a:lnTo>
                  <a:lnTo>
                    <a:pt x="1089977" y="107327"/>
                  </a:lnTo>
                  <a:lnTo>
                    <a:pt x="1095222" y="106324"/>
                  </a:lnTo>
                  <a:lnTo>
                    <a:pt x="1104226" y="102323"/>
                  </a:lnTo>
                  <a:lnTo>
                    <a:pt x="1107732" y="99580"/>
                  </a:lnTo>
                  <a:lnTo>
                    <a:pt x="1109656" y="96913"/>
                  </a:lnTo>
                  <a:lnTo>
                    <a:pt x="1078966" y="96913"/>
                  </a:lnTo>
                  <a:lnTo>
                    <a:pt x="1075042" y="95884"/>
                  </a:lnTo>
                  <a:lnTo>
                    <a:pt x="1069073" y="91744"/>
                  </a:lnTo>
                  <a:lnTo>
                    <a:pt x="1067095" y="88709"/>
                  </a:lnTo>
                  <a:lnTo>
                    <a:pt x="1066939" y="88201"/>
                  </a:lnTo>
                  <a:lnTo>
                    <a:pt x="1065987" y="84505"/>
                  </a:lnTo>
                  <a:close/>
                </a:path>
                <a:path w="1770379" h="273050">
                  <a:moveTo>
                    <a:pt x="1093012" y="27838"/>
                  </a:moveTo>
                  <a:lnTo>
                    <a:pt x="1079995" y="27838"/>
                  </a:lnTo>
                  <a:lnTo>
                    <a:pt x="1075156" y="28790"/>
                  </a:lnTo>
                  <a:lnTo>
                    <a:pt x="1057173" y="55371"/>
                  </a:lnTo>
                  <a:lnTo>
                    <a:pt x="1058717" y="59537"/>
                  </a:lnTo>
                  <a:lnTo>
                    <a:pt x="1094282" y="74993"/>
                  </a:lnTo>
                  <a:lnTo>
                    <a:pt x="1097153" y="76352"/>
                  </a:lnTo>
                  <a:lnTo>
                    <a:pt x="1099019" y="78193"/>
                  </a:lnTo>
                  <a:lnTo>
                    <a:pt x="1100886" y="79997"/>
                  </a:lnTo>
                  <a:lnTo>
                    <a:pt x="1101826" y="82232"/>
                  </a:lnTo>
                  <a:lnTo>
                    <a:pt x="1101826" y="88201"/>
                  </a:lnTo>
                  <a:lnTo>
                    <a:pt x="1100188" y="91046"/>
                  </a:lnTo>
                  <a:lnTo>
                    <a:pt x="1093685" y="95745"/>
                  </a:lnTo>
                  <a:lnTo>
                    <a:pt x="1089317" y="96913"/>
                  </a:lnTo>
                  <a:lnTo>
                    <a:pt x="1109656" y="96913"/>
                  </a:lnTo>
                  <a:lnTo>
                    <a:pt x="1112774" y="92646"/>
                  </a:lnTo>
                  <a:lnTo>
                    <a:pt x="1114044" y="88709"/>
                  </a:lnTo>
                  <a:lnTo>
                    <a:pt x="1114044" y="78930"/>
                  </a:lnTo>
                  <a:lnTo>
                    <a:pt x="1112354" y="74536"/>
                  </a:lnTo>
                  <a:lnTo>
                    <a:pt x="1105611" y="67703"/>
                  </a:lnTo>
                  <a:lnTo>
                    <a:pt x="1100493" y="65150"/>
                  </a:lnTo>
                  <a:lnTo>
                    <a:pt x="1077658" y="59537"/>
                  </a:lnTo>
                  <a:lnTo>
                    <a:pt x="1074331" y="58115"/>
                  </a:lnTo>
                  <a:lnTo>
                    <a:pt x="1070051" y="54711"/>
                  </a:lnTo>
                  <a:lnTo>
                    <a:pt x="1068984" y="52400"/>
                  </a:lnTo>
                  <a:lnTo>
                    <a:pt x="1068984" y="46151"/>
                  </a:lnTo>
                  <a:lnTo>
                    <a:pt x="1070533" y="43433"/>
                  </a:lnTo>
                  <a:lnTo>
                    <a:pt x="1076782" y="39128"/>
                  </a:lnTo>
                  <a:lnTo>
                    <a:pt x="1080706" y="38049"/>
                  </a:lnTo>
                  <a:lnTo>
                    <a:pt x="1109023" y="38049"/>
                  </a:lnTo>
                  <a:lnTo>
                    <a:pt x="1107706" y="36182"/>
                  </a:lnTo>
                  <a:lnTo>
                    <a:pt x="1098994" y="29502"/>
                  </a:lnTo>
                  <a:lnTo>
                    <a:pt x="1093012" y="27838"/>
                  </a:lnTo>
                  <a:close/>
                </a:path>
                <a:path w="1770379" h="273050">
                  <a:moveTo>
                    <a:pt x="1109023" y="38049"/>
                  </a:moveTo>
                  <a:lnTo>
                    <a:pt x="1088847" y="38049"/>
                  </a:lnTo>
                  <a:lnTo>
                    <a:pt x="1091666" y="38595"/>
                  </a:lnTo>
                  <a:lnTo>
                    <a:pt x="1096073" y="40805"/>
                  </a:lnTo>
                  <a:lnTo>
                    <a:pt x="1097800" y="42202"/>
                  </a:lnTo>
                  <a:lnTo>
                    <a:pt x="1099070" y="43903"/>
                  </a:lnTo>
                  <a:lnTo>
                    <a:pt x="1100378" y="45567"/>
                  </a:lnTo>
                  <a:lnTo>
                    <a:pt x="1101356" y="47294"/>
                  </a:lnTo>
                  <a:lnTo>
                    <a:pt x="1102029" y="49060"/>
                  </a:lnTo>
                  <a:lnTo>
                    <a:pt x="1112276" y="46151"/>
                  </a:lnTo>
                  <a:lnTo>
                    <a:pt x="1112668" y="46151"/>
                  </a:lnTo>
                  <a:lnTo>
                    <a:pt x="1110881" y="40805"/>
                  </a:lnTo>
                  <a:lnTo>
                    <a:pt x="1110805" y="40576"/>
                  </a:lnTo>
                  <a:lnTo>
                    <a:pt x="1109023" y="38049"/>
                  </a:lnTo>
                  <a:close/>
                </a:path>
                <a:path w="1770379" h="273050">
                  <a:moveTo>
                    <a:pt x="1148842" y="10413"/>
                  </a:moveTo>
                  <a:lnTo>
                    <a:pt x="1137031" y="10413"/>
                  </a:lnTo>
                  <a:lnTo>
                    <a:pt x="1137031" y="91376"/>
                  </a:lnTo>
                  <a:lnTo>
                    <a:pt x="1154518" y="106730"/>
                  </a:lnTo>
                  <a:lnTo>
                    <a:pt x="1160056" y="106730"/>
                  </a:lnTo>
                  <a:lnTo>
                    <a:pt x="1161884" y="106565"/>
                  </a:lnTo>
                  <a:lnTo>
                    <a:pt x="1163320" y="106222"/>
                  </a:lnTo>
                  <a:lnTo>
                    <a:pt x="1164380" y="106006"/>
                  </a:lnTo>
                  <a:lnTo>
                    <a:pt x="1165872" y="105625"/>
                  </a:lnTo>
                  <a:lnTo>
                    <a:pt x="1166672" y="105321"/>
                  </a:lnTo>
                  <a:lnTo>
                    <a:pt x="1164395" y="95313"/>
                  </a:lnTo>
                  <a:lnTo>
                    <a:pt x="1157325" y="95313"/>
                  </a:lnTo>
                  <a:lnTo>
                    <a:pt x="1156067" y="95110"/>
                  </a:lnTo>
                  <a:lnTo>
                    <a:pt x="1155862" y="95110"/>
                  </a:lnTo>
                  <a:lnTo>
                    <a:pt x="1154099" y="94513"/>
                  </a:lnTo>
                  <a:lnTo>
                    <a:pt x="1148842" y="87033"/>
                  </a:lnTo>
                  <a:lnTo>
                    <a:pt x="1148842" y="10413"/>
                  </a:lnTo>
                  <a:close/>
                </a:path>
                <a:path w="1770379" h="273050">
                  <a:moveTo>
                    <a:pt x="1164282" y="94818"/>
                  </a:moveTo>
                  <a:lnTo>
                    <a:pt x="1163764" y="94818"/>
                  </a:lnTo>
                  <a:lnTo>
                    <a:pt x="1162265" y="95110"/>
                  </a:lnTo>
                  <a:lnTo>
                    <a:pt x="1161046" y="95313"/>
                  </a:lnTo>
                  <a:lnTo>
                    <a:pt x="1164395" y="95313"/>
                  </a:lnTo>
                  <a:lnTo>
                    <a:pt x="1164282" y="94818"/>
                  </a:lnTo>
                  <a:close/>
                </a:path>
                <a:path w="1770379" h="273050">
                  <a:moveTo>
                    <a:pt x="1137031" y="28828"/>
                  </a:moveTo>
                  <a:lnTo>
                    <a:pt x="1125423" y="28828"/>
                  </a:lnTo>
                  <a:lnTo>
                    <a:pt x="1125423" y="38849"/>
                  </a:lnTo>
                  <a:lnTo>
                    <a:pt x="1137031" y="38849"/>
                  </a:lnTo>
                  <a:lnTo>
                    <a:pt x="1137031" y="28828"/>
                  </a:lnTo>
                  <a:close/>
                </a:path>
                <a:path w="1770379" h="273050">
                  <a:moveTo>
                    <a:pt x="1165263" y="28828"/>
                  </a:moveTo>
                  <a:lnTo>
                    <a:pt x="1148842" y="28828"/>
                  </a:lnTo>
                  <a:lnTo>
                    <a:pt x="1148842" y="38849"/>
                  </a:lnTo>
                  <a:lnTo>
                    <a:pt x="1165263" y="38849"/>
                  </a:lnTo>
                  <a:lnTo>
                    <a:pt x="1165263" y="28828"/>
                  </a:lnTo>
                  <a:close/>
                </a:path>
                <a:path w="1770379" h="273050">
                  <a:moveTo>
                    <a:pt x="1217256" y="27838"/>
                  </a:moveTo>
                  <a:lnTo>
                    <a:pt x="1206309" y="27838"/>
                  </a:lnTo>
                  <a:lnTo>
                    <a:pt x="1200238" y="29540"/>
                  </a:lnTo>
                  <a:lnTo>
                    <a:pt x="1189817" y="36347"/>
                  </a:lnTo>
                  <a:lnTo>
                    <a:pt x="1185811" y="41020"/>
                  </a:lnTo>
                  <a:lnTo>
                    <a:pt x="1180143" y="52857"/>
                  </a:lnTo>
                  <a:lnTo>
                    <a:pt x="1180045" y="53060"/>
                  </a:lnTo>
                  <a:lnTo>
                    <a:pt x="1178610" y="60007"/>
                  </a:lnTo>
                  <a:lnTo>
                    <a:pt x="1178610" y="75755"/>
                  </a:lnTo>
                  <a:lnTo>
                    <a:pt x="1207046" y="107327"/>
                  </a:lnTo>
                  <a:lnTo>
                    <a:pt x="1219657" y="107327"/>
                  </a:lnTo>
                  <a:lnTo>
                    <a:pt x="1240385" y="96710"/>
                  </a:lnTo>
                  <a:lnTo>
                    <a:pt x="1209675" y="96710"/>
                  </a:lnTo>
                  <a:lnTo>
                    <a:pt x="1205484" y="95681"/>
                  </a:lnTo>
                  <a:lnTo>
                    <a:pt x="1190421" y="71285"/>
                  </a:lnTo>
                  <a:lnTo>
                    <a:pt x="1187018" y="71285"/>
                  </a:lnTo>
                  <a:lnTo>
                    <a:pt x="1187018" y="61074"/>
                  </a:lnTo>
                  <a:lnTo>
                    <a:pt x="1190421" y="61074"/>
                  </a:lnTo>
                  <a:lnTo>
                    <a:pt x="1190421" y="58635"/>
                  </a:lnTo>
                  <a:lnTo>
                    <a:pt x="1208544" y="38442"/>
                  </a:lnTo>
                  <a:lnTo>
                    <a:pt x="1238030" y="38442"/>
                  </a:lnTo>
                  <a:lnTo>
                    <a:pt x="1232573" y="33337"/>
                  </a:lnTo>
                  <a:lnTo>
                    <a:pt x="1229017" y="31165"/>
                  </a:lnTo>
                  <a:lnTo>
                    <a:pt x="1221206" y="28498"/>
                  </a:lnTo>
                  <a:lnTo>
                    <a:pt x="1217256" y="27838"/>
                  </a:lnTo>
                  <a:close/>
                </a:path>
                <a:path w="1770379" h="273050">
                  <a:moveTo>
                    <a:pt x="1233678" y="84696"/>
                  </a:moveTo>
                  <a:lnTo>
                    <a:pt x="1217549" y="96710"/>
                  </a:lnTo>
                  <a:lnTo>
                    <a:pt x="1240385" y="96710"/>
                  </a:lnTo>
                  <a:lnTo>
                    <a:pt x="1241869" y="95186"/>
                  </a:lnTo>
                  <a:lnTo>
                    <a:pt x="1243888" y="91782"/>
                  </a:lnTo>
                  <a:lnTo>
                    <a:pt x="1245082" y="87909"/>
                  </a:lnTo>
                  <a:lnTo>
                    <a:pt x="1233678" y="84696"/>
                  </a:lnTo>
                  <a:close/>
                </a:path>
                <a:path w="1770379" h="273050">
                  <a:moveTo>
                    <a:pt x="1190421" y="61074"/>
                  </a:moveTo>
                  <a:lnTo>
                    <a:pt x="1187018" y="61074"/>
                  </a:lnTo>
                  <a:lnTo>
                    <a:pt x="1187018" y="71285"/>
                  </a:lnTo>
                  <a:lnTo>
                    <a:pt x="1190421" y="71285"/>
                  </a:lnTo>
                  <a:lnTo>
                    <a:pt x="1190421" y="61074"/>
                  </a:lnTo>
                  <a:close/>
                </a:path>
                <a:path w="1770379" h="273050">
                  <a:moveTo>
                    <a:pt x="1238030" y="38442"/>
                  </a:moveTo>
                  <a:lnTo>
                    <a:pt x="1217523" y="38442"/>
                  </a:lnTo>
                  <a:lnTo>
                    <a:pt x="1221219" y="39433"/>
                  </a:lnTo>
                  <a:lnTo>
                    <a:pt x="1227531" y="43370"/>
                  </a:lnTo>
                  <a:lnTo>
                    <a:pt x="1229969" y="46050"/>
                  </a:lnTo>
                  <a:lnTo>
                    <a:pt x="1231671" y="49453"/>
                  </a:lnTo>
                  <a:lnTo>
                    <a:pt x="1233411" y="52857"/>
                  </a:lnTo>
                  <a:lnTo>
                    <a:pt x="1234274" y="56730"/>
                  </a:lnTo>
                  <a:lnTo>
                    <a:pt x="1234274" y="61074"/>
                  </a:lnTo>
                  <a:lnTo>
                    <a:pt x="1190421" y="61074"/>
                  </a:lnTo>
                  <a:lnTo>
                    <a:pt x="1190421" y="71285"/>
                  </a:lnTo>
                  <a:lnTo>
                    <a:pt x="1246289" y="71285"/>
                  </a:lnTo>
                  <a:lnTo>
                    <a:pt x="1246215" y="58635"/>
                  </a:lnTo>
                  <a:lnTo>
                    <a:pt x="1245336" y="53060"/>
                  </a:lnTo>
                  <a:lnTo>
                    <a:pt x="1241583" y="43370"/>
                  </a:lnTo>
                  <a:lnTo>
                    <a:pt x="1239164" y="39611"/>
                  </a:lnTo>
                  <a:lnTo>
                    <a:pt x="1239048" y="39433"/>
                  </a:lnTo>
                  <a:lnTo>
                    <a:pt x="1238030" y="38442"/>
                  </a:lnTo>
                  <a:close/>
                </a:path>
                <a:path w="1770379" h="273050">
                  <a:moveTo>
                    <a:pt x="1298498" y="27838"/>
                  </a:moveTo>
                  <a:lnTo>
                    <a:pt x="1287018" y="27838"/>
                  </a:lnTo>
                  <a:lnTo>
                    <a:pt x="1281315" y="29451"/>
                  </a:lnTo>
                  <a:lnTo>
                    <a:pt x="1271424" y="35940"/>
                  </a:lnTo>
                  <a:lnTo>
                    <a:pt x="1267587" y="40512"/>
                  </a:lnTo>
                  <a:lnTo>
                    <a:pt x="1262037" y="52400"/>
                  </a:lnTo>
                  <a:lnTo>
                    <a:pt x="1260652" y="59410"/>
                  </a:lnTo>
                  <a:lnTo>
                    <a:pt x="1260652" y="75628"/>
                  </a:lnTo>
                  <a:lnTo>
                    <a:pt x="1261942" y="82194"/>
                  </a:lnTo>
                  <a:lnTo>
                    <a:pt x="1262037" y="82676"/>
                  </a:lnTo>
                  <a:lnTo>
                    <a:pt x="1286891" y="107327"/>
                  </a:lnTo>
                  <a:lnTo>
                    <a:pt x="1298232" y="107327"/>
                  </a:lnTo>
                  <a:lnTo>
                    <a:pt x="1313881" y="96710"/>
                  </a:lnTo>
                  <a:lnTo>
                    <a:pt x="1289964" y="96710"/>
                  </a:lnTo>
                  <a:lnTo>
                    <a:pt x="1286027" y="95478"/>
                  </a:lnTo>
                  <a:lnTo>
                    <a:pt x="1272531" y="73088"/>
                  </a:lnTo>
                  <a:lnTo>
                    <a:pt x="1272531" y="61544"/>
                  </a:lnTo>
                  <a:lnTo>
                    <a:pt x="1289888" y="38442"/>
                  </a:lnTo>
                  <a:lnTo>
                    <a:pt x="1313946" y="38442"/>
                  </a:lnTo>
                  <a:lnTo>
                    <a:pt x="1312062" y="35940"/>
                  </a:lnTo>
                  <a:lnTo>
                    <a:pt x="1310538" y="33845"/>
                  </a:lnTo>
                  <a:lnTo>
                    <a:pt x="1308303" y="31965"/>
                  </a:lnTo>
                  <a:lnTo>
                    <a:pt x="1305356" y="30340"/>
                  </a:lnTo>
                  <a:lnTo>
                    <a:pt x="1302461" y="28663"/>
                  </a:lnTo>
                  <a:lnTo>
                    <a:pt x="1298498" y="27838"/>
                  </a:lnTo>
                  <a:close/>
                </a:path>
                <a:path w="1770379" h="273050">
                  <a:moveTo>
                    <a:pt x="1328534" y="93916"/>
                  </a:moveTo>
                  <a:lnTo>
                    <a:pt x="1317129" y="93916"/>
                  </a:lnTo>
                  <a:lnTo>
                    <a:pt x="1317129" y="105727"/>
                  </a:lnTo>
                  <a:lnTo>
                    <a:pt x="1328534" y="105727"/>
                  </a:lnTo>
                  <a:lnTo>
                    <a:pt x="1328534" y="93916"/>
                  </a:lnTo>
                  <a:close/>
                </a:path>
                <a:path w="1770379" h="273050">
                  <a:moveTo>
                    <a:pt x="1313946" y="38442"/>
                  </a:moveTo>
                  <a:lnTo>
                    <a:pt x="1299705" y="38442"/>
                  </a:lnTo>
                  <a:lnTo>
                    <a:pt x="1303828" y="39725"/>
                  </a:lnTo>
                  <a:lnTo>
                    <a:pt x="1307007" y="42100"/>
                  </a:lnTo>
                  <a:lnTo>
                    <a:pt x="1310284" y="44500"/>
                  </a:lnTo>
                  <a:lnTo>
                    <a:pt x="1312748" y="47878"/>
                  </a:lnTo>
                  <a:lnTo>
                    <a:pt x="1316088" y="56514"/>
                  </a:lnTo>
                  <a:lnTo>
                    <a:pt x="1316926" y="61544"/>
                  </a:lnTo>
                  <a:lnTo>
                    <a:pt x="1316926" y="73088"/>
                  </a:lnTo>
                  <a:lnTo>
                    <a:pt x="1316155" y="77723"/>
                  </a:lnTo>
                  <a:lnTo>
                    <a:pt x="1316075" y="78206"/>
                  </a:lnTo>
                  <a:lnTo>
                    <a:pt x="1312672" y="87058"/>
                  </a:lnTo>
                  <a:lnTo>
                    <a:pt x="1310182" y="90512"/>
                  </a:lnTo>
                  <a:lnTo>
                    <a:pt x="1303642" y="95478"/>
                  </a:lnTo>
                  <a:lnTo>
                    <a:pt x="1299641" y="96710"/>
                  </a:lnTo>
                  <a:lnTo>
                    <a:pt x="1313881" y="96710"/>
                  </a:lnTo>
                  <a:lnTo>
                    <a:pt x="1314741" y="95478"/>
                  </a:lnTo>
                  <a:lnTo>
                    <a:pt x="1315720" y="93916"/>
                  </a:lnTo>
                  <a:lnTo>
                    <a:pt x="1328534" y="93916"/>
                  </a:lnTo>
                  <a:lnTo>
                    <a:pt x="1328534" y="41046"/>
                  </a:lnTo>
                  <a:lnTo>
                    <a:pt x="1315720" y="41046"/>
                  </a:lnTo>
                  <a:lnTo>
                    <a:pt x="1314864" y="39725"/>
                  </a:lnTo>
                  <a:lnTo>
                    <a:pt x="1313946" y="38442"/>
                  </a:lnTo>
                  <a:close/>
                </a:path>
                <a:path w="1770379" h="273050">
                  <a:moveTo>
                    <a:pt x="1328534" y="3200"/>
                  </a:moveTo>
                  <a:lnTo>
                    <a:pt x="1316723" y="3200"/>
                  </a:lnTo>
                  <a:lnTo>
                    <a:pt x="1316723" y="41046"/>
                  </a:lnTo>
                  <a:lnTo>
                    <a:pt x="1328534" y="41046"/>
                  </a:lnTo>
                  <a:lnTo>
                    <a:pt x="1328534" y="3200"/>
                  </a:lnTo>
                  <a:close/>
                </a:path>
                <a:path w="1770379" h="273050">
                  <a:moveTo>
                    <a:pt x="1397876" y="28828"/>
                  </a:moveTo>
                  <a:lnTo>
                    <a:pt x="1385455" y="28828"/>
                  </a:lnTo>
                  <a:lnTo>
                    <a:pt x="1408887" y="105727"/>
                  </a:lnTo>
                  <a:lnTo>
                    <a:pt x="1420495" y="105727"/>
                  </a:lnTo>
                  <a:lnTo>
                    <a:pt x="1425628" y="87706"/>
                  </a:lnTo>
                  <a:lnTo>
                    <a:pt x="1414487" y="87706"/>
                  </a:lnTo>
                  <a:lnTo>
                    <a:pt x="1397876" y="28828"/>
                  </a:lnTo>
                  <a:close/>
                </a:path>
                <a:path w="1770379" h="273050">
                  <a:moveTo>
                    <a:pt x="1449261" y="46659"/>
                  </a:moveTo>
                  <a:lnTo>
                    <a:pt x="1438516" y="46659"/>
                  </a:lnTo>
                  <a:lnTo>
                    <a:pt x="1455343" y="105727"/>
                  </a:lnTo>
                  <a:lnTo>
                    <a:pt x="1466951" y="105727"/>
                  </a:lnTo>
                  <a:lnTo>
                    <a:pt x="1472442" y="87706"/>
                  </a:lnTo>
                  <a:lnTo>
                    <a:pt x="1472504" y="87502"/>
                  </a:lnTo>
                  <a:lnTo>
                    <a:pt x="1460550" y="87502"/>
                  </a:lnTo>
                  <a:lnTo>
                    <a:pt x="1449261" y="46659"/>
                  </a:lnTo>
                  <a:close/>
                </a:path>
                <a:path w="1770379" h="273050">
                  <a:moveTo>
                    <a:pt x="1444332" y="28828"/>
                  </a:moveTo>
                  <a:lnTo>
                    <a:pt x="1431709" y="28828"/>
                  </a:lnTo>
                  <a:lnTo>
                    <a:pt x="1415344" y="87502"/>
                  </a:lnTo>
                  <a:lnTo>
                    <a:pt x="1415288" y="87706"/>
                  </a:lnTo>
                  <a:lnTo>
                    <a:pt x="1425628" y="87706"/>
                  </a:lnTo>
                  <a:lnTo>
                    <a:pt x="1437322" y="46659"/>
                  </a:lnTo>
                  <a:lnTo>
                    <a:pt x="1449261" y="46659"/>
                  </a:lnTo>
                  <a:lnTo>
                    <a:pt x="1444332" y="28828"/>
                  </a:lnTo>
                  <a:close/>
                </a:path>
                <a:path w="1770379" h="273050">
                  <a:moveTo>
                    <a:pt x="1490383" y="28828"/>
                  </a:moveTo>
                  <a:lnTo>
                    <a:pt x="1477962" y="28828"/>
                  </a:lnTo>
                  <a:lnTo>
                    <a:pt x="1461350" y="87502"/>
                  </a:lnTo>
                  <a:lnTo>
                    <a:pt x="1472504" y="87502"/>
                  </a:lnTo>
                  <a:lnTo>
                    <a:pt x="1490383" y="28828"/>
                  </a:lnTo>
                  <a:close/>
                </a:path>
                <a:path w="1770379" h="273050">
                  <a:moveTo>
                    <a:pt x="1517815" y="28828"/>
                  </a:moveTo>
                  <a:lnTo>
                    <a:pt x="1506004" y="28828"/>
                  </a:lnTo>
                  <a:lnTo>
                    <a:pt x="1506004" y="105727"/>
                  </a:lnTo>
                  <a:lnTo>
                    <a:pt x="1517815" y="105727"/>
                  </a:lnTo>
                  <a:lnTo>
                    <a:pt x="1517815" y="28828"/>
                  </a:lnTo>
                  <a:close/>
                </a:path>
                <a:path w="1770379" h="273050">
                  <a:moveTo>
                    <a:pt x="1514309" y="0"/>
                  </a:moveTo>
                  <a:lnTo>
                    <a:pt x="1509712" y="0"/>
                  </a:lnTo>
                  <a:lnTo>
                    <a:pt x="1507718" y="787"/>
                  </a:lnTo>
                  <a:lnTo>
                    <a:pt x="1506054" y="2349"/>
                  </a:lnTo>
                  <a:lnTo>
                    <a:pt x="1504416" y="3924"/>
                  </a:lnTo>
                  <a:lnTo>
                    <a:pt x="1503603" y="5803"/>
                  </a:lnTo>
                  <a:lnTo>
                    <a:pt x="1503603" y="10210"/>
                  </a:lnTo>
                  <a:lnTo>
                    <a:pt x="1504416" y="12103"/>
                  </a:lnTo>
                  <a:lnTo>
                    <a:pt x="1507718" y="15239"/>
                  </a:lnTo>
                  <a:lnTo>
                    <a:pt x="1509712" y="16014"/>
                  </a:lnTo>
                  <a:lnTo>
                    <a:pt x="1514309" y="16014"/>
                  </a:lnTo>
                  <a:lnTo>
                    <a:pt x="1516278" y="15239"/>
                  </a:lnTo>
                  <a:lnTo>
                    <a:pt x="1517916" y="13665"/>
                  </a:lnTo>
                  <a:lnTo>
                    <a:pt x="1519580" y="12103"/>
                  </a:lnTo>
                  <a:lnTo>
                    <a:pt x="1520418" y="10210"/>
                  </a:lnTo>
                  <a:lnTo>
                    <a:pt x="1520418" y="5803"/>
                  </a:lnTo>
                  <a:lnTo>
                    <a:pt x="1519580" y="3924"/>
                  </a:lnTo>
                  <a:lnTo>
                    <a:pt x="1516278" y="787"/>
                  </a:lnTo>
                  <a:lnTo>
                    <a:pt x="1514309" y="0"/>
                  </a:lnTo>
                  <a:close/>
                </a:path>
                <a:path w="1770379" h="273050">
                  <a:moveTo>
                    <a:pt x="1556473" y="10413"/>
                  </a:moveTo>
                  <a:lnTo>
                    <a:pt x="1544662" y="10413"/>
                  </a:lnTo>
                  <a:lnTo>
                    <a:pt x="1544662" y="91376"/>
                  </a:lnTo>
                  <a:lnTo>
                    <a:pt x="1545533" y="94513"/>
                  </a:lnTo>
                  <a:lnTo>
                    <a:pt x="1545617" y="94818"/>
                  </a:lnTo>
                  <a:lnTo>
                    <a:pt x="1562150" y="106730"/>
                  </a:lnTo>
                  <a:lnTo>
                    <a:pt x="1567688" y="106730"/>
                  </a:lnTo>
                  <a:lnTo>
                    <a:pt x="1569504" y="106565"/>
                  </a:lnTo>
                  <a:lnTo>
                    <a:pt x="1570939" y="106222"/>
                  </a:lnTo>
                  <a:lnTo>
                    <a:pt x="1571999" y="106006"/>
                  </a:lnTo>
                  <a:lnTo>
                    <a:pt x="1573491" y="105625"/>
                  </a:lnTo>
                  <a:lnTo>
                    <a:pt x="1574292" y="105321"/>
                  </a:lnTo>
                  <a:lnTo>
                    <a:pt x="1572026" y="95313"/>
                  </a:lnTo>
                  <a:lnTo>
                    <a:pt x="1564957" y="95313"/>
                  </a:lnTo>
                  <a:lnTo>
                    <a:pt x="1563699" y="95110"/>
                  </a:lnTo>
                  <a:lnTo>
                    <a:pt x="1563493" y="95110"/>
                  </a:lnTo>
                  <a:lnTo>
                    <a:pt x="1561731" y="94513"/>
                  </a:lnTo>
                  <a:lnTo>
                    <a:pt x="1556473" y="87033"/>
                  </a:lnTo>
                  <a:lnTo>
                    <a:pt x="1556473" y="10413"/>
                  </a:lnTo>
                  <a:close/>
                </a:path>
                <a:path w="1770379" h="273050">
                  <a:moveTo>
                    <a:pt x="1571914" y="94818"/>
                  </a:moveTo>
                  <a:lnTo>
                    <a:pt x="1571396" y="94818"/>
                  </a:lnTo>
                  <a:lnTo>
                    <a:pt x="1569897" y="95110"/>
                  </a:lnTo>
                  <a:lnTo>
                    <a:pt x="1568678" y="95313"/>
                  </a:lnTo>
                  <a:lnTo>
                    <a:pt x="1572026" y="95313"/>
                  </a:lnTo>
                  <a:lnTo>
                    <a:pt x="1571914" y="94818"/>
                  </a:lnTo>
                  <a:close/>
                </a:path>
                <a:path w="1770379" h="273050">
                  <a:moveTo>
                    <a:pt x="1544662" y="28828"/>
                  </a:moveTo>
                  <a:lnTo>
                    <a:pt x="1533042" y="28828"/>
                  </a:lnTo>
                  <a:lnTo>
                    <a:pt x="1533042" y="38849"/>
                  </a:lnTo>
                  <a:lnTo>
                    <a:pt x="1544662" y="38849"/>
                  </a:lnTo>
                  <a:lnTo>
                    <a:pt x="1544662" y="28828"/>
                  </a:lnTo>
                  <a:close/>
                </a:path>
                <a:path w="1770379" h="273050">
                  <a:moveTo>
                    <a:pt x="1572895" y="28828"/>
                  </a:moveTo>
                  <a:lnTo>
                    <a:pt x="1556473" y="28828"/>
                  </a:lnTo>
                  <a:lnTo>
                    <a:pt x="1556473" y="38849"/>
                  </a:lnTo>
                  <a:lnTo>
                    <a:pt x="1572895" y="38849"/>
                  </a:lnTo>
                  <a:lnTo>
                    <a:pt x="1572895" y="28828"/>
                  </a:lnTo>
                  <a:close/>
                </a:path>
                <a:path w="1770379" h="273050">
                  <a:moveTo>
                    <a:pt x="1604137" y="3200"/>
                  </a:moveTo>
                  <a:lnTo>
                    <a:pt x="1592313" y="3200"/>
                  </a:lnTo>
                  <a:lnTo>
                    <a:pt x="1592313" y="105727"/>
                  </a:lnTo>
                  <a:lnTo>
                    <a:pt x="1604137" y="105727"/>
                  </a:lnTo>
                  <a:lnTo>
                    <a:pt x="1604137" y="55003"/>
                  </a:lnTo>
                  <a:lnTo>
                    <a:pt x="1604917" y="51561"/>
                  </a:lnTo>
                  <a:lnTo>
                    <a:pt x="1605000" y="51193"/>
                  </a:lnTo>
                  <a:lnTo>
                    <a:pt x="1608505" y="44919"/>
                  </a:lnTo>
                  <a:lnTo>
                    <a:pt x="1610906" y="42532"/>
                  </a:lnTo>
                  <a:lnTo>
                    <a:pt x="1613941" y="40893"/>
                  </a:lnTo>
                  <a:lnTo>
                    <a:pt x="1604137" y="40893"/>
                  </a:lnTo>
                  <a:lnTo>
                    <a:pt x="1604137" y="3200"/>
                  </a:lnTo>
                  <a:close/>
                </a:path>
                <a:path w="1770379" h="273050">
                  <a:moveTo>
                    <a:pt x="1649631" y="38442"/>
                  </a:moveTo>
                  <a:lnTo>
                    <a:pt x="1629930" y="38442"/>
                  </a:lnTo>
                  <a:lnTo>
                    <a:pt x="1634286" y="40131"/>
                  </a:lnTo>
                  <a:lnTo>
                    <a:pt x="1637423" y="43497"/>
                  </a:lnTo>
                  <a:lnTo>
                    <a:pt x="1640598" y="46837"/>
                  </a:lnTo>
                  <a:lnTo>
                    <a:pt x="1642050" y="51193"/>
                  </a:lnTo>
                  <a:lnTo>
                    <a:pt x="1642173" y="105727"/>
                  </a:lnTo>
                  <a:lnTo>
                    <a:pt x="1653997" y="105727"/>
                  </a:lnTo>
                  <a:lnTo>
                    <a:pt x="1653997" y="50266"/>
                  </a:lnTo>
                  <a:lnTo>
                    <a:pt x="1652912" y="44919"/>
                  </a:lnTo>
                  <a:lnTo>
                    <a:pt x="1652212" y="43497"/>
                  </a:lnTo>
                  <a:lnTo>
                    <a:pt x="1649631" y="38442"/>
                  </a:lnTo>
                  <a:close/>
                </a:path>
                <a:path w="1770379" h="273050">
                  <a:moveTo>
                    <a:pt x="1633004" y="27838"/>
                  </a:moveTo>
                  <a:lnTo>
                    <a:pt x="1621726" y="27838"/>
                  </a:lnTo>
                  <a:lnTo>
                    <a:pt x="1616887" y="29019"/>
                  </a:lnTo>
                  <a:lnTo>
                    <a:pt x="1609636" y="33718"/>
                  </a:lnTo>
                  <a:lnTo>
                    <a:pt x="1606931" y="36880"/>
                  </a:lnTo>
                  <a:lnTo>
                    <a:pt x="1605117" y="40893"/>
                  </a:lnTo>
                  <a:lnTo>
                    <a:pt x="1613941" y="40893"/>
                  </a:lnTo>
                  <a:lnTo>
                    <a:pt x="1617014" y="39268"/>
                  </a:lnTo>
                  <a:lnTo>
                    <a:pt x="1620481" y="38442"/>
                  </a:lnTo>
                  <a:lnTo>
                    <a:pt x="1649631" y="38442"/>
                  </a:lnTo>
                  <a:lnTo>
                    <a:pt x="1648523" y="36245"/>
                  </a:lnTo>
                  <a:lnTo>
                    <a:pt x="1645462" y="33058"/>
                  </a:lnTo>
                  <a:lnTo>
                    <a:pt x="1637588" y="28879"/>
                  </a:lnTo>
                  <a:lnTo>
                    <a:pt x="1633004" y="27838"/>
                  </a:lnTo>
                  <a:close/>
                </a:path>
                <a:path w="1770379" h="273050">
                  <a:moveTo>
                    <a:pt x="1687423" y="28828"/>
                  </a:moveTo>
                  <a:lnTo>
                    <a:pt x="1675612" y="28828"/>
                  </a:lnTo>
                  <a:lnTo>
                    <a:pt x="1675612" y="105727"/>
                  </a:lnTo>
                  <a:lnTo>
                    <a:pt x="1687423" y="105727"/>
                  </a:lnTo>
                  <a:lnTo>
                    <a:pt x="1687423" y="28828"/>
                  </a:lnTo>
                  <a:close/>
                </a:path>
                <a:path w="1770379" h="273050">
                  <a:moveTo>
                    <a:pt x="1683918" y="0"/>
                  </a:moveTo>
                  <a:lnTo>
                    <a:pt x="1679308" y="0"/>
                  </a:lnTo>
                  <a:lnTo>
                    <a:pt x="1677327" y="787"/>
                  </a:lnTo>
                  <a:lnTo>
                    <a:pt x="1675650" y="2349"/>
                  </a:lnTo>
                  <a:lnTo>
                    <a:pt x="1674025" y="3924"/>
                  </a:lnTo>
                  <a:lnTo>
                    <a:pt x="1673199" y="5803"/>
                  </a:lnTo>
                  <a:lnTo>
                    <a:pt x="1673199" y="10210"/>
                  </a:lnTo>
                  <a:lnTo>
                    <a:pt x="1674025" y="12103"/>
                  </a:lnTo>
                  <a:lnTo>
                    <a:pt x="1675650" y="13665"/>
                  </a:lnTo>
                  <a:lnTo>
                    <a:pt x="1677327" y="15239"/>
                  </a:lnTo>
                  <a:lnTo>
                    <a:pt x="1679308" y="16014"/>
                  </a:lnTo>
                  <a:lnTo>
                    <a:pt x="1683918" y="16014"/>
                  </a:lnTo>
                  <a:lnTo>
                    <a:pt x="1685886" y="15239"/>
                  </a:lnTo>
                  <a:lnTo>
                    <a:pt x="1687525" y="13665"/>
                  </a:lnTo>
                  <a:lnTo>
                    <a:pt x="1689188" y="12103"/>
                  </a:lnTo>
                  <a:lnTo>
                    <a:pt x="1690027" y="10210"/>
                  </a:lnTo>
                  <a:lnTo>
                    <a:pt x="1690027" y="5803"/>
                  </a:lnTo>
                  <a:lnTo>
                    <a:pt x="1689188" y="3924"/>
                  </a:lnTo>
                  <a:lnTo>
                    <a:pt x="1685886" y="787"/>
                  </a:lnTo>
                  <a:lnTo>
                    <a:pt x="1683918" y="0"/>
                  </a:lnTo>
                  <a:close/>
                </a:path>
                <a:path w="1770379" h="273050">
                  <a:moveTo>
                    <a:pt x="1720469" y="28905"/>
                  </a:moveTo>
                  <a:lnTo>
                    <a:pt x="1709064" y="28905"/>
                  </a:lnTo>
                  <a:lnTo>
                    <a:pt x="1709064" y="105727"/>
                  </a:lnTo>
                  <a:lnTo>
                    <a:pt x="1720875" y="105727"/>
                  </a:lnTo>
                  <a:lnTo>
                    <a:pt x="1720875" y="55003"/>
                  </a:lnTo>
                  <a:lnTo>
                    <a:pt x="1721629" y="51625"/>
                  </a:lnTo>
                  <a:lnTo>
                    <a:pt x="1721726" y="51193"/>
                  </a:lnTo>
                  <a:lnTo>
                    <a:pt x="1725129" y="44919"/>
                  </a:lnTo>
                  <a:lnTo>
                    <a:pt x="1727454" y="42532"/>
                  </a:lnTo>
                  <a:lnTo>
                    <a:pt x="1730387" y="40893"/>
                  </a:lnTo>
                  <a:lnTo>
                    <a:pt x="1720469" y="40893"/>
                  </a:lnTo>
                  <a:lnTo>
                    <a:pt x="1720469" y="28905"/>
                  </a:lnTo>
                  <a:close/>
                </a:path>
                <a:path w="1770379" h="273050">
                  <a:moveTo>
                    <a:pt x="1765571" y="38442"/>
                  </a:moveTo>
                  <a:lnTo>
                    <a:pt x="1745970" y="38442"/>
                  </a:lnTo>
                  <a:lnTo>
                    <a:pt x="1750275" y="40144"/>
                  </a:lnTo>
                  <a:lnTo>
                    <a:pt x="1756549" y="46926"/>
                  </a:lnTo>
                  <a:lnTo>
                    <a:pt x="1758124" y="51625"/>
                  </a:lnTo>
                  <a:lnTo>
                    <a:pt x="1758124" y="105727"/>
                  </a:lnTo>
                  <a:lnTo>
                    <a:pt x="1769935" y="105727"/>
                  </a:lnTo>
                  <a:lnTo>
                    <a:pt x="1769935" y="50330"/>
                  </a:lnTo>
                  <a:lnTo>
                    <a:pt x="1768843" y="44919"/>
                  </a:lnTo>
                  <a:lnTo>
                    <a:pt x="1765571" y="38442"/>
                  </a:lnTo>
                  <a:close/>
                </a:path>
                <a:path w="1770379" h="273050">
                  <a:moveTo>
                    <a:pt x="1749107" y="27838"/>
                  </a:moveTo>
                  <a:lnTo>
                    <a:pt x="1738096" y="27838"/>
                  </a:lnTo>
                  <a:lnTo>
                    <a:pt x="1733359" y="29032"/>
                  </a:lnTo>
                  <a:lnTo>
                    <a:pt x="1726018" y="33807"/>
                  </a:lnTo>
                  <a:lnTo>
                    <a:pt x="1723275" y="36944"/>
                  </a:lnTo>
                  <a:lnTo>
                    <a:pt x="1721448" y="40893"/>
                  </a:lnTo>
                  <a:lnTo>
                    <a:pt x="1730387" y="40893"/>
                  </a:lnTo>
                  <a:lnTo>
                    <a:pt x="1733359" y="39268"/>
                  </a:lnTo>
                  <a:lnTo>
                    <a:pt x="1736725" y="38442"/>
                  </a:lnTo>
                  <a:lnTo>
                    <a:pt x="1765571" y="38442"/>
                  </a:lnTo>
                  <a:lnTo>
                    <a:pt x="1764512" y="36347"/>
                  </a:lnTo>
                  <a:lnTo>
                    <a:pt x="1761477" y="33134"/>
                  </a:lnTo>
                  <a:lnTo>
                    <a:pt x="1757565" y="31038"/>
                  </a:lnTo>
                  <a:lnTo>
                    <a:pt x="1753666" y="28905"/>
                  </a:lnTo>
                  <a:lnTo>
                    <a:pt x="1749107" y="27838"/>
                  </a:lnTo>
                  <a:close/>
                </a:path>
                <a:path w="1770379" h="273050">
                  <a:moveTo>
                    <a:pt x="23431" y="175513"/>
                  </a:moveTo>
                  <a:lnTo>
                    <a:pt x="11607" y="175513"/>
                  </a:lnTo>
                  <a:lnTo>
                    <a:pt x="11607" y="256476"/>
                  </a:lnTo>
                  <a:lnTo>
                    <a:pt x="29095" y="271830"/>
                  </a:lnTo>
                  <a:lnTo>
                    <a:pt x="34645" y="271830"/>
                  </a:lnTo>
                  <a:lnTo>
                    <a:pt x="36461" y="271665"/>
                  </a:lnTo>
                  <a:lnTo>
                    <a:pt x="37896" y="271322"/>
                  </a:lnTo>
                  <a:lnTo>
                    <a:pt x="38957" y="271106"/>
                  </a:lnTo>
                  <a:lnTo>
                    <a:pt x="40449" y="270725"/>
                  </a:lnTo>
                  <a:lnTo>
                    <a:pt x="41249" y="270421"/>
                  </a:lnTo>
                  <a:lnTo>
                    <a:pt x="38984" y="260413"/>
                  </a:lnTo>
                  <a:lnTo>
                    <a:pt x="31902" y="260413"/>
                  </a:lnTo>
                  <a:lnTo>
                    <a:pt x="30487" y="260184"/>
                  </a:lnTo>
                  <a:lnTo>
                    <a:pt x="23431" y="252133"/>
                  </a:lnTo>
                  <a:lnTo>
                    <a:pt x="23431" y="175513"/>
                  </a:lnTo>
                  <a:close/>
                </a:path>
                <a:path w="1770379" h="273050">
                  <a:moveTo>
                    <a:pt x="38932" y="260184"/>
                  </a:moveTo>
                  <a:lnTo>
                    <a:pt x="36912" y="260184"/>
                  </a:lnTo>
                  <a:lnTo>
                    <a:pt x="35655" y="260413"/>
                  </a:lnTo>
                  <a:lnTo>
                    <a:pt x="38984" y="260413"/>
                  </a:lnTo>
                  <a:lnTo>
                    <a:pt x="38932" y="260184"/>
                  </a:lnTo>
                  <a:close/>
                </a:path>
                <a:path w="1770379" h="273050">
                  <a:moveTo>
                    <a:pt x="39865" y="259613"/>
                  </a:moveTo>
                  <a:lnTo>
                    <a:pt x="38803" y="259613"/>
                  </a:lnTo>
                  <a:lnTo>
                    <a:pt x="38932" y="260184"/>
                  </a:lnTo>
                  <a:lnTo>
                    <a:pt x="37007" y="260184"/>
                  </a:lnTo>
                  <a:lnTo>
                    <a:pt x="39865" y="259613"/>
                  </a:lnTo>
                  <a:close/>
                </a:path>
                <a:path w="1770379" h="273050">
                  <a:moveTo>
                    <a:pt x="11607" y="193928"/>
                  </a:moveTo>
                  <a:lnTo>
                    <a:pt x="0" y="193928"/>
                  </a:lnTo>
                  <a:lnTo>
                    <a:pt x="0" y="203949"/>
                  </a:lnTo>
                  <a:lnTo>
                    <a:pt x="11607" y="203949"/>
                  </a:lnTo>
                  <a:lnTo>
                    <a:pt x="11607" y="193928"/>
                  </a:lnTo>
                  <a:close/>
                </a:path>
                <a:path w="1770379" h="273050">
                  <a:moveTo>
                    <a:pt x="39852" y="193928"/>
                  </a:moveTo>
                  <a:lnTo>
                    <a:pt x="23431" y="193928"/>
                  </a:lnTo>
                  <a:lnTo>
                    <a:pt x="23431" y="203949"/>
                  </a:lnTo>
                  <a:lnTo>
                    <a:pt x="39852" y="203949"/>
                  </a:lnTo>
                  <a:lnTo>
                    <a:pt x="39852" y="193928"/>
                  </a:lnTo>
                  <a:close/>
                </a:path>
                <a:path w="1770379" h="273050">
                  <a:moveTo>
                    <a:pt x="71081" y="168300"/>
                  </a:moveTo>
                  <a:lnTo>
                    <a:pt x="59270" y="168300"/>
                  </a:lnTo>
                  <a:lnTo>
                    <a:pt x="59270" y="270827"/>
                  </a:lnTo>
                  <a:lnTo>
                    <a:pt x="71081" y="270827"/>
                  </a:lnTo>
                  <a:lnTo>
                    <a:pt x="71081" y="220103"/>
                  </a:lnTo>
                  <a:lnTo>
                    <a:pt x="71873" y="216661"/>
                  </a:lnTo>
                  <a:lnTo>
                    <a:pt x="80899" y="205993"/>
                  </a:lnTo>
                  <a:lnTo>
                    <a:pt x="71081" y="205993"/>
                  </a:lnTo>
                  <a:lnTo>
                    <a:pt x="71081" y="168300"/>
                  </a:lnTo>
                  <a:close/>
                </a:path>
                <a:path w="1770379" h="273050">
                  <a:moveTo>
                    <a:pt x="116576" y="203542"/>
                  </a:moveTo>
                  <a:lnTo>
                    <a:pt x="96875" y="203542"/>
                  </a:lnTo>
                  <a:lnTo>
                    <a:pt x="101231" y="205231"/>
                  </a:lnTo>
                  <a:lnTo>
                    <a:pt x="104368" y="208597"/>
                  </a:lnTo>
                  <a:lnTo>
                    <a:pt x="107543" y="211937"/>
                  </a:lnTo>
                  <a:lnTo>
                    <a:pt x="109007" y="216293"/>
                  </a:lnTo>
                  <a:lnTo>
                    <a:pt x="109131" y="270827"/>
                  </a:lnTo>
                  <a:lnTo>
                    <a:pt x="120942" y="270827"/>
                  </a:lnTo>
                  <a:lnTo>
                    <a:pt x="120942" y="215366"/>
                  </a:lnTo>
                  <a:lnTo>
                    <a:pt x="119857" y="210019"/>
                  </a:lnTo>
                  <a:lnTo>
                    <a:pt x="119157" y="208597"/>
                  </a:lnTo>
                  <a:lnTo>
                    <a:pt x="116576" y="203542"/>
                  </a:lnTo>
                  <a:close/>
                </a:path>
                <a:path w="1770379" h="273050">
                  <a:moveTo>
                    <a:pt x="99949" y="192938"/>
                  </a:moveTo>
                  <a:lnTo>
                    <a:pt x="88671" y="192938"/>
                  </a:lnTo>
                  <a:lnTo>
                    <a:pt x="83832" y="194119"/>
                  </a:lnTo>
                  <a:lnTo>
                    <a:pt x="76593" y="198818"/>
                  </a:lnTo>
                  <a:lnTo>
                    <a:pt x="73888" y="201980"/>
                  </a:lnTo>
                  <a:lnTo>
                    <a:pt x="72062" y="205993"/>
                  </a:lnTo>
                  <a:lnTo>
                    <a:pt x="80899" y="205993"/>
                  </a:lnTo>
                  <a:lnTo>
                    <a:pt x="83972" y="204368"/>
                  </a:lnTo>
                  <a:lnTo>
                    <a:pt x="87439" y="203542"/>
                  </a:lnTo>
                  <a:lnTo>
                    <a:pt x="116576" y="203542"/>
                  </a:lnTo>
                  <a:lnTo>
                    <a:pt x="115468" y="201345"/>
                  </a:lnTo>
                  <a:lnTo>
                    <a:pt x="112420" y="198158"/>
                  </a:lnTo>
                  <a:lnTo>
                    <a:pt x="104546" y="193979"/>
                  </a:lnTo>
                  <a:lnTo>
                    <a:pt x="99949" y="192938"/>
                  </a:lnTo>
                  <a:close/>
                </a:path>
                <a:path w="1770379" h="273050">
                  <a:moveTo>
                    <a:pt x="177596" y="192938"/>
                  </a:moveTo>
                  <a:lnTo>
                    <a:pt x="166649" y="192938"/>
                  </a:lnTo>
                  <a:lnTo>
                    <a:pt x="160578" y="194640"/>
                  </a:lnTo>
                  <a:lnTo>
                    <a:pt x="138950" y="225107"/>
                  </a:lnTo>
                  <a:lnTo>
                    <a:pt x="138950" y="240855"/>
                  </a:lnTo>
                  <a:lnTo>
                    <a:pt x="167386" y="272427"/>
                  </a:lnTo>
                  <a:lnTo>
                    <a:pt x="179997" y="272427"/>
                  </a:lnTo>
                  <a:lnTo>
                    <a:pt x="184696" y="271627"/>
                  </a:lnTo>
                  <a:lnTo>
                    <a:pt x="193040" y="268389"/>
                  </a:lnTo>
                  <a:lnTo>
                    <a:pt x="196545" y="266115"/>
                  </a:lnTo>
                  <a:lnTo>
                    <a:pt x="200738" y="261810"/>
                  </a:lnTo>
                  <a:lnTo>
                    <a:pt x="170027" y="261810"/>
                  </a:lnTo>
                  <a:lnTo>
                    <a:pt x="165836" y="260781"/>
                  </a:lnTo>
                  <a:lnTo>
                    <a:pt x="150761" y="236385"/>
                  </a:lnTo>
                  <a:lnTo>
                    <a:pt x="147358" y="236385"/>
                  </a:lnTo>
                  <a:lnTo>
                    <a:pt x="147358" y="226174"/>
                  </a:lnTo>
                  <a:lnTo>
                    <a:pt x="150761" y="226174"/>
                  </a:lnTo>
                  <a:lnTo>
                    <a:pt x="150761" y="223735"/>
                  </a:lnTo>
                  <a:lnTo>
                    <a:pt x="168884" y="203542"/>
                  </a:lnTo>
                  <a:lnTo>
                    <a:pt x="198386" y="203542"/>
                  </a:lnTo>
                  <a:lnTo>
                    <a:pt x="192913" y="198437"/>
                  </a:lnTo>
                  <a:lnTo>
                    <a:pt x="189369" y="196265"/>
                  </a:lnTo>
                  <a:lnTo>
                    <a:pt x="181559" y="193598"/>
                  </a:lnTo>
                  <a:lnTo>
                    <a:pt x="177596" y="192938"/>
                  </a:lnTo>
                  <a:close/>
                </a:path>
                <a:path w="1770379" h="273050">
                  <a:moveTo>
                    <a:pt x="194017" y="249796"/>
                  </a:moveTo>
                  <a:lnTo>
                    <a:pt x="177901" y="261810"/>
                  </a:lnTo>
                  <a:lnTo>
                    <a:pt x="200738" y="261810"/>
                  </a:lnTo>
                  <a:lnTo>
                    <a:pt x="202209" y="260286"/>
                  </a:lnTo>
                  <a:lnTo>
                    <a:pt x="204228" y="256882"/>
                  </a:lnTo>
                  <a:lnTo>
                    <a:pt x="205435" y="253009"/>
                  </a:lnTo>
                  <a:lnTo>
                    <a:pt x="194017" y="249796"/>
                  </a:lnTo>
                  <a:close/>
                </a:path>
                <a:path w="1770379" h="273050">
                  <a:moveTo>
                    <a:pt x="150761" y="226174"/>
                  </a:moveTo>
                  <a:lnTo>
                    <a:pt x="147358" y="226174"/>
                  </a:lnTo>
                  <a:lnTo>
                    <a:pt x="147358" y="236385"/>
                  </a:lnTo>
                  <a:lnTo>
                    <a:pt x="150761" y="236385"/>
                  </a:lnTo>
                  <a:lnTo>
                    <a:pt x="150761" y="226174"/>
                  </a:lnTo>
                  <a:close/>
                </a:path>
                <a:path w="1770379" h="273050">
                  <a:moveTo>
                    <a:pt x="198386" y="203542"/>
                  </a:moveTo>
                  <a:lnTo>
                    <a:pt x="177863" y="203542"/>
                  </a:lnTo>
                  <a:lnTo>
                    <a:pt x="181571" y="204533"/>
                  </a:lnTo>
                  <a:lnTo>
                    <a:pt x="187883" y="208470"/>
                  </a:lnTo>
                  <a:lnTo>
                    <a:pt x="190309" y="211150"/>
                  </a:lnTo>
                  <a:lnTo>
                    <a:pt x="192011" y="214553"/>
                  </a:lnTo>
                  <a:lnTo>
                    <a:pt x="193751" y="217957"/>
                  </a:lnTo>
                  <a:lnTo>
                    <a:pt x="194614" y="221830"/>
                  </a:lnTo>
                  <a:lnTo>
                    <a:pt x="194614" y="226174"/>
                  </a:lnTo>
                  <a:lnTo>
                    <a:pt x="150761" y="226174"/>
                  </a:lnTo>
                  <a:lnTo>
                    <a:pt x="150761" y="236385"/>
                  </a:lnTo>
                  <a:lnTo>
                    <a:pt x="206629" y="236385"/>
                  </a:lnTo>
                  <a:lnTo>
                    <a:pt x="206555" y="223735"/>
                  </a:lnTo>
                  <a:lnTo>
                    <a:pt x="205689" y="218160"/>
                  </a:lnTo>
                  <a:lnTo>
                    <a:pt x="201923" y="208470"/>
                  </a:lnTo>
                  <a:lnTo>
                    <a:pt x="199515" y="204711"/>
                  </a:lnTo>
                  <a:lnTo>
                    <a:pt x="199400" y="204533"/>
                  </a:lnTo>
                  <a:lnTo>
                    <a:pt x="198386" y="203542"/>
                  </a:lnTo>
                  <a:close/>
                </a:path>
                <a:path w="1770379" h="273050">
                  <a:moveTo>
                    <a:pt x="270662" y="193928"/>
                  </a:moveTo>
                  <a:lnTo>
                    <a:pt x="258241" y="193928"/>
                  </a:lnTo>
                  <a:lnTo>
                    <a:pt x="281673" y="270827"/>
                  </a:lnTo>
                  <a:lnTo>
                    <a:pt x="293293" y="270827"/>
                  </a:lnTo>
                  <a:lnTo>
                    <a:pt x="298423" y="252806"/>
                  </a:lnTo>
                  <a:lnTo>
                    <a:pt x="287286" y="252806"/>
                  </a:lnTo>
                  <a:lnTo>
                    <a:pt x="270662" y="193928"/>
                  </a:lnTo>
                  <a:close/>
                </a:path>
                <a:path w="1770379" h="273050">
                  <a:moveTo>
                    <a:pt x="322047" y="211759"/>
                  </a:moveTo>
                  <a:lnTo>
                    <a:pt x="311315" y="211759"/>
                  </a:lnTo>
                  <a:lnTo>
                    <a:pt x="328129" y="270827"/>
                  </a:lnTo>
                  <a:lnTo>
                    <a:pt x="339750" y="270827"/>
                  </a:lnTo>
                  <a:lnTo>
                    <a:pt x="345238" y="252806"/>
                  </a:lnTo>
                  <a:lnTo>
                    <a:pt x="345300" y="252602"/>
                  </a:lnTo>
                  <a:lnTo>
                    <a:pt x="333336" y="252602"/>
                  </a:lnTo>
                  <a:lnTo>
                    <a:pt x="322047" y="211759"/>
                  </a:lnTo>
                  <a:close/>
                </a:path>
                <a:path w="1770379" h="273050">
                  <a:moveTo>
                    <a:pt x="317119" y="193928"/>
                  </a:moveTo>
                  <a:lnTo>
                    <a:pt x="304507" y="193928"/>
                  </a:lnTo>
                  <a:lnTo>
                    <a:pt x="288143" y="252602"/>
                  </a:lnTo>
                  <a:lnTo>
                    <a:pt x="288086" y="252806"/>
                  </a:lnTo>
                  <a:lnTo>
                    <a:pt x="298423" y="252806"/>
                  </a:lnTo>
                  <a:lnTo>
                    <a:pt x="310108" y="211759"/>
                  </a:lnTo>
                  <a:lnTo>
                    <a:pt x="322047" y="211759"/>
                  </a:lnTo>
                  <a:lnTo>
                    <a:pt x="317119" y="193928"/>
                  </a:lnTo>
                  <a:close/>
                </a:path>
                <a:path w="1770379" h="273050">
                  <a:moveTo>
                    <a:pt x="363169" y="193928"/>
                  </a:moveTo>
                  <a:lnTo>
                    <a:pt x="350761" y="193928"/>
                  </a:lnTo>
                  <a:lnTo>
                    <a:pt x="334137" y="252602"/>
                  </a:lnTo>
                  <a:lnTo>
                    <a:pt x="345300" y="252602"/>
                  </a:lnTo>
                  <a:lnTo>
                    <a:pt x="363169" y="193928"/>
                  </a:lnTo>
                  <a:close/>
                </a:path>
                <a:path w="1770379" h="273050">
                  <a:moveTo>
                    <a:pt x="390601" y="193928"/>
                  </a:moveTo>
                  <a:lnTo>
                    <a:pt x="378790" y="193928"/>
                  </a:lnTo>
                  <a:lnTo>
                    <a:pt x="378790" y="270827"/>
                  </a:lnTo>
                  <a:lnTo>
                    <a:pt x="390601" y="270827"/>
                  </a:lnTo>
                  <a:lnTo>
                    <a:pt x="390601" y="193928"/>
                  </a:lnTo>
                  <a:close/>
                </a:path>
                <a:path w="1770379" h="273050">
                  <a:moveTo>
                    <a:pt x="387108" y="165099"/>
                  </a:moveTo>
                  <a:lnTo>
                    <a:pt x="382498" y="165099"/>
                  </a:lnTo>
                  <a:lnTo>
                    <a:pt x="380517" y="165887"/>
                  </a:lnTo>
                  <a:lnTo>
                    <a:pt x="378841" y="167449"/>
                  </a:lnTo>
                  <a:lnTo>
                    <a:pt x="377202" y="169024"/>
                  </a:lnTo>
                  <a:lnTo>
                    <a:pt x="376389" y="170903"/>
                  </a:lnTo>
                  <a:lnTo>
                    <a:pt x="376389" y="175310"/>
                  </a:lnTo>
                  <a:lnTo>
                    <a:pt x="377202" y="177203"/>
                  </a:lnTo>
                  <a:lnTo>
                    <a:pt x="380517" y="180339"/>
                  </a:lnTo>
                  <a:lnTo>
                    <a:pt x="382498" y="181114"/>
                  </a:lnTo>
                  <a:lnTo>
                    <a:pt x="387108" y="181114"/>
                  </a:lnTo>
                  <a:lnTo>
                    <a:pt x="389077" y="180339"/>
                  </a:lnTo>
                  <a:lnTo>
                    <a:pt x="390702" y="178765"/>
                  </a:lnTo>
                  <a:lnTo>
                    <a:pt x="392379" y="177203"/>
                  </a:lnTo>
                  <a:lnTo>
                    <a:pt x="393204" y="175310"/>
                  </a:lnTo>
                  <a:lnTo>
                    <a:pt x="393204" y="170903"/>
                  </a:lnTo>
                  <a:lnTo>
                    <a:pt x="392379" y="169024"/>
                  </a:lnTo>
                  <a:lnTo>
                    <a:pt x="390702" y="167449"/>
                  </a:lnTo>
                  <a:lnTo>
                    <a:pt x="389077" y="165887"/>
                  </a:lnTo>
                  <a:lnTo>
                    <a:pt x="387108" y="165099"/>
                  </a:lnTo>
                  <a:close/>
                </a:path>
                <a:path w="1770379" h="273050">
                  <a:moveTo>
                    <a:pt x="423659" y="194132"/>
                  </a:moveTo>
                  <a:lnTo>
                    <a:pt x="412242" y="194132"/>
                  </a:lnTo>
                  <a:lnTo>
                    <a:pt x="412242" y="270827"/>
                  </a:lnTo>
                  <a:lnTo>
                    <a:pt x="424065" y="270827"/>
                  </a:lnTo>
                  <a:lnTo>
                    <a:pt x="424065" y="220103"/>
                  </a:lnTo>
                  <a:lnTo>
                    <a:pt x="424820" y="216725"/>
                  </a:lnTo>
                  <a:lnTo>
                    <a:pt x="424916" y="216293"/>
                  </a:lnTo>
                  <a:lnTo>
                    <a:pt x="428320" y="210019"/>
                  </a:lnTo>
                  <a:lnTo>
                    <a:pt x="430631" y="207632"/>
                  </a:lnTo>
                  <a:lnTo>
                    <a:pt x="433565" y="205993"/>
                  </a:lnTo>
                  <a:lnTo>
                    <a:pt x="423659" y="205993"/>
                  </a:lnTo>
                  <a:lnTo>
                    <a:pt x="423659" y="194132"/>
                  </a:lnTo>
                  <a:close/>
                </a:path>
                <a:path w="1770379" h="273050">
                  <a:moveTo>
                    <a:pt x="468751" y="203542"/>
                  </a:moveTo>
                  <a:lnTo>
                    <a:pt x="449160" y="203542"/>
                  </a:lnTo>
                  <a:lnTo>
                    <a:pt x="453466" y="205244"/>
                  </a:lnTo>
                  <a:lnTo>
                    <a:pt x="459740" y="212026"/>
                  </a:lnTo>
                  <a:lnTo>
                    <a:pt x="461302" y="216725"/>
                  </a:lnTo>
                  <a:lnTo>
                    <a:pt x="461302" y="270827"/>
                  </a:lnTo>
                  <a:lnTo>
                    <a:pt x="473113" y="270827"/>
                  </a:lnTo>
                  <a:lnTo>
                    <a:pt x="473113" y="215430"/>
                  </a:lnTo>
                  <a:lnTo>
                    <a:pt x="472033" y="210019"/>
                  </a:lnTo>
                  <a:lnTo>
                    <a:pt x="468751" y="203542"/>
                  </a:lnTo>
                  <a:close/>
                </a:path>
                <a:path w="1770379" h="273050">
                  <a:moveTo>
                    <a:pt x="457077" y="194132"/>
                  </a:moveTo>
                  <a:lnTo>
                    <a:pt x="436537" y="194132"/>
                  </a:lnTo>
                  <a:lnTo>
                    <a:pt x="429196" y="198907"/>
                  </a:lnTo>
                  <a:lnTo>
                    <a:pt x="426466" y="202044"/>
                  </a:lnTo>
                  <a:lnTo>
                    <a:pt x="424639" y="205993"/>
                  </a:lnTo>
                  <a:lnTo>
                    <a:pt x="433565" y="205993"/>
                  </a:lnTo>
                  <a:lnTo>
                    <a:pt x="436537" y="204368"/>
                  </a:lnTo>
                  <a:lnTo>
                    <a:pt x="439915" y="203542"/>
                  </a:lnTo>
                  <a:lnTo>
                    <a:pt x="468751" y="203542"/>
                  </a:lnTo>
                  <a:lnTo>
                    <a:pt x="467690" y="201447"/>
                  </a:lnTo>
                  <a:lnTo>
                    <a:pt x="464654" y="198234"/>
                  </a:lnTo>
                  <a:lnTo>
                    <a:pt x="457077" y="194132"/>
                  </a:lnTo>
                  <a:close/>
                </a:path>
                <a:path w="1770379" h="273050">
                  <a:moveTo>
                    <a:pt x="437042" y="194005"/>
                  </a:moveTo>
                  <a:lnTo>
                    <a:pt x="423659" y="194005"/>
                  </a:lnTo>
                  <a:lnTo>
                    <a:pt x="436537" y="194132"/>
                  </a:lnTo>
                  <a:lnTo>
                    <a:pt x="437042" y="194005"/>
                  </a:lnTo>
                  <a:close/>
                </a:path>
                <a:path w="1770379" h="273050">
                  <a:moveTo>
                    <a:pt x="452297" y="192938"/>
                  </a:moveTo>
                  <a:lnTo>
                    <a:pt x="441286" y="192938"/>
                  </a:lnTo>
                  <a:lnTo>
                    <a:pt x="437042" y="194005"/>
                  </a:lnTo>
                  <a:lnTo>
                    <a:pt x="456844" y="194005"/>
                  </a:lnTo>
                  <a:lnTo>
                    <a:pt x="452297" y="192938"/>
                  </a:lnTo>
                  <a:close/>
                </a:path>
                <a:path w="1770379" h="273050">
                  <a:moveTo>
                    <a:pt x="528955" y="192938"/>
                  </a:moveTo>
                  <a:lnTo>
                    <a:pt x="517474" y="192938"/>
                  </a:lnTo>
                  <a:lnTo>
                    <a:pt x="511759" y="194551"/>
                  </a:lnTo>
                  <a:lnTo>
                    <a:pt x="501867" y="201040"/>
                  </a:lnTo>
                  <a:lnTo>
                    <a:pt x="498030" y="205612"/>
                  </a:lnTo>
                  <a:lnTo>
                    <a:pt x="492493" y="217500"/>
                  </a:lnTo>
                  <a:lnTo>
                    <a:pt x="491109" y="224510"/>
                  </a:lnTo>
                  <a:lnTo>
                    <a:pt x="491109" y="240728"/>
                  </a:lnTo>
                  <a:lnTo>
                    <a:pt x="517334" y="272427"/>
                  </a:lnTo>
                  <a:lnTo>
                    <a:pt x="528675" y="272427"/>
                  </a:lnTo>
                  <a:lnTo>
                    <a:pt x="544325" y="261810"/>
                  </a:lnTo>
                  <a:lnTo>
                    <a:pt x="520407" y="261810"/>
                  </a:lnTo>
                  <a:lnTo>
                    <a:pt x="516470" y="260578"/>
                  </a:lnTo>
                  <a:lnTo>
                    <a:pt x="502974" y="238188"/>
                  </a:lnTo>
                  <a:lnTo>
                    <a:pt x="502975" y="226644"/>
                  </a:lnTo>
                  <a:lnTo>
                    <a:pt x="520344" y="203542"/>
                  </a:lnTo>
                  <a:lnTo>
                    <a:pt x="544390" y="203542"/>
                  </a:lnTo>
                  <a:lnTo>
                    <a:pt x="542518" y="201040"/>
                  </a:lnTo>
                  <a:lnTo>
                    <a:pt x="540981" y="198945"/>
                  </a:lnTo>
                  <a:lnTo>
                    <a:pt x="538746" y="197065"/>
                  </a:lnTo>
                  <a:lnTo>
                    <a:pt x="535813" y="195440"/>
                  </a:lnTo>
                  <a:lnTo>
                    <a:pt x="532904" y="193763"/>
                  </a:lnTo>
                  <a:lnTo>
                    <a:pt x="528955" y="192938"/>
                  </a:lnTo>
                  <a:close/>
                </a:path>
                <a:path w="1770379" h="273050">
                  <a:moveTo>
                    <a:pt x="558990" y="259016"/>
                  </a:moveTo>
                  <a:lnTo>
                    <a:pt x="547573" y="259016"/>
                  </a:lnTo>
                  <a:lnTo>
                    <a:pt x="547573" y="270827"/>
                  </a:lnTo>
                  <a:lnTo>
                    <a:pt x="558990" y="270827"/>
                  </a:lnTo>
                  <a:lnTo>
                    <a:pt x="558990" y="259016"/>
                  </a:lnTo>
                  <a:close/>
                </a:path>
                <a:path w="1770379" h="273050">
                  <a:moveTo>
                    <a:pt x="544390" y="203542"/>
                  </a:moveTo>
                  <a:lnTo>
                    <a:pt x="530148" y="203542"/>
                  </a:lnTo>
                  <a:lnTo>
                    <a:pt x="534273" y="204825"/>
                  </a:lnTo>
                  <a:lnTo>
                    <a:pt x="540727" y="209600"/>
                  </a:lnTo>
                  <a:lnTo>
                    <a:pt x="543204" y="212978"/>
                  </a:lnTo>
                  <a:lnTo>
                    <a:pt x="546531" y="221614"/>
                  </a:lnTo>
                  <a:lnTo>
                    <a:pt x="547370" y="226644"/>
                  </a:lnTo>
                  <a:lnTo>
                    <a:pt x="547370" y="238188"/>
                  </a:lnTo>
                  <a:lnTo>
                    <a:pt x="546599" y="242823"/>
                  </a:lnTo>
                  <a:lnTo>
                    <a:pt x="546519" y="243306"/>
                  </a:lnTo>
                  <a:lnTo>
                    <a:pt x="530085" y="261810"/>
                  </a:lnTo>
                  <a:lnTo>
                    <a:pt x="544325" y="261810"/>
                  </a:lnTo>
                  <a:lnTo>
                    <a:pt x="545184" y="260578"/>
                  </a:lnTo>
                  <a:lnTo>
                    <a:pt x="546163" y="259016"/>
                  </a:lnTo>
                  <a:lnTo>
                    <a:pt x="558990" y="259016"/>
                  </a:lnTo>
                  <a:lnTo>
                    <a:pt x="558990" y="206146"/>
                  </a:lnTo>
                  <a:lnTo>
                    <a:pt x="546163" y="206146"/>
                  </a:lnTo>
                  <a:lnTo>
                    <a:pt x="545308" y="204825"/>
                  </a:lnTo>
                  <a:lnTo>
                    <a:pt x="544390" y="203542"/>
                  </a:lnTo>
                  <a:close/>
                </a:path>
                <a:path w="1770379" h="273050">
                  <a:moveTo>
                    <a:pt x="558990" y="168300"/>
                  </a:moveTo>
                  <a:lnTo>
                    <a:pt x="547166" y="168300"/>
                  </a:lnTo>
                  <a:lnTo>
                    <a:pt x="547166" y="206146"/>
                  </a:lnTo>
                  <a:lnTo>
                    <a:pt x="558990" y="206146"/>
                  </a:lnTo>
                  <a:lnTo>
                    <a:pt x="558990" y="168300"/>
                  </a:lnTo>
                  <a:close/>
                </a:path>
                <a:path w="1770379" h="273050">
                  <a:moveTo>
                    <a:pt x="620445" y="192938"/>
                  </a:moveTo>
                  <a:lnTo>
                    <a:pt x="606564" y="192938"/>
                  </a:lnTo>
                  <a:lnTo>
                    <a:pt x="600468" y="194589"/>
                  </a:lnTo>
                  <a:lnTo>
                    <a:pt x="590016" y="201193"/>
                  </a:lnTo>
                  <a:lnTo>
                    <a:pt x="585952" y="205828"/>
                  </a:lnTo>
                  <a:lnTo>
                    <a:pt x="580110" y="217779"/>
                  </a:lnTo>
                  <a:lnTo>
                    <a:pt x="578662" y="224777"/>
                  </a:lnTo>
                  <a:lnTo>
                    <a:pt x="578662" y="240728"/>
                  </a:lnTo>
                  <a:lnTo>
                    <a:pt x="606564" y="272427"/>
                  </a:lnTo>
                  <a:lnTo>
                    <a:pt x="620445" y="272427"/>
                  </a:lnTo>
                  <a:lnTo>
                    <a:pt x="626516" y="270776"/>
                  </a:lnTo>
                  <a:lnTo>
                    <a:pt x="636968" y="264172"/>
                  </a:lnTo>
                  <a:lnTo>
                    <a:pt x="639045" y="261810"/>
                  </a:lnTo>
                  <a:lnTo>
                    <a:pt x="608228" y="261810"/>
                  </a:lnTo>
                  <a:lnTo>
                    <a:pt x="603885" y="260464"/>
                  </a:lnTo>
                  <a:lnTo>
                    <a:pt x="597077" y="255054"/>
                  </a:lnTo>
                  <a:lnTo>
                    <a:pt x="594563" y="251498"/>
                  </a:lnTo>
                  <a:lnTo>
                    <a:pt x="591286" y="242696"/>
                  </a:lnTo>
                  <a:lnTo>
                    <a:pt x="590473" y="237921"/>
                  </a:lnTo>
                  <a:lnTo>
                    <a:pt x="590473" y="227647"/>
                  </a:lnTo>
                  <a:lnTo>
                    <a:pt x="608228" y="203542"/>
                  </a:lnTo>
                  <a:lnTo>
                    <a:pt x="639028" y="203542"/>
                  </a:lnTo>
                  <a:lnTo>
                    <a:pt x="636968" y="201193"/>
                  </a:lnTo>
                  <a:lnTo>
                    <a:pt x="626516" y="194589"/>
                  </a:lnTo>
                  <a:lnTo>
                    <a:pt x="620445" y="192938"/>
                  </a:lnTo>
                  <a:close/>
                </a:path>
                <a:path w="1770379" h="273050">
                  <a:moveTo>
                    <a:pt x="639028" y="203542"/>
                  </a:moveTo>
                  <a:lnTo>
                    <a:pt x="618769" y="203542"/>
                  </a:lnTo>
                  <a:lnTo>
                    <a:pt x="623112" y="204914"/>
                  </a:lnTo>
                  <a:lnTo>
                    <a:pt x="629920" y="210388"/>
                  </a:lnTo>
                  <a:lnTo>
                    <a:pt x="632434" y="213969"/>
                  </a:lnTo>
                  <a:lnTo>
                    <a:pt x="635711" y="222846"/>
                  </a:lnTo>
                  <a:lnTo>
                    <a:pt x="636524" y="227647"/>
                  </a:lnTo>
                  <a:lnTo>
                    <a:pt x="636524" y="237921"/>
                  </a:lnTo>
                  <a:lnTo>
                    <a:pt x="618769" y="261810"/>
                  </a:lnTo>
                  <a:lnTo>
                    <a:pt x="639045" y="261810"/>
                  </a:lnTo>
                  <a:lnTo>
                    <a:pt x="641032" y="259549"/>
                  </a:lnTo>
                  <a:lnTo>
                    <a:pt x="646874" y="247662"/>
                  </a:lnTo>
                  <a:lnTo>
                    <a:pt x="648347" y="240728"/>
                  </a:lnTo>
                  <a:lnTo>
                    <a:pt x="648347" y="224777"/>
                  </a:lnTo>
                  <a:lnTo>
                    <a:pt x="646874" y="217779"/>
                  </a:lnTo>
                  <a:lnTo>
                    <a:pt x="643940" y="211810"/>
                  </a:lnTo>
                  <a:lnTo>
                    <a:pt x="641032" y="205828"/>
                  </a:lnTo>
                  <a:lnTo>
                    <a:pt x="639028" y="203542"/>
                  </a:lnTo>
                  <a:close/>
                </a:path>
                <a:path w="1770379" h="273050">
                  <a:moveTo>
                    <a:pt x="670166" y="193928"/>
                  </a:moveTo>
                  <a:lnTo>
                    <a:pt x="657758" y="193928"/>
                  </a:lnTo>
                  <a:lnTo>
                    <a:pt x="681177" y="270827"/>
                  </a:lnTo>
                  <a:lnTo>
                    <a:pt x="692797" y="270827"/>
                  </a:lnTo>
                  <a:lnTo>
                    <a:pt x="697927" y="252806"/>
                  </a:lnTo>
                  <a:lnTo>
                    <a:pt x="686790" y="252806"/>
                  </a:lnTo>
                  <a:lnTo>
                    <a:pt x="670166" y="193928"/>
                  </a:lnTo>
                  <a:close/>
                </a:path>
                <a:path w="1770379" h="273050">
                  <a:moveTo>
                    <a:pt x="721551" y="211759"/>
                  </a:moveTo>
                  <a:lnTo>
                    <a:pt x="710819" y="211759"/>
                  </a:lnTo>
                  <a:lnTo>
                    <a:pt x="727633" y="270827"/>
                  </a:lnTo>
                  <a:lnTo>
                    <a:pt x="739254" y="270827"/>
                  </a:lnTo>
                  <a:lnTo>
                    <a:pt x="744745" y="252806"/>
                  </a:lnTo>
                  <a:lnTo>
                    <a:pt x="744807" y="252602"/>
                  </a:lnTo>
                  <a:lnTo>
                    <a:pt x="732840" y="252602"/>
                  </a:lnTo>
                  <a:lnTo>
                    <a:pt x="721551" y="211759"/>
                  </a:lnTo>
                  <a:close/>
                </a:path>
                <a:path w="1770379" h="273050">
                  <a:moveTo>
                    <a:pt x="716622" y="193928"/>
                  </a:moveTo>
                  <a:lnTo>
                    <a:pt x="704011" y="193928"/>
                  </a:lnTo>
                  <a:lnTo>
                    <a:pt x="687647" y="252602"/>
                  </a:lnTo>
                  <a:lnTo>
                    <a:pt x="687590" y="252806"/>
                  </a:lnTo>
                  <a:lnTo>
                    <a:pt x="697927" y="252806"/>
                  </a:lnTo>
                  <a:lnTo>
                    <a:pt x="709612" y="211759"/>
                  </a:lnTo>
                  <a:lnTo>
                    <a:pt x="721551" y="211759"/>
                  </a:lnTo>
                  <a:lnTo>
                    <a:pt x="716622" y="193928"/>
                  </a:lnTo>
                  <a:close/>
                </a:path>
                <a:path w="1770379" h="273050">
                  <a:moveTo>
                    <a:pt x="762685" y="193928"/>
                  </a:moveTo>
                  <a:lnTo>
                    <a:pt x="750265" y="193928"/>
                  </a:lnTo>
                  <a:lnTo>
                    <a:pt x="733640" y="252602"/>
                  </a:lnTo>
                  <a:lnTo>
                    <a:pt x="744807" y="252602"/>
                  </a:lnTo>
                  <a:lnTo>
                    <a:pt x="762685" y="193928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5016" y="4515528"/>
              <a:ext cx="146685" cy="14668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5016" y="4941691"/>
              <a:ext cx="146685" cy="14668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261280" y="4480775"/>
              <a:ext cx="1838109" cy="46295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261280" y="4974562"/>
              <a:ext cx="1833981" cy="27423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88900" y="1549400"/>
              <a:ext cx="421640" cy="2870200"/>
            </a:xfrm>
            <a:custGeom>
              <a:avLst/>
              <a:gdLst/>
              <a:ahLst/>
              <a:cxnLst/>
              <a:rect l="l" t="t" r="r" b="b"/>
              <a:pathLst>
                <a:path w="421640" h="2870200">
                  <a:moveTo>
                    <a:pt x="421131" y="2870200"/>
                  </a:moveTo>
                  <a:lnTo>
                    <a:pt x="0" y="2870200"/>
                  </a:lnTo>
                  <a:lnTo>
                    <a:pt x="0" y="0"/>
                  </a:lnTo>
                  <a:lnTo>
                    <a:pt x="421131" y="0"/>
                  </a:lnTo>
                  <a:lnTo>
                    <a:pt x="421131" y="2870200"/>
                  </a:lnTo>
                  <a:close/>
                </a:path>
              </a:pathLst>
            </a:custGeom>
            <a:solidFill>
              <a:srgbClr val="590948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35509" y="2117623"/>
              <a:ext cx="168122" cy="167642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88900" y="4419600"/>
              <a:ext cx="421640" cy="927100"/>
            </a:xfrm>
            <a:custGeom>
              <a:avLst/>
              <a:gdLst/>
              <a:ahLst/>
              <a:cxnLst/>
              <a:rect l="l" t="t" r="r" b="b"/>
              <a:pathLst>
                <a:path w="421640" h="927100">
                  <a:moveTo>
                    <a:pt x="421131" y="927100"/>
                  </a:moveTo>
                  <a:lnTo>
                    <a:pt x="0" y="927100"/>
                  </a:lnTo>
                  <a:lnTo>
                    <a:pt x="0" y="0"/>
                  </a:lnTo>
                  <a:lnTo>
                    <a:pt x="421131" y="0"/>
                  </a:lnTo>
                  <a:lnTo>
                    <a:pt x="421131" y="927100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29984" y="4711509"/>
              <a:ext cx="127635" cy="383540"/>
            </a:xfrm>
            <a:custGeom>
              <a:avLst/>
              <a:gdLst/>
              <a:ahLst/>
              <a:cxnLst/>
              <a:rect l="l" t="t" r="r" b="b"/>
              <a:pathLst>
                <a:path w="127635" h="383539">
                  <a:moveTo>
                    <a:pt x="0" y="356412"/>
                  </a:moveTo>
                  <a:lnTo>
                    <a:pt x="0" y="382968"/>
                  </a:lnTo>
                  <a:lnTo>
                    <a:pt x="125615" y="382968"/>
                  </a:lnTo>
                  <a:lnTo>
                    <a:pt x="125615" y="302564"/>
                  </a:lnTo>
                  <a:lnTo>
                    <a:pt x="103720" y="302564"/>
                  </a:lnTo>
                  <a:lnTo>
                    <a:pt x="103720" y="356412"/>
                  </a:lnTo>
                  <a:lnTo>
                    <a:pt x="0" y="356412"/>
                  </a:lnTo>
                  <a:close/>
                </a:path>
                <a:path w="127635" h="383539">
                  <a:moveTo>
                    <a:pt x="30175" y="242227"/>
                  </a:moveTo>
                  <a:lnTo>
                    <a:pt x="46037" y="279184"/>
                  </a:lnTo>
                  <a:lnTo>
                    <a:pt x="78879" y="288594"/>
                  </a:lnTo>
                  <a:lnTo>
                    <a:pt x="84175" y="288328"/>
                  </a:lnTo>
                  <a:lnTo>
                    <a:pt x="121386" y="266941"/>
                  </a:lnTo>
                  <a:lnTo>
                    <a:pt x="127457" y="242227"/>
                  </a:lnTo>
                  <a:lnTo>
                    <a:pt x="127457" y="232702"/>
                  </a:lnTo>
                  <a:lnTo>
                    <a:pt x="125437" y="224472"/>
                  </a:lnTo>
                  <a:lnTo>
                    <a:pt x="117297" y="210616"/>
                  </a:lnTo>
                  <a:lnTo>
                    <a:pt x="111607" y="205257"/>
                  </a:lnTo>
                  <a:lnTo>
                    <a:pt x="107213" y="202987"/>
                  </a:lnTo>
                  <a:lnTo>
                    <a:pt x="107213" y="246481"/>
                  </a:lnTo>
                  <a:lnTo>
                    <a:pt x="105994" y="250151"/>
                  </a:lnTo>
                  <a:lnTo>
                    <a:pt x="84175" y="262039"/>
                  </a:lnTo>
                  <a:lnTo>
                    <a:pt x="73215" y="262039"/>
                  </a:lnTo>
                  <a:lnTo>
                    <a:pt x="50114" y="246481"/>
                  </a:lnTo>
                  <a:lnTo>
                    <a:pt x="50114" y="203166"/>
                  </a:lnTo>
                  <a:lnTo>
                    <a:pt x="46037" y="205257"/>
                  </a:lnTo>
                  <a:lnTo>
                    <a:pt x="30558" y="235326"/>
                  </a:lnTo>
                  <a:lnTo>
                    <a:pt x="30175" y="242227"/>
                  </a:lnTo>
                  <a:close/>
                </a:path>
                <a:path w="127635" h="383539">
                  <a:moveTo>
                    <a:pt x="50114" y="203166"/>
                  </a:moveTo>
                  <a:lnTo>
                    <a:pt x="50114" y="237769"/>
                  </a:lnTo>
                  <a:lnTo>
                    <a:pt x="51358" y="234149"/>
                  </a:lnTo>
                  <a:lnTo>
                    <a:pt x="56349" y="228345"/>
                  </a:lnTo>
                  <a:lnTo>
                    <a:pt x="59740" y="226148"/>
                  </a:lnTo>
                  <a:lnTo>
                    <a:pt x="64033" y="224675"/>
                  </a:lnTo>
                  <a:lnTo>
                    <a:pt x="68325" y="223164"/>
                  </a:lnTo>
                  <a:lnTo>
                    <a:pt x="73215" y="222415"/>
                  </a:lnTo>
                  <a:lnTo>
                    <a:pt x="84175" y="222415"/>
                  </a:lnTo>
                  <a:lnTo>
                    <a:pt x="89065" y="223164"/>
                  </a:lnTo>
                  <a:lnTo>
                    <a:pt x="93357" y="224675"/>
                  </a:lnTo>
                  <a:lnTo>
                    <a:pt x="97650" y="226148"/>
                  </a:lnTo>
                  <a:lnTo>
                    <a:pt x="101041" y="228345"/>
                  </a:lnTo>
                  <a:lnTo>
                    <a:pt x="103530" y="231241"/>
                  </a:lnTo>
                  <a:lnTo>
                    <a:pt x="105994" y="234149"/>
                  </a:lnTo>
                  <a:lnTo>
                    <a:pt x="107213" y="237769"/>
                  </a:lnTo>
                  <a:lnTo>
                    <a:pt x="107213" y="202987"/>
                  </a:lnTo>
                  <a:lnTo>
                    <a:pt x="78879" y="195859"/>
                  </a:lnTo>
                  <a:lnTo>
                    <a:pt x="73215" y="196141"/>
                  </a:lnTo>
                  <a:lnTo>
                    <a:pt x="71812" y="196211"/>
                  </a:lnTo>
                  <a:lnTo>
                    <a:pt x="65203" y="197269"/>
                  </a:lnTo>
                  <a:lnTo>
                    <a:pt x="59054" y="199031"/>
                  </a:lnTo>
                  <a:lnTo>
                    <a:pt x="53365" y="201498"/>
                  </a:lnTo>
                  <a:lnTo>
                    <a:pt x="50114" y="203166"/>
                  </a:lnTo>
                  <a:close/>
                </a:path>
                <a:path w="127635" h="383539">
                  <a:moveTo>
                    <a:pt x="96977" y="156667"/>
                  </a:moveTo>
                  <a:lnTo>
                    <a:pt x="98323" y="182359"/>
                  </a:lnTo>
                  <a:lnTo>
                    <a:pt x="107314" y="181089"/>
                  </a:lnTo>
                  <a:lnTo>
                    <a:pt x="114426" y="176783"/>
                  </a:lnTo>
                  <a:lnTo>
                    <a:pt x="127457" y="139611"/>
                  </a:lnTo>
                  <a:lnTo>
                    <a:pt x="127457" y="131432"/>
                  </a:lnTo>
                  <a:lnTo>
                    <a:pt x="126161" y="124218"/>
                  </a:lnTo>
                  <a:lnTo>
                    <a:pt x="120980" y="111658"/>
                  </a:lnTo>
                  <a:lnTo>
                    <a:pt x="117335" y="106718"/>
                  </a:lnTo>
                  <a:lnTo>
                    <a:pt x="108623" y="99952"/>
                  </a:lnTo>
                  <a:lnTo>
                    <a:pt x="108623" y="144208"/>
                  </a:lnTo>
                  <a:lnTo>
                    <a:pt x="107746" y="147634"/>
                  </a:lnTo>
                  <a:lnTo>
                    <a:pt x="107746" y="147878"/>
                  </a:lnTo>
                  <a:lnTo>
                    <a:pt x="103682" y="154000"/>
                  </a:lnTo>
                  <a:lnTo>
                    <a:pt x="100774" y="155879"/>
                  </a:lnTo>
                  <a:lnTo>
                    <a:pt x="96977" y="156667"/>
                  </a:lnTo>
                  <a:close/>
                </a:path>
                <a:path w="127635" h="383539">
                  <a:moveTo>
                    <a:pt x="30175" y="139915"/>
                  </a:moveTo>
                  <a:lnTo>
                    <a:pt x="30175" y="147967"/>
                  </a:lnTo>
                  <a:lnTo>
                    <a:pt x="31368" y="155003"/>
                  </a:lnTo>
                  <a:lnTo>
                    <a:pt x="53441" y="179844"/>
                  </a:lnTo>
                  <a:lnTo>
                    <a:pt x="66535" y="179844"/>
                  </a:lnTo>
                  <a:lnTo>
                    <a:pt x="90487" y="132206"/>
                  </a:lnTo>
                  <a:lnTo>
                    <a:pt x="91681" y="129184"/>
                  </a:lnTo>
                  <a:lnTo>
                    <a:pt x="94741" y="125260"/>
                  </a:lnTo>
                  <a:lnTo>
                    <a:pt x="96685" y="124256"/>
                  </a:lnTo>
                  <a:lnTo>
                    <a:pt x="101879" y="124256"/>
                  </a:lnTo>
                  <a:lnTo>
                    <a:pt x="104190" y="125691"/>
                  </a:lnTo>
                  <a:lnTo>
                    <a:pt x="107746" y="131292"/>
                  </a:lnTo>
                  <a:lnTo>
                    <a:pt x="108623" y="134962"/>
                  </a:lnTo>
                  <a:lnTo>
                    <a:pt x="108623" y="99952"/>
                  </a:lnTo>
                  <a:lnTo>
                    <a:pt x="108013" y="99479"/>
                  </a:lnTo>
                  <a:lnTo>
                    <a:pt x="102590" y="97662"/>
                  </a:lnTo>
                  <a:lnTo>
                    <a:pt x="89636" y="97662"/>
                  </a:lnTo>
                  <a:lnTo>
                    <a:pt x="84150" y="99910"/>
                  </a:lnTo>
                  <a:lnTo>
                    <a:pt x="75806" y="108902"/>
                  </a:lnTo>
                  <a:lnTo>
                    <a:pt x="72783" y="115735"/>
                  </a:lnTo>
                  <a:lnTo>
                    <a:pt x="67475" y="141935"/>
                  </a:lnTo>
                  <a:lnTo>
                    <a:pt x="66535" y="146316"/>
                  </a:lnTo>
                  <a:lnTo>
                    <a:pt x="65277" y="149402"/>
                  </a:lnTo>
                  <a:lnTo>
                    <a:pt x="62179" y="152996"/>
                  </a:lnTo>
                  <a:lnTo>
                    <a:pt x="60274" y="153898"/>
                  </a:lnTo>
                  <a:lnTo>
                    <a:pt x="55206" y="153898"/>
                  </a:lnTo>
                  <a:lnTo>
                    <a:pt x="52958" y="152514"/>
                  </a:lnTo>
                  <a:lnTo>
                    <a:pt x="51282" y="149732"/>
                  </a:lnTo>
                  <a:lnTo>
                    <a:pt x="49606" y="147033"/>
                  </a:lnTo>
                  <a:lnTo>
                    <a:pt x="49212" y="145574"/>
                  </a:lnTo>
                  <a:lnTo>
                    <a:pt x="48704" y="143535"/>
                  </a:lnTo>
                  <a:lnTo>
                    <a:pt x="48704" y="101478"/>
                  </a:lnTo>
                  <a:lnTo>
                    <a:pt x="42748" y="104952"/>
                  </a:lnTo>
                  <a:lnTo>
                    <a:pt x="37718" y="111823"/>
                  </a:lnTo>
                  <a:lnTo>
                    <a:pt x="34418" y="117422"/>
                  </a:lnTo>
                  <a:lnTo>
                    <a:pt x="32061" y="123969"/>
                  </a:lnTo>
                  <a:lnTo>
                    <a:pt x="30646" y="131467"/>
                  </a:lnTo>
                  <a:lnTo>
                    <a:pt x="30175" y="139915"/>
                  </a:lnTo>
                  <a:close/>
                </a:path>
                <a:path w="127635" h="383539">
                  <a:moveTo>
                    <a:pt x="48704" y="101478"/>
                  </a:moveTo>
                  <a:lnTo>
                    <a:pt x="48704" y="136461"/>
                  </a:lnTo>
                  <a:lnTo>
                    <a:pt x="49212" y="133870"/>
                  </a:lnTo>
                  <a:lnTo>
                    <a:pt x="51282" y="129403"/>
                  </a:lnTo>
                  <a:lnTo>
                    <a:pt x="52539" y="127711"/>
                  </a:lnTo>
                  <a:lnTo>
                    <a:pt x="54216" y="126364"/>
                  </a:lnTo>
                  <a:lnTo>
                    <a:pt x="55854" y="125006"/>
                  </a:lnTo>
                  <a:lnTo>
                    <a:pt x="57696" y="124129"/>
                  </a:lnTo>
                  <a:lnTo>
                    <a:pt x="59740" y="123723"/>
                  </a:lnTo>
                  <a:lnTo>
                    <a:pt x="58267" y="99809"/>
                  </a:lnTo>
                  <a:lnTo>
                    <a:pt x="50228" y="100870"/>
                  </a:lnTo>
                  <a:lnTo>
                    <a:pt x="49606" y="100952"/>
                  </a:lnTo>
                  <a:lnTo>
                    <a:pt x="48704" y="101478"/>
                  </a:lnTo>
                  <a:close/>
                </a:path>
                <a:path w="127635" h="383539">
                  <a:moveTo>
                    <a:pt x="96977" y="59004"/>
                  </a:moveTo>
                  <a:lnTo>
                    <a:pt x="98323" y="84696"/>
                  </a:lnTo>
                  <a:lnTo>
                    <a:pt x="107314" y="83426"/>
                  </a:lnTo>
                  <a:lnTo>
                    <a:pt x="114426" y="79120"/>
                  </a:lnTo>
                  <a:lnTo>
                    <a:pt x="127457" y="41948"/>
                  </a:lnTo>
                  <a:lnTo>
                    <a:pt x="127457" y="33769"/>
                  </a:lnTo>
                  <a:lnTo>
                    <a:pt x="126161" y="26555"/>
                  </a:lnTo>
                  <a:lnTo>
                    <a:pt x="120980" y="13995"/>
                  </a:lnTo>
                  <a:lnTo>
                    <a:pt x="117335" y="9055"/>
                  </a:lnTo>
                  <a:lnTo>
                    <a:pt x="108623" y="2289"/>
                  </a:lnTo>
                  <a:lnTo>
                    <a:pt x="108623" y="46545"/>
                  </a:lnTo>
                  <a:lnTo>
                    <a:pt x="107746" y="49971"/>
                  </a:lnTo>
                  <a:lnTo>
                    <a:pt x="107746" y="50215"/>
                  </a:lnTo>
                  <a:lnTo>
                    <a:pt x="103682" y="56337"/>
                  </a:lnTo>
                  <a:lnTo>
                    <a:pt x="100774" y="58229"/>
                  </a:lnTo>
                  <a:lnTo>
                    <a:pt x="96977" y="59004"/>
                  </a:lnTo>
                  <a:close/>
                </a:path>
                <a:path w="127635" h="383539">
                  <a:moveTo>
                    <a:pt x="30175" y="42252"/>
                  </a:moveTo>
                  <a:lnTo>
                    <a:pt x="30175" y="50304"/>
                  </a:lnTo>
                  <a:lnTo>
                    <a:pt x="31368" y="57340"/>
                  </a:lnTo>
                  <a:lnTo>
                    <a:pt x="53441" y="82181"/>
                  </a:lnTo>
                  <a:lnTo>
                    <a:pt x="66535" y="82181"/>
                  </a:lnTo>
                  <a:lnTo>
                    <a:pt x="90487" y="34543"/>
                  </a:lnTo>
                  <a:lnTo>
                    <a:pt x="91681" y="31521"/>
                  </a:lnTo>
                  <a:lnTo>
                    <a:pt x="93230" y="29565"/>
                  </a:lnTo>
                  <a:lnTo>
                    <a:pt x="94741" y="27597"/>
                  </a:lnTo>
                  <a:lnTo>
                    <a:pt x="96685" y="26593"/>
                  </a:lnTo>
                  <a:lnTo>
                    <a:pt x="101879" y="26593"/>
                  </a:lnTo>
                  <a:lnTo>
                    <a:pt x="104190" y="28028"/>
                  </a:lnTo>
                  <a:lnTo>
                    <a:pt x="107746" y="33629"/>
                  </a:lnTo>
                  <a:lnTo>
                    <a:pt x="108623" y="37312"/>
                  </a:lnTo>
                  <a:lnTo>
                    <a:pt x="108623" y="2289"/>
                  </a:lnTo>
                  <a:lnTo>
                    <a:pt x="108013" y="1816"/>
                  </a:lnTo>
                  <a:lnTo>
                    <a:pt x="102590" y="0"/>
                  </a:lnTo>
                  <a:lnTo>
                    <a:pt x="89636" y="0"/>
                  </a:lnTo>
                  <a:lnTo>
                    <a:pt x="84150" y="2247"/>
                  </a:lnTo>
                  <a:lnTo>
                    <a:pt x="75806" y="11239"/>
                  </a:lnTo>
                  <a:lnTo>
                    <a:pt x="72783" y="18072"/>
                  </a:lnTo>
                  <a:lnTo>
                    <a:pt x="67475" y="44284"/>
                  </a:lnTo>
                  <a:lnTo>
                    <a:pt x="66535" y="48653"/>
                  </a:lnTo>
                  <a:lnTo>
                    <a:pt x="65277" y="51739"/>
                  </a:lnTo>
                  <a:lnTo>
                    <a:pt x="62179" y="55346"/>
                  </a:lnTo>
                  <a:lnTo>
                    <a:pt x="60274" y="56235"/>
                  </a:lnTo>
                  <a:lnTo>
                    <a:pt x="55206" y="56235"/>
                  </a:lnTo>
                  <a:lnTo>
                    <a:pt x="52958" y="54851"/>
                  </a:lnTo>
                  <a:lnTo>
                    <a:pt x="51282" y="52069"/>
                  </a:lnTo>
                  <a:lnTo>
                    <a:pt x="49606" y="49370"/>
                  </a:lnTo>
                  <a:lnTo>
                    <a:pt x="49212" y="47911"/>
                  </a:lnTo>
                  <a:lnTo>
                    <a:pt x="48704" y="45872"/>
                  </a:lnTo>
                  <a:lnTo>
                    <a:pt x="48704" y="3815"/>
                  </a:lnTo>
                  <a:lnTo>
                    <a:pt x="42748" y="7289"/>
                  </a:lnTo>
                  <a:lnTo>
                    <a:pt x="37718" y="14160"/>
                  </a:lnTo>
                  <a:lnTo>
                    <a:pt x="34418" y="19759"/>
                  </a:lnTo>
                  <a:lnTo>
                    <a:pt x="32061" y="26306"/>
                  </a:lnTo>
                  <a:lnTo>
                    <a:pt x="30646" y="33804"/>
                  </a:lnTo>
                  <a:lnTo>
                    <a:pt x="30175" y="42252"/>
                  </a:lnTo>
                  <a:close/>
                </a:path>
                <a:path w="127635" h="383539">
                  <a:moveTo>
                    <a:pt x="48704" y="3815"/>
                  </a:moveTo>
                  <a:lnTo>
                    <a:pt x="48704" y="38798"/>
                  </a:lnTo>
                  <a:lnTo>
                    <a:pt x="49212" y="36207"/>
                  </a:lnTo>
                  <a:lnTo>
                    <a:pt x="51282" y="31740"/>
                  </a:lnTo>
                  <a:lnTo>
                    <a:pt x="52539" y="30048"/>
                  </a:lnTo>
                  <a:lnTo>
                    <a:pt x="55854" y="27355"/>
                  </a:lnTo>
                  <a:lnTo>
                    <a:pt x="57696" y="26466"/>
                  </a:lnTo>
                  <a:lnTo>
                    <a:pt x="59740" y="26060"/>
                  </a:lnTo>
                  <a:lnTo>
                    <a:pt x="58267" y="2146"/>
                  </a:lnTo>
                  <a:lnTo>
                    <a:pt x="50228" y="3207"/>
                  </a:lnTo>
                  <a:lnTo>
                    <a:pt x="49606" y="3289"/>
                  </a:lnTo>
                  <a:lnTo>
                    <a:pt x="48704" y="38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69143" y="1985151"/>
              <a:ext cx="484797" cy="43060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20173" y="1928211"/>
              <a:ext cx="543560" cy="572655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924644" y="2034756"/>
              <a:ext cx="353060" cy="311150"/>
            </a:xfrm>
            <a:custGeom>
              <a:avLst/>
              <a:gdLst/>
              <a:ahLst/>
              <a:cxnLst/>
              <a:rect l="l" t="t" r="r" b="b"/>
              <a:pathLst>
                <a:path w="353059" h="311150">
                  <a:moveTo>
                    <a:pt x="176288" y="310616"/>
                  </a:moveTo>
                  <a:lnTo>
                    <a:pt x="129425" y="305072"/>
                  </a:lnTo>
                  <a:lnTo>
                    <a:pt x="87313" y="289424"/>
                  </a:lnTo>
                  <a:lnTo>
                    <a:pt x="51635" y="265147"/>
                  </a:lnTo>
                  <a:lnTo>
                    <a:pt x="24069" y="233718"/>
                  </a:lnTo>
                  <a:lnTo>
                    <a:pt x="6297" y="196613"/>
                  </a:lnTo>
                  <a:lnTo>
                    <a:pt x="0" y="155308"/>
                  </a:lnTo>
                  <a:lnTo>
                    <a:pt x="6297" y="114003"/>
                  </a:lnTo>
                  <a:lnTo>
                    <a:pt x="24069" y="76898"/>
                  </a:lnTo>
                  <a:lnTo>
                    <a:pt x="51635" y="45469"/>
                  </a:lnTo>
                  <a:lnTo>
                    <a:pt x="87313" y="21192"/>
                  </a:lnTo>
                  <a:lnTo>
                    <a:pt x="129425" y="5544"/>
                  </a:lnTo>
                  <a:lnTo>
                    <a:pt x="176288" y="0"/>
                  </a:lnTo>
                  <a:lnTo>
                    <a:pt x="223156" y="5544"/>
                  </a:lnTo>
                  <a:lnTo>
                    <a:pt x="265269" y="21192"/>
                  </a:lnTo>
                  <a:lnTo>
                    <a:pt x="300947" y="45469"/>
                  </a:lnTo>
                  <a:lnTo>
                    <a:pt x="328510" y="76898"/>
                  </a:lnTo>
                  <a:lnTo>
                    <a:pt x="346280" y="114003"/>
                  </a:lnTo>
                  <a:lnTo>
                    <a:pt x="352577" y="155308"/>
                  </a:lnTo>
                  <a:lnTo>
                    <a:pt x="346280" y="196613"/>
                  </a:lnTo>
                  <a:lnTo>
                    <a:pt x="328510" y="233718"/>
                  </a:lnTo>
                  <a:lnTo>
                    <a:pt x="300947" y="265147"/>
                  </a:lnTo>
                  <a:lnTo>
                    <a:pt x="265269" y="289424"/>
                  </a:lnTo>
                  <a:lnTo>
                    <a:pt x="223156" y="305072"/>
                  </a:lnTo>
                  <a:lnTo>
                    <a:pt x="176288" y="310616"/>
                  </a:lnTo>
                  <a:close/>
                </a:path>
              </a:pathLst>
            </a:custGeom>
            <a:solidFill>
              <a:srgbClr val="FD9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51583" y="2127400"/>
              <a:ext cx="66357" cy="14870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01793" y="2926260"/>
              <a:ext cx="484797" cy="43060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72411" y="2890747"/>
              <a:ext cx="543560" cy="563777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940965" y="2960764"/>
              <a:ext cx="353060" cy="311150"/>
            </a:xfrm>
            <a:custGeom>
              <a:avLst/>
              <a:gdLst/>
              <a:ahLst/>
              <a:cxnLst/>
              <a:rect l="l" t="t" r="r" b="b"/>
              <a:pathLst>
                <a:path w="353059" h="311150">
                  <a:moveTo>
                    <a:pt x="176288" y="310743"/>
                  </a:moveTo>
                  <a:lnTo>
                    <a:pt x="129425" y="305191"/>
                  </a:lnTo>
                  <a:lnTo>
                    <a:pt x="87313" y="289525"/>
                  </a:lnTo>
                  <a:lnTo>
                    <a:pt x="51635" y="265231"/>
                  </a:lnTo>
                  <a:lnTo>
                    <a:pt x="24069" y="233794"/>
                  </a:lnTo>
                  <a:lnTo>
                    <a:pt x="6297" y="196700"/>
                  </a:lnTo>
                  <a:lnTo>
                    <a:pt x="0" y="155435"/>
                  </a:lnTo>
                  <a:lnTo>
                    <a:pt x="6297" y="114120"/>
                  </a:lnTo>
                  <a:lnTo>
                    <a:pt x="24069" y="76992"/>
                  </a:lnTo>
                  <a:lnTo>
                    <a:pt x="51635" y="45532"/>
                  </a:lnTo>
                  <a:lnTo>
                    <a:pt x="87313" y="21225"/>
                  </a:lnTo>
                  <a:lnTo>
                    <a:pt x="129425" y="5553"/>
                  </a:lnTo>
                  <a:lnTo>
                    <a:pt x="176288" y="0"/>
                  </a:lnTo>
                  <a:lnTo>
                    <a:pt x="223156" y="5553"/>
                  </a:lnTo>
                  <a:lnTo>
                    <a:pt x="265269" y="21225"/>
                  </a:lnTo>
                  <a:lnTo>
                    <a:pt x="300947" y="45532"/>
                  </a:lnTo>
                  <a:lnTo>
                    <a:pt x="328510" y="76992"/>
                  </a:lnTo>
                  <a:lnTo>
                    <a:pt x="346280" y="114120"/>
                  </a:lnTo>
                  <a:lnTo>
                    <a:pt x="352577" y="155435"/>
                  </a:lnTo>
                  <a:lnTo>
                    <a:pt x="346280" y="196700"/>
                  </a:lnTo>
                  <a:lnTo>
                    <a:pt x="328510" y="233794"/>
                  </a:lnTo>
                  <a:lnTo>
                    <a:pt x="300947" y="265231"/>
                  </a:lnTo>
                  <a:lnTo>
                    <a:pt x="265269" y="289525"/>
                  </a:lnTo>
                  <a:lnTo>
                    <a:pt x="223156" y="305191"/>
                  </a:lnTo>
                  <a:lnTo>
                    <a:pt x="176288" y="310743"/>
                  </a:lnTo>
                  <a:close/>
                </a:path>
              </a:pathLst>
            </a:custGeom>
            <a:solidFill>
              <a:srgbClr val="FD9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63557" y="3053631"/>
              <a:ext cx="107454" cy="150736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75679" y="3822268"/>
              <a:ext cx="484797" cy="43060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46292" y="3786754"/>
              <a:ext cx="533767" cy="56377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914852" y="3856603"/>
              <a:ext cx="353060" cy="311150"/>
            </a:xfrm>
            <a:custGeom>
              <a:avLst/>
              <a:gdLst/>
              <a:ahLst/>
              <a:cxnLst/>
              <a:rect l="l" t="t" r="r" b="b"/>
              <a:pathLst>
                <a:path w="353059" h="311150">
                  <a:moveTo>
                    <a:pt x="176288" y="310629"/>
                  </a:moveTo>
                  <a:lnTo>
                    <a:pt x="129425" y="305080"/>
                  </a:lnTo>
                  <a:lnTo>
                    <a:pt x="87313" y="289421"/>
                  </a:lnTo>
                  <a:lnTo>
                    <a:pt x="51635" y="265133"/>
                  </a:lnTo>
                  <a:lnTo>
                    <a:pt x="24069" y="233695"/>
                  </a:lnTo>
                  <a:lnTo>
                    <a:pt x="6297" y="196589"/>
                  </a:lnTo>
                  <a:lnTo>
                    <a:pt x="0" y="155295"/>
                  </a:lnTo>
                  <a:lnTo>
                    <a:pt x="6297" y="113995"/>
                  </a:lnTo>
                  <a:lnTo>
                    <a:pt x="24069" y="76894"/>
                  </a:lnTo>
                  <a:lnTo>
                    <a:pt x="51635" y="45467"/>
                  </a:lnTo>
                  <a:lnTo>
                    <a:pt x="87313" y="21192"/>
                  </a:lnTo>
                  <a:lnTo>
                    <a:pt x="129425" y="5544"/>
                  </a:lnTo>
                  <a:lnTo>
                    <a:pt x="176288" y="0"/>
                  </a:lnTo>
                  <a:lnTo>
                    <a:pt x="223156" y="5544"/>
                  </a:lnTo>
                  <a:lnTo>
                    <a:pt x="265269" y="21192"/>
                  </a:lnTo>
                  <a:lnTo>
                    <a:pt x="300947" y="45467"/>
                  </a:lnTo>
                  <a:lnTo>
                    <a:pt x="328510" y="76894"/>
                  </a:lnTo>
                  <a:lnTo>
                    <a:pt x="346280" y="113995"/>
                  </a:lnTo>
                  <a:lnTo>
                    <a:pt x="352577" y="155295"/>
                  </a:lnTo>
                  <a:lnTo>
                    <a:pt x="346280" y="196589"/>
                  </a:lnTo>
                  <a:lnTo>
                    <a:pt x="328510" y="233695"/>
                  </a:lnTo>
                  <a:lnTo>
                    <a:pt x="300947" y="265133"/>
                  </a:lnTo>
                  <a:lnTo>
                    <a:pt x="265269" y="289421"/>
                  </a:lnTo>
                  <a:lnTo>
                    <a:pt x="223156" y="305080"/>
                  </a:lnTo>
                  <a:lnTo>
                    <a:pt x="176288" y="310629"/>
                  </a:lnTo>
                  <a:close/>
                </a:path>
              </a:pathLst>
            </a:custGeom>
            <a:solidFill>
              <a:srgbClr val="FD9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35800" y="3950468"/>
              <a:ext cx="113677" cy="152768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54887" y="4505913"/>
              <a:ext cx="484797" cy="430602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25500" y="4470400"/>
              <a:ext cx="533767" cy="563777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894060" y="4540248"/>
              <a:ext cx="353060" cy="311150"/>
            </a:xfrm>
            <a:custGeom>
              <a:avLst/>
              <a:gdLst/>
              <a:ahLst/>
              <a:cxnLst/>
              <a:rect l="l" t="t" r="r" b="b"/>
              <a:pathLst>
                <a:path w="353059" h="311150">
                  <a:moveTo>
                    <a:pt x="176288" y="310629"/>
                  </a:moveTo>
                  <a:lnTo>
                    <a:pt x="129425" y="305080"/>
                  </a:lnTo>
                  <a:lnTo>
                    <a:pt x="87313" y="289421"/>
                  </a:lnTo>
                  <a:lnTo>
                    <a:pt x="51635" y="265133"/>
                  </a:lnTo>
                  <a:lnTo>
                    <a:pt x="24069" y="233695"/>
                  </a:lnTo>
                  <a:lnTo>
                    <a:pt x="6297" y="196589"/>
                  </a:lnTo>
                  <a:lnTo>
                    <a:pt x="0" y="155295"/>
                  </a:lnTo>
                  <a:lnTo>
                    <a:pt x="6297" y="113995"/>
                  </a:lnTo>
                  <a:lnTo>
                    <a:pt x="24069" y="76894"/>
                  </a:lnTo>
                  <a:lnTo>
                    <a:pt x="51635" y="45467"/>
                  </a:lnTo>
                  <a:lnTo>
                    <a:pt x="87313" y="21192"/>
                  </a:lnTo>
                  <a:lnTo>
                    <a:pt x="129425" y="5544"/>
                  </a:lnTo>
                  <a:lnTo>
                    <a:pt x="176288" y="0"/>
                  </a:lnTo>
                  <a:lnTo>
                    <a:pt x="223156" y="5544"/>
                  </a:lnTo>
                  <a:lnTo>
                    <a:pt x="265269" y="21192"/>
                  </a:lnTo>
                  <a:lnTo>
                    <a:pt x="300947" y="45467"/>
                  </a:lnTo>
                  <a:lnTo>
                    <a:pt x="328510" y="76894"/>
                  </a:lnTo>
                  <a:lnTo>
                    <a:pt x="346280" y="113995"/>
                  </a:lnTo>
                  <a:lnTo>
                    <a:pt x="352577" y="155295"/>
                  </a:lnTo>
                  <a:lnTo>
                    <a:pt x="346280" y="196589"/>
                  </a:lnTo>
                  <a:lnTo>
                    <a:pt x="328510" y="233695"/>
                  </a:lnTo>
                  <a:lnTo>
                    <a:pt x="300947" y="265133"/>
                  </a:lnTo>
                  <a:lnTo>
                    <a:pt x="265269" y="289421"/>
                  </a:lnTo>
                  <a:lnTo>
                    <a:pt x="223156" y="305080"/>
                  </a:lnTo>
                  <a:lnTo>
                    <a:pt x="176288" y="310629"/>
                  </a:lnTo>
                  <a:close/>
                </a:path>
              </a:pathLst>
            </a:custGeom>
            <a:solidFill>
              <a:srgbClr val="FD9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014208" y="4636146"/>
              <a:ext cx="119875" cy="148704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88900" y="1168400"/>
              <a:ext cx="2044700" cy="381000"/>
            </a:xfrm>
            <a:custGeom>
              <a:avLst/>
              <a:gdLst/>
              <a:ahLst/>
              <a:cxnLst/>
              <a:rect l="l" t="t" r="r" b="b"/>
              <a:pathLst>
                <a:path w="2044700" h="381000">
                  <a:moveTo>
                    <a:pt x="0" y="381000"/>
                  </a:moveTo>
                  <a:lnTo>
                    <a:pt x="0" y="0"/>
                  </a:lnTo>
                  <a:lnTo>
                    <a:pt x="2044700" y="0"/>
                  </a:lnTo>
                  <a:lnTo>
                    <a:pt x="204470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F5B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91229" y="1274788"/>
              <a:ext cx="1453159" cy="188747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2133600" y="1168400"/>
              <a:ext cx="8293100" cy="381000"/>
            </a:xfrm>
            <a:custGeom>
              <a:avLst/>
              <a:gdLst/>
              <a:ahLst/>
              <a:cxnLst/>
              <a:rect l="l" t="t" r="r" b="b"/>
              <a:pathLst>
                <a:path w="8293100" h="381000">
                  <a:moveTo>
                    <a:pt x="82931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8293100" y="381000"/>
                  </a:lnTo>
                  <a:lnTo>
                    <a:pt x="8293100" y="0"/>
                  </a:lnTo>
                  <a:close/>
                </a:path>
              </a:pathLst>
            </a:custGeom>
            <a:solidFill>
              <a:srgbClr val="FFE5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8033384" y="1291932"/>
              <a:ext cx="372745" cy="93980"/>
            </a:xfrm>
            <a:custGeom>
              <a:avLst/>
              <a:gdLst/>
              <a:ahLst/>
              <a:cxnLst/>
              <a:rect l="l" t="t" r="r" b="b"/>
              <a:pathLst>
                <a:path w="372745" h="93980">
                  <a:moveTo>
                    <a:pt x="63055" y="0"/>
                  </a:moveTo>
                  <a:lnTo>
                    <a:pt x="0" y="0"/>
                  </a:lnTo>
                  <a:lnTo>
                    <a:pt x="0" y="92367"/>
                  </a:lnTo>
                  <a:lnTo>
                    <a:pt x="22326" y="92367"/>
                  </a:lnTo>
                  <a:lnTo>
                    <a:pt x="22326" y="55245"/>
                  </a:lnTo>
                  <a:lnTo>
                    <a:pt x="59042" y="55245"/>
                  </a:lnTo>
                  <a:lnTo>
                    <a:pt x="59042" y="37071"/>
                  </a:lnTo>
                  <a:lnTo>
                    <a:pt x="22326" y="37071"/>
                  </a:lnTo>
                  <a:lnTo>
                    <a:pt x="22326" y="18135"/>
                  </a:lnTo>
                  <a:lnTo>
                    <a:pt x="63055" y="18135"/>
                  </a:lnTo>
                  <a:lnTo>
                    <a:pt x="63055" y="0"/>
                  </a:lnTo>
                  <a:close/>
                </a:path>
                <a:path w="372745" h="93980">
                  <a:moveTo>
                    <a:pt x="96354" y="0"/>
                  </a:moveTo>
                  <a:lnTo>
                    <a:pt x="74295" y="0"/>
                  </a:lnTo>
                  <a:lnTo>
                    <a:pt x="74295" y="92367"/>
                  </a:lnTo>
                  <a:lnTo>
                    <a:pt x="96354" y="92367"/>
                  </a:lnTo>
                  <a:lnTo>
                    <a:pt x="96354" y="0"/>
                  </a:lnTo>
                  <a:close/>
                </a:path>
                <a:path w="372745" h="93980">
                  <a:moveTo>
                    <a:pt x="149999" y="22186"/>
                  </a:moveTo>
                  <a:lnTo>
                    <a:pt x="135445" y="22186"/>
                  </a:lnTo>
                  <a:lnTo>
                    <a:pt x="129197" y="23698"/>
                  </a:lnTo>
                  <a:lnTo>
                    <a:pt x="107721" y="65049"/>
                  </a:lnTo>
                  <a:lnTo>
                    <a:pt x="109118" y="71285"/>
                  </a:lnTo>
                  <a:lnTo>
                    <a:pt x="114744" y="82029"/>
                  </a:lnTo>
                  <a:lnTo>
                    <a:pt x="118757" y="86207"/>
                  </a:lnTo>
                  <a:lnTo>
                    <a:pt x="129197" y="92189"/>
                  </a:lnTo>
                  <a:lnTo>
                    <a:pt x="135445" y="93675"/>
                  </a:lnTo>
                  <a:lnTo>
                    <a:pt x="149999" y="93675"/>
                  </a:lnTo>
                  <a:lnTo>
                    <a:pt x="156235" y="92189"/>
                  </a:lnTo>
                  <a:lnTo>
                    <a:pt x="166674" y="86207"/>
                  </a:lnTo>
                  <a:lnTo>
                    <a:pt x="170688" y="82029"/>
                  </a:lnTo>
                  <a:lnTo>
                    <a:pt x="173295" y="77038"/>
                  </a:lnTo>
                  <a:lnTo>
                    <a:pt x="140119" y="77038"/>
                  </a:lnTo>
                  <a:lnTo>
                    <a:pt x="137807" y="76225"/>
                  </a:lnTo>
                  <a:lnTo>
                    <a:pt x="130187" y="61607"/>
                  </a:lnTo>
                  <a:lnTo>
                    <a:pt x="130187" y="53975"/>
                  </a:lnTo>
                  <a:lnTo>
                    <a:pt x="140119" y="38519"/>
                  </a:lnTo>
                  <a:lnTo>
                    <a:pt x="173106" y="38519"/>
                  </a:lnTo>
                  <a:lnTo>
                    <a:pt x="170688" y="33858"/>
                  </a:lnTo>
                  <a:lnTo>
                    <a:pt x="166674" y="29679"/>
                  </a:lnTo>
                  <a:lnTo>
                    <a:pt x="161442" y="26708"/>
                  </a:lnTo>
                  <a:lnTo>
                    <a:pt x="156235" y="23698"/>
                  </a:lnTo>
                  <a:lnTo>
                    <a:pt x="149999" y="22186"/>
                  </a:lnTo>
                  <a:close/>
                </a:path>
                <a:path w="372745" h="93980">
                  <a:moveTo>
                    <a:pt x="173106" y="38519"/>
                  </a:moveTo>
                  <a:lnTo>
                    <a:pt x="145503" y="38519"/>
                  </a:lnTo>
                  <a:lnTo>
                    <a:pt x="147739" y="39331"/>
                  </a:lnTo>
                  <a:lnTo>
                    <a:pt x="151409" y="42583"/>
                  </a:lnTo>
                  <a:lnTo>
                    <a:pt x="152806" y="44831"/>
                  </a:lnTo>
                  <a:lnTo>
                    <a:pt x="154762" y="50609"/>
                  </a:lnTo>
                  <a:lnTo>
                    <a:pt x="155257" y="53975"/>
                  </a:lnTo>
                  <a:lnTo>
                    <a:pt x="155257" y="61607"/>
                  </a:lnTo>
                  <a:lnTo>
                    <a:pt x="145503" y="77038"/>
                  </a:lnTo>
                  <a:lnTo>
                    <a:pt x="173295" y="77038"/>
                  </a:lnTo>
                  <a:lnTo>
                    <a:pt x="176301" y="71285"/>
                  </a:lnTo>
                  <a:lnTo>
                    <a:pt x="177723" y="65049"/>
                  </a:lnTo>
                  <a:lnTo>
                    <a:pt x="177674" y="50609"/>
                  </a:lnTo>
                  <a:lnTo>
                    <a:pt x="176356" y="44831"/>
                  </a:lnTo>
                  <a:lnTo>
                    <a:pt x="176301" y="44589"/>
                  </a:lnTo>
                  <a:lnTo>
                    <a:pt x="173106" y="38519"/>
                  </a:lnTo>
                  <a:close/>
                </a:path>
                <a:path w="372745" h="93980">
                  <a:moveTo>
                    <a:pt x="228625" y="22186"/>
                  </a:moveTo>
                  <a:lnTo>
                    <a:pt x="214071" y="22186"/>
                  </a:lnTo>
                  <a:lnTo>
                    <a:pt x="207822" y="23698"/>
                  </a:lnTo>
                  <a:lnTo>
                    <a:pt x="186359" y="65049"/>
                  </a:lnTo>
                  <a:lnTo>
                    <a:pt x="187756" y="71285"/>
                  </a:lnTo>
                  <a:lnTo>
                    <a:pt x="214071" y="93675"/>
                  </a:lnTo>
                  <a:lnTo>
                    <a:pt x="228625" y="93675"/>
                  </a:lnTo>
                  <a:lnTo>
                    <a:pt x="234873" y="92189"/>
                  </a:lnTo>
                  <a:lnTo>
                    <a:pt x="245300" y="86207"/>
                  </a:lnTo>
                  <a:lnTo>
                    <a:pt x="249313" y="82029"/>
                  </a:lnTo>
                  <a:lnTo>
                    <a:pt x="251927" y="77038"/>
                  </a:lnTo>
                  <a:lnTo>
                    <a:pt x="218757" y="77038"/>
                  </a:lnTo>
                  <a:lnTo>
                    <a:pt x="216433" y="76225"/>
                  </a:lnTo>
                  <a:lnTo>
                    <a:pt x="212674" y="72974"/>
                  </a:lnTo>
                  <a:lnTo>
                    <a:pt x="211251" y="70713"/>
                  </a:lnTo>
                  <a:lnTo>
                    <a:pt x="209330" y="65049"/>
                  </a:lnTo>
                  <a:lnTo>
                    <a:pt x="208813" y="61607"/>
                  </a:lnTo>
                  <a:lnTo>
                    <a:pt x="208813" y="53975"/>
                  </a:lnTo>
                  <a:lnTo>
                    <a:pt x="218757" y="38519"/>
                  </a:lnTo>
                  <a:lnTo>
                    <a:pt x="251732" y="38519"/>
                  </a:lnTo>
                  <a:lnTo>
                    <a:pt x="249313" y="33858"/>
                  </a:lnTo>
                  <a:lnTo>
                    <a:pt x="245300" y="29679"/>
                  </a:lnTo>
                  <a:lnTo>
                    <a:pt x="240068" y="26708"/>
                  </a:lnTo>
                  <a:lnTo>
                    <a:pt x="234873" y="23698"/>
                  </a:lnTo>
                  <a:lnTo>
                    <a:pt x="228625" y="22186"/>
                  </a:lnTo>
                  <a:close/>
                </a:path>
                <a:path w="372745" h="93980">
                  <a:moveTo>
                    <a:pt x="251732" y="38519"/>
                  </a:moveTo>
                  <a:lnTo>
                    <a:pt x="224129" y="38519"/>
                  </a:lnTo>
                  <a:lnTo>
                    <a:pt x="226377" y="39331"/>
                  </a:lnTo>
                  <a:lnTo>
                    <a:pt x="230047" y="42583"/>
                  </a:lnTo>
                  <a:lnTo>
                    <a:pt x="231444" y="44831"/>
                  </a:lnTo>
                  <a:lnTo>
                    <a:pt x="232397" y="47713"/>
                  </a:lnTo>
                  <a:lnTo>
                    <a:pt x="233400" y="50609"/>
                  </a:lnTo>
                  <a:lnTo>
                    <a:pt x="233895" y="53975"/>
                  </a:lnTo>
                  <a:lnTo>
                    <a:pt x="233895" y="61607"/>
                  </a:lnTo>
                  <a:lnTo>
                    <a:pt x="233365" y="65049"/>
                  </a:lnTo>
                  <a:lnTo>
                    <a:pt x="232397" y="67830"/>
                  </a:lnTo>
                  <a:lnTo>
                    <a:pt x="231444" y="70713"/>
                  </a:lnTo>
                  <a:lnTo>
                    <a:pt x="230047" y="72974"/>
                  </a:lnTo>
                  <a:lnTo>
                    <a:pt x="226377" y="76225"/>
                  </a:lnTo>
                  <a:lnTo>
                    <a:pt x="224129" y="77038"/>
                  </a:lnTo>
                  <a:lnTo>
                    <a:pt x="251927" y="77038"/>
                  </a:lnTo>
                  <a:lnTo>
                    <a:pt x="254939" y="71285"/>
                  </a:lnTo>
                  <a:lnTo>
                    <a:pt x="256349" y="65049"/>
                  </a:lnTo>
                  <a:lnTo>
                    <a:pt x="256300" y="50609"/>
                  </a:lnTo>
                  <a:lnTo>
                    <a:pt x="254994" y="44831"/>
                  </a:lnTo>
                  <a:lnTo>
                    <a:pt x="254939" y="44589"/>
                  </a:lnTo>
                  <a:lnTo>
                    <a:pt x="251732" y="38519"/>
                  </a:lnTo>
                  <a:close/>
                </a:path>
                <a:path w="372745" h="93980">
                  <a:moveTo>
                    <a:pt x="289064" y="23088"/>
                  </a:moveTo>
                  <a:lnTo>
                    <a:pt x="267652" y="23088"/>
                  </a:lnTo>
                  <a:lnTo>
                    <a:pt x="267652" y="92367"/>
                  </a:lnTo>
                  <a:lnTo>
                    <a:pt x="289699" y="92367"/>
                  </a:lnTo>
                  <a:lnTo>
                    <a:pt x="289699" y="51993"/>
                  </a:lnTo>
                  <a:lnTo>
                    <a:pt x="290283" y="49580"/>
                  </a:lnTo>
                  <a:lnTo>
                    <a:pt x="292658" y="45466"/>
                  </a:lnTo>
                  <a:lnTo>
                    <a:pt x="294297" y="43853"/>
                  </a:lnTo>
                  <a:lnTo>
                    <a:pt x="298475" y="41541"/>
                  </a:lnTo>
                  <a:lnTo>
                    <a:pt x="300426" y="41059"/>
                  </a:lnTo>
                  <a:lnTo>
                    <a:pt x="312115" y="41059"/>
                  </a:lnTo>
                  <a:lnTo>
                    <a:pt x="312115" y="35725"/>
                  </a:lnTo>
                  <a:lnTo>
                    <a:pt x="289064" y="35725"/>
                  </a:lnTo>
                  <a:lnTo>
                    <a:pt x="289064" y="23088"/>
                  </a:lnTo>
                  <a:close/>
                </a:path>
                <a:path w="372745" h="93980">
                  <a:moveTo>
                    <a:pt x="312115" y="41059"/>
                  </a:moveTo>
                  <a:lnTo>
                    <a:pt x="306285" y="41059"/>
                  </a:lnTo>
                  <a:lnTo>
                    <a:pt x="310190" y="41541"/>
                  </a:lnTo>
                  <a:lnTo>
                    <a:pt x="309977" y="41541"/>
                  </a:lnTo>
                  <a:lnTo>
                    <a:pt x="311061" y="41770"/>
                  </a:lnTo>
                  <a:lnTo>
                    <a:pt x="312115" y="42125"/>
                  </a:lnTo>
                  <a:lnTo>
                    <a:pt x="312115" y="41059"/>
                  </a:lnTo>
                  <a:close/>
                </a:path>
                <a:path w="372745" h="93980">
                  <a:moveTo>
                    <a:pt x="308013" y="22225"/>
                  </a:moveTo>
                  <a:lnTo>
                    <a:pt x="301922" y="22225"/>
                  </a:lnTo>
                  <a:lnTo>
                    <a:pt x="298831" y="23279"/>
                  </a:lnTo>
                  <a:lnTo>
                    <a:pt x="293116" y="27749"/>
                  </a:lnTo>
                  <a:lnTo>
                    <a:pt x="291058" y="31153"/>
                  </a:lnTo>
                  <a:lnTo>
                    <a:pt x="289788" y="35725"/>
                  </a:lnTo>
                  <a:lnTo>
                    <a:pt x="312115" y="35725"/>
                  </a:lnTo>
                  <a:lnTo>
                    <a:pt x="312115" y="23088"/>
                  </a:lnTo>
                  <a:lnTo>
                    <a:pt x="312536" y="23088"/>
                  </a:lnTo>
                  <a:lnTo>
                    <a:pt x="311188" y="22682"/>
                  </a:lnTo>
                  <a:lnTo>
                    <a:pt x="310172" y="22491"/>
                  </a:lnTo>
                  <a:lnTo>
                    <a:pt x="309902" y="22491"/>
                  </a:lnTo>
                  <a:lnTo>
                    <a:pt x="308013" y="22225"/>
                  </a:lnTo>
                  <a:close/>
                </a:path>
                <a:path w="372745" h="93980">
                  <a:moveTo>
                    <a:pt x="363855" y="70358"/>
                  </a:moveTo>
                  <a:lnTo>
                    <a:pt x="357543" y="70358"/>
                  </a:lnTo>
                  <a:lnTo>
                    <a:pt x="354761" y="71501"/>
                  </a:lnTo>
                  <a:lnTo>
                    <a:pt x="350164" y="76034"/>
                  </a:lnTo>
                  <a:lnTo>
                    <a:pt x="349034" y="78765"/>
                  </a:lnTo>
                  <a:lnTo>
                    <a:pt x="349034" y="85191"/>
                  </a:lnTo>
                  <a:lnTo>
                    <a:pt x="350164" y="87960"/>
                  </a:lnTo>
                  <a:lnTo>
                    <a:pt x="354761" y="92532"/>
                  </a:lnTo>
                  <a:lnTo>
                    <a:pt x="357543" y="93675"/>
                  </a:lnTo>
                  <a:lnTo>
                    <a:pt x="362864" y="93675"/>
                  </a:lnTo>
                  <a:lnTo>
                    <a:pt x="364769" y="93154"/>
                  </a:lnTo>
                  <a:lnTo>
                    <a:pt x="368287" y="91046"/>
                  </a:lnTo>
                  <a:lnTo>
                    <a:pt x="369722" y="89636"/>
                  </a:lnTo>
                  <a:lnTo>
                    <a:pt x="370740" y="87960"/>
                  </a:lnTo>
                  <a:lnTo>
                    <a:pt x="371919" y="86080"/>
                  </a:lnTo>
                  <a:lnTo>
                    <a:pt x="372491" y="84112"/>
                  </a:lnTo>
                  <a:lnTo>
                    <a:pt x="372491" y="78765"/>
                  </a:lnTo>
                  <a:lnTo>
                    <a:pt x="371284" y="76034"/>
                  </a:lnTo>
                  <a:lnTo>
                    <a:pt x="368909" y="73787"/>
                  </a:lnTo>
                  <a:lnTo>
                    <a:pt x="366560" y="71501"/>
                  </a:lnTo>
                  <a:lnTo>
                    <a:pt x="363855" y="70358"/>
                  </a:lnTo>
                  <a:close/>
                </a:path>
                <a:path w="372745" h="93980">
                  <a:moveTo>
                    <a:pt x="363855" y="22821"/>
                  </a:moveTo>
                  <a:lnTo>
                    <a:pt x="357543" y="22821"/>
                  </a:lnTo>
                  <a:lnTo>
                    <a:pt x="354761" y="23964"/>
                  </a:lnTo>
                  <a:lnTo>
                    <a:pt x="350164" y="28511"/>
                  </a:lnTo>
                  <a:lnTo>
                    <a:pt x="349034" y="31229"/>
                  </a:lnTo>
                  <a:lnTo>
                    <a:pt x="349034" y="37693"/>
                  </a:lnTo>
                  <a:lnTo>
                    <a:pt x="350102" y="40322"/>
                  </a:lnTo>
                  <a:lnTo>
                    <a:pt x="350164" y="40474"/>
                  </a:lnTo>
                  <a:lnTo>
                    <a:pt x="352450" y="42760"/>
                  </a:lnTo>
                  <a:lnTo>
                    <a:pt x="354761" y="45008"/>
                  </a:lnTo>
                  <a:lnTo>
                    <a:pt x="357543" y="46139"/>
                  </a:lnTo>
                  <a:lnTo>
                    <a:pt x="362864" y="46139"/>
                  </a:lnTo>
                  <a:lnTo>
                    <a:pt x="364769" y="45618"/>
                  </a:lnTo>
                  <a:lnTo>
                    <a:pt x="368287" y="43510"/>
                  </a:lnTo>
                  <a:lnTo>
                    <a:pt x="369722" y="42100"/>
                  </a:lnTo>
                  <a:lnTo>
                    <a:pt x="370709" y="40474"/>
                  </a:lnTo>
                  <a:lnTo>
                    <a:pt x="371919" y="38544"/>
                  </a:lnTo>
                  <a:lnTo>
                    <a:pt x="372491" y="36576"/>
                  </a:lnTo>
                  <a:lnTo>
                    <a:pt x="372491" y="31229"/>
                  </a:lnTo>
                  <a:lnTo>
                    <a:pt x="371284" y="28511"/>
                  </a:lnTo>
                  <a:lnTo>
                    <a:pt x="368909" y="26250"/>
                  </a:lnTo>
                  <a:lnTo>
                    <a:pt x="366560" y="23964"/>
                  </a:lnTo>
                  <a:lnTo>
                    <a:pt x="363855" y="22821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768850" y="1168400"/>
              <a:ext cx="2717800" cy="368300"/>
            </a:xfrm>
            <a:custGeom>
              <a:avLst/>
              <a:gdLst/>
              <a:ahLst/>
              <a:cxnLst/>
              <a:rect l="l" t="t" r="r" b="b"/>
              <a:pathLst>
                <a:path w="2717800" h="368300">
                  <a:moveTo>
                    <a:pt x="2717800" y="0"/>
                  </a:moveTo>
                  <a:lnTo>
                    <a:pt x="2717800" y="368300"/>
                  </a:lnTo>
                </a:path>
                <a:path w="2717800" h="368300">
                  <a:moveTo>
                    <a:pt x="0" y="0"/>
                  </a:moveTo>
                  <a:lnTo>
                    <a:pt x="0" y="368300"/>
                  </a:lnTo>
                </a:path>
              </a:pathLst>
            </a:custGeom>
            <a:ln w="12700">
              <a:solidFill>
                <a:srgbClr val="520841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584628" y="1306943"/>
              <a:ext cx="1019682" cy="95389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216357" y="1295399"/>
              <a:ext cx="1085583" cy="96977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5315584" y="1291933"/>
              <a:ext cx="746760" cy="93980"/>
            </a:xfrm>
            <a:custGeom>
              <a:avLst/>
              <a:gdLst/>
              <a:ahLst/>
              <a:cxnLst/>
              <a:rect l="l" t="t" r="r" b="b"/>
              <a:pathLst>
                <a:path w="746760" h="93980">
                  <a:moveTo>
                    <a:pt x="22326" y="0"/>
                  </a:moveTo>
                  <a:lnTo>
                    <a:pt x="0" y="0"/>
                  </a:lnTo>
                  <a:lnTo>
                    <a:pt x="0" y="92367"/>
                  </a:lnTo>
                  <a:lnTo>
                    <a:pt x="22326" y="92367"/>
                  </a:lnTo>
                  <a:lnTo>
                    <a:pt x="22326" y="55245"/>
                  </a:lnTo>
                  <a:lnTo>
                    <a:pt x="81000" y="55245"/>
                  </a:lnTo>
                  <a:lnTo>
                    <a:pt x="81000" y="37071"/>
                  </a:lnTo>
                  <a:lnTo>
                    <a:pt x="22326" y="37071"/>
                  </a:lnTo>
                  <a:lnTo>
                    <a:pt x="22326" y="0"/>
                  </a:lnTo>
                  <a:close/>
                </a:path>
                <a:path w="746760" h="93980">
                  <a:moveTo>
                    <a:pt x="81000" y="55245"/>
                  </a:moveTo>
                  <a:lnTo>
                    <a:pt x="58724" y="55245"/>
                  </a:lnTo>
                  <a:lnTo>
                    <a:pt x="58724" y="92367"/>
                  </a:lnTo>
                  <a:lnTo>
                    <a:pt x="81000" y="92367"/>
                  </a:lnTo>
                  <a:lnTo>
                    <a:pt x="81000" y="55245"/>
                  </a:lnTo>
                  <a:close/>
                </a:path>
                <a:path w="746760" h="93980">
                  <a:moveTo>
                    <a:pt x="81000" y="0"/>
                  </a:moveTo>
                  <a:lnTo>
                    <a:pt x="58724" y="0"/>
                  </a:lnTo>
                  <a:lnTo>
                    <a:pt x="58724" y="37071"/>
                  </a:lnTo>
                  <a:lnTo>
                    <a:pt x="81000" y="37071"/>
                  </a:lnTo>
                  <a:lnTo>
                    <a:pt x="81000" y="0"/>
                  </a:lnTo>
                  <a:close/>
                </a:path>
                <a:path w="746760" h="93980">
                  <a:moveTo>
                    <a:pt x="134619" y="22186"/>
                  </a:moveTo>
                  <a:lnTo>
                    <a:pt x="120065" y="22186"/>
                  </a:lnTo>
                  <a:lnTo>
                    <a:pt x="113817" y="23698"/>
                  </a:lnTo>
                  <a:lnTo>
                    <a:pt x="92341" y="65049"/>
                  </a:lnTo>
                  <a:lnTo>
                    <a:pt x="93738" y="71285"/>
                  </a:lnTo>
                  <a:lnTo>
                    <a:pt x="99364" y="82029"/>
                  </a:lnTo>
                  <a:lnTo>
                    <a:pt x="103377" y="86207"/>
                  </a:lnTo>
                  <a:lnTo>
                    <a:pt x="113817" y="92189"/>
                  </a:lnTo>
                  <a:lnTo>
                    <a:pt x="120065" y="93675"/>
                  </a:lnTo>
                  <a:lnTo>
                    <a:pt x="134619" y="93675"/>
                  </a:lnTo>
                  <a:lnTo>
                    <a:pt x="140855" y="92189"/>
                  </a:lnTo>
                  <a:lnTo>
                    <a:pt x="151295" y="86207"/>
                  </a:lnTo>
                  <a:lnTo>
                    <a:pt x="155308" y="82029"/>
                  </a:lnTo>
                  <a:lnTo>
                    <a:pt x="157915" y="77038"/>
                  </a:lnTo>
                  <a:lnTo>
                    <a:pt x="124739" y="77038"/>
                  </a:lnTo>
                  <a:lnTo>
                    <a:pt x="122427" y="76225"/>
                  </a:lnTo>
                  <a:lnTo>
                    <a:pt x="114807" y="61607"/>
                  </a:lnTo>
                  <a:lnTo>
                    <a:pt x="114807" y="53975"/>
                  </a:lnTo>
                  <a:lnTo>
                    <a:pt x="124739" y="38519"/>
                  </a:lnTo>
                  <a:lnTo>
                    <a:pt x="157726" y="38519"/>
                  </a:lnTo>
                  <a:lnTo>
                    <a:pt x="155308" y="33858"/>
                  </a:lnTo>
                  <a:lnTo>
                    <a:pt x="151295" y="29679"/>
                  </a:lnTo>
                  <a:lnTo>
                    <a:pt x="146062" y="26708"/>
                  </a:lnTo>
                  <a:lnTo>
                    <a:pt x="140855" y="23698"/>
                  </a:lnTo>
                  <a:lnTo>
                    <a:pt x="134619" y="22186"/>
                  </a:lnTo>
                  <a:close/>
                </a:path>
                <a:path w="746760" h="93980">
                  <a:moveTo>
                    <a:pt x="157726" y="38519"/>
                  </a:moveTo>
                  <a:lnTo>
                    <a:pt x="130124" y="38519"/>
                  </a:lnTo>
                  <a:lnTo>
                    <a:pt x="132359" y="39331"/>
                  </a:lnTo>
                  <a:lnTo>
                    <a:pt x="136029" y="42583"/>
                  </a:lnTo>
                  <a:lnTo>
                    <a:pt x="137426" y="44831"/>
                  </a:lnTo>
                  <a:lnTo>
                    <a:pt x="139382" y="50609"/>
                  </a:lnTo>
                  <a:lnTo>
                    <a:pt x="139877" y="53975"/>
                  </a:lnTo>
                  <a:lnTo>
                    <a:pt x="139877" y="61607"/>
                  </a:lnTo>
                  <a:lnTo>
                    <a:pt x="130124" y="77038"/>
                  </a:lnTo>
                  <a:lnTo>
                    <a:pt x="157915" y="77038"/>
                  </a:lnTo>
                  <a:lnTo>
                    <a:pt x="160921" y="71285"/>
                  </a:lnTo>
                  <a:lnTo>
                    <a:pt x="162344" y="65049"/>
                  </a:lnTo>
                  <a:lnTo>
                    <a:pt x="162294" y="50609"/>
                  </a:lnTo>
                  <a:lnTo>
                    <a:pt x="160976" y="44831"/>
                  </a:lnTo>
                  <a:lnTo>
                    <a:pt x="160921" y="44589"/>
                  </a:lnTo>
                  <a:lnTo>
                    <a:pt x="157726" y="38519"/>
                  </a:lnTo>
                  <a:close/>
                </a:path>
                <a:path w="746760" h="93980">
                  <a:moveTo>
                    <a:pt x="189191" y="23088"/>
                  </a:moveTo>
                  <a:lnTo>
                    <a:pt x="167055" y="23088"/>
                  </a:lnTo>
                  <a:lnTo>
                    <a:pt x="185089" y="92367"/>
                  </a:lnTo>
                  <a:lnTo>
                    <a:pt x="208724" y="92367"/>
                  </a:lnTo>
                  <a:lnTo>
                    <a:pt x="215397" y="67475"/>
                  </a:lnTo>
                  <a:lnTo>
                    <a:pt x="198539" y="67475"/>
                  </a:lnTo>
                  <a:lnTo>
                    <a:pt x="189191" y="23088"/>
                  </a:lnTo>
                  <a:close/>
                </a:path>
                <a:path w="746760" h="93980">
                  <a:moveTo>
                    <a:pt x="237483" y="52006"/>
                  </a:moveTo>
                  <a:lnTo>
                    <a:pt x="220319" y="52006"/>
                  </a:lnTo>
                  <a:lnTo>
                    <a:pt x="231139" y="92367"/>
                  </a:lnTo>
                  <a:lnTo>
                    <a:pt x="254723" y="92367"/>
                  </a:lnTo>
                  <a:lnTo>
                    <a:pt x="261221" y="67475"/>
                  </a:lnTo>
                  <a:lnTo>
                    <a:pt x="261304" y="67157"/>
                  </a:lnTo>
                  <a:lnTo>
                    <a:pt x="241020" y="67157"/>
                  </a:lnTo>
                  <a:lnTo>
                    <a:pt x="237483" y="52006"/>
                  </a:lnTo>
                  <a:close/>
                </a:path>
                <a:path w="746760" h="93980">
                  <a:moveTo>
                    <a:pt x="230733" y="23088"/>
                  </a:moveTo>
                  <a:lnTo>
                    <a:pt x="209130" y="23088"/>
                  </a:lnTo>
                  <a:lnTo>
                    <a:pt x="199194" y="67157"/>
                  </a:lnTo>
                  <a:lnTo>
                    <a:pt x="199123" y="67475"/>
                  </a:lnTo>
                  <a:lnTo>
                    <a:pt x="215397" y="67475"/>
                  </a:lnTo>
                  <a:lnTo>
                    <a:pt x="219544" y="52006"/>
                  </a:lnTo>
                  <a:lnTo>
                    <a:pt x="237483" y="52006"/>
                  </a:lnTo>
                  <a:lnTo>
                    <a:pt x="230733" y="23088"/>
                  </a:lnTo>
                  <a:close/>
                </a:path>
                <a:path w="746760" h="93980">
                  <a:moveTo>
                    <a:pt x="272808" y="23088"/>
                  </a:moveTo>
                  <a:lnTo>
                    <a:pt x="250672" y="23088"/>
                  </a:lnTo>
                  <a:lnTo>
                    <a:pt x="241604" y="67157"/>
                  </a:lnTo>
                  <a:lnTo>
                    <a:pt x="261304" y="67157"/>
                  </a:lnTo>
                  <a:lnTo>
                    <a:pt x="272808" y="23088"/>
                  </a:lnTo>
                  <a:close/>
                </a:path>
                <a:path w="746760" h="93980">
                  <a:moveTo>
                    <a:pt x="335559" y="6502"/>
                  </a:moveTo>
                  <a:lnTo>
                    <a:pt x="313499" y="6502"/>
                  </a:lnTo>
                  <a:lnTo>
                    <a:pt x="313448" y="77711"/>
                  </a:lnTo>
                  <a:lnTo>
                    <a:pt x="332866" y="93599"/>
                  </a:lnTo>
                  <a:lnTo>
                    <a:pt x="340677" y="93243"/>
                  </a:lnTo>
                  <a:lnTo>
                    <a:pt x="342555" y="93002"/>
                  </a:lnTo>
                  <a:lnTo>
                    <a:pt x="342738" y="93002"/>
                  </a:lnTo>
                  <a:lnTo>
                    <a:pt x="348259" y="91681"/>
                  </a:lnTo>
                  <a:lnTo>
                    <a:pt x="349313" y="91376"/>
                  </a:lnTo>
                  <a:lnTo>
                    <a:pt x="346101" y="76060"/>
                  </a:lnTo>
                  <a:lnTo>
                    <a:pt x="339188" y="76060"/>
                  </a:lnTo>
                  <a:lnTo>
                    <a:pt x="337286" y="75272"/>
                  </a:lnTo>
                  <a:lnTo>
                    <a:pt x="336638" y="74688"/>
                  </a:lnTo>
                  <a:lnTo>
                    <a:pt x="336181" y="73875"/>
                  </a:lnTo>
                  <a:lnTo>
                    <a:pt x="335762" y="73037"/>
                  </a:lnTo>
                  <a:lnTo>
                    <a:pt x="335559" y="71932"/>
                  </a:lnTo>
                  <a:lnTo>
                    <a:pt x="335559" y="6502"/>
                  </a:lnTo>
                  <a:close/>
                </a:path>
                <a:path w="746760" h="93980">
                  <a:moveTo>
                    <a:pt x="345973" y="75450"/>
                  </a:moveTo>
                  <a:lnTo>
                    <a:pt x="344766" y="75730"/>
                  </a:lnTo>
                  <a:lnTo>
                    <a:pt x="342874" y="76060"/>
                  </a:lnTo>
                  <a:lnTo>
                    <a:pt x="346101" y="76060"/>
                  </a:lnTo>
                  <a:lnTo>
                    <a:pt x="346031" y="75730"/>
                  </a:lnTo>
                  <a:lnTo>
                    <a:pt x="345973" y="75450"/>
                  </a:lnTo>
                  <a:close/>
                </a:path>
                <a:path w="746760" h="93980">
                  <a:moveTo>
                    <a:pt x="313487" y="23088"/>
                  </a:moveTo>
                  <a:lnTo>
                    <a:pt x="304342" y="23088"/>
                  </a:lnTo>
                  <a:lnTo>
                    <a:pt x="304342" y="39331"/>
                  </a:lnTo>
                  <a:lnTo>
                    <a:pt x="313476" y="39331"/>
                  </a:lnTo>
                  <a:lnTo>
                    <a:pt x="313487" y="23088"/>
                  </a:lnTo>
                  <a:close/>
                </a:path>
                <a:path w="746760" h="93980">
                  <a:moveTo>
                    <a:pt x="348043" y="23088"/>
                  </a:moveTo>
                  <a:lnTo>
                    <a:pt x="335559" y="23088"/>
                  </a:lnTo>
                  <a:lnTo>
                    <a:pt x="335559" y="39331"/>
                  </a:lnTo>
                  <a:lnTo>
                    <a:pt x="348043" y="39331"/>
                  </a:lnTo>
                  <a:lnTo>
                    <a:pt x="348043" y="23088"/>
                  </a:lnTo>
                  <a:close/>
                </a:path>
                <a:path w="746760" h="93980">
                  <a:moveTo>
                    <a:pt x="398170" y="22186"/>
                  </a:moveTo>
                  <a:lnTo>
                    <a:pt x="383616" y="22186"/>
                  </a:lnTo>
                  <a:lnTo>
                    <a:pt x="377367" y="23698"/>
                  </a:lnTo>
                  <a:lnTo>
                    <a:pt x="355892" y="65049"/>
                  </a:lnTo>
                  <a:lnTo>
                    <a:pt x="357289" y="71285"/>
                  </a:lnTo>
                  <a:lnTo>
                    <a:pt x="362915" y="82029"/>
                  </a:lnTo>
                  <a:lnTo>
                    <a:pt x="366928" y="86207"/>
                  </a:lnTo>
                  <a:lnTo>
                    <a:pt x="377367" y="92189"/>
                  </a:lnTo>
                  <a:lnTo>
                    <a:pt x="383616" y="93675"/>
                  </a:lnTo>
                  <a:lnTo>
                    <a:pt x="398170" y="93675"/>
                  </a:lnTo>
                  <a:lnTo>
                    <a:pt x="404406" y="92189"/>
                  </a:lnTo>
                  <a:lnTo>
                    <a:pt x="414845" y="86207"/>
                  </a:lnTo>
                  <a:lnTo>
                    <a:pt x="418858" y="82029"/>
                  </a:lnTo>
                  <a:lnTo>
                    <a:pt x="421466" y="77038"/>
                  </a:lnTo>
                  <a:lnTo>
                    <a:pt x="388289" y="77038"/>
                  </a:lnTo>
                  <a:lnTo>
                    <a:pt x="385978" y="76225"/>
                  </a:lnTo>
                  <a:lnTo>
                    <a:pt x="378358" y="61607"/>
                  </a:lnTo>
                  <a:lnTo>
                    <a:pt x="378358" y="53975"/>
                  </a:lnTo>
                  <a:lnTo>
                    <a:pt x="388289" y="38519"/>
                  </a:lnTo>
                  <a:lnTo>
                    <a:pt x="421277" y="38519"/>
                  </a:lnTo>
                  <a:lnTo>
                    <a:pt x="418858" y="33858"/>
                  </a:lnTo>
                  <a:lnTo>
                    <a:pt x="414845" y="29679"/>
                  </a:lnTo>
                  <a:lnTo>
                    <a:pt x="409613" y="26708"/>
                  </a:lnTo>
                  <a:lnTo>
                    <a:pt x="404406" y="23698"/>
                  </a:lnTo>
                  <a:lnTo>
                    <a:pt x="398170" y="22186"/>
                  </a:lnTo>
                  <a:close/>
                </a:path>
                <a:path w="746760" h="93980">
                  <a:moveTo>
                    <a:pt x="421277" y="38519"/>
                  </a:moveTo>
                  <a:lnTo>
                    <a:pt x="393674" y="38519"/>
                  </a:lnTo>
                  <a:lnTo>
                    <a:pt x="395909" y="39331"/>
                  </a:lnTo>
                  <a:lnTo>
                    <a:pt x="399580" y="42583"/>
                  </a:lnTo>
                  <a:lnTo>
                    <a:pt x="400977" y="44831"/>
                  </a:lnTo>
                  <a:lnTo>
                    <a:pt x="402932" y="50609"/>
                  </a:lnTo>
                  <a:lnTo>
                    <a:pt x="403428" y="53975"/>
                  </a:lnTo>
                  <a:lnTo>
                    <a:pt x="403428" y="61607"/>
                  </a:lnTo>
                  <a:lnTo>
                    <a:pt x="393674" y="77038"/>
                  </a:lnTo>
                  <a:lnTo>
                    <a:pt x="421466" y="77038"/>
                  </a:lnTo>
                  <a:lnTo>
                    <a:pt x="424472" y="71285"/>
                  </a:lnTo>
                  <a:lnTo>
                    <a:pt x="425894" y="65049"/>
                  </a:lnTo>
                  <a:lnTo>
                    <a:pt x="425845" y="50609"/>
                  </a:lnTo>
                  <a:lnTo>
                    <a:pt x="424527" y="44831"/>
                  </a:lnTo>
                  <a:lnTo>
                    <a:pt x="424472" y="44589"/>
                  </a:lnTo>
                  <a:lnTo>
                    <a:pt x="421277" y="38519"/>
                  </a:lnTo>
                  <a:close/>
                </a:path>
                <a:path w="746760" h="93980">
                  <a:moveTo>
                    <a:pt x="486524" y="23088"/>
                  </a:moveTo>
                  <a:lnTo>
                    <a:pt x="464477" y="23088"/>
                  </a:lnTo>
                  <a:lnTo>
                    <a:pt x="464533" y="72618"/>
                  </a:lnTo>
                  <a:lnTo>
                    <a:pt x="483565" y="93268"/>
                  </a:lnTo>
                  <a:lnTo>
                    <a:pt x="493483" y="93268"/>
                  </a:lnTo>
                  <a:lnTo>
                    <a:pt x="497916" y="92036"/>
                  </a:lnTo>
                  <a:lnTo>
                    <a:pt x="505282" y="87071"/>
                  </a:lnTo>
                  <a:lnTo>
                    <a:pt x="507898" y="83705"/>
                  </a:lnTo>
                  <a:lnTo>
                    <a:pt x="509435" y="79463"/>
                  </a:lnTo>
                  <a:lnTo>
                    <a:pt x="531177" y="79463"/>
                  </a:lnTo>
                  <a:lnTo>
                    <a:pt x="531177" y="75044"/>
                  </a:lnTo>
                  <a:lnTo>
                    <a:pt x="494118" y="75044"/>
                  </a:lnTo>
                  <a:lnTo>
                    <a:pt x="491451" y="73964"/>
                  </a:lnTo>
                  <a:lnTo>
                    <a:pt x="487552" y="69634"/>
                  </a:lnTo>
                  <a:lnTo>
                    <a:pt x="486562" y="66675"/>
                  </a:lnTo>
                  <a:lnTo>
                    <a:pt x="486524" y="23088"/>
                  </a:lnTo>
                  <a:close/>
                </a:path>
                <a:path w="746760" h="93980">
                  <a:moveTo>
                    <a:pt x="531177" y="79463"/>
                  </a:moveTo>
                  <a:lnTo>
                    <a:pt x="510158" y="79463"/>
                  </a:lnTo>
                  <a:lnTo>
                    <a:pt x="510158" y="92367"/>
                  </a:lnTo>
                  <a:lnTo>
                    <a:pt x="531177" y="92367"/>
                  </a:lnTo>
                  <a:lnTo>
                    <a:pt x="531177" y="79463"/>
                  </a:lnTo>
                  <a:close/>
                </a:path>
                <a:path w="746760" h="93980">
                  <a:moveTo>
                    <a:pt x="531177" y="23088"/>
                  </a:moveTo>
                  <a:lnTo>
                    <a:pt x="509168" y="23088"/>
                  </a:lnTo>
                  <a:lnTo>
                    <a:pt x="509168" y="65138"/>
                  </a:lnTo>
                  <a:lnTo>
                    <a:pt x="508634" y="67424"/>
                  </a:lnTo>
                  <a:lnTo>
                    <a:pt x="506564" y="71183"/>
                  </a:lnTo>
                  <a:lnTo>
                    <a:pt x="505167" y="72618"/>
                  </a:lnTo>
                  <a:lnTo>
                    <a:pt x="501649" y="74561"/>
                  </a:lnTo>
                  <a:lnTo>
                    <a:pt x="499681" y="75044"/>
                  </a:lnTo>
                  <a:lnTo>
                    <a:pt x="531177" y="75044"/>
                  </a:lnTo>
                  <a:lnTo>
                    <a:pt x="531177" y="23088"/>
                  </a:lnTo>
                  <a:close/>
                </a:path>
                <a:path w="746760" h="93980">
                  <a:moveTo>
                    <a:pt x="563930" y="70624"/>
                  </a:moveTo>
                  <a:lnTo>
                    <a:pt x="542150" y="71170"/>
                  </a:lnTo>
                  <a:lnTo>
                    <a:pt x="542926" y="77724"/>
                  </a:lnTo>
                  <a:lnTo>
                    <a:pt x="542963" y="78028"/>
                  </a:lnTo>
                  <a:lnTo>
                    <a:pt x="546201" y="83502"/>
                  </a:lnTo>
                  <a:lnTo>
                    <a:pt x="557593" y="91643"/>
                  </a:lnTo>
                  <a:lnTo>
                    <a:pt x="565403" y="93675"/>
                  </a:lnTo>
                  <a:lnTo>
                    <a:pt x="581482" y="93675"/>
                  </a:lnTo>
                  <a:lnTo>
                    <a:pt x="586993" y="92710"/>
                  </a:lnTo>
                  <a:lnTo>
                    <a:pt x="596607" y="88836"/>
                  </a:lnTo>
                  <a:lnTo>
                    <a:pt x="600405" y="86093"/>
                  </a:lnTo>
                  <a:lnTo>
                    <a:pt x="603161" y="82575"/>
                  </a:lnTo>
                  <a:lnTo>
                    <a:pt x="605955" y="79057"/>
                  </a:lnTo>
                  <a:lnTo>
                    <a:pt x="606187" y="78384"/>
                  </a:lnTo>
                  <a:lnTo>
                    <a:pt x="572261" y="78384"/>
                  </a:lnTo>
                  <a:lnTo>
                    <a:pt x="569683" y="77724"/>
                  </a:lnTo>
                  <a:lnTo>
                    <a:pt x="565657" y="75082"/>
                  </a:lnTo>
                  <a:lnTo>
                    <a:pt x="564413" y="73152"/>
                  </a:lnTo>
                  <a:lnTo>
                    <a:pt x="564035" y="71170"/>
                  </a:lnTo>
                  <a:lnTo>
                    <a:pt x="563930" y="70624"/>
                  </a:lnTo>
                  <a:close/>
                </a:path>
                <a:path w="746760" h="93980">
                  <a:moveTo>
                    <a:pt x="583907" y="22186"/>
                  </a:moveTo>
                  <a:lnTo>
                    <a:pt x="568274" y="22186"/>
                  </a:lnTo>
                  <a:lnTo>
                    <a:pt x="562851" y="23063"/>
                  </a:lnTo>
                  <a:lnTo>
                    <a:pt x="553643" y="26555"/>
                  </a:lnTo>
                  <a:lnTo>
                    <a:pt x="550100" y="29083"/>
                  </a:lnTo>
                  <a:lnTo>
                    <a:pt x="545109" y="35661"/>
                  </a:lnTo>
                  <a:lnTo>
                    <a:pt x="543877" y="39611"/>
                  </a:lnTo>
                  <a:lnTo>
                    <a:pt x="543877" y="49542"/>
                  </a:lnTo>
                  <a:lnTo>
                    <a:pt x="545553" y="53898"/>
                  </a:lnTo>
                  <a:lnTo>
                    <a:pt x="552348" y="60718"/>
                  </a:lnTo>
                  <a:lnTo>
                    <a:pt x="557529" y="63055"/>
                  </a:lnTo>
                  <a:lnTo>
                    <a:pt x="579437" y="67157"/>
                  </a:lnTo>
                  <a:lnTo>
                    <a:pt x="581558" y="67906"/>
                  </a:lnTo>
                  <a:lnTo>
                    <a:pt x="584263" y="69799"/>
                  </a:lnTo>
                  <a:lnTo>
                    <a:pt x="584961" y="71043"/>
                  </a:lnTo>
                  <a:lnTo>
                    <a:pt x="584961" y="74358"/>
                  </a:lnTo>
                  <a:lnTo>
                    <a:pt x="584060" y="75755"/>
                  </a:lnTo>
                  <a:lnTo>
                    <a:pt x="580504" y="77863"/>
                  </a:lnTo>
                  <a:lnTo>
                    <a:pt x="578205" y="78384"/>
                  </a:lnTo>
                  <a:lnTo>
                    <a:pt x="606187" y="78384"/>
                  </a:lnTo>
                  <a:lnTo>
                    <a:pt x="607324" y="75082"/>
                  </a:lnTo>
                  <a:lnTo>
                    <a:pt x="607377" y="65125"/>
                  </a:lnTo>
                  <a:lnTo>
                    <a:pt x="605662" y="61074"/>
                  </a:lnTo>
                  <a:lnTo>
                    <a:pt x="598893" y="54940"/>
                  </a:lnTo>
                  <a:lnTo>
                    <a:pt x="593750" y="52743"/>
                  </a:lnTo>
                  <a:lnTo>
                    <a:pt x="573493" y="48895"/>
                  </a:lnTo>
                  <a:lnTo>
                    <a:pt x="570572" y="48285"/>
                  </a:lnTo>
                  <a:lnTo>
                    <a:pt x="568540" y="47498"/>
                  </a:lnTo>
                  <a:lnTo>
                    <a:pt x="566292" y="45504"/>
                  </a:lnTo>
                  <a:lnTo>
                    <a:pt x="565746" y="44335"/>
                  </a:lnTo>
                  <a:lnTo>
                    <a:pt x="565746" y="41236"/>
                  </a:lnTo>
                  <a:lnTo>
                    <a:pt x="566623" y="39852"/>
                  </a:lnTo>
                  <a:lnTo>
                    <a:pt x="570191" y="37807"/>
                  </a:lnTo>
                  <a:lnTo>
                    <a:pt x="571994" y="37388"/>
                  </a:lnTo>
                  <a:lnTo>
                    <a:pt x="605116" y="37388"/>
                  </a:lnTo>
                  <a:lnTo>
                    <a:pt x="602132" y="32004"/>
                  </a:lnTo>
                  <a:lnTo>
                    <a:pt x="591299" y="24155"/>
                  </a:lnTo>
                  <a:lnTo>
                    <a:pt x="583907" y="22186"/>
                  </a:lnTo>
                  <a:close/>
                </a:path>
                <a:path w="746760" h="93980">
                  <a:moveTo>
                    <a:pt x="605116" y="37388"/>
                  </a:moveTo>
                  <a:lnTo>
                    <a:pt x="577346" y="37388"/>
                  </a:lnTo>
                  <a:lnTo>
                    <a:pt x="578599" y="37630"/>
                  </a:lnTo>
                  <a:lnTo>
                    <a:pt x="580072" y="38290"/>
                  </a:lnTo>
                  <a:lnTo>
                    <a:pt x="585444" y="44792"/>
                  </a:lnTo>
                  <a:lnTo>
                    <a:pt x="602392" y="44335"/>
                  </a:lnTo>
                  <a:lnTo>
                    <a:pt x="605695" y="44335"/>
                  </a:lnTo>
                  <a:lnTo>
                    <a:pt x="605613" y="43345"/>
                  </a:lnTo>
                  <a:lnTo>
                    <a:pt x="605506" y="42062"/>
                  </a:lnTo>
                  <a:lnTo>
                    <a:pt x="605437" y="41236"/>
                  </a:lnTo>
                  <a:lnTo>
                    <a:pt x="605322" y="39852"/>
                  </a:lnTo>
                  <a:lnTo>
                    <a:pt x="605244" y="38925"/>
                  </a:lnTo>
                  <a:lnTo>
                    <a:pt x="605137" y="37630"/>
                  </a:lnTo>
                  <a:lnTo>
                    <a:pt x="605116" y="37388"/>
                  </a:lnTo>
                  <a:close/>
                </a:path>
                <a:path w="746760" h="93980">
                  <a:moveTo>
                    <a:pt x="654900" y="22186"/>
                  </a:moveTo>
                  <a:lnTo>
                    <a:pt x="642988" y="22186"/>
                  </a:lnTo>
                  <a:lnTo>
                    <a:pt x="636930" y="23698"/>
                  </a:lnTo>
                  <a:lnTo>
                    <a:pt x="626656" y="29679"/>
                  </a:lnTo>
                  <a:lnTo>
                    <a:pt x="622668" y="33858"/>
                  </a:lnTo>
                  <a:lnTo>
                    <a:pt x="617016" y="44589"/>
                  </a:lnTo>
                  <a:lnTo>
                    <a:pt x="615607" y="50850"/>
                  </a:lnTo>
                  <a:lnTo>
                    <a:pt x="615607" y="65366"/>
                  </a:lnTo>
                  <a:lnTo>
                    <a:pt x="616900" y="71259"/>
                  </a:lnTo>
                  <a:lnTo>
                    <a:pt x="617004" y="71729"/>
                  </a:lnTo>
                  <a:lnTo>
                    <a:pt x="643394" y="93675"/>
                  </a:lnTo>
                  <a:lnTo>
                    <a:pt x="656691" y="93675"/>
                  </a:lnTo>
                  <a:lnTo>
                    <a:pt x="681547" y="77749"/>
                  </a:lnTo>
                  <a:lnTo>
                    <a:pt x="648220" y="77749"/>
                  </a:lnTo>
                  <a:lnTo>
                    <a:pt x="645782" y="77165"/>
                  </a:lnTo>
                  <a:lnTo>
                    <a:pt x="641692" y="74828"/>
                  </a:lnTo>
                  <a:lnTo>
                    <a:pt x="640118" y="73190"/>
                  </a:lnTo>
                  <a:lnTo>
                    <a:pt x="637895" y="68948"/>
                  </a:lnTo>
                  <a:lnTo>
                    <a:pt x="637336" y="66459"/>
                  </a:lnTo>
                  <a:lnTo>
                    <a:pt x="637348" y="63055"/>
                  </a:lnTo>
                  <a:lnTo>
                    <a:pt x="623315" y="63055"/>
                  </a:lnTo>
                  <a:lnTo>
                    <a:pt x="623315" y="50241"/>
                  </a:lnTo>
                  <a:lnTo>
                    <a:pt x="637393" y="50241"/>
                  </a:lnTo>
                  <a:lnTo>
                    <a:pt x="637493" y="47904"/>
                  </a:lnTo>
                  <a:lnTo>
                    <a:pt x="647953" y="38112"/>
                  </a:lnTo>
                  <a:lnTo>
                    <a:pt x="679441" y="38112"/>
                  </a:lnTo>
                  <a:lnTo>
                    <a:pt x="677075" y="34315"/>
                  </a:lnTo>
                  <a:lnTo>
                    <a:pt x="671118" y="28295"/>
                  </a:lnTo>
                  <a:lnTo>
                    <a:pt x="667588" y="26022"/>
                  </a:lnTo>
                  <a:lnTo>
                    <a:pt x="659409" y="22961"/>
                  </a:lnTo>
                  <a:lnTo>
                    <a:pt x="654900" y="22186"/>
                  </a:lnTo>
                  <a:close/>
                </a:path>
                <a:path w="746760" h="93980">
                  <a:moveTo>
                    <a:pt x="663041" y="70675"/>
                  </a:moveTo>
                  <a:lnTo>
                    <a:pt x="653008" y="77749"/>
                  </a:lnTo>
                  <a:lnTo>
                    <a:pt x="681547" y="77749"/>
                  </a:lnTo>
                  <a:lnTo>
                    <a:pt x="682459" y="75806"/>
                  </a:lnTo>
                  <a:lnTo>
                    <a:pt x="683122" y="72212"/>
                  </a:lnTo>
                  <a:lnTo>
                    <a:pt x="683211" y="71729"/>
                  </a:lnTo>
                  <a:lnTo>
                    <a:pt x="683298" y="71259"/>
                  </a:lnTo>
                  <a:lnTo>
                    <a:pt x="663041" y="70675"/>
                  </a:lnTo>
                  <a:close/>
                </a:path>
                <a:path w="746760" h="93980">
                  <a:moveTo>
                    <a:pt x="637393" y="50241"/>
                  </a:moveTo>
                  <a:lnTo>
                    <a:pt x="623315" y="50241"/>
                  </a:lnTo>
                  <a:lnTo>
                    <a:pt x="623315" y="63055"/>
                  </a:lnTo>
                  <a:lnTo>
                    <a:pt x="637348" y="63055"/>
                  </a:lnTo>
                  <a:lnTo>
                    <a:pt x="637393" y="50241"/>
                  </a:lnTo>
                  <a:close/>
                </a:path>
                <a:path w="746760" h="93980">
                  <a:moveTo>
                    <a:pt x="679419" y="38112"/>
                  </a:moveTo>
                  <a:lnTo>
                    <a:pt x="652856" y="38112"/>
                  </a:lnTo>
                  <a:lnTo>
                    <a:pt x="655069" y="38671"/>
                  </a:lnTo>
                  <a:lnTo>
                    <a:pt x="656869" y="39687"/>
                  </a:lnTo>
                  <a:lnTo>
                    <a:pt x="663003" y="50241"/>
                  </a:lnTo>
                  <a:lnTo>
                    <a:pt x="637393" y="50241"/>
                  </a:lnTo>
                  <a:lnTo>
                    <a:pt x="637348" y="63055"/>
                  </a:lnTo>
                  <a:lnTo>
                    <a:pt x="683526" y="63055"/>
                  </a:lnTo>
                  <a:lnTo>
                    <a:pt x="683526" y="51866"/>
                  </a:lnTo>
                  <a:lnTo>
                    <a:pt x="682688" y="46837"/>
                  </a:lnTo>
                  <a:lnTo>
                    <a:pt x="679419" y="38112"/>
                  </a:lnTo>
                  <a:close/>
                </a:path>
                <a:path w="746760" h="93980">
                  <a:moveTo>
                    <a:pt x="737539" y="70358"/>
                  </a:moveTo>
                  <a:lnTo>
                    <a:pt x="731227" y="70358"/>
                  </a:lnTo>
                  <a:lnTo>
                    <a:pt x="728446" y="71501"/>
                  </a:lnTo>
                  <a:lnTo>
                    <a:pt x="723849" y="76034"/>
                  </a:lnTo>
                  <a:lnTo>
                    <a:pt x="722718" y="78765"/>
                  </a:lnTo>
                  <a:lnTo>
                    <a:pt x="722718" y="85191"/>
                  </a:lnTo>
                  <a:lnTo>
                    <a:pt x="723849" y="87960"/>
                  </a:lnTo>
                  <a:lnTo>
                    <a:pt x="726122" y="90246"/>
                  </a:lnTo>
                  <a:lnTo>
                    <a:pt x="728446" y="92532"/>
                  </a:lnTo>
                  <a:lnTo>
                    <a:pt x="731227" y="93675"/>
                  </a:lnTo>
                  <a:lnTo>
                    <a:pt x="736549" y="93675"/>
                  </a:lnTo>
                  <a:lnTo>
                    <a:pt x="746163" y="84112"/>
                  </a:lnTo>
                  <a:lnTo>
                    <a:pt x="746163" y="78765"/>
                  </a:lnTo>
                  <a:lnTo>
                    <a:pt x="744969" y="76034"/>
                  </a:lnTo>
                  <a:lnTo>
                    <a:pt x="742594" y="73787"/>
                  </a:lnTo>
                  <a:lnTo>
                    <a:pt x="740244" y="71501"/>
                  </a:lnTo>
                  <a:lnTo>
                    <a:pt x="737539" y="70358"/>
                  </a:lnTo>
                  <a:close/>
                </a:path>
                <a:path w="746760" h="93980">
                  <a:moveTo>
                    <a:pt x="737539" y="22821"/>
                  </a:moveTo>
                  <a:lnTo>
                    <a:pt x="731227" y="22821"/>
                  </a:lnTo>
                  <a:lnTo>
                    <a:pt x="728446" y="23964"/>
                  </a:lnTo>
                  <a:lnTo>
                    <a:pt x="723849" y="28511"/>
                  </a:lnTo>
                  <a:lnTo>
                    <a:pt x="722718" y="31229"/>
                  </a:lnTo>
                  <a:lnTo>
                    <a:pt x="722718" y="37693"/>
                  </a:lnTo>
                  <a:lnTo>
                    <a:pt x="723849" y="40474"/>
                  </a:lnTo>
                  <a:lnTo>
                    <a:pt x="726122" y="42760"/>
                  </a:lnTo>
                  <a:lnTo>
                    <a:pt x="728446" y="45008"/>
                  </a:lnTo>
                  <a:lnTo>
                    <a:pt x="731227" y="46139"/>
                  </a:lnTo>
                  <a:lnTo>
                    <a:pt x="736549" y="46139"/>
                  </a:lnTo>
                  <a:lnTo>
                    <a:pt x="746163" y="36576"/>
                  </a:lnTo>
                  <a:lnTo>
                    <a:pt x="746163" y="31229"/>
                  </a:lnTo>
                  <a:lnTo>
                    <a:pt x="744969" y="28511"/>
                  </a:lnTo>
                  <a:lnTo>
                    <a:pt x="742594" y="26250"/>
                  </a:lnTo>
                  <a:lnTo>
                    <a:pt x="740244" y="23964"/>
                  </a:lnTo>
                  <a:lnTo>
                    <a:pt x="737539" y="22821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699167" y="1269999"/>
              <a:ext cx="942733" cy="22989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529560" y="1298587"/>
              <a:ext cx="1104734" cy="9972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828800" y="2971800"/>
              <a:ext cx="2971799" cy="73660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3500" y="1193800"/>
              <a:ext cx="457200" cy="44450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14300" y="1193800"/>
              <a:ext cx="355599" cy="34290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146300" y="1193800"/>
              <a:ext cx="368300" cy="41910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197100" y="1193800"/>
              <a:ext cx="266700" cy="31750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864100" y="1181100"/>
              <a:ext cx="406400" cy="35560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581900" y="1193800"/>
              <a:ext cx="381000" cy="317500"/>
            </a:xfrm>
            <a:prstGeom prst="rect">
              <a:avLst/>
            </a:prstGeom>
          </p:spPr>
        </p:pic>
      </p:grpSp>
      <p:grpSp>
        <p:nvGrpSpPr>
          <p:cNvPr id="74" name="object 74"/>
          <p:cNvGrpSpPr/>
          <p:nvPr/>
        </p:nvGrpSpPr>
        <p:grpSpPr>
          <a:xfrm>
            <a:off x="10642600" y="495300"/>
            <a:ext cx="3136900" cy="1562100"/>
            <a:chOff x="10642600" y="495300"/>
            <a:chExt cx="3136900" cy="1562100"/>
          </a:xfrm>
        </p:grpSpPr>
        <p:pic>
          <p:nvPicPr>
            <p:cNvPr id="75" name="object 7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2166600" y="495300"/>
              <a:ext cx="1612900" cy="156210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0642600" y="673100"/>
              <a:ext cx="1485900" cy="123190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0797331" y="877315"/>
              <a:ext cx="1067549" cy="876922"/>
            </a:xfrm>
            <a:prstGeom prst="rect">
              <a:avLst/>
            </a:prstGeom>
          </p:spPr>
        </p:pic>
      </p:grpSp>
      <p:pic>
        <p:nvPicPr>
          <p:cNvPr id="78" name="object 78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854200" y="4584700"/>
            <a:ext cx="2933700" cy="609600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241300" y="5600700"/>
            <a:ext cx="6019800" cy="2019300"/>
          </a:xfrm>
          <a:prstGeom prst="rect">
            <a:avLst/>
          </a:prstGeom>
        </p:spPr>
      </p:pic>
      <p:grpSp>
        <p:nvGrpSpPr>
          <p:cNvPr id="80" name="object 80"/>
          <p:cNvGrpSpPr/>
          <p:nvPr/>
        </p:nvGrpSpPr>
        <p:grpSpPr>
          <a:xfrm>
            <a:off x="8445500" y="4648200"/>
            <a:ext cx="5461000" cy="3035300"/>
            <a:chOff x="8445500" y="4648200"/>
            <a:chExt cx="5461000" cy="3035300"/>
          </a:xfrm>
        </p:grpSpPr>
        <p:pic>
          <p:nvPicPr>
            <p:cNvPr id="81" name="object 81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8445500" y="5410200"/>
              <a:ext cx="1524000" cy="2273300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8610600" y="5422900"/>
              <a:ext cx="254000" cy="215900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8961403" y="5482932"/>
              <a:ext cx="584200" cy="93980"/>
            </a:xfrm>
            <a:custGeom>
              <a:avLst/>
              <a:gdLst/>
              <a:ahLst/>
              <a:cxnLst/>
              <a:rect l="l" t="t" r="r" b="b"/>
              <a:pathLst>
                <a:path w="584200" h="93979">
                  <a:moveTo>
                    <a:pt x="22326" y="0"/>
                  </a:moveTo>
                  <a:lnTo>
                    <a:pt x="0" y="0"/>
                  </a:lnTo>
                  <a:lnTo>
                    <a:pt x="0" y="92367"/>
                  </a:lnTo>
                  <a:lnTo>
                    <a:pt x="22326" y="92367"/>
                  </a:lnTo>
                  <a:lnTo>
                    <a:pt x="22326" y="67335"/>
                  </a:lnTo>
                  <a:lnTo>
                    <a:pt x="31254" y="56057"/>
                  </a:lnTo>
                  <a:lnTo>
                    <a:pt x="57294" y="56057"/>
                  </a:lnTo>
                  <a:lnTo>
                    <a:pt x="47625" y="41224"/>
                  </a:lnTo>
                  <a:lnTo>
                    <a:pt x="49340" y="39065"/>
                  </a:lnTo>
                  <a:lnTo>
                    <a:pt x="22326" y="39065"/>
                  </a:lnTo>
                  <a:lnTo>
                    <a:pt x="22326" y="0"/>
                  </a:lnTo>
                  <a:close/>
                </a:path>
                <a:path w="584200" h="93979">
                  <a:moveTo>
                    <a:pt x="57294" y="56057"/>
                  </a:moveTo>
                  <a:lnTo>
                    <a:pt x="31254" y="56057"/>
                  </a:lnTo>
                  <a:lnTo>
                    <a:pt x="54254" y="92367"/>
                  </a:lnTo>
                  <a:lnTo>
                    <a:pt x="80962" y="92367"/>
                  </a:lnTo>
                  <a:lnTo>
                    <a:pt x="57294" y="56057"/>
                  </a:lnTo>
                  <a:close/>
                </a:path>
                <a:path w="584200" h="93979">
                  <a:moveTo>
                    <a:pt x="80378" y="0"/>
                  </a:moveTo>
                  <a:lnTo>
                    <a:pt x="54076" y="0"/>
                  </a:lnTo>
                  <a:lnTo>
                    <a:pt x="23545" y="39065"/>
                  </a:lnTo>
                  <a:lnTo>
                    <a:pt x="49340" y="39065"/>
                  </a:lnTo>
                  <a:lnTo>
                    <a:pt x="80378" y="0"/>
                  </a:lnTo>
                  <a:close/>
                </a:path>
                <a:path w="584200" h="93979">
                  <a:moveTo>
                    <a:pt x="157048" y="0"/>
                  </a:moveTo>
                  <a:lnTo>
                    <a:pt x="92646" y="0"/>
                  </a:lnTo>
                  <a:lnTo>
                    <a:pt x="92646" y="92367"/>
                  </a:lnTo>
                  <a:lnTo>
                    <a:pt x="157048" y="92367"/>
                  </a:lnTo>
                  <a:lnTo>
                    <a:pt x="157048" y="74231"/>
                  </a:lnTo>
                  <a:lnTo>
                    <a:pt x="114973" y="74231"/>
                  </a:lnTo>
                  <a:lnTo>
                    <a:pt x="114973" y="55244"/>
                  </a:lnTo>
                  <a:lnTo>
                    <a:pt x="153758" y="55244"/>
                  </a:lnTo>
                  <a:lnTo>
                    <a:pt x="153758" y="37071"/>
                  </a:lnTo>
                  <a:lnTo>
                    <a:pt x="114973" y="37071"/>
                  </a:lnTo>
                  <a:lnTo>
                    <a:pt x="114973" y="18135"/>
                  </a:lnTo>
                  <a:lnTo>
                    <a:pt x="157048" y="18135"/>
                  </a:lnTo>
                  <a:lnTo>
                    <a:pt x="157048" y="0"/>
                  </a:lnTo>
                  <a:close/>
                </a:path>
                <a:path w="584200" h="93979">
                  <a:moveTo>
                    <a:pt x="194843" y="0"/>
                  </a:moveTo>
                  <a:lnTo>
                    <a:pt x="169900" y="0"/>
                  </a:lnTo>
                  <a:lnTo>
                    <a:pt x="203682" y="61518"/>
                  </a:lnTo>
                  <a:lnTo>
                    <a:pt x="203682" y="92367"/>
                  </a:lnTo>
                  <a:lnTo>
                    <a:pt x="225869" y="92367"/>
                  </a:lnTo>
                  <a:lnTo>
                    <a:pt x="225869" y="61518"/>
                  </a:lnTo>
                  <a:lnTo>
                    <a:pt x="238422" y="38658"/>
                  </a:lnTo>
                  <a:lnTo>
                    <a:pt x="214376" y="38658"/>
                  </a:lnTo>
                  <a:lnTo>
                    <a:pt x="194843" y="0"/>
                  </a:lnTo>
                  <a:close/>
                </a:path>
                <a:path w="584200" h="93979">
                  <a:moveTo>
                    <a:pt x="259651" y="0"/>
                  </a:moveTo>
                  <a:lnTo>
                    <a:pt x="234708" y="0"/>
                  </a:lnTo>
                  <a:lnTo>
                    <a:pt x="215188" y="38658"/>
                  </a:lnTo>
                  <a:lnTo>
                    <a:pt x="238422" y="38658"/>
                  </a:lnTo>
                  <a:lnTo>
                    <a:pt x="259651" y="0"/>
                  </a:lnTo>
                  <a:close/>
                </a:path>
                <a:path w="584200" h="93979">
                  <a:moveTo>
                    <a:pt x="325564" y="0"/>
                  </a:moveTo>
                  <a:lnTo>
                    <a:pt x="303237" y="0"/>
                  </a:lnTo>
                  <a:lnTo>
                    <a:pt x="303237" y="92367"/>
                  </a:lnTo>
                  <a:lnTo>
                    <a:pt x="325564" y="92367"/>
                  </a:lnTo>
                  <a:lnTo>
                    <a:pt x="325564" y="67335"/>
                  </a:lnTo>
                  <a:lnTo>
                    <a:pt x="334492" y="56057"/>
                  </a:lnTo>
                  <a:lnTo>
                    <a:pt x="360532" y="56057"/>
                  </a:lnTo>
                  <a:lnTo>
                    <a:pt x="350862" y="41224"/>
                  </a:lnTo>
                  <a:lnTo>
                    <a:pt x="352578" y="39065"/>
                  </a:lnTo>
                  <a:lnTo>
                    <a:pt x="325564" y="39065"/>
                  </a:lnTo>
                  <a:lnTo>
                    <a:pt x="325564" y="0"/>
                  </a:lnTo>
                  <a:close/>
                </a:path>
                <a:path w="584200" h="93979">
                  <a:moveTo>
                    <a:pt x="360532" y="56057"/>
                  </a:moveTo>
                  <a:lnTo>
                    <a:pt x="334492" y="56057"/>
                  </a:lnTo>
                  <a:lnTo>
                    <a:pt x="357492" y="92367"/>
                  </a:lnTo>
                  <a:lnTo>
                    <a:pt x="384200" y="92367"/>
                  </a:lnTo>
                  <a:lnTo>
                    <a:pt x="360532" y="56057"/>
                  </a:lnTo>
                  <a:close/>
                </a:path>
                <a:path w="584200" h="93979">
                  <a:moveTo>
                    <a:pt x="383616" y="0"/>
                  </a:moveTo>
                  <a:lnTo>
                    <a:pt x="357314" y="0"/>
                  </a:lnTo>
                  <a:lnTo>
                    <a:pt x="326783" y="39065"/>
                  </a:lnTo>
                  <a:lnTo>
                    <a:pt x="352578" y="39065"/>
                  </a:lnTo>
                  <a:lnTo>
                    <a:pt x="383616" y="0"/>
                  </a:lnTo>
                  <a:close/>
                </a:path>
                <a:path w="584200" h="93979">
                  <a:moveTo>
                    <a:pt x="440956" y="0"/>
                  </a:moveTo>
                  <a:lnTo>
                    <a:pt x="395884" y="0"/>
                  </a:lnTo>
                  <a:lnTo>
                    <a:pt x="395884" y="92367"/>
                  </a:lnTo>
                  <a:lnTo>
                    <a:pt x="418211" y="92367"/>
                  </a:lnTo>
                  <a:lnTo>
                    <a:pt x="418211" y="63677"/>
                  </a:lnTo>
                  <a:lnTo>
                    <a:pt x="409829" y="63677"/>
                  </a:lnTo>
                  <a:lnTo>
                    <a:pt x="409829" y="46100"/>
                  </a:lnTo>
                  <a:lnTo>
                    <a:pt x="418211" y="46100"/>
                  </a:lnTo>
                  <a:lnTo>
                    <a:pt x="418211" y="17995"/>
                  </a:lnTo>
                  <a:lnTo>
                    <a:pt x="465181" y="17995"/>
                  </a:lnTo>
                  <a:lnTo>
                    <a:pt x="460895" y="10477"/>
                  </a:lnTo>
                  <a:lnTo>
                    <a:pt x="456996" y="6743"/>
                  </a:lnTo>
                  <a:lnTo>
                    <a:pt x="446925" y="1358"/>
                  </a:lnTo>
                  <a:lnTo>
                    <a:pt x="440956" y="0"/>
                  </a:lnTo>
                  <a:close/>
                </a:path>
                <a:path w="584200" h="93979">
                  <a:moveTo>
                    <a:pt x="418211" y="46100"/>
                  </a:moveTo>
                  <a:lnTo>
                    <a:pt x="409829" y="46100"/>
                  </a:lnTo>
                  <a:lnTo>
                    <a:pt x="409829" y="63677"/>
                  </a:lnTo>
                  <a:lnTo>
                    <a:pt x="418211" y="63677"/>
                  </a:lnTo>
                  <a:lnTo>
                    <a:pt x="418211" y="46100"/>
                  </a:lnTo>
                  <a:close/>
                </a:path>
                <a:path w="584200" h="93979">
                  <a:moveTo>
                    <a:pt x="465181" y="17995"/>
                  </a:moveTo>
                  <a:lnTo>
                    <a:pt x="432549" y="17995"/>
                  </a:lnTo>
                  <a:lnTo>
                    <a:pt x="435368" y="18567"/>
                  </a:lnTo>
                  <a:lnTo>
                    <a:pt x="439940" y="20853"/>
                  </a:lnTo>
                  <a:lnTo>
                    <a:pt x="441667" y="22478"/>
                  </a:lnTo>
                  <a:lnTo>
                    <a:pt x="444004" y="26657"/>
                  </a:lnTo>
                  <a:lnTo>
                    <a:pt x="444601" y="29121"/>
                  </a:lnTo>
                  <a:lnTo>
                    <a:pt x="444601" y="34810"/>
                  </a:lnTo>
                  <a:lnTo>
                    <a:pt x="432587" y="46100"/>
                  </a:lnTo>
                  <a:lnTo>
                    <a:pt x="418211" y="46100"/>
                  </a:lnTo>
                  <a:lnTo>
                    <a:pt x="418211" y="63677"/>
                  </a:lnTo>
                  <a:lnTo>
                    <a:pt x="456819" y="57149"/>
                  </a:lnTo>
                  <a:lnTo>
                    <a:pt x="467728" y="38353"/>
                  </a:lnTo>
                  <a:lnTo>
                    <a:pt x="467728" y="25641"/>
                  </a:lnTo>
                  <a:lnTo>
                    <a:pt x="466369" y="20078"/>
                  </a:lnTo>
                  <a:lnTo>
                    <a:pt x="465181" y="17995"/>
                  </a:lnTo>
                  <a:close/>
                </a:path>
                <a:path w="584200" h="93979">
                  <a:moveTo>
                    <a:pt x="504532" y="0"/>
                  </a:moveTo>
                  <a:lnTo>
                    <a:pt x="482206" y="0"/>
                  </a:lnTo>
                  <a:lnTo>
                    <a:pt x="482206" y="92367"/>
                  </a:lnTo>
                  <a:lnTo>
                    <a:pt x="504532" y="92367"/>
                  </a:lnTo>
                  <a:lnTo>
                    <a:pt x="504532" y="0"/>
                  </a:lnTo>
                  <a:close/>
                </a:path>
                <a:path w="584200" h="93979">
                  <a:moveTo>
                    <a:pt x="540740" y="70624"/>
                  </a:moveTo>
                  <a:lnTo>
                    <a:pt x="518947" y="71170"/>
                  </a:lnTo>
                  <a:lnTo>
                    <a:pt x="519724" y="77723"/>
                  </a:lnTo>
                  <a:lnTo>
                    <a:pt x="519760" y="78028"/>
                  </a:lnTo>
                  <a:lnTo>
                    <a:pt x="523011" y="83502"/>
                  </a:lnTo>
                  <a:lnTo>
                    <a:pt x="534403" y="91643"/>
                  </a:lnTo>
                  <a:lnTo>
                    <a:pt x="542213" y="93675"/>
                  </a:lnTo>
                  <a:lnTo>
                    <a:pt x="558292" y="93675"/>
                  </a:lnTo>
                  <a:lnTo>
                    <a:pt x="582996" y="78384"/>
                  </a:lnTo>
                  <a:lnTo>
                    <a:pt x="549059" y="78384"/>
                  </a:lnTo>
                  <a:lnTo>
                    <a:pt x="546493" y="77723"/>
                  </a:lnTo>
                  <a:lnTo>
                    <a:pt x="542467" y="75082"/>
                  </a:lnTo>
                  <a:lnTo>
                    <a:pt x="541223" y="73151"/>
                  </a:lnTo>
                  <a:lnTo>
                    <a:pt x="540844" y="71170"/>
                  </a:lnTo>
                  <a:lnTo>
                    <a:pt x="540740" y="70624"/>
                  </a:lnTo>
                  <a:close/>
                </a:path>
                <a:path w="584200" h="93979">
                  <a:moveTo>
                    <a:pt x="560717" y="22186"/>
                  </a:moveTo>
                  <a:lnTo>
                    <a:pt x="545084" y="22186"/>
                  </a:lnTo>
                  <a:lnTo>
                    <a:pt x="539648" y="23063"/>
                  </a:lnTo>
                  <a:lnTo>
                    <a:pt x="530453" y="26555"/>
                  </a:lnTo>
                  <a:lnTo>
                    <a:pt x="526910" y="29082"/>
                  </a:lnTo>
                  <a:lnTo>
                    <a:pt x="521919" y="35661"/>
                  </a:lnTo>
                  <a:lnTo>
                    <a:pt x="520687" y="39611"/>
                  </a:lnTo>
                  <a:lnTo>
                    <a:pt x="520687" y="49542"/>
                  </a:lnTo>
                  <a:lnTo>
                    <a:pt x="522363" y="53898"/>
                  </a:lnTo>
                  <a:lnTo>
                    <a:pt x="529158" y="60718"/>
                  </a:lnTo>
                  <a:lnTo>
                    <a:pt x="534327" y="63055"/>
                  </a:lnTo>
                  <a:lnTo>
                    <a:pt x="556247" y="67157"/>
                  </a:lnTo>
                  <a:lnTo>
                    <a:pt x="558368" y="67906"/>
                  </a:lnTo>
                  <a:lnTo>
                    <a:pt x="561073" y="69799"/>
                  </a:lnTo>
                  <a:lnTo>
                    <a:pt x="561771" y="71043"/>
                  </a:lnTo>
                  <a:lnTo>
                    <a:pt x="561771" y="74358"/>
                  </a:lnTo>
                  <a:lnTo>
                    <a:pt x="560870" y="75755"/>
                  </a:lnTo>
                  <a:lnTo>
                    <a:pt x="557314" y="77863"/>
                  </a:lnTo>
                  <a:lnTo>
                    <a:pt x="555015" y="78384"/>
                  </a:lnTo>
                  <a:lnTo>
                    <a:pt x="582996" y="78384"/>
                  </a:lnTo>
                  <a:lnTo>
                    <a:pt x="584134" y="75082"/>
                  </a:lnTo>
                  <a:lnTo>
                    <a:pt x="584187" y="65125"/>
                  </a:lnTo>
                  <a:lnTo>
                    <a:pt x="582472" y="61074"/>
                  </a:lnTo>
                  <a:lnTo>
                    <a:pt x="575703" y="54940"/>
                  </a:lnTo>
                  <a:lnTo>
                    <a:pt x="570560" y="52743"/>
                  </a:lnTo>
                  <a:lnTo>
                    <a:pt x="550303" y="48894"/>
                  </a:lnTo>
                  <a:lnTo>
                    <a:pt x="547382" y="48285"/>
                  </a:lnTo>
                  <a:lnTo>
                    <a:pt x="545350" y="47497"/>
                  </a:lnTo>
                  <a:lnTo>
                    <a:pt x="543102" y="45504"/>
                  </a:lnTo>
                  <a:lnTo>
                    <a:pt x="542556" y="44335"/>
                  </a:lnTo>
                  <a:lnTo>
                    <a:pt x="542556" y="41236"/>
                  </a:lnTo>
                  <a:lnTo>
                    <a:pt x="543433" y="39852"/>
                  </a:lnTo>
                  <a:lnTo>
                    <a:pt x="547001" y="37807"/>
                  </a:lnTo>
                  <a:lnTo>
                    <a:pt x="548803" y="37388"/>
                  </a:lnTo>
                  <a:lnTo>
                    <a:pt x="581926" y="37388"/>
                  </a:lnTo>
                  <a:lnTo>
                    <a:pt x="578929" y="32003"/>
                  </a:lnTo>
                  <a:lnTo>
                    <a:pt x="568109" y="24155"/>
                  </a:lnTo>
                  <a:lnTo>
                    <a:pt x="560717" y="22186"/>
                  </a:lnTo>
                  <a:close/>
                </a:path>
                <a:path w="584200" h="93979">
                  <a:moveTo>
                    <a:pt x="581926" y="37388"/>
                  </a:moveTo>
                  <a:lnTo>
                    <a:pt x="554156" y="37388"/>
                  </a:lnTo>
                  <a:lnTo>
                    <a:pt x="555409" y="37630"/>
                  </a:lnTo>
                  <a:lnTo>
                    <a:pt x="556882" y="38290"/>
                  </a:lnTo>
                  <a:lnTo>
                    <a:pt x="562254" y="44792"/>
                  </a:lnTo>
                  <a:lnTo>
                    <a:pt x="579202" y="44335"/>
                  </a:lnTo>
                  <a:lnTo>
                    <a:pt x="582505" y="44335"/>
                  </a:lnTo>
                  <a:lnTo>
                    <a:pt x="582423" y="43345"/>
                  </a:lnTo>
                  <a:lnTo>
                    <a:pt x="582316" y="42062"/>
                  </a:lnTo>
                  <a:lnTo>
                    <a:pt x="582247" y="41236"/>
                  </a:lnTo>
                  <a:lnTo>
                    <a:pt x="582132" y="39852"/>
                  </a:lnTo>
                  <a:lnTo>
                    <a:pt x="582054" y="38925"/>
                  </a:lnTo>
                  <a:lnTo>
                    <a:pt x="581946" y="37630"/>
                  </a:lnTo>
                  <a:lnTo>
                    <a:pt x="581926" y="373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9982200" y="5892800"/>
              <a:ext cx="3924300" cy="1752599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10452100" y="4648200"/>
              <a:ext cx="3403600" cy="1219200"/>
            </a:xfrm>
            <a:custGeom>
              <a:avLst/>
              <a:gdLst/>
              <a:ahLst/>
              <a:cxnLst/>
              <a:rect l="l" t="t" r="r" b="b"/>
              <a:pathLst>
                <a:path w="3403600" h="1219200">
                  <a:moveTo>
                    <a:pt x="3340100" y="0"/>
                  </a:moveTo>
                  <a:lnTo>
                    <a:pt x="63500" y="0"/>
                  </a:lnTo>
                  <a:lnTo>
                    <a:pt x="38785" y="4990"/>
                  </a:lnTo>
                  <a:lnTo>
                    <a:pt x="18600" y="18600"/>
                  </a:lnTo>
                  <a:lnTo>
                    <a:pt x="4990" y="38785"/>
                  </a:lnTo>
                  <a:lnTo>
                    <a:pt x="0" y="63500"/>
                  </a:lnTo>
                  <a:lnTo>
                    <a:pt x="0" y="1155700"/>
                  </a:lnTo>
                  <a:lnTo>
                    <a:pt x="4990" y="1180414"/>
                  </a:lnTo>
                  <a:lnTo>
                    <a:pt x="18600" y="1200599"/>
                  </a:lnTo>
                  <a:lnTo>
                    <a:pt x="38785" y="1214209"/>
                  </a:lnTo>
                  <a:lnTo>
                    <a:pt x="63500" y="1219200"/>
                  </a:lnTo>
                  <a:lnTo>
                    <a:pt x="3340100" y="1219200"/>
                  </a:lnTo>
                  <a:lnTo>
                    <a:pt x="3364814" y="1214209"/>
                  </a:lnTo>
                  <a:lnTo>
                    <a:pt x="3384999" y="1200599"/>
                  </a:lnTo>
                  <a:lnTo>
                    <a:pt x="3398609" y="1180414"/>
                  </a:lnTo>
                  <a:lnTo>
                    <a:pt x="3403600" y="1155700"/>
                  </a:lnTo>
                  <a:lnTo>
                    <a:pt x="3403600" y="63500"/>
                  </a:lnTo>
                  <a:lnTo>
                    <a:pt x="3398609" y="38785"/>
                  </a:lnTo>
                  <a:lnTo>
                    <a:pt x="3384999" y="18600"/>
                  </a:lnTo>
                  <a:lnTo>
                    <a:pt x="3364814" y="4990"/>
                  </a:lnTo>
                  <a:lnTo>
                    <a:pt x="3340100" y="0"/>
                  </a:lnTo>
                  <a:close/>
                </a:path>
              </a:pathLst>
            </a:custGeom>
            <a:solidFill>
              <a:srgbClr val="E13E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10782300" y="4673600"/>
              <a:ext cx="3048000" cy="1181100"/>
            </a:xfrm>
            <a:custGeom>
              <a:avLst/>
              <a:gdLst/>
              <a:ahLst/>
              <a:cxnLst/>
              <a:rect l="l" t="t" r="r" b="b"/>
              <a:pathLst>
                <a:path w="3048000" h="1181100">
                  <a:moveTo>
                    <a:pt x="2984500" y="0"/>
                  </a:moveTo>
                  <a:lnTo>
                    <a:pt x="63500" y="0"/>
                  </a:lnTo>
                  <a:lnTo>
                    <a:pt x="38785" y="4990"/>
                  </a:lnTo>
                  <a:lnTo>
                    <a:pt x="18600" y="18600"/>
                  </a:lnTo>
                  <a:lnTo>
                    <a:pt x="4990" y="38785"/>
                  </a:lnTo>
                  <a:lnTo>
                    <a:pt x="0" y="63500"/>
                  </a:lnTo>
                  <a:lnTo>
                    <a:pt x="0" y="1117600"/>
                  </a:lnTo>
                  <a:lnTo>
                    <a:pt x="4990" y="1142314"/>
                  </a:lnTo>
                  <a:lnTo>
                    <a:pt x="18600" y="1162499"/>
                  </a:lnTo>
                  <a:lnTo>
                    <a:pt x="38785" y="1176109"/>
                  </a:lnTo>
                  <a:lnTo>
                    <a:pt x="63500" y="1181100"/>
                  </a:lnTo>
                  <a:lnTo>
                    <a:pt x="2984500" y="1181100"/>
                  </a:lnTo>
                  <a:lnTo>
                    <a:pt x="3009214" y="1176109"/>
                  </a:lnTo>
                  <a:lnTo>
                    <a:pt x="3029399" y="1162499"/>
                  </a:lnTo>
                  <a:lnTo>
                    <a:pt x="3043009" y="1142314"/>
                  </a:lnTo>
                  <a:lnTo>
                    <a:pt x="3048000" y="1117600"/>
                  </a:lnTo>
                  <a:lnTo>
                    <a:pt x="3048000" y="63500"/>
                  </a:lnTo>
                  <a:lnTo>
                    <a:pt x="3043009" y="38785"/>
                  </a:lnTo>
                  <a:lnTo>
                    <a:pt x="3029399" y="18600"/>
                  </a:lnTo>
                  <a:lnTo>
                    <a:pt x="3009214" y="4990"/>
                  </a:lnTo>
                  <a:lnTo>
                    <a:pt x="2984500" y="0"/>
                  </a:lnTo>
                  <a:close/>
                </a:path>
              </a:pathLst>
            </a:custGeom>
            <a:solidFill>
              <a:srgbClr val="FE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7" name="object 87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0591800" y="3200400"/>
            <a:ext cx="635000" cy="520700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0629900" y="3924300"/>
            <a:ext cx="546100" cy="596900"/>
          </a:xfrm>
          <a:prstGeom prst="rect">
            <a:avLst/>
          </a:prstGeom>
        </p:spPr>
      </p:pic>
      <p:pic>
        <p:nvPicPr>
          <p:cNvPr id="89" name="object 89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0655300" y="2540000"/>
            <a:ext cx="609600" cy="584200"/>
          </a:xfrm>
          <a:prstGeom prst="rect">
            <a:avLst/>
          </a:prstGeom>
        </p:spPr>
      </p:pic>
      <p:sp>
        <p:nvSpPr>
          <p:cNvPr id="90" name="object 90"/>
          <p:cNvSpPr/>
          <p:nvPr/>
        </p:nvSpPr>
        <p:spPr>
          <a:xfrm>
            <a:off x="10555973" y="4881076"/>
            <a:ext cx="133350" cy="711200"/>
          </a:xfrm>
          <a:custGeom>
            <a:avLst/>
            <a:gdLst/>
            <a:ahLst/>
            <a:cxnLst/>
            <a:rect l="l" t="t" r="r" b="b"/>
            <a:pathLst>
              <a:path w="133350" h="711200">
                <a:moveTo>
                  <a:pt x="1765" y="679780"/>
                </a:moveTo>
                <a:lnTo>
                  <a:pt x="1765" y="711034"/>
                </a:lnTo>
                <a:lnTo>
                  <a:pt x="131076" y="711034"/>
                </a:lnTo>
                <a:lnTo>
                  <a:pt x="131076" y="679780"/>
                </a:lnTo>
                <a:lnTo>
                  <a:pt x="1765" y="679780"/>
                </a:lnTo>
                <a:close/>
              </a:path>
              <a:path w="133350" h="711200">
                <a:moveTo>
                  <a:pt x="1765" y="616597"/>
                </a:moveTo>
                <a:lnTo>
                  <a:pt x="1765" y="655307"/>
                </a:lnTo>
                <a:lnTo>
                  <a:pt x="131076" y="655307"/>
                </a:lnTo>
                <a:lnTo>
                  <a:pt x="131076" y="624865"/>
                </a:lnTo>
                <a:lnTo>
                  <a:pt x="51206" y="624865"/>
                </a:lnTo>
                <a:lnTo>
                  <a:pt x="51206" y="596324"/>
                </a:lnTo>
                <a:lnTo>
                  <a:pt x="1765" y="616597"/>
                </a:lnTo>
                <a:close/>
              </a:path>
              <a:path w="133350" h="711200">
                <a:moveTo>
                  <a:pt x="51650" y="510717"/>
                </a:moveTo>
                <a:lnTo>
                  <a:pt x="51650" y="541147"/>
                </a:lnTo>
                <a:lnTo>
                  <a:pt x="131076" y="541147"/>
                </a:lnTo>
                <a:lnTo>
                  <a:pt x="131076" y="510717"/>
                </a:lnTo>
                <a:lnTo>
                  <a:pt x="51650" y="510717"/>
                </a:lnTo>
                <a:close/>
              </a:path>
              <a:path w="133350" h="711200">
                <a:moveTo>
                  <a:pt x="51206" y="596324"/>
                </a:moveTo>
                <a:lnTo>
                  <a:pt x="51206" y="623798"/>
                </a:lnTo>
                <a:lnTo>
                  <a:pt x="130251" y="592734"/>
                </a:lnTo>
                <a:lnTo>
                  <a:pt x="130251" y="573290"/>
                </a:lnTo>
                <a:lnTo>
                  <a:pt x="81826" y="554152"/>
                </a:lnTo>
                <a:lnTo>
                  <a:pt x="81826" y="583768"/>
                </a:lnTo>
                <a:lnTo>
                  <a:pt x="51206" y="596324"/>
                </a:lnTo>
                <a:close/>
              </a:path>
              <a:path w="133350" h="711200">
                <a:moveTo>
                  <a:pt x="1765" y="510717"/>
                </a:moveTo>
                <a:lnTo>
                  <a:pt x="1765" y="549414"/>
                </a:lnTo>
                <a:lnTo>
                  <a:pt x="81826" y="582256"/>
                </a:lnTo>
                <a:lnTo>
                  <a:pt x="81826" y="554152"/>
                </a:lnTo>
                <a:lnTo>
                  <a:pt x="51650" y="542226"/>
                </a:lnTo>
                <a:lnTo>
                  <a:pt x="51650" y="510717"/>
                </a:lnTo>
                <a:lnTo>
                  <a:pt x="1765" y="510717"/>
                </a:lnTo>
                <a:close/>
              </a:path>
              <a:path w="133350" h="711200">
                <a:moveTo>
                  <a:pt x="1765" y="432943"/>
                </a:moveTo>
                <a:lnTo>
                  <a:pt x="1765" y="486359"/>
                </a:lnTo>
                <a:lnTo>
                  <a:pt x="131076" y="486359"/>
                </a:lnTo>
                <a:lnTo>
                  <a:pt x="131076" y="455104"/>
                </a:lnTo>
                <a:lnTo>
                  <a:pt x="90919" y="455104"/>
                </a:lnTo>
                <a:lnTo>
                  <a:pt x="90919" y="466852"/>
                </a:lnTo>
                <a:lnTo>
                  <a:pt x="66294" y="466852"/>
                </a:lnTo>
                <a:lnTo>
                  <a:pt x="66294" y="455104"/>
                </a:lnTo>
                <a:lnTo>
                  <a:pt x="26962" y="455104"/>
                </a:lnTo>
                <a:lnTo>
                  <a:pt x="26962" y="389359"/>
                </a:lnTo>
                <a:lnTo>
                  <a:pt x="23177" y="391528"/>
                </a:lnTo>
                <a:lnTo>
                  <a:pt x="16433" y="395351"/>
                </a:lnTo>
                <a:lnTo>
                  <a:pt x="11201" y="400799"/>
                </a:lnTo>
                <a:lnTo>
                  <a:pt x="7454" y="407873"/>
                </a:lnTo>
                <a:lnTo>
                  <a:pt x="4963" y="413397"/>
                </a:lnTo>
                <a:lnTo>
                  <a:pt x="3186" y="419417"/>
                </a:lnTo>
                <a:lnTo>
                  <a:pt x="2120" y="425932"/>
                </a:lnTo>
                <a:lnTo>
                  <a:pt x="1765" y="432943"/>
                </a:lnTo>
                <a:close/>
              </a:path>
              <a:path w="133350" h="711200">
                <a:moveTo>
                  <a:pt x="1765" y="301523"/>
                </a:moveTo>
                <a:lnTo>
                  <a:pt x="1765" y="343128"/>
                </a:lnTo>
                <a:lnTo>
                  <a:pt x="131076" y="386753"/>
                </a:lnTo>
                <a:lnTo>
                  <a:pt x="131076" y="353161"/>
                </a:lnTo>
                <a:lnTo>
                  <a:pt x="103924" y="344655"/>
                </a:lnTo>
                <a:lnTo>
                  <a:pt x="103924" y="357644"/>
                </a:lnTo>
                <a:lnTo>
                  <a:pt x="80187" y="357644"/>
                </a:lnTo>
                <a:lnTo>
                  <a:pt x="80187" y="337218"/>
                </a:lnTo>
                <a:lnTo>
                  <a:pt x="34353" y="322859"/>
                </a:lnTo>
                <a:lnTo>
                  <a:pt x="34353" y="290526"/>
                </a:lnTo>
                <a:lnTo>
                  <a:pt x="2120" y="301403"/>
                </a:lnTo>
                <a:lnTo>
                  <a:pt x="1765" y="301523"/>
                </a:lnTo>
                <a:close/>
              </a:path>
              <a:path w="133350" h="711200">
                <a:moveTo>
                  <a:pt x="34353" y="290526"/>
                </a:moveTo>
                <a:lnTo>
                  <a:pt x="34353" y="321856"/>
                </a:lnTo>
                <a:lnTo>
                  <a:pt x="131076" y="291477"/>
                </a:lnTo>
                <a:lnTo>
                  <a:pt x="131076" y="257886"/>
                </a:lnTo>
                <a:lnTo>
                  <a:pt x="103924" y="267049"/>
                </a:lnTo>
                <a:lnTo>
                  <a:pt x="103924" y="287439"/>
                </a:lnTo>
                <a:lnTo>
                  <a:pt x="80187" y="287439"/>
                </a:lnTo>
                <a:lnTo>
                  <a:pt x="80187" y="275059"/>
                </a:lnTo>
                <a:lnTo>
                  <a:pt x="34353" y="290526"/>
                </a:lnTo>
                <a:close/>
              </a:path>
              <a:path w="133350" h="711200">
                <a:moveTo>
                  <a:pt x="80187" y="337218"/>
                </a:moveTo>
                <a:lnTo>
                  <a:pt x="80187" y="357644"/>
                </a:lnTo>
                <a:lnTo>
                  <a:pt x="103924" y="357644"/>
                </a:lnTo>
                <a:lnTo>
                  <a:pt x="103924" y="344655"/>
                </a:lnTo>
                <a:lnTo>
                  <a:pt x="80187" y="337218"/>
                </a:lnTo>
                <a:close/>
              </a:path>
              <a:path w="133350" h="711200">
                <a:moveTo>
                  <a:pt x="80187" y="307460"/>
                </a:moveTo>
                <a:lnTo>
                  <a:pt x="80187" y="337218"/>
                </a:lnTo>
                <a:lnTo>
                  <a:pt x="103924" y="344655"/>
                </a:lnTo>
                <a:lnTo>
                  <a:pt x="103924" y="300005"/>
                </a:lnTo>
                <a:lnTo>
                  <a:pt x="80187" y="307460"/>
                </a:lnTo>
                <a:close/>
              </a:path>
              <a:path w="133350" h="711200">
                <a:moveTo>
                  <a:pt x="80187" y="275059"/>
                </a:moveTo>
                <a:lnTo>
                  <a:pt x="80187" y="287439"/>
                </a:lnTo>
                <a:lnTo>
                  <a:pt x="103924" y="287439"/>
                </a:lnTo>
                <a:lnTo>
                  <a:pt x="103924" y="267049"/>
                </a:lnTo>
                <a:lnTo>
                  <a:pt x="80187" y="275059"/>
                </a:lnTo>
                <a:close/>
              </a:path>
              <a:path w="133350" h="711200">
                <a:moveTo>
                  <a:pt x="66294" y="455104"/>
                </a:moveTo>
                <a:lnTo>
                  <a:pt x="66294" y="466852"/>
                </a:lnTo>
                <a:lnTo>
                  <a:pt x="90919" y="466852"/>
                </a:lnTo>
                <a:lnTo>
                  <a:pt x="90919" y="455104"/>
                </a:lnTo>
                <a:lnTo>
                  <a:pt x="66294" y="455104"/>
                </a:lnTo>
                <a:close/>
              </a:path>
              <a:path w="133350" h="711200">
                <a:moveTo>
                  <a:pt x="26962" y="389359"/>
                </a:moveTo>
                <a:lnTo>
                  <a:pt x="26962" y="435025"/>
                </a:lnTo>
                <a:lnTo>
                  <a:pt x="27762" y="431088"/>
                </a:lnTo>
                <a:lnTo>
                  <a:pt x="30962" y="424688"/>
                </a:lnTo>
                <a:lnTo>
                  <a:pt x="33235" y="422275"/>
                </a:lnTo>
                <a:lnTo>
                  <a:pt x="36182" y="420636"/>
                </a:lnTo>
                <a:lnTo>
                  <a:pt x="39077" y="418985"/>
                </a:lnTo>
                <a:lnTo>
                  <a:pt x="42532" y="418172"/>
                </a:lnTo>
                <a:lnTo>
                  <a:pt x="50495" y="418172"/>
                </a:lnTo>
                <a:lnTo>
                  <a:pt x="53962" y="418985"/>
                </a:lnTo>
                <a:lnTo>
                  <a:pt x="59893" y="422275"/>
                </a:lnTo>
                <a:lnTo>
                  <a:pt x="62191" y="424688"/>
                </a:lnTo>
                <a:lnTo>
                  <a:pt x="63830" y="427888"/>
                </a:lnTo>
                <a:lnTo>
                  <a:pt x="65481" y="431050"/>
                </a:lnTo>
                <a:lnTo>
                  <a:pt x="66294" y="434987"/>
                </a:lnTo>
                <a:lnTo>
                  <a:pt x="66294" y="455104"/>
                </a:lnTo>
                <a:lnTo>
                  <a:pt x="90919" y="455104"/>
                </a:lnTo>
                <a:lnTo>
                  <a:pt x="90919" y="433895"/>
                </a:lnTo>
                <a:lnTo>
                  <a:pt x="90576" y="426727"/>
                </a:lnTo>
                <a:lnTo>
                  <a:pt x="63271" y="387731"/>
                </a:lnTo>
                <a:lnTo>
                  <a:pt x="55460" y="385775"/>
                </a:lnTo>
                <a:lnTo>
                  <a:pt x="37655" y="385775"/>
                </a:lnTo>
                <a:lnTo>
                  <a:pt x="29870" y="387692"/>
                </a:lnTo>
                <a:lnTo>
                  <a:pt x="26962" y="389359"/>
                </a:lnTo>
                <a:close/>
              </a:path>
              <a:path w="133350" h="711200">
                <a:moveTo>
                  <a:pt x="0" y="177431"/>
                </a:moveTo>
                <a:lnTo>
                  <a:pt x="0" y="185267"/>
                </a:lnTo>
                <a:lnTo>
                  <a:pt x="481" y="193678"/>
                </a:lnTo>
                <a:lnTo>
                  <a:pt x="17187" y="228846"/>
                </a:lnTo>
                <a:lnTo>
                  <a:pt x="56158" y="246061"/>
                </a:lnTo>
                <a:lnTo>
                  <a:pt x="66421" y="246570"/>
                </a:lnTo>
                <a:lnTo>
                  <a:pt x="75006" y="246150"/>
                </a:lnTo>
                <a:lnTo>
                  <a:pt x="76657" y="246070"/>
                </a:lnTo>
                <a:lnTo>
                  <a:pt x="85610" y="244644"/>
                </a:lnTo>
                <a:lnTo>
                  <a:pt x="86090" y="244568"/>
                </a:lnTo>
                <a:lnTo>
                  <a:pt x="94717" y="242064"/>
                </a:lnTo>
                <a:lnTo>
                  <a:pt x="125145" y="216712"/>
                </a:lnTo>
                <a:lnTo>
                  <a:pt x="132842" y="185267"/>
                </a:lnTo>
                <a:lnTo>
                  <a:pt x="132842" y="176377"/>
                </a:lnTo>
                <a:lnTo>
                  <a:pt x="113360" y="139293"/>
                </a:lnTo>
                <a:lnTo>
                  <a:pt x="105448" y="134129"/>
                </a:lnTo>
                <a:lnTo>
                  <a:pt x="105448" y="190779"/>
                </a:lnTo>
                <a:lnTo>
                  <a:pt x="103987" y="196100"/>
                </a:lnTo>
                <a:lnTo>
                  <a:pt x="75006" y="214680"/>
                </a:lnTo>
                <a:lnTo>
                  <a:pt x="58166" y="214680"/>
                </a:lnTo>
                <a:lnTo>
                  <a:pt x="27406" y="190715"/>
                </a:lnTo>
                <a:lnTo>
                  <a:pt x="27406" y="133973"/>
                </a:lnTo>
                <a:lnTo>
                  <a:pt x="21945" y="136842"/>
                </a:lnTo>
                <a:lnTo>
                  <a:pt x="16878" y="140944"/>
                </a:lnTo>
                <a:lnTo>
                  <a:pt x="8585" y="151041"/>
                </a:lnTo>
                <a:lnTo>
                  <a:pt x="5435" y="156895"/>
                </a:lnTo>
                <a:lnTo>
                  <a:pt x="1092" y="170192"/>
                </a:lnTo>
                <a:lnTo>
                  <a:pt x="0" y="177431"/>
                </a:lnTo>
                <a:close/>
              </a:path>
              <a:path w="133350" h="711200">
                <a:moveTo>
                  <a:pt x="85610" y="159372"/>
                </a:moveTo>
                <a:lnTo>
                  <a:pt x="105448" y="181178"/>
                </a:lnTo>
                <a:lnTo>
                  <a:pt x="105448" y="134129"/>
                </a:lnTo>
                <a:lnTo>
                  <a:pt x="97167" y="130022"/>
                </a:lnTo>
                <a:lnTo>
                  <a:pt x="91528" y="128358"/>
                </a:lnTo>
                <a:lnTo>
                  <a:pt x="86090" y="127840"/>
                </a:lnTo>
                <a:lnTo>
                  <a:pt x="85801" y="127812"/>
                </a:lnTo>
                <a:lnTo>
                  <a:pt x="85610" y="159372"/>
                </a:lnTo>
                <a:close/>
              </a:path>
              <a:path w="133350" h="711200">
                <a:moveTo>
                  <a:pt x="27406" y="133973"/>
                </a:moveTo>
                <a:lnTo>
                  <a:pt x="27406" y="180911"/>
                </a:lnTo>
                <a:lnTo>
                  <a:pt x="27901" y="177685"/>
                </a:lnTo>
                <a:lnTo>
                  <a:pt x="28943" y="174699"/>
                </a:lnTo>
                <a:lnTo>
                  <a:pt x="48615" y="159372"/>
                </a:lnTo>
                <a:lnTo>
                  <a:pt x="48615" y="127812"/>
                </a:lnTo>
                <a:lnTo>
                  <a:pt x="40868" y="128562"/>
                </a:lnTo>
                <a:lnTo>
                  <a:pt x="33985" y="130517"/>
                </a:lnTo>
                <a:lnTo>
                  <a:pt x="27406" y="133973"/>
                </a:lnTo>
                <a:close/>
              </a:path>
              <a:path w="133350" h="711200">
                <a:moveTo>
                  <a:pt x="27152" y="39204"/>
                </a:moveTo>
                <a:lnTo>
                  <a:pt x="27152" y="70015"/>
                </a:lnTo>
                <a:lnTo>
                  <a:pt x="131076" y="70015"/>
                </a:lnTo>
                <a:lnTo>
                  <a:pt x="131076" y="39204"/>
                </a:lnTo>
                <a:lnTo>
                  <a:pt x="27152" y="39204"/>
                </a:lnTo>
                <a:close/>
              </a:path>
              <a:path w="133350" h="711200">
                <a:moveTo>
                  <a:pt x="1765" y="0"/>
                </a:moveTo>
                <a:lnTo>
                  <a:pt x="1765" y="109296"/>
                </a:lnTo>
                <a:lnTo>
                  <a:pt x="27152" y="109296"/>
                </a:lnTo>
                <a:lnTo>
                  <a:pt x="27152" y="0"/>
                </a:lnTo>
                <a:lnTo>
                  <a:pt x="17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1" name="object 91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0858500" y="4699000"/>
            <a:ext cx="1181100" cy="1130300"/>
          </a:xfrm>
          <a:prstGeom prst="rect">
            <a:avLst/>
          </a:prstGeom>
        </p:spPr>
      </p:pic>
      <p:pic>
        <p:nvPicPr>
          <p:cNvPr id="92" name="object 92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2319000" y="5511800"/>
            <a:ext cx="1257300" cy="292100"/>
          </a:xfrm>
          <a:prstGeom prst="rect">
            <a:avLst/>
          </a:prstGeom>
        </p:spPr>
      </p:pic>
      <p:sp>
        <p:nvSpPr>
          <p:cNvPr id="93" name="object 93"/>
          <p:cNvSpPr/>
          <p:nvPr/>
        </p:nvSpPr>
        <p:spPr>
          <a:xfrm>
            <a:off x="12510461" y="4796523"/>
            <a:ext cx="827405" cy="133350"/>
          </a:xfrm>
          <a:custGeom>
            <a:avLst/>
            <a:gdLst/>
            <a:ahLst/>
            <a:cxnLst/>
            <a:rect l="l" t="t" r="r" b="b"/>
            <a:pathLst>
              <a:path w="827405" h="133350">
                <a:moveTo>
                  <a:pt x="53416" y="1765"/>
                </a:moveTo>
                <a:lnTo>
                  <a:pt x="0" y="1765"/>
                </a:lnTo>
                <a:lnTo>
                  <a:pt x="0" y="131076"/>
                </a:lnTo>
                <a:lnTo>
                  <a:pt x="31254" y="131076"/>
                </a:lnTo>
                <a:lnTo>
                  <a:pt x="31254" y="86817"/>
                </a:lnTo>
                <a:lnTo>
                  <a:pt x="18681" y="86817"/>
                </a:lnTo>
                <a:lnTo>
                  <a:pt x="18681" y="62191"/>
                </a:lnTo>
                <a:lnTo>
                  <a:pt x="31254" y="62191"/>
                </a:lnTo>
                <a:lnTo>
                  <a:pt x="31254" y="26962"/>
                </a:lnTo>
                <a:lnTo>
                  <a:pt x="97844" y="26962"/>
                </a:lnTo>
                <a:lnTo>
                  <a:pt x="66940" y="3078"/>
                </a:lnTo>
                <a:lnTo>
                  <a:pt x="60426" y="2093"/>
                </a:lnTo>
                <a:lnTo>
                  <a:pt x="53416" y="1765"/>
                </a:lnTo>
                <a:close/>
              </a:path>
              <a:path w="827405" h="133350">
                <a:moveTo>
                  <a:pt x="72796" y="71983"/>
                </a:moveTo>
                <a:lnTo>
                  <a:pt x="39331" y="71983"/>
                </a:lnTo>
                <a:lnTo>
                  <a:pt x="70904" y="131076"/>
                </a:lnTo>
                <a:lnTo>
                  <a:pt x="104990" y="131076"/>
                </a:lnTo>
                <a:lnTo>
                  <a:pt x="80877" y="86817"/>
                </a:lnTo>
                <a:lnTo>
                  <a:pt x="52463" y="86817"/>
                </a:lnTo>
                <a:lnTo>
                  <a:pt x="59605" y="86512"/>
                </a:lnTo>
                <a:lnTo>
                  <a:pt x="66246" y="85599"/>
                </a:lnTo>
                <a:lnTo>
                  <a:pt x="72387" y="84079"/>
                </a:lnTo>
                <a:lnTo>
                  <a:pt x="78028" y="81953"/>
                </a:lnTo>
                <a:lnTo>
                  <a:pt x="78227" y="81953"/>
                </a:lnTo>
                <a:lnTo>
                  <a:pt x="72796" y="71983"/>
                </a:lnTo>
                <a:close/>
              </a:path>
              <a:path w="827405" h="133350">
                <a:moveTo>
                  <a:pt x="31254" y="62191"/>
                </a:moveTo>
                <a:lnTo>
                  <a:pt x="18681" y="62191"/>
                </a:lnTo>
                <a:lnTo>
                  <a:pt x="18681" y="86817"/>
                </a:lnTo>
                <a:lnTo>
                  <a:pt x="31254" y="86817"/>
                </a:lnTo>
                <a:lnTo>
                  <a:pt x="31254" y="62191"/>
                </a:lnTo>
                <a:close/>
              </a:path>
              <a:path w="827405" h="133350">
                <a:moveTo>
                  <a:pt x="97844" y="26962"/>
                </a:moveTo>
                <a:lnTo>
                  <a:pt x="51320" y="26962"/>
                </a:lnTo>
                <a:lnTo>
                  <a:pt x="55257" y="27635"/>
                </a:lnTo>
                <a:lnTo>
                  <a:pt x="58458" y="28981"/>
                </a:lnTo>
                <a:lnTo>
                  <a:pt x="61658" y="30289"/>
                </a:lnTo>
                <a:lnTo>
                  <a:pt x="64084" y="32257"/>
                </a:lnTo>
                <a:lnTo>
                  <a:pt x="67360" y="37528"/>
                </a:lnTo>
                <a:lnTo>
                  <a:pt x="68186" y="40830"/>
                </a:lnTo>
                <a:lnTo>
                  <a:pt x="68186" y="48831"/>
                </a:lnTo>
                <a:lnTo>
                  <a:pt x="51371" y="62191"/>
                </a:lnTo>
                <a:lnTo>
                  <a:pt x="31254" y="62191"/>
                </a:lnTo>
                <a:lnTo>
                  <a:pt x="31254" y="86817"/>
                </a:lnTo>
                <a:lnTo>
                  <a:pt x="47257" y="86817"/>
                </a:lnTo>
                <a:lnTo>
                  <a:pt x="39331" y="71983"/>
                </a:lnTo>
                <a:lnTo>
                  <a:pt x="92005" y="71983"/>
                </a:lnTo>
                <a:lnTo>
                  <a:pt x="98512" y="61582"/>
                </a:lnTo>
                <a:lnTo>
                  <a:pt x="98615" y="61417"/>
                </a:lnTo>
                <a:lnTo>
                  <a:pt x="100571" y="53797"/>
                </a:lnTo>
                <a:lnTo>
                  <a:pt x="100571" y="35991"/>
                </a:lnTo>
                <a:lnTo>
                  <a:pt x="98666" y="28346"/>
                </a:lnTo>
                <a:lnTo>
                  <a:pt x="97844" y="26962"/>
                </a:lnTo>
                <a:close/>
              </a:path>
              <a:path w="827405" h="133350">
                <a:moveTo>
                  <a:pt x="78227" y="81953"/>
                </a:moveTo>
                <a:lnTo>
                  <a:pt x="78028" y="81953"/>
                </a:lnTo>
                <a:lnTo>
                  <a:pt x="72387" y="84079"/>
                </a:lnTo>
                <a:lnTo>
                  <a:pt x="66246" y="85599"/>
                </a:lnTo>
                <a:lnTo>
                  <a:pt x="59605" y="86512"/>
                </a:lnTo>
                <a:lnTo>
                  <a:pt x="52463" y="86817"/>
                </a:lnTo>
                <a:lnTo>
                  <a:pt x="80877" y="86817"/>
                </a:lnTo>
                <a:lnTo>
                  <a:pt x="78227" y="81953"/>
                </a:lnTo>
                <a:close/>
              </a:path>
              <a:path w="827405" h="133350">
                <a:moveTo>
                  <a:pt x="92005" y="71983"/>
                </a:moveTo>
                <a:lnTo>
                  <a:pt x="72796" y="71983"/>
                </a:lnTo>
                <a:lnTo>
                  <a:pt x="78227" y="81953"/>
                </a:lnTo>
                <a:lnTo>
                  <a:pt x="78028" y="81953"/>
                </a:lnTo>
                <a:lnTo>
                  <a:pt x="85229" y="78676"/>
                </a:lnTo>
                <a:lnTo>
                  <a:pt x="90792" y="73913"/>
                </a:lnTo>
                <a:lnTo>
                  <a:pt x="92005" y="71983"/>
                </a:lnTo>
                <a:close/>
              </a:path>
              <a:path w="827405" h="133350">
                <a:moveTo>
                  <a:pt x="188429" y="27152"/>
                </a:moveTo>
                <a:lnTo>
                  <a:pt x="157619" y="27152"/>
                </a:lnTo>
                <a:lnTo>
                  <a:pt x="157619" y="131076"/>
                </a:lnTo>
                <a:lnTo>
                  <a:pt x="188429" y="131076"/>
                </a:lnTo>
                <a:lnTo>
                  <a:pt x="188429" y="27152"/>
                </a:lnTo>
                <a:close/>
              </a:path>
              <a:path w="827405" h="133350">
                <a:moveTo>
                  <a:pt x="227647" y="1765"/>
                </a:moveTo>
                <a:lnTo>
                  <a:pt x="118351" y="1765"/>
                </a:lnTo>
                <a:lnTo>
                  <a:pt x="118351" y="27152"/>
                </a:lnTo>
                <a:lnTo>
                  <a:pt x="227647" y="27152"/>
                </a:lnTo>
                <a:lnTo>
                  <a:pt x="227647" y="1765"/>
                </a:lnTo>
                <a:close/>
              </a:path>
              <a:path w="827405" h="133350">
                <a:moveTo>
                  <a:pt x="302158" y="0"/>
                </a:moveTo>
                <a:lnTo>
                  <a:pt x="264167" y="12002"/>
                </a:lnTo>
                <a:lnTo>
                  <a:pt x="242511" y="46705"/>
                </a:lnTo>
                <a:lnTo>
                  <a:pt x="240474" y="66420"/>
                </a:lnTo>
                <a:lnTo>
                  <a:pt x="240893" y="74841"/>
                </a:lnTo>
                <a:lnTo>
                  <a:pt x="258373" y="115655"/>
                </a:lnTo>
                <a:lnTo>
                  <a:pt x="293747" y="132360"/>
                </a:lnTo>
                <a:lnTo>
                  <a:pt x="302158" y="132841"/>
                </a:lnTo>
                <a:lnTo>
                  <a:pt x="310630" y="132360"/>
                </a:lnTo>
                <a:lnTo>
                  <a:pt x="346041" y="115655"/>
                </a:lnTo>
                <a:lnTo>
                  <a:pt x="353878" y="105448"/>
                </a:lnTo>
                <a:lnTo>
                  <a:pt x="295973" y="105448"/>
                </a:lnTo>
                <a:lnTo>
                  <a:pt x="290652" y="103949"/>
                </a:lnTo>
                <a:lnTo>
                  <a:pt x="272364" y="74841"/>
                </a:lnTo>
                <a:lnTo>
                  <a:pt x="272364" y="58000"/>
                </a:lnTo>
                <a:lnTo>
                  <a:pt x="295973" y="27406"/>
                </a:lnTo>
                <a:lnTo>
                  <a:pt x="353887" y="27406"/>
                </a:lnTo>
                <a:lnTo>
                  <a:pt x="351234" y="23266"/>
                </a:lnTo>
                <a:lnTo>
                  <a:pt x="318674" y="1925"/>
                </a:lnTo>
                <a:lnTo>
                  <a:pt x="310630" y="481"/>
                </a:lnTo>
                <a:lnTo>
                  <a:pt x="302158" y="0"/>
                </a:lnTo>
                <a:close/>
              </a:path>
              <a:path w="827405" h="133350">
                <a:moveTo>
                  <a:pt x="353887" y="27406"/>
                </a:moveTo>
                <a:lnTo>
                  <a:pt x="308394" y="27406"/>
                </a:lnTo>
                <a:lnTo>
                  <a:pt x="313715" y="28892"/>
                </a:lnTo>
                <a:lnTo>
                  <a:pt x="318135" y="31889"/>
                </a:lnTo>
                <a:lnTo>
                  <a:pt x="322605" y="34874"/>
                </a:lnTo>
                <a:lnTo>
                  <a:pt x="326009" y="39268"/>
                </a:lnTo>
                <a:lnTo>
                  <a:pt x="328371" y="45084"/>
                </a:lnTo>
                <a:lnTo>
                  <a:pt x="330771" y="50888"/>
                </a:lnTo>
                <a:lnTo>
                  <a:pt x="331965" y="58000"/>
                </a:lnTo>
                <a:lnTo>
                  <a:pt x="331965" y="74841"/>
                </a:lnTo>
                <a:lnTo>
                  <a:pt x="330771" y="81953"/>
                </a:lnTo>
                <a:lnTo>
                  <a:pt x="328371" y="87756"/>
                </a:lnTo>
                <a:lnTo>
                  <a:pt x="326009" y="93573"/>
                </a:lnTo>
                <a:lnTo>
                  <a:pt x="322605" y="97967"/>
                </a:lnTo>
                <a:lnTo>
                  <a:pt x="313715" y="103949"/>
                </a:lnTo>
                <a:lnTo>
                  <a:pt x="308394" y="105448"/>
                </a:lnTo>
                <a:lnTo>
                  <a:pt x="353878" y="105448"/>
                </a:lnTo>
                <a:lnTo>
                  <a:pt x="363918" y="66420"/>
                </a:lnTo>
                <a:lnTo>
                  <a:pt x="363496" y="58000"/>
                </a:lnTo>
                <a:lnTo>
                  <a:pt x="363404" y="56158"/>
                </a:lnTo>
                <a:lnTo>
                  <a:pt x="361862" y="46705"/>
                </a:lnTo>
                <a:lnTo>
                  <a:pt x="359294" y="38065"/>
                </a:lnTo>
                <a:lnTo>
                  <a:pt x="355701" y="30238"/>
                </a:lnTo>
                <a:lnTo>
                  <a:pt x="353887" y="27406"/>
                </a:lnTo>
                <a:close/>
              </a:path>
              <a:path w="827405" h="133350">
                <a:moveTo>
                  <a:pt x="483501" y="1765"/>
                </a:moveTo>
                <a:lnTo>
                  <a:pt x="430085" y="1765"/>
                </a:lnTo>
                <a:lnTo>
                  <a:pt x="430085" y="131076"/>
                </a:lnTo>
                <a:lnTo>
                  <a:pt x="461340" y="131076"/>
                </a:lnTo>
                <a:lnTo>
                  <a:pt x="461340" y="86817"/>
                </a:lnTo>
                <a:lnTo>
                  <a:pt x="448767" y="86817"/>
                </a:lnTo>
                <a:lnTo>
                  <a:pt x="448767" y="62191"/>
                </a:lnTo>
                <a:lnTo>
                  <a:pt x="461340" y="62191"/>
                </a:lnTo>
                <a:lnTo>
                  <a:pt x="461340" y="26962"/>
                </a:lnTo>
                <a:lnTo>
                  <a:pt x="527927" y="26962"/>
                </a:lnTo>
                <a:lnTo>
                  <a:pt x="524916" y="21907"/>
                </a:lnTo>
                <a:lnTo>
                  <a:pt x="521093" y="15430"/>
                </a:lnTo>
                <a:lnTo>
                  <a:pt x="515632" y="10464"/>
                </a:lnTo>
                <a:lnTo>
                  <a:pt x="508571" y="7010"/>
                </a:lnTo>
                <a:lnTo>
                  <a:pt x="503047" y="4717"/>
                </a:lnTo>
                <a:lnTo>
                  <a:pt x="497027" y="3078"/>
                </a:lnTo>
                <a:lnTo>
                  <a:pt x="490512" y="2093"/>
                </a:lnTo>
                <a:lnTo>
                  <a:pt x="483501" y="1765"/>
                </a:lnTo>
                <a:close/>
              </a:path>
              <a:path w="827405" h="133350">
                <a:moveTo>
                  <a:pt x="502881" y="71983"/>
                </a:moveTo>
                <a:lnTo>
                  <a:pt x="469417" y="71983"/>
                </a:lnTo>
                <a:lnTo>
                  <a:pt x="500989" y="131076"/>
                </a:lnTo>
                <a:lnTo>
                  <a:pt x="535089" y="131076"/>
                </a:lnTo>
                <a:lnTo>
                  <a:pt x="510966" y="86817"/>
                </a:lnTo>
                <a:lnTo>
                  <a:pt x="482549" y="86817"/>
                </a:lnTo>
                <a:lnTo>
                  <a:pt x="489690" y="86512"/>
                </a:lnTo>
                <a:lnTo>
                  <a:pt x="496333" y="85599"/>
                </a:lnTo>
                <a:lnTo>
                  <a:pt x="502478" y="84079"/>
                </a:lnTo>
                <a:lnTo>
                  <a:pt x="508127" y="81953"/>
                </a:lnTo>
                <a:lnTo>
                  <a:pt x="508315" y="81953"/>
                </a:lnTo>
                <a:lnTo>
                  <a:pt x="502881" y="71983"/>
                </a:lnTo>
                <a:close/>
              </a:path>
              <a:path w="827405" h="133350">
                <a:moveTo>
                  <a:pt x="461340" y="62191"/>
                </a:moveTo>
                <a:lnTo>
                  <a:pt x="448767" y="62191"/>
                </a:lnTo>
                <a:lnTo>
                  <a:pt x="448767" y="86817"/>
                </a:lnTo>
                <a:lnTo>
                  <a:pt x="461340" y="86817"/>
                </a:lnTo>
                <a:lnTo>
                  <a:pt x="461340" y="62191"/>
                </a:lnTo>
                <a:close/>
              </a:path>
              <a:path w="827405" h="133350">
                <a:moveTo>
                  <a:pt x="527927" y="26962"/>
                </a:moveTo>
                <a:lnTo>
                  <a:pt x="481418" y="26962"/>
                </a:lnTo>
                <a:lnTo>
                  <a:pt x="485355" y="27635"/>
                </a:lnTo>
                <a:lnTo>
                  <a:pt x="488556" y="28981"/>
                </a:lnTo>
                <a:lnTo>
                  <a:pt x="491744" y="30289"/>
                </a:lnTo>
                <a:lnTo>
                  <a:pt x="494169" y="32257"/>
                </a:lnTo>
                <a:lnTo>
                  <a:pt x="495808" y="34912"/>
                </a:lnTo>
                <a:lnTo>
                  <a:pt x="497459" y="37528"/>
                </a:lnTo>
                <a:lnTo>
                  <a:pt x="498271" y="40830"/>
                </a:lnTo>
                <a:lnTo>
                  <a:pt x="498271" y="48831"/>
                </a:lnTo>
                <a:lnTo>
                  <a:pt x="481457" y="62191"/>
                </a:lnTo>
                <a:lnTo>
                  <a:pt x="461340" y="62191"/>
                </a:lnTo>
                <a:lnTo>
                  <a:pt x="461340" y="86817"/>
                </a:lnTo>
                <a:lnTo>
                  <a:pt x="477342" y="86817"/>
                </a:lnTo>
                <a:lnTo>
                  <a:pt x="469417" y="71983"/>
                </a:lnTo>
                <a:lnTo>
                  <a:pt x="522091" y="71983"/>
                </a:lnTo>
                <a:lnTo>
                  <a:pt x="528598" y="61582"/>
                </a:lnTo>
                <a:lnTo>
                  <a:pt x="528701" y="61417"/>
                </a:lnTo>
                <a:lnTo>
                  <a:pt x="530669" y="53797"/>
                </a:lnTo>
                <a:lnTo>
                  <a:pt x="530669" y="35991"/>
                </a:lnTo>
                <a:lnTo>
                  <a:pt x="528751" y="28346"/>
                </a:lnTo>
                <a:lnTo>
                  <a:pt x="527927" y="26962"/>
                </a:lnTo>
                <a:close/>
              </a:path>
              <a:path w="827405" h="133350">
                <a:moveTo>
                  <a:pt x="508315" y="81953"/>
                </a:moveTo>
                <a:lnTo>
                  <a:pt x="508127" y="81953"/>
                </a:lnTo>
                <a:lnTo>
                  <a:pt x="502478" y="84079"/>
                </a:lnTo>
                <a:lnTo>
                  <a:pt x="496333" y="85599"/>
                </a:lnTo>
                <a:lnTo>
                  <a:pt x="489690" y="86512"/>
                </a:lnTo>
                <a:lnTo>
                  <a:pt x="482549" y="86817"/>
                </a:lnTo>
                <a:lnTo>
                  <a:pt x="510966" y="86817"/>
                </a:lnTo>
                <a:lnTo>
                  <a:pt x="508315" y="81953"/>
                </a:lnTo>
                <a:close/>
              </a:path>
              <a:path w="827405" h="133350">
                <a:moveTo>
                  <a:pt x="522091" y="71983"/>
                </a:moveTo>
                <a:lnTo>
                  <a:pt x="502881" y="71983"/>
                </a:lnTo>
                <a:lnTo>
                  <a:pt x="508315" y="81953"/>
                </a:lnTo>
                <a:lnTo>
                  <a:pt x="508127" y="81953"/>
                </a:lnTo>
                <a:lnTo>
                  <a:pt x="515315" y="78676"/>
                </a:lnTo>
                <a:lnTo>
                  <a:pt x="520877" y="73913"/>
                </a:lnTo>
                <a:lnTo>
                  <a:pt x="522091" y="71983"/>
                </a:lnTo>
                <a:close/>
              </a:path>
              <a:path w="827405" h="133350">
                <a:moveTo>
                  <a:pt x="636469" y="54673"/>
                </a:moveTo>
                <a:lnTo>
                  <a:pt x="598576" y="54673"/>
                </a:lnTo>
                <a:lnTo>
                  <a:pt x="601573" y="55562"/>
                </a:lnTo>
                <a:lnTo>
                  <a:pt x="606044" y="59093"/>
                </a:lnTo>
                <a:lnTo>
                  <a:pt x="607161" y="61607"/>
                </a:lnTo>
                <a:lnTo>
                  <a:pt x="607161" y="67132"/>
                </a:lnTo>
                <a:lnTo>
                  <a:pt x="579247" y="74231"/>
                </a:lnTo>
                <a:lnTo>
                  <a:pt x="574624" y="75056"/>
                </a:lnTo>
                <a:lnTo>
                  <a:pt x="570280" y="76276"/>
                </a:lnTo>
                <a:lnTo>
                  <a:pt x="565950" y="77444"/>
                </a:lnTo>
                <a:lnTo>
                  <a:pt x="562114" y="79197"/>
                </a:lnTo>
                <a:lnTo>
                  <a:pt x="555472" y="83832"/>
                </a:lnTo>
                <a:lnTo>
                  <a:pt x="552856" y="86842"/>
                </a:lnTo>
                <a:lnTo>
                  <a:pt x="549071" y="94246"/>
                </a:lnTo>
                <a:lnTo>
                  <a:pt x="548119" y="98793"/>
                </a:lnTo>
                <a:lnTo>
                  <a:pt x="548119" y="110578"/>
                </a:lnTo>
                <a:lnTo>
                  <a:pt x="573824" y="132714"/>
                </a:lnTo>
                <a:lnTo>
                  <a:pt x="584517" y="132714"/>
                </a:lnTo>
                <a:lnTo>
                  <a:pt x="608164" y="117563"/>
                </a:lnTo>
                <a:lnTo>
                  <a:pt x="637971" y="117563"/>
                </a:lnTo>
                <a:lnTo>
                  <a:pt x="637971" y="112509"/>
                </a:lnTo>
                <a:lnTo>
                  <a:pt x="586003" y="112509"/>
                </a:lnTo>
                <a:lnTo>
                  <a:pt x="583082" y="111671"/>
                </a:lnTo>
                <a:lnTo>
                  <a:pt x="578497" y="108305"/>
                </a:lnTo>
                <a:lnTo>
                  <a:pt x="577354" y="105867"/>
                </a:lnTo>
                <a:lnTo>
                  <a:pt x="577354" y="100558"/>
                </a:lnTo>
                <a:lnTo>
                  <a:pt x="597103" y="90347"/>
                </a:lnTo>
                <a:lnTo>
                  <a:pt x="598614" y="90055"/>
                </a:lnTo>
                <a:lnTo>
                  <a:pt x="607352" y="87388"/>
                </a:lnTo>
                <a:lnTo>
                  <a:pt x="637971" y="87388"/>
                </a:lnTo>
                <a:lnTo>
                  <a:pt x="637971" y="60020"/>
                </a:lnTo>
                <a:lnTo>
                  <a:pt x="636916" y="55562"/>
                </a:lnTo>
                <a:lnTo>
                  <a:pt x="636469" y="54673"/>
                </a:lnTo>
                <a:close/>
              </a:path>
              <a:path w="827405" h="133350">
                <a:moveTo>
                  <a:pt x="637971" y="117563"/>
                </a:moveTo>
                <a:lnTo>
                  <a:pt x="608926" y="117563"/>
                </a:lnTo>
                <a:lnTo>
                  <a:pt x="608926" y="131076"/>
                </a:lnTo>
                <a:lnTo>
                  <a:pt x="637971" y="131076"/>
                </a:lnTo>
                <a:lnTo>
                  <a:pt x="637971" y="117563"/>
                </a:lnTo>
                <a:close/>
              </a:path>
              <a:path w="827405" h="133350">
                <a:moveTo>
                  <a:pt x="637971" y="87388"/>
                </a:moveTo>
                <a:lnTo>
                  <a:pt x="607352" y="87388"/>
                </a:lnTo>
                <a:lnTo>
                  <a:pt x="607352" y="99758"/>
                </a:lnTo>
                <a:lnTo>
                  <a:pt x="606552" y="102539"/>
                </a:lnTo>
                <a:lnTo>
                  <a:pt x="592861" y="112509"/>
                </a:lnTo>
                <a:lnTo>
                  <a:pt x="637971" y="112509"/>
                </a:lnTo>
                <a:lnTo>
                  <a:pt x="637971" y="87388"/>
                </a:lnTo>
                <a:close/>
              </a:path>
              <a:path w="827405" h="133350">
                <a:moveTo>
                  <a:pt x="601218" y="32829"/>
                </a:moveTo>
                <a:lnTo>
                  <a:pt x="586359" y="32829"/>
                </a:lnTo>
                <a:lnTo>
                  <a:pt x="578929" y="34175"/>
                </a:lnTo>
                <a:lnTo>
                  <a:pt x="551726" y="63639"/>
                </a:lnTo>
                <a:lnTo>
                  <a:pt x="580199" y="64655"/>
                </a:lnTo>
                <a:lnTo>
                  <a:pt x="580858" y="61607"/>
                </a:lnTo>
                <a:lnTo>
                  <a:pt x="582447" y="59093"/>
                </a:lnTo>
                <a:lnTo>
                  <a:pt x="587413" y="55562"/>
                </a:lnTo>
                <a:lnTo>
                  <a:pt x="590702" y="54673"/>
                </a:lnTo>
                <a:lnTo>
                  <a:pt x="636469" y="54673"/>
                </a:lnTo>
                <a:lnTo>
                  <a:pt x="634746" y="51460"/>
                </a:lnTo>
                <a:lnTo>
                  <a:pt x="606920" y="33566"/>
                </a:lnTo>
                <a:lnTo>
                  <a:pt x="601218" y="32829"/>
                </a:lnTo>
                <a:close/>
              </a:path>
              <a:path w="827405" h="133350">
                <a:moveTo>
                  <a:pt x="698957" y="10858"/>
                </a:moveTo>
                <a:lnTo>
                  <a:pt x="668083" y="10858"/>
                </a:lnTo>
                <a:lnTo>
                  <a:pt x="668007" y="110553"/>
                </a:lnTo>
                <a:lnTo>
                  <a:pt x="695198" y="132803"/>
                </a:lnTo>
                <a:lnTo>
                  <a:pt x="706132" y="132295"/>
                </a:lnTo>
                <a:lnTo>
                  <a:pt x="708806" y="131965"/>
                </a:lnTo>
                <a:lnTo>
                  <a:pt x="709053" y="131965"/>
                </a:lnTo>
                <a:lnTo>
                  <a:pt x="714667" y="130632"/>
                </a:lnTo>
                <a:lnTo>
                  <a:pt x="716749" y="130111"/>
                </a:lnTo>
                <a:lnTo>
                  <a:pt x="718223" y="129692"/>
                </a:lnTo>
                <a:lnTo>
                  <a:pt x="713746" y="108343"/>
                </a:lnTo>
                <a:lnTo>
                  <a:pt x="705154" y="108343"/>
                </a:lnTo>
                <a:lnTo>
                  <a:pt x="703745" y="108115"/>
                </a:lnTo>
                <a:lnTo>
                  <a:pt x="698957" y="102476"/>
                </a:lnTo>
                <a:lnTo>
                  <a:pt x="698957" y="10858"/>
                </a:lnTo>
                <a:close/>
              </a:path>
              <a:path w="827405" h="133350">
                <a:moveTo>
                  <a:pt x="713549" y="107403"/>
                </a:moveTo>
                <a:lnTo>
                  <a:pt x="712417" y="107657"/>
                </a:lnTo>
                <a:lnTo>
                  <a:pt x="709975" y="108115"/>
                </a:lnTo>
                <a:lnTo>
                  <a:pt x="708590" y="108343"/>
                </a:lnTo>
                <a:lnTo>
                  <a:pt x="713746" y="108343"/>
                </a:lnTo>
                <a:lnTo>
                  <a:pt x="713698" y="108115"/>
                </a:lnTo>
                <a:lnTo>
                  <a:pt x="713602" y="107657"/>
                </a:lnTo>
                <a:lnTo>
                  <a:pt x="713549" y="107403"/>
                </a:lnTo>
                <a:close/>
              </a:path>
              <a:path w="827405" h="133350">
                <a:moveTo>
                  <a:pt x="668065" y="34099"/>
                </a:moveTo>
                <a:lnTo>
                  <a:pt x="655269" y="34099"/>
                </a:lnTo>
                <a:lnTo>
                  <a:pt x="655269" y="56819"/>
                </a:lnTo>
                <a:lnTo>
                  <a:pt x="668048" y="56819"/>
                </a:lnTo>
                <a:lnTo>
                  <a:pt x="668065" y="34099"/>
                </a:lnTo>
                <a:close/>
              </a:path>
              <a:path w="827405" h="133350">
                <a:moveTo>
                  <a:pt x="716445" y="34099"/>
                </a:moveTo>
                <a:lnTo>
                  <a:pt x="698957" y="34099"/>
                </a:lnTo>
                <a:lnTo>
                  <a:pt x="698957" y="56819"/>
                </a:lnTo>
                <a:lnTo>
                  <a:pt x="716445" y="56819"/>
                </a:lnTo>
                <a:lnTo>
                  <a:pt x="716445" y="34099"/>
                </a:lnTo>
                <a:close/>
              </a:path>
              <a:path w="827405" h="133350">
                <a:moveTo>
                  <a:pt x="787311" y="32829"/>
                </a:moveTo>
                <a:lnTo>
                  <a:pt x="780415" y="32829"/>
                </a:lnTo>
                <a:lnTo>
                  <a:pt x="773330" y="33224"/>
                </a:lnTo>
                <a:lnTo>
                  <a:pt x="738238" y="56692"/>
                </a:lnTo>
                <a:lnTo>
                  <a:pt x="732294" y="82969"/>
                </a:lnTo>
                <a:lnTo>
                  <a:pt x="732641" y="90030"/>
                </a:lnTo>
                <a:lnTo>
                  <a:pt x="732661" y="90439"/>
                </a:lnTo>
                <a:lnTo>
                  <a:pt x="755091" y="126911"/>
                </a:lnTo>
                <a:lnTo>
                  <a:pt x="781354" y="132905"/>
                </a:lnTo>
                <a:lnTo>
                  <a:pt x="789813" y="132905"/>
                </a:lnTo>
                <a:lnTo>
                  <a:pt x="823302" y="113423"/>
                </a:lnTo>
                <a:lnTo>
                  <a:pt x="824616" y="110616"/>
                </a:lnTo>
                <a:lnTo>
                  <a:pt x="777963" y="110616"/>
                </a:lnTo>
                <a:lnTo>
                  <a:pt x="774560" y="109804"/>
                </a:lnTo>
                <a:lnTo>
                  <a:pt x="768832" y="106514"/>
                </a:lnTo>
                <a:lnTo>
                  <a:pt x="766622" y="104216"/>
                </a:lnTo>
                <a:lnTo>
                  <a:pt x="763511" y="98285"/>
                </a:lnTo>
                <a:lnTo>
                  <a:pt x="762736" y="94818"/>
                </a:lnTo>
                <a:lnTo>
                  <a:pt x="762750" y="90030"/>
                </a:lnTo>
                <a:lnTo>
                  <a:pt x="743089" y="90030"/>
                </a:lnTo>
                <a:lnTo>
                  <a:pt x="743089" y="72110"/>
                </a:lnTo>
                <a:lnTo>
                  <a:pt x="762804" y="72110"/>
                </a:lnTo>
                <a:lnTo>
                  <a:pt x="762926" y="68883"/>
                </a:lnTo>
                <a:lnTo>
                  <a:pt x="763663" y="66319"/>
                </a:lnTo>
                <a:lnTo>
                  <a:pt x="766851" y="61061"/>
                </a:lnTo>
                <a:lnTo>
                  <a:pt x="769023" y="58966"/>
                </a:lnTo>
                <a:lnTo>
                  <a:pt x="771766" y="57454"/>
                </a:lnTo>
                <a:lnTo>
                  <a:pt x="774496" y="55892"/>
                </a:lnTo>
                <a:lnTo>
                  <a:pt x="777595" y="55117"/>
                </a:lnTo>
                <a:lnTo>
                  <a:pt x="821680" y="55117"/>
                </a:lnTo>
                <a:lnTo>
                  <a:pt x="818362" y="49796"/>
                </a:lnTo>
                <a:lnTo>
                  <a:pt x="810018" y="41376"/>
                </a:lnTo>
                <a:lnTo>
                  <a:pt x="805078" y="38201"/>
                </a:lnTo>
                <a:lnTo>
                  <a:pt x="793623" y="33908"/>
                </a:lnTo>
                <a:lnTo>
                  <a:pt x="787311" y="32829"/>
                </a:lnTo>
                <a:close/>
              </a:path>
              <a:path w="827405" h="133350">
                <a:moveTo>
                  <a:pt x="798715" y="100710"/>
                </a:moveTo>
                <a:lnTo>
                  <a:pt x="784656" y="110616"/>
                </a:lnTo>
                <a:lnTo>
                  <a:pt x="824616" y="110616"/>
                </a:lnTo>
                <a:lnTo>
                  <a:pt x="825893" y="107886"/>
                </a:lnTo>
                <a:lnTo>
                  <a:pt x="827074" y="101523"/>
                </a:lnTo>
                <a:lnTo>
                  <a:pt x="798715" y="100710"/>
                </a:lnTo>
                <a:close/>
              </a:path>
              <a:path w="827405" h="133350">
                <a:moveTo>
                  <a:pt x="762804" y="72110"/>
                </a:moveTo>
                <a:lnTo>
                  <a:pt x="743089" y="72110"/>
                </a:lnTo>
                <a:lnTo>
                  <a:pt x="743089" y="90030"/>
                </a:lnTo>
                <a:lnTo>
                  <a:pt x="762750" y="90030"/>
                </a:lnTo>
                <a:lnTo>
                  <a:pt x="762804" y="72110"/>
                </a:lnTo>
                <a:close/>
              </a:path>
              <a:path w="827405" h="133350">
                <a:moveTo>
                  <a:pt x="821648" y="55117"/>
                </a:moveTo>
                <a:lnTo>
                  <a:pt x="784453" y="55117"/>
                </a:lnTo>
                <a:lnTo>
                  <a:pt x="787530" y="55892"/>
                </a:lnTo>
                <a:lnTo>
                  <a:pt x="790067" y="57327"/>
                </a:lnTo>
                <a:lnTo>
                  <a:pt x="798652" y="72110"/>
                </a:lnTo>
                <a:lnTo>
                  <a:pt x="762804" y="72110"/>
                </a:lnTo>
                <a:lnTo>
                  <a:pt x="762750" y="90030"/>
                </a:lnTo>
                <a:lnTo>
                  <a:pt x="827392" y="90030"/>
                </a:lnTo>
                <a:lnTo>
                  <a:pt x="827392" y="74383"/>
                </a:lnTo>
                <a:lnTo>
                  <a:pt x="826223" y="67322"/>
                </a:lnTo>
                <a:lnTo>
                  <a:pt x="821648" y="55117"/>
                </a:lnTo>
                <a:close/>
              </a:path>
            </a:pathLst>
          </a:custGeom>
          <a:solidFill>
            <a:srgbClr val="5208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2481266" y="5323230"/>
            <a:ext cx="862330" cy="139700"/>
          </a:xfrm>
          <a:custGeom>
            <a:avLst/>
            <a:gdLst/>
            <a:ahLst/>
            <a:cxnLst/>
            <a:rect l="l" t="t" r="r" b="b"/>
            <a:pathLst>
              <a:path w="862330" h="139700">
                <a:moveTo>
                  <a:pt x="26885" y="8458"/>
                </a:moveTo>
                <a:lnTo>
                  <a:pt x="0" y="8458"/>
                </a:lnTo>
                <a:lnTo>
                  <a:pt x="0" y="137769"/>
                </a:lnTo>
                <a:lnTo>
                  <a:pt x="31254" y="137769"/>
                </a:lnTo>
                <a:lnTo>
                  <a:pt x="31254" y="63144"/>
                </a:lnTo>
                <a:lnTo>
                  <a:pt x="64244" y="63144"/>
                </a:lnTo>
                <a:lnTo>
                  <a:pt x="26885" y="8458"/>
                </a:lnTo>
                <a:close/>
              </a:path>
              <a:path w="862330" h="139700">
                <a:moveTo>
                  <a:pt x="64244" y="63144"/>
                </a:moveTo>
                <a:lnTo>
                  <a:pt x="32067" y="63144"/>
                </a:lnTo>
                <a:lnTo>
                  <a:pt x="83527" y="137769"/>
                </a:lnTo>
                <a:lnTo>
                  <a:pt x="110045" y="137769"/>
                </a:lnTo>
                <a:lnTo>
                  <a:pt x="110045" y="82969"/>
                </a:lnTo>
                <a:lnTo>
                  <a:pt x="77787" y="82969"/>
                </a:lnTo>
                <a:lnTo>
                  <a:pt x="64244" y="63144"/>
                </a:lnTo>
                <a:close/>
              </a:path>
              <a:path w="862330" h="139700">
                <a:moveTo>
                  <a:pt x="110045" y="8458"/>
                </a:moveTo>
                <a:lnTo>
                  <a:pt x="78854" y="8458"/>
                </a:lnTo>
                <a:lnTo>
                  <a:pt x="78854" y="82969"/>
                </a:lnTo>
                <a:lnTo>
                  <a:pt x="110045" y="82969"/>
                </a:lnTo>
                <a:lnTo>
                  <a:pt x="110045" y="8458"/>
                </a:lnTo>
                <a:close/>
              </a:path>
              <a:path w="862330" h="139700">
                <a:moveTo>
                  <a:pt x="185851" y="39522"/>
                </a:moveTo>
                <a:lnTo>
                  <a:pt x="178943" y="39522"/>
                </a:lnTo>
                <a:lnTo>
                  <a:pt x="171860" y="39917"/>
                </a:lnTo>
                <a:lnTo>
                  <a:pt x="136766" y="63385"/>
                </a:lnTo>
                <a:lnTo>
                  <a:pt x="130835" y="89662"/>
                </a:lnTo>
                <a:lnTo>
                  <a:pt x="131182" y="96723"/>
                </a:lnTo>
                <a:lnTo>
                  <a:pt x="131202" y="97131"/>
                </a:lnTo>
                <a:lnTo>
                  <a:pt x="153631" y="133604"/>
                </a:lnTo>
                <a:lnTo>
                  <a:pt x="179895" y="139598"/>
                </a:lnTo>
                <a:lnTo>
                  <a:pt x="188353" y="139598"/>
                </a:lnTo>
                <a:lnTo>
                  <a:pt x="221843" y="120116"/>
                </a:lnTo>
                <a:lnTo>
                  <a:pt x="223156" y="117309"/>
                </a:lnTo>
                <a:lnTo>
                  <a:pt x="176504" y="117309"/>
                </a:lnTo>
                <a:lnTo>
                  <a:pt x="173101" y="116497"/>
                </a:lnTo>
                <a:lnTo>
                  <a:pt x="161264" y="101511"/>
                </a:lnTo>
                <a:lnTo>
                  <a:pt x="161281" y="96723"/>
                </a:lnTo>
                <a:lnTo>
                  <a:pt x="141630" y="96723"/>
                </a:lnTo>
                <a:lnTo>
                  <a:pt x="141630" y="78803"/>
                </a:lnTo>
                <a:lnTo>
                  <a:pt x="161343" y="78803"/>
                </a:lnTo>
                <a:lnTo>
                  <a:pt x="161465" y="75576"/>
                </a:lnTo>
                <a:lnTo>
                  <a:pt x="162191" y="73012"/>
                </a:lnTo>
                <a:lnTo>
                  <a:pt x="165392" y="67754"/>
                </a:lnTo>
                <a:lnTo>
                  <a:pt x="167563" y="65659"/>
                </a:lnTo>
                <a:lnTo>
                  <a:pt x="170294" y="64147"/>
                </a:lnTo>
                <a:lnTo>
                  <a:pt x="173037" y="62585"/>
                </a:lnTo>
                <a:lnTo>
                  <a:pt x="176123" y="61810"/>
                </a:lnTo>
                <a:lnTo>
                  <a:pt x="220208" y="61810"/>
                </a:lnTo>
                <a:lnTo>
                  <a:pt x="216890" y="56489"/>
                </a:lnTo>
                <a:lnTo>
                  <a:pt x="208559" y="48069"/>
                </a:lnTo>
                <a:lnTo>
                  <a:pt x="203619" y="44894"/>
                </a:lnTo>
                <a:lnTo>
                  <a:pt x="192163" y="40601"/>
                </a:lnTo>
                <a:lnTo>
                  <a:pt x="185851" y="39522"/>
                </a:lnTo>
                <a:close/>
              </a:path>
              <a:path w="862330" h="139700">
                <a:moveTo>
                  <a:pt x="197256" y="107403"/>
                </a:moveTo>
                <a:lnTo>
                  <a:pt x="183197" y="117309"/>
                </a:lnTo>
                <a:lnTo>
                  <a:pt x="223156" y="117309"/>
                </a:lnTo>
                <a:lnTo>
                  <a:pt x="224434" y="114579"/>
                </a:lnTo>
                <a:lnTo>
                  <a:pt x="225602" y="108216"/>
                </a:lnTo>
                <a:lnTo>
                  <a:pt x="197256" y="107403"/>
                </a:lnTo>
                <a:close/>
              </a:path>
              <a:path w="862330" h="139700">
                <a:moveTo>
                  <a:pt x="161343" y="78803"/>
                </a:moveTo>
                <a:lnTo>
                  <a:pt x="141630" y="78803"/>
                </a:lnTo>
                <a:lnTo>
                  <a:pt x="141630" y="96723"/>
                </a:lnTo>
                <a:lnTo>
                  <a:pt x="161281" y="96723"/>
                </a:lnTo>
                <a:lnTo>
                  <a:pt x="161343" y="78803"/>
                </a:lnTo>
                <a:close/>
              </a:path>
              <a:path w="862330" h="139700">
                <a:moveTo>
                  <a:pt x="220176" y="61810"/>
                </a:moveTo>
                <a:lnTo>
                  <a:pt x="182994" y="61810"/>
                </a:lnTo>
                <a:lnTo>
                  <a:pt x="186059" y="62585"/>
                </a:lnTo>
                <a:lnTo>
                  <a:pt x="188607" y="64020"/>
                </a:lnTo>
                <a:lnTo>
                  <a:pt x="197192" y="78803"/>
                </a:lnTo>
                <a:lnTo>
                  <a:pt x="161343" y="78803"/>
                </a:lnTo>
                <a:lnTo>
                  <a:pt x="161281" y="96723"/>
                </a:lnTo>
                <a:lnTo>
                  <a:pt x="225920" y="96723"/>
                </a:lnTo>
                <a:lnTo>
                  <a:pt x="225920" y="81076"/>
                </a:lnTo>
                <a:lnTo>
                  <a:pt x="224764" y="74015"/>
                </a:lnTo>
                <a:lnTo>
                  <a:pt x="220176" y="61810"/>
                </a:lnTo>
                <a:close/>
              </a:path>
              <a:path w="862330" h="139700">
                <a:moveTo>
                  <a:pt x="283806" y="17551"/>
                </a:moveTo>
                <a:lnTo>
                  <a:pt x="252933" y="17551"/>
                </a:lnTo>
                <a:lnTo>
                  <a:pt x="252844" y="117246"/>
                </a:lnTo>
                <a:lnTo>
                  <a:pt x="280035" y="139496"/>
                </a:lnTo>
                <a:lnTo>
                  <a:pt x="290982" y="138988"/>
                </a:lnTo>
                <a:lnTo>
                  <a:pt x="293645" y="138658"/>
                </a:lnTo>
                <a:lnTo>
                  <a:pt x="293890" y="138658"/>
                </a:lnTo>
                <a:lnTo>
                  <a:pt x="299504" y="137325"/>
                </a:lnTo>
                <a:lnTo>
                  <a:pt x="301586" y="136804"/>
                </a:lnTo>
                <a:lnTo>
                  <a:pt x="303060" y="136385"/>
                </a:lnTo>
                <a:lnTo>
                  <a:pt x="298583" y="115036"/>
                </a:lnTo>
                <a:lnTo>
                  <a:pt x="289991" y="115036"/>
                </a:lnTo>
                <a:lnTo>
                  <a:pt x="288582" y="114808"/>
                </a:lnTo>
                <a:lnTo>
                  <a:pt x="283806" y="109169"/>
                </a:lnTo>
                <a:lnTo>
                  <a:pt x="283806" y="17551"/>
                </a:lnTo>
                <a:close/>
              </a:path>
              <a:path w="862330" h="139700">
                <a:moveTo>
                  <a:pt x="298386" y="114096"/>
                </a:moveTo>
                <a:lnTo>
                  <a:pt x="297256" y="114350"/>
                </a:lnTo>
                <a:lnTo>
                  <a:pt x="294825" y="114808"/>
                </a:lnTo>
                <a:lnTo>
                  <a:pt x="293440" y="115036"/>
                </a:lnTo>
                <a:lnTo>
                  <a:pt x="298583" y="115036"/>
                </a:lnTo>
                <a:lnTo>
                  <a:pt x="298535" y="114808"/>
                </a:lnTo>
                <a:lnTo>
                  <a:pt x="298439" y="114350"/>
                </a:lnTo>
                <a:lnTo>
                  <a:pt x="298386" y="114096"/>
                </a:lnTo>
                <a:close/>
              </a:path>
              <a:path w="862330" h="139700">
                <a:moveTo>
                  <a:pt x="252912" y="40792"/>
                </a:moveTo>
                <a:lnTo>
                  <a:pt x="240118" y="40792"/>
                </a:lnTo>
                <a:lnTo>
                  <a:pt x="240118" y="63512"/>
                </a:lnTo>
                <a:lnTo>
                  <a:pt x="252892" y="63512"/>
                </a:lnTo>
                <a:lnTo>
                  <a:pt x="252912" y="40792"/>
                </a:lnTo>
                <a:close/>
              </a:path>
              <a:path w="862330" h="139700">
                <a:moveTo>
                  <a:pt x="301294" y="40792"/>
                </a:moveTo>
                <a:lnTo>
                  <a:pt x="283806" y="40792"/>
                </a:lnTo>
                <a:lnTo>
                  <a:pt x="283806" y="63512"/>
                </a:lnTo>
                <a:lnTo>
                  <a:pt x="301294" y="63512"/>
                </a:lnTo>
                <a:lnTo>
                  <a:pt x="301294" y="40792"/>
                </a:lnTo>
                <a:close/>
              </a:path>
              <a:path w="862330" h="139700">
                <a:moveTo>
                  <a:pt x="418388" y="8458"/>
                </a:moveTo>
                <a:lnTo>
                  <a:pt x="364972" y="8458"/>
                </a:lnTo>
                <a:lnTo>
                  <a:pt x="364972" y="137769"/>
                </a:lnTo>
                <a:lnTo>
                  <a:pt x="396227" y="137769"/>
                </a:lnTo>
                <a:lnTo>
                  <a:pt x="396227" y="97612"/>
                </a:lnTo>
                <a:lnTo>
                  <a:pt x="384479" y="97612"/>
                </a:lnTo>
                <a:lnTo>
                  <a:pt x="384479" y="72986"/>
                </a:lnTo>
                <a:lnTo>
                  <a:pt x="396227" y="72986"/>
                </a:lnTo>
                <a:lnTo>
                  <a:pt x="396227" y="33655"/>
                </a:lnTo>
                <a:lnTo>
                  <a:pt x="461972" y="33655"/>
                </a:lnTo>
                <a:lnTo>
                  <a:pt x="459803" y="29870"/>
                </a:lnTo>
                <a:lnTo>
                  <a:pt x="455980" y="23126"/>
                </a:lnTo>
                <a:lnTo>
                  <a:pt x="450519" y="17894"/>
                </a:lnTo>
                <a:lnTo>
                  <a:pt x="443458" y="14147"/>
                </a:lnTo>
                <a:lnTo>
                  <a:pt x="437934" y="11656"/>
                </a:lnTo>
                <a:lnTo>
                  <a:pt x="431914" y="9879"/>
                </a:lnTo>
                <a:lnTo>
                  <a:pt x="425399" y="8813"/>
                </a:lnTo>
                <a:lnTo>
                  <a:pt x="418388" y="8458"/>
                </a:lnTo>
                <a:close/>
              </a:path>
              <a:path w="862330" h="139700">
                <a:moveTo>
                  <a:pt x="396227" y="72986"/>
                </a:moveTo>
                <a:lnTo>
                  <a:pt x="384479" y="72986"/>
                </a:lnTo>
                <a:lnTo>
                  <a:pt x="384479" y="97612"/>
                </a:lnTo>
                <a:lnTo>
                  <a:pt x="396227" y="97612"/>
                </a:lnTo>
                <a:lnTo>
                  <a:pt x="396227" y="72986"/>
                </a:lnTo>
                <a:close/>
              </a:path>
              <a:path w="862330" h="139700">
                <a:moveTo>
                  <a:pt x="461972" y="33655"/>
                </a:moveTo>
                <a:lnTo>
                  <a:pt x="416306" y="33655"/>
                </a:lnTo>
                <a:lnTo>
                  <a:pt x="420243" y="34455"/>
                </a:lnTo>
                <a:lnTo>
                  <a:pt x="426631" y="37655"/>
                </a:lnTo>
                <a:lnTo>
                  <a:pt x="429056" y="39928"/>
                </a:lnTo>
                <a:lnTo>
                  <a:pt x="430695" y="42875"/>
                </a:lnTo>
                <a:lnTo>
                  <a:pt x="432346" y="45770"/>
                </a:lnTo>
                <a:lnTo>
                  <a:pt x="433158" y="49225"/>
                </a:lnTo>
                <a:lnTo>
                  <a:pt x="433158" y="57188"/>
                </a:lnTo>
                <a:lnTo>
                  <a:pt x="416344" y="72986"/>
                </a:lnTo>
                <a:lnTo>
                  <a:pt x="396227" y="72986"/>
                </a:lnTo>
                <a:lnTo>
                  <a:pt x="396227" y="97612"/>
                </a:lnTo>
                <a:lnTo>
                  <a:pt x="417436" y="97612"/>
                </a:lnTo>
                <a:lnTo>
                  <a:pt x="424603" y="97269"/>
                </a:lnTo>
                <a:lnTo>
                  <a:pt x="463600" y="69964"/>
                </a:lnTo>
                <a:lnTo>
                  <a:pt x="465556" y="62153"/>
                </a:lnTo>
                <a:lnTo>
                  <a:pt x="465556" y="44348"/>
                </a:lnTo>
                <a:lnTo>
                  <a:pt x="463638" y="36563"/>
                </a:lnTo>
                <a:lnTo>
                  <a:pt x="461972" y="33655"/>
                </a:lnTo>
                <a:close/>
              </a:path>
              <a:path w="862330" h="139700">
                <a:moveTo>
                  <a:pt x="515810" y="40792"/>
                </a:moveTo>
                <a:lnTo>
                  <a:pt x="485825" y="40792"/>
                </a:lnTo>
                <a:lnTo>
                  <a:pt x="485825" y="137769"/>
                </a:lnTo>
                <a:lnTo>
                  <a:pt x="516699" y="137769"/>
                </a:lnTo>
                <a:lnTo>
                  <a:pt x="516699" y="81241"/>
                </a:lnTo>
                <a:lnTo>
                  <a:pt x="517512" y="77876"/>
                </a:lnTo>
                <a:lnTo>
                  <a:pt x="520839" y="72110"/>
                </a:lnTo>
                <a:lnTo>
                  <a:pt x="523138" y="69850"/>
                </a:lnTo>
                <a:lnTo>
                  <a:pt x="528980" y="66611"/>
                </a:lnTo>
                <a:lnTo>
                  <a:pt x="532295" y="65786"/>
                </a:lnTo>
                <a:lnTo>
                  <a:pt x="548068" y="65786"/>
                </a:lnTo>
                <a:lnTo>
                  <a:pt x="548068" y="58470"/>
                </a:lnTo>
                <a:lnTo>
                  <a:pt x="515810" y="58470"/>
                </a:lnTo>
                <a:lnTo>
                  <a:pt x="515810" y="40792"/>
                </a:lnTo>
                <a:close/>
              </a:path>
              <a:path w="862330" h="139700">
                <a:moveTo>
                  <a:pt x="548068" y="65786"/>
                </a:moveTo>
                <a:lnTo>
                  <a:pt x="537806" y="65786"/>
                </a:lnTo>
                <a:lnTo>
                  <a:pt x="539915" y="65938"/>
                </a:lnTo>
                <a:lnTo>
                  <a:pt x="545387" y="66611"/>
                </a:lnTo>
                <a:lnTo>
                  <a:pt x="545087" y="66611"/>
                </a:lnTo>
                <a:lnTo>
                  <a:pt x="546595" y="66929"/>
                </a:lnTo>
                <a:lnTo>
                  <a:pt x="548068" y="67437"/>
                </a:lnTo>
                <a:lnTo>
                  <a:pt x="548068" y="65786"/>
                </a:lnTo>
                <a:close/>
              </a:path>
              <a:path w="862330" h="139700">
                <a:moveTo>
                  <a:pt x="542328" y="39573"/>
                </a:moveTo>
                <a:lnTo>
                  <a:pt x="533789" y="39573"/>
                </a:lnTo>
                <a:lnTo>
                  <a:pt x="529475" y="41046"/>
                </a:lnTo>
                <a:lnTo>
                  <a:pt x="521474" y="47307"/>
                </a:lnTo>
                <a:lnTo>
                  <a:pt x="518591" y="52070"/>
                </a:lnTo>
                <a:lnTo>
                  <a:pt x="516826" y="58470"/>
                </a:lnTo>
                <a:lnTo>
                  <a:pt x="548068" y="58470"/>
                </a:lnTo>
                <a:lnTo>
                  <a:pt x="548068" y="40601"/>
                </a:lnTo>
                <a:lnTo>
                  <a:pt x="546773" y="40220"/>
                </a:lnTo>
                <a:lnTo>
                  <a:pt x="545363" y="39941"/>
                </a:lnTo>
                <a:lnTo>
                  <a:pt x="543839" y="39776"/>
                </a:lnTo>
                <a:lnTo>
                  <a:pt x="542328" y="39573"/>
                </a:lnTo>
                <a:close/>
              </a:path>
              <a:path w="862330" h="139700">
                <a:moveTo>
                  <a:pt x="605751" y="39522"/>
                </a:moveTo>
                <a:lnTo>
                  <a:pt x="566585" y="55854"/>
                </a:lnTo>
                <a:lnTo>
                  <a:pt x="556755" y="89598"/>
                </a:lnTo>
                <a:lnTo>
                  <a:pt x="557014" y="94703"/>
                </a:lnTo>
                <a:lnTo>
                  <a:pt x="557122" y="96823"/>
                </a:lnTo>
                <a:lnTo>
                  <a:pt x="558192" y="103416"/>
                </a:lnTo>
                <a:lnTo>
                  <a:pt x="558222" y="103598"/>
                </a:lnTo>
                <a:lnTo>
                  <a:pt x="585251" y="136083"/>
                </a:lnTo>
                <a:lnTo>
                  <a:pt x="605751" y="139598"/>
                </a:lnTo>
                <a:lnTo>
                  <a:pt x="613119" y="139207"/>
                </a:lnTo>
                <a:lnTo>
                  <a:pt x="648551" y="116306"/>
                </a:lnTo>
                <a:lnTo>
                  <a:pt x="602107" y="116306"/>
                </a:lnTo>
                <a:lnTo>
                  <a:pt x="598868" y="115163"/>
                </a:lnTo>
                <a:lnTo>
                  <a:pt x="588200" y="94703"/>
                </a:lnTo>
                <a:lnTo>
                  <a:pt x="588200" y="84023"/>
                </a:lnTo>
                <a:lnTo>
                  <a:pt x="602107" y="62382"/>
                </a:lnTo>
                <a:lnTo>
                  <a:pt x="648294" y="62382"/>
                </a:lnTo>
                <a:lnTo>
                  <a:pt x="644893" y="55854"/>
                </a:lnTo>
                <a:lnTo>
                  <a:pt x="613119" y="39917"/>
                </a:lnTo>
                <a:lnTo>
                  <a:pt x="605751" y="39522"/>
                </a:lnTo>
                <a:close/>
              </a:path>
              <a:path w="862330" h="139700">
                <a:moveTo>
                  <a:pt x="648294" y="62382"/>
                </a:moveTo>
                <a:lnTo>
                  <a:pt x="609650" y="62382"/>
                </a:lnTo>
                <a:lnTo>
                  <a:pt x="612787" y="63512"/>
                </a:lnTo>
                <a:lnTo>
                  <a:pt x="617918" y="68059"/>
                </a:lnTo>
                <a:lnTo>
                  <a:pt x="619874" y="71221"/>
                </a:lnTo>
                <a:lnTo>
                  <a:pt x="621220" y="75260"/>
                </a:lnTo>
                <a:lnTo>
                  <a:pt x="622604" y="79298"/>
                </a:lnTo>
                <a:lnTo>
                  <a:pt x="623303" y="84023"/>
                </a:lnTo>
                <a:lnTo>
                  <a:pt x="623303" y="94703"/>
                </a:lnTo>
                <a:lnTo>
                  <a:pt x="622604" y="99377"/>
                </a:lnTo>
                <a:lnTo>
                  <a:pt x="621220" y="103416"/>
                </a:lnTo>
                <a:lnTo>
                  <a:pt x="619874" y="107467"/>
                </a:lnTo>
                <a:lnTo>
                  <a:pt x="617918" y="110617"/>
                </a:lnTo>
                <a:lnTo>
                  <a:pt x="612787" y="115163"/>
                </a:lnTo>
                <a:lnTo>
                  <a:pt x="609650" y="116306"/>
                </a:lnTo>
                <a:lnTo>
                  <a:pt x="648551" y="116306"/>
                </a:lnTo>
                <a:lnTo>
                  <a:pt x="654748" y="89598"/>
                </a:lnTo>
                <a:lnTo>
                  <a:pt x="654463" y="84023"/>
                </a:lnTo>
                <a:lnTo>
                  <a:pt x="654377" y="82345"/>
                </a:lnTo>
                <a:lnTo>
                  <a:pt x="653264" y="75558"/>
                </a:lnTo>
                <a:lnTo>
                  <a:pt x="651410" y="69238"/>
                </a:lnTo>
                <a:lnTo>
                  <a:pt x="648873" y="63512"/>
                </a:lnTo>
                <a:lnTo>
                  <a:pt x="648294" y="62382"/>
                </a:lnTo>
                <a:close/>
              </a:path>
              <a:path w="862330" h="139700">
                <a:moveTo>
                  <a:pt x="718807" y="2400"/>
                </a:moveTo>
                <a:lnTo>
                  <a:pt x="707948" y="2400"/>
                </a:lnTo>
                <a:lnTo>
                  <a:pt x="702157" y="3644"/>
                </a:lnTo>
                <a:lnTo>
                  <a:pt x="692137" y="8559"/>
                </a:lnTo>
                <a:lnTo>
                  <a:pt x="688225" y="12268"/>
                </a:lnTo>
                <a:lnTo>
                  <a:pt x="682586" y="22161"/>
                </a:lnTo>
                <a:lnTo>
                  <a:pt x="681177" y="28371"/>
                </a:lnTo>
                <a:lnTo>
                  <a:pt x="681177" y="137769"/>
                </a:lnTo>
                <a:lnTo>
                  <a:pt x="712050" y="137769"/>
                </a:lnTo>
                <a:lnTo>
                  <a:pt x="712050" y="32575"/>
                </a:lnTo>
                <a:lnTo>
                  <a:pt x="712724" y="30391"/>
                </a:lnTo>
                <a:lnTo>
                  <a:pt x="715416" y="27190"/>
                </a:lnTo>
                <a:lnTo>
                  <a:pt x="717499" y="26517"/>
                </a:lnTo>
                <a:lnTo>
                  <a:pt x="730499" y="26517"/>
                </a:lnTo>
                <a:lnTo>
                  <a:pt x="735152" y="5118"/>
                </a:lnTo>
                <a:lnTo>
                  <a:pt x="733298" y="4610"/>
                </a:lnTo>
                <a:lnTo>
                  <a:pt x="730465" y="4038"/>
                </a:lnTo>
                <a:lnTo>
                  <a:pt x="726630" y="3403"/>
                </a:lnTo>
                <a:lnTo>
                  <a:pt x="722845" y="2730"/>
                </a:lnTo>
                <a:lnTo>
                  <a:pt x="718807" y="2400"/>
                </a:lnTo>
                <a:close/>
              </a:path>
              <a:path w="862330" h="139700">
                <a:moveTo>
                  <a:pt x="681177" y="40792"/>
                </a:moveTo>
                <a:lnTo>
                  <a:pt x="668159" y="40792"/>
                </a:lnTo>
                <a:lnTo>
                  <a:pt x="668159" y="63512"/>
                </a:lnTo>
                <a:lnTo>
                  <a:pt x="681177" y="63512"/>
                </a:lnTo>
                <a:lnTo>
                  <a:pt x="681177" y="40792"/>
                </a:lnTo>
                <a:close/>
              </a:path>
              <a:path w="862330" h="139700">
                <a:moveTo>
                  <a:pt x="730542" y="40792"/>
                </a:moveTo>
                <a:lnTo>
                  <a:pt x="712050" y="40792"/>
                </a:lnTo>
                <a:lnTo>
                  <a:pt x="712050" y="63512"/>
                </a:lnTo>
                <a:lnTo>
                  <a:pt x="730542" y="63512"/>
                </a:lnTo>
                <a:lnTo>
                  <a:pt x="730542" y="40792"/>
                </a:lnTo>
                <a:close/>
              </a:path>
              <a:path w="862330" h="139700">
                <a:moveTo>
                  <a:pt x="730499" y="26517"/>
                </a:moveTo>
                <a:lnTo>
                  <a:pt x="724458" y="26517"/>
                </a:lnTo>
                <a:lnTo>
                  <a:pt x="727710" y="27025"/>
                </a:lnTo>
                <a:lnTo>
                  <a:pt x="729094" y="27343"/>
                </a:lnTo>
                <a:lnTo>
                  <a:pt x="730237" y="27724"/>
                </a:lnTo>
                <a:lnTo>
                  <a:pt x="730353" y="27190"/>
                </a:lnTo>
                <a:lnTo>
                  <a:pt x="730389" y="27025"/>
                </a:lnTo>
                <a:lnTo>
                  <a:pt x="730499" y="26517"/>
                </a:lnTo>
                <a:close/>
              </a:path>
              <a:path w="862330" h="139700">
                <a:moveTo>
                  <a:pt x="781138" y="40792"/>
                </a:moveTo>
                <a:lnTo>
                  <a:pt x="750265" y="40792"/>
                </a:lnTo>
                <a:lnTo>
                  <a:pt x="750265" y="137769"/>
                </a:lnTo>
                <a:lnTo>
                  <a:pt x="781138" y="137769"/>
                </a:lnTo>
                <a:lnTo>
                  <a:pt x="781138" y="40792"/>
                </a:lnTo>
                <a:close/>
              </a:path>
              <a:path w="862330" h="139700">
                <a:moveTo>
                  <a:pt x="770115" y="0"/>
                </a:moveTo>
                <a:lnTo>
                  <a:pt x="761390" y="0"/>
                </a:lnTo>
                <a:lnTo>
                  <a:pt x="757669" y="1447"/>
                </a:lnTo>
                <a:lnTo>
                  <a:pt x="754557" y="4356"/>
                </a:lnTo>
                <a:lnTo>
                  <a:pt x="751446" y="7213"/>
                </a:lnTo>
                <a:lnTo>
                  <a:pt x="749884" y="10668"/>
                </a:lnTo>
                <a:lnTo>
                  <a:pt x="749884" y="18796"/>
                </a:lnTo>
                <a:lnTo>
                  <a:pt x="751446" y="22288"/>
                </a:lnTo>
                <a:lnTo>
                  <a:pt x="754557" y="25196"/>
                </a:lnTo>
                <a:lnTo>
                  <a:pt x="757669" y="28054"/>
                </a:lnTo>
                <a:lnTo>
                  <a:pt x="761390" y="29489"/>
                </a:lnTo>
                <a:lnTo>
                  <a:pt x="770115" y="29489"/>
                </a:lnTo>
                <a:lnTo>
                  <a:pt x="773836" y="28054"/>
                </a:lnTo>
                <a:lnTo>
                  <a:pt x="780021" y="22288"/>
                </a:lnTo>
                <a:lnTo>
                  <a:pt x="781583" y="18796"/>
                </a:lnTo>
                <a:lnTo>
                  <a:pt x="781583" y="10668"/>
                </a:lnTo>
                <a:lnTo>
                  <a:pt x="780021" y="7213"/>
                </a:lnTo>
                <a:lnTo>
                  <a:pt x="776909" y="4356"/>
                </a:lnTo>
                <a:lnTo>
                  <a:pt x="773836" y="1447"/>
                </a:lnTo>
                <a:lnTo>
                  <a:pt x="770115" y="0"/>
                </a:lnTo>
                <a:close/>
              </a:path>
              <a:path w="862330" h="139700">
                <a:moveTo>
                  <a:pt x="842899" y="17551"/>
                </a:moveTo>
                <a:lnTo>
                  <a:pt x="812025" y="17551"/>
                </a:lnTo>
                <a:lnTo>
                  <a:pt x="811949" y="117246"/>
                </a:lnTo>
                <a:lnTo>
                  <a:pt x="839139" y="139496"/>
                </a:lnTo>
                <a:lnTo>
                  <a:pt x="850074" y="138988"/>
                </a:lnTo>
                <a:lnTo>
                  <a:pt x="852748" y="138658"/>
                </a:lnTo>
                <a:lnTo>
                  <a:pt x="852994" y="138658"/>
                </a:lnTo>
                <a:lnTo>
                  <a:pt x="858608" y="137325"/>
                </a:lnTo>
                <a:lnTo>
                  <a:pt x="860691" y="136804"/>
                </a:lnTo>
                <a:lnTo>
                  <a:pt x="862164" y="136385"/>
                </a:lnTo>
                <a:lnTo>
                  <a:pt x="857688" y="115036"/>
                </a:lnTo>
                <a:lnTo>
                  <a:pt x="849096" y="115036"/>
                </a:lnTo>
                <a:lnTo>
                  <a:pt x="847686" y="114808"/>
                </a:lnTo>
                <a:lnTo>
                  <a:pt x="842899" y="109169"/>
                </a:lnTo>
                <a:lnTo>
                  <a:pt x="842899" y="17551"/>
                </a:lnTo>
                <a:close/>
              </a:path>
              <a:path w="862330" h="139700">
                <a:moveTo>
                  <a:pt x="857491" y="114096"/>
                </a:moveTo>
                <a:lnTo>
                  <a:pt x="856358" y="114350"/>
                </a:lnTo>
                <a:lnTo>
                  <a:pt x="853917" y="114808"/>
                </a:lnTo>
                <a:lnTo>
                  <a:pt x="852532" y="115036"/>
                </a:lnTo>
                <a:lnTo>
                  <a:pt x="857688" y="115036"/>
                </a:lnTo>
                <a:lnTo>
                  <a:pt x="857640" y="114808"/>
                </a:lnTo>
                <a:lnTo>
                  <a:pt x="857544" y="114350"/>
                </a:lnTo>
                <a:lnTo>
                  <a:pt x="857491" y="114096"/>
                </a:lnTo>
                <a:close/>
              </a:path>
              <a:path w="862330" h="139700">
                <a:moveTo>
                  <a:pt x="812007" y="40792"/>
                </a:moveTo>
                <a:lnTo>
                  <a:pt x="799211" y="40792"/>
                </a:lnTo>
                <a:lnTo>
                  <a:pt x="799211" y="63512"/>
                </a:lnTo>
                <a:lnTo>
                  <a:pt x="811990" y="63512"/>
                </a:lnTo>
                <a:lnTo>
                  <a:pt x="812007" y="40792"/>
                </a:lnTo>
                <a:close/>
              </a:path>
              <a:path w="862330" h="139700">
                <a:moveTo>
                  <a:pt x="860386" y="40792"/>
                </a:moveTo>
                <a:lnTo>
                  <a:pt x="842899" y="40792"/>
                </a:lnTo>
                <a:lnTo>
                  <a:pt x="842899" y="63512"/>
                </a:lnTo>
                <a:lnTo>
                  <a:pt x="860386" y="63512"/>
                </a:lnTo>
                <a:lnTo>
                  <a:pt x="860386" y="40792"/>
                </a:lnTo>
                <a:close/>
              </a:path>
            </a:pathLst>
          </a:custGeom>
          <a:solidFill>
            <a:srgbClr val="5208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2255500" y="5016500"/>
            <a:ext cx="508000" cy="215900"/>
          </a:xfrm>
          <a:custGeom>
            <a:avLst/>
            <a:gdLst/>
            <a:ahLst/>
            <a:cxnLst/>
            <a:rect l="l" t="t" r="r" b="b"/>
            <a:pathLst>
              <a:path w="508000" h="215900">
                <a:moveTo>
                  <a:pt x="508000" y="0"/>
                </a:moveTo>
                <a:lnTo>
                  <a:pt x="0" y="0"/>
                </a:lnTo>
                <a:lnTo>
                  <a:pt x="0" y="215900"/>
                </a:lnTo>
                <a:lnTo>
                  <a:pt x="508000" y="215900"/>
                </a:lnTo>
                <a:lnTo>
                  <a:pt x="508000" y="0"/>
                </a:lnTo>
                <a:close/>
              </a:path>
            </a:pathLst>
          </a:custGeom>
          <a:solidFill>
            <a:srgbClr val="FAA3A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6" name="object 96"/>
          <p:cNvGrpSpPr/>
          <p:nvPr/>
        </p:nvGrpSpPr>
        <p:grpSpPr>
          <a:xfrm>
            <a:off x="12801594" y="5016500"/>
            <a:ext cx="812800" cy="215900"/>
            <a:chOff x="12801594" y="5016500"/>
            <a:chExt cx="812800" cy="215900"/>
          </a:xfrm>
        </p:grpSpPr>
        <p:sp>
          <p:nvSpPr>
            <p:cNvPr id="97" name="object 97"/>
            <p:cNvSpPr/>
            <p:nvPr/>
          </p:nvSpPr>
          <p:spPr>
            <a:xfrm>
              <a:off x="13106399" y="5016500"/>
              <a:ext cx="508000" cy="215900"/>
            </a:xfrm>
            <a:custGeom>
              <a:avLst/>
              <a:gdLst/>
              <a:ahLst/>
              <a:cxnLst/>
              <a:rect l="l" t="t" r="r" b="b"/>
              <a:pathLst>
                <a:path w="508000" h="215900">
                  <a:moveTo>
                    <a:pt x="508000" y="0"/>
                  </a:moveTo>
                  <a:lnTo>
                    <a:pt x="0" y="0"/>
                  </a:lnTo>
                  <a:lnTo>
                    <a:pt x="0" y="215900"/>
                  </a:lnTo>
                  <a:lnTo>
                    <a:pt x="508000" y="215900"/>
                  </a:lnTo>
                  <a:lnTo>
                    <a:pt x="508000" y="0"/>
                  </a:lnTo>
                  <a:close/>
                </a:path>
              </a:pathLst>
            </a:custGeom>
            <a:solidFill>
              <a:srgbClr val="F15E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2801587" y="5073967"/>
              <a:ext cx="761365" cy="104775"/>
            </a:xfrm>
            <a:custGeom>
              <a:avLst/>
              <a:gdLst/>
              <a:ahLst/>
              <a:cxnLst/>
              <a:rect l="l" t="t" r="r" b="b"/>
              <a:pathLst>
                <a:path w="761365" h="104775">
                  <a:moveTo>
                    <a:pt x="273672" y="54825"/>
                  </a:moveTo>
                  <a:lnTo>
                    <a:pt x="269328" y="50482"/>
                  </a:lnTo>
                  <a:lnTo>
                    <a:pt x="228307" y="9461"/>
                  </a:lnTo>
                  <a:lnTo>
                    <a:pt x="224282" y="9461"/>
                  </a:lnTo>
                  <a:lnTo>
                    <a:pt x="219329" y="14414"/>
                  </a:lnTo>
                  <a:lnTo>
                    <a:pt x="219329" y="18440"/>
                  </a:lnTo>
                  <a:lnTo>
                    <a:pt x="251371" y="50482"/>
                  </a:lnTo>
                  <a:lnTo>
                    <a:pt x="0" y="50482"/>
                  </a:lnTo>
                  <a:lnTo>
                    <a:pt x="0" y="63182"/>
                  </a:lnTo>
                  <a:lnTo>
                    <a:pt x="251371" y="63182"/>
                  </a:lnTo>
                  <a:lnTo>
                    <a:pt x="219329" y="95237"/>
                  </a:lnTo>
                  <a:lnTo>
                    <a:pt x="219329" y="99263"/>
                  </a:lnTo>
                  <a:lnTo>
                    <a:pt x="224282" y="104216"/>
                  </a:lnTo>
                  <a:lnTo>
                    <a:pt x="228307" y="104216"/>
                  </a:lnTo>
                  <a:lnTo>
                    <a:pt x="269341" y="63182"/>
                  </a:lnTo>
                  <a:lnTo>
                    <a:pt x="273672" y="58851"/>
                  </a:lnTo>
                  <a:lnTo>
                    <a:pt x="273672" y="54825"/>
                  </a:lnTo>
                  <a:close/>
                </a:path>
                <a:path w="761365" h="104775">
                  <a:moveTo>
                    <a:pt x="442455" y="2565"/>
                  </a:moveTo>
                  <a:lnTo>
                    <a:pt x="426542" y="2565"/>
                  </a:lnTo>
                  <a:lnTo>
                    <a:pt x="403580" y="17310"/>
                  </a:lnTo>
                  <a:lnTo>
                    <a:pt x="403580" y="32651"/>
                  </a:lnTo>
                  <a:lnTo>
                    <a:pt x="425183" y="18846"/>
                  </a:lnTo>
                  <a:lnTo>
                    <a:pt x="425729" y="18846"/>
                  </a:lnTo>
                  <a:lnTo>
                    <a:pt x="425729" y="94932"/>
                  </a:lnTo>
                  <a:lnTo>
                    <a:pt x="442455" y="94932"/>
                  </a:lnTo>
                  <a:lnTo>
                    <a:pt x="442455" y="18846"/>
                  </a:lnTo>
                  <a:lnTo>
                    <a:pt x="442455" y="2565"/>
                  </a:lnTo>
                  <a:close/>
                </a:path>
                <a:path w="761365" h="104775">
                  <a:moveTo>
                    <a:pt x="534644" y="70688"/>
                  </a:moveTo>
                  <a:lnTo>
                    <a:pt x="525297" y="41033"/>
                  </a:lnTo>
                  <a:lnTo>
                    <a:pt x="524878" y="40589"/>
                  </a:lnTo>
                  <a:lnTo>
                    <a:pt x="516089" y="35331"/>
                  </a:lnTo>
                  <a:lnTo>
                    <a:pt x="511098" y="33997"/>
                  </a:lnTo>
                  <a:lnTo>
                    <a:pt x="501777" y="33997"/>
                  </a:lnTo>
                  <a:lnTo>
                    <a:pt x="498348" y="34683"/>
                  </a:lnTo>
                  <a:lnTo>
                    <a:pt x="492099" y="37350"/>
                  </a:lnTo>
                  <a:lnTo>
                    <a:pt x="489673" y="39027"/>
                  </a:lnTo>
                  <a:lnTo>
                    <a:pt x="487959" y="41033"/>
                  </a:lnTo>
                  <a:lnTo>
                    <a:pt x="487426" y="41033"/>
                  </a:lnTo>
                  <a:lnTo>
                    <a:pt x="490080" y="16548"/>
                  </a:lnTo>
                  <a:lnTo>
                    <a:pt x="529818" y="16548"/>
                  </a:lnTo>
                  <a:lnTo>
                    <a:pt x="529818" y="2565"/>
                  </a:lnTo>
                  <a:lnTo>
                    <a:pt x="476237" y="2565"/>
                  </a:lnTo>
                  <a:lnTo>
                    <a:pt x="471474" y="49580"/>
                  </a:lnTo>
                  <a:lnTo>
                    <a:pt x="471411" y="50190"/>
                  </a:lnTo>
                  <a:lnTo>
                    <a:pt x="486524" y="52679"/>
                  </a:lnTo>
                  <a:lnTo>
                    <a:pt x="488086" y="50965"/>
                  </a:lnTo>
                  <a:lnTo>
                    <a:pt x="490207" y="49580"/>
                  </a:lnTo>
                  <a:lnTo>
                    <a:pt x="495554" y="47472"/>
                  </a:lnTo>
                  <a:lnTo>
                    <a:pt x="498144" y="46990"/>
                  </a:lnTo>
                  <a:lnTo>
                    <a:pt x="504444" y="46990"/>
                  </a:lnTo>
                  <a:lnTo>
                    <a:pt x="518477" y="61493"/>
                  </a:lnTo>
                  <a:lnTo>
                    <a:pt x="518477" y="68414"/>
                  </a:lnTo>
                  <a:lnTo>
                    <a:pt x="517766" y="71462"/>
                  </a:lnTo>
                  <a:lnTo>
                    <a:pt x="514883" y="76695"/>
                  </a:lnTo>
                  <a:lnTo>
                    <a:pt x="514819" y="76822"/>
                  </a:lnTo>
                  <a:lnTo>
                    <a:pt x="512800" y="78905"/>
                  </a:lnTo>
                  <a:lnTo>
                    <a:pt x="507695" y="81915"/>
                  </a:lnTo>
                  <a:lnTo>
                    <a:pt x="504774" y="82664"/>
                  </a:lnTo>
                  <a:lnTo>
                    <a:pt x="497319" y="82664"/>
                  </a:lnTo>
                  <a:lnTo>
                    <a:pt x="493737" y="81483"/>
                  </a:lnTo>
                  <a:lnTo>
                    <a:pt x="487781" y="76695"/>
                  </a:lnTo>
                  <a:lnTo>
                    <a:pt x="486143" y="73596"/>
                  </a:lnTo>
                  <a:lnTo>
                    <a:pt x="485978" y="71462"/>
                  </a:lnTo>
                  <a:lnTo>
                    <a:pt x="485914" y="70688"/>
                  </a:lnTo>
                  <a:lnTo>
                    <a:pt x="485851" y="69811"/>
                  </a:lnTo>
                  <a:lnTo>
                    <a:pt x="469607" y="69811"/>
                  </a:lnTo>
                  <a:lnTo>
                    <a:pt x="495477" y="96189"/>
                  </a:lnTo>
                  <a:lnTo>
                    <a:pt x="508025" y="96189"/>
                  </a:lnTo>
                  <a:lnTo>
                    <a:pt x="513765" y="94843"/>
                  </a:lnTo>
                  <a:lnTo>
                    <a:pt x="523709" y="89395"/>
                  </a:lnTo>
                  <a:lnTo>
                    <a:pt x="527608" y="85661"/>
                  </a:lnTo>
                  <a:lnTo>
                    <a:pt x="529374" y="82664"/>
                  </a:lnTo>
                  <a:lnTo>
                    <a:pt x="533234" y="76123"/>
                  </a:lnTo>
                  <a:lnTo>
                    <a:pt x="534644" y="70688"/>
                  </a:lnTo>
                  <a:close/>
                </a:path>
                <a:path w="761365" h="104775">
                  <a:moveTo>
                    <a:pt x="570255" y="83299"/>
                  </a:moveTo>
                  <a:lnTo>
                    <a:pt x="569252" y="80987"/>
                  </a:lnTo>
                  <a:lnTo>
                    <a:pt x="567258" y="79057"/>
                  </a:lnTo>
                  <a:lnTo>
                    <a:pt x="565302" y="77127"/>
                  </a:lnTo>
                  <a:lnTo>
                    <a:pt x="563003" y="76174"/>
                  </a:lnTo>
                  <a:lnTo>
                    <a:pt x="557631" y="76174"/>
                  </a:lnTo>
                  <a:lnTo>
                    <a:pt x="555282" y="77127"/>
                  </a:lnTo>
                  <a:lnTo>
                    <a:pt x="551370" y="80987"/>
                  </a:lnTo>
                  <a:lnTo>
                    <a:pt x="550405" y="83299"/>
                  </a:lnTo>
                  <a:lnTo>
                    <a:pt x="550405" y="88773"/>
                  </a:lnTo>
                  <a:lnTo>
                    <a:pt x="551370" y="91109"/>
                  </a:lnTo>
                  <a:lnTo>
                    <a:pt x="555282" y="94957"/>
                  </a:lnTo>
                  <a:lnTo>
                    <a:pt x="557631" y="95923"/>
                  </a:lnTo>
                  <a:lnTo>
                    <a:pt x="562140" y="95923"/>
                  </a:lnTo>
                  <a:lnTo>
                    <a:pt x="570255" y="87833"/>
                  </a:lnTo>
                  <a:lnTo>
                    <a:pt x="570255" y="83299"/>
                  </a:lnTo>
                  <a:close/>
                </a:path>
                <a:path w="761365" h="104775">
                  <a:moveTo>
                    <a:pt x="653745" y="80949"/>
                  </a:moveTo>
                  <a:lnTo>
                    <a:pt x="613524" y="80949"/>
                  </a:lnTo>
                  <a:lnTo>
                    <a:pt x="613524" y="80314"/>
                  </a:lnTo>
                  <a:lnTo>
                    <a:pt x="629437" y="64135"/>
                  </a:lnTo>
                  <a:lnTo>
                    <a:pt x="635431" y="58356"/>
                  </a:lnTo>
                  <a:lnTo>
                    <a:pt x="640067" y="53441"/>
                  </a:lnTo>
                  <a:lnTo>
                    <a:pt x="646709" y="45326"/>
                  </a:lnTo>
                  <a:lnTo>
                    <a:pt x="649046" y="41630"/>
                  </a:lnTo>
                  <a:lnTo>
                    <a:pt x="651687" y="34950"/>
                  </a:lnTo>
                  <a:lnTo>
                    <a:pt x="652348" y="31546"/>
                  </a:lnTo>
                  <a:lnTo>
                    <a:pt x="652348" y="22923"/>
                  </a:lnTo>
                  <a:lnTo>
                    <a:pt x="651040" y="18326"/>
                  </a:lnTo>
                  <a:lnTo>
                    <a:pt x="648804" y="14884"/>
                  </a:lnTo>
                  <a:lnTo>
                    <a:pt x="645845" y="10261"/>
                  </a:lnTo>
                  <a:lnTo>
                    <a:pt x="642200" y="7099"/>
                  </a:lnTo>
                  <a:lnTo>
                    <a:pt x="632879" y="2489"/>
                  </a:lnTo>
                  <a:lnTo>
                    <a:pt x="627380" y="1308"/>
                  </a:lnTo>
                  <a:lnTo>
                    <a:pt x="615086" y="1308"/>
                  </a:lnTo>
                  <a:lnTo>
                    <a:pt x="589889" y="24345"/>
                  </a:lnTo>
                  <a:lnTo>
                    <a:pt x="589889" y="30213"/>
                  </a:lnTo>
                  <a:lnTo>
                    <a:pt x="605815" y="30213"/>
                  </a:lnTo>
                  <a:lnTo>
                    <a:pt x="605815" y="27063"/>
                  </a:lnTo>
                  <a:lnTo>
                    <a:pt x="606425" y="24345"/>
                  </a:lnTo>
                  <a:lnTo>
                    <a:pt x="607656" y="22047"/>
                  </a:lnTo>
                  <a:lnTo>
                    <a:pt x="608926" y="19761"/>
                  </a:lnTo>
                  <a:lnTo>
                    <a:pt x="610692" y="18008"/>
                  </a:lnTo>
                  <a:lnTo>
                    <a:pt x="612978" y="16776"/>
                  </a:lnTo>
                  <a:lnTo>
                    <a:pt x="615264" y="15506"/>
                  </a:lnTo>
                  <a:lnTo>
                    <a:pt x="617931" y="14884"/>
                  </a:lnTo>
                  <a:lnTo>
                    <a:pt x="623912" y="14884"/>
                  </a:lnTo>
                  <a:lnTo>
                    <a:pt x="626770" y="15506"/>
                  </a:lnTo>
                  <a:lnTo>
                    <a:pt x="626643" y="15506"/>
                  </a:lnTo>
                  <a:lnTo>
                    <a:pt x="631177" y="17741"/>
                  </a:lnTo>
                  <a:lnTo>
                    <a:pt x="632993" y="19354"/>
                  </a:lnTo>
                  <a:lnTo>
                    <a:pt x="635635" y="23545"/>
                  </a:lnTo>
                  <a:lnTo>
                    <a:pt x="636295" y="26035"/>
                  </a:lnTo>
                  <a:lnTo>
                    <a:pt x="636282" y="31546"/>
                  </a:lnTo>
                  <a:lnTo>
                    <a:pt x="590435" y="82842"/>
                  </a:lnTo>
                  <a:lnTo>
                    <a:pt x="590435" y="94932"/>
                  </a:lnTo>
                  <a:lnTo>
                    <a:pt x="653745" y="94932"/>
                  </a:lnTo>
                  <a:lnTo>
                    <a:pt x="653745" y="80949"/>
                  </a:lnTo>
                  <a:close/>
                </a:path>
                <a:path w="761365" h="104775">
                  <a:moveTo>
                    <a:pt x="714273" y="16281"/>
                  </a:moveTo>
                  <a:lnTo>
                    <a:pt x="713536" y="12966"/>
                  </a:lnTo>
                  <a:lnTo>
                    <a:pt x="712216" y="10287"/>
                  </a:lnTo>
                  <a:lnTo>
                    <a:pt x="710590" y="6959"/>
                  </a:lnTo>
                  <a:lnTo>
                    <a:pt x="708393" y="4559"/>
                  </a:lnTo>
                  <a:lnTo>
                    <a:pt x="702589" y="914"/>
                  </a:lnTo>
                  <a:lnTo>
                    <a:pt x="702411" y="876"/>
                  </a:lnTo>
                  <a:lnTo>
                    <a:pt x="702411" y="17513"/>
                  </a:lnTo>
                  <a:lnTo>
                    <a:pt x="702411" y="27165"/>
                  </a:lnTo>
                  <a:lnTo>
                    <a:pt x="701852" y="29362"/>
                  </a:lnTo>
                  <a:lnTo>
                    <a:pt x="699668" y="33299"/>
                  </a:lnTo>
                  <a:lnTo>
                    <a:pt x="697674" y="34277"/>
                  </a:lnTo>
                  <a:lnTo>
                    <a:pt x="691908" y="34277"/>
                  </a:lnTo>
                  <a:lnTo>
                    <a:pt x="689889" y="33299"/>
                  </a:lnTo>
                  <a:lnTo>
                    <a:pt x="688746" y="31343"/>
                  </a:lnTo>
                  <a:lnTo>
                    <a:pt x="687641" y="29362"/>
                  </a:lnTo>
                  <a:lnTo>
                    <a:pt x="687082" y="27165"/>
                  </a:lnTo>
                  <a:lnTo>
                    <a:pt x="687082" y="17513"/>
                  </a:lnTo>
                  <a:lnTo>
                    <a:pt x="687654" y="15316"/>
                  </a:lnTo>
                  <a:lnTo>
                    <a:pt x="689940" y="11290"/>
                  </a:lnTo>
                  <a:lnTo>
                    <a:pt x="691934" y="10287"/>
                  </a:lnTo>
                  <a:lnTo>
                    <a:pt x="697763" y="10287"/>
                  </a:lnTo>
                  <a:lnTo>
                    <a:pt x="699782" y="11290"/>
                  </a:lnTo>
                  <a:lnTo>
                    <a:pt x="701890" y="15316"/>
                  </a:lnTo>
                  <a:lnTo>
                    <a:pt x="702411" y="17513"/>
                  </a:lnTo>
                  <a:lnTo>
                    <a:pt x="702411" y="876"/>
                  </a:lnTo>
                  <a:lnTo>
                    <a:pt x="699033" y="0"/>
                  </a:lnTo>
                  <a:lnTo>
                    <a:pt x="690638" y="0"/>
                  </a:lnTo>
                  <a:lnTo>
                    <a:pt x="675220" y="16281"/>
                  </a:lnTo>
                  <a:lnTo>
                    <a:pt x="675233" y="28371"/>
                  </a:lnTo>
                  <a:lnTo>
                    <a:pt x="690549" y="44551"/>
                  </a:lnTo>
                  <a:lnTo>
                    <a:pt x="698969" y="44551"/>
                  </a:lnTo>
                  <a:lnTo>
                    <a:pt x="702513" y="43649"/>
                  </a:lnTo>
                  <a:lnTo>
                    <a:pt x="708355" y="40043"/>
                  </a:lnTo>
                  <a:lnTo>
                    <a:pt x="710552" y="37655"/>
                  </a:lnTo>
                  <a:lnTo>
                    <a:pt x="712228" y="34277"/>
                  </a:lnTo>
                  <a:lnTo>
                    <a:pt x="713524" y="31673"/>
                  </a:lnTo>
                  <a:lnTo>
                    <a:pt x="714273" y="28371"/>
                  </a:lnTo>
                  <a:lnTo>
                    <a:pt x="714273" y="16281"/>
                  </a:lnTo>
                  <a:close/>
                </a:path>
                <a:path w="761365" h="104775">
                  <a:moveTo>
                    <a:pt x="755129" y="2565"/>
                  </a:moveTo>
                  <a:lnTo>
                    <a:pt x="743864" y="2565"/>
                  </a:lnTo>
                  <a:lnTo>
                    <a:pt x="680364" y="94932"/>
                  </a:lnTo>
                  <a:lnTo>
                    <a:pt x="691629" y="94932"/>
                  </a:lnTo>
                  <a:lnTo>
                    <a:pt x="755129" y="2565"/>
                  </a:lnTo>
                  <a:close/>
                </a:path>
                <a:path w="761365" h="104775">
                  <a:moveTo>
                    <a:pt x="761225" y="69164"/>
                  </a:moveTo>
                  <a:lnTo>
                    <a:pt x="760488" y="65874"/>
                  </a:lnTo>
                  <a:lnTo>
                    <a:pt x="759117" y="63131"/>
                  </a:lnTo>
                  <a:lnTo>
                    <a:pt x="757504" y="59855"/>
                  </a:lnTo>
                  <a:lnTo>
                    <a:pt x="755357" y="57442"/>
                  </a:lnTo>
                  <a:lnTo>
                    <a:pt x="749541" y="53771"/>
                  </a:lnTo>
                  <a:lnTo>
                    <a:pt x="749363" y="53733"/>
                  </a:lnTo>
                  <a:lnTo>
                    <a:pt x="749363" y="70332"/>
                  </a:lnTo>
                  <a:lnTo>
                    <a:pt x="749363" y="80022"/>
                  </a:lnTo>
                  <a:lnTo>
                    <a:pt x="748804" y="82219"/>
                  </a:lnTo>
                  <a:lnTo>
                    <a:pt x="746607" y="86156"/>
                  </a:lnTo>
                  <a:lnTo>
                    <a:pt x="744613" y="87134"/>
                  </a:lnTo>
                  <a:lnTo>
                    <a:pt x="738809" y="87134"/>
                  </a:lnTo>
                  <a:lnTo>
                    <a:pt x="736815" y="86156"/>
                  </a:lnTo>
                  <a:lnTo>
                    <a:pt x="734529" y="82219"/>
                  </a:lnTo>
                  <a:lnTo>
                    <a:pt x="733945" y="80022"/>
                  </a:lnTo>
                  <a:lnTo>
                    <a:pt x="733933" y="70332"/>
                  </a:lnTo>
                  <a:lnTo>
                    <a:pt x="734529" y="68148"/>
                  </a:lnTo>
                  <a:lnTo>
                    <a:pt x="736866" y="64147"/>
                  </a:lnTo>
                  <a:lnTo>
                    <a:pt x="738873" y="63131"/>
                  </a:lnTo>
                  <a:lnTo>
                    <a:pt x="744702" y="63131"/>
                  </a:lnTo>
                  <a:lnTo>
                    <a:pt x="746734" y="64147"/>
                  </a:lnTo>
                  <a:lnTo>
                    <a:pt x="748830" y="68148"/>
                  </a:lnTo>
                  <a:lnTo>
                    <a:pt x="749363" y="70332"/>
                  </a:lnTo>
                  <a:lnTo>
                    <a:pt x="749363" y="53733"/>
                  </a:lnTo>
                  <a:lnTo>
                    <a:pt x="745959" y="52857"/>
                  </a:lnTo>
                  <a:lnTo>
                    <a:pt x="737539" y="52857"/>
                  </a:lnTo>
                  <a:lnTo>
                    <a:pt x="722172" y="69164"/>
                  </a:lnTo>
                  <a:lnTo>
                    <a:pt x="722172" y="81191"/>
                  </a:lnTo>
                  <a:lnTo>
                    <a:pt x="737489" y="97497"/>
                  </a:lnTo>
                  <a:lnTo>
                    <a:pt x="745909" y="97497"/>
                  </a:lnTo>
                  <a:lnTo>
                    <a:pt x="749452" y="96583"/>
                  </a:lnTo>
                  <a:lnTo>
                    <a:pt x="755256" y="92913"/>
                  </a:lnTo>
                  <a:lnTo>
                    <a:pt x="757466" y="90500"/>
                  </a:lnTo>
                  <a:lnTo>
                    <a:pt x="759142" y="87134"/>
                  </a:lnTo>
                  <a:lnTo>
                    <a:pt x="760476" y="84480"/>
                  </a:lnTo>
                  <a:lnTo>
                    <a:pt x="761225" y="81191"/>
                  </a:lnTo>
                  <a:lnTo>
                    <a:pt x="761225" y="691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9" name="object 99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2402749" y="5075275"/>
            <a:ext cx="223316" cy="94881"/>
          </a:xfrm>
          <a:prstGeom prst="rect">
            <a:avLst/>
          </a:prstGeom>
        </p:spPr>
      </p:pic>
      <p:pic>
        <p:nvPicPr>
          <p:cNvPr id="100" name="object 100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816100" y="2082800"/>
            <a:ext cx="2997200" cy="673100"/>
          </a:xfrm>
          <a:prstGeom prst="rect">
            <a:avLst/>
          </a:prstGeom>
        </p:spPr>
      </p:pic>
      <p:pic>
        <p:nvPicPr>
          <p:cNvPr id="101" name="object 101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1790700" y="3606800"/>
            <a:ext cx="3047999" cy="1016000"/>
          </a:xfrm>
          <a:prstGeom prst="rect">
            <a:avLst/>
          </a:prstGeom>
        </p:spPr>
      </p:pic>
      <p:grpSp>
        <p:nvGrpSpPr>
          <p:cNvPr id="102" name="object 102"/>
          <p:cNvGrpSpPr/>
          <p:nvPr/>
        </p:nvGrpSpPr>
        <p:grpSpPr>
          <a:xfrm>
            <a:off x="0" y="0"/>
            <a:ext cx="13970000" cy="7747000"/>
            <a:chOff x="0" y="0"/>
            <a:chExt cx="13970000" cy="7747000"/>
          </a:xfrm>
        </p:grpSpPr>
        <p:sp>
          <p:nvSpPr>
            <p:cNvPr id="103" name="object 103"/>
            <p:cNvSpPr/>
            <p:nvPr/>
          </p:nvSpPr>
          <p:spPr>
            <a:xfrm>
              <a:off x="0" y="0"/>
              <a:ext cx="13970000" cy="549275"/>
            </a:xfrm>
            <a:custGeom>
              <a:avLst/>
              <a:gdLst/>
              <a:ahLst/>
              <a:cxnLst/>
              <a:rect l="l" t="t" r="r" b="b"/>
              <a:pathLst>
                <a:path w="13970000" h="549275">
                  <a:moveTo>
                    <a:pt x="0" y="549275"/>
                  </a:moveTo>
                  <a:lnTo>
                    <a:pt x="13970000" y="549275"/>
                  </a:lnTo>
                  <a:lnTo>
                    <a:pt x="13970000" y="0"/>
                  </a:lnTo>
                  <a:lnTo>
                    <a:pt x="0" y="0"/>
                  </a:lnTo>
                  <a:lnTo>
                    <a:pt x="0" y="549275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4" name="object 104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6223000" y="3175"/>
              <a:ext cx="1119187" cy="690562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6454861" y="88494"/>
              <a:ext cx="615391" cy="388289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95250" y="0"/>
              <a:ext cx="1190625" cy="555498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2633325" y="28550"/>
              <a:ext cx="825500" cy="596797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2658725" y="28550"/>
              <a:ext cx="723899" cy="495197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266825" y="3111"/>
              <a:ext cx="1214437" cy="690562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464479" y="106109"/>
              <a:ext cx="779983" cy="305765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4863281" y="0"/>
              <a:ext cx="1480095" cy="633412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5073846" y="151015"/>
              <a:ext cx="1042835" cy="271259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3423900" y="3175"/>
              <a:ext cx="482599" cy="482599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2419646" y="3767"/>
              <a:ext cx="1431628" cy="694732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2555505" y="104698"/>
              <a:ext cx="1159459" cy="312254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8410575" y="3175"/>
              <a:ext cx="1209675" cy="704850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8686077" y="109626"/>
              <a:ext cx="630466" cy="337616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9553575" y="3175"/>
              <a:ext cx="1219199" cy="695325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9795505" y="213283"/>
              <a:ext cx="703580" cy="152400"/>
            </a:xfrm>
            <a:custGeom>
              <a:avLst/>
              <a:gdLst/>
              <a:ahLst/>
              <a:cxnLst/>
              <a:rect l="l" t="t" r="r" b="b"/>
              <a:pathLst>
                <a:path w="703579" h="152400">
                  <a:moveTo>
                    <a:pt x="70167" y="6489"/>
                  </a:moveTo>
                  <a:lnTo>
                    <a:pt x="39217" y="6489"/>
                  </a:lnTo>
                  <a:lnTo>
                    <a:pt x="0" y="120091"/>
                  </a:lnTo>
                  <a:lnTo>
                    <a:pt x="25730" y="120091"/>
                  </a:lnTo>
                  <a:lnTo>
                    <a:pt x="34158" y="94183"/>
                  </a:lnTo>
                  <a:lnTo>
                    <a:pt x="24129" y="94183"/>
                  </a:lnTo>
                  <a:lnTo>
                    <a:pt x="24129" y="75438"/>
                  </a:lnTo>
                  <a:lnTo>
                    <a:pt x="40256" y="75438"/>
                  </a:lnTo>
                  <a:lnTo>
                    <a:pt x="54241" y="32448"/>
                  </a:lnTo>
                  <a:lnTo>
                    <a:pt x="79117" y="32448"/>
                  </a:lnTo>
                  <a:lnTo>
                    <a:pt x="70167" y="6489"/>
                  </a:lnTo>
                  <a:close/>
                </a:path>
                <a:path w="703579" h="152400">
                  <a:moveTo>
                    <a:pt x="79117" y="32448"/>
                  </a:moveTo>
                  <a:lnTo>
                    <a:pt x="55130" y="32448"/>
                  </a:lnTo>
                  <a:lnTo>
                    <a:pt x="83591" y="120091"/>
                  </a:lnTo>
                  <a:lnTo>
                    <a:pt x="109334" y="120091"/>
                  </a:lnTo>
                  <a:lnTo>
                    <a:pt x="100401" y="94183"/>
                  </a:lnTo>
                  <a:lnTo>
                    <a:pt x="84924" y="94183"/>
                  </a:lnTo>
                  <a:lnTo>
                    <a:pt x="84924" y="75438"/>
                  </a:lnTo>
                  <a:lnTo>
                    <a:pt x="93939" y="75438"/>
                  </a:lnTo>
                  <a:lnTo>
                    <a:pt x="79117" y="32448"/>
                  </a:lnTo>
                  <a:close/>
                </a:path>
                <a:path w="703579" h="152400">
                  <a:moveTo>
                    <a:pt x="40256" y="75438"/>
                  </a:moveTo>
                  <a:lnTo>
                    <a:pt x="24129" y="75438"/>
                  </a:lnTo>
                  <a:lnTo>
                    <a:pt x="24129" y="94183"/>
                  </a:lnTo>
                  <a:lnTo>
                    <a:pt x="34158" y="94183"/>
                  </a:lnTo>
                  <a:lnTo>
                    <a:pt x="40256" y="75438"/>
                  </a:lnTo>
                  <a:close/>
                </a:path>
                <a:path w="703579" h="152400">
                  <a:moveTo>
                    <a:pt x="69090" y="75438"/>
                  </a:moveTo>
                  <a:lnTo>
                    <a:pt x="40256" y="75438"/>
                  </a:lnTo>
                  <a:lnTo>
                    <a:pt x="34158" y="94183"/>
                  </a:lnTo>
                  <a:lnTo>
                    <a:pt x="75178" y="94183"/>
                  </a:lnTo>
                  <a:lnTo>
                    <a:pt x="69090" y="75438"/>
                  </a:lnTo>
                  <a:close/>
                </a:path>
                <a:path w="703579" h="152400">
                  <a:moveTo>
                    <a:pt x="93939" y="75438"/>
                  </a:moveTo>
                  <a:lnTo>
                    <a:pt x="84924" y="75438"/>
                  </a:lnTo>
                  <a:lnTo>
                    <a:pt x="84924" y="94183"/>
                  </a:lnTo>
                  <a:lnTo>
                    <a:pt x="100401" y="94183"/>
                  </a:lnTo>
                  <a:lnTo>
                    <a:pt x="93939" y="75438"/>
                  </a:lnTo>
                  <a:close/>
                </a:path>
                <a:path w="703579" h="152400">
                  <a:moveTo>
                    <a:pt x="142201" y="34886"/>
                  </a:moveTo>
                  <a:lnTo>
                    <a:pt x="118897" y="34886"/>
                  </a:lnTo>
                  <a:lnTo>
                    <a:pt x="118897" y="152044"/>
                  </a:lnTo>
                  <a:lnTo>
                    <a:pt x="142532" y="152044"/>
                  </a:lnTo>
                  <a:lnTo>
                    <a:pt x="142532" y="106438"/>
                  </a:lnTo>
                  <a:lnTo>
                    <a:pt x="195174" y="106438"/>
                  </a:lnTo>
                  <a:lnTo>
                    <a:pt x="196939" y="102666"/>
                  </a:lnTo>
                  <a:lnTo>
                    <a:pt x="156146" y="102666"/>
                  </a:lnTo>
                  <a:lnTo>
                    <a:pt x="152907" y="101638"/>
                  </a:lnTo>
                  <a:lnTo>
                    <a:pt x="142036" y="82550"/>
                  </a:lnTo>
                  <a:lnTo>
                    <a:pt x="142036" y="72428"/>
                  </a:lnTo>
                  <a:lnTo>
                    <a:pt x="142701" y="68237"/>
                  </a:lnTo>
                  <a:lnTo>
                    <a:pt x="142806" y="67830"/>
                  </a:lnTo>
                  <a:lnTo>
                    <a:pt x="145460" y="60769"/>
                  </a:lnTo>
                  <a:lnTo>
                    <a:pt x="145541" y="60553"/>
                  </a:lnTo>
                  <a:lnTo>
                    <a:pt x="156108" y="52578"/>
                  </a:lnTo>
                  <a:lnTo>
                    <a:pt x="196957" y="52578"/>
                  </a:lnTo>
                  <a:lnTo>
                    <a:pt x="195331" y="49199"/>
                  </a:lnTo>
                  <a:lnTo>
                    <a:pt x="142201" y="49199"/>
                  </a:lnTo>
                  <a:lnTo>
                    <a:pt x="142201" y="34886"/>
                  </a:lnTo>
                  <a:close/>
                </a:path>
                <a:path w="703579" h="152400">
                  <a:moveTo>
                    <a:pt x="195174" y="106438"/>
                  </a:moveTo>
                  <a:lnTo>
                    <a:pt x="143255" y="106438"/>
                  </a:lnTo>
                  <a:lnTo>
                    <a:pt x="144322" y="108813"/>
                  </a:lnTo>
                  <a:lnTo>
                    <a:pt x="162852" y="121475"/>
                  </a:lnTo>
                  <a:lnTo>
                    <a:pt x="173913" y="121475"/>
                  </a:lnTo>
                  <a:lnTo>
                    <a:pt x="179755" y="119811"/>
                  </a:lnTo>
                  <a:lnTo>
                    <a:pt x="190220" y="113118"/>
                  </a:lnTo>
                  <a:lnTo>
                    <a:pt x="194360" y="108178"/>
                  </a:lnTo>
                  <a:lnTo>
                    <a:pt x="195174" y="106438"/>
                  </a:lnTo>
                  <a:close/>
                </a:path>
                <a:path w="703579" h="152400">
                  <a:moveTo>
                    <a:pt x="196957" y="52578"/>
                  </a:moveTo>
                  <a:lnTo>
                    <a:pt x="163829" y="52578"/>
                  </a:lnTo>
                  <a:lnTo>
                    <a:pt x="167106" y="53632"/>
                  </a:lnTo>
                  <a:lnTo>
                    <a:pt x="172427" y="57848"/>
                  </a:lnTo>
                  <a:lnTo>
                    <a:pt x="174447" y="60769"/>
                  </a:lnTo>
                  <a:lnTo>
                    <a:pt x="177029" y="67830"/>
                  </a:lnTo>
                  <a:lnTo>
                    <a:pt x="177098" y="68021"/>
                  </a:lnTo>
                  <a:lnTo>
                    <a:pt x="177177" y="68237"/>
                  </a:lnTo>
                  <a:lnTo>
                    <a:pt x="177841" y="72428"/>
                  </a:lnTo>
                  <a:lnTo>
                    <a:pt x="177847" y="82550"/>
                  </a:lnTo>
                  <a:lnTo>
                    <a:pt x="177164" y="86829"/>
                  </a:lnTo>
                  <a:lnTo>
                    <a:pt x="163791" y="102666"/>
                  </a:lnTo>
                  <a:lnTo>
                    <a:pt x="196939" y="102666"/>
                  </a:lnTo>
                  <a:lnTo>
                    <a:pt x="200469" y="95123"/>
                  </a:lnTo>
                  <a:lnTo>
                    <a:pt x="201993" y="87109"/>
                  </a:lnTo>
                  <a:lnTo>
                    <a:pt x="201993" y="67830"/>
                  </a:lnTo>
                  <a:lnTo>
                    <a:pt x="200431" y="59715"/>
                  </a:lnTo>
                  <a:lnTo>
                    <a:pt x="196957" y="52578"/>
                  </a:lnTo>
                  <a:close/>
                </a:path>
                <a:path w="703579" h="152400">
                  <a:moveTo>
                    <a:pt x="173710" y="33782"/>
                  </a:moveTo>
                  <a:lnTo>
                    <a:pt x="162725" y="33782"/>
                  </a:lnTo>
                  <a:lnTo>
                    <a:pt x="158724" y="34594"/>
                  </a:lnTo>
                  <a:lnTo>
                    <a:pt x="143255" y="49199"/>
                  </a:lnTo>
                  <a:lnTo>
                    <a:pt x="195331" y="49199"/>
                  </a:lnTo>
                  <a:lnTo>
                    <a:pt x="173710" y="33782"/>
                  </a:lnTo>
                  <a:close/>
                </a:path>
                <a:path w="703579" h="152400">
                  <a:moveTo>
                    <a:pt x="237388" y="34886"/>
                  </a:moveTo>
                  <a:lnTo>
                    <a:pt x="214096" y="34886"/>
                  </a:lnTo>
                  <a:lnTo>
                    <a:pt x="214096" y="152044"/>
                  </a:lnTo>
                  <a:lnTo>
                    <a:pt x="237718" y="152044"/>
                  </a:lnTo>
                  <a:lnTo>
                    <a:pt x="237718" y="106438"/>
                  </a:lnTo>
                  <a:lnTo>
                    <a:pt x="290361" y="106438"/>
                  </a:lnTo>
                  <a:lnTo>
                    <a:pt x="292126" y="102666"/>
                  </a:lnTo>
                  <a:lnTo>
                    <a:pt x="251332" y="102666"/>
                  </a:lnTo>
                  <a:lnTo>
                    <a:pt x="248094" y="101638"/>
                  </a:lnTo>
                  <a:lnTo>
                    <a:pt x="237223" y="82550"/>
                  </a:lnTo>
                  <a:lnTo>
                    <a:pt x="237223" y="72428"/>
                  </a:lnTo>
                  <a:lnTo>
                    <a:pt x="242624" y="57848"/>
                  </a:lnTo>
                  <a:lnTo>
                    <a:pt x="242747" y="57670"/>
                  </a:lnTo>
                  <a:lnTo>
                    <a:pt x="247994" y="53632"/>
                  </a:lnTo>
                  <a:lnTo>
                    <a:pt x="249140" y="53251"/>
                  </a:lnTo>
                  <a:lnTo>
                    <a:pt x="251294" y="52578"/>
                  </a:lnTo>
                  <a:lnTo>
                    <a:pt x="292144" y="52578"/>
                  </a:lnTo>
                  <a:lnTo>
                    <a:pt x="290517" y="49199"/>
                  </a:lnTo>
                  <a:lnTo>
                    <a:pt x="237388" y="49199"/>
                  </a:lnTo>
                  <a:lnTo>
                    <a:pt x="237388" y="34886"/>
                  </a:lnTo>
                  <a:close/>
                </a:path>
                <a:path w="703579" h="152400">
                  <a:moveTo>
                    <a:pt x="290361" y="106438"/>
                  </a:moveTo>
                  <a:lnTo>
                    <a:pt x="238442" y="106438"/>
                  </a:lnTo>
                  <a:lnTo>
                    <a:pt x="239521" y="108813"/>
                  </a:lnTo>
                  <a:lnTo>
                    <a:pt x="258038" y="121475"/>
                  </a:lnTo>
                  <a:lnTo>
                    <a:pt x="269100" y="121475"/>
                  </a:lnTo>
                  <a:lnTo>
                    <a:pt x="274942" y="119811"/>
                  </a:lnTo>
                  <a:lnTo>
                    <a:pt x="285407" y="113118"/>
                  </a:lnTo>
                  <a:lnTo>
                    <a:pt x="289547" y="108178"/>
                  </a:lnTo>
                  <a:lnTo>
                    <a:pt x="290361" y="106438"/>
                  </a:lnTo>
                  <a:close/>
                </a:path>
                <a:path w="703579" h="152400">
                  <a:moveTo>
                    <a:pt x="292144" y="52578"/>
                  </a:moveTo>
                  <a:lnTo>
                    <a:pt x="259029" y="52578"/>
                  </a:lnTo>
                  <a:lnTo>
                    <a:pt x="262293" y="53632"/>
                  </a:lnTo>
                  <a:lnTo>
                    <a:pt x="267627" y="57848"/>
                  </a:lnTo>
                  <a:lnTo>
                    <a:pt x="269633" y="60769"/>
                  </a:lnTo>
                  <a:lnTo>
                    <a:pt x="272227" y="67830"/>
                  </a:lnTo>
                  <a:lnTo>
                    <a:pt x="272297" y="68021"/>
                  </a:lnTo>
                  <a:lnTo>
                    <a:pt x="272376" y="68237"/>
                  </a:lnTo>
                  <a:lnTo>
                    <a:pt x="273040" y="72428"/>
                  </a:lnTo>
                  <a:lnTo>
                    <a:pt x="273046" y="82550"/>
                  </a:lnTo>
                  <a:lnTo>
                    <a:pt x="272351" y="86829"/>
                  </a:lnTo>
                  <a:lnTo>
                    <a:pt x="258991" y="102666"/>
                  </a:lnTo>
                  <a:lnTo>
                    <a:pt x="292126" y="102666"/>
                  </a:lnTo>
                  <a:lnTo>
                    <a:pt x="295655" y="95123"/>
                  </a:lnTo>
                  <a:lnTo>
                    <a:pt x="297192" y="87109"/>
                  </a:lnTo>
                  <a:lnTo>
                    <a:pt x="297192" y="67830"/>
                  </a:lnTo>
                  <a:lnTo>
                    <a:pt x="295617" y="59715"/>
                  </a:lnTo>
                  <a:lnTo>
                    <a:pt x="292144" y="52578"/>
                  </a:lnTo>
                  <a:close/>
                </a:path>
                <a:path w="703579" h="152400">
                  <a:moveTo>
                    <a:pt x="268897" y="33782"/>
                  </a:moveTo>
                  <a:lnTo>
                    <a:pt x="257911" y="33782"/>
                  </a:lnTo>
                  <a:lnTo>
                    <a:pt x="253923" y="34594"/>
                  </a:lnTo>
                  <a:lnTo>
                    <a:pt x="247522" y="37807"/>
                  </a:lnTo>
                  <a:lnTo>
                    <a:pt x="244932" y="39801"/>
                  </a:lnTo>
                  <a:lnTo>
                    <a:pt x="240982" y="44577"/>
                  </a:lnTo>
                  <a:lnTo>
                    <a:pt x="239590" y="46736"/>
                  </a:lnTo>
                  <a:lnTo>
                    <a:pt x="239483" y="46901"/>
                  </a:lnTo>
                  <a:lnTo>
                    <a:pt x="238442" y="49199"/>
                  </a:lnTo>
                  <a:lnTo>
                    <a:pt x="290517" y="49199"/>
                  </a:lnTo>
                  <a:lnTo>
                    <a:pt x="289410" y="46901"/>
                  </a:lnTo>
                  <a:lnTo>
                    <a:pt x="289331" y="46736"/>
                  </a:lnTo>
                  <a:lnTo>
                    <a:pt x="285127" y="41871"/>
                  </a:lnTo>
                  <a:lnTo>
                    <a:pt x="274624" y="35407"/>
                  </a:lnTo>
                  <a:lnTo>
                    <a:pt x="268897" y="33782"/>
                  </a:lnTo>
                  <a:close/>
                </a:path>
                <a:path w="703579" h="152400">
                  <a:moveTo>
                    <a:pt x="352793" y="33782"/>
                  </a:moveTo>
                  <a:lnTo>
                    <a:pt x="338810" y="33782"/>
                  </a:lnTo>
                  <a:lnTo>
                    <a:pt x="331520" y="35623"/>
                  </a:lnTo>
                  <a:lnTo>
                    <a:pt x="305891" y="68884"/>
                  </a:lnTo>
                  <a:lnTo>
                    <a:pt x="305841" y="86868"/>
                  </a:lnTo>
                  <a:lnTo>
                    <a:pt x="307454" y="94246"/>
                  </a:lnTo>
                  <a:lnTo>
                    <a:pt x="307543" y="94653"/>
                  </a:lnTo>
                  <a:lnTo>
                    <a:pt x="339343" y="121754"/>
                  </a:lnTo>
                  <a:lnTo>
                    <a:pt x="355142" y="121754"/>
                  </a:lnTo>
                  <a:lnTo>
                    <a:pt x="384035" y="104114"/>
                  </a:lnTo>
                  <a:lnTo>
                    <a:pt x="344538" y="104114"/>
                  </a:lnTo>
                  <a:lnTo>
                    <a:pt x="341121" y="103289"/>
                  </a:lnTo>
                  <a:lnTo>
                    <a:pt x="329196" y="87807"/>
                  </a:lnTo>
                  <a:lnTo>
                    <a:pt x="329204" y="83540"/>
                  </a:lnTo>
                  <a:lnTo>
                    <a:pt x="315277" y="83540"/>
                  </a:lnTo>
                  <a:lnTo>
                    <a:pt x="315277" y="68884"/>
                  </a:lnTo>
                  <a:lnTo>
                    <a:pt x="329230" y="68884"/>
                  </a:lnTo>
                  <a:lnTo>
                    <a:pt x="329234" y="66306"/>
                  </a:lnTo>
                  <a:lnTo>
                    <a:pt x="329963" y="63474"/>
                  </a:lnTo>
                  <a:lnTo>
                    <a:pt x="330022" y="63246"/>
                  </a:lnTo>
                  <a:lnTo>
                    <a:pt x="331584" y="60515"/>
                  </a:lnTo>
                  <a:lnTo>
                    <a:pt x="333133" y="57734"/>
                  </a:lnTo>
                  <a:lnTo>
                    <a:pt x="335279" y="55537"/>
                  </a:lnTo>
                  <a:lnTo>
                    <a:pt x="340791" y="52247"/>
                  </a:lnTo>
                  <a:lnTo>
                    <a:pt x="343966" y="51422"/>
                  </a:lnTo>
                  <a:lnTo>
                    <a:pt x="381363" y="51422"/>
                  </a:lnTo>
                  <a:lnTo>
                    <a:pt x="379325" y="48183"/>
                  </a:lnTo>
                  <a:lnTo>
                    <a:pt x="371995" y="40944"/>
                  </a:lnTo>
                  <a:lnTo>
                    <a:pt x="367753" y="38265"/>
                  </a:lnTo>
                  <a:lnTo>
                    <a:pt x="362864" y="36499"/>
                  </a:lnTo>
                  <a:lnTo>
                    <a:pt x="358025" y="34683"/>
                  </a:lnTo>
                  <a:lnTo>
                    <a:pt x="352793" y="33782"/>
                  </a:lnTo>
                  <a:close/>
                </a:path>
                <a:path w="703579" h="152400">
                  <a:moveTo>
                    <a:pt x="364858" y="94246"/>
                  </a:moveTo>
                  <a:lnTo>
                    <a:pt x="351129" y="104114"/>
                  </a:lnTo>
                  <a:lnTo>
                    <a:pt x="384035" y="104114"/>
                  </a:lnTo>
                  <a:lnTo>
                    <a:pt x="385503" y="101155"/>
                  </a:lnTo>
                  <a:lnTo>
                    <a:pt x="385610" y="100939"/>
                  </a:lnTo>
                  <a:lnTo>
                    <a:pt x="386714" y="95681"/>
                  </a:lnTo>
                  <a:lnTo>
                    <a:pt x="364858" y="94246"/>
                  </a:lnTo>
                  <a:close/>
                </a:path>
                <a:path w="703579" h="152400">
                  <a:moveTo>
                    <a:pt x="329230" y="68884"/>
                  </a:moveTo>
                  <a:lnTo>
                    <a:pt x="315277" y="68884"/>
                  </a:lnTo>
                  <a:lnTo>
                    <a:pt x="315277" y="83540"/>
                  </a:lnTo>
                  <a:lnTo>
                    <a:pt x="329204" y="83540"/>
                  </a:lnTo>
                  <a:lnTo>
                    <a:pt x="329230" y="68884"/>
                  </a:lnTo>
                  <a:close/>
                </a:path>
                <a:path w="703579" h="152400">
                  <a:moveTo>
                    <a:pt x="381363" y="51422"/>
                  </a:moveTo>
                  <a:lnTo>
                    <a:pt x="351002" y="51422"/>
                  </a:lnTo>
                  <a:lnTo>
                    <a:pt x="354318" y="52247"/>
                  </a:lnTo>
                  <a:lnTo>
                    <a:pt x="354142" y="52247"/>
                  </a:lnTo>
                  <a:lnTo>
                    <a:pt x="356603" y="53695"/>
                  </a:lnTo>
                  <a:lnTo>
                    <a:pt x="359219" y="55168"/>
                  </a:lnTo>
                  <a:lnTo>
                    <a:pt x="361276" y="57226"/>
                  </a:lnTo>
                  <a:lnTo>
                    <a:pt x="364235" y="62471"/>
                  </a:lnTo>
                  <a:lnTo>
                    <a:pt x="364972" y="65493"/>
                  </a:lnTo>
                  <a:lnTo>
                    <a:pt x="364972" y="68884"/>
                  </a:lnTo>
                  <a:lnTo>
                    <a:pt x="329230" y="68884"/>
                  </a:lnTo>
                  <a:lnTo>
                    <a:pt x="329204" y="83540"/>
                  </a:lnTo>
                  <a:lnTo>
                    <a:pt x="387222" y="83540"/>
                  </a:lnTo>
                  <a:lnTo>
                    <a:pt x="387112" y="69113"/>
                  </a:lnTo>
                  <a:lnTo>
                    <a:pt x="386206" y="63474"/>
                  </a:lnTo>
                  <a:lnTo>
                    <a:pt x="382130" y="52641"/>
                  </a:lnTo>
                  <a:lnTo>
                    <a:pt x="381363" y="51422"/>
                  </a:lnTo>
                  <a:close/>
                </a:path>
                <a:path w="703579" h="152400">
                  <a:moveTo>
                    <a:pt x="421500" y="34886"/>
                  </a:moveTo>
                  <a:lnTo>
                    <a:pt x="398983" y="34886"/>
                  </a:lnTo>
                  <a:lnTo>
                    <a:pt x="398983" y="120091"/>
                  </a:lnTo>
                  <a:lnTo>
                    <a:pt x="422605" y="120091"/>
                  </a:lnTo>
                  <a:lnTo>
                    <a:pt x="422643" y="67170"/>
                  </a:lnTo>
                  <a:lnTo>
                    <a:pt x="423329" y="64046"/>
                  </a:lnTo>
                  <a:lnTo>
                    <a:pt x="426034" y="58826"/>
                  </a:lnTo>
                  <a:lnTo>
                    <a:pt x="427913" y="56832"/>
                  </a:lnTo>
                  <a:lnTo>
                    <a:pt x="432765" y="54102"/>
                  </a:lnTo>
                  <a:lnTo>
                    <a:pt x="435104" y="53530"/>
                  </a:lnTo>
                  <a:lnTo>
                    <a:pt x="476313" y="53530"/>
                  </a:lnTo>
                  <a:lnTo>
                    <a:pt x="474462" y="49923"/>
                  </a:lnTo>
                  <a:lnTo>
                    <a:pt x="421500" y="49923"/>
                  </a:lnTo>
                  <a:lnTo>
                    <a:pt x="421500" y="34886"/>
                  </a:lnTo>
                  <a:close/>
                </a:path>
                <a:path w="703579" h="152400">
                  <a:moveTo>
                    <a:pt x="476313" y="53530"/>
                  </a:moveTo>
                  <a:lnTo>
                    <a:pt x="443772" y="53530"/>
                  </a:lnTo>
                  <a:lnTo>
                    <a:pt x="447205" y="54889"/>
                  </a:lnTo>
                  <a:lnTo>
                    <a:pt x="449897" y="57848"/>
                  </a:lnTo>
                  <a:lnTo>
                    <a:pt x="452602" y="60769"/>
                  </a:lnTo>
                  <a:lnTo>
                    <a:pt x="453936" y="64846"/>
                  </a:lnTo>
                  <a:lnTo>
                    <a:pt x="453897" y="120091"/>
                  </a:lnTo>
                  <a:lnTo>
                    <a:pt x="477532" y="120091"/>
                  </a:lnTo>
                  <a:lnTo>
                    <a:pt x="477448" y="58826"/>
                  </a:lnTo>
                  <a:lnTo>
                    <a:pt x="476435" y="54102"/>
                  </a:lnTo>
                  <a:lnTo>
                    <a:pt x="476313" y="53530"/>
                  </a:lnTo>
                  <a:close/>
                </a:path>
                <a:path w="703579" h="152400">
                  <a:moveTo>
                    <a:pt x="454050" y="33782"/>
                  </a:moveTo>
                  <a:lnTo>
                    <a:pt x="441807" y="33782"/>
                  </a:lnTo>
                  <a:lnTo>
                    <a:pt x="436422" y="35242"/>
                  </a:lnTo>
                  <a:lnTo>
                    <a:pt x="431990" y="38163"/>
                  </a:lnTo>
                  <a:lnTo>
                    <a:pt x="427545" y="41046"/>
                  </a:lnTo>
                  <a:lnTo>
                    <a:pt x="424383" y="44958"/>
                  </a:lnTo>
                  <a:lnTo>
                    <a:pt x="422503" y="49923"/>
                  </a:lnTo>
                  <a:lnTo>
                    <a:pt x="474462" y="49923"/>
                  </a:lnTo>
                  <a:lnTo>
                    <a:pt x="471423" y="43942"/>
                  </a:lnTo>
                  <a:lnTo>
                    <a:pt x="468007" y="40246"/>
                  </a:lnTo>
                  <a:lnTo>
                    <a:pt x="459206" y="35064"/>
                  </a:lnTo>
                  <a:lnTo>
                    <a:pt x="454050" y="33782"/>
                  </a:lnTo>
                  <a:close/>
                </a:path>
                <a:path w="703579" h="152400">
                  <a:moveTo>
                    <a:pt x="528599" y="33782"/>
                  </a:moveTo>
                  <a:lnTo>
                    <a:pt x="517588" y="33782"/>
                  </a:lnTo>
                  <a:lnTo>
                    <a:pt x="511835" y="35407"/>
                  </a:lnTo>
                  <a:lnTo>
                    <a:pt x="501370" y="41871"/>
                  </a:lnTo>
                  <a:lnTo>
                    <a:pt x="497192" y="46736"/>
                  </a:lnTo>
                  <a:lnTo>
                    <a:pt x="490905" y="59715"/>
                  </a:lnTo>
                  <a:lnTo>
                    <a:pt x="489330" y="67830"/>
                  </a:lnTo>
                  <a:lnTo>
                    <a:pt x="489330" y="87109"/>
                  </a:lnTo>
                  <a:lnTo>
                    <a:pt x="490727" y="94513"/>
                  </a:lnTo>
                  <a:lnTo>
                    <a:pt x="490842" y="95123"/>
                  </a:lnTo>
                  <a:lnTo>
                    <a:pt x="517423" y="121475"/>
                  </a:lnTo>
                  <a:lnTo>
                    <a:pt x="528472" y="121475"/>
                  </a:lnTo>
                  <a:lnTo>
                    <a:pt x="532358" y="120726"/>
                  </a:lnTo>
                  <a:lnTo>
                    <a:pt x="535533" y="119202"/>
                  </a:lnTo>
                  <a:lnTo>
                    <a:pt x="538759" y="117690"/>
                  </a:lnTo>
                  <a:lnTo>
                    <a:pt x="541362" y="115785"/>
                  </a:lnTo>
                  <a:lnTo>
                    <a:pt x="545388" y="111163"/>
                  </a:lnTo>
                  <a:lnTo>
                    <a:pt x="546963" y="108813"/>
                  </a:lnTo>
                  <a:lnTo>
                    <a:pt x="548081" y="106438"/>
                  </a:lnTo>
                  <a:lnTo>
                    <a:pt x="572376" y="106438"/>
                  </a:lnTo>
                  <a:lnTo>
                    <a:pt x="572376" y="102666"/>
                  </a:lnTo>
                  <a:lnTo>
                    <a:pt x="527494" y="102666"/>
                  </a:lnTo>
                  <a:lnTo>
                    <a:pt x="524415" y="101676"/>
                  </a:lnTo>
                  <a:lnTo>
                    <a:pt x="513476" y="82550"/>
                  </a:lnTo>
                  <a:lnTo>
                    <a:pt x="513483" y="72428"/>
                  </a:lnTo>
                  <a:lnTo>
                    <a:pt x="527494" y="52578"/>
                  </a:lnTo>
                  <a:lnTo>
                    <a:pt x="572376" y="52578"/>
                  </a:lnTo>
                  <a:lnTo>
                    <a:pt x="572376" y="49199"/>
                  </a:lnTo>
                  <a:lnTo>
                    <a:pt x="548081" y="49199"/>
                  </a:lnTo>
                  <a:lnTo>
                    <a:pt x="547039" y="46901"/>
                  </a:lnTo>
                  <a:lnTo>
                    <a:pt x="545528" y="44577"/>
                  </a:lnTo>
                  <a:lnTo>
                    <a:pt x="543521" y="42202"/>
                  </a:lnTo>
                  <a:lnTo>
                    <a:pt x="541566" y="39801"/>
                  </a:lnTo>
                  <a:lnTo>
                    <a:pt x="538975" y="37807"/>
                  </a:lnTo>
                  <a:lnTo>
                    <a:pt x="535762" y="36220"/>
                  </a:lnTo>
                  <a:lnTo>
                    <a:pt x="532574" y="34594"/>
                  </a:lnTo>
                  <a:lnTo>
                    <a:pt x="528599" y="33782"/>
                  </a:lnTo>
                  <a:close/>
                </a:path>
                <a:path w="703579" h="152400">
                  <a:moveTo>
                    <a:pt x="572376" y="106438"/>
                  </a:moveTo>
                  <a:lnTo>
                    <a:pt x="549071" y="106438"/>
                  </a:lnTo>
                  <a:lnTo>
                    <a:pt x="549071" y="120091"/>
                  </a:lnTo>
                  <a:lnTo>
                    <a:pt x="572376" y="120091"/>
                  </a:lnTo>
                  <a:lnTo>
                    <a:pt x="572376" y="106438"/>
                  </a:lnTo>
                  <a:close/>
                </a:path>
                <a:path w="703579" h="152400">
                  <a:moveTo>
                    <a:pt x="572376" y="52578"/>
                  </a:moveTo>
                  <a:lnTo>
                    <a:pt x="535190" y="52578"/>
                  </a:lnTo>
                  <a:lnTo>
                    <a:pt x="538478" y="53632"/>
                  </a:lnTo>
                  <a:lnTo>
                    <a:pt x="543750" y="57670"/>
                  </a:lnTo>
                  <a:lnTo>
                    <a:pt x="545782" y="60553"/>
                  </a:lnTo>
                  <a:lnTo>
                    <a:pt x="548517" y="67830"/>
                  </a:lnTo>
                  <a:lnTo>
                    <a:pt x="548624" y="68237"/>
                  </a:lnTo>
                  <a:lnTo>
                    <a:pt x="549300" y="72428"/>
                  </a:lnTo>
                  <a:lnTo>
                    <a:pt x="549300" y="82550"/>
                  </a:lnTo>
                  <a:lnTo>
                    <a:pt x="548599" y="86829"/>
                  </a:lnTo>
                  <a:lnTo>
                    <a:pt x="548522" y="87109"/>
                  </a:lnTo>
                  <a:lnTo>
                    <a:pt x="547128" y="90741"/>
                  </a:lnTo>
                  <a:lnTo>
                    <a:pt x="545731" y="94513"/>
                  </a:lnTo>
                  <a:lnTo>
                    <a:pt x="543699" y="97459"/>
                  </a:lnTo>
                  <a:lnTo>
                    <a:pt x="541091" y="99517"/>
                  </a:lnTo>
                  <a:lnTo>
                    <a:pt x="538284" y="101676"/>
                  </a:lnTo>
                  <a:lnTo>
                    <a:pt x="535190" y="102666"/>
                  </a:lnTo>
                  <a:lnTo>
                    <a:pt x="572376" y="102666"/>
                  </a:lnTo>
                  <a:lnTo>
                    <a:pt x="572376" y="52578"/>
                  </a:lnTo>
                  <a:close/>
                </a:path>
                <a:path w="703579" h="152400">
                  <a:moveTo>
                    <a:pt x="572376" y="6489"/>
                  </a:moveTo>
                  <a:lnTo>
                    <a:pt x="548792" y="6489"/>
                  </a:lnTo>
                  <a:lnTo>
                    <a:pt x="548792" y="49199"/>
                  </a:lnTo>
                  <a:lnTo>
                    <a:pt x="572376" y="49199"/>
                  </a:lnTo>
                  <a:lnTo>
                    <a:pt x="572376" y="6489"/>
                  </a:lnTo>
                  <a:close/>
                </a:path>
                <a:path w="703579" h="152400">
                  <a:moveTo>
                    <a:pt x="611771" y="34886"/>
                  </a:moveTo>
                  <a:lnTo>
                    <a:pt x="588136" y="34886"/>
                  </a:lnTo>
                  <a:lnTo>
                    <a:pt x="588136" y="120091"/>
                  </a:lnTo>
                  <a:lnTo>
                    <a:pt x="611771" y="120091"/>
                  </a:lnTo>
                  <a:lnTo>
                    <a:pt x="611771" y="34886"/>
                  </a:lnTo>
                  <a:close/>
                </a:path>
                <a:path w="703579" h="152400">
                  <a:moveTo>
                    <a:pt x="603529" y="0"/>
                  </a:moveTo>
                  <a:lnTo>
                    <a:pt x="596493" y="0"/>
                  </a:lnTo>
                  <a:lnTo>
                    <a:pt x="593483" y="1181"/>
                  </a:lnTo>
                  <a:lnTo>
                    <a:pt x="588492" y="5867"/>
                  </a:lnTo>
                  <a:lnTo>
                    <a:pt x="587247" y="8661"/>
                  </a:lnTo>
                  <a:lnTo>
                    <a:pt x="587247" y="15214"/>
                  </a:lnTo>
                  <a:lnTo>
                    <a:pt x="588492" y="18046"/>
                  </a:lnTo>
                  <a:lnTo>
                    <a:pt x="590969" y="20408"/>
                  </a:lnTo>
                  <a:lnTo>
                    <a:pt x="593483" y="22733"/>
                  </a:lnTo>
                  <a:lnTo>
                    <a:pt x="596493" y="23901"/>
                  </a:lnTo>
                  <a:lnTo>
                    <a:pt x="603529" y="23901"/>
                  </a:lnTo>
                  <a:lnTo>
                    <a:pt x="606526" y="22733"/>
                  </a:lnTo>
                  <a:lnTo>
                    <a:pt x="611517" y="18046"/>
                  </a:lnTo>
                  <a:lnTo>
                    <a:pt x="612774" y="15214"/>
                  </a:lnTo>
                  <a:lnTo>
                    <a:pt x="612774" y="8661"/>
                  </a:lnTo>
                  <a:lnTo>
                    <a:pt x="611517" y="5867"/>
                  </a:lnTo>
                  <a:lnTo>
                    <a:pt x="609003" y="3543"/>
                  </a:lnTo>
                  <a:lnTo>
                    <a:pt x="606526" y="1181"/>
                  </a:lnTo>
                  <a:lnTo>
                    <a:pt x="603529" y="0"/>
                  </a:lnTo>
                  <a:close/>
                </a:path>
                <a:path w="703579" h="152400">
                  <a:moveTo>
                    <a:pt x="646785" y="34886"/>
                  </a:moveTo>
                  <a:lnTo>
                    <a:pt x="622376" y="34886"/>
                  </a:lnTo>
                  <a:lnTo>
                    <a:pt x="646785" y="77482"/>
                  </a:lnTo>
                  <a:lnTo>
                    <a:pt x="621487" y="120091"/>
                  </a:lnTo>
                  <a:lnTo>
                    <a:pt x="645896" y="120091"/>
                  </a:lnTo>
                  <a:lnTo>
                    <a:pt x="662432" y="90639"/>
                  </a:lnTo>
                  <a:lnTo>
                    <a:pt x="685846" y="90639"/>
                  </a:lnTo>
                  <a:lnTo>
                    <a:pt x="678014" y="77482"/>
                  </a:lnTo>
                  <a:lnTo>
                    <a:pt x="685442" y="64668"/>
                  </a:lnTo>
                  <a:lnTo>
                    <a:pt x="662432" y="64668"/>
                  </a:lnTo>
                  <a:lnTo>
                    <a:pt x="646785" y="34886"/>
                  </a:lnTo>
                  <a:close/>
                </a:path>
                <a:path w="703579" h="152400">
                  <a:moveTo>
                    <a:pt x="685846" y="90639"/>
                  </a:moveTo>
                  <a:lnTo>
                    <a:pt x="662432" y="90639"/>
                  </a:lnTo>
                  <a:lnTo>
                    <a:pt x="679234" y="120091"/>
                  </a:lnTo>
                  <a:lnTo>
                    <a:pt x="703376" y="120091"/>
                  </a:lnTo>
                  <a:lnTo>
                    <a:pt x="685846" y="90639"/>
                  </a:lnTo>
                  <a:close/>
                </a:path>
                <a:path w="703579" h="152400">
                  <a:moveTo>
                    <a:pt x="702703" y="34886"/>
                  </a:moveTo>
                  <a:lnTo>
                    <a:pt x="678459" y="34886"/>
                  </a:lnTo>
                  <a:lnTo>
                    <a:pt x="662432" y="64668"/>
                  </a:lnTo>
                  <a:lnTo>
                    <a:pt x="685442" y="64668"/>
                  </a:lnTo>
                  <a:lnTo>
                    <a:pt x="702703" y="348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3759200" y="3175"/>
              <a:ext cx="1246628" cy="701237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3903257" y="104493"/>
              <a:ext cx="901738" cy="312254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7264400" y="3968"/>
              <a:ext cx="1219199" cy="695325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7342658" y="121824"/>
              <a:ext cx="1036789" cy="293585"/>
            </a:xfrm>
            <a:prstGeom prst="rect">
              <a:avLst/>
            </a:prstGeom>
          </p:spPr>
        </p:pic>
        <p:sp>
          <p:nvSpPr>
            <p:cNvPr id="124" name="object 124"/>
            <p:cNvSpPr/>
            <p:nvPr/>
          </p:nvSpPr>
          <p:spPr>
            <a:xfrm>
              <a:off x="13893800" y="533400"/>
              <a:ext cx="76200" cy="7199630"/>
            </a:xfrm>
            <a:custGeom>
              <a:avLst/>
              <a:gdLst/>
              <a:ahLst/>
              <a:cxnLst/>
              <a:rect l="l" t="t" r="r" b="b"/>
              <a:pathLst>
                <a:path w="76200" h="7199630">
                  <a:moveTo>
                    <a:pt x="76200" y="7199376"/>
                  </a:moveTo>
                  <a:lnTo>
                    <a:pt x="0" y="7199376"/>
                  </a:lnTo>
                  <a:lnTo>
                    <a:pt x="0" y="0"/>
                  </a:lnTo>
                  <a:lnTo>
                    <a:pt x="76200" y="0"/>
                  </a:lnTo>
                  <a:lnTo>
                    <a:pt x="76200" y="7199376"/>
                  </a:lnTo>
                  <a:close/>
                </a:path>
              </a:pathLst>
            </a:custGeom>
            <a:solidFill>
              <a:srgbClr val="E13E4E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5" name="object 125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0579100" y="2031994"/>
              <a:ext cx="3302000" cy="241300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0579100" y="2324100"/>
              <a:ext cx="3302000" cy="203200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1264900" y="2565400"/>
              <a:ext cx="2603500" cy="558800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11277600" y="3886200"/>
              <a:ext cx="2603500" cy="716724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11277600" y="3175000"/>
              <a:ext cx="2603500" cy="660400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88900" y="5346700"/>
              <a:ext cx="6489700" cy="2400300"/>
            </a:xfrm>
            <a:custGeom>
              <a:avLst/>
              <a:gdLst/>
              <a:ahLst/>
              <a:cxnLst/>
              <a:rect l="l" t="t" r="r" b="b"/>
              <a:pathLst>
                <a:path w="6489700" h="2400300">
                  <a:moveTo>
                    <a:pt x="342900" y="0"/>
                  </a:moveTo>
                  <a:lnTo>
                    <a:pt x="0" y="0"/>
                  </a:lnTo>
                  <a:lnTo>
                    <a:pt x="0" y="2400300"/>
                  </a:lnTo>
                  <a:lnTo>
                    <a:pt x="342900" y="2400300"/>
                  </a:lnTo>
                  <a:lnTo>
                    <a:pt x="342900" y="0"/>
                  </a:lnTo>
                  <a:close/>
                </a:path>
                <a:path w="6489700" h="2400300">
                  <a:moveTo>
                    <a:pt x="6489700" y="0"/>
                  </a:moveTo>
                  <a:lnTo>
                    <a:pt x="6146800" y="0"/>
                  </a:lnTo>
                  <a:lnTo>
                    <a:pt x="6146800" y="2400300"/>
                  </a:lnTo>
                  <a:lnTo>
                    <a:pt x="6489700" y="2400300"/>
                  </a:lnTo>
                  <a:lnTo>
                    <a:pt x="6489700" y="0"/>
                  </a:lnTo>
                  <a:close/>
                </a:path>
              </a:pathLst>
            </a:custGeom>
            <a:solidFill>
              <a:srgbClr val="590948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1" name="object 131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189328" y="5985463"/>
              <a:ext cx="134632" cy="1332318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6578600" y="5257800"/>
              <a:ext cx="1790700" cy="2489200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6344208" y="6233515"/>
              <a:ext cx="135255" cy="720090"/>
            </a:xfrm>
            <a:custGeom>
              <a:avLst/>
              <a:gdLst/>
              <a:ahLst/>
              <a:cxnLst/>
              <a:rect l="l" t="t" r="r" b="b"/>
              <a:pathLst>
                <a:path w="135254" h="720090">
                  <a:moveTo>
                    <a:pt x="29070" y="655243"/>
                  </a:moveTo>
                  <a:lnTo>
                    <a:pt x="29070" y="681494"/>
                  </a:lnTo>
                  <a:lnTo>
                    <a:pt x="132791" y="681494"/>
                  </a:lnTo>
                  <a:lnTo>
                    <a:pt x="132791" y="655243"/>
                  </a:lnTo>
                  <a:lnTo>
                    <a:pt x="29070" y="655243"/>
                  </a:lnTo>
                  <a:close/>
                </a:path>
                <a:path w="135254" h="720090">
                  <a:moveTo>
                    <a:pt x="7175" y="616788"/>
                  </a:moveTo>
                  <a:lnTo>
                    <a:pt x="7175" y="719950"/>
                  </a:lnTo>
                  <a:lnTo>
                    <a:pt x="29070" y="719950"/>
                  </a:lnTo>
                  <a:lnTo>
                    <a:pt x="29070" y="616788"/>
                  </a:lnTo>
                  <a:lnTo>
                    <a:pt x="7175" y="616788"/>
                  </a:lnTo>
                  <a:close/>
                </a:path>
                <a:path w="135254" h="720090">
                  <a:moveTo>
                    <a:pt x="38582" y="573481"/>
                  </a:moveTo>
                  <a:lnTo>
                    <a:pt x="38582" y="599605"/>
                  </a:lnTo>
                  <a:lnTo>
                    <a:pt x="132791" y="599605"/>
                  </a:lnTo>
                  <a:lnTo>
                    <a:pt x="132791" y="573481"/>
                  </a:lnTo>
                  <a:lnTo>
                    <a:pt x="38582" y="573481"/>
                  </a:lnTo>
                  <a:close/>
                </a:path>
                <a:path w="135254" h="720090">
                  <a:moveTo>
                    <a:pt x="0" y="582599"/>
                  </a:moveTo>
                  <a:lnTo>
                    <a:pt x="0" y="590372"/>
                  </a:lnTo>
                  <a:lnTo>
                    <a:pt x="1308" y="593699"/>
                  </a:lnTo>
                  <a:lnTo>
                    <a:pt x="6502" y="599224"/>
                  </a:lnTo>
                  <a:lnTo>
                    <a:pt x="9588" y="600595"/>
                  </a:lnTo>
                  <a:lnTo>
                    <a:pt x="16827" y="600595"/>
                  </a:lnTo>
                  <a:lnTo>
                    <a:pt x="19951" y="599224"/>
                  </a:lnTo>
                  <a:lnTo>
                    <a:pt x="22567" y="596480"/>
                  </a:lnTo>
                  <a:lnTo>
                    <a:pt x="25146" y="593699"/>
                  </a:lnTo>
                  <a:lnTo>
                    <a:pt x="26441" y="590372"/>
                  </a:lnTo>
                  <a:lnTo>
                    <a:pt x="26441" y="582599"/>
                  </a:lnTo>
                  <a:lnTo>
                    <a:pt x="25146" y="579285"/>
                  </a:lnTo>
                  <a:lnTo>
                    <a:pt x="19951" y="573773"/>
                  </a:lnTo>
                  <a:lnTo>
                    <a:pt x="16827" y="572376"/>
                  </a:lnTo>
                  <a:lnTo>
                    <a:pt x="9588" y="572376"/>
                  </a:lnTo>
                  <a:lnTo>
                    <a:pt x="6502" y="573773"/>
                  </a:lnTo>
                  <a:lnTo>
                    <a:pt x="3924" y="576554"/>
                  </a:lnTo>
                  <a:lnTo>
                    <a:pt x="1308" y="579285"/>
                  </a:lnTo>
                  <a:lnTo>
                    <a:pt x="0" y="582599"/>
                  </a:lnTo>
                  <a:close/>
                </a:path>
                <a:path w="135254" h="720090">
                  <a:moveTo>
                    <a:pt x="38582" y="526973"/>
                  </a:moveTo>
                  <a:lnTo>
                    <a:pt x="38582" y="551878"/>
                  </a:lnTo>
                  <a:lnTo>
                    <a:pt x="132791" y="551878"/>
                  </a:lnTo>
                  <a:lnTo>
                    <a:pt x="132791" y="525741"/>
                  </a:lnTo>
                  <a:lnTo>
                    <a:pt x="72758" y="525741"/>
                  </a:lnTo>
                  <a:lnTo>
                    <a:pt x="69735" y="525068"/>
                  </a:lnTo>
                  <a:lnTo>
                    <a:pt x="64541" y="522376"/>
                  </a:lnTo>
                  <a:lnTo>
                    <a:pt x="62522" y="520560"/>
                  </a:lnTo>
                  <a:lnTo>
                    <a:pt x="59613" y="515937"/>
                  </a:lnTo>
                  <a:lnTo>
                    <a:pt x="58877" y="513321"/>
                  </a:lnTo>
                  <a:lnTo>
                    <a:pt x="58877" y="415088"/>
                  </a:lnTo>
                  <a:lnTo>
                    <a:pt x="55206" y="416376"/>
                  </a:lnTo>
                  <a:lnTo>
                    <a:pt x="55206" y="526973"/>
                  </a:lnTo>
                  <a:lnTo>
                    <a:pt x="38582" y="526973"/>
                  </a:lnTo>
                  <a:close/>
                </a:path>
                <a:path w="135254" h="720090">
                  <a:moveTo>
                    <a:pt x="58877" y="460387"/>
                  </a:moveTo>
                  <a:lnTo>
                    <a:pt x="58877" y="506120"/>
                  </a:lnTo>
                  <a:lnTo>
                    <a:pt x="60248" y="502666"/>
                  </a:lnTo>
                  <a:lnTo>
                    <a:pt x="62992" y="500049"/>
                  </a:lnTo>
                  <a:lnTo>
                    <a:pt x="65735" y="497395"/>
                  </a:lnTo>
                  <a:lnTo>
                    <a:pt x="69405" y="496062"/>
                  </a:lnTo>
                  <a:lnTo>
                    <a:pt x="132791" y="496062"/>
                  </a:lnTo>
                  <a:lnTo>
                    <a:pt x="132791" y="470725"/>
                  </a:lnTo>
                  <a:lnTo>
                    <a:pt x="70358" y="470725"/>
                  </a:lnTo>
                  <a:lnTo>
                    <a:pt x="66408" y="469404"/>
                  </a:lnTo>
                  <a:lnTo>
                    <a:pt x="63423" y="466737"/>
                  </a:lnTo>
                  <a:lnTo>
                    <a:pt x="60401" y="464083"/>
                  </a:lnTo>
                  <a:lnTo>
                    <a:pt x="58877" y="460387"/>
                  </a:lnTo>
                  <a:close/>
                </a:path>
                <a:path w="135254" h="720090">
                  <a:moveTo>
                    <a:pt x="58877" y="415088"/>
                  </a:moveTo>
                  <a:lnTo>
                    <a:pt x="58877" y="451472"/>
                  </a:lnTo>
                  <a:lnTo>
                    <a:pt x="59613" y="449512"/>
                  </a:lnTo>
                  <a:lnTo>
                    <a:pt x="60248" y="447925"/>
                  </a:lnTo>
                  <a:lnTo>
                    <a:pt x="65430" y="442429"/>
                  </a:lnTo>
                  <a:lnTo>
                    <a:pt x="69405" y="441045"/>
                  </a:lnTo>
                  <a:lnTo>
                    <a:pt x="132791" y="441045"/>
                  </a:lnTo>
                  <a:lnTo>
                    <a:pt x="132791" y="414972"/>
                  </a:lnTo>
                  <a:lnTo>
                    <a:pt x="58877" y="415088"/>
                  </a:lnTo>
                  <a:close/>
                </a:path>
                <a:path w="135254" h="720090">
                  <a:moveTo>
                    <a:pt x="37350" y="493153"/>
                  </a:moveTo>
                  <a:lnTo>
                    <a:pt x="37350" y="505993"/>
                  </a:lnTo>
                  <a:lnTo>
                    <a:pt x="38582" y="510217"/>
                  </a:lnTo>
                  <a:lnTo>
                    <a:pt x="55206" y="525868"/>
                  </a:lnTo>
                  <a:lnTo>
                    <a:pt x="55206" y="474040"/>
                  </a:lnTo>
                  <a:lnTo>
                    <a:pt x="49809" y="475527"/>
                  </a:lnTo>
                  <a:lnTo>
                    <a:pt x="45491" y="478515"/>
                  </a:lnTo>
                  <a:lnTo>
                    <a:pt x="38989" y="487619"/>
                  </a:lnTo>
                  <a:lnTo>
                    <a:pt x="37350" y="493153"/>
                  </a:lnTo>
                  <a:close/>
                </a:path>
                <a:path w="135254" h="720090">
                  <a:moveTo>
                    <a:pt x="37350" y="435876"/>
                  </a:moveTo>
                  <a:lnTo>
                    <a:pt x="37350" y="451573"/>
                  </a:lnTo>
                  <a:lnTo>
                    <a:pt x="38989" y="457568"/>
                  </a:lnTo>
                  <a:lnTo>
                    <a:pt x="45491" y="467664"/>
                  </a:lnTo>
                  <a:lnTo>
                    <a:pt x="49809" y="471144"/>
                  </a:lnTo>
                  <a:lnTo>
                    <a:pt x="55206" y="473062"/>
                  </a:lnTo>
                  <a:lnTo>
                    <a:pt x="55206" y="416376"/>
                  </a:lnTo>
                  <a:lnTo>
                    <a:pt x="51320" y="417741"/>
                  </a:lnTo>
                  <a:lnTo>
                    <a:pt x="45758" y="423252"/>
                  </a:lnTo>
                  <a:lnTo>
                    <a:pt x="40157" y="428739"/>
                  </a:lnTo>
                  <a:lnTo>
                    <a:pt x="37350" y="435876"/>
                  </a:lnTo>
                  <a:close/>
                </a:path>
                <a:path w="135254" h="720090">
                  <a:moveTo>
                    <a:pt x="37350" y="345554"/>
                  </a:moveTo>
                  <a:lnTo>
                    <a:pt x="37350" y="361010"/>
                  </a:lnTo>
                  <a:lnTo>
                    <a:pt x="39395" y="369062"/>
                  </a:lnTo>
                  <a:lnTo>
                    <a:pt x="72470" y="396055"/>
                  </a:lnTo>
                  <a:lnTo>
                    <a:pt x="86118" y="397471"/>
                  </a:lnTo>
                  <a:lnTo>
                    <a:pt x="92367" y="397164"/>
                  </a:lnTo>
                  <a:lnTo>
                    <a:pt x="128739" y="375754"/>
                  </a:lnTo>
                  <a:lnTo>
                    <a:pt x="134632" y="350723"/>
                  </a:lnTo>
                  <a:lnTo>
                    <a:pt x="134632" y="342963"/>
                  </a:lnTo>
                  <a:lnTo>
                    <a:pt x="115125" y="311016"/>
                  </a:lnTo>
                  <a:lnTo>
                    <a:pt x="115125" y="354672"/>
                  </a:lnTo>
                  <a:lnTo>
                    <a:pt x="114211" y="358457"/>
                  </a:lnTo>
                  <a:lnTo>
                    <a:pt x="97091" y="371640"/>
                  </a:lnTo>
                  <a:lnTo>
                    <a:pt x="92367" y="371632"/>
                  </a:lnTo>
                  <a:lnTo>
                    <a:pt x="92367" y="387032"/>
                  </a:lnTo>
                  <a:lnTo>
                    <a:pt x="76174" y="387032"/>
                  </a:lnTo>
                  <a:lnTo>
                    <a:pt x="76174" y="371606"/>
                  </a:lnTo>
                  <a:lnTo>
                    <a:pt x="73317" y="371602"/>
                  </a:lnTo>
                  <a:lnTo>
                    <a:pt x="70192" y="370791"/>
                  </a:lnTo>
                  <a:lnTo>
                    <a:pt x="69938" y="370725"/>
                  </a:lnTo>
                  <a:lnTo>
                    <a:pt x="63855" y="367284"/>
                  </a:lnTo>
                  <a:lnTo>
                    <a:pt x="61417" y="364921"/>
                  </a:lnTo>
                  <a:lnTo>
                    <a:pt x="57772" y="358825"/>
                  </a:lnTo>
                  <a:lnTo>
                    <a:pt x="56857" y="355307"/>
                  </a:lnTo>
                  <a:lnTo>
                    <a:pt x="56857" y="313955"/>
                  </a:lnTo>
                  <a:lnTo>
                    <a:pt x="53276" y="316215"/>
                  </a:lnTo>
                  <a:lnTo>
                    <a:pt x="45288" y="324307"/>
                  </a:lnTo>
                  <a:lnTo>
                    <a:pt x="42316" y="329018"/>
                  </a:lnTo>
                  <a:lnTo>
                    <a:pt x="40360" y="334416"/>
                  </a:lnTo>
                  <a:lnTo>
                    <a:pt x="38354" y="339775"/>
                  </a:lnTo>
                  <a:lnTo>
                    <a:pt x="37350" y="345554"/>
                  </a:lnTo>
                  <a:close/>
                </a:path>
                <a:path w="135254" h="720090">
                  <a:moveTo>
                    <a:pt x="104203" y="332206"/>
                  </a:moveTo>
                  <a:lnTo>
                    <a:pt x="115125" y="347395"/>
                  </a:lnTo>
                  <a:lnTo>
                    <a:pt x="115125" y="311016"/>
                  </a:lnTo>
                  <a:lnTo>
                    <a:pt x="111607" y="309270"/>
                  </a:lnTo>
                  <a:lnTo>
                    <a:pt x="106578" y="308202"/>
                  </a:lnTo>
                  <a:lnTo>
                    <a:pt x="106230" y="308129"/>
                  </a:lnTo>
                  <a:lnTo>
                    <a:pt x="105803" y="308038"/>
                  </a:lnTo>
                  <a:lnTo>
                    <a:pt x="104203" y="332206"/>
                  </a:lnTo>
                  <a:close/>
                </a:path>
                <a:path w="135254" h="720090">
                  <a:moveTo>
                    <a:pt x="76174" y="371606"/>
                  </a:moveTo>
                  <a:lnTo>
                    <a:pt x="76174" y="387032"/>
                  </a:lnTo>
                  <a:lnTo>
                    <a:pt x="92367" y="387032"/>
                  </a:lnTo>
                  <a:lnTo>
                    <a:pt x="92367" y="371632"/>
                  </a:lnTo>
                  <a:lnTo>
                    <a:pt x="76174" y="371606"/>
                  </a:lnTo>
                  <a:close/>
                </a:path>
                <a:path w="135254" h="720090">
                  <a:moveTo>
                    <a:pt x="56857" y="313955"/>
                  </a:moveTo>
                  <a:lnTo>
                    <a:pt x="56857" y="347535"/>
                  </a:lnTo>
                  <a:lnTo>
                    <a:pt x="57772" y="343905"/>
                  </a:lnTo>
                  <a:lnTo>
                    <a:pt x="57772" y="344077"/>
                  </a:lnTo>
                  <a:lnTo>
                    <a:pt x="59372" y="341337"/>
                  </a:lnTo>
                  <a:lnTo>
                    <a:pt x="61010" y="338442"/>
                  </a:lnTo>
                  <a:lnTo>
                    <a:pt x="63284" y="336169"/>
                  </a:lnTo>
                  <a:lnTo>
                    <a:pt x="69088" y="332905"/>
                  </a:lnTo>
                  <a:lnTo>
                    <a:pt x="72470" y="332079"/>
                  </a:lnTo>
                  <a:lnTo>
                    <a:pt x="76174" y="332079"/>
                  </a:lnTo>
                  <a:lnTo>
                    <a:pt x="76174" y="371606"/>
                  </a:lnTo>
                  <a:lnTo>
                    <a:pt x="92367" y="371632"/>
                  </a:lnTo>
                  <a:lnTo>
                    <a:pt x="92367" y="307492"/>
                  </a:lnTo>
                  <a:lnTo>
                    <a:pt x="77177" y="307492"/>
                  </a:lnTo>
                  <a:lnTo>
                    <a:pt x="70192" y="308610"/>
                  </a:lnTo>
                  <a:lnTo>
                    <a:pt x="58204" y="313105"/>
                  </a:lnTo>
                  <a:lnTo>
                    <a:pt x="56857" y="313955"/>
                  </a:lnTo>
                  <a:close/>
                </a:path>
                <a:path w="135254" h="720090">
                  <a:moveTo>
                    <a:pt x="7175" y="263626"/>
                  </a:moveTo>
                  <a:lnTo>
                    <a:pt x="7175" y="289763"/>
                  </a:lnTo>
                  <a:lnTo>
                    <a:pt x="132791" y="289763"/>
                  </a:lnTo>
                  <a:lnTo>
                    <a:pt x="132791" y="263626"/>
                  </a:lnTo>
                  <a:lnTo>
                    <a:pt x="7175" y="263626"/>
                  </a:lnTo>
                  <a:close/>
                </a:path>
                <a:path w="135254" h="720090">
                  <a:moveTo>
                    <a:pt x="38582" y="215900"/>
                  </a:moveTo>
                  <a:lnTo>
                    <a:pt x="38582" y="242023"/>
                  </a:lnTo>
                  <a:lnTo>
                    <a:pt x="132791" y="242023"/>
                  </a:lnTo>
                  <a:lnTo>
                    <a:pt x="132791" y="215900"/>
                  </a:lnTo>
                  <a:lnTo>
                    <a:pt x="38582" y="215900"/>
                  </a:lnTo>
                  <a:close/>
                </a:path>
                <a:path w="135254" h="720090">
                  <a:moveTo>
                    <a:pt x="0" y="225018"/>
                  </a:moveTo>
                  <a:lnTo>
                    <a:pt x="0" y="232791"/>
                  </a:lnTo>
                  <a:lnTo>
                    <a:pt x="1308" y="236118"/>
                  </a:lnTo>
                  <a:lnTo>
                    <a:pt x="6502" y="241642"/>
                  </a:lnTo>
                  <a:lnTo>
                    <a:pt x="9588" y="243001"/>
                  </a:lnTo>
                  <a:lnTo>
                    <a:pt x="16827" y="243001"/>
                  </a:lnTo>
                  <a:lnTo>
                    <a:pt x="19951" y="241642"/>
                  </a:lnTo>
                  <a:lnTo>
                    <a:pt x="22567" y="238899"/>
                  </a:lnTo>
                  <a:lnTo>
                    <a:pt x="25146" y="236118"/>
                  </a:lnTo>
                  <a:lnTo>
                    <a:pt x="26441" y="232791"/>
                  </a:lnTo>
                  <a:lnTo>
                    <a:pt x="26441" y="225018"/>
                  </a:lnTo>
                  <a:lnTo>
                    <a:pt x="25146" y="221703"/>
                  </a:lnTo>
                  <a:lnTo>
                    <a:pt x="19951" y="216179"/>
                  </a:lnTo>
                  <a:lnTo>
                    <a:pt x="16827" y="214795"/>
                  </a:lnTo>
                  <a:lnTo>
                    <a:pt x="9588" y="214795"/>
                  </a:lnTo>
                  <a:lnTo>
                    <a:pt x="6502" y="216179"/>
                  </a:lnTo>
                  <a:lnTo>
                    <a:pt x="3924" y="218960"/>
                  </a:lnTo>
                  <a:lnTo>
                    <a:pt x="1308" y="221703"/>
                  </a:lnTo>
                  <a:lnTo>
                    <a:pt x="0" y="225018"/>
                  </a:lnTo>
                  <a:close/>
                </a:path>
                <a:path w="135254" h="720090">
                  <a:moveTo>
                    <a:pt x="38582" y="169392"/>
                  </a:moveTo>
                  <a:lnTo>
                    <a:pt x="38582" y="194297"/>
                  </a:lnTo>
                  <a:lnTo>
                    <a:pt x="132791" y="194297"/>
                  </a:lnTo>
                  <a:lnTo>
                    <a:pt x="132791" y="168160"/>
                  </a:lnTo>
                  <a:lnTo>
                    <a:pt x="74282" y="168122"/>
                  </a:lnTo>
                  <a:lnTo>
                    <a:pt x="70827" y="167360"/>
                  </a:lnTo>
                  <a:lnTo>
                    <a:pt x="59194" y="154360"/>
                  </a:lnTo>
                  <a:lnTo>
                    <a:pt x="59194" y="108788"/>
                  </a:lnTo>
                  <a:lnTo>
                    <a:pt x="55206" y="110820"/>
                  </a:lnTo>
                  <a:lnTo>
                    <a:pt x="55206" y="169392"/>
                  </a:lnTo>
                  <a:lnTo>
                    <a:pt x="38582" y="169392"/>
                  </a:lnTo>
                  <a:close/>
                </a:path>
                <a:path w="135254" h="720090">
                  <a:moveTo>
                    <a:pt x="59194" y="108788"/>
                  </a:moveTo>
                  <a:lnTo>
                    <a:pt x="59194" y="144765"/>
                  </a:lnTo>
                  <a:lnTo>
                    <a:pt x="60706" y="140970"/>
                  </a:lnTo>
                  <a:lnTo>
                    <a:pt x="67208" y="135001"/>
                  </a:lnTo>
                  <a:lnTo>
                    <a:pt x="71704" y="133527"/>
                  </a:lnTo>
                  <a:lnTo>
                    <a:pt x="132791" y="133565"/>
                  </a:lnTo>
                  <a:lnTo>
                    <a:pt x="132791" y="107442"/>
                  </a:lnTo>
                  <a:lnTo>
                    <a:pt x="65062" y="107531"/>
                  </a:lnTo>
                  <a:lnTo>
                    <a:pt x="59194" y="108788"/>
                  </a:lnTo>
                  <a:close/>
                </a:path>
                <a:path w="135254" h="720090">
                  <a:moveTo>
                    <a:pt x="37350" y="133413"/>
                  </a:moveTo>
                  <a:lnTo>
                    <a:pt x="37350" y="146939"/>
                  </a:lnTo>
                  <a:lnTo>
                    <a:pt x="38963" y="152895"/>
                  </a:lnTo>
                  <a:lnTo>
                    <a:pt x="42202" y="157797"/>
                  </a:lnTo>
                  <a:lnTo>
                    <a:pt x="45389" y="162699"/>
                  </a:lnTo>
                  <a:lnTo>
                    <a:pt x="49720" y="166204"/>
                  </a:lnTo>
                  <a:lnTo>
                    <a:pt x="55206" y="168287"/>
                  </a:lnTo>
                  <a:lnTo>
                    <a:pt x="55206" y="110820"/>
                  </a:lnTo>
                  <a:lnTo>
                    <a:pt x="48602" y="114185"/>
                  </a:lnTo>
                  <a:lnTo>
                    <a:pt x="44513" y="117970"/>
                  </a:lnTo>
                  <a:lnTo>
                    <a:pt x="38785" y="127698"/>
                  </a:lnTo>
                  <a:lnTo>
                    <a:pt x="37350" y="133413"/>
                  </a:lnTo>
                  <a:close/>
                </a:path>
                <a:path w="135254" h="720090">
                  <a:moveTo>
                    <a:pt x="37350" y="38061"/>
                  </a:moveTo>
                  <a:lnTo>
                    <a:pt x="37350" y="53517"/>
                  </a:lnTo>
                  <a:lnTo>
                    <a:pt x="39395" y="61582"/>
                  </a:lnTo>
                  <a:lnTo>
                    <a:pt x="72470" y="88568"/>
                  </a:lnTo>
                  <a:lnTo>
                    <a:pt x="86118" y="89979"/>
                  </a:lnTo>
                  <a:lnTo>
                    <a:pt x="92367" y="89673"/>
                  </a:lnTo>
                  <a:lnTo>
                    <a:pt x="93319" y="89626"/>
                  </a:lnTo>
                  <a:lnTo>
                    <a:pt x="128739" y="68262"/>
                  </a:lnTo>
                  <a:lnTo>
                    <a:pt x="134632" y="43243"/>
                  </a:lnTo>
                  <a:lnTo>
                    <a:pt x="134632" y="35471"/>
                  </a:lnTo>
                  <a:lnTo>
                    <a:pt x="115125" y="3523"/>
                  </a:lnTo>
                  <a:lnTo>
                    <a:pt x="115125" y="47180"/>
                  </a:lnTo>
                  <a:lnTo>
                    <a:pt x="114211" y="50965"/>
                  </a:lnTo>
                  <a:lnTo>
                    <a:pt x="97091" y="64160"/>
                  </a:lnTo>
                  <a:lnTo>
                    <a:pt x="92367" y="64150"/>
                  </a:lnTo>
                  <a:lnTo>
                    <a:pt x="92367" y="79552"/>
                  </a:lnTo>
                  <a:lnTo>
                    <a:pt x="76174" y="79552"/>
                  </a:lnTo>
                  <a:lnTo>
                    <a:pt x="76174" y="64115"/>
                  </a:lnTo>
                  <a:lnTo>
                    <a:pt x="73317" y="64109"/>
                  </a:lnTo>
                  <a:lnTo>
                    <a:pt x="56857" y="47815"/>
                  </a:lnTo>
                  <a:lnTo>
                    <a:pt x="56857" y="6472"/>
                  </a:lnTo>
                  <a:lnTo>
                    <a:pt x="53276" y="8723"/>
                  </a:lnTo>
                  <a:lnTo>
                    <a:pt x="45288" y="16827"/>
                  </a:lnTo>
                  <a:lnTo>
                    <a:pt x="42316" y="21526"/>
                  </a:lnTo>
                  <a:lnTo>
                    <a:pt x="40360" y="26924"/>
                  </a:lnTo>
                  <a:lnTo>
                    <a:pt x="38354" y="32283"/>
                  </a:lnTo>
                  <a:lnTo>
                    <a:pt x="37350" y="38061"/>
                  </a:lnTo>
                  <a:close/>
                </a:path>
                <a:path w="135254" h="720090">
                  <a:moveTo>
                    <a:pt x="104203" y="24714"/>
                  </a:moveTo>
                  <a:lnTo>
                    <a:pt x="115125" y="39903"/>
                  </a:lnTo>
                  <a:lnTo>
                    <a:pt x="115125" y="3523"/>
                  </a:lnTo>
                  <a:lnTo>
                    <a:pt x="111607" y="1778"/>
                  </a:lnTo>
                  <a:lnTo>
                    <a:pt x="106578" y="710"/>
                  </a:lnTo>
                  <a:lnTo>
                    <a:pt x="106230" y="636"/>
                  </a:lnTo>
                  <a:lnTo>
                    <a:pt x="105803" y="546"/>
                  </a:lnTo>
                  <a:lnTo>
                    <a:pt x="104203" y="24714"/>
                  </a:lnTo>
                  <a:close/>
                </a:path>
                <a:path w="135254" h="720090">
                  <a:moveTo>
                    <a:pt x="76174" y="64115"/>
                  </a:moveTo>
                  <a:lnTo>
                    <a:pt x="76174" y="79552"/>
                  </a:lnTo>
                  <a:lnTo>
                    <a:pt x="92367" y="79552"/>
                  </a:lnTo>
                  <a:lnTo>
                    <a:pt x="92367" y="64150"/>
                  </a:lnTo>
                  <a:lnTo>
                    <a:pt x="76174" y="64115"/>
                  </a:lnTo>
                  <a:close/>
                </a:path>
                <a:path w="135254" h="720090">
                  <a:moveTo>
                    <a:pt x="56857" y="6472"/>
                  </a:moveTo>
                  <a:lnTo>
                    <a:pt x="56857" y="40055"/>
                  </a:lnTo>
                  <a:lnTo>
                    <a:pt x="57772" y="36412"/>
                  </a:lnTo>
                  <a:lnTo>
                    <a:pt x="57772" y="36585"/>
                  </a:lnTo>
                  <a:lnTo>
                    <a:pt x="59372" y="33858"/>
                  </a:lnTo>
                  <a:lnTo>
                    <a:pt x="61010" y="30949"/>
                  </a:lnTo>
                  <a:lnTo>
                    <a:pt x="63284" y="28676"/>
                  </a:lnTo>
                  <a:lnTo>
                    <a:pt x="69088" y="25412"/>
                  </a:lnTo>
                  <a:lnTo>
                    <a:pt x="72470" y="24587"/>
                  </a:lnTo>
                  <a:lnTo>
                    <a:pt x="76174" y="24587"/>
                  </a:lnTo>
                  <a:lnTo>
                    <a:pt x="76174" y="64115"/>
                  </a:lnTo>
                  <a:lnTo>
                    <a:pt x="92367" y="64150"/>
                  </a:lnTo>
                  <a:lnTo>
                    <a:pt x="92367" y="0"/>
                  </a:lnTo>
                  <a:lnTo>
                    <a:pt x="77177" y="0"/>
                  </a:lnTo>
                  <a:lnTo>
                    <a:pt x="70192" y="1117"/>
                  </a:lnTo>
                  <a:lnTo>
                    <a:pt x="58204" y="5626"/>
                  </a:lnTo>
                  <a:lnTo>
                    <a:pt x="56857" y="64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48300" y="1219200"/>
            <a:ext cx="8407400" cy="4191000"/>
            <a:chOff x="5448300" y="1219200"/>
            <a:chExt cx="8407400" cy="4191000"/>
          </a:xfrm>
        </p:grpSpPr>
        <p:sp>
          <p:nvSpPr>
            <p:cNvPr id="3" name="object 3"/>
            <p:cNvSpPr/>
            <p:nvPr/>
          </p:nvSpPr>
          <p:spPr>
            <a:xfrm>
              <a:off x="5448300" y="1219200"/>
              <a:ext cx="8407400" cy="4191000"/>
            </a:xfrm>
            <a:custGeom>
              <a:avLst/>
              <a:gdLst/>
              <a:ahLst/>
              <a:cxnLst/>
              <a:rect l="l" t="t" r="r" b="b"/>
              <a:pathLst>
                <a:path w="8407400" h="4191000">
                  <a:moveTo>
                    <a:pt x="8293100" y="0"/>
                  </a:moveTo>
                  <a:lnTo>
                    <a:pt x="114300" y="0"/>
                  </a:lnTo>
                  <a:lnTo>
                    <a:pt x="69806" y="8981"/>
                  </a:lnTo>
                  <a:lnTo>
                    <a:pt x="33475" y="33475"/>
                  </a:lnTo>
                  <a:lnTo>
                    <a:pt x="8981" y="69806"/>
                  </a:lnTo>
                  <a:lnTo>
                    <a:pt x="0" y="114300"/>
                  </a:lnTo>
                  <a:lnTo>
                    <a:pt x="0" y="4076700"/>
                  </a:lnTo>
                  <a:lnTo>
                    <a:pt x="8981" y="4121193"/>
                  </a:lnTo>
                  <a:lnTo>
                    <a:pt x="33475" y="4157524"/>
                  </a:lnTo>
                  <a:lnTo>
                    <a:pt x="69806" y="4182018"/>
                  </a:lnTo>
                  <a:lnTo>
                    <a:pt x="114300" y="4191000"/>
                  </a:lnTo>
                  <a:lnTo>
                    <a:pt x="8293100" y="4191000"/>
                  </a:lnTo>
                  <a:lnTo>
                    <a:pt x="8337593" y="4182018"/>
                  </a:lnTo>
                  <a:lnTo>
                    <a:pt x="8373924" y="4157524"/>
                  </a:lnTo>
                  <a:lnTo>
                    <a:pt x="8398418" y="4121193"/>
                  </a:lnTo>
                  <a:lnTo>
                    <a:pt x="8407400" y="4076700"/>
                  </a:lnTo>
                  <a:lnTo>
                    <a:pt x="8407400" y="114300"/>
                  </a:lnTo>
                  <a:lnTo>
                    <a:pt x="8398418" y="69806"/>
                  </a:lnTo>
                  <a:lnTo>
                    <a:pt x="8373924" y="33475"/>
                  </a:lnTo>
                  <a:lnTo>
                    <a:pt x="8337593" y="8981"/>
                  </a:lnTo>
                  <a:lnTo>
                    <a:pt x="8293100" y="0"/>
                  </a:lnTo>
                  <a:close/>
                </a:path>
              </a:pathLst>
            </a:custGeom>
            <a:solidFill>
              <a:srgbClr val="FFE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308850" y="2673362"/>
              <a:ext cx="5384800" cy="2556510"/>
            </a:xfrm>
            <a:custGeom>
              <a:avLst/>
              <a:gdLst/>
              <a:ahLst/>
              <a:cxnLst/>
              <a:rect l="l" t="t" r="r" b="b"/>
              <a:pathLst>
                <a:path w="5384800" h="2556510">
                  <a:moveTo>
                    <a:pt x="12700" y="2322411"/>
                  </a:moveTo>
                  <a:lnTo>
                    <a:pt x="0" y="2322411"/>
                  </a:lnTo>
                  <a:lnTo>
                    <a:pt x="0" y="2374061"/>
                  </a:lnTo>
                  <a:lnTo>
                    <a:pt x="12700" y="2374061"/>
                  </a:lnTo>
                  <a:lnTo>
                    <a:pt x="12700" y="2322411"/>
                  </a:lnTo>
                  <a:close/>
                </a:path>
                <a:path w="5384800" h="2556510">
                  <a:moveTo>
                    <a:pt x="12700" y="2232025"/>
                  </a:moveTo>
                  <a:lnTo>
                    <a:pt x="0" y="2232025"/>
                  </a:lnTo>
                  <a:lnTo>
                    <a:pt x="0" y="2283676"/>
                  </a:lnTo>
                  <a:lnTo>
                    <a:pt x="12700" y="2283676"/>
                  </a:lnTo>
                  <a:lnTo>
                    <a:pt x="12700" y="2232025"/>
                  </a:lnTo>
                  <a:close/>
                </a:path>
                <a:path w="5384800" h="2556510">
                  <a:moveTo>
                    <a:pt x="12700" y="2141651"/>
                  </a:moveTo>
                  <a:lnTo>
                    <a:pt x="0" y="2141651"/>
                  </a:lnTo>
                  <a:lnTo>
                    <a:pt x="0" y="2193290"/>
                  </a:lnTo>
                  <a:lnTo>
                    <a:pt x="12700" y="2193290"/>
                  </a:lnTo>
                  <a:lnTo>
                    <a:pt x="12700" y="2141651"/>
                  </a:lnTo>
                  <a:close/>
                </a:path>
                <a:path w="5384800" h="2556510">
                  <a:moveTo>
                    <a:pt x="12700" y="2051265"/>
                  </a:moveTo>
                  <a:lnTo>
                    <a:pt x="0" y="2051265"/>
                  </a:lnTo>
                  <a:lnTo>
                    <a:pt x="0" y="2102916"/>
                  </a:lnTo>
                  <a:lnTo>
                    <a:pt x="12700" y="2102916"/>
                  </a:lnTo>
                  <a:lnTo>
                    <a:pt x="12700" y="2051265"/>
                  </a:lnTo>
                  <a:close/>
                </a:path>
                <a:path w="5384800" h="2556510">
                  <a:moveTo>
                    <a:pt x="12700" y="1960880"/>
                  </a:moveTo>
                  <a:lnTo>
                    <a:pt x="0" y="1960880"/>
                  </a:lnTo>
                  <a:lnTo>
                    <a:pt x="0" y="2012530"/>
                  </a:lnTo>
                  <a:lnTo>
                    <a:pt x="12700" y="2012530"/>
                  </a:lnTo>
                  <a:lnTo>
                    <a:pt x="12700" y="1960880"/>
                  </a:lnTo>
                  <a:close/>
                </a:path>
                <a:path w="5384800" h="2556510">
                  <a:moveTo>
                    <a:pt x="12700" y="1870506"/>
                  </a:moveTo>
                  <a:lnTo>
                    <a:pt x="0" y="1870506"/>
                  </a:lnTo>
                  <a:lnTo>
                    <a:pt x="0" y="1922145"/>
                  </a:lnTo>
                  <a:lnTo>
                    <a:pt x="12700" y="1922145"/>
                  </a:lnTo>
                  <a:lnTo>
                    <a:pt x="12700" y="1870506"/>
                  </a:lnTo>
                  <a:close/>
                </a:path>
                <a:path w="5384800" h="2556510">
                  <a:moveTo>
                    <a:pt x="12700" y="1780120"/>
                  </a:moveTo>
                  <a:lnTo>
                    <a:pt x="0" y="1780120"/>
                  </a:lnTo>
                  <a:lnTo>
                    <a:pt x="0" y="1831771"/>
                  </a:lnTo>
                  <a:lnTo>
                    <a:pt x="12700" y="1831771"/>
                  </a:lnTo>
                  <a:lnTo>
                    <a:pt x="12700" y="1780120"/>
                  </a:lnTo>
                  <a:close/>
                </a:path>
                <a:path w="5384800" h="2556510">
                  <a:moveTo>
                    <a:pt x="12700" y="1689735"/>
                  </a:moveTo>
                  <a:lnTo>
                    <a:pt x="0" y="1689735"/>
                  </a:lnTo>
                  <a:lnTo>
                    <a:pt x="0" y="1741385"/>
                  </a:lnTo>
                  <a:lnTo>
                    <a:pt x="12700" y="1741385"/>
                  </a:lnTo>
                  <a:lnTo>
                    <a:pt x="12700" y="1689735"/>
                  </a:lnTo>
                  <a:close/>
                </a:path>
                <a:path w="5384800" h="2556510">
                  <a:moveTo>
                    <a:pt x="12700" y="1599361"/>
                  </a:moveTo>
                  <a:lnTo>
                    <a:pt x="0" y="1599361"/>
                  </a:lnTo>
                  <a:lnTo>
                    <a:pt x="0" y="1651000"/>
                  </a:lnTo>
                  <a:lnTo>
                    <a:pt x="12700" y="1651000"/>
                  </a:lnTo>
                  <a:lnTo>
                    <a:pt x="12700" y="1599361"/>
                  </a:lnTo>
                  <a:close/>
                </a:path>
                <a:path w="5384800" h="2556510">
                  <a:moveTo>
                    <a:pt x="12700" y="1508975"/>
                  </a:moveTo>
                  <a:lnTo>
                    <a:pt x="0" y="1508975"/>
                  </a:lnTo>
                  <a:lnTo>
                    <a:pt x="0" y="1560614"/>
                  </a:lnTo>
                  <a:lnTo>
                    <a:pt x="12700" y="1560614"/>
                  </a:lnTo>
                  <a:lnTo>
                    <a:pt x="12700" y="1508975"/>
                  </a:lnTo>
                  <a:close/>
                </a:path>
                <a:path w="5384800" h="2556510">
                  <a:moveTo>
                    <a:pt x="12700" y="1418590"/>
                  </a:moveTo>
                  <a:lnTo>
                    <a:pt x="0" y="1418590"/>
                  </a:lnTo>
                  <a:lnTo>
                    <a:pt x="0" y="1470240"/>
                  </a:lnTo>
                  <a:lnTo>
                    <a:pt x="12700" y="1470240"/>
                  </a:lnTo>
                  <a:lnTo>
                    <a:pt x="12700" y="1418590"/>
                  </a:lnTo>
                  <a:close/>
                </a:path>
                <a:path w="5384800" h="2556510">
                  <a:moveTo>
                    <a:pt x="12700" y="1328204"/>
                  </a:moveTo>
                  <a:lnTo>
                    <a:pt x="0" y="1328204"/>
                  </a:lnTo>
                  <a:lnTo>
                    <a:pt x="0" y="1379855"/>
                  </a:lnTo>
                  <a:lnTo>
                    <a:pt x="12700" y="1379855"/>
                  </a:lnTo>
                  <a:lnTo>
                    <a:pt x="12700" y="1328204"/>
                  </a:lnTo>
                  <a:close/>
                </a:path>
                <a:path w="5384800" h="2556510">
                  <a:moveTo>
                    <a:pt x="17640" y="2465578"/>
                  </a:moveTo>
                  <a:lnTo>
                    <a:pt x="15506" y="2459037"/>
                  </a:lnTo>
                  <a:lnTo>
                    <a:pt x="13957" y="2452357"/>
                  </a:lnTo>
                  <a:lnTo>
                    <a:pt x="13017" y="2445537"/>
                  </a:lnTo>
                  <a:lnTo>
                    <a:pt x="12700" y="2438616"/>
                  </a:lnTo>
                  <a:lnTo>
                    <a:pt x="12700" y="2412796"/>
                  </a:lnTo>
                  <a:lnTo>
                    <a:pt x="0" y="2412796"/>
                  </a:lnTo>
                  <a:lnTo>
                    <a:pt x="0" y="2438616"/>
                  </a:lnTo>
                  <a:lnTo>
                    <a:pt x="368" y="2446718"/>
                  </a:lnTo>
                  <a:lnTo>
                    <a:pt x="1460" y="2454668"/>
                  </a:lnTo>
                  <a:lnTo>
                    <a:pt x="3263" y="2462441"/>
                  </a:lnTo>
                  <a:lnTo>
                    <a:pt x="5753" y="2470035"/>
                  </a:lnTo>
                  <a:lnTo>
                    <a:pt x="17640" y="2465578"/>
                  </a:lnTo>
                  <a:close/>
                </a:path>
                <a:path w="5384800" h="2556510">
                  <a:moveTo>
                    <a:pt x="17640" y="1236687"/>
                  </a:moveTo>
                  <a:lnTo>
                    <a:pt x="317" y="1256715"/>
                  </a:lnTo>
                  <a:lnTo>
                    <a:pt x="0" y="1263650"/>
                  </a:lnTo>
                  <a:lnTo>
                    <a:pt x="0" y="1289469"/>
                  </a:lnTo>
                  <a:lnTo>
                    <a:pt x="12700" y="1289469"/>
                  </a:lnTo>
                  <a:lnTo>
                    <a:pt x="12700" y="1263650"/>
                  </a:lnTo>
                  <a:lnTo>
                    <a:pt x="13017" y="1256715"/>
                  </a:lnTo>
                  <a:lnTo>
                    <a:pt x="13957" y="1249908"/>
                  </a:lnTo>
                  <a:lnTo>
                    <a:pt x="15506" y="1243228"/>
                  </a:lnTo>
                  <a:lnTo>
                    <a:pt x="17640" y="1236687"/>
                  </a:lnTo>
                  <a:close/>
                </a:path>
                <a:path w="5384800" h="2556510">
                  <a:moveTo>
                    <a:pt x="88912" y="2530360"/>
                  </a:moveTo>
                  <a:lnTo>
                    <a:pt x="75133" y="2524201"/>
                  </a:lnTo>
                  <a:lnTo>
                    <a:pt x="62458" y="2517063"/>
                  </a:lnTo>
                  <a:lnTo>
                    <a:pt x="51003" y="2509012"/>
                  </a:lnTo>
                  <a:lnTo>
                    <a:pt x="40855" y="2500147"/>
                  </a:lnTo>
                  <a:lnTo>
                    <a:pt x="31978" y="2509228"/>
                  </a:lnTo>
                  <a:lnTo>
                    <a:pt x="43167" y="2519007"/>
                  </a:lnTo>
                  <a:lnTo>
                    <a:pt x="55689" y="2527808"/>
                  </a:lnTo>
                  <a:lnTo>
                    <a:pt x="69430" y="2535555"/>
                  </a:lnTo>
                  <a:lnTo>
                    <a:pt x="84264" y="2542171"/>
                  </a:lnTo>
                  <a:lnTo>
                    <a:pt x="88912" y="2530360"/>
                  </a:lnTo>
                  <a:close/>
                </a:path>
                <a:path w="5384800" h="2556510">
                  <a:moveTo>
                    <a:pt x="88912" y="1171917"/>
                  </a:moveTo>
                  <a:lnTo>
                    <a:pt x="84264" y="1160094"/>
                  </a:lnTo>
                  <a:lnTo>
                    <a:pt x="69430" y="1166710"/>
                  </a:lnTo>
                  <a:lnTo>
                    <a:pt x="55689" y="1174457"/>
                  </a:lnTo>
                  <a:lnTo>
                    <a:pt x="43167" y="1183259"/>
                  </a:lnTo>
                  <a:lnTo>
                    <a:pt x="31978" y="1193038"/>
                  </a:lnTo>
                  <a:lnTo>
                    <a:pt x="40855" y="1202118"/>
                  </a:lnTo>
                  <a:lnTo>
                    <a:pt x="51003" y="1193241"/>
                  </a:lnTo>
                  <a:lnTo>
                    <a:pt x="62458" y="1185202"/>
                  </a:lnTo>
                  <a:lnTo>
                    <a:pt x="75133" y="1178052"/>
                  </a:lnTo>
                  <a:lnTo>
                    <a:pt x="88912" y="1171917"/>
                  </a:lnTo>
                  <a:close/>
                </a:path>
                <a:path w="5384800" h="2556510">
                  <a:moveTo>
                    <a:pt x="185102" y="2543289"/>
                  </a:moveTo>
                  <a:lnTo>
                    <a:pt x="159524" y="2543289"/>
                  </a:lnTo>
                  <a:lnTo>
                    <a:pt x="152158" y="2543149"/>
                  </a:lnTo>
                  <a:lnTo>
                    <a:pt x="144881" y="2542768"/>
                  </a:lnTo>
                  <a:lnTo>
                    <a:pt x="137718" y="2542133"/>
                  </a:lnTo>
                  <a:lnTo>
                    <a:pt x="130670" y="2541257"/>
                  </a:lnTo>
                  <a:lnTo>
                    <a:pt x="130543" y="2542133"/>
                  </a:lnTo>
                  <a:lnTo>
                    <a:pt x="130454" y="2542768"/>
                  </a:lnTo>
                  <a:lnTo>
                    <a:pt x="130378" y="2543289"/>
                  </a:lnTo>
                  <a:lnTo>
                    <a:pt x="128879" y="2553830"/>
                  </a:lnTo>
                  <a:lnTo>
                    <a:pt x="136372" y="2554757"/>
                  </a:lnTo>
                  <a:lnTo>
                    <a:pt x="143992" y="2555430"/>
                  </a:lnTo>
                  <a:lnTo>
                    <a:pt x="151701" y="2555849"/>
                  </a:lnTo>
                  <a:lnTo>
                    <a:pt x="159524" y="2555989"/>
                  </a:lnTo>
                  <a:lnTo>
                    <a:pt x="185102" y="2555989"/>
                  </a:lnTo>
                  <a:lnTo>
                    <a:pt x="185102" y="2543289"/>
                  </a:lnTo>
                  <a:close/>
                </a:path>
                <a:path w="5384800" h="2556510">
                  <a:moveTo>
                    <a:pt x="185102" y="1146289"/>
                  </a:moveTo>
                  <a:lnTo>
                    <a:pt x="159524" y="1146289"/>
                  </a:lnTo>
                  <a:lnTo>
                    <a:pt x="151701" y="1146416"/>
                  </a:lnTo>
                  <a:lnTo>
                    <a:pt x="143992" y="1146822"/>
                  </a:lnTo>
                  <a:lnTo>
                    <a:pt x="136372" y="1147495"/>
                  </a:lnTo>
                  <a:lnTo>
                    <a:pt x="128879" y="1148435"/>
                  </a:lnTo>
                  <a:lnTo>
                    <a:pt x="130670" y="1161008"/>
                  </a:lnTo>
                  <a:lnTo>
                    <a:pt x="137718" y="1160132"/>
                  </a:lnTo>
                  <a:lnTo>
                    <a:pt x="144881" y="1159497"/>
                  </a:lnTo>
                  <a:lnTo>
                    <a:pt x="152158" y="1159116"/>
                  </a:lnTo>
                  <a:lnTo>
                    <a:pt x="159524" y="1158989"/>
                  </a:lnTo>
                  <a:lnTo>
                    <a:pt x="185102" y="1158989"/>
                  </a:lnTo>
                  <a:lnTo>
                    <a:pt x="185102" y="1146289"/>
                  </a:lnTo>
                  <a:close/>
                </a:path>
                <a:path w="5384800" h="2556510">
                  <a:moveTo>
                    <a:pt x="274662" y="2543289"/>
                  </a:moveTo>
                  <a:lnTo>
                    <a:pt x="223481" y="2543289"/>
                  </a:lnTo>
                  <a:lnTo>
                    <a:pt x="223481" y="2555989"/>
                  </a:lnTo>
                  <a:lnTo>
                    <a:pt x="274662" y="2555989"/>
                  </a:lnTo>
                  <a:lnTo>
                    <a:pt x="274662" y="2543289"/>
                  </a:lnTo>
                  <a:close/>
                </a:path>
                <a:path w="5384800" h="2556510">
                  <a:moveTo>
                    <a:pt x="274662" y="1146289"/>
                  </a:moveTo>
                  <a:lnTo>
                    <a:pt x="223481" y="1146289"/>
                  </a:lnTo>
                  <a:lnTo>
                    <a:pt x="223481" y="1158989"/>
                  </a:lnTo>
                  <a:lnTo>
                    <a:pt x="274662" y="1158989"/>
                  </a:lnTo>
                  <a:lnTo>
                    <a:pt x="274662" y="1146289"/>
                  </a:lnTo>
                  <a:close/>
                </a:path>
                <a:path w="5384800" h="2556510">
                  <a:moveTo>
                    <a:pt x="364210" y="2543289"/>
                  </a:moveTo>
                  <a:lnTo>
                    <a:pt x="313042" y="2543289"/>
                  </a:lnTo>
                  <a:lnTo>
                    <a:pt x="313042" y="2555989"/>
                  </a:lnTo>
                  <a:lnTo>
                    <a:pt x="364210" y="2555989"/>
                  </a:lnTo>
                  <a:lnTo>
                    <a:pt x="364210" y="2543289"/>
                  </a:lnTo>
                  <a:close/>
                </a:path>
                <a:path w="5384800" h="2556510">
                  <a:moveTo>
                    <a:pt x="364210" y="1146289"/>
                  </a:moveTo>
                  <a:lnTo>
                    <a:pt x="313042" y="1146289"/>
                  </a:lnTo>
                  <a:lnTo>
                    <a:pt x="313042" y="1158989"/>
                  </a:lnTo>
                  <a:lnTo>
                    <a:pt x="364210" y="1158989"/>
                  </a:lnTo>
                  <a:lnTo>
                    <a:pt x="364210" y="1146289"/>
                  </a:lnTo>
                  <a:close/>
                </a:path>
                <a:path w="5384800" h="2556510">
                  <a:moveTo>
                    <a:pt x="453758" y="2543289"/>
                  </a:moveTo>
                  <a:lnTo>
                    <a:pt x="402590" y="2543289"/>
                  </a:lnTo>
                  <a:lnTo>
                    <a:pt x="402590" y="2555989"/>
                  </a:lnTo>
                  <a:lnTo>
                    <a:pt x="453758" y="2555989"/>
                  </a:lnTo>
                  <a:lnTo>
                    <a:pt x="453758" y="2543289"/>
                  </a:lnTo>
                  <a:close/>
                </a:path>
                <a:path w="5384800" h="2556510">
                  <a:moveTo>
                    <a:pt x="453758" y="1146289"/>
                  </a:moveTo>
                  <a:lnTo>
                    <a:pt x="402590" y="1146289"/>
                  </a:lnTo>
                  <a:lnTo>
                    <a:pt x="402590" y="1158989"/>
                  </a:lnTo>
                  <a:lnTo>
                    <a:pt x="453758" y="1158989"/>
                  </a:lnTo>
                  <a:lnTo>
                    <a:pt x="453758" y="1146289"/>
                  </a:lnTo>
                  <a:close/>
                </a:path>
                <a:path w="5384800" h="2556510">
                  <a:moveTo>
                    <a:pt x="543306" y="2543289"/>
                  </a:moveTo>
                  <a:lnTo>
                    <a:pt x="492137" y="2543289"/>
                  </a:lnTo>
                  <a:lnTo>
                    <a:pt x="492137" y="2555989"/>
                  </a:lnTo>
                  <a:lnTo>
                    <a:pt x="543306" y="2555989"/>
                  </a:lnTo>
                  <a:lnTo>
                    <a:pt x="543306" y="2543289"/>
                  </a:lnTo>
                  <a:close/>
                </a:path>
                <a:path w="5384800" h="2556510">
                  <a:moveTo>
                    <a:pt x="543306" y="1146289"/>
                  </a:moveTo>
                  <a:lnTo>
                    <a:pt x="492137" y="1146289"/>
                  </a:lnTo>
                  <a:lnTo>
                    <a:pt x="492137" y="1158989"/>
                  </a:lnTo>
                  <a:lnTo>
                    <a:pt x="543306" y="1158989"/>
                  </a:lnTo>
                  <a:lnTo>
                    <a:pt x="543306" y="1146289"/>
                  </a:lnTo>
                  <a:close/>
                </a:path>
                <a:path w="5384800" h="2556510">
                  <a:moveTo>
                    <a:pt x="632866" y="2543289"/>
                  </a:moveTo>
                  <a:lnTo>
                    <a:pt x="581685" y="2543289"/>
                  </a:lnTo>
                  <a:lnTo>
                    <a:pt x="581685" y="2555989"/>
                  </a:lnTo>
                  <a:lnTo>
                    <a:pt x="632866" y="2555989"/>
                  </a:lnTo>
                  <a:lnTo>
                    <a:pt x="632866" y="2543289"/>
                  </a:lnTo>
                  <a:close/>
                </a:path>
                <a:path w="5384800" h="2556510">
                  <a:moveTo>
                    <a:pt x="632866" y="1146289"/>
                  </a:moveTo>
                  <a:lnTo>
                    <a:pt x="581685" y="1146289"/>
                  </a:lnTo>
                  <a:lnTo>
                    <a:pt x="581685" y="1158989"/>
                  </a:lnTo>
                  <a:lnTo>
                    <a:pt x="632866" y="1158989"/>
                  </a:lnTo>
                  <a:lnTo>
                    <a:pt x="632866" y="1146289"/>
                  </a:lnTo>
                  <a:close/>
                </a:path>
                <a:path w="5384800" h="2556510">
                  <a:moveTo>
                    <a:pt x="722414" y="2543289"/>
                  </a:moveTo>
                  <a:lnTo>
                    <a:pt x="671245" y="2543289"/>
                  </a:lnTo>
                  <a:lnTo>
                    <a:pt x="671245" y="2555989"/>
                  </a:lnTo>
                  <a:lnTo>
                    <a:pt x="722414" y="2555989"/>
                  </a:lnTo>
                  <a:lnTo>
                    <a:pt x="722414" y="2543289"/>
                  </a:lnTo>
                  <a:close/>
                </a:path>
                <a:path w="5384800" h="2556510">
                  <a:moveTo>
                    <a:pt x="722414" y="1146289"/>
                  </a:moveTo>
                  <a:lnTo>
                    <a:pt x="671245" y="1146289"/>
                  </a:lnTo>
                  <a:lnTo>
                    <a:pt x="671245" y="1158989"/>
                  </a:lnTo>
                  <a:lnTo>
                    <a:pt x="722414" y="1158989"/>
                  </a:lnTo>
                  <a:lnTo>
                    <a:pt x="722414" y="1146289"/>
                  </a:lnTo>
                  <a:close/>
                </a:path>
                <a:path w="5384800" h="2556510">
                  <a:moveTo>
                    <a:pt x="811961" y="2543289"/>
                  </a:moveTo>
                  <a:lnTo>
                    <a:pt x="760793" y="2543289"/>
                  </a:lnTo>
                  <a:lnTo>
                    <a:pt x="760793" y="2555989"/>
                  </a:lnTo>
                  <a:lnTo>
                    <a:pt x="811961" y="2555989"/>
                  </a:lnTo>
                  <a:lnTo>
                    <a:pt x="811961" y="2543289"/>
                  </a:lnTo>
                  <a:close/>
                </a:path>
                <a:path w="5384800" h="2556510">
                  <a:moveTo>
                    <a:pt x="811961" y="1146289"/>
                  </a:moveTo>
                  <a:lnTo>
                    <a:pt x="760793" y="1146289"/>
                  </a:lnTo>
                  <a:lnTo>
                    <a:pt x="760793" y="1158989"/>
                  </a:lnTo>
                  <a:lnTo>
                    <a:pt x="811961" y="1158989"/>
                  </a:lnTo>
                  <a:lnTo>
                    <a:pt x="811961" y="1146289"/>
                  </a:lnTo>
                  <a:close/>
                </a:path>
                <a:path w="5384800" h="2556510">
                  <a:moveTo>
                    <a:pt x="901522" y="2543289"/>
                  </a:moveTo>
                  <a:lnTo>
                    <a:pt x="850341" y="2543289"/>
                  </a:lnTo>
                  <a:lnTo>
                    <a:pt x="850341" y="2555989"/>
                  </a:lnTo>
                  <a:lnTo>
                    <a:pt x="901522" y="2555989"/>
                  </a:lnTo>
                  <a:lnTo>
                    <a:pt x="901522" y="2543289"/>
                  </a:lnTo>
                  <a:close/>
                </a:path>
                <a:path w="5384800" h="2556510">
                  <a:moveTo>
                    <a:pt x="901522" y="1146289"/>
                  </a:moveTo>
                  <a:lnTo>
                    <a:pt x="850341" y="1146289"/>
                  </a:lnTo>
                  <a:lnTo>
                    <a:pt x="850341" y="1158989"/>
                  </a:lnTo>
                  <a:lnTo>
                    <a:pt x="901522" y="1158989"/>
                  </a:lnTo>
                  <a:lnTo>
                    <a:pt x="901522" y="1146289"/>
                  </a:lnTo>
                  <a:close/>
                </a:path>
                <a:path w="5384800" h="2556510">
                  <a:moveTo>
                    <a:pt x="991069" y="2543289"/>
                  </a:moveTo>
                  <a:lnTo>
                    <a:pt x="939901" y="2543289"/>
                  </a:lnTo>
                  <a:lnTo>
                    <a:pt x="939901" y="2555989"/>
                  </a:lnTo>
                  <a:lnTo>
                    <a:pt x="991069" y="2555989"/>
                  </a:lnTo>
                  <a:lnTo>
                    <a:pt x="991069" y="2543289"/>
                  </a:lnTo>
                  <a:close/>
                </a:path>
                <a:path w="5384800" h="2556510">
                  <a:moveTo>
                    <a:pt x="991069" y="1146289"/>
                  </a:moveTo>
                  <a:lnTo>
                    <a:pt x="939901" y="1146289"/>
                  </a:lnTo>
                  <a:lnTo>
                    <a:pt x="939901" y="1158989"/>
                  </a:lnTo>
                  <a:lnTo>
                    <a:pt x="991069" y="1158989"/>
                  </a:lnTo>
                  <a:lnTo>
                    <a:pt x="991069" y="1146289"/>
                  </a:lnTo>
                  <a:close/>
                </a:path>
                <a:path w="5384800" h="2556510">
                  <a:moveTo>
                    <a:pt x="1080617" y="2543289"/>
                  </a:moveTo>
                  <a:lnTo>
                    <a:pt x="1029449" y="2543289"/>
                  </a:lnTo>
                  <a:lnTo>
                    <a:pt x="1029449" y="2555989"/>
                  </a:lnTo>
                  <a:lnTo>
                    <a:pt x="1080617" y="2555989"/>
                  </a:lnTo>
                  <a:lnTo>
                    <a:pt x="1080617" y="2543289"/>
                  </a:lnTo>
                  <a:close/>
                </a:path>
                <a:path w="5384800" h="2556510">
                  <a:moveTo>
                    <a:pt x="1080617" y="1146289"/>
                  </a:moveTo>
                  <a:lnTo>
                    <a:pt x="1029449" y="1146289"/>
                  </a:lnTo>
                  <a:lnTo>
                    <a:pt x="1029449" y="1158989"/>
                  </a:lnTo>
                  <a:lnTo>
                    <a:pt x="1080617" y="1158989"/>
                  </a:lnTo>
                  <a:lnTo>
                    <a:pt x="1080617" y="1146289"/>
                  </a:lnTo>
                  <a:close/>
                </a:path>
                <a:path w="5384800" h="2556510">
                  <a:moveTo>
                    <a:pt x="1170165" y="2543289"/>
                  </a:moveTo>
                  <a:lnTo>
                    <a:pt x="1118997" y="2543289"/>
                  </a:lnTo>
                  <a:lnTo>
                    <a:pt x="1118997" y="2555989"/>
                  </a:lnTo>
                  <a:lnTo>
                    <a:pt x="1170165" y="2555989"/>
                  </a:lnTo>
                  <a:lnTo>
                    <a:pt x="1170165" y="2543289"/>
                  </a:lnTo>
                  <a:close/>
                </a:path>
                <a:path w="5384800" h="2556510">
                  <a:moveTo>
                    <a:pt x="1170165" y="1146289"/>
                  </a:moveTo>
                  <a:lnTo>
                    <a:pt x="1118997" y="1146289"/>
                  </a:lnTo>
                  <a:lnTo>
                    <a:pt x="1118997" y="1158989"/>
                  </a:lnTo>
                  <a:lnTo>
                    <a:pt x="1170165" y="1158989"/>
                  </a:lnTo>
                  <a:lnTo>
                    <a:pt x="1170165" y="1146289"/>
                  </a:lnTo>
                  <a:close/>
                </a:path>
                <a:path w="5384800" h="2556510">
                  <a:moveTo>
                    <a:pt x="1259725" y="2543289"/>
                  </a:moveTo>
                  <a:lnTo>
                    <a:pt x="1208544" y="2543289"/>
                  </a:lnTo>
                  <a:lnTo>
                    <a:pt x="1208544" y="2555989"/>
                  </a:lnTo>
                  <a:lnTo>
                    <a:pt x="1259725" y="2555989"/>
                  </a:lnTo>
                  <a:lnTo>
                    <a:pt x="1259725" y="2543289"/>
                  </a:lnTo>
                  <a:close/>
                </a:path>
                <a:path w="5384800" h="2556510">
                  <a:moveTo>
                    <a:pt x="1259725" y="1146289"/>
                  </a:moveTo>
                  <a:lnTo>
                    <a:pt x="1208544" y="1146289"/>
                  </a:lnTo>
                  <a:lnTo>
                    <a:pt x="1208544" y="1158989"/>
                  </a:lnTo>
                  <a:lnTo>
                    <a:pt x="1259725" y="1158989"/>
                  </a:lnTo>
                  <a:lnTo>
                    <a:pt x="1259725" y="1146289"/>
                  </a:lnTo>
                  <a:close/>
                </a:path>
                <a:path w="5384800" h="2556510">
                  <a:moveTo>
                    <a:pt x="1349273" y="2543289"/>
                  </a:moveTo>
                  <a:lnTo>
                    <a:pt x="1298105" y="2543289"/>
                  </a:lnTo>
                  <a:lnTo>
                    <a:pt x="1298105" y="2555989"/>
                  </a:lnTo>
                  <a:lnTo>
                    <a:pt x="1349273" y="2555989"/>
                  </a:lnTo>
                  <a:lnTo>
                    <a:pt x="1349273" y="2543289"/>
                  </a:lnTo>
                  <a:close/>
                </a:path>
                <a:path w="5384800" h="2556510">
                  <a:moveTo>
                    <a:pt x="1349273" y="1146289"/>
                  </a:moveTo>
                  <a:lnTo>
                    <a:pt x="1298105" y="1146289"/>
                  </a:lnTo>
                  <a:lnTo>
                    <a:pt x="1298105" y="1158989"/>
                  </a:lnTo>
                  <a:lnTo>
                    <a:pt x="1349273" y="1158989"/>
                  </a:lnTo>
                  <a:lnTo>
                    <a:pt x="1349273" y="1146289"/>
                  </a:lnTo>
                  <a:close/>
                </a:path>
                <a:path w="5384800" h="2556510">
                  <a:moveTo>
                    <a:pt x="1438821" y="2543289"/>
                  </a:moveTo>
                  <a:lnTo>
                    <a:pt x="1387652" y="2543289"/>
                  </a:lnTo>
                  <a:lnTo>
                    <a:pt x="1387652" y="2555989"/>
                  </a:lnTo>
                  <a:lnTo>
                    <a:pt x="1438821" y="2555989"/>
                  </a:lnTo>
                  <a:lnTo>
                    <a:pt x="1438821" y="2543289"/>
                  </a:lnTo>
                  <a:close/>
                </a:path>
                <a:path w="5384800" h="2556510">
                  <a:moveTo>
                    <a:pt x="1438821" y="1146289"/>
                  </a:moveTo>
                  <a:lnTo>
                    <a:pt x="1387652" y="1146289"/>
                  </a:lnTo>
                  <a:lnTo>
                    <a:pt x="1387652" y="1158989"/>
                  </a:lnTo>
                  <a:lnTo>
                    <a:pt x="1438821" y="1158989"/>
                  </a:lnTo>
                  <a:lnTo>
                    <a:pt x="1438821" y="1146289"/>
                  </a:lnTo>
                  <a:close/>
                </a:path>
                <a:path w="5384800" h="2556510">
                  <a:moveTo>
                    <a:pt x="1528368" y="2543289"/>
                  </a:moveTo>
                  <a:lnTo>
                    <a:pt x="1477200" y="2543289"/>
                  </a:lnTo>
                  <a:lnTo>
                    <a:pt x="1477200" y="2555989"/>
                  </a:lnTo>
                  <a:lnTo>
                    <a:pt x="1528368" y="2555989"/>
                  </a:lnTo>
                  <a:lnTo>
                    <a:pt x="1528368" y="2543289"/>
                  </a:lnTo>
                  <a:close/>
                </a:path>
                <a:path w="5384800" h="2556510">
                  <a:moveTo>
                    <a:pt x="1528368" y="1146289"/>
                  </a:moveTo>
                  <a:lnTo>
                    <a:pt x="1477200" y="1146289"/>
                  </a:lnTo>
                  <a:lnTo>
                    <a:pt x="1477200" y="1158989"/>
                  </a:lnTo>
                  <a:lnTo>
                    <a:pt x="1528368" y="1158989"/>
                  </a:lnTo>
                  <a:lnTo>
                    <a:pt x="1528368" y="1146289"/>
                  </a:lnTo>
                  <a:close/>
                </a:path>
                <a:path w="5384800" h="2556510">
                  <a:moveTo>
                    <a:pt x="1617929" y="2543289"/>
                  </a:moveTo>
                  <a:lnTo>
                    <a:pt x="1566748" y="2543289"/>
                  </a:lnTo>
                  <a:lnTo>
                    <a:pt x="1566748" y="2555989"/>
                  </a:lnTo>
                  <a:lnTo>
                    <a:pt x="1617929" y="2555989"/>
                  </a:lnTo>
                  <a:lnTo>
                    <a:pt x="1617929" y="2543289"/>
                  </a:lnTo>
                  <a:close/>
                </a:path>
                <a:path w="5384800" h="2556510">
                  <a:moveTo>
                    <a:pt x="1617929" y="1146289"/>
                  </a:moveTo>
                  <a:lnTo>
                    <a:pt x="1566748" y="1146289"/>
                  </a:lnTo>
                  <a:lnTo>
                    <a:pt x="1566748" y="1158989"/>
                  </a:lnTo>
                  <a:lnTo>
                    <a:pt x="1617929" y="1158989"/>
                  </a:lnTo>
                  <a:lnTo>
                    <a:pt x="1617929" y="1146289"/>
                  </a:lnTo>
                  <a:close/>
                </a:path>
                <a:path w="5384800" h="2556510">
                  <a:moveTo>
                    <a:pt x="1712544" y="2553830"/>
                  </a:moveTo>
                  <a:lnTo>
                    <a:pt x="1710740" y="2541257"/>
                  </a:lnTo>
                  <a:lnTo>
                    <a:pt x="1703679" y="2542133"/>
                  </a:lnTo>
                  <a:lnTo>
                    <a:pt x="1696516" y="2542768"/>
                  </a:lnTo>
                  <a:lnTo>
                    <a:pt x="1689252" y="2543149"/>
                  </a:lnTo>
                  <a:lnTo>
                    <a:pt x="1681886" y="2543289"/>
                  </a:lnTo>
                  <a:lnTo>
                    <a:pt x="1656308" y="2543289"/>
                  </a:lnTo>
                  <a:lnTo>
                    <a:pt x="1656308" y="2555989"/>
                  </a:lnTo>
                  <a:lnTo>
                    <a:pt x="1681886" y="2555989"/>
                  </a:lnTo>
                  <a:lnTo>
                    <a:pt x="1689696" y="2555849"/>
                  </a:lnTo>
                  <a:lnTo>
                    <a:pt x="1697418" y="2555430"/>
                  </a:lnTo>
                  <a:lnTo>
                    <a:pt x="1705025" y="2554757"/>
                  </a:lnTo>
                  <a:lnTo>
                    <a:pt x="1712544" y="2553830"/>
                  </a:lnTo>
                  <a:close/>
                </a:path>
                <a:path w="5384800" h="2556510">
                  <a:moveTo>
                    <a:pt x="1712544" y="1148435"/>
                  </a:moveTo>
                  <a:lnTo>
                    <a:pt x="1705025" y="1147495"/>
                  </a:lnTo>
                  <a:lnTo>
                    <a:pt x="1697418" y="1146822"/>
                  </a:lnTo>
                  <a:lnTo>
                    <a:pt x="1689696" y="1146416"/>
                  </a:lnTo>
                  <a:lnTo>
                    <a:pt x="1681886" y="1146289"/>
                  </a:lnTo>
                  <a:lnTo>
                    <a:pt x="1656308" y="1146289"/>
                  </a:lnTo>
                  <a:lnTo>
                    <a:pt x="1656308" y="1158989"/>
                  </a:lnTo>
                  <a:lnTo>
                    <a:pt x="1681886" y="1158989"/>
                  </a:lnTo>
                  <a:lnTo>
                    <a:pt x="1689252" y="1159116"/>
                  </a:lnTo>
                  <a:lnTo>
                    <a:pt x="1696516" y="1159497"/>
                  </a:lnTo>
                  <a:lnTo>
                    <a:pt x="1703679" y="1160132"/>
                  </a:lnTo>
                  <a:lnTo>
                    <a:pt x="1710740" y="1161008"/>
                  </a:lnTo>
                  <a:lnTo>
                    <a:pt x="1710855" y="1160132"/>
                  </a:lnTo>
                  <a:lnTo>
                    <a:pt x="1710944" y="1159497"/>
                  </a:lnTo>
                  <a:lnTo>
                    <a:pt x="1711020" y="1158989"/>
                  </a:lnTo>
                  <a:lnTo>
                    <a:pt x="1712544" y="1148435"/>
                  </a:lnTo>
                  <a:close/>
                </a:path>
                <a:path w="5384800" h="2556510">
                  <a:moveTo>
                    <a:pt x="1809483" y="2509240"/>
                  </a:moveTo>
                  <a:lnTo>
                    <a:pt x="1800618" y="2500147"/>
                  </a:lnTo>
                  <a:lnTo>
                    <a:pt x="1790446" y="2509012"/>
                  </a:lnTo>
                  <a:lnTo>
                    <a:pt x="1778977" y="2517063"/>
                  </a:lnTo>
                  <a:lnTo>
                    <a:pt x="1766303" y="2524201"/>
                  </a:lnTo>
                  <a:lnTo>
                    <a:pt x="1752523" y="2530348"/>
                  </a:lnTo>
                  <a:lnTo>
                    <a:pt x="1757172" y="2542171"/>
                  </a:lnTo>
                  <a:lnTo>
                    <a:pt x="1771992" y="2535555"/>
                  </a:lnTo>
                  <a:lnTo>
                    <a:pt x="1785747" y="2527808"/>
                  </a:lnTo>
                  <a:lnTo>
                    <a:pt x="1798281" y="2519007"/>
                  </a:lnTo>
                  <a:lnTo>
                    <a:pt x="1809483" y="2509240"/>
                  </a:lnTo>
                  <a:close/>
                </a:path>
                <a:path w="5384800" h="2556510">
                  <a:moveTo>
                    <a:pt x="1809483" y="1193038"/>
                  </a:moveTo>
                  <a:lnTo>
                    <a:pt x="1798281" y="1183246"/>
                  </a:lnTo>
                  <a:lnTo>
                    <a:pt x="1785747" y="1174445"/>
                  </a:lnTo>
                  <a:lnTo>
                    <a:pt x="1771992" y="1166710"/>
                  </a:lnTo>
                  <a:lnTo>
                    <a:pt x="1757172" y="1160094"/>
                  </a:lnTo>
                  <a:lnTo>
                    <a:pt x="1752523" y="1171917"/>
                  </a:lnTo>
                  <a:lnTo>
                    <a:pt x="1766303" y="1178052"/>
                  </a:lnTo>
                  <a:lnTo>
                    <a:pt x="1778977" y="1185202"/>
                  </a:lnTo>
                  <a:lnTo>
                    <a:pt x="1790446" y="1193241"/>
                  </a:lnTo>
                  <a:lnTo>
                    <a:pt x="1800618" y="1202118"/>
                  </a:lnTo>
                  <a:lnTo>
                    <a:pt x="1809483" y="1193038"/>
                  </a:lnTo>
                  <a:close/>
                </a:path>
                <a:path w="5384800" h="2556510">
                  <a:moveTo>
                    <a:pt x="1841500" y="2412796"/>
                  </a:moveTo>
                  <a:lnTo>
                    <a:pt x="1828800" y="2412796"/>
                  </a:lnTo>
                  <a:lnTo>
                    <a:pt x="1828800" y="2438616"/>
                  </a:lnTo>
                  <a:lnTo>
                    <a:pt x="1828469" y="2445537"/>
                  </a:lnTo>
                  <a:lnTo>
                    <a:pt x="1827530" y="2452357"/>
                  </a:lnTo>
                  <a:lnTo>
                    <a:pt x="1825980" y="2459037"/>
                  </a:lnTo>
                  <a:lnTo>
                    <a:pt x="1823847" y="2465578"/>
                  </a:lnTo>
                  <a:lnTo>
                    <a:pt x="1835734" y="2470048"/>
                  </a:lnTo>
                  <a:lnTo>
                    <a:pt x="1838210" y="2462441"/>
                  </a:lnTo>
                  <a:lnTo>
                    <a:pt x="1840026" y="2454668"/>
                  </a:lnTo>
                  <a:lnTo>
                    <a:pt x="1841119" y="2446718"/>
                  </a:lnTo>
                  <a:lnTo>
                    <a:pt x="1841169" y="2445537"/>
                  </a:lnTo>
                  <a:lnTo>
                    <a:pt x="1841500" y="2438616"/>
                  </a:lnTo>
                  <a:lnTo>
                    <a:pt x="1841500" y="2412796"/>
                  </a:lnTo>
                  <a:close/>
                </a:path>
                <a:path w="5384800" h="2556510">
                  <a:moveTo>
                    <a:pt x="1841500" y="2322411"/>
                  </a:moveTo>
                  <a:lnTo>
                    <a:pt x="1828800" y="2322411"/>
                  </a:lnTo>
                  <a:lnTo>
                    <a:pt x="1828800" y="2374061"/>
                  </a:lnTo>
                  <a:lnTo>
                    <a:pt x="1841500" y="2374061"/>
                  </a:lnTo>
                  <a:lnTo>
                    <a:pt x="1841500" y="2322411"/>
                  </a:lnTo>
                  <a:close/>
                </a:path>
                <a:path w="5384800" h="2556510">
                  <a:moveTo>
                    <a:pt x="1841500" y="2232025"/>
                  </a:moveTo>
                  <a:lnTo>
                    <a:pt x="1828800" y="2232025"/>
                  </a:lnTo>
                  <a:lnTo>
                    <a:pt x="1828800" y="2283676"/>
                  </a:lnTo>
                  <a:lnTo>
                    <a:pt x="1841500" y="2283676"/>
                  </a:lnTo>
                  <a:lnTo>
                    <a:pt x="1841500" y="2232025"/>
                  </a:lnTo>
                  <a:close/>
                </a:path>
                <a:path w="5384800" h="2556510">
                  <a:moveTo>
                    <a:pt x="1841500" y="2141651"/>
                  </a:moveTo>
                  <a:lnTo>
                    <a:pt x="1828800" y="2141651"/>
                  </a:lnTo>
                  <a:lnTo>
                    <a:pt x="1828800" y="2193290"/>
                  </a:lnTo>
                  <a:lnTo>
                    <a:pt x="1841500" y="2193290"/>
                  </a:lnTo>
                  <a:lnTo>
                    <a:pt x="1841500" y="2141651"/>
                  </a:lnTo>
                  <a:close/>
                </a:path>
                <a:path w="5384800" h="2556510">
                  <a:moveTo>
                    <a:pt x="1841500" y="2051265"/>
                  </a:moveTo>
                  <a:lnTo>
                    <a:pt x="1828800" y="2051265"/>
                  </a:lnTo>
                  <a:lnTo>
                    <a:pt x="1828800" y="2102916"/>
                  </a:lnTo>
                  <a:lnTo>
                    <a:pt x="1841500" y="2102916"/>
                  </a:lnTo>
                  <a:lnTo>
                    <a:pt x="1841500" y="2051265"/>
                  </a:lnTo>
                  <a:close/>
                </a:path>
                <a:path w="5384800" h="2556510">
                  <a:moveTo>
                    <a:pt x="1841500" y="1960880"/>
                  </a:moveTo>
                  <a:lnTo>
                    <a:pt x="1828800" y="1960880"/>
                  </a:lnTo>
                  <a:lnTo>
                    <a:pt x="1828800" y="2012530"/>
                  </a:lnTo>
                  <a:lnTo>
                    <a:pt x="1841500" y="2012530"/>
                  </a:lnTo>
                  <a:lnTo>
                    <a:pt x="1841500" y="1960880"/>
                  </a:lnTo>
                  <a:close/>
                </a:path>
                <a:path w="5384800" h="2556510">
                  <a:moveTo>
                    <a:pt x="1841500" y="1870506"/>
                  </a:moveTo>
                  <a:lnTo>
                    <a:pt x="1828800" y="1870506"/>
                  </a:lnTo>
                  <a:lnTo>
                    <a:pt x="1828800" y="1922145"/>
                  </a:lnTo>
                  <a:lnTo>
                    <a:pt x="1841500" y="1922145"/>
                  </a:lnTo>
                  <a:lnTo>
                    <a:pt x="1841500" y="1870506"/>
                  </a:lnTo>
                  <a:close/>
                </a:path>
                <a:path w="5384800" h="2556510">
                  <a:moveTo>
                    <a:pt x="1841500" y="1780120"/>
                  </a:moveTo>
                  <a:lnTo>
                    <a:pt x="1828800" y="1780120"/>
                  </a:lnTo>
                  <a:lnTo>
                    <a:pt x="1828800" y="1831771"/>
                  </a:lnTo>
                  <a:lnTo>
                    <a:pt x="1841500" y="1831771"/>
                  </a:lnTo>
                  <a:lnTo>
                    <a:pt x="1841500" y="1780120"/>
                  </a:lnTo>
                  <a:close/>
                </a:path>
                <a:path w="5384800" h="2556510">
                  <a:moveTo>
                    <a:pt x="1841500" y="1689735"/>
                  </a:moveTo>
                  <a:lnTo>
                    <a:pt x="1828800" y="1689735"/>
                  </a:lnTo>
                  <a:lnTo>
                    <a:pt x="1828800" y="1741385"/>
                  </a:lnTo>
                  <a:lnTo>
                    <a:pt x="1841500" y="1741385"/>
                  </a:lnTo>
                  <a:lnTo>
                    <a:pt x="1841500" y="1689735"/>
                  </a:lnTo>
                  <a:close/>
                </a:path>
                <a:path w="5384800" h="2556510">
                  <a:moveTo>
                    <a:pt x="1841500" y="1599361"/>
                  </a:moveTo>
                  <a:lnTo>
                    <a:pt x="1828800" y="1599361"/>
                  </a:lnTo>
                  <a:lnTo>
                    <a:pt x="1828800" y="1651000"/>
                  </a:lnTo>
                  <a:lnTo>
                    <a:pt x="1841500" y="1651000"/>
                  </a:lnTo>
                  <a:lnTo>
                    <a:pt x="1841500" y="1599361"/>
                  </a:lnTo>
                  <a:close/>
                </a:path>
                <a:path w="5384800" h="2556510">
                  <a:moveTo>
                    <a:pt x="1841500" y="1508975"/>
                  </a:moveTo>
                  <a:lnTo>
                    <a:pt x="1828800" y="1508975"/>
                  </a:lnTo>
                  <a:lnTo>
                    <a:pt x="1828800" y="1560614"/>
                  </a:lnTo>
                  <a:lnTo>
                    <a:pt x="1841500" y="1560614"/>
                  </a:lnTo>
                  <a:lnTo>
                    <a:pt x="1841500" y="1508975"/>
                  </a:lnTo>
                  <a:close/>
                </a:path>
                <a:path w="5384800" h="2556510">
                  <a:moveTo>
                    <a:pt x="1841500" y="1418590"/>
                  </a:moveTo>
                  <a:lnTo>
                    <a:pt x="1828800" y="1418590"/>
                  </a:lnTo>
                  <a:lnTo>
                    <a:pt x="1828800" y="1470240"/>
                  </a:lnTo>
                  <a:lnTo>
                    <a:pt x="1841500" y="1470240"/>
                  </a:lnTo>
                  <a:lnTo>
                    <a:pt x="1841500" y="1418590"/>
                  </a:lnTo>
                  <a:close/>
                </a:path>
                <a:path w="5384800" h="2556510">
                  <a:moveTo>
                    <a:pt x="1841500" y="1328204"/>
                  </a:moveTo>
                  <a:lnTo>
                    <a:pt x="1828800" y="1328204"/>
                  </a:lnTo>
                  <a:lnTo>
                    <a:pt x="1828800" y="1379855"/>
                  </a:lnTo>
                  <a:lnTo>
                    <a:pt x="1841500" y="1379855"/>
                  </a:lnTo>
                  <a:lnTo>
                    <a:pt x="1841500" y="1328204"/>
                  </a:lnTo>
                  <a:close/>
                </a:path>
                <a:path w="5384800" h="2556510">
                  <a:moveTo>
                    <a:pt x="1841500" y="1263650"/>
                  </a:moveTo>
                  <a:lnTo>
                    <a:pt x="1841119" y="1255547"/>
                  </a:lnTo>
                  <a:lnTo>
                    <a:pt x="1840026" y="1247584"/>
                  </a:lnTo>
                  <a:lnTo>
                    <a:pt x="1838210" y="1239812"/>
                  </a:lnTo>
                  <a:lnTo>
                    <a:pt x="1835734" y="1232217"/>
                  </a:lnTo>
                  <a:lnTo>
                    <a:pt x="1823847" y="1236687"/>
                  </a:lnTo>
                  <a:lnTo>
                    <a:pt x="1825980" y="1243228"/>
                  </a:lnTo>
                  <a:lnTo>
                    <a:pt x="1827530" y="1249908"/>
                  </a:lnTo>
                  <a:lnTo>
                    <a:pt x="1828469" y="1256715"/>
                  </a:lnTo>
                  <a:lnTo>
                    <a:pt x="1828800" y="1263650"/>
                  </a:lnTo>
                  <a:lnTo>
                    <a:pt x="1828800" y="1289469"/>
                  </a:lnTo>
                  <a:lnTo>
                    <a:pt x="1841500" y="1289469"/>
                  </a:lnTo>
                  <a:lnTo>
                    <a:pt x="1841500" y="1263650"/>
                  </a:lnTo>
                  <a:close/>
                </a:path>
                <a:path w="5384800" h="2556510">
                  <a:moveTo>
                    <a:pt x="3975100" y="438835"/>
                  </a:moveTo>
                  <a:lnTo>
                    <a:pt x="3962400" y="438835"/>
                  </a:lnTo>
                  <a:lnTo>
                    <a:pt x="3962400" y="485622"/>
                  </a:lnTo>
                  <a:lnTo>
                    <a:pt x="3975100" y="485622"/>
                  </a:lnTo>
                  <a:lnTo>
                    <a:pt x="3975100" y="438835"/>
                  </a:lnTo>
                  <a:close/>
                </a:path>
                <a:path w="5384800" h="2556510">
                  <a:moveTo>
                    <a:pt x="3975100" y="356933"/>
                  </a:moveTo>
                  <a:lnTo>
                    <a:pt x="3962400" y="356933"/>
                  </a:lnTo>
                  <a:lnTo>
                    <a:pt x="3962400" y="403733"/>
                  </a:lnTo>
                  <a:lnTo>
                    <a:pt x="3975100" y="403733"/>
                  </a:lnTo>
                  <a:lnTo>
                    <a:pt x="3975100" y="356933"/>
                  </a:lnTo>
                  <a:close/>
                </a:path>
                <a:path w="5384800" h="2556510">
                  <a:moveTo>
                    <a:pt x="3975100" y="275043"/>
                  </a:moveTo>
                  <a:lnTo>
                    <a:pt x="3962400" y="275043"/>
                  </a:lnTo>
                  <a:lnTo>
                    <a:pt x="3962400" y="321843"/>
                  </a:lnTo>
                  <a:lnTo>
                    <a:pt x="3975100" y="321843"/>
                  </a:lnTo>
                  <a:lnTo>
                    <a:pt x="3975100" y="275043"/>
                  </a:lnTo>
                  <a:close/>
                </a:path>
                <a:path w="5384800" h="2556510">
                  <a:moveTo>
                    <a:pt x="3975100" y="193154"/>
                  </a:moveTo>
                  <a:lnTo>
                    <a:pt x="3962400" y="193154"/>
                  </a:lnTo>
                  <a:lnTo>
                    <a:pt x="3962400" y="239953"/>
                  </a:lnTo>
                  <a:lnTo>
                    <a:pt x="3975100" y="239953"/>
                  </a:lnTo>
                  <a:lnTo>
                    <a:pt x="3975100" y="193154"/>
                  </a:lnTo>
                  <a:close/>
                </a:path>
                <a:path w="5384800" h="2556510">
                  <a:moveTo>
                    <a:pt x="3975100" y="111264"/>
                  </a:moveTo>
                  <a:lnTo>
                    <a:pt x="3962400" y="111264"/>
                  </a:lnTo>
                  <a:lnTo>
                    <a:pt x="3962400" y="158064"/>
                  </a:lnTo>
                  <a:lnTo>
                    <a:pt x="3975100" y="158064"/>
                  </a:lnTo>
                  <a:lnTo>
                    <a:pt x="3975100" y="111264"/>
                  </a:lnTo>
                  <a:close/>
                </a:path>
                <a:path w="5384800" h="2556510">
                  <a:moveTo>
                    <a:pt x="3981386" y="556602"/>
                  </a:moveTo>
                  <a:lnTo>
                    <a:pt x="3976903" y="552119"/>
                  </a:lnTo>
                  <a:lnTo>
                    <a:pt x="3975100" y="547916"/>
                  </a:lnTo>
                  <a:lnTo>
                    <a:pt x="3975100" y="520725"/>
                  </a:lnTo>
                  <a:lnTo>
                    <a:pt x="3962400" y="520725"/>
                  </a:lnTo>
                  <a:lnTo>
                    <a:pt x="3962400" y="552297"/>
                  </a:lnTo>
                  <a:lnTo>
                    <a:pt x="3966375" y="559549"/>
                  </a:lnTo>
                  <a:lnTo>
                    <a:pt x="3972407" y="565581"/>
                  </a:lnTo>
                  <a:lnTo>
                    <a:pt x="3981386" y="556602"/>
                  </a:lnTo>
                  <a:close/>
                </a:path>
                <a:path w="5384800" h="2556510">
                  <a:moveTo>
                    <a:pt x="3981386" y="40284"/>
                  </a:moveTo>
                  <a:lnTo>
                    <a:pt x="3972407" y="31305"/>
                  </a:lnTo>
                  <a:lnTo>
                    <a:pt x="3966375" y="37338"/>
                  </a:lnTo>
                  <a:lnTo>
                    <a:pt x="3962400" y="44589"/>
                  </a:lnTo>
                  <a:lnTo>
                    <a:pt x="3962400" y="76161"/>
                  </a:lnTo>
                  <a:lnTo>
                    <a:pt x="3975100" y="76161"/>
                  </a:lnTo>
                  <a:lnTo>
                    <a:pt x="3975100" y="48971"/>
                  </a:lnTo>
                  <a:lnTo>
                    <a:pt x="3976903" y="44767"/>
                  </a:lnTo>
                  <a:lnTo>
                    <a:pt x="3981386" y="40284"/>
                  </a:lnTo>
                  <a:close/>
                </a:path>
                <a:path w="5384800" h="2556510">
                  <a:moveTo>
                    <a:pt x="4039768" y="580263"/>
                  </a:moveTo>
                  <a:lnTo>
                    <a:pt x="4029773" y="578269"/>
                  </a:lnTo>
                  <a:lnTo>
                    <a:pt x="4020426" y="575932"/>
                  </a:lnTo>
                  <a:lnTo>
                    <a:pt x="4011777" y="573265"/>
                  </a:lnTo>
                  <a:lnTo>
                    <a:pt x="4003878" y="570318"/>
                  </a:lnTo>
                  <a:lnTo>
                    <a:pt x="3999052" y="582066"/>
                  </a:lnTo>
                  <a:lnTo>
                    <a:pt x="4007675" y="585292"/>
                  </a:lnTo>
                  <a:lnTo>
                    <a:pt x="4017022" y="588162"/>
                  </a:lnTo>
                  <a:lnTo>
                    <a:pt x="4027005" y="590664"/>
                  </a:lnTo>
                  <a:lnTo>
                    <a:pt x="4037571" y="592772"/>
                  </a:lnTo>
                  <a:lnTo>
                    <a:pt x="4039768" y="580263"/>
                  </a:lnTo>
                  <a:close/>
                </a:path>
                <a:path w="5384800" h="2556510">
                  <a:moveTo>
                    <a:pt x="4039768" y="16624"/>
                  </a:moveTo>
                  <a:lnTo>
                    <a:pt x="4037571" y="4114"/>
                  </a:lnTo>
                  <a:lnTo>
                    <a:pt x="4027005" y="6223"/>
                  </a:lnTo>
                  <a:lnTo>
                    <a:pt x="4017022" y="8724"/>
                  </a:lnTo>
                  <a:lnTo>
                    <a:pt x="4007675" y="11595"/>
                  </a:lnTo>
                  <a:lnTo>
                    <a:pt x="3999052" y="14820"/>
                  </a:lnTo>
                  <a:lnTo>
                    <a:pt x="4003878" y="26568"/>
                  </a:lnTo>
                  <a:lnTo>
                    <a:pt x="4011777" y="23622"/>
                  </a:lnTo>
                  <a:lnTo>
                    <a:pt x="4020426" y="20955"/>
                  </a:lnTo>
                  <a:lnTo>
                    <a:pt x="4029773" y="18618"/>
                  </a:lnTo>
                  <a:lnTo>
                    <a:pt x="4039768" y="16624"/>
                  </a:lnTo>
                  <a:close/>
                </a:path>
                <a:path w="5384800" h="2556510">
                  <a:moveTo>
                    <a:pt x="4112615" y="584200"/>
                  </a:moveTo>
                  <a:lnTo>
                    <a:pt x="4086822" y="584200"/>
                  </a:lnTo>
                  <a:lnTo>
                    <a:pt x="4080370" y="584200"/>
                  </a:lnTo>
                  <a:lnTo>
                    <a:pt x="4074045" y="583984"/>
                  </a:lnTo>
                  <a:lnTo>
                    <a:pt x="4067886" y="583590"/>
                  </a:lnTo>
                  <a:lnTo>
                    <a:pt x="4067835" y="584200"/>
                  </a:lnTo>
                  <a:lnTo>
                    <a:pt x="4067073" y="596265"/>
                  </a:lnTo>
                  <a:lnTo>
                    <a:pt x="4073499" y="596671"/>
                  </a:lnTo>
                  <a:lnTo>
                    <a:pt x="4080091" y="596900"/>
                  </a:lnTo>
                  <a:lnTo>
                    <a:pt x="4086822" y="596900"/>
                  </a:lnTo>
                  <a:lnTo>
                    <a:pt x="4112615" y="596900"/>
                  </a:lnTo>
                  <a:lnTo>
                    <a:pt x="4112615" y="584200"/>
                  </a:lnTo>
                  <a:close/>
                </a:path>
                <a:path w="5384800" h="2556510">
                  <a:moveTo>
                    <a:pt x="4112615" y="0"/>
                  </a:moveTo>
                  <a:lnTo>
                    <a:pt x="4086822" y="0"/>
                  </a:lnTo>
                  <a:lnTo>
                    <a:pt x="4080091" y="0"/>
                  </a:lnTo>
                  <a:lnTo>
                    <a:pt x="4073499" y="215"/>
                  </a:lnTo>
                  <a:lnTo>
                    <a:pt x="4067073" y="622"/>
                  </a:lnTo>
                  <a:lnTo>
                    <a:pt x="4067886" y="13296"/>
                  </a:lnTo>
                  <a:lnTo>
                    <a:pt x="4074045" y="12903"/>
                  </a:lnTo>
                  <a:lnTo>
                    <a:pt x="4080370" y="12700"/>
                  </a:lnTo>
                  <a:lnTo>
                    <a:pt x="4086822" y="12700"/>
                  </a:lnTo>
                  <a:lnTo>
                    <a:pt x="4112615" y="12700"/>
                  </a:lnTo>
                  <a:lnTo>
                    <a:pt x="4112615" y="0"/>
                  </a:lnTo>
                  <a:close/>
                </a:path>
                <a:path w="5384800" h="2556510">
                  <a:moveTo>
                    <a:pt x="4202874" y="584200"/>
                  </a:moveTo>
                  <a:lnTo>
                    <a:pt x="4151299" y="584200"/>
                  </a:lnTo>
                  <a:lnTo>
                    <a:pt x="4151299" y="596900"/>
                  </a:lnTo>
                  <a:lnTo>
                    <a:pt x="4202874" y="596900"/>
                  </a:lnTo>
                  <a:lnTo>
                    <a:pt x="4202874" y="584200"/>
                  </a:lnTo>
                  <a:close/>
                </a:path>
                <a:path w="5384800" h="2556510">
                  <a:moveTo>
                    <a:pt x="4202874" y="0"/>
                  </a:moveTo>
                  <a:lnTo>
                    <a:pt x="4151299" y="0"/>
                  </a:lnTo>
                  <a:lnTo>
                    <a:pt x="4151299" y="12700"/>
                  </a:lnTo>
                  <a:lnTo>
                    <a:pt x="4202874" y="12700"/>
                  </a:lnTo>
                  <a:lnTo>
                    <a:pt x="4202874" y="0"/>
                  </a:lnTo>
                  <a:close/>
                </a:path>
                <a:path w="5384800" h="2556510">
                  <a:moveTo>
                    <a:pt x="4293146" y="584200"/>
                  </a:moveTo>
                  <a:lnTo>
                    <a:pt x="4241571" y="584200"/>
                  </a:lnTo>
                  <a:lnTo>
                    <a:pt x="4241571" y="596900"/>
                  </a:lnTo>
                  <a:lnTo>
                    <a:pt x="4293146" y="596900"/>
                  </a:lnTo>
                  <a:lnTo>
                    <a:pt x="4293146" y="584200"/>
                  </a:lnTo>
                  <a:close/>
                </a:path>
                <a:path w="5384800" h="2556510">
                  <a:moveTo>
                    <a:pt x="4293146" y="0"/>
                  </a:moveTo>
                  <a:lnTo>
                    <a:pt x="4241571" y="0"/>
                  </a:lnTo>
                  <a:lnTo>
                    <a:pt x="4241571" y="12700"/>
                  </a:lnTo>
                  <a:lnTo>
                    <a:pt x="4293146" y="12700"/>
                  </a:lnTo>
                  <a:lnTo>
                    <a:pt x="4293146" y="0"/>
                  </a:lnTo>
                  <a:close/>
                </a:path>
                <a:path w="5384800" h="2556510">
                  <a:moveTo>
                    <a:pt x="4383417" y="584200"/>
                  </a:moveTo>
                  <a:lnTo>
                    <a:pt x="4331830" y="584200"/>
                  </a:lnTo>
                  <a:lnTo>
                    <a:pt x="4331830" y="596900"/>
                  </a:lnTo>
                  <a:lnTo>
                    <a:pt x="4383417" y="596900"/>
                  </a:lnTo>
                  <a:lnTo>
                    <a:pt x="4383417" y="584200"/>
                  </a:lnTo>
                  <a:close/>
                </a:path>
                <a:path w="5384800" h="2556510">
                  <a:moveTo>
                    <a:pt x="4383417" y="0"/>
                  </a:moveTo>
                  <a:lnTo>
                    <a:pt x="4331830" y="0"/>
                  </a:lnTo>
                  <a:lnTo>
                    <a:pt x="4331830" y="12700"/>
                  </a:lnTo>
                  <a:lnTo>
                    <a:pt x="4383417" y="12700"/>
                  </a:lnTo>
                  <a:lnTo>
                    <a:pt x="4383417" y="0"/>
                  </a:lnTo>
                  <a:close/>
                </a:path>
                <a:path w="5384800" h="2556510">
                  <a:moveTo>
                    <a:pt x="4473689" y="584200"/>
                  </a:moveTo>
                  <a:lnTo>
                    <a:pt x="4422102" y="584200"/>
                  </a:lnTo>
                  <a:lnTo>
                    <a:pt x="4422102" y="596900"/>
                  </a:lnTo>
                  <a:lnTo>
                    <a:pt x="4473689" y="596900"/>
                  </a:lnTo>
                  <a:lnTo>
                    <a:pt x="4473689" y="584200"/>
                  </a:lnTo>
                  <a:close/>
                </a:path>
                <a:path w="5384800" h="2556510">
                  <a:moveTo>
                    <a:pt x="4473689" y="0"/>
                  </a:moveTo>
                  <a:lnTo>
                    <a:pt x="4422102" y="0"/>
                  </a:lnTo>
                  <a:lnTo>
                    <a:pt x="4422102" y="12700"/>
                  </a:lnTo>
                  <a:lnTo>
                    <a:pt x="4473689" y="12700"/>
                  </a:lnTo>
                  <a:lnTo>
                    <a:pt x="4473689" y="0"/>
                  </a:lnTo>
                  <a:close/>
                </a:path>
                <a:path w="5384800" h="2556510">
                  <a:moveTo>
                    <a:pt x="4563948" y="584200"/>
                  </a:moveTo>
                  <a:lnTo>
                    <a:pt x="4512373" y="584200"/>
                  </a:lnTo>
                  <a:lnTo>
                    <a:pt x="4512373" y="596900"/>
                  </a:lnTo>
                  <a:lnTo>
                    <a:pt x="4563948" y="596900"/>
                  </a:lnTo>
                  <a:lnTo>
                    <a:pt x="4563948" y="584200"/>
                  </a:lnTo>
                  <a:close/>
                </a:path>
                <a:path w="5384800" h="2556510">
                  <a:moveTo>
                    <a:pt x="4563948" y="0"/>
                  </a:moveTo>
                  <a:lnTo>
                    <a:pt x="4512373" y="0"/>
                  </a:lnTo>
                  <a:lnTo>
                    <a:pt x="4512373" y="12700"/>
                  </a:lnTo>
                  <a:lnTo>
                    <a:pt x="4563948" y="12700"/>
                  </a:lnTo>
                  <a:lnTo>
                    <a:pt x="4563948" y="0"/>
                  </a:lnTo>
                  <a:close/>
                </a:path>
                <a:path w="5384800" h="2556510">
                  <a:moveTo>
                    <a:pt x="4654220" y="584200"/>
                  </a:moveTo>
                  <a:lnTo>
                    <a:pt x="4602645" y="584200"/>
                  </a:lnTo>
                  <a:lnTo>
                    <a:pt x="4602645" y="596900"/>
                  </a:lnTo>
                  <a:lnTo>
                    <a:pt x="4654220" y="596900"/>
                  </a:lnTo>
                  <a:lnTo>
                    <a:pt x="4654220" y="584200"/>
                  </a:lnTo>
                  <a:close/>
                </a:path>
                <a:path w="5384800" h="2556510">
                  <a:moveTo>
                    <a:pt x="4654220" y="0"/>
                  </a:moveTo>
                  <a:lnTo>
                    <a:pt x="4602645" y="0"/>
                  </a:lnTo>
                  <a:lnTo>
                    <a:pt x="4602645" y="12700"/>
                  </a:lnTo>
                  <a:lnTo>
                    <a:pt x="4654220" y="12700"/>
                  </a:lnTo>
                  <a:lnTo>
                    <a:pt x="4654220" y="0"/>
                  </a:lnTo>
                  <a:close/>
                </a:path>
                <a:path w="5384800" h="2556510">
                  <a:moveTo>
                    <a:pt x="4744491" y="584200"/>
                  </a:moveTo>
                  <a:lnTo>
                    <a:pt x="4692904" y="584200"/>
                  </a:lnTo>
                  <a:lnTo>
                    <a:pt x="4692904" y="596900"/>
                  </a:lnTo>
                  <a:lnTo>
                    <a:pt x="4744491" y="596900"/>
                  </a:lnTo>
                  <a:lnTo>
                    <a:pt x="4744491" y="584200"/>
                  </a:lnTo>
                  <a:close/>
                </a:path>
                <a:path w="5384800" h="2556510">
                  <a:moveTo>
                    <a:pt x="4744491" y="0"/>
                  </a:moveTo>
                  <a:lnTo>
                    <a:pt x="4692904" y="0"/>
                  </a:lnTo>
                  <a:lnTo>
                    <a:pt x="4692904" y="12700"/>
                  </a:lnTo>
                  <a:lnTo>
                    <a:pt x="4744491" y="12700"/>
                  </a:lnTo>
                  <a:lnTo>
                    <a:pt x="4744491" y="0"/>
                  </a:lnTo>
                  <a:close/>
                </a:path>
                <a:path w="5384800" h="2556510">
                  <a:moveTo>
                    <a:pt x="4834763" y="584200"/>
                  </a:moveTo>
                  <a:lnTo>
                    <a:pt x="4783175" y="584200"/>
                  </a:lnTo>
                  <a:lnTo>
                    <a:pt x="4783175" y="596900"/>
                  </a:lnTo>
                  <a:lnTo>
                    <a:pt x="4834763" y="596900"/>
                  </a:lnTo>
                  <a:lnTo>
                    <a:pt x="4834763" y="584200"/>
                  </a:lnTo>
                  <a:close/>
                </a:path>
                <a:path w="5384800" h="2556510">
                  <a:moveTo>
                    <a:pt x="4834763" y="0"/>
                  </a:moveTo>
                  <a:lnTo>
                    <a:pt x="4783175" y="0"/>
                  </a:lnTo>
                  <a:lnTo>
                    <a:pt x="4783175" y="12700"/>
                  </a:lnTo>
                  <a:lnTo>
                    <a:pt x="4834763" y="12700"/>
                  </a:lnTo>
                  <a:lnTo>
                    <a:pt x="4834763" y="0"/>
                  </a:lnTo>
                  <a:close/>
                </a:path>
                <a:path w="5384800" h="2556510">
                  <a:moveTo>
                    <a:pt x="4925034" y="584200"/>
                  </a:moveTo>
                  <a:lnTo>
                    <a:pt x="4873447" y="584200"/>
                  </a:lnTo>
                  <a:lnTo>
                    <a:pt x="4873447" y="596900"/>
                  </a:lnTo>
                  <a:lnTo>
                    <a:pt x="4925034" y="596900"/>
                  </a:lnTo>
                  <a:lnTo>
                    <a:pt x="4925034" y="584200"/>
                  </a:lnTo>
                  <a:close/>
                </a:path>
                <a:path w="5384800" h="2556510">
                  <a:moveTo>
                    <a:pt x="4925034" y="0"/>
                  </a:moveTo>
                  <a:lnTo>
                    <a:pt x="4873447" y="0"/>
                  </a:lnTo>
                  <a:lnTo>
                    <a:pt x="4873447" y="12700"/>
                  </a:lnTo>
                  <a:lnTo>
                    <a:pt x="4925034" y="12700"/>
                  </a:lnTo>
                  <a:lnTo>
                    <a:pt x="4925034" y="0"/>
                  </a:lnTo>
                  <a:close/>
                </a:path>
                <a:path w="5384800" h="2556510">
                  <a:moveTo>
                    <a:pt x="5015293" y="584200"/>
                  </a:moveTo>
                  <a:lnTo>
                    <a:pt x="4963719" y="584200"/>
                  </a:lnTo>
                  <a:lnTo>
                    <a:pt x="4963719" y="596900"/>
                  </a:lnTo>
                  <a:lnTo>
                    <a:pt x="5015293" y="596900"/>
                  </a:lnTo>
                  <a:lnTo>
                    <a:pt x="5015293" y="584200"/>
                  </a:lnTo>
                  <a:close/>
                </a:path>
                <a:path w="5384800" h="2556510">
                  <a:moveTo>
                    <a:pt x="5015293" y="0"/>
                  </a:moveTo>
                  <a:lnTo>
                    <a:pt x="4963719" y="0"/>
                  </a:lnTo>
                  <a:lnTo>
                    <a:pt x="4963719" y="12700"/>
                  </a:lnTo>
                  <a:lnTo>
                    <a:pt x="5015293" y="12700"/>
                  </a:lnTo>
                  <a:lnTo>
                    <a:pt x="5015293" y="0"/>
                  </a:lnTo>
                  <a:close/>
                </a:path>
                <a:path w="5384800" h="2556510">
                  <a:moveTo>
                    <a:pt x="5105565" y="584200"/>
                  </a:moveTo>
                  <a:lnTo>
                    <a:pt x="5053990" y="584200"/>
                  </a:lnTo>
                  <a:lnTo>
                    <a:pt x="5053990" y="596900"/>
                  </a:lnTo>
                  <a:lnTo>
                    <a:pt x="5105565" y="596900"/>
                  </a:lnTo>
                  <a:lnTo>
                    <a:pt x="5105565" y="584200"/>
                  </a:lnTo>
                  <a:close/>
                </a:path>
                <a:path w="5384800" h="2556510">
                  <a:moveTo>
                    <a:pt x="5105565" y="0"/>
                  </a:moveTo>
                  <a:lnTo>
                    <a:pt x="5053990" y="0"/>
                  </a:lnTo>
                  <a:lnTo>
                    <a:pt x="5053990" y="12700"/>
                  </a:lnTo>
                  <a:lnTo>
                    <a:pt x="5105565" y="12700"/>
                  </a:lnTo>
                  <a:lnTo>
                    <a:pt x="5105565" y="0"/>
                  </a:lnTo>
                  <a:close/>
                </a:path>
                <a:path w="5384800" h="2556510">
                  <a:moveTo>
                    <a:pt x="5195836" y="584200"/>
                  </a:moveTo>
                  <a:lnTo>
                    <a:pt x="5144249" y="584200"/>
                  </a:lnTo>
                  <a:lnTo>
                    <a:pt x="5144249" y="596900"/>
                  </a:lnTo>
                  <a:lnTo>
                    <a:pt x="5195836" y="596900"/>
                  </a:lnTo>
                  <a:lnTo>
                    <a:pt x="5195836" y="584200"/>
                  </a:lnTo>
                  <a:close/>
                </a:path>
                <a:path w="5384800" h="2556510">
                  <a:moveTo>
                    <a:pt x="5195836" y="0"/>
                  </a:moveTo>
                  <a:lnTo>
                    <a:pt x="5144249" y="0"/>
                  </a:lnTo>
                  <a:lnTo>
                    <a:pt x="5144249" y="12700"/>
                  </a:lnTo>
                  <a:lnTo>
                    <a:pt x="5195836" y="12700"/>
                  </a:lnTo>
                  <a:lnTo>
                    <a:pt x="5195836" y="0"/>
                  </a:lnTo>
                  <a:close/>
                </a:path>
                <a:path w="5384800" h="2556510">
                  <a:moveTo>
                    <a:pt x="5280076" y="596265"/>
                  </a:moveTo>
                  <a:lnTo>
                    <a:pt x="5279250" y="583590"/>
                  </a:lnTo>
                  <a:lnTo>
                    <a:pt x="5273091" y="583984"/>
                  </a:lnTo>
                  <a:lnTo>
                    <a:pt x="5266766" y="584200"/>
                  </a:lnTo>
                  <a:lnTo>
                    <a:pt x="5260314" y="584200"/>
                  </a:lnTo>
                  <a:lnTo>
                    <a:pt x="5234521" y="584200"/>
                  </a:lnTo>
                  <a:lnTo>
                    <a:pt x="5234521" y="596900"/>
                  </a:lnTo>
                  <a:lnTo>
                    <a:pt x="5260314" y="596900"/>
                  </a:lnTo>
                  <a:lnTo>
                    <a:pt x="5267033" y="596900"/>
                  </a:lnTo>
                  <a:lnTo>
                    <a:pt x="5273637" y="596671"/>
                  </a:lnTo>
                  <a:lnTo>
                    <a:pt x="5280076" y="596265"/>
                  </a:lnTo>
                  <a:close/>
                </a:path>
                <a:path w="5384800" h="2556510">
                  <a:moveTo>
                    <a:pt x="5280076" y="622"/>
                  </a:moveTo>
                  <a:lnTo>
                    <a:pt x="5273637" y="215"/>
                  </a:lnTo>
                  <a:lnTo>
                    <a:pt x="5267033" y="0"/>
                  </a:lnTo>
                  <a:lnTo>
                    <a:pt x="5260314" y="0"/>
                  </a:lnTo>
                  <a:lnTo>
                    <a:pt x="5234521" y="0"/>
                  </a:lnTo>
                  <a:lnTo>
                    <a:pt x="5234521" y="12700"/>
                  </a:lnTo>
                  <a:lnTo>
                    <a:pt x="5260314" y="12700"/>
                  </a:lnTo>
                  <a:lnTo>
                    <a:pt x="5266766" y="12700"/>
                  </a:lnTo>
                  <a:lnTo>
                    <a:pt x="5273091" y="12903"/>
                  </a:lnTo>
                  <a:lnTo>
                    <a:pt x="5279250" y="13296"/>
                  </a:lnTo>
                  <a:lnTo>
                    <a:pt x="5279288" y="12700"/>
                  </a:lnTo>
                  <a:lnTo>
                    <a:pt x="5280076" y="622"/>
                  </a:lnTo>
                  <a:close/>
                </a:path>
                <a:path w="5384800" h="2556510">
                  <a:moveTo>
                    <a:pt x="5348122" y="582066"/>
                  </a:moveTo>
                  <a:lnTo>
                    <a:pt x="5343296" y="570318"/>
                  </a:lnTo>
                  <a:lnTo>
                    <a:pt x="5335384" y="573265"/>
                  </a:lnTo>
                  <a:lnTo>
                    <a:pt x="5326723" y="575932"/>
                  </a:lnTo>
                  <a:lnTo>
                    <a:pt x="5317363" y="578269"/>
                  </a:lnTo>
                  <a:lnTo>
                    <a:pt x="5307381" y="580263"/>
                  </a:lnTo>
                  <a:lnTo>
                    <a:pt x="5309578" y="592772"/>
                  </a:lnTo>
                  <a:lnTo>
                    <a:pt x="5320131" y="590664"/>
                  </a:lnTo>
                  <a:lnTo>
                    <a:pt x="5330126" y="588162"/>
                  </a:lnTo>
                  <a:lnTo>
                    <a:pt x="5339473" y="585292"/>
                  </a:lnTo>
                  <a:lnTo>
                    <a:pt x="5348122" y="582066"/>
                  </a:lnTo>
                  <a:close/>
                </a:path>
                <a:path w="5384800" h="2556510">
                  <a:moveTo>
                    <a:pt x="5348122" y="14820"/>
                  </a:moveTo>
                  <a:lnTo>
                    <a:pt x="5339473" y="11595"/>
                  </a:lnTo>
                  <a:lnTo>
                    <a:pt x="5330126" y="8724"/>
                  </a:lnTo>
                  <a:lnTo>
                    <a:pt x="5320131" y="6223"/>
                  </a:lnTo>
                  <a:lnTo>
                    <a:pt x="5309578" y="4114"/>
                  </a:lnTo>
                  <a:lnTo>
                    <a:pt x="5307381" y="16624"/>
                  </a:lnTo>
                  <a:lnTo>
                    <a:pt x="5317363" y="18618"/>
                  </a:lnTo>
                  <a:lnTo>
                    <a:pt x="5326723" y="20955"/>
                  </a:lnTo>
                  <a:lnTo>
                    <a:pt x="5335384" y="23622"/>
                  </a:lnTo>
                  <a:lnTo>
                    <a:pt x="5343296" y="26568"/>
                  </a:lnTo>
                  <a:lnTo>
                    <a:pt x="5348122" y="14820"/>
                  </a:lnTo>
                  <a:close/>
                </a:path>
                <a:path w="5384800" h="2556510">
                  <a:moveTo>
                    <a:pt x="5384800" y="520725"/>
                  </a:moveTo>
                  <a:lnTo>
                    <a:pt x="5372100" y="520725"/>
                  </a:lnTo>
                  <a:lnTo>
                    <a:pt x="5372100" y="547916"/>
                  </a:lnTo>
                  <a:lnTo>
                    <a:pt x="5370296" y="552119"/>
                  </a:lnTo>
                  <a:lnTo>
                    <a:pt x="5365801" y="556602"/>
                  </a:lnTo>
                  <a:lnTo>
                    <a:pt x="5374779" y="565594"/>
                  </a:lnTo>
                  <a:lnTo>
                    <a:pt x="5380825" y="559562"/>
                  </a:lnTo>
                  <a:lnTo>
                    <a:pt x="5384800" y="552310"/>
                  </a:lnTo>
                  <a:lnTo>
                    <a:pt x="5384800" y="520725"/>
                  </a:lnTo>
                  <a:close/>
                </a:path>
                <a:path w="5384800" h="2556510">
                  <a:moveTo>
                    <a:pt x="5384800" y="438835"/>
                  </a:moveTo>
                  <a:lnTo>
                    <a:pt x="5372100" y="438835"/>
                  </a:lnTo>
                  <a:lnTo>
                    <a:pt x="5372100" y="485622"/>
                  </a:lnTo>
                  <a:lnTo>
                    <a:pt x="5384800" y="485622"/>
                  </a:lnTo>
                  <a:lnTo>
                    <a:pt x="5384800" y="438835"/>
                  </a:lnTo>
                  <a:close/>
                </a:path>
                <a:path w="5384800" h="2556510">
                  <a:moveTo>
                    <a:pt x="5384800" y="356933"/>
                  </a:moveTo>
                  <a:lnTo>
                    <a:pt x="5372100" y="356933"/>
                  </a:lnTo>
                  <a:lnTo>
                    <a:pt x="5372100" y="403733"/>
                  </a:lnTo>
                  <a:lnTo>
                    <a:pt x="5384800" y="403733"/>
                  </a:lnTo>
                  <a:lnTo>
                    <a:pt x="5384800" y="356933"/>
                  </a:lnTo>
                  <a:close/>
                </a:path>
                <a:path w="5384800" h="2556510">
                  <a:moveTo>
                    <a:pt x="5384800" y="275043"/>
                  </a:moveTo>
                  <a:lnTo>
                    <a:pt x="5372100" y="275043"/>
                  </a:lnTo>
                  <a:lnTo>
                    <a:pt x="5372100" y="321843"/>
                  </a:lnTo>
                  <a:lnTo>
                    <a:pt x="5384800" y="321843"/>
                  </a:lnTo>
                  <a:lnTo>
                    <a:pt x="5384800" y="275043"/>
                  </a:lnTo>
                  <a:close/>
                </a:path>
                <a:path w="5384800" h="2556510">
                  <a:moveTo>
                    <a:pt x="5384800" y="193154"/>
                  </a:moveTo>
                  <a:lnTo>
                    <a:pt x="5372100" y="193154"/>
                  </a:lnTo>
                  <a:lnTo>
                    <a:pt x="5372100" y="239953"/>
                  </a:lnTo>
                  <a:lnTo>
                    <a:pt x="5384800" y="239953"/>
                  </a:lnTo>
                  <a:lnTo>
                    <a:pt x="5384800" y="193154"/>
                  </a:lnTo>
                  <a:close/>
                </a:path>
                <a:path w="5384800" h="2556510">
                  <a:moveTo>
                    <a:pt x="5384800" y="111264"/>
                  </a:moveTo>
                  <a:lnTo>
                    <a:pt x="5372100" y="111264"/>
                  </a:lnTo>
                  <a:lnTo>
                    <a:pt x="5372100" y="158064"/>
                  </a:lnTo>
                  <a:lnTo>
                    <a:pt x="5384800" y="158064"/>
                  </a:lnTo>
                  <a:lnTo>
                    <a:pt x="5384800" y="111264"/>
                  </a:lnTo>
                  <a:close/>
                </a:path>
                <a:path w="5384800" h="2556510">
                  <a:moveTo>
                    <a:pt x="5384800" y="44577"/>
                  </a:moveTo>
                  <a:lnTo>
                    <a:pt x="5380825" y="37325"/>
                  </a:lnTo>
                  <a:lnTo>
                    <a:pt x="5374779" y="31292"/>
                  </a:lnTo>
                  <a:lnTo>
                    <a:pt x="5365801" y="40284"/>
                  </a:lnTo>
                  <a:lnTo>
                    <a:pt x="5370296" y="44767"/>
                  </a:lnTo>
                  <a:lnTo>
                    <a:pt x="5372100" y="48971"/>
                  </a:lnTo>
                  <a:lnTo>
                    <a:pt x="5372100" y="76161"/>
                  </a:lnTo>
                  <a:lnTo>
                    <a:pt x="5384800" y="76161"/>
                  </a:lnTo>
                  <a:lnTo>
                    <a:pt x="5384800" y="44577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0" y="0"/>
            <a:ext cx="13970000" cy="7745730"/>
            <a:chOff x="0" y="0"/>
            <a:chExt cx="13970000" cy="774573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700" y="1206500"/>
              <a:ext cx="5156200" cy="12573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4300" y="609596"/>
              <a:ext cx="13741400" cy="571500"/>
            </a:xfrm>
            <a:custGeom>
              <a:avLst/>
              <a:gdLst/>
              <a:ahLst/>
              <a:cxnLst/>
              <a:rect l="l" t="t" r="r" b="b"/>
              <a:pathLst>
                <a:path w="13741400" h="571500">
                  <a:moveTo>
                    <a:pt x="13498296" y="571499"/>
                  </a:moveTo>
                  <a:lnTo>
                    <a:pt x="242773" y="571499"/>
                  </a:lnTo>
                  <a:lnTo>
                    <a:pt x="178236" y="568095"/>
                  </a:lnTo>
                  <a:lnTo>
                    <a:pt x="120243" y="558489"/>
                  </a:lnTo>
                  <a:lnTo>
                    <a:pt x="71108" y="543590"/>
                  </a:lnTo>
                  <a:lnTo>
                    <a:pt x="33147" y="524308"/>
                  </a:lnTo>
                  <a:lnTo>
                    <a:pt x="0" y="476237"/>
                  </a:lnTo>
                  <a:lnTo>
                    <a:pt x="0" y="95148"/>
                  </a:lnTo>
                  <a:lnTo>
                    <a:pt x="33146" y="47106"/>
                  </a:lnTo>
                  <a:lnTo>
                    <a:pt x="71108" y="27852"/>
                  </a:lnTo>
                  <a:lnTo>
                    <a:pt x="120243" y="12981"/>
                  </a:lnTo>
                  <a:lnTo>
                    <a:pt x="178236" y="3395"/>
                  </a:lnTo>
                  <a:lnTo>
                    <a:pt x="242773" y="0"/>
                  </a:lnTo>
                  <a:lnTo>
                    <a:pt x="13498296" y="0"/>
                  </a:lnTo>
                  <a:lnTo>
                    <a:pt x="13562950" y="3395"/>
                  </a:lnTo>
                  <a:lnTo>
                    <a:pt x="13621030" y="12981"/>
                  </a:lnTo>
                  <a:lnTo>
                    <a:pt x="13670226" y="27852"/>
                  </a:lnTo>
                  <a:lnTo>
                    <a:pt x="13708226" y="47106"/>
                  </a:lnTo>
                  <a:lnTo>
                    <a:pt x="13741400" y="95148"/>
                  </a:lnTo>
                  <a:lnTo>
                    <a:pt x="13741400" y="476237"/>
                  </a:lnTo>
                  <a:lnTo>
                    <a:pt x="13708226" y="524308"/>
                  </a:lnTo>
                  <a:lnTo>
                    <a:pt x="13670226" y="543590"/>
                  </a:lnTo>
                  <a:lnTo>
                    <a:pt x="13621030" y="558489"/>
                  </a:lnTo>
                  <a:lnTo>
                    <a:pt x="13562950" y="568095"/>
                  </a:lnTo>
                  <a:lnTo>
                    <a:pt x="13498296" y="571499"/>
                  </a:lnTo>
                  <a:close/>
                </a:path>
              </a:pathLst>
            </a:custGeom>
            <a:solidFill>
              <a:srgbClr val="FBE3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7950" y="603246"/>
              <a:ext cx="13754100" cy="584200"/>
            </a:xfrm>
            <a:custGeom>
              <a:avLst/>
              <a:gdLst/>
              <a:ahLst/>
              <a:cxnLst/>
              <a:rect l="l" t="t" r="r" b="b"/>
              <a:pathLst>
                <a:path w="13754100" h="584200">
                  <a:moveTo>
                    <a:pt x="12700" y="111023"/>
                  </a:moveTo>
                  <a:lnTo>
                    <a:pt x="0" y="111023"/>
                  </a:lnTo>
                  <a:lnTo>
                    <a:pt x="0" y="97789"/>
                  </a:lnTo>
                  <a:lnTo>
                    <a:pt x="457" y="94145"/>
                  </a:lnTo>
                  <a:lnTo>
                    <a:pt x="1358" y="90563"/>
                  </a:lnTo>
                  <a:lnTo>
                    <a:pt x="13677" y="93637"/>
                  </a:lnTo>
                  <a:lnTo>
                    <a:pt x="13030" y="96240"/>
                  </a:lnTo>
                  <a:lnTo>
                    <a:pt x="12700" y="98856"/>
                  </a:lnTo>
                  <a:lnTo>
                    <a:pt x="12700" y="111023"/>
                  </a:lnTo>
                  <a:close/>
                </a:path>
                <a:path w="13754100" h="584200">
                  <a:moveTo>
                    <a:pt x="12700" y="136436"/>
                  </a:moveTo>
                  <a:lnTo>
                    <a:pt x="0" y="136436"/>
                  </a:lnTo>
                  <a:lnTo>
                    <a:pt x="0" y="117373"/>
                  </a:lnTo>
                  <a:lnTo>
                    <a:pt x="12700" y="117373"/>
                  </a:lnTo>
                  <a:lnTo>
                    <a:pt x="12700" y="136436"/>
                  </a:lnTo>
                  <a:close/>
                </a:path>
                <a:path w="13754100" h="584200">
                  <a:moveTo>
                    <a:pt x="12700" y="161836"/>
                  </a:moveTo>
                  <a:lnTo>
                    <a:pt x="0" y="161836"/>
                  </a:lnTo>
                  <a:lnTo>
                    <a:pt x="0" y="142786"/>
                  </a:lnTo>
                  <a:lnTo>
                    <a:pt x="12700" y="142786"/>
                  </a:lnTo>
                  <a:lnTo>
                    <a:pt x="12700" y="161836"/>
                  </a:lnTo>
                  <a:close/>
                </a:path>
                <a:path w="13754100" h="584200">
                  <a:moveTo>
                    <a:pt x="12700" y="187248"/>
                  </a:moveTo>
                  <a:lnTo>
                    <a:pt x="0" y="187248"/>
                  </a:lnTo>
                  <a:lnTo>
                    <a:pt x="0" y="168186"/>
                  </a:lnTo>
                  <a:lnTo>
                    <a:pt x="12700" y="168186"/>
                  </a:lnTo>
                  <a:lnTo>
                    <a:pt x="12700" y="187248"/>
                  </a:lnTo>
                  <a:close/>
                </a:path>
                <a:path w="13754100" h="584200">
                  <a:moveTo>
                    <a:pt x="12700" y="212648"/>
                  </a:moveTo>
                  <a:lnTo>
                    <a:pt x="0" y="212648"/>
                  </a:lnTo>
                  <a:lnTo>
                    <a:pt x="0" y="193598"/>
                  </a:lnTo>
                  <a:lnTo>
                    <a:pt x="12700" y="193598"/>
                  </a:lnTo>
                  <a:lnTo>
                    <a:pt x="12700" y="212648"/>
                  </a:lnTo>
                  <a:close/>
                </a:path>
                <a:path w="13754100" h="584200">
                  <a:moveTo>
                    <a:pt x="12700" y="238048"/>
                  </a:moveTo>
                  <a:lnTo>
                    <a:pt x="0" y="238048"/>
                  </a:lnTo>
                  <a:lnTo>
                    <a:pt x="0" y="218998"/>
                  </a:lnTo>
                  <a:lnTo>
                    <a:pt x="12700" y="218998"/>
                  </a:lnTo>
                  <a:lnTo>
                    <a:pt x="12700" y="238048"/>
                  </a:lnTo>
                  <a:close/>
                </a:path>
                <a:path w="13754100" h="584200">
                  <a:moveTo>
                    <a:pt x="12700" y="263461"/>
                  </a:moveTo>
                  <a:lnTo>
                    <a:pt x="0" y="263461"/>
                  </a:lnTo>
                  <a:lnTo>
                    <a:pt x="0" y="244411"/>
                  </a:lnTo>
                  <a:lnTo>
                    <a:pt x="12700" y="244411"/>
                  </a:lnTo>
                  <a:lnTo>
                    <a:pt x="12700" y="263461"/>
                  </a:lnTo>
                  <a:close/>
                </a:path>
                <a:path w="13754100" h="584200">
                  <a:moveTo>
                    <a:pt x="12700" y="288861"/>
                  </a:moveTo>
                  <a:lnTo>
                    <a:pt x="0" y="288861"/>
                  </a:lnTo>
                  <a:lnTo>
                    <a:pt x="0" y="269811"/>
                  </a:lnTo>
                  <a:lnTo>
                    <a:pt x="12700" y="269811"/>
                  </a:lnTo>
                  <a:lnTo>
                    <a:pt x="12700" y="288861"/>
                  </a:lnTo>
                  <a:close/>
                </a:path>
                <a:path w="13754100" h="584200">
                  <a:moveTo>
                    <a:pt x="12700" y="314274"/>
                  </a:moveTo>
                  <a:lnTo>
                    <a:pt x="0" y="314274"/>
                  </a:lnTo>
                  <a:lnTo>
                    <a:pt x="0" y="295211"/>
                  </a:lnTo>
                  <a:lnTo>
                    <a:pt x="12700" y="295211"/>
                  </a:lnTo>
                  <a:lnTo>
                    <a:pt x="12700" y="314274"/>
                  </a:lnTo>
                  <a:close/>
                </a:path>
                <a:path w="13754100" h="584200">
                  <a:moveTo>
                    <a:pt x="12700" y="339674"/>
                  </a:moveTo>
                  <a:lnTo>
                    <a:pt x="0" y="339674"/>
                  </a:lnTo>
                  <a:lnTo>
                    <a:pt x="0" y="320624"/>
                  </a:lnTo>
                  <a:lnTo>
                    <a:pt x="12700" y="320624"/>
                  </a:lnTo>
                  <a:lnTo>
                    <a:pt x="12700" y="339674"/>
                  </a:lnTo>
                  <a:close/>
                </a:path>
                <a:path w="13754100" h="584200">
                  <a:moveTo>
                    <a:pt x="12700" y="365086"/>
                  </a:moveTo>
                  <a:lnTo>
                    <a:pt x="0" y="365086"/>
                  </a:lnTo>
                  <a:lnTo>
                    <a:pt x="0" y="346024"/>
                  </a:lnTo>
                  <a:lnTo>
                    <a:pt x="12700" y="346024"/>
                  </a:lnTo>
                  <a:lnTo>
                    <a:pt x="12700" y="365086"/>
                  </a:lnTo>
                  <a:close/>
                </a:path>
                <a:path w="13754100" h="584200">
                  <a:moveTo>
                    <a:pt x="12700" y="390486"/>
                  </a:moveTo>
                  <a:lnTo>
                    <a:pt x="0" y="390486"/>
                  </a:lnTo>
                  <a:lnTo>
                    <a:pt x="0" y="371436"/>
                  </a:lnTo>
                  <a:lnTo>
                    <a:pt x="12700" y="371436"/>
                  </a:lnTo>
                  <a:lnTo>
                    <a:pt x="12700" y="390486"/>
                  </a:lnTo>
                  <a:close/>
                </a:path>
                <a:path w="13754100" h="584200">
                  <a:moveTo>
                    <a:pt x="12700" y="415899"/>
                  </a:moveTo>
                  <a:lnTo>
                    <a:pt x="0" y="415899"/>
                  </a:lnTo>
                  <a:lnTo>
                    <a:pt x="0" y="396836"/>
                  </a:lnTo>
                  <a:lnTo>
                    <a:pt x="12700" y="396836"/>
                  </a:lnTo>
                  <a:lnTo>
                    <a:pt x="12700" y="415899"/>
                  </a:lnTo>
                  <a:close/>
                </a:path>
                <a:path w="13754100" h="584200">
                  <a:moveTo>
                    <a:pt x="12700" y="441299"/>
                  </a:moveTo>
                  <a:lnTo>
                    <a:pt x="0" y="441299"/>
                  </a:lnTo>
                  <a:lnTo>
                    <a:pt x="0" y="422249"/>
                  </a:lnTo>
                  <a:lnTo>
                    <a:pt x="12700" y="422249"/>
                  </a:lnTo>
                  <a:lnTo>
                    <a:pt x="12700" y="441299"/>
                  </a:lnTo>
                  <a:close/>
                </a:path>
                <a:path w="13754100" h="584200">
                  <a:moveTo>
                    <a:pt x="12700" y="466699"/>
                  </a:moveTo>
                  <a:lnTo>
                    <a:pt x="0" y="466699"/>
                  </a:lnTo>
                  <a:lnTo>
                    <a:pt x="0" y="447649"/>
                  </a:lnTo>
                  <a:lnTo>
                    <a:pt x="12700" y="447649"/>
                  </a:lnTo>
                  <a:lnTo>
                    <a:pt x="12700" y="466699"/>
                  </a:lnTo>
                  <a:close/>
                </a:path>
                <a:path w="13754100" h="584200">
                  <a:moveTo>
                    <a:pt x="1358" y="493521"/>
                  </a:moveTo>
                  <a:lnTo>
                    <a:pt x="581" y="490435"/>
                  </a:lnTo>
                  <a:lnTo>
                    <a:pt x="457" y="489940"/>
                  </a:lnTo>
                  <a:lnTo>
                    <a:pt x="0" y="486282"/>
                  </a:lnTo>
                  <a:lnTo>
                    <a:pt x="0" y="473062"/>
                  </a:lnTo>
                  <a:lnTo>
                    <a:pt x="12700" y="473062"/>
                  </a:lnTo>
                  <a:lnTo>
                    <a:pt x="12700" y="485216"/>
                  </a:lnTo>
                  <a:lnTo>
                    <a:pt x="13030" y="487845"/>
                  </a:lnTo>
                  <a:lnTo>
                    <a:pt x="13554" y="489940"/>
                  </a:lnTo>
                  <a:lnTo>
                    <a:pt x="13677" y="490435"/>
                  </a:lnTo>
                  <a:lnTo>
                    <a:pt x="1358" y="493521"/>
                  </a:lnTo>
                  <a:close/>
                </a:path>
                <a:path w="13754100" h="584200">
                  <a:moveTo>
                    <a:pt x="14973" y="518045"/>
                  </a:moveTo>
                  <a:lnTo>
                    <a:pt x="10071" y="512508"/>
                  </a:lnTo>
                  <a:lnTo>
                    <a:pt x="6210" y="506615"/>
                  </a:lnTo>
                  <a:lnTo>
                    <a:pt x="3632" y="500405"/>
                  </a:lnTo>
                  <a:lnTo>
                    <a:pt x="15367" y="495541"/>
                  </a:lnTo>
                  <a:lnTo>
                    <a:pt x="17310" y="500240"/>
                  </a:lnTo>
                  <a:lnTo>
                    <a:pt x="20345" y="504951"/>
                  </a:lnTo>
                  <a:lnTo>
                    <a:pt x="24485" y="509625"/>
                  </a:lnTo>
                  <a:lnTo>
                    <a:pt x="14973" y="518045"/>
                  </a:lnTo>
                  <a:close/>
                </a:path>
                <a:path w="13754100" h="584200">
                  <a:moveTo>
                    <a:pt x="35331" y="535508"/>
                  </a:moveTo>
                  <a:lnTo>
                    <a:pt x="29476" y="531545"/>
                  </a:lnTo>
                  <a:lnTo>
                    <a:pt x="24244" y="527354"/>
                  </a:lnTo>
                  <a:lnTo>
                    <a:pt x="19697" y="522973"/>
                  </a:lnTo>
                  <a:lnTo>
                    <a:pt x="28524" y="513841"/>
                  </a:lnTo>
                  <a:lnTo>
                    <a:pt x="32461" y="517639"/>
                  </a:lnTo>
                  <a:lnTo>
                    <a:pt x="37109" y="521373"/>
                  </a:lnTo>
                  <a:lnTo>
                    <a:pt x="42456" y="524992"/>
                  </a:lnTo>
                  <a:lnTo>
                    <a:pt x="35331" y="535508"/>
                  </a:lnTo>
                  <a:close/>
                </a:path>
                <a:path w="13754100" h="584200">
                  <a:moveTo>
                    <a:pt x="58140" y="548462"/>
                  </a:moveTo>
                  <a:lnTo>
                    <a:pt x="51968" y="545490"/>
                  </a:lnTo>
                  <a:lnTo>
                    <a:pt x="46202" y="542366"/>
                  </a:lnTo>
                  <a:lnTo>
                    <a:pt x="40868" y="539089"/>
                  </a:lnTo>
                  <a:lnTo>
                    <a:pt x="47536" y="528269"/>
                  </a:lnTo>
                  <a:lnTo>
                    <a:pt x="52451" y="531304"/>
                  </a:lnTo>
                  <a:lnTo>
                    <a:pt x="57823" y="534225"/>
                  </a:lnTo>
                  <a:lnTo>
                    <a:pt x="63652" y="537019"/>
                  </a:lnTo>
                  <a:lnTo>
                    <a:pt x="58140" y="548462"/>
                  </a:lnTo>
                  <a:close/>
                </a:path>
                <a:path w="13754100" h="584200">
                  <a:moveTo>
                    <a:pt x="82054" y="558457"/>
                  </a:moveTo>
                  <a:lnTo>
                    <a:pt x="75742" y="556171"/>
                  </a:lnTo>
                  <a:lnTo>
                    <a:pt x="69723" y="553745"/>
                  </a:lnTo>
                  <a:lnTo>
                    <a:pt x="64020" y="551192"/>
                  </a:lnTo>
                  <a:lnTo>
                    <a:pt x="69202" y="539597"/>
                  </a:lnTo>
                  <a:lnTo>
                    <a:pt x="74612" y="542010"/>
                  </a:lnTo>
                  <a:lnTo>
                    <a:pt x="80352" y="544334"/>
                  </a:lnTo>
                  <a:lnTo>
                    <a:pt x="86385" y="546531"/>
                  </a:lnTo>
                  <a:lnTo>
                    <a:pt x="82054" y="558457"/>
                  </a:lnTo>
                  <a:close/>
                </a:path>
                <a:path w="13754100" h="584200">
                  <a:moveTo>
                    <a:pt x="106591" y="566305"/>
                  </a:moveTo>
                  <a:lnTo>
                    <a:pt x="100215" y="564514"/>
                  </a:lnTo>
                  <a:lnTo>
                    <a:pt x="94056" y="562609"/>
                  </a:lnTo>
                  <a:lnTo>
                    <a:pt x="88125" y="560603"/>
                  </a:lnTo>
                  <a:lnTo>
                    <a:pt x="92227" y="548576"/>
                  </a:lnTo>
                  <a:lnTo>
                    <a:pt x="97917" y="550519"/>
                  </a:lnTo>
                  <a:lnTo>
                    <a:pt x="103847" y="552348"/>
                  </a:lnTo>
                  <a:lnTo>
                    <a:pt x="110020" y="554075"/>
                  </a:lnTo>
                  <a:lnTo>
                    <a:pt x="106591" y="566305"/>
                  </a:lnTo>
                  <a:close/>
                </a:path>
                <a:path w="13754100" h="584200">
                  <a:moveTo>
                    <a:pt x="131572" y="572452"/>
                  </a:moveTo>
                  <a:lnTo>
                    <a:pt x="125145" y="571068"/>
                  </a:lnTo>
                  <a:lnTo>
                    <a:pt x="118897" y="569582"/>
                  </a:lnTo>
                  <a:lnTo>
                    <a:pt x="112826" y="567994"/>
                  </a:lnTo>
                  <a:lnTo>
                    <a:pt x="116039" y="555713"/>
                  </a:lnTo>
                  <a:lnTo>
                    <a:pt x="121920" y="557250"/>
                  </a:lnTo>
                  <a:lnTo>
                    <a:pt x="127990" y="558698"/>
                  </a:lnTo>
                  <a:lnTo>
                    <a:pt x="134226" y="560031"/>
                  </a:lnTo>
                  <a:lnTo>
                    <a:pt x="131572" y="572452"/>
                  </a:lnTo>
                  <a:close/>
                </a:path>
                <a:path w="13754100" h="584200">
                  <a:moveTo>
                    <a:pt x="156756" y="577138"/>
                  </a:moveTo>
                  <a:lnTo>
                    <a:pt x="150304" y="576110"/>
                  </a:lnTo>
                  <a:lnTo>
                    <a:pt x="143992" y="574979"/>
                  </a:lnTo>
                  <a:lnTo>
                    <a:pt x="137820" y="573747"/>
                  </a:lnTo>
                  <a:lnTo>
                    <a:pt x="140309" y="561289"/>
                  </a:lnTo>
                  <a:lnTo>
                    <a:pt x="146316" y="562495"/>
                  </a:lnTo>
                  <a:lnTo>
                    <a:pt x="152463" y="563600"/>
                  </a:lnTo>
                  <a:lnTo>
                    <a:pt x="158750" y="564603"/>
                  </a:lnTo>
                  <a:lnTo>
                    <a:pt x="156756" y="577138"/>
                  </a:lnTo>
                  <a:close/>
                </a:path>
                <a:path w="13754100" h="584200">
                  <a:moveTo>
                    <a:pt x="182118" y="580567"/>
                  </a:moveTo>
                  <a:lnTo>
                    <a:pt x="175666" y="579843"/>
                  </a:lnTo>
                  <a:lnTo>
                    <a:pt x="169316" y="579031"/>
                  </a:lnTo>
                  <a:lnTo>
                    <a:pt x="163093" y="578116"/>
                  </a:lnTo>
                  <a:lnTo>
                    <a:pt x="164934" y="565543"/>
                  </a:lnTo>
                  <a:lnTo>
                    <a:pt x="171018" y="566445"/>
                  </a:lnTo>
                  <a:lnTo>
                    <a:pt x="177215" y="567245"/>
                  </a:lnTo>
                  <a:lnTo>
                    <a:pt x="183527" y="567943"/>
                  </a:lnTo>
                  <a:lnTo>
                    <a:pt x="182391" y="578116"/>
                  </a:lnTo>
                  <a:lnTo>
                    <a:pt x="182289" y="579031"/>
                  </a:lnTo>
                  <a:lnTo>
                    <a:pt x="182198" y="579843"/>
                  </a:lnTo>
                  <a:lnTo>
                    <a:pt x="182118" y="580567"/>
                  </a:lnTo>
                  <a:close/>
                </a:path>
                <a:path w="13754100" h="584200">
                  <a:moveTo>
                    <a:pt x="207594" y="582828"/>
                  </a:moveTo>
                  <a:lnTo>
                    <a:pt x="201142" y="582396"/>
                  </a:lnTo>
                  <a:lnTo>
                    <a:pt x="194779" y="581863"/>
                  </a:lnTo>
                  <a:lnTo>
                    <a:pt x="188493" y="581240"/>
                  </a:lnTo>
                  <a:lnTo>
                    <a:pt x="189607" y="570153"/>
                  </a:lnTo>
                  <a:lnTo>
                    <a:pt x="189649" y="569734"/>
                  </a:lnTo>
                  <a:lnTo>
                    <a:pt x="189763" y="568604"/>
                  </a:lnTo>
                  <a:lnTo>
                    <a:pt x="195897" y="569213"/>
                  </a:lnTo>
                  <a:lnTo>
                    <a:pt x="202133" y="569734"/>
                  </a:lnTo>
                  <a:lnTo>
                    <a:pt x="208445" y="570153"/>
                  </a:lnTo>
                  <a:lnTo>
                    <a:pt x="207700" y="581240"/>
                  </a:lnTo>
                  <a:lnTo>
                    <a:pt x="207594" y="582828"/>
                  </a:lnTo>
                  <a:close/>
                </a:path>
                <a:path w="13754100" h="584200">
                  <a:moveTo>
                    <a:pt x="233146" y="583996"/>
                  </a:moveTo>
                  <a:lnTo>
                    <a:pt x="226682" y="583844"/>
                  </a:lnTo>
                  <a:lnTo>
                    <a:pt x="220294" y="583577"/>
                  </a:lnTo>
                  <a:lnTo>
                    <a:pt x="213982" y="583222"/>
                  </a:lnTo>
                  <a:lnTo>
                    <a:pt x="214663" y="571309"/>
                  </a:lnTo>
                  <a:lnTo>
                    <a:pt x="214706" y="570547"/>
                  </a:lnTo>
                  <a:lnTo>
                    <a:pt x="220878" y="570890"/>
                  </a:lnTo>
                  <a:lnTo>
                    <a:pt x="227139" y="571144"/>
                  </a:lnTo>
                  <a:lnTo>
                    <a:pt x="233464" y="571309"/>
                  </a:lnTo>
                  <a:lnTo>
                    <a:pt x="233165" y="583222"/>
                  </a:lnTo>
                  <a:lnTo>
                    <a:pt x="233146" y="583996"/>
                  </a:lnTo>
                  <a:close/>
                </a:path>
                <a:path w="13754100" h="584200">
                  <a:moveTo>
                    <a:pt x="249123" y="584136"/>
                  </a:moveTo>
                  <a:lnTo>
                    <a:pt x="239534" y="584136"/>
                  </a:lnTo>
                  <a:lnTo>
                    <a:pt x="239623" y="577786"/>
                  </a:lnTo>
                  <a:lnTo>
                    <a:pt x="239725" y="571436"/>
                  </a:lnTo>
                  <a:lnTo>
                    <a:pt x="249123" y="571436"/>
                  </a:lnTo>
                  <a:lnTo>
                    <a:pt x="249123" y="584136"/>
                  </a:lnTo>
                  <a:close/>
                </a:path>
                <a:path w="13754100" h="584200">
                  <a:moveTo>
                    <a:pt x="258648" y="584136"/>
                  </a:moveTo>
                  <a:lnTo>
                    <a:pt x="249123" y="584136"/>
                  </a:lnTo>
                  <a:lnTo>
                    <a:pt x="249123" y="571436"/>
                  </a:lnTo>
                  <a:lnTo>
                    <a:pt x="258648" y="571436"/>
                  </a:lnTo>
                  <a:lnTo>
                    <a:pt x="258648" y="584136"/>
                  </a:lnTo>
                  <a:close/>
                </a:path>
                <a:path w="13754100" h="584200">
                  <a:moveTo>
                    <a:pt x="284048" y="584199"/>
                  </a:moveTo>
                  <a:lnTo>
                    <a:pt x="264998" y="584199"/>
                  </a:lnTo>
                  <a:lnTo>
                    <a:pt x="264998" y="571499"/>
                  </a:lnTo>
                  <a:lnTo>
                    <a:pt x="284048" y="571499"/>
                  </a:lnTo>
                  <a:lnTo>
                    <a:pt x="284048" y="584199"/>
                  </a:lnTo>
                  <a:close/>
                </a:path>
                <a:path w="13754100" h="584200">
                  <a:moveTo>
                    <a:pt x="309435" y="584199"/>
                  </a:moveTo>
                  <a:lnTo>
                    <a:pt x="290398" y="584199"/>
                  </a:lnTo>
                  <a:lnTo>
                    <a:pt x="290398" y="571499"/>
                  </a:lnTo>
                  <a:lnTo>
                    <a:pt x="309435" y="571499"/>
                  </a:lnTo>
                  <a:lnTo>
                    <a:pt x="309435" y="584199"/>
                  </a:lnTo>
                  <a:close/>
                </a:path>
                <a:path w="13754100" h="584200">
                  <a:moveTo>
                    <a:pt x="334835" y="584199"/>
                  </a:moveTo>
                  <a:lnTo>
                    <a:pt x="315785" y="584199"/>
                  </a:lnTo>
                  <a:lnTo>
                    <a:pt x="315785" y="571499"/>
                  </a:lnTo>
                  <a:lnTo>
                    <a:pt x="334835" y="571499"/>
                  </a:lnTo>
                  <a:lnTo>
                    <a:pt x="334835" y="584199"/>
                  </a:lnTo>
                  <a:close/>
                </a:path>
                <a:path w="13754100" h="584200">
                  <a:moveTo>
                    <a:pt x="360222" y="584199"/>
                  </a:moveTo>
                  <a:lnTo>
                    <a:pt x="341185" y="584199"/>
                  </a:lnTo>
                  <a:lnTo>
                    <a:pt x="341185" y="571499"/>
                  </a:lnTo>
                  <a:lnTo>
                    <a:pt x="360222" y="571499"/>
                  </a:lnTo>
                  <a:lnTo>
                    <a:pt x="360222" y="584199"/>
                  </a:lnTo>
                  <a:close/>
                </a:path>
                <a:path w="13754100" h="584200">
                  <a:moveTo>
                    <a:pt x="385622" y="584199"/>
                  </a:moveTo>
                  <a:lnTo>
                    <a:pt x="366572" y="584199"/>
                  </a:lnTo>
                  <a:lnTo>
                    <a:pt x="366572" y="571499"/>
                  </a:lnTo>
                  <a:lnTo>
                    <a:pt x="385622" y="571499"/>
                  </a:lnTo>
                  <a:lnTo>
                    <a:pt x="385622" y="584199"/>
                  </a:lnTo>
                  <a:close/>
                </a:path>
                <a:path w="13754100" h="584200">
                  <a:moveTo>
                    <a:pt x="411010" y="584199"/>
                  </a:moveTo>
                  <a:lnTo>
                    <a:pt x="391972" y="584199"/>
                  </a:lnTo>
                  <a:lnTo>
                    <a:pt x="391972" y="571499"/>
                  </a:lnTo>
                  <a:lnTo>
                    <a:pt x="411010" y="571499"/>
                  </a:lnTo>
                  <a:lnTo>
                    <a:pt x="411010" y="584199"/>
                  </a:lnTo>
                  <a:close/>
                </a:path>
                <a:path w="13754100" h="584200">
                  <a:moveTo>
                    <a:pt x="436410" y="584199"/>
                  </a:moveTo>
                  <a:lnTo>
                    <a:pt x="417360" y="584199"/>
                  </a:lnTo>
                  <a:lnTo>
                    <a:pt x="417360" y="571499"/>
                  </a:lnTo>
                  <a:lnTo>
                    <a:pt x="436410" y="571499"/>
                  </a:lnTo>
                  <a:lnTo>
                    <a:pt x="436410" y="584199"/>
                  </a:lnTo>
                  <a:close/>
                </a:path>
                <a:path w="13754100" h="584200">
                  <a:moveTo>
                    <a:pt x="461797" y="584199"/>
                  </a:moveTo>
                  <a:lnTo>
                    <a:pt x="442760" y="584199"/>
                  </a:lnTo>
                  <a:lnTo>
                    <a:pt x="442760" y="571499"/>
                  </a:lnTo>
                  <a:lnTo>
                    <a:pt x="461797" y="571499"/>
                  </a:lnTo>
                  <a:lnTo>
                    <a:pt x="461797" y="584199"/>
                  </a:lnTo>
                  <a:close/>
                </a:path>
                <a:path w="13754100" h="584200">
                  <a:moveTo>
                    <a:pt x="487197" y="584199"/>
                  </a:moveTo>
                  <a:lnTo>
                    <a:pt x="468147" y="584199"/>
                  </a:lnTo>
                  <a:lnTo>
                    <a:pt x="468147" y="571499"/>
                  </a:lnTo>
                  <a:lnTo>
                    <a:pt x="487197" y="571499"/>
                  </a:lnTo>
                  <a:lnTo>
                    <a:pt x="487197" y="584199"/>
                  </a:lnTo>
                  <a:close/>
                </a:path>
                <a:path w="13754100" h="584200">
                  <a:moveTo>
                    <a:pt x="512584" y="584199"/>
                  </a:moveTo>
                  <a:lnTo>
                    <a:pt x="493547" y="584199"/>
                  </a:lnTo>
                  <a:lnTo>
                    <a:pt x="493547" y="571499"/>
                  </a:lnTo>
                  <a:lnTo>
                    <a:pt x="512584" y="571499"/>
                  </a:lnTo>
                  <a:lnTo>
                    <a:pt x="512584" y="584199"/>
                  </a:lnTo>
                  <a:close/>
                </a:path>
                <a:path w="13754100" h="584200">
                  <a:moveTo>
                    <a:pt x="537984" y="584199"/>
                  </a:moveTo>
                  <a:lnTo>
                    <a:pt x="518934" y="584199"/>
                  </a:lnTo>
                  <a:lnTo>
                    <a:pt x="518934" y="571499"/>
                  </a:lnTo>
                  <a:lnTo>
                    <a:pt x="537984" y="571499"/>
                  </a:lnTo>
                  <a:lnTo>
                    <a:pt x="537984" y="584199"/>
                  </a:lnTo>
                  <a:close/>
                </a:path>
                <a:path w="13754100" h="584200">
                  <a:moveTo>
                    <a:pt x="563372" y="584199"/>
                  </a:moveTo>
                  <a:lnTo>
                    <a:pt x="544334" y="584199"/>
                  </a:lnTo>
                  <a:lnTo>
                    <a:pt x="544334" y="571499"/>
                  </a:lnTo>
                  <a:lnTo>
                    <a:pt x="563372" y="571499"/>
                  </a:lnTo>
                  <a:lnTo>
                    <a:pt x="563372" y="584199"/>
                  </a:lnTo>
                  <a:close/>
                </a:path>
                <a:path w="13754100" h="584200">
                  <a:moveTo>
                    <a:pt x="588772" y="584199"/>
                  </a:moveTo>
                  <a:lnTo>
                    <a:pt x="569722" y="584199"/>
                  </a:lnTo>
                  <a:lnTo>
                    <a:pt x="569722" y="571499"/>
                  </a:lnTo>
                  <a:lnTo>
                    <a:pt x="588772" y="571499"/>
                  </a:lnTo>
                  <a:lnTo>
                    <a:pt x="588772" y="584199"/>
                  </a:lnTo>
                  <a:close/>
                </a:path>
                <a:path w="13754100" h="584200">
                  <a:moveTo>
                    <a:pt x="614159" y="584199"/>
                  </a:moveTo>
                  <a:lnTo>
                    <a:pt x="595122" y="584199"/>
                  </a:lnTo>
                  <a:lnTo>
                    <a:pt x="595122" y="571499"/>
                  </a:lnTo>
                  <a:lnTo>
                    <a:pt x="614159" y="571499"/>
                  </a:lnTo>
                  <a:lnTo>
                    <a:pt x="614159" y="584199"/>
                  </a:lnTo>
                  <a:close/>
                </a:path>
                <a:path w="13754100" h="584200">
                  <a:moveTo>
                    <a:pt x="639559" y="584199"/>
                  </a:moveTo>
                  <a:lnTo>
                    <a:pt x="620509" y="584199"/>
                  </a:lnTo>
                  <a:lnTo>
                    <a:pt x="620509" y="571499"/>
                  </a:lnTo>
                  <a:lnTo>
                    <a:pt x="639559" y="571499"/>
                  </a:lnTo>
                  <a:lnTo>
                    <a:pt x="639559" y="584199"/>
                  </a:lnTo>
                  <a:close/>
                </a:path>
                <a:path w="13754100" h="584200">
                  <a:moveTo>
                    <a:pt x="664946" y="584199"/>
                  </a:moveTo>
                  <a:lnTo>
                    <a:pt x="645909" y="584199"/>
                  </a:lnTo>
                  <a:lnTo>
                    <a:pt x="645909" y="571499"/>
                  </a:lnTo>
                  <a:lnTo>
                    <a:pt x="664946" y="571499"/>
                  </a:lnTo>
                  <a:lnTo>
                    <a:pt x="664946" y="584199"/>
                  </a:lnTo>
                  <a:close/>
                </a:path>
                <a:path w="13754100" h="584200">
                  <a:moveTo>
                    <a:pt x="690346" y="584199"/>
                  </a:moveTo>
                  <a:lnTo>
                    <a:pt x="671296" y="584199"/>
                  </a:lnTo>
                  <a:lnTo>
                    <a:pt x="671296" y="571499"/>
                  </a:lnTo>
                  <a:lnTo>
                    <a:pt x="690346" y="571499"/>
                  </a:lnTo>
                  <a:lnTo>
                    <a:pt x="690346" y="584199"/>
                  </a:lnTo>
                  <a:close/>
                </a:path>
                <a:path w="13754100" h="584200">
                  <a:moveTo>
                    <a:pt x="715733" y="584199"/>
                  </a:moveTo>
                  <a:lnTo>
                    <a:pt x="696696" y="584199"/>
                  </a:lnTo>
                  <a:lnTo>
                    <a:pt x="696696" y="571499"/>
                  </a:lnTo>
                  <a:lnTo>
                    <a:pt x="715733" y="571499"/>
                  </a:lnTo>
                  <a:lnTo>
                    <a:pt x="715733" y="584199"/>
                  </a:lnTo>
                  <a:close/>
                </a:path>
                <a:path w="13754100" h="584200">
                  <a:moveTo>
                    <a:pt x="741133" y="584199"/>
                  </a:moveTo>
                  <a:lnTo>
                    <a:pt x="722083" y="584199"/>
                  </a:lnTo>
                  <a:lnTo>
                    <a:pt x="722083" y="571499"/>
                  </a:lnTo>
                  <a:lnTo>
                    <a:pt x="741133" y="571499"/>
                  </a:lnTo>
                  <a:lnTo>
                    <a:pt x="741133" y="584199"/>
                  </a:lnTo>
                  <a:close/>
                </a:path>
                <a:path w="13754100" h="584200">
                  <a:moveTo>
                    <a:pt x="766521" y="584199"/>
                  </a:moveTo>
                  <a:lnTo>
                    <a:pt x="747483" y="584199"/>
                  </a:lnTo>
                  <a:lnTo>
                    <a:pt x="747483" y="571499"/>
                  </a:lnTo>
                  <a:lnTo>
                    <a:pt x="766521" y="571499"/>
                  </a:lnTo>
                  <a:lnTo>
                    <a:pt x="766521" y="584199"/>
                  </a:lnTo>
                  <a:close/>
                </a:path>
                <a:path w="13754100" h="584200">
                  <a:moveTo>
                    <a:pt x="791921" y="584199"/>
                  </a:moveTo>
                  <a:lnTo>
                    <a:pt x="772871" y="584199"/>
                  </a:lnTo>
                  <a:lnTo>
                    <a:pt x="772871" y="571499"/>
                  </a:lnTo>
                  <a:lnTo>
                    <a:pt x="791921" y="571499"/>
                  </a:lnTo>
                  <a:lnTo>
                    <a:pt x="791921" y="584199"/>
                  </a:lnTo>
                  <a:close/>
                </a:path>
                <a:path w="13754100" h="584200">
                  <a:moveTo>
                    <a:pt x="817308" y="584199"/>
                  </a:moveTo>
                  <a:lnTo>
                    <a:pt x="798271" y="584199"/>
                  </a:lnTo>
                  <a:lnTo>
                    <a:pt x="798271" y="571499"/>
                  </a:lnTo>
                  <a:lnTo>
                    <a:pt x="817308" y="571499"/>
                  </a:lnTo>
                  <a:lnTo>
                    <a:pt x="817308" y="584199"/>
                  </a:lnTo>
                  <a:close/>
                </a:path>
                <a:path w="13754100" h="584200">
                  <a:moveTo>
                    <a:pt x="842708" y="584199"/>
                  </a:moveTo>
                  <a:lnTo>
                    <a:pt x="823658" y="584199"/>
                  </a:lnTo>
                  <a:lnTo>
                    <a:pt x="823658" y="571499"/>
                  </a:lnTo>
                  <a:lnTo>
                    <a:pt x="842708" y="571499"/>
                  </a:lnTo>
                  <a:lnTo>
                    <a:pt x="842708" y="584199"/>
                  </a:lnTo>
                  <a:close/>
                </a:path>
                <a:path w="13754100" h="584200">
                  <a:moveTo>
                    <a:pt x="868095" y="584199"/>
                  </a:moveTo>
                  <a:lnTo>
                    <a:pt x="849058" y="584199"/>
                  </a:lnTo>
                  <a:lnTo>
                    <a:pt x="849058" y="571499"/>
                  </a:lnTo>
                  <a:lnTo>
                    <a:pt x="868095" y="571499"/>
                  </a:lnTo>
                  <a:lnTo>
                    <a:pt x="868095" y="584199"/>
                  </a:lnTo>
                  <a:close/>
                </a:path>
                <a:path w="13754100" h="584200">
                  <a:moveTo>
                    <a:pt x="893495" y="584199"/>
                  </a:moveTo>
                  <a:lnTo>
                    <a:pt x="874445" y="584199"/>
                  </a:lnTo>
                  <a:lnTo>
                    <a:pt x="874445" y="571499"/>
                  </a:lnTo>
                  <a:lnTo>
                    <a:pt x="893495" y="571499"/>
                  </a:lnTo>
                  <a:lnTo>
                    <a:pt x="893495" y="584199"/>
                  </a:lnTo>
                  <a:close/>
                </a:path>
                <a:path w="13754100" h="584200">
                  <a:moveTo>
                    <a:pt x="918883" y="584199"/>
                  </a:moveTo>
                  <a:lnTo>
                    <a:pt x="899845" y="584199"/>
                  </a:lnTo>
                  <a:lnTo>
                    <a:pt x="899845" y="571499"/>
                  </a:lnTo>
                  <a:lnTo>
                    <a:pt x="918883" y="571499"/>
                  </a:lnTo>
                  <a:lnTo>
                    <a:pt x="918883" y="584199"/>
                  </a:lnTo>
                  <a:close/>
                </a:path>
                <a:path w="13754100" h="584200">
                  <a:moveTo>
                    <a:pt x="944283" y="584199"/>
                  </a:moveTo>
                  <a:lnTo>
                    <a:pt x="925233" y="584199"/>
                  </a:lnTo>
                  <a:lnTo>
                    <a:pt x="925233" y="571499"/>
                  </a:lnTo>
                  <a:lnTo>
                    <a:pt x="944283" y="571499"/>
                  </a:lnTo>
                  <a:lnTo>
                    <a:pt x="944283" y="584199"/>
                  </a:lnTo>
                  <a:close/>
                </a:path>
                <a:path w="13754100" h="584200">
                  <a:moveTo>
                    <a:pt x="969670" y="584199"/>
                  </a:moveTo>
                  <a:lnTo>
                    <a:pt x="950633" y="584199"/>
                  </a:lnTo>
                  <a:lnTo>
                    <a:pt x="950633" y="571499"/>
                  </a:lnTo>
                  <a:lnTo>
                    <a:pt x="969670" y="571499"/>
                  </a:lnTo>
                  <a:lnTo>
                    <a:pt x="969670" y="584199"/>
                  </a:lnTo>
                  <a:close/>
                </a:path>
                <a:path w="13754100" h="584200">
                  <a:moveTo>
                    <a:pt x="995070" y="584199"/>
                  </a:moveTo>
                  <a:lnTo>
                    <a:pt x="976020" y="584199"/>
                  </a:lnTo>
                  <a:lnTo>
                    <a:pt x="976020" y="571499"/>
                  </a:lnTo>
                  <a:lnTo>
                    <a:pt x="995070" y="571499"/>
                  </a:lnTo>
                  <a:lnTo>
                    <a:pt x="995070" y="584199"/>
                  </a:lnTo>
                  <a:close/>
                </a:path>
                <a:path w="13754100" h="584200">
                  <a:moveTo>
                    <a:pt x="1020457" y="584199"/>
                  </a:moveTo>
                  <a:lnTo>
                    <a:pt x="1001420" y="584199"/>
                  </a:lnTo>
                  <a:lnTo>
                    <a:pt x="1001420" y="571499"/>
                  </a:lnTo>
                  <a:lnTo>
                    <a:pt x="1020457" y="571499"/>
                  </a:lnTo>
                  <a:lnTo>
                    <a:pt x="1020457" y="584199"/>
                  </a:lnTo>
                  <a:close/>
                </a:path>
                <a:path w="13754100" h="584200">
                  <a:moveTo>
                    <a:pt x="1045857" y="584199"/>
                  </a:moveTo>
                  <a:lnTo>
                    <a:pt x="1026807" y="584199"/>
                  </a:lnTo>
                  <a:lnTo>
                    <a:pt x="1026807" y="571499"/>
                  </a:lnTo>
                  <a:lnTo>
                    <a:pt x="1045857" y="571499"/>
                  </a:lnTo>
                  <a:lnTo>
                    <a:pt x="1045857" y="584199"/>
                  </a:lnTo>
                  <a:close/>
                </a:path>
                <a:path w="13754100" h="584200">
                  <a:moveTo>
                    <a:pt x="1071245" y="584199"/>
                  </a:moveTo>
                  <a:lnTo>
                    <a:pt x="1052207" y="584199"/>
                  </a:lnTo>
                  <a:lnTo>
                    <a:pt x="1052207" y="571499"/>
                  </a:lnTo>
                  <a:lnTo>
                    <a:pt x="1071245" y="571499"/>
                  </a:lnTo>
                  <a:lnTo>
                    <a:pt x="1071245" y="584199"/>
                  </a:lnTo>
                  <a:close/>
                </a:path>
                <a:path w="13754100" h="584200">
                  <a:moveTo>
                    <a:pt x="1096645" y="584199"/>
                  </a:moveTo>
                  <a:lnTo>
                    <a:pt x="1077595" y="584199"/>
                  </a:lnTo>
                  <a:lnTo>
                    <a:pt x="1077595" y="571499"/>
                  </a:lnTo>
                  <a:lnTo>
                    <a:pt x="1096645" y="571499"/>
                  </a:lnTo>
                  <a:lnTo>
                    <a:pt x="1096645" y="584199"/>
                  </a:lnTo>
                  <a:close/>
                </a:path>
                <a:path w="13754100" h="584200">
                  <a:moveTo>
                    <a:pt x="1122032" y="584199"/>
                  </a:moveTo>
                  <a:lnTo>
                    <a:pt x="1102995" y="584199"/>
                  </a:lnTo>
                  <a:lnTo>
                    <a:pt x="1102995" y="571499"/>
                  </a:lnTo>
                  <a:lnTo>
                    <a:pt x="1122032" y="571499"/>
                  </a:lnTo>
                  <a:lnTo>
                    <a:pt x="1122032" y="584199"/>
                  </a:lnTo>
                  <a:close/>
                </a:path>
                <a:path w="13754100" h="584200">
                  <a:moveTo>
                    <a:pt x="1147432" y="584199"/>
                  </a:moveTo>
                  <a:lnTo>
                    <a:pt x="1128382" y="584199"/>
                  </a:lnTo>
                  <a:lnTo>
                    <a:pt x="1128382" y="571499"/>
                  </a:lnTo>
                  <a:lnTo>
                    <a:pt x="1147432" y="571499"/>
                  </a:lnTo>
                  <a:lnTo>
                    <a:pt x="1147432" y="584199"/>
                  </a:lnTo>
                  <a:close/>
                </a:path>
                <a:path w="13754100" h="584200">
                  <a:moveTo>
                    <a:pt x="1172819" y="584199"/>
                  </a:moveTo>
                  <a:lnTo>
                    <a:pt x="1153782" y="584199"/>
                  </a:lnTo>
                  <a:lnTo>
                    <a:pt x="1153782" y="571499"/>
                  </a:lnTo>
                  <a:lnTo>
                    <a:pt x="1172819" y="571499"/>
                  </a:lnTo>
                  <a:lnTo>
                    <a:pt x="1172819" y="584199"/>
                  </a:lnTo>
                  <a:close/>
                </a:path>
                <a:path w="13754100" h="584200">
                  <a:moveTo>
                    <a:pt x="1198219" y="584199"/>
                  </a:moveTo>
                  <a:lnTo>
                    <a:pt x="1179169" y="584199"/>
                  </a:lnTo>
                  <a:lnTo>
                    <a:pt x="1179169" y="571499"/>
                  </a:lnTo>
                  <a:lnTo>
                    <a:pt x="1198219" y="571499"/>
                  </a:lnTo>
                  <a:lnTo>
                    <a:pt x="1198219" y="584199"/>
                  </a:lnTo>
                  <a:close/>
                </a:path>
                <a:path w="13754100" h="584200">
                  <a:moveTo>
                    <a:pt x="1223606" y="584199"/>
                  </a:moveTo>
                  <a:lnTo>
                    <a:pt x="1204569" y="584199"/>
                  </a:lnTo>
                  <a:lnTo>
                    <a:pt x="1204569" y="571499"/>
                  </a:lnTo>
                  <a:lnTo>
                    <a:pt x="1223606" y="571499"/>
                  </a:lnTo>
                  <a:lnTo>
                    <a:pt x="1223606" y="584199"/>
                  </a:lnTo>
                  <a:close/>
                </a:path>
                <a:path w="13754100" h="584200">
                  <a:moveTo>
                    <a:pt x="1249006" y="584199"/>
                  </a:moveTo>
                  <a:lnTo>
                    <a:pt x="1229956" y="584199"/>
                  </a:lnTo>
                  <a:lnTo>
                    <a:pt x="1229956" y="571499"/>
                  </a:lnTo>
                  <a:lnTo>
                    <a:pt x="1249006" y="571499"/>
                  </a:lnTo>
                  <a:lnTo>
                    <a:pt x="1249006" y="584199"/>
                  </a:lnTo>
                  <a:close/>
                </a:path>
                <a:path w="13754100" h="584200">
                  <a:moveTo>
                    <a:pt x="1274394" y="584199"/>
                  </a:moveTo>
                  <a:lnTo>
                    <a:pt x="1255356" y="584199"/>
                  </a:lnTo>
                  <a:lnTo>
                    <a:pt x="1255356" y="571499"/>
                  </a:lnTo>
                  <a:lnTo>
                    <a:pt x="1274394" y="571499"/>
                  </a:lnTo>
                  <a:lnTo>
                    <a:pt x="1274394" y="584199"/>
                  </a:lnTo>
                  <a:close/>
                </a:path>
                <a:path w="13754100" h="584200">
                  <a:moveTo>
                    <a:pt x="1299794" y="584199"/>
                  </a:moveTo>
                  <a:lnTo>
                    <a:pt x="1280744" y="584199"/>
                  </a:lnTo>
                  <a:lnTo>
                    <a:pt x="1280744" y="571499"/>
                  </a:lnTo>
                  <a:lnTo>
                    <a:pt x="1299794" y="571499"/>
                  </a:lnTo>
                  <a:lnTo>
                    <a:pt x="1299794" y="584199"/>
                  </a:lnTo>
                  <a:close/>
                </a:path>
                <a:path w="13754100" h="584200">
                  <a:moveTo>
                    <a:pt x="1325181" y="584199"/>
                  </a:moveTo>
                  <a:lnTo>
                    <a:pt x="1306144" y="584199"/>
                  </a:lnTo>
                  <a:lnTo>
                    <a:pt x="1306144" y="571499"/>
                  </a:lnTo>
                  <a:lnTo>
                    <a:pt x="1325181" y="571499"/>
                  </a:lnTo>
                  <a:lnTo>
                    <a:pt x="1325181" y="584199"/>
                  </a:lnTo>
                  <a:close/>
                </a:path>
                <a:path w="13754100" h="584200">
                  <a:moveTo>
                    <a:pt x="1350581" y="584199"/>
                  </a:moveTo>
                  <a:lnTo>
                    <a:pt x="1331531" y="584199"/>
                  </a:lnTo>
                  <a:lnTo>
                    <a:pt x="1331531" y="571499"/>
                  </a:lnTo>
                  <a:lnTo>
                    <a:pt x="1350581" y="571499"/>
                  </a:lnTo>
                  <a:lnTo>
                    <a:pt x="1350581" y="584199"/>
                  </a:lnTo>
                  <a:close/>
                </a:path>
                <a:path w="13754100" h="584200">
                  <a:moveTo>
                    <a:pt x="1375968" y="584199"/>
                  </a:moveTo>
                  <a:lnTo>
                    <a:pt x="1356931" y="584199"/>
                  </a:lnTo>
                  <a:lnTo>
                    <a:pt x="1356931" y="571499"/>
                  </a:lnTo>
                  <a:lnTo>
                    <a:pt x="1375968" y="571499"/>
                  </a:lnTo>
                  <a:lnTo>
                    <a:pt x="1375968" y="584199"/>
                  </a:lnTo>
                  <a:close/>
                </a:path>
                <a:path w="13754100" h="584200">
                  <a:moveTo>
                    <a:pt x="1401368" y="584199"/>
                  </a:moveTo>
                  <a:lnTo>
                    <a:pt x="1382318" y="584199"/>
                  </a:lnTo>
                  <a:lnTo>
                    <a:pt x="1382318" y="571499"/>
                  </a:lnTo>
                  <a:lnTo>
                    <a:pt x="1401368" y="571499"/>
                  </a:lnTo>
                  <a:lnTo>
                    <a:pt x="1401368" y="584199"/>
                  </a:lnTo>
                  <a:close/>
                </a:path>
                <a:path w="13754100" h="584200">
                  <a:moveTo>
                    <a:pt x="1426756" y="584199"/>
                  </a:moveTo>
                  <a:lnTo>
                    <a:pt x="1407718" y="584199"/>
                  </a:lnTo>
                  <a:lnTo>
                    <a:pt x="1407718" y="571499"/>
                  </a:lnTo>
                  <a:lnTo>
                    <a:pt x="1426756" y="571499"/>
                  </a:lnTo>
                  <a:lnTo>
                    <a:pt x="1426756" y="584199"/>
                  </a:lnTo>
                  <a:close/>
                </a:path>
                <a:path w="13754100" h="584200">
                  <a:moveTo>
                    <a:pt x="1452156" y="584199"/>
                  </a:moveTo>
                  <a:lnTo>
                    <a:pt x="1433106" y="584199"/>
                  </a:lnTo>
                  <a:lnTo>
                    <a:pt x="1433106" y="571499"/>
                  </a:lnTo>
                  <a:lnTo>
                    <a:pt x="1452156" y="571499"/>
                  </a:lnTo>
                  <a:lnTo>
                    <a:pt x="1452156" y="584199"/>
                  </a:lnTo>
                  <a:close/>
                </a:path>
                <a:path w="13754100" h="584200">
                  <a:moveTo>
                    <a:pt x="1477543" y="584199"/>
                  </a:moveTo>
                  <a:lnTo>
                    <a:pt x="1458506" y="584199"/>
                  </a:lnTo>
                  <a:lnTo>
                    <a:pt x="1458506" y="571499"/>
                  </a:lnTo>
                  <a:lnTo>
                    <a:pt x="1477543" y="571499"/>
                  </a:lnTo>
                  <a:lnTo>
                    <a:pt x="1477543" y="584199"/>
                  </a:lnTo>
                  <a:close/>
                </a:path>
                <a:path w="13754100" h="584200">
                  <a:moveTo>
                    <a:pt x="1502943" y="584199"/>
                  </a:moveTo>
                  <a:lnTo>
                    <a:pt x="1483893" y="584199"/>
                  </a:lnTo>
                  <a:lnTo>
                    <a:pt x="1483893" y="571499"/>
                  </a:lnTo>
                  <a:lnTo>
                    <a:pt x="1502943" y="571499"/>
                  </a:lnTo>
                  <a:lnTo>
                    <a:pt x="1502943" y="584199"/>
                  </a:lnTo>
                  <a:close/>
                </a:path>
                <a:path w="13754100" h="584200">
                  <a:moveTo>
                    <a:pt x="1528330" y="584199"/>
                  </a:moveTo>
                  <a:lnTo>
                    <a:pt x="1509293" y="584199"/>
                  </a:lnTo>
                  <a:lnTo>
                    <a:pt x="1509293" y="571499"/>
                  </a:lnTo>
                  <a:lnTo>
                    <a:pt x="1528330" y="571499"/>
                  </a:lnTo>
                  <a:lnTo>
                    <a:pt x="1528330" y="584199"/>
                  </a:lnTo>
                  <a:close/>
                </a:path>
                <a:path w="13754100" h="584200">
                  <a:moveTo>
                    <a:pt x="1553730" y="584199"/>
                  </a:moveTo>
                  <a:lnTo>
                    <a:pt x="1534680" y="584199"/>
                  </a:lnTo>
                  <a:lnTo>
                    <a:pt x="1534680" y="571499"/>
                  </a:lnTo>
                  <a:lnTo>
                    <a:pt x="1553730" y="571499"/>
                  </a:lnTo>
                  <a:lnTo>
                    <a:pt x="1553730" y="584199"/>
                  </a:lnTo>
                  <a:close/>
                </a:path>
                <a:path w="13754100" h="584200">
                  <a:moveTo>
                    <a:pt x="1579118" y="584199"/>
                  </a:moveTo>
                  <a:lnTo>
                    <a:pt x="1560080" y="584199"/>
                  </a:lnTo>
                  <a:lnTo>
                    <a:pt x="1560080" y="571499"/>
                  </a:lnTo>
                  <a:lnTo>
                    <a:pt x="1579118" y="571499"/>
                  </a:lnTo>
                  <a:lnTo>
                    <a:pt x="1579118" y="584199"/>
                  </a:lnTo>
                  <a:close/>
                </a:path>
                <a:path w="13754100" h="584200">
                  <a:moveTo>
                    <a:pt x="1604518" y="584199"/>
                  </a:moveTo>
                  <a:lnTo>
                    <a:pt x="1585468" y="584199"/>
                  </a:lnTo>
                  <a:lnTo>
                    <a:pt x="1585468" y="571499"/>
                  </a:lnTo>
                  <a:lnTo>
                    <a:pt x="1604518" y="571499"/>
                  </a:lnTo>
                  <a:lnTo>
                    <a:pt x="1604518" y="584199"/>
                  </a:lnTo>
                  <a:close/>
                </a:path>
                <a:path w="13754100" h="584200">
                  <a:moveTo>
                    <a:pt x="1629905" y="584199"/>
                  </a:moveTo>
                  <a:lnTo>
                    <a:pt x="1610868" y="584199"/>
                  </a:lnTo>
                  <a:lnTo>
                    <a:pt x="1610868" y="571499"/>
                  </a:lnTo>
                  <a:lnTo>
                    <a:pt x="1629905" y="571499"/>
                  </a:lnTo>
                  <a:lnTo>
                    <a:pt x="1629905" y="584199"/>
                  </a:lnTo>
                  <a:close/>
                </a:path>
                <a:path w="13754100" h="584200">
                  <a:moveTo>
                    <a:pt x="1655305" y="584199"/>
                  </a:moveTo>
                  <a:lnTo>
                    <a:pt x="1636255" y="584199"/>
                  </a:lnTo>
                  <a:lnTo>
                    <a:pt x="1636255" y="571499"/>
                  </a:lnTo>
                  <a:lnTo>
                    <a:pt x="1655305" y="571499"/>
                  </a:lnTo>
                  <a:lnTo>
                    <a:pt x="1655305" y="584199"/>
                  </a:lnTo>
                  <a:close/>
                </a:path>
                <a:path w="13754100" h="584200">
                  <a:moveTo>
                    <a:pt x="1680705" y="584199"/>
                  </a:moveTo>
                  <a:lnTo>
                    <a:pt x="1661655" y="584199"/>
                  </a:lnTo>
                  <a:lnTo>
                    <a:pt x="1661655" y="571499"/>
                  </a:lnTo>
                  <a:lnTo>
                    <a:pt x="1680705" y="571499"/>
                  </a:lnTo>
                  <a:lnTo>
                    <a:pt x="1680705" y="584199"/>
                  </a:lnTo>
                  <a:close/>
                </a:path>
                <a:path w="13754100" h="584200">
                  <a:moveTo>
                    <a:pt x="1706092" y="584199"/>
                  </a:moveTo>
                  <a:lnTo>
                    <a:pt x="1687042" y="584199"/>
                  </a:lnTo>
                  <a:lnTo>
                    <a:pt x="1687042" y="571499"/>
                  </a:lnTo>
                  <a:lnTo>
                    <a:pt x="1706092" y="571499"/>
                  </a:lnTo>
                  <a:lnTo>
                    <a:pt x="1706092" y="584199"/>
                  </a:lnTo>
                  <a:close/>
                </a:path>
                <a:path w="13754100" h="584200">
                  <a:moveTo>
                    <a:pt x="1731492" y="584199"/>
                  </a:moveTo>
                  <a:lnTo>
                    <a:pt x="1712442" y="584199"/>
                  </a:lnTo>
                  <a:lnTo>
                    <a:pt x="1712442" y="571499"/>
                  </a:lnTo>
                  <a:lnTo>
                    <a:pt x="1731492" y="571499"/>
                  </a:lnTo>
                  <a:lnTo>
                    <a:pt x="1731492" y="584199"/>
                  </a:lnTo>
                  <a:close/>
                </a:path>
                <a:path w="13754100" h="584200">
                  <a:moveTo>
                    <a:pt x="1756879" y="584199"/>
                  </a:moveTo>
                  <a:lnTo>
                    <a:pt x="1737829" y="584199"/>
                  </a:lnTo>
                  <a:lnTo>
                    <a:pt x="1737829" y="571499"/>
                  </a:lnTo>
                  <a:lnTo>
                    <a:pt x="1756879" y="571499"/>
                  </a:lnTo>
                  <a:lnTo>
                    <a:pt x="1756879" y="584199"/>
                  </a:lnTo>
                  <a:close/>
                </a:path>
                <a:path w="13754100" h="584200">
                  <a:moveTo>
                    <a:pt x="1782279" y="584199"/>
                  </a:moveTo>
                  <a:lnTo>
                    <a:pt x="1763229" y="584199"/>
                  </a:lnTo>
                  <a:lnTo>
                    <a:pt x="1763229" y="571499"/>
                  </a:lnTo>
                  <a:lnTo>
                    <a:pt x="1782279" y="571499"/>
                  </a:lnTo>
                  <a:lnTo>
                    <a:pt x="1782279" y="584199"/>
                  </a:lnTo>
                  <a:close/>
                </a:path>
                <a:path w="13754100" h="584200">
                  <a:moveTo>
                    <a:pt x="1807667" y="584199"/>
                  </a:moveTo>
                  <a:lnTo>
                    <a:pt x="1788617" y="584199"/>
                  </a:lnTo>
                  <a:lnTo>
                    <a:pt x="1788617" y="571499"/>
                  </a:lnTo>
                  <a:lnTo>
                    <a:pt x="1807667" y="571499"/>
                  </a:lnTo>
                  <a:lnTo>
                    <a:pt x="1807667" y="584199"/>
                  </a:lnTo>
                  <a:close/>
                </a:path>
                <a:path w="13754100" h="584200">
                  <a:moveTo>
                    <a:pt x="1833067" y="584199"/>
                  </a:moveTo>
                  <a:lnTo>
                    <a:pt x="1814017" y="584199"/>
                  </a:lnTo>
                  <a:lnTo>
                    <a:pt x="1814017" y="571499"/>
                  </a:lnTo>
                  <a:lnTo>
                    <a:pt x="1833067" y="571499"/>
                  </a:lnTo>
                  <a:lnTo>
                    <a:pt x="1833067" y="584199"/>
                  </a:lnTo>
                  <a:close/>
                </a:path>
                <a:path w="13754100" h="584200">
                  <a:moveTo>
                    <a:pt x="1858454" y="584199"/>
                  </a:moveTo>
                  <a:lnTo>
                    <a:pt x="1839404" y="584199"/>
                  </a:lnTo>
                  <a:lnTo>
                    <a:pt x="1839404" y="571499"/>
                  </a:lnTo>
                  <a:lnTo>
                    <a:pt x="1858454" y="571499"/>
                  </a:lnTo>
                  <a:lnTo>
                    <a:pt x="1858454" y="584199"/>
                  </a:lnTo>
                  <a:close/>
                </a:path>
                <a:path w="13754100" h="584200">
                  <a:moveTo>
                    <a:pt x="1883854" y="584199"/>
                  </a:moveTo>
                  <a:lnTo>
                    <a:pt x="1864804" y="584199"/>
                  </a:lnTo>
                  <a:lnTo>
                    <a:pt x="1864804" y="571499"/>
                  </a:lnTo>
                  <a:lnTo>
                    <a:pt x="1883854" y="571499"/>
                  </a:lnTo>
                  <a:lnTo>
                    <a:pt x="1883854" y="584199"/>
                  </a:lnTo>
                  <a:close/>
                </a:path>
                <a:path w="13754100" h="584200">
                  <a:moveTo>
                    <a:pt x="1909241" y="584199"/>
                  </a:moveTo>
                  <a:lnTo>
                    <a:pt x="1890191" y="584199"/>
                  </a:lnTo>
                  <a:lnTo>
                    <a:pt x="1890191" y="571499"/>
                  </a:lnTo>
                  <a:lnTo>
                    <a:pt x="1909241" y="571499"/>
                  </a:lnTo>
                  <a:lnTo>
                    <a:pt x="1909241" y="584199"/>
                  </a:lnTo>
                  <a:close/>
                </a:path>
                <a:path w="13754100" h="584200">
                  <a:moveTo>
                    <a:pt x="1934641" y="584199"/>
                  </a:moveTo>
                  <a:lnTo>
                    <a:pt x="1915591" y="584199"/>
                  </a:lnTo>
                  <a:lnTo>
                    <a:pt x="1915591" y="571499"/>
                  </a:lnTo>
                  <a:lnTo>
                    <a:pt x="1934641" y="571499"/>
                  </a:lnTo>
                  <a:lnTo>
                    <a:pt x="1934641" y="584199"/>
                  </a:lnTo>
                  <a:close/>
                </a:path>
                <a:path w="13754100" h="584200">
                  <a:moveTo>
                    <a:pt x="1960029" y="584199"/>
                  </a:moveTo>
                  <a:lnTo>
                    <a:pt x="1940979" y="584199"/>
                  </a:lnTo>
                  <a:lnTo>
                    <a:pt x="1940979" y="571499"/>
                  </a:lnTo>
                  <a:lnTo>
                    <a:pt x="1960029" y="571499"/>
                  </a:lnTo>
                  <a:lnTo>
                    <a:pt x="1960029" y="584199"/>
                  </a:lnTo>
                  <a:close/>
                </a:path>
                <a:path w="13754100" h="584200">
                  <a:moveTo>
                    <a:pt x="1985429" y="584199"/>
                  </a:moveTo>
                  <a:lnTo>
                    <a:pt x="1966379" y="584199"/>
                  </a:lnTo>
                  <a:lnTo>
                    <a:pt x="1966379" y="571499"/>
                  </a:lnTo>
                  <a:lnTo>
                    <a:pt x="1985429" y="571499"/>
                  </a:lnTo>
                  <a:lnTo>
                    <a:pt x="1985429" y="584199"/>
                  </a:lnTo>
                  <a:close/>
                </a:path>
                <a:path w="13754100" h="584200">
                  <a:moveTo>
                    <a:pt x="2010816" y="584199"/>
                  </a:moveTo>
                  <a:lnTo>
                    <a:pt x="1991766" y="584199"/>
                  </a:lnTo>
                  <a:lnTo>
                    <a:pt x="1991766" y="571499"/>
                  </a:lnTo>
                  <a:lnTo>
                    <a:pt x="2010816" y="571499"/>
                  </a:lnTo>
                  <a:lnTo>
                    <a:pt x="2010816" y="584199"/>
                  </a:lnTo>
                  <a:close/>
                </a:path>
                <a:path w="13754100" h="584200">
                  <a:moveTo>
                    <a:pt x="2036216" y="584199"/>
                  </a:moveTo>
                  <a:lnTo>
                    <a:pt x="2017166" y="584199"/>
                  </a:lnTo>
                  <a:lnTo>
                    <a:pt x="2017166" y="571499"/>
                  </a:lnTo>
                  <a:lnTo>
                    <a:pt x="2036216" y="571499"/>
                  </a:lnTo>
                  <a:lnTo>
                    <a:pt x="2036216" y="584199"/>
                  </a:lnTo>
                  <a:close/>
                </a:path>
                <a:path w="13754100" h="584200">
                  <a:moveTo>
                    <a:pt x="2061603" y="584199"/>
                  </a:moveTo>
                  <a:lnTo>
                    <a:pt x="2042553" y="584199"/>
                  </a:lnTo>
                  <a:lnTo>
                    <a:pt x="2042553" y="571499"/>
                  </a:lnTo>
                  <a:lnTo>
                    <a:pt x="2061603" y="571499"/>
                  </a:lnTo>
                  <a:lnTo>
                    <a:pt x="2061603" y="584199"/>
                  </a:lnTo>
                  <a:close/>
                </a:path>
                <a:path w="13754100" h="584200">
                  <a:moveTo>
                    <a:pt x="2087003" y="584199"/>
                  </a:moveTo>
                  <a:lnTo>
                    <a:pt x="2067953" y="584199"/>
                  </a:lnTo>
                  <a:lnTo>
                    <a:pt x="2067953" y="571499"/>
                  </a:lnTo>
                  <a:lnTo>
                    <a:pt x="2087003" y="571499"/>
                  </a:lnTo>
                  <a:lnTo>
                    <a:pt x="2087003" y="584199"/>
                  </a:lnTo>
                  <a:close/>
                </a:path>
                <a:path w="13754100" h="584200">
                  <a:moveTo>
                    <a:pt x="2112391" y="584199"/>
                  </a:moveTo>
                  <a:lnTo>
                    <a:pt x="2093353" y="584199"/>
                  </a:lnTo>
                  <a:lnTo>
                    <a:pt x="2093353" y="571499"/>
                  </a:lnTo>
                  <a:lnTo>
                    <a:pt x="2112391" y="571499"/>
                  </a:lnTo>
                  <a:lnTo>
                    <a:pt x="2112391" y="584199"/>
                  </a:lnTo>
                  <a:close/>
                </a:path>
                <a:path w="13754100" h="584200">
                  <a:moveTo>
                    <a:pt x="2137791" y="584199"/>
                  </a:moveTo>
                  <a:lnTo>
                    <a:pt x="2118741" y="584199"/>
                  </a:lnTo>
                  <a:lnTo>
                    <a:pt x="2118741" y="571499"/>
                  </a:lnTo>
                  <a:lnTo>
                    <a:pt x="2137791" y="571499"/>
                  </a:lnTo>
                  <a:lnTo>
                    <a:pt x="2137791" y="584199"/>
                  </a:lnTo>
                  <a:close/>
                </a:path>
                <a:path w="13754100" h="584200">
                  <a:moveTo>
                    <a:pt x="2163178" y="584199"/>
                  </a:moveTo>
                  <a:lnTo>
                    <a:pt x="2144141" y="584199"/>
                  </a:lnTo>
                  <a:lnTo>
                    <a:pt x="2144141" y="571499"/>
                  </a:lnTo>
                  <a:lnTo>
                    <a:pt x="2163178" y="571499"/>
                  </a:lnTo>
                  <a:lnTo>
                    <a:pt x="2163178" y="584199"/>
                  </a:lnTo>
                  <a:close/>
                </a:path>
                <a:path w="13754100" h="584200">
                  <a:moveTo>
                    <a:pt x="2188578" y="584199"/>
                  </a:moveTo>
                  <a:lnTo>
                    <a:pt x="2169528" y="584199"/>
                  </a:lnTo>
                  <a:lnTo>
                    <a:pt x="2169528" y="571499"/>
                  </a:lnTo>
                  <a:lnTo>
                    <a:pt x="2188578" y="571499"/>
                  </a:lnTo>
                  <a:lnTo>
                    <a:pt x="2188578" y="584199"/>
                  </a:lnTo>
                  <a:close/>
                </a:path>
                <a:path w="13754100" h="584200">
                  <a:moveTo>
                    <a:pt x="2213965" y="584199"/>
                  </a:moveTo>
                  <a:lnTo>
                    <a:pt x="2194928" y="584199"/>
                  </a:lnTo>
                  <a:lnTo>
                    <a:pt x="2194928" y="571499"/>
                  </a:lnTo>
                  <a:lnTo>
                    <a:pt x="2213965" y="571499"/>
                  </a:lnTo>
                  <a:lnTo>
                    <a:pt x="2213965" y="584199"/>
                  </a:lnTo>
                  <a:close/>
                </a:path>
                <a:path w="13754100" h="584200">
                  <a:moveTo>
                    <a:pt x="2239365" y="584199"/>
                  </a:moveTo>
                  <a:lnTo>
                    <a:pt x="2220315" y="584199"/>
                  </a:lnTo>
                  <a:lnTo>
                    <a:pt x="2220315" y="571499"/>
                  </a:lnTo>
                  <a:lnTo>
                    <a:pt x="2239365" y="571499"/>
                  </a:lnTo>
                  <a:lnTo>
                    <a:pt x="2239365" y="584199"/>
                  </a:lnTo>
                  <a:close/>
                </a:path>
                <a:path w="13754100" h="584200">
                  <a:moveTo>
                    <a:pt x="2264752" y="584199"/>
                  </a:moveTo>
                  <a:lnTo>
                    <a:pt x="2245715" y="584199"/>
                  </a:lnTo>
                  <a:lnTo>
                    <a:pt x="2245715" y="571499"/>
                  </a:lnTo>
                  <a:lnTo>
                    <a:pt x="2264752" y="571499"/>
                  </a:lnTo>
                  <a:lnTo>
                    <a:pt x="2264752" y="584199"/>
                  </a:lnTo>
                  <a:close/>
                </a:path>
                <a:path w="13754100" h="584200">
                  <a:moveTo>
                    <a:pt x="2290152" y="584199"/>
                  </a:moveTo>
                  <a:lnTo>
                    <a:pt x="2271102" y="584199"/>
                  </a:lnTo>
                  <a:lnTo>
                    <a:pt x="2271102" y="571499"/>
                  </a:lnTo>
                  <a:lnTo>
                    <a:pt x="2290152" y="571499"/>
                  </a:lnTo>
                  <a:lnTo>
                    <a:pt x="2290152" y="584199"/>
                  </a:lnTo>
                  <a:close/>
                </a:path>
                <a:path w="13754100" h="584200">
                  <a:moveTo>
                    <a:pt x="2315540" y="584199"/>
                  </a:moveTo>
                  <a:lnTo>
                    <a:pt x="2296502" y="584199"/>
                  </a:lnTo>
                  <a:lnTo>
                    <a:pt x="2296502" y="571499"/>
                  </a:lnTo>
                  <a:lnTo>
                    <a:pt x="2315540" y="571499"/>
                  </a:lnTo>
                  <a:lnTo>
                    <a:pt x="2315540" y="584199"/>
                  </a:lnTo>
                  <a:close/>
                </a:path>
                <a:path w="13754100" h="584200">
                  <a:moveTo>
                    <a:pt x="2340940" y="584199"/>
                  </a:moveTo>
                  <a:lnTo>
                    <a:pt x="2321890" y="584199"/>
                  </a:lnTo>
                  <a:lnTo>
                    <a:pt x="2321890" y="571499"/>
                  </a:lnTo>
                  <a:lnTo>
                    <a:pt x="2340940" y="571499"/>
                  </a:lnTo>
                  <a:lnTo>
                    <a:pt x="2340940" y="584199"/>
                  </a:lnTo>
                  <a:close/>
                </a:path>
                <a:path w="13754100" h="584200">
                  <a:moveTo>
                    <a:pt x="2366327" y="584199"/>
                  </a:moveTo>
                  <a:lnTo>
                    <a:pt x="2347290" y="584199"/>
                  </a:lnTo>
                  <a:lnTo>
                    <a:pt x="2347290" y="571499"/>
                  </a:lnTo>
                  <a:lnTo>
                    <a:pt x="2366327" y="571499"/>
                  </a:lnTo>
                  <a:lnTo>
                    <a:pt x="2366327" y="584199"/>
                  </a:lnTo>
                  <a:close/>
                </a:path>
                <a:path w="13754100" h="584200">
                  <a:moveTo>
                    <a:pt x="2391727" y="584199"/>
                  </a:moveTo>
                  <a:lnTo>
                    <a:pt x="2372677" y="584199"/>
                  </a:lnTo>
                  <a:lnTo>
                    <a:pt x="2372677" y="571499"/>
                  </a:lnTo>
                  <a:lnTo>
                    <a:pt x="2391727" y="571499"/>
                  </a:lnTo>
                  <a:lnTo>
                    <a:pt x="2391727" y="584199"/>
                  </a:lnTo>
                  <a:close/>
                </a:path>
                <a:path w="13754100" h="584200">
                  <a:moveTo>
                    <a:pt x="2417114" y="584199"/>
                  </a:moveTo>
                  <a:lnTo>
                    <a:pt x="2398077" y="584199"/>
                  </a:lnTo>
                  <a:lnTo>
                    <a:pt x="2398077" y="571499"/>
                  </a:lnTo>
                  <a:lnTo>
                    <a:pt x="2417114" y="571499"/>
                  </a:lnTo>
                  <a:lnTo>
                    <a:pt x="2417114" y="584199"/>
                  </a:lnTo>
                  <a:close/>
                </a:path>
                <a:path w="13754100" h="584200">
                  <a:moveTo>
                    <a:pt x="2442514" y="584199"/>
                  </a:moveTo>
                  <a:lnTo>
                    <a:pt x="2423464" y="584199"/>
                  </a:lnTo>
                  <a:lnTo>
                    <a:pt x="2423464" y="571499"/>
                  </a:lnTo>
                  <a:lnTo>
                    <a:pt x="2442514" y="571499"/>
                  </a:lnTo>
                  <a:lnTo>
                    <a:pt x="2442514" y="584199"/>
                  </a:lnTo>
                  <a:close/>
                </a:path>
                <a:path w="13754100" h="584200">
                  <a:moveTo>
                    <a:pt x="2467902" y="584199"/>
                  </a:moveTo>
                  <a:lnTo>
                    <a:pt x="2448864" y="584199"/>
                  </a:lnTo>
                  <a:lnTo>
                    <a:pt x="2448864" y="571499"/>
                  </a:lnTo>
                  <a:lnTo>
                    <a:pt x="2467902" y="571499"/>
                  </a:lnTo>
                  <a:lnTo>
                    <a:pt x="2467902" y="584199"/>
                  </a:lnTo>
                  <a:close/>
                </a:path>
                <a:path w="13754100" h="584200">
                  <a:moveTo>
                    <a:pt x="2493302" y="584199"/>
                  </a:moveTo>
                  <a:lnTo>
                    <a:pt x="2474252" y="584199"/>
                  </a:lnTo>
                  <a:lnTo>
                    <a:pt x="2474252" y="571499"/>
                  </a:lnTo>
                  <a:lnTo>
                    <a:pt x="2493302" y="571499"/>
                  </a:lnTo>
                  <a:lnTo>
                    <a:pt x="2493302" y="584199"/>
                  </a:lnTo>
                  <a:close/>
                </a:path>
                <a:path w="13754100" h="584200">
                  <a:moveTo>
                    <a:pt x="2518689" y="584199"/>
                  </a:moveTo>
                  <a:lnTo>
                    <a:pt x="2499652" y="584199"/>
                  </a:lnTo>
                  <a:lnTo>
                    <a:pt x="2499652" y="571499"/>
                  </a:lnTo>
                  <a:lnTo>
                    <a:pt x="2518689" y="571499"/>
                  </a:lnTo>
                  <a:lnTo>
                    <a:pt x="2518689" y="584199"/>
                  </a:lnTo>
                  <a:close/>
                </a:path>
                <a:path w="13754100" h="584200">
                  <a:moveTo>
                    <a:pt x="2544089" y="584199"/>
                  </a:moveTo>
                  <a:lnTo>
                    <a:pt x="2525039" y="584199"/>
                  </a:lnTo>
                  <a:lnTo>
                    <a:pt x="2525039" y="571499"/>
                  </a:lnTo>
                  <a:lnTo>
                    <a:pt x="2544089" y="571499"/>
                  </a:lnTo>
                  <a:lnTo>
                    <a:pt x="2544089" y="584199"/>
                  </a:lnTo>
                  <a:close/>
                </a:path>
                <a:path w="13754100" h="584200">
                  <a:moveTo>
                    <a:pt x="2569476" y="584199"/>
                  </a:moveTo>
                  <a:lnTo>
                    <a:pt x="2550439" y="584199"/>
                  </a:lnTo>
                  <a:lnTo>
                    <a:pt x="2550439" y="571499"/>
                  </a:lnTo>
                  <a:lnTo>
                    <a:pt x="2569476" y="571499"/>
                  </a:lnTo>
                  <a:lnTo>
                    <a:pt x="2569476" y="584199"/>
                  </a:lnTo>
                  <a:close/>
                </a:path>
                <a:path w="13754100" h="584200">
                  <a:moveTo>
                    <a:pt x="2594876" y="584199"/>
                  </a:moveTo>
                  <a:lnTo>
                    <a:pt x="2575826" y="584199"/>
                  </a:lnTo>
                  <a:lnTo>
                    <a:pt x="2575826" y="571499"/>
                  </a:lnTo>
                  <a:lnTo>
                    <a:pt x="2594876" y="571499"/>
                  </a:lnTo>
                  <a:lnTo>
                    <a:pt x="2594876" y="584199"/>
                  </a:lnTo>
                  <a:close/>
                </a:path>
                <a:path w="13754100" h="584200">
                  <a:moveTo>
                    <a:pt x="2620264" y="584199"/>
                  </a:moveTo>
                  <a:lnTo>
                    <a:pt x="2601226" y="584199"/>
                  </a:lnTo>
                  <a:lnTo>
                    <a:pt x="2601226" y="571499"/>
                  </a:lnTo>
                  <a:lnTo>
                    <a:pt x="2620264" y="571499"/>
                  </a:lnTo>
                  <a:lnTo>
                    <a:pt x="2620264" y="584199"/>
                  </a:lnTo>
                  <a:close/>
                </a:path>
                <a:path w="13754100" h="584200">
                  <a:moveTo>
                    <a:pt x="2645664" y="584199"/>
                  </a:moveTo>
                  <a:lnTo>
                    <a:pt x="2626614" y="584199"/>
                  </a:lnTo>
                  <a:lnTo>
                    <a:pt x="2626614" y="571499"/>
                  </a:lnTo>
                  <a:lnTo>
                    <a:pt x="2645664" y="571499"/>
                  </a:lnTo>
                  <a:lnTo>
                    <a:pt x="2645664" y="584199"/>
                  </a:lnTo>
                  <a:close/>
                </a:path>
                <a:path w="13754100" h="584200">
                  <a:moveTo>
                    <a:pt x="2671051" y="584199"/>
                  </a:moveTo>
                  <a:lnTo>
                    <a:pt x="2652014" y="584199"/>
                  </a:lnTo>
                  <a:lnTo>
                    <a:pt x="2652014" y="571499"/>
                  </a:lnTo>
                  <a:lnTo>
                    <a:pt x="2671051" y="571499"/>
                  </a:lnTo>
                  <a:lnTo>
                    <a:pt x="2671051" y="584199"/>
                  </a:lnTo>
                  <a:close/>
                </a:path>
                <a:path w="13754100" h="584200">
                  <a:moveTo>
                    <a:pt x="2696451" y="584199"/>
                  </a:moveTo>
                  <a:lnTo>
                    <a:pt x="2677401" y="584199"/>
                  </a:lnTo>
                  <a:lnTo>
                    <a:pt x="2677401" y="571499"/>
                  </a:lnTo>
                  <a:lnTo>
                    <a:pt x="2696451" y="571499"/>
                  </a:lnTo>
                  <a:lnTo>
                    <a:pt x="2696451" y="584199"/>
                  </a:lnTo>
                  <a:close/>
                </a:path>
                <a:path w="13754100" h="584200">
                  <a:moveTo>
                    <a:pt x="2721838" y="584199"/>
                  </a:moveTo>
                  <a:lnTo>
                    <a:pt x="2702801" y="584199"/>
                  </a:lnTo>
                  <a:lnTo>
                    <a:pt x="2702801" y="571499"/>
                  </a:lnTo>
                  <a:lnTo>
                    <a:pt x="2721838" y="571499"/>
                  </a:lnTo>
                  <a:lnTo>
                    <a:pt x="2721838" y="584199"/>
                  </a:lnTo>
                  <a:close/>
                </a:path>
                <a:path w="13754100" h="584200">
                  <a:moveTo>
                    <a:pt x="2747238" y="584199"/>
                  </a:moveTo>
                  <a:lnTo>
                    <a:pt x="2728188" y="584199"/>
                  </a:lnTo>
                  <a:lnTo>
                    <a:pt x="2728188" y="571499"/>
                  </a:lnTo>
                  <a:lnTo>
                    <a:pt x="2747238" y="571499"/>
                  </a:lnTo>
                  <a:lnTo>
                    <a:pt x="2747238" y="584199"/>
                  </a:lnTo>
                  <a:close/>
                </a:path>
                <a:path w="13754100" h="584200">
                  <a:moveTo>
                    <a:pt x="2772625" y="584199"/>
                  </a:moveTo>
                  <a:lnTo>
                    <a:pt x="2753588" y="584199"/>
                  </a:lnTo>
                  <a:lnTo>
                    <a:pt x="2753588" y="571499"/>
                  </a:lnTo>
                  <a:lnTo>
                    <a:pt x="2772625" y="571499"/>
                  </a:lnTo>
                  <a:lnTo>
                    <a:pt x="2772625" y="584199"/>
                  </a:lnTo>
                  <a:close/>
                </a:path>
                <a:path w="13754100" h="584200">
                  <a:moveTo>
                    <a:pt x="2798025" y="584199"/>
                  </a:moveTo>
                  <a:lnTo>
                    <a:pt x="2778975" y="584199"/>
                  </a:lnTo>
                  <a:lnTo>
                    <a:pt x="2778975" y="571499"/>
                  </a:lnTo>
                  <a:lnTo>
                    <a:pt x="2798025" y="571499"/>
                  </a:lnTo>
                  <a:lnTo>
                    <a:pt x="2798025" y="584199"/>
                  </a:lnTo>
                  <a:close/>
                </a:path>
                <a:path w="13754100" h="584200">
                  <a:moveTo>
                    <a:pt x="2823413" y="584199"/>
                  </a:moveTo>
                  <a:lnTo>
                    <a:pt x="2804375" y="584199"/>
                  </a:lnTo>
                  <a:lnTo>
                    <a:pt x="2804375" y="571499"/>
                  </a:lnTo>
                  <a:lnTo>
                    <a:pt x="2823413" y="571499"/>
                  </a:lnTo>
                  <a:lnTo>
                    <a:pt x="2823413" y="584199"/>
                  </a:lnTo>
                  <a:close/>
                </a:path>
                <a:path w="13754100" h="584200">
                  <a:moveTo>
                    <a:pt x="2848813" y="584199"/>
                  </a:moveTo>
                  <a:lnTo>
                    <a:pt x="2829763" y="584199"/>
                  </a:lnTo>
                  <a:lnTo>
                    <a:pt x="2829763" y="571499"/>
                  </a:lnTo>
                  <a:lnTo>
                    <a:pt x="2848813" y="571499"/>
                  </a:lnTo>
                  <a:lnTo>
                    <a:pt x="2848813" y="584199"/>
                  </a:lnTo>
                  <a:close/>
                </a:path>
                <a:path w="13754100" h="584200">
                  <a:moveTo>
                    <a:pt x="2874213" y="584199"/>
                  </a:moveTo>
                  <a:lnTo>
                    <a:pt x="2855163" y="584199"/>
                  </a:lnTo>
                  <a:lnTo>
                    <a:pt x="2855163" y="571499"/>
                  </a:lnTo>
                  <a:lnTo>
                    <a:pt x="2874213" y="571499"/>
                  </a:lnTo>
                  <a:lnTo>
                    <a:pt x="2874213" y="584199"/>
                  </a:lnTo>
                  <a:close/>
                </a:path>
                <a:path w="13754100" h="584200">
                  <a:moveTo>
                    <a:pt x="2899600" y="584199"/>
                  </a:moveTo>
                  <a:lnTo>
                    <a:pt x="2880550" y="584199"/>
                  </a:lnTo>
                  <a:lnTo>
                    <a:pt x="2880550" y="571499"/>
                  </a:lnTo>
                  <a:lnTo>
                    <a:pt x="2899600" y="571499"/>
                  </a:lnTo>
                  <a:lnTo>
                    <a:pt x="2899600" y="584199"/>
                  </a:lnTo>
                  <a:close/>
                </a:path>
                <a:path w="13754100" h="584200">
                  <a:moveTo>
                    <a:pt x="2925000" y="584199"/>
                  </a:moveTo>
                  <a:lnTo>
                    <a:pt x="2905950" y="584199"/>
                  </a:lnTo>
                  <a:lnTo>
                    <a:pt x="2905950" y="571499"/>
                  </a:lnTo>
                  <a:lnTo>
                    <a:pt x="2925000" y="571499"/>
                  </a:lnTo>
                  <a:lnTo>
                    <a:pt x="2925000" y="584199"/>
                  </a:lnTo>
                  <a:close/>
                </a:path>
                <a:path w="13754100" h="584200">
                  <a:moveTo>
                    <a:pt x="2950387" y="584199"/>
                  </a:moveTo>
                  <a:lnTo>
                    <a:pt x="2931337" y="584199"/>
                  </a:lnTo>
                  <a:lnTo>
                    <a:pt x="2931337" y="571499"/>
                  </a:lnTo>
                  <a:lnTo>
                    <a:pt x="2950387" y="571499"/>
                  </a:lnTo>
                  <a:lnTo>
                    <a:pt x="2950387" y="584199"/>
                  </a:lnTo>
                  <a:close/>
                </a:path>
                <a:path w="13754100" h="584200">
                  <a:moveTo>
                    <a:pt x="2975787" y="584199"/>
                  </a:moveTo>
                  <a:lnTo>
                    <a:pt x="2956737" y="584199"/>
                  </a:lnTo>
                  <a:lnTo>
                    <a:pt x="2956737" y="571499"/>
                  </a:lnTo>
                  <a:lnTo>
                    <a:pt x="2975787" y="571499"/>
                  </a:lnTo>
                  <a:lnTo>
                    <a:pt x="2975787" y="584199"/>
                  </a:lnTo>
                  <a:close/>
                </a:path>
                <a:path w="13754100" h="584200">
                  <a:moveTo>
                    <a:pt x="3001175" y="584199"/>
                  </a:moveTo>
                  <a:lnTo>
                    <a:pt x="2982125" y="584199"/>
                  </a:lnTo>
                  <a:lnTo>
                    <a:pt x="2982125" y="571499"/>
                  </a:lnTo>
                  <a:lnTo>
                    <a:pt x="3001175" y="571499"/>
                  </a:lnTo>
                  <a:lnTo>
                    <a:pt x="3001175" y="584199"/>
                  </a:lnTo>
                  <a:close/>
                </a:path>
                <a:path w="13754100" h="584200">
                  <a:moveTo>
                    <a:pt x="3026575" y="584199"/>
                  </a:moveTo>
                  <a:lnTo>
                    <a:pt x="3007525" y="584199"/>
                  </a:lnTo>
                  <a:lnTo>
                    <a:pt x="3007525" y="571499"/>
                  </a:lnTo>
                  <a:lnTo>
                    <a:pt x="3026575" y="571499"/>
                  </a:lnTo>
                  <a:lnTo>
                    <a:pt x="3026575" y="584199"/>
                  </a:lnTo>
                  <a:close/>
                </a:path>
                <a:path w="13754100" h="584200">
                  <a:moveTo>
                    <a:pt x="3051962" y="584199"/>
                  </a:moveTo>
                  <a:lnTo>
                    <a:pt x="3032912" y="584199"/>
                  </a:lnTo>
                  <a:lnTo>
                    <a:pt x="3032912" y="571499"/>
                  </a:lnTo>
                  <a:lnTo>
                    <a:pt x="3051962" y="571499"/>
                  </a:lnTo>
                  <a:lnTo>
                    <a:pt x="3051962" y="584199"/>
                  </a:lnTo>
                  <a:close/>
                </a:path>
                <a:path w="13754100" h="584200">
                  <a:moveTo>
                    <a:pt x="3077362" y="584199"/>
                  </a:moveTo>
                  <a:lnTo>
                    <a:pt x="3058312" y="584199"/>
                  </a:lnTo>
                  <a:lnTo>
                    <a:pt x="3058312" y="571499"/>
                  </a:lnTo>
                  <a:lnTo>
                    <a:pt x="3077362" y="571499"/>
                  </a:lnTo>
                  <a:lnTo>
                    <a:pt x="3077362" y="584199"/>
                  </a:lnTo>
                  <a:close/>
                </a:path>
                <a:path w="13754100" h="584200">
                  <a:moveTo>
                    <a:pt x="3102749" y="584199"/>
                  </a:moveTo>
                  <a:lnTo>
                    <a:pt x="3083699" y="584199"/>
                  </a:lnTo>
                  <a:lnTo>
                    <a:pt x="3083699" y="571499"/>
                  </a:lnTo>
                  <a:lnTo>
                    <a:pt x="3102749" y="571499"/>
                  </a:lnTo>
                  <a:lnTo>
                    <a:pt x="3102749" y="584199"/>
                  </a:lnTo>
                  <a:close/>
                </a:path>
                <a:path w="13754100" h="584200">
                  <a:moveTo>
                    <a:pt x="3128149" y="584199"/>
                  </a:moveTo>
                  <a:lnTo>
                    <a:pt x="3109099" y="584199"/>
                  </a:lnTo>
                  <a:lnTo>
                    <a:pt x="3109099" y="571499"/>
                  </a:lnTo>
                  <a:lnTo>
                    <a:pt x="3128149" y="571499"/>
                  </a:lnTo>
                  <a:lnTo>
                    <a:pt x="3128149" y="584199"/>
                  </a:lnTo>
                  <a:close/>
                </a:path>
                <a:path w="13754100" h="584200">
                  <a:moveTo>
                    <a:pt x="3153537" y="584199"/>
                  </a:moveTo>
                  <a:lnTo>
                    <a:pt x="3134499" y="584199"/>
                  </a:lnTo>
                  <a:lnTo>
                    <a:pt x="3134499" y="571499"/>
                  </a:lnTo>
                  <a:lnTo>
                    <a:pt x="3153537" y="571499"/>
                  </a:lnTo>
                  <a:lnTo>
                    <a:pt x="3153537" y="584199"/>
                  </a:lnTo>
                  <a:close/>
                </a:path>
                <a:path w="13754100" h="584200">
                  <a:moveTo>
                    <a:pt x="3178937" y="584199"/>
                  </a:moveTo>
                  <a:lnTo>
                    <a:pt x="3159887" y="584199"/>
                  </a:lnTo>
                  <a:lnTo>
                    <a:pt x="3159887" y="571499"/>
                  </a:lnTo>
                  <a:lnTo>
                    <a:pt x="3178937" y="571499"/>
                  </a:lnTo>
                  <a:lnTo>
                    <a:pt x="3178937" y="584199"/>
                  </a:lnTo>
                  <a:close/>
                </a:path>
                <a:path w="13754100" h="584200">
                  <a:moveTo>
                    <a:pt x="3204324" y="584199"/>
                  </a:moveTo>
                  <a:lnTo>
                    <a:pt x="3185287" y="584199"/>
                  </a:lnTo>
                  <a:lnTo>
                    <a:pt x="3185287" y="571499"/>
                  </a:lnTo>
                  <a:lnTo>
                    <a:pt x="3204324" y="571499"/>
                  </a:lnTo>
                  <a:lnTo>
                    <a:pt x="3204324" y="584199"/>
                  </a:lnTo>
                  <a:close/>
                </a:path>
                <a:path w="13754100" h="584200">
                  <a:moveTo>
                    <a:pt x="3229724" y="584199"/>
                  </a:moveTo>
                  <a:lnTo>
                    <a:pt x="3210674" y="584199"/>
                  </a:lnTo>
                  <a:lnTo>
                    <a:pt x="3210674" y="571499"/>
                  </a:lnTo>
                  <a:lnTo>
                    <a:pt x="3229724" y="571499"/>
                  </a:lnTo>
                  <a:lnTo>
                    <a:pt x="3229724" y="584199"/>
                  </a:lnTo>
                  <a:close/>
                </a:path>
                <a:path w="13754100" h="584200">
                  <a:moveTo>
                    <a:pt x="3255111" y="584199"/>
                  </a:moveTo>
                  <a:lnTo>
                    <a:pt x="3236074" y="584199"/>
                  </a:lnTo>
                  <a:lnTo>
                    <a:pt x="3236074" y="571499"/>
                  </a:lnTo>
                  <a:lnTo>
                    <a:pt x="3255111" y="571499"/>
                  </a:lnTo>
                  <a:lnTo>
                    <a:pt x="3255111" y="584199"/>
                  </a:lnTo>
                  <a:close/>
                </a:path>
                <a:path w="13754100" h="584200">
                  <a:moveTo>
                    <a:pt x="3280511" y="584199"/>
                  </a:moveTo>
                  <a:lnTo>
                    <a:pt x="3261461" y="584199"/>
                  </a:lnTo>
                  <a:lnTo>
                    <a:pt x="3261461" y="571499"/>
                  </a:lnTo>
                  <a:lnTo>
                    <a:pt x="3280511" y="571499"/>
                  </a:lnTo>
                  <a:lnTo>
                    <a:pt x="3280511" y="584199"/>
                  </a:lnTo>
                  <a:close/>
                </a:path>
                <a:path w="13754100" h="584200">
                  <a:moveTo>
                    <a:pt x="3305898" y="584199"/>
                  </a:moveTo>
                  <a:lnTo>
                    <a:pt x="3286861" y="584199"/>
                  </a:lnTo>
                  <a:lnTo>
                    <a:pt x="3286861" y="571499"/>
                  </a:lnTo>
                  <a:lnTo>
                    <a:pt x="3305898" y="571499"/>
                  </a:lnTo>
                  <a:lnTo>
                    <a:pt x="3305898" y="584199"/>
                  </a:lnTo>
                  <a:close/>
                </a:path>
                <a:path w="13754100" h="584200">
                  <a:moveTo>
                    <a:pt x="3331298" y="584199"/>
                  </a:moveTo>
                  <a:lnTo>
                    <a:pt x="3312248" y="584199"/>
                  </a:lnTo>
                  <a:lnTo>
                    <a:pt x="3312248" y="571499"/>
                  </a:lnTo>
                  <a:lnTo>
                    <a:pt x="3331298" y="571499"/>
                  </a:lnTo>
                  <a:lnTo>
                    <a:pt x="3331298" y="584199"/>
                  </a:lnTo>
                  <a:close/>
                </a:path>
                <a:path w="13754100" h="584200">
                  <a:moveTo>
                    <a:pt x="3356686" y="584199"/>
                  </a:moveTo>
                  <a:lnTo>
                    <a:pt x="3337648" y="584199"/>
                  </a:lnTo>
                  <a:lnTo>
                    <a:pt x="3337648" y="571499"/>
                  </a:lnTo>
                  <a:lnTo>
                    <a:pt x="3356686" y="571499"/>
                  </a:lnTo>
                  <a:lnTo>
                    <a:pt x="3356686" y="584199"/>
                  </a:lnTo>
                  <a:close/>
                </a:path>
                <a:path w="13754100" h="584200">
                  <a:moveTo>
                    <a:pt x="3382086" y="584199"/>
                  </a:moveTo>
                  <a:lnTo>
                    <a:pt x="3363036" y="584199"/>
                  </a:lnTo>
                  <a:lnTo>
                    <a:pt x="3363036" y="571499"/>
                  </a:lnTo>
                  <a:lnTo>
                    <a:pt x="3382086" y="571499"/>
                  </a:lnTo>
                  <a:lnTo>
                    <a:pt x="3382086" y="584199"/>
                  </a:lnTo>
                  <a:close/>
                </a:path>
                <a:path w="13754100" h="584200">
                  <a:moveTo>
                    <a:pt x="3407473" y="584199"/>
                  </a:moveTo>
                  <a:lnTo>
                    <a:pt x="3388436" y="584199"/>
                  </a:lnTo>
                  <a:lnTo>
                    <a:pt x="3388436" y="571499"/>
                  </a:lnTo>
                  <a:lnTo>
                    <a:pt x="3407473" y="571499"/>
                  </a:lnTo>
                  <a:lnTo>
                    <a:pt x="3407473" y="584199"/>
                  </a:lnTo>
                  <a:close/>
                </a:path>
                <a:path w="13754100" h="584200">
                  <a:moveTo>
                    <a:pt x="3432873" y="584199"/>
                  </a:moveTo>
                  <a:lnTo>
                    <a:pt x="3413823" y="584199"/>
                  </a:lnTo>
                  <a:lnTo>
                    <a:pt x="3413823" y="571499"/>
                  </a:lnTo>
                  <a:lnTo>
                    <a:pt x="3432873" y="571499"/>
                  </a:lnTo>
                  <a:lnTo>
                    <a:pt x="3432873" y="584199"/>
                  </a:lnTo>
                  <a:close/>
                </a:path>
                <a:path w="13754100" h="584200">
                  <a:moveTo>
                    <a:pt x="3458260" y="584199"/>
                  </a:moveTo>
                  <a:lnTo>
                    <a:pt x="3439223" y="584199"/>
                  </a:lnTo>
                  <a:lnTo>
                    <a:pt x="3439223" y="571499"/>
                  </a:lnTo>
                  <a:lnTo>
                    <a:pt x="3458260" y="571499"/>
                  </a:lnTo>
                  <a:lnTo>
                    <a:pt x="3458260" y="584199"/>
                  </a:lnTo>
                  <a:close/>
                </a:path>
                <a:path w="13754100" h="584200">
                  <a:moveTo>
                    <a:pt x="3483660" y="584199"/>
                  </a:moveTo>
                  <a:lnTo>
                    <a:pt x="3464610" y="584199"/>
                  </a:lnTo>
                  <a:lnTo>
                    <a:pt x="3464610" y="571499"/>
                  </a:lnTo>
                  <a:lnTo>
                    <a:pt x="3483660" y="571499"/>
                  </a:lnTo>
                  <a:lnTo>
                    <a:pt x="3483660" y="584199"/>
                  </a:lnTo>
                  <a:close/>
                </a:path>
                <a:path w="13754100" h="584200">
                  <a:moveTo>
                    <a:pt x="3509048" y="584199"/>
                  </a:moveTo>
                  <a:lnTo>
                    <a:pt x="3490010" y="584199"/>
                  </a:lnTo>
                  <a:lnTo>
                    <a:pt x="3490010" y="571499"/>
                  </a:lnTo>
                  <a:lnTo>
                    <a:pt x="3509048" y="571499"/>
                  </a:lnTo>
                  <a:lnTo>
                    <a:pt x="3509048" y="584199"/>
                  </a:lnTo>
                  <a:close/>
                </a:path>
                <a:path w="13754100" h="584200">
                  <a:moveTo>
                    <a:pt x="3534448" y="584199"/>
                  </a:moveTo>
                  <a:lnTo>
                    <a:pt x="3515398" y="584199"/>
                  </a:lnTo>
                  <a:lnTo>
                    <a:pt x="3515398" y="571499"/>
                  </a:lnTo>
                  <a:lnTo>
                    <a:pt x="3534448" y="571499"/>
                  </a:lnTo>
                  <a:lnTo>
                    <a:pt x="3534448" y="584199"/>
                  </a:lnTo>
                  <a:close/>
                </a:path>
                <a:path w="13754100" h="584200">
                  <a:moveTo>
                    <a:pt x="3559835" y="584199"/>
                  </a:moveTo>
                  <a:lnTo>
                    <a:pt x="3540798" y="584199"/>
                  </a:lnTo>
                  <a:lnTo>
                    <a:pt x="3540798" y="571499"/>
                  </a:lnTo>
                  <a:lnTo>
                    <a:pt x="3559835" y="571499"/>
                  </a:lnTo>
                  <a:lnTo>
                    <a:pt x="3559835" y="584199"/>
                  </a:lnTo>
                  <a:close/>
                </a:path>
                <a:path w="13754100" h="584200">
                  <a:moveTo>
                    <a:pt x="3585235" y="584199"/>
                  </a:moveTo>
                  <a:lnTo>
                    <a:pt x="3566185" y="584199"/>
                  </a:lnTo>
                  <a:lnTo>
                    <a:pt x="3566185" y="571499"/>
                  </a:lnTo>
                  <a:lnTo>
                    <a:pt x="3585235" y="571499"/>
                  </a:lnTo>
                  <a:lnTo>
                    <a:pt x="3585235" y="584199"/>
                  </a:lnTo>
                  <a:close/>
                </a:path>
                <a:path w="13754100" h="584200">
                  <a:moveTo>
                    <a:pt x="3610622" y="584199"/>
                  </a:moveTo>
                  <a:lnTo>
                    <a:pt x="3591585" y="584199"/>
                  </a:lnTo>
                  <a:lnTo>
                    <a:pt x="3591585" y="571499"/>
                  </a:lnTo>
                  <a:lnTo>
                    <a:pt x="3610622" y="571499"/>
                  </a:lnTo>
                  <a:lnTo>
                    <a:pt x="3610622" y="584199"/>
                  </a:lnTo>
                  <a:close/>
                </a:path>
                <a:path w="13754100" h="584200">
                  <a:moveTo>
                    <a:pt x="3636022" y="584199"/>
                  </a:moveTo>
                  <a:lnTo>
                    <a:pt x="3616972" y="584199"/>
                  </a:lnTo>
                  <a:lnTo>
                    <a:pt x="3616972" y="571499"/>
                  </a:lnTo>
                  <a:lnTo>
                    <a:pt x="3636022" y="571499"/>
                  </a:lnTo>
                  <a:lnTo>
                    <a:pt x="3636022" y="584199"/>
                  </a:lnTo>
                  <a:close/>
                </a:path>
                <a:path w="13754100" h="584200">
                  <a:moveTo>
                    <a:pt x="3661410" y="584199"/>
                  </a:moveTo>
                  <a:lnTo>
                    <a:pt x="3642372" y="584199"/>
                  </a:lnTo>
                  <a:lnTo>
                    <a:pt x="3642372" y="571499"/>
                  </a:lnTo>
                  <a:lnTo>
                    <a:pt x="3661410" y="571499"/>
                  </a:lnTo>
                  <a:lnTo>
                    <a:pt x="3661410" y="584199"/>
                  </a:lnTo>
                  <a:close/>
                </a:path>
                <a:path w="13754100" h="584200">
                  <a:moveTo>
                    <a:pt x="3686810" y="584199"/>
                  </a:moveTo>
                  <a:lnTo>
                    <a:pt x="3667760" y="584199"/>
                  </a:lnTo>
                  <a:lnTo>
                    <a:pt x="3667760" y="571499"/>
                  </a:lnTo>
                  <a:lnTo>
                    <a:pt x="3686810" y="571499"/>
                  </a:lnTo>
                  <a:lnTo>
                    <a:pt x="3686810" y="584199"/>
                  </a:lnTo>
                  <a:close/>
                </a:path>
                <a:path w="13754100" h="584200">
                  <a:moveTo>
                    <a:pt x="3712197" y="584199"/>
                  </a:moveTo>
                  <a:lnTo>
                    <a:pt x="3693160" y="584199"/>
                  </a:lnTo>
                  <a:lnTo>
                    <a:pt x="3693160" y="571499"/>
                  </a:lnTo>
                  <a:lnTo>
                    <a:pt x="3712197" y="571499"/>
                  </a:lnTo>
                  <a:lnTo>
                    <a:pt x="3712197" y="584199"/>
                  </a:lnTo>
                  <a:close/>
                </a:path>
                <a:path w="13754100" h="584200">
                  <a:moveTo>
                    <a:pt x="3737597" y="584199"/>
                  </a:moveTo>
                  <a:lnTo>
                    <a:pt x="3718547" y="584199"/>
                  </a:lnTo>
                  <a:lnTo>
                    <a:pt x="3718547" y="571499"/>
                  </a:lnTo>
                  <a:lnTo>
                    <a:pt x="3737597" y="571499"/>
                  </a:lnTo>
                  <a:lnTo>
                    <a:pt x="3737597" y="584199"/>
                  </a:lnTo>
                  <a:close/>
                </a:path>
                <a:path w="13754100" h="584200">
                  <a:moveTo>
                    <a:pt x="3762984" y="584199"/>
                  </a:moveTo>
                  <a:lnTo>
                    <a:pt x="3743947" y="584199"/>
                  </a:lnTo>
                  <a:lnTo>
                    <a:pt x="3743947" y="571499"/>
                  </a:lnTo>
                  <a:lnTo>
                    <a:pt x="3762984" y="571499"/>
                  </a:lnTo>
                  <a:lnTo>
                    <a:pt x="3762984" y="584199"/>
                  </a:lnTo>
                  <a:close/>
                </a:path>
                <a:path w="13754100" h="584200">
                  <a:moveTo>
                    <a:pt x="3788384" y="584199"/>
                  </a:moveTo>
                  <a:lnTo>
                    <a:pt x="3769334" y="584199"/>
                  </a:lnTo>
                  <a:lnTo>
                    <a:pt x="3769334" y="571499"/>
                  </a:lnTo>
                  <a:lnTo>
                    <a:pt x="3788384" y="571499"/>
                  </a:lnTo>
                  <a:lnTo>
                    <a:pt x="3788384" y="584199"/>
                  </a:lnTo>
                  <a:close/>
                </a:path>
                <a:path w="13754100" h="584200">
                  <a:moveTo>
                    <a:pt x="3813771" y="584199"/>
                  </a:moveTo>
                  <a:lnTo>
                    <a:pt x="3794734" y="584199"/>
                  </a:lnTo>
                  <a:lnTo>
                    <a:pt x="3794734" y="571499"/>
                  </a:lnTo>
                  <a:lnTo>
                    <a:pt x="3813771" y="571499"/>
                  </a:lnTo>
                  <a:lnTo>
                    <a:pt x="3813771" y="584199"/>
                  </a:lnTo>
                  <a:close/>
                </a:path>
                <a:path w="13754100" h="584200">
                  <a:moveTo>
                    <a:pt x="3839171" y="584199"/>
                  </a:moveTo>
                  <a:lnTo>
                    <a:pt x="3820121" y="584199"/>
                  </a:lnTo>
                  <a:lnTo>
                    <a:pt x="3820121" y="571499"/>
                  </a:lnTo>
                  <a:lnTo>
                    <a:pt x="3839171" y="571499"/>
                  </a:lnTo>
                  <a:lnTo>
                    <a:pt x="3839171" y="584199"/>
                  </a:lnTo>
                  <a:close/>
                </a:path>
                <a:path w="13754100" h="584200">
                  <a:moveTo>
                    <a:pt x="3864559" y="584199"/>
                  </a:moveTo>
                  <a:lnTo>
                    <a:pt x="3845521" y="584199"/>
                  </a:lnTo>
                  <a:lnTo>
                    <a:pt x="3845521" y="571499"/>
                  </a:lnTo>
                  <a:lnTo>
                    <a:pt x="3864559" y="571499"/>
                  </a:lnTo>
                  <a:lnTo>
                    <a:pt x="3864559" y="584199"/>
                  </a:lnTo>
                  <a:close/>
                </a:path>
                <a:path w="13754100" h="584200">
                  <a:moveTo>
                    <a:pt x="3889959" y="584199"/>
                  </a:moveTo>
                  <a:lnTo>
                    <a:pt x="3870909" y="584199"/>
                  </a:lnTo>
                  <a:lnTo>
                    <a:pt x="3870909" y="571499"/>
                  </a:lnTo>
                  <a:lnTo>
                    <a:pt x="3889959" y="571499"/>
                  </a:lnTo>
                  <a:lnTo>
                    <a:pt x="3889959" y="584199"/>
                  </a:lnTo>
                  <a:close/>
                </a:path>
                <a:path w="13754100" h="584200">
                  <a:moveTo>
                    <a:pt x="3915346" y="584199"/>
                  </a:moveTo>
                  <a:lnTo>
                    <a:pt x="3896309" y="584199"/>
                  </a:lnTo>
                  <a:lnTo>
                    <a:pt x="3896309" y="571499"/>
                  </a:lnTo>
                  <a:lnTo>
                    <a:pt x="3915346" y="571499"/>
                  </a:lnTo>
                  <a:lnTo>
                    <a:pt x="3915346" y="584199"/>
                  </a:lnTo>
                  <a:close/>
                </a:path>
                <a:path w="13754100" h="584200">
                  <a:moveTo>
                    <a:pt x="3940746" y="584199"/>
                  </a:moveTo>
                  <a:lnTo>
                    <a:pt x="3921696" y="584199"/>
                  </a:lnTo>
                  <a:lnTo>
                    <a:pt x="3921696" y="571499"/>
                  </a:lnTo>
                  <a:lnTo>
                    <a:pt x="3940746" y="571499"/>
                  </a:lnTo>
                  <a:lnTo>
                    <a:pt x="3940746" y="584199"/>
                  </a:lnTo>
                  <a:close/>
                </a:path>
                <a:path w="13754100" h="584200">
                  <a:moveTo>
                    <a:pt x="3966133" y="584199"/>
                  </a:moveTo>
                  <a:lnTo>
                    <a:pt x="3947096" y="584199"/>
                  </a:lnTo>
                  <a:lnTo>
                    <a:pt x="3947096" y="571499"/>
                  </a:lnTo>
                  <a:lnTo>
                    <a:pt x="3966133" y="571499"/>
                  </a:lnTo>
                  <a:lnTo>
                    <a:pt x="3966133" y="584199"/>
                  </a:lnTo>
                  <a:close/>
                </a:path>
                <a:path w="13754100" h="584200">
                  <a:moveTo>
                    <a:pt x="3991533" y="584199"/>
                  </a:moveTo>
                  <a:lnTo>
                    <a:pt x="3972483" y="584199"/>
                  </a:lnTo>
                  <a:lnTo>
                    <a:pt x="3972483" y="571499"/>
                  </a:lnTo>
                  <a:lnTo>
                    <a:pt x="3991533" y="571499"/>
                  </a:lnTo>
                  <a:lnTo>
                    <a:pt x="3991533" y="584199"/>
                  </a:lnTo>
                  <a:close/>
                </a:path>
                <a:path w="13754100" h="584200">
                  <a:moveTo>
                    <a:pt x="4016933" y="584199"/>
                  </a:moveTo>
                  <a:lnTo>
                    <a:pt x="3997883" y="584199"/>
                  </a:lnTo>
                  <a:lnTo>
                    <a:pt x="3997883" y="571499"/>
                  </a:lnTo>
                  <a:lnTo>
                    <a:pt x="4016933" y="571499"/>
                  </a:lnTo>
                  <a:lnTo>
                    <a:pt x="4016933" y="584199"/>
                  </a:lnTo>
                  <a:close/>
                </a:path>
                <a:path w="13754100" h="584200">
                  <a:moveTo>
                    <a:pt x="4042321" y="584199"/>
                  </a:moveTo>
                  <a:lnTo>
                    <a:pt x="4023271" y="584199"/>
                  </a:lnTo>
                  <a:lnTo>
                    <a:pt x="4023271" y="571499"/>
                  </a:lnTo>
                  <a:lnTo>
                    <a:pt x="4042321" y="571499"/>
                  </a:lnTo>
                  <a:lnTo>
                    <a:pt x="4042321" y="584199"/>
                  </a:lnTo>
                  <a:close/>
                </a:path>
                <a:path w="13754100" h="584200">
                  <a:moveTo>
                    <a:pt x="4067721" y="584199"/>
                  </a:moveTo>
                  <a:lnTo>
                    <a:pt x="4048671" y="584199"/>
                  </a:lnTo>
                  <a:lnTo>
                    <a:pt x="4048671" y="571499"/>
                  </a:lnTo>
                  <a:lnTo>
                    <a:pt x="4067721" y="571499"/>
                  </a:lnTo>
                  <a:lnTo>
                    <a:pt x="4067721" y="584199"/>
                  </a:lnTo>
                  <a:close/>
                </a:path>
                <a:path w="13754100" h="584200">
                  <a:moveTo>
                    <a:pt x="4093108" y="584199"/>
                  </a:moveTo>
                  <a:lnTo>
                    <a:pt x="4074058" y="584199"/>
                  </a:lnTo>
                  <a:lnTo>
                    <a:pt x="4074058" y="571499"/>
                  </a:lnTo>
                  <a:lnTo>
                    <a:pt x="4093108" y="571499"/>
                  </a:lnTo>
                  <a:lnTo>
                    <a:pt x="4093108" y="584199"/>
                  </a:lnTo>
                  <a:close/>
                </a:path>
                <a:path w="13754100" h="584200">
                  <a:moveTo>
                    <a:pt x="4118508" y="584199"/>
                  </a:moveTo>
                  <a:lnTo>
                    <a:pt x="4099458" y="584199"/>
                  </a:lnTo>
                  <a:lnTo>
                    <a:pt x="4099458" y="571499"/>
                  </a:lnTo>
                  <a:lnTo>
                    <a:pt x="4118508" y="571499"/>
                  </a:lnTo>
                  <a:lnTo>
                    <a:pt x="4118508" y="584199"/>
                  </a:lnTo>
                  <a:close/>
                </a:path>
                <a:path w="13754100" h="584200">
                  <a:moveTo>
                    <a:pt x="4143895" y="584199"/>
                  </a:moveTo>
                  <a:lnTo>
                    <a:pt x="4124845" y="584199"/>
                  </a:lnTo>
                  <a:lnTo>
                    <a:pt x="4124845" y="571499"/>
                  </a:lnTo>
                  <a:lnTo>
                    <a:pt x="4143895" y="571499"/>
                  </a:lnTo>
                  <a:lnTo>
                    <a:pt x="4143895" y="584199"/>
                  </a:lnTo>
                  <a:close/>
                </a:path>
                <a:path w="13754100" h="584200">
                  <a:moveTo>
                    <a:pt x="4169295" y="584199"/>
                  </a:moveTo>
                  <a:lnTo>
                    <a:pt x="4150245" y="584199"/>
                  </a:lnTo>
                  <a:lnTo>
                    <a:pt x="4150245" y="571499"/>
                  </a:lnTo>
                  <a:lnTo>
                    <a:pt x="4169295" y="571499"/>
                  </a:lnTo>
                  <a:lnTo>
                    <a:pt x="4169295" y="584199"/>
                  </a:lnTo>
                  <a:close/>
                </a:path>
                <a:path w="13754100" h="584200">
                  <a:moveTo>
                    <a:pt x="4194683" y="584199"/>
                  </a:moveTo>
                  <a:lnTo>
                    <a:pt x="4175633" y="584199"/>
                  </a:lnTo>
                  <a:lnTo>
                    <a:pt x="4175633" y="571499"/>
                  </a:lnTo>
                  <a:lnTo>
                    <a:pt x="4194683" y="571499"/>
                  </a:lnTo>
                  <a:lnTo>
                    <a:pt x="4194683" y="584199"/>
                  </a:lnTo>
                  <a:close/>
                </a:path>
                <a:path w="13754100" h="584200">
                  <a:moveTo>
                    <a:pt x="4220083" y="584199"/>
                  </a:moveTo>
                  <a:lnTo>
                    <a:pt x="4201033" y="584199"/>
                  </a:lnTo>
                  <a:lnTo>
                    <a:pt x="4201033" y="571499"/>
                  </a:lnTo>
                  <a:lnTo>
                    <a:pt x="4220083" y="571499"/>
                  </a:lnTo>
                  <a:lnTo>
                    <a:pt x="4220083" y="584199"/>
                  </a:lnTo>
                  <a:close/>
                </a:path>
                <a:path w="13754100" h="584200">
                  <a:moveTo>
                    <a:pt x="4245470" y="584199"/>
                  </a:moveTo>
                  <a:lnTo>
                    <a:pt x="4226420" y="584199"/>
                  </a:lnTo>
                  <a:lnTo>
                    <a:pt x="4226420" y="571499"/>
                  </a:lnTo>
                  <a:lnTo>
                    <a:pt x="4245470" y="571499"/>
                  </a:lnTo>
                  <a:lnTo>
                    <a:pt x="4245470" y="584199"/>
                  </a:lnTo>
                  <a:close/>
                </a:path>
                <a:path w="13754100" h="584200">
                  <a:moveTo>
                    <a:pt x="4270870" y="584199"/>
                  </a:moveTo>
                  <a:lnTo>
                    <a:pt x="4251820" y="584199"/>
                  </a:lnTo>
                  <a:lnTo>
                    <a:pt x="4251820" y="571499"/>
                  </a:lnTo>
                  <a:lnTo>
                    <a:pt x="4270870" y="571499"/>
                  </a:lnTo>
                  <a:lnTo>
                    <a:pt x="4270870" y="584199"/>
                  </a:lnTo>
                  <a:close/>
                </a:path>
                <a:path w="13754100" h="584200">
                  <a:moveTo>
                    <a:pt x="4296257" y="584199"/>
                  </a:moveTo>
                  <a:lnTo>
                    <a:pt x="4277220" y="584199"/>
                  </a:lnTo>
                  <a:lnTo>
                    <a:pt x="4277220" y="571499"/>
                  </a:lnTo>
                  <a:lnTo>
                    <a:pt x="4296257" y="571499"/>
                  </a:lnTo>
                  <a:lnTo>
                    <a:pt x="4296257" y="584199"/>
                  </a:lnTo>
                  <a:close/>
                </a:path>
                <a:path w="13754100" h="584200">
                  <a:moveTo>
                    <a:pt x="4321657" y="584199"/>
                  </a:moveTo>
                  <a:lnTo>
                    <a:pt x="4302607" y="584199"/>
                  </a:lnTo>
                  <a:lnTo>
                    <a:pt x="4302607" y="571499"/>
                  </a:lnTo>
                  <a:lnTo>
                    <a:pt x="4321657" y="571499"/>
                  </a:lnTo>
                  <a:lnTo>
                    <a:pt x="4321657" y="584199"/>
                  </a:lnTo>
                  <a:close/>
                </a:path>
                <a:path w="13754100" h="584200">
                  <a:moveTo>
                    <a:pt x="4347044" y="584199"/>
                  </a:moveTo>
                  <a:lnTo>
                    <a:pt x="4328007" y="584199"/>
                  </a:lnTo>
                  <a:lnTo>
                    <a:pt x="4328007" y="571499"/>
                  </a:lnTo>
                  <a:lnTo>
                    <a:pt x="4347044" y="571499"/>
                  </a:lnTo>
                  <a:lnTo>
                    <a:pt x="4347044" y="584199"/>
                  </a:lnTo>
                  <a:close/>
                </a:path>
                <a:path w="13754100" h="584200">
                  <a:moveTo>
                    <a:pt x="4372444" y="584199"/>
                  </a:moveTo>
                  <a:lnTo>
                    <a:pt x="4353394" y="584199"/>
                  </a:lnTo>
                  <a:lnTo>
                    <a:pt x="4353394" y="571499"/>
                  </a:lnTo>
                  <a:lnTo>
                    <a:pt x="4372444" y="571499"/>
                  </a:lnTo>
                  <a:lnTo>
                    <a:pt x="4372444" y="584199"/>
                  </a:lnTo>
                  <a:close/>
                </a:path>
                <a:path w="13754100" h="584200">
                  <a:moveTo>
                    <a:pt x="4397832" y="584199"/>
                  </a:moveTo>
                  <a:lnTo>
                    <a:pt x="4378794" y="584199"/>
                  </a:lnTo>
                  <a:lnTo>
                    <a:pt x="4378794" y="571499"/>
                  </a:lnTo>
                  <a:lnTo>
                    <a:pt x="4397832" y="571499"/>
                  </a:lnTo>
                  <a:lnTo>
                    <a:pt x="4397832" y="584199"/>
                  </a:lnTo>
                  <a:close/>
                </a:path>
                <a:path w="13754100" h="584200">
                  <a:moveTo>
                    <a:pt x="4423232" y="584199"/>
                  </a:moveTo>
                  <a:lnTo>
                    <a:pt x="4404182" y="584199"/>
                  </a:lnTo>
                  <a:lnTo>
                    <a:pt x="4404182" y="571499"/>
                  </a:lnTo>
                  <a:lnTo>
                    <a:pt x="4423232" y="571499"/>
                  </a:lnTo>
                  <a:lnTo>
                    <a:pt x="4423232" y="584199"/>
                  </a:lnTo>
                  <a:close/>
                </a:path>
                <a:path w="13754100" h="584200">
                  <a:moveTo>
                    <a:pt x="4448619" y="584199"/>
                  </a:moveTo>
                  <a:lnTo>
                    <a:pt x="4429582" y="584199"/>
                  </a:lnTo>
                  <a:lnTo>
                    <a:pt x="4429582" y="571499"/>
                  </a:lnTo>
                  <a:lnTo>
                    <a:pt x="4448619" y="571499"/>
                  </a:lnTo>
                  <a:lnTo>
                    <a:pt x="4448619" y="584199"/>
                  </a:lnTo>
                  <a:close/>
                </a:path>
                <a:path w="13754100" h="584200">
                  <a:moveTo>
                    <a:pt x="4474019" y="584199"/>
                  </a:moveTo>
                  <a:lnTo>
                    <a:pt x="4454969" y="584199"/>
                  </a:lnTo>
                  <a:lnTo>
                    <a:pt x="4454969" y="571499"/>
                  </a:lnTo>
                  <a:lnTo>
                    <a:pt x="4474019" y="571499"/>
                  </a:lnTo>
                  <a:lnTo>
                    <a:pt x="4474019" y="584199"/>
                  </a:lnTo>
                  <a:close/>
                </a:path>
                <a:path w="13754100" h="584200">
                  <a:moveTo>
                    <a:pt x="4499406" y="584199"/>
                  </a:moveTo>
                  <a:lnTo>
                    <a:pt x="4480369" y="584199"/>
                  </a:lnTo>
                  <a:lnTo>
                    <a:pt x="4480369" y="571499"/>
                  </a:lnTo>
                  <a:lnTo>
                    <a:pt x="4499406" y="571499"/>
                  </a:lnTo>
                  <a:lnTo>
                    <a:pt x="4499406" y="584199"/>
                  </a:lnTo>
                  <a:close/>
                </a:path>
                <a:path w="13754100" h="584200">
                  <a:moveTo>
                    <a:pt x="4524806" y="584199"/>
                  </a:moveTo>
                  <a:lnTo>
                    <a:pt x="4505756" y="584199"/>
                  </a:lnTo>
                  <a:lnTo>
                    <a:pt x="4505756" y="571499"/>
                  </a:lnTo>
                  <a:lnTo>
                    <a:pt x="4524806" y="571499"/>
                  </a:lnTo>
                  <a:lnTo>
                    <a:pt x="4524806" y="584199"/>
                  </a:lnTo>
                  <a:close/>
                </a:path>
                <a:path w="13754100" h="584200">
                  <a:moveTo>
                    <a:pt x="4550194" y="584199"/>
                  </a:moveTo>
                  <a:lnTo>
                    <a:pt x="4531156" y="584199"/>
                  </a:lnTo>
                  <a:lnTo>
                    <a:pt x="4531156" y="571499"/>
                  </a:lnTo>
                  <a:lnTo>
                    <a:pt x="4550194" y="571499"/>
                  </a:lnTo>
                  <a:lnTo>
                    <a:pt x="4550194" y="584199"/>
                  </a:lnTo>
                  <a:close/>
                </a:path>
                <a:path w="13754100" h="584200">
                  <a:moveTo>
                    <a:pt x="4575594" y="584199"/>
                  </a:moveTo>
                  <a:lnTo>
                    <a:pt x="4556544" y="584199"/>
                  </a:lnTo>
                  <a:lnTo>
                    <a:pt x="4556544" y="571499"/>
                  </a:lnTo>
                  <a:lnTo>
                    <a:pt x="4575594" y="571499"/>
                  </a:lnTo>
                  <a:lnTo>
                    <a:pt x="4575594" y="584199"/>
                  </a:lnTo>
                  <a:close/>
                </a:path>
                <a:path w="13754100" h="584200">
                  <a:moveTo>
                    <a:pt x="4600981" y="584199"/>
                  </a:moveTo>
                  <a:lnTo>
                    <a:pt x="4581944" y="584199"/>
                  </a:lnTo>
                  <a:lnTo>
                    <a:pt x="4581944" y="571499"/>
                  </a:lnTo>
                  <a:lnTo>
                    <a:pt x="4600981" y="571499"/>
                  </a:lnTo>
                  <a:lnTo>
                    <a:pt x="4600981" y="584199"/>
                  </a:lnTo>
                  <a:close/>
                </a:path>
                <a:path w="13754100" h="584200">
                  <a:moveTo>
                    <a:pt x="4626381" y="584199"/>
                  </a:moveTo>
                  <a:lnTo>
                    <a:pt x="4607331" y="584199"/>
                  </a:lnTo>
                  <a:lnTo>
                    <a:pt x="4607331" y="571499"/>
                  </a:lnTo>
                  <a:lnTo>
                    <a:pt x="4626381" y="571499"/>
                  </a:lnTo>
                  <a:lnTo>
                    <a:pt x="4626381" y="584199"/>
                  </a:lnTo>
                  <a:close/>
                </a:path>
                <a:path w="13754100" h="584200">
                  <a:moveTo>
                    <a:pt x="4651768" y="584199"/>
                  </a:moveTo>
                  <a:lnTo>
                    <a:pt x="4632731" y="584199"/>
                  </a:lnTo>
                  <a:lnTo>
                    <a:pt x="4632731" y="571499"/>
                  </a:lnTo>
                  <a:lnTo>
                    <a:pt x="4651768" y="571499"/>
                  </a:lnTo>
                  <a:lnTo>
                    <a:pt x="4651768" y="584199"/>
                  </a:lnTo>
                  <a:close/>
                </a:path>
                <a:path w="13754100" h="584200">
                  <a:moveTo>
                    <a:pt x="4677168" y="584199"/>
                  </a:moveTo>
                  <a:lnTo>
                    <a:pt x="4658118" y="584199"/>
                  </a:lnTo>
                  <a:lnTo>
                    <a:pt x="4658118" y="571499"/>
                  </a:lnTo>
                  <a:lnTo>
                    <a:pt x="4677168" y="571499"/>
                  </a:lnTo>
                  <a:lnTo>
                    <a:pt x="4677168" y="584199"/>
                  </a:lnTo>
                  <a:close/>
                </a:path>
                <a:path w="13754100" h="584200">
                  <a:moveTo>
                    <a:pt x="4702556" y="584199"/>
                  </a:moveTo>
                  <a:lnTo>
                    <a:pt x="4683518" y="584199"/>
                  </a:lnTo>
                  <a:lnTo>
                    <a:pt x="4683518" y="571499"/>
                  </a:lnTo>
                  <a:lnTo>
                    <a:pt x="4702556" y="571499"/>
                  </a:lnTo>
                  <a:lnTo>
                    <a:pt x="4702556" y="584199"/>
                  </a:lnTo>
                  <a:close/>
                </a:path>
                <a:path w="13754100" h="584200">
                  <a:moveTo>
                    <a:pt x="4727956" y="584199"/>
                  </a:moveTo>
                  <a:lnTo>
                    <a:pt x="4708906" y="584199"/>
                  </a:lnTo>
                  <a:lnTo>
                    <a:pt x="4708906" y="571499"/>
                  </a:lnTo>
                  <a:lnTo>
                    <a:pt x="4727956" y="571499"/>
                  </a:lnTo>
                  <a:lnTo>
                    <a:pt x="4727956" y="584199"/>
                  </a:lnTo>
                  <a:close/>
                </a:path>
                <a:path w="13754100" h="584200">
                  <a:moveTo>
                    <a:pt x="4753343" y="584199"/>
                  </a:moveTo>
                  <a:lnTo>
                    <a:pt x="4734306" y="584199"/>
                  </a:lnTo>
                  <a:lnTo>
                    <a:pt x="4734306" y="571499"/>
                  </a:lnTo>
                  <a:lnTo>
                    <a:pt x="4753343" y="571499"/>
                  </a:lnTo>
                  <a:lnTo>
                    <a:pt x="4753343" y="584199"/>
                  </a:lnTo>
                  <a:close/>
                </a:path>
                <a:path w="13754100" h="584200">
                  <a:moveTo>
                    <a:pt x="4778743" y="584199"/>
                  </a:moveTo>
                  <a:lnTo>
                    <a:pt x="4759693" y="584199"/>
                  </a:lnTo>
                  <a:lnTo>
                    <a:pt x="4759693" y="571499"/>
                  </a:lnTo>
                  <a:lnTo>
                    <a:pt x="4778743" y="571499"/>
                  </a:lnTo>
                  <a:lnTo>
                    <a:pt x="4778743" y="584199"/>
                  </a:lnTo>
                  <a:close/>
                </a:path>
                <a:path w="13754100" h="584200">
                  <a:moveTo>
                    <a:pt x="4804130" y="584199"/>
                  </a:moveTo>
                  <a:lnTo>
                    <a:pt x="4785093" y="584199"/>
                  </a:lnTo>
                  <a:lnTo>
                    <a:pt x="4785093" y="571499"/>
                  </a:lnTo>
                  <a:lnTo>
                    <a:pt x="4804130" y="571499"/>
                  </a:lnTo>
                  <a:lnTo>
                    <a:pt x="4804130" y="584199"/>
                  </a:lnTo>
                  <a:close/>
                </a:path>
                <a:path w="13754100" h="584200">
                  <a:moveTo>
                    <a:pt x="4829530" y="584199"/>
                  </a:moveTo>
                  <a:lnTo>
                    <a:pt x="4810480" y="584199"/>
                  </a:lnTo>
                  <a:lnTo>
                    <a:pt x="4810480" y="571499"/>
                  </a:lnTo>
                  <a:lnTo>
                    <a:pt x="4829530" y="571499"/>
                  </a:lnTo>
                  <a:lnTo>
                    <a:pt x="4829530" y="584199"/>
                  </a:lnTo>
                  <a:close/>
                </a:path>
                <a:path w="13754100" h="584200">
                  <a:moveTo>
                    <a:pt x="4854917" y="584199"/>
                  </a:moveTo>
                  <a:lnTo>
                    <a:pt x="4835880" y="584199"/>
                  </a:lnTo>
                  <a:lnTo>
                    <a:pt x="4835880" y="571499"/>
                  </a:lnTo>
                  <a:lnTo>
                    <a:pt x="4854917" y="571499"/>
                  </a:lnTo>
                  <a:lnTo>
                    <a:pt x="4854917" y="584199"/>
                  </a:lnTo>
                  <a:close/>
                </a:path>
                <a:path w="13754100" h="584200">
                  <a:moveTo>
                    <a:pt x="4880317" y="584199"/>
                  </a:moveTo>
                  <a:lnTo>
                    <a:pt x="4861267" y="584199"/>
                  </a:lnTo>
                  <a:lnTo>
                    <a:pt x="4861267" y="571499"/>
                  </a:lnTo>
                  <a:lnTo>
                    <a:pt x="4880317" y="571499"/>
                  </a:lnTo>
                  <a:lnTo>
                    <a:pt x="4880317" y="584199"/>
                  </a:lnTo>
                  <a:close/>
                </a:path>
                <a:path w="13754100" h="584200">
                  <a:moveTo>
                    <a:pt x="4905705" y="584199"/>
                  </a:moveTo>
                  <a:lnTo>
                    <a:pt x="4886667" y="584199"/>
                  </a:lnTo>
                  <a:lnTo>
                    <a:pt x="4886667" y="571499"/>
                  </a:lnTo>
                  <a:lnTo>
                    <a:pt x="4905705" y="571499"/>
                  </a:lnTo>
                  <a:lnTo>
                    <a:pt x="4905705" y="584199"/>
                  </a:lnTo>
                  <a:close/>
                </a:path>
                <a:path w="13754100" h="584200">
                  <a:moveTo>
                    <a:pt x="4931105" y="584199"/>
                  </a:moveTo>
                  <a:lnTo>
                    <a:pt x="4912055" y="584199"/>
                  </a:lnTo>
                  <a:lnTo>
                    <a:pt x="4912055" y="571499"/>
                  </a:lnTo>
                  <a:lnTo>
                    <a:pt x="4931105" y="571499"/>
                  </a:lnTo>
                  <a:lnTo>
                    <a:pt x="4931105" y="584199"/>
                  </a:lnTo>
                  <a:close/>
                </a:path>
                <a:path w="13754100" h="584200">
                  <a:moveTo>
                    <a:pt x="4956492" y="584199"/>
                  </a:moveTo>
                  <a:lnTo>
                    <a:pt x="4937455" y="584199"/>
                  </a:lnTo>
                  <a:lnTo>
                    <a:pt x="4937455" y="571499"/>
                  </a:lnTo>
                  <a:lnTo>
                    <a:pt x="4956492" y="571499"/>
                  </a:lnTo>
                  <a:lnTo>
                    <a:pt x="4956492" y="584199"/>
                  </a:lnTo>
                  <a:close/>
                </a:path>
                <a:path w="13754100" h="584200">
                  <a:moveTo>
                    <a:pt x="4981892" y="584199"/>
                  </a:moveTo>
                  <a:lnTo>
                    <a:pt x="4962842" y="584199"/>
                  </a:lnTo>
                  <a:lnTo>
                    <a:pt x="4962842" y="571499"/>
                  </a:lnTo>
                  <a:lnTo>
                    <a:pt x="4981892" y="571499"/>
                  </a:lnTo>
                  <a:lnTo>
                    <a:pt x="4981892" y="584199"/>
                  </a:lnTo>
                  <a:close/>
                </a:path>
                <a:path w="13754100" h="584200">
                  <a:moveTo>
                    <a:pt x="5007279" y="584199"/>
                  </a:moveTo>
                  <a:lnTo>
                    <a:pt x="4988242" y="584199"/>
                  </a:lnTo>
                  <a:lnTo>
                    <a:pt x="4988242" y="571499"/>
                  </a:lnTo>
                  <a:lnTo>
                    <a:pt x="5007279" y="571499"/>
                  </a:lnTo>
                  <a:lnTo>
                    <a:pt x="5007279" y="584199"/>
                  </a:lnTo>
                  <a:close/>
                </a:path>
                <a:path w="13754100" h="584200">
                  <a:moveTo>
                    <a:pt x="5032679" y="584199"/>
                  </a:moveTo>
                  <a:lnTo>
                    <a:pt x="5013629" y="584199"/>
                  </a:lnTo>
                  <a:lnTo>
                    <a:pt x="5013629" y="571499"/>
                  </a:lnTo>
                  <a:lnTo>
                    <a:pt x="5032679" y="571499"/>
                  </a:lnTo>
                  <a:lnTo>
                    <a:pt x="5032679" y="584199"/>
                  </a:lnTo>
                  <a:close/>
                </a:path>
                <a:path w="13754100" h="584200">
                  <a:moveTo>
                    <a:pt x="5058067" y="584199"/>
                  </a:moveTo>
                  <a:lnTo>
                    <a:pt x="5039029" y="584199"/>
                  </a:lnTo>
                  <a:lnTo>
                    <a:pt x="5039029" y="571499"/>
                  </a:lnTo>
                  <a:lnTo>
                    <a:pt x="5058067" y="571499"/>
                  </a:lnTo>
                  <a:lnTo>
                    <a:pt x="5058067" y="584199"/>
                  </a:lnTo>
                  <a:close/>
                </a:path>
                <a:path w="13754100" h="584200">
                  <a:moveTo>
                    <a:pt x="5083467" y="584199"/>
                  </a:moveTo>
                  <a:lnTo>
                    <a:pt x="5064417" y="584199"/>
                  </a:lnTo>
                  <a:lnTo>
                    <a:pt x="5064417" y="571499"/>
                  </a:lnTo>
                  <a:lnTo>
                    <a:pt x="5083467" y="571499"/>
                  </a:lnTo>
                  <a:lnTo>
                    <a:pt x="5083467" y="584199"/>
                  </a:lnTo>
                  <a:close/>
                </a:path>
                <a:path w="13754100" h="584200">
                  <a:moveTo>
                    <a:pt x="5108867" y="584199"/>
                  </a:moveTo>
                  <a:lnTo>
                    <a:pt x="5089817" y="584199"/>
                  </a:lnTo>
                  <a:lnTo>
                    <a:pt x="5089817" y="571499"/>
                  </a:lnTo>
                  <a:lnTo>
                    <a:pt x="5108867" y="571499"/>
                  </a:lnTo>
                  <a:lnTo>
                    <a:pt x="5108867" y="584199"/>
                  </a:lnTo>
                  <a:close/>
                </a:path>
                <a:path w="13754100" h="584200">
                  <a:moveTo>
                    <a:pt x="5134254" y="584199"/>
                  </a:moveTo>
                  <a:lnTo>
                    <a:pt x="5115204" y="584199"/>
                  </a:lnTo>
                  <a:lnTo>
                    <a:pt x="5115204" y="571499"/>
                  </a:lnTo>
                  <a:lnTo>
                    <a:pt x="5134254" y="571499"/>
                  </a:lnTo>
                  <a:lnTo>
                    <a:pt x="5134254" y="584199"/>
                  </a:lnTo>
                  <a:close/>
                </a:path>
                <a:path w="13754100" h="584200">
                  <a:moveTo>
                    <a:pt x="5159654" y="584199"/>
                  </a:moveTo>
                  <a:lnTo>
                    <a:pt x="5140604" y="584199"/>
                  </a:lnTo>
                  <a:lnTo>
                    <a:pt x="5140604" y="571499"/>
                  </a:lnTo>
                  <a:lnTo>
                    <a:pt x="5159654" y="571499"/>
                  </a:lnTo>
                  <a:lnTo>
                    <a:pt x="5159654" y="584199"/>
                  </a:lnTo>
                  <a:close/>
                </a:path>
                <a:path w="13754100" h="584200">
                  <a:moveTo>
                    <a:pt x="5185041" y="584199"/>
                  </a:moveTo>
                  <a:lnTo>
                    <a:pt x="5165991" y="584199"/>
                  </a:lnTo>
                  <a:lnTo>
                    <a:pt x="5165991" y="571499"/>
                  </a:lnTo>
                  <a:lnTo>
                    <a:pt x="5185041" y="571499"/>
                  </a:lnTo>
                  <a:lnTo>
                    <a:pt x="5185041" y="584199"/>
                  </a:lnTo>
                  <a:close/>
                </a:path>
                <a:path w="13754100" h="584200">
                  <a:moveTo>
                    <a:pt x="5210441" y="584199"/>
                  </a:moveTo>
                  <a:lnTo>
                    <a:pt x="5191391" y="584199"/>
                  </a:lnTo>
                  <a:lnTo>
                    <a:pt x="5191391" y="571499"/>
                  </a:lnTo>
                  <a:lnTo>
                    <a:pt x="5210441" y="571499"/>
                  </a:lnTo>
                  <a:lnTo>
                    <a:pt x="5210441" y="584199"/>
                  </a:lnTo>
                  <a:close/>
                </a:path>
                <a:path w="13754100" h="584200">
                  <a:moveTo>
                    <a:pt x="5235829" y="584199"/>
                  </a:moveTo>
                  <a:lnTo>
                    <a:pt x="5216779" y="584199"/>
                  </a:lnTo>
                  <a:lnTo>
                    <a:pt x="5216779" y="571499"/>
                  </a:lnTo>
                  <a:lnTo>
                    <a:pt x="5235829" y="571499"/>
                  </a:lnTo>
                  <a:lnTo>
                    <a:pt x="5235829" y="584199"/>
                  </a:lnTo>
                  <a:close/>
                </a:path>
                <a:path w="13754100" h="584200">
                  <a:moveTo>
                    <a:pt x="5261229" y="584199"/>
                  </a:moveTo>
                  <a:lnTo>
                    <a:pt x="5242179" y="584199"/>
                  </a:lnTo>
                  <a:lnTo>
                    <a:pt x="5242179" y="571499"/>
                  </a:lnTo>
                  <a:lnTo>
                    <a:pt x="5261229" y="571499"/>
                  </a:lnTo>
                  <a:lnTo>
                    <a:pt x="5261229" y="584199"/>
                  </a:lnTo>
                  <a:close/>
                </a:path>
                <a:path w="13754100" h="584200">
                  <a:moveTo>
                    <a:pt x="5286616" y="584199"/>
                  </a:moveTo>
                  <a:lnTo>
                    <a:pt x="5267566" y="584199"/>
                  </a:lnTo>
                  <a:lnTo>
                    <a:pt x="5267566" y="571499"/>
                  </a:lnTo>
                  <a:lnTo>
                    <a:pt x="5286616" y="571499"/>
                  </a:lnTo>
                  <a:lnTo>
                    <a:pt x="5286616" y="584199"/>
                  </a:lnTo>
                  <a:close/>
                </a:path>
                <a:path w="13754100" h="584200">
                  <a:moveTo>
                    <a:pt x="5312016" y="584199"/>
                  </a:moveTo>
                  <a:lnTo>
                    <a:pt x="5292966" y="584199"/>
                  </a:lnTo>
                  <a:lnTo>
                    <a:pt x="5292966" y="571499"/>
                  </a:lnTo>
                  <a:lnTo>
                    <a:pt x="5312016" y="571499"/>
                  </a:lnTo>
                  <a:lnTo>
                    <a:pt x="5312016" y="584199"/>
                  </a:lnTo>
                  <a:close/>
                </a:path>
                <a:path w="13754100" h="584200">
                  <a:moveTo>
                    <a:pt x="5337403" y="584199"/>
                  </a:moveTo>
                  <a:lnTo>
                    <a:pt x="5318353" y="584199"/>
                  </a:lnTo>
                  <a:lnTo>
                    <a:pt x="5318353" y="571499"/>
                  </a:lnTo>
                  <a:lnTo>
                    <a:pt x="5337403" y="571499"/>
                  </a:lnTo>
                  <a:lnTo>
                    <a:pt x="5337403" y="584199"/>
                  </a:lnTo>
                  <a:close/>
                </a:path>
                <a:path w="13754100" h="584200">
                  <a:moveTo>
                    <a:pt x="5362803" y="584199"/>
                  </a:moveTo>
                  <a:lnTo>
                    <a:pt x="5343753" y="584199"/>
                  </a:lnTo>
                  <a:lnTo>
                    <a:pt x="5343753" y="571499"/>
                  </a:lnTo>
                  <a:lnTo>
                    <a:pt x="5362803" y="571499"/>
                  </a:lnTo>
                  <a:lnTo>
                    <a:pt x="5362803" y="584199"/>
                  </a:lnTo>
                  <a:close/>
                </a:path>
                <a:path w="13754100" h="584200">
                  <a:moveTo>
                    <a:pt x="5388190" y="584199"/>
                  </a:moveTo>
                  <a:lnTo>
                    <a:pt x="5369153" y="584199"/>
                  </a:lnTo>
                  <a:lnTo>
                    <a:pt x="5369153" y="571499"/>
                  </a:lnTo>
                  <a:lnTo>
                    <a:pt x="5388190" y="571499"/>
                  </a:lnTo>
                  <a:lnTo>
                    <a:pt x="5388190" y="584199"/>
                  </a:lnTo>
                  <a:close/>
                </a:path>
                <a:path w="13754100" h="584200">
                  <a:moveTo>
                    <a:pt x="5413590" y="584199"/>
                  </a:moveTo>
                  <a:lnTo>
                    <a:pt x="5394540" y="584199"/>
                  </a:lnTo>
                  <a:lnTo>
                    <a:pt x="5394540" y="571499"/>
                  </a:lnTo>
                  <a:lnTo>
                    <a:pt x="5413590" y="571499"/>
                  </a:lnTo>
                  <a:lnTo>
                    <a:pt x="5413590" y="584199"/>
                  </a:lnTo>
                  <a:close/>
                </a:path>
                <a:path w="13754100" h="584200">
                  <a:moveTo>
                    <a:pt x="5438978" y="584199"/>
                  </a:moveTo>
                  <a:lnTo>
                    <a:pt x="5419940" y="584199"/>
                  </a:lnTo>
                  <a:lnTo>
                    <a:pt x="5419940" y="571499"/>
                  </a:lnTo>
                  <a:lnTo>
                    <a:pt x="5438978" y="571499"/>
                  </a:lnTo>
                  <a:lnTo>
                    <a:pt x="5438978" y="584199"/>
                  </a:lnTo>
                  <a:close/>
                </a:path>
                <a:path w="13754100" h="584200">
                  <a:moveTo>
                    <a:pt x="5464378" y="584199"/>
                  </a:moveTo>
                  <a:lnTo>
                    <a:pt x="5445328" y="584199"/>
                  </a:lnTo>
                  <a:lnTo>
                    <a:pt x="5445328" y="571499"/>
                  </a:lnTo>
                  <a:lnTo>
                    <a:pt x="5464378" y="571499"/>
                  </a:lnTo>
                  <a:lnTo>
                    <a:pt x="5464378" y="584199"/>
                  </a:lnTo>
                  <a:close/>
                </a:path>
                <a:path w="13754100" h="584200">
                  <a:moveTo>
                    <a:pt x="5489765" y="584199"/>
                  </a:moveTo>
                  <a:lnTo>
                    <a:pt x="5470728" y="584199"/>
                  </a:lnTo>
                  <a:lnTo>
                    <a:pt x="5470728" y="571499"/>
                  </a:lnTo>
                  <a:lnTo>
                    <a:pt x="5489765" y="571499"/>
                  </a:lnTo>
                  <a:lnTo>
                    <a:pt x="5489765" y="584199"/>
                  </a:lnTo>
                  <a:close/>
                </a:path>
                <a:path w="13754100" h="584200">
                  <a:moveTo>
                    <a:pt x="5515165" y="584199"/>
                  </a:moveTo>
                  <a:lnTo>
                    <a:pt x="5496115" y="584199"/>
                  </a:lnTo>
                  <a:lnTo>
                    <a:pt x="5496115" y="571499"/>
                  </a:lnTo>
                  <a:lnTo>
                    <a:pt x="5515165" y="571499"/>
                  </a:lnTo>
                  <a:lnTo>
                    <a:pt x="5515165" y="584199"/>
                  </a:lnTo>
                  <a:close/>
                </a:path>
                <a:path w="13754100" h="584200">
                  <a:moveTo>
                    <a:pt x="5540552" y="584199"/>
                  </a:moveTo>
                  <a:lnTo>
                    <a:pt x="5521515" y="584199"/>
                  </a:lnTo>
                  <a:lnTo>
                    <a:pt x="5521515" y="571499"/>
                  </a:lnTo>
                  <a:lnTo>
                    <a:pt x="5540552" y="571499"/>
                  </a:lnTo>
                  <a:lnTo>
                    <a:pt x="5540552" y="584199"/>
                  </a:lnTo>
                  <a:close/>
                </a:path>
                <a:path w="13754100" h="584200">
                  <a:moveTo>
                    <a:pt x="5565952" y="584199"/>
                  </a:moveTo>
                  <a:lnTo>
                    <a:pt x="5546902" y="584199"/>
                  </a:lnTo>
                  <a:lnTo>
                    <a:pt x="5546902" y="571499"/>
                  </a:lnTo>
                  <a:lnTo>
                    <a:pt x="5565952" y="571499"/>
                  </a:lnTo>
                  <a:lnTo>
                    <a:pt x="5565952" y="584199"/>
                  </a:lnTo>
                  <a:close/>
                </a:path>
                <a:path w="13754100" h="584200">
                  <a:moveTo>
                    <a:pt x="5591340" y="584199"/>
                  </a:moveTo>
                  <a:lnTo>
                    <a:pt x="5572302" y="584199"/>
                  </a:lnTo>
                  <a:lnTo>
                    <a:pt x="5572302" y="571499"/>
                  </a:lnTo>
                  <a:lnTo>
                    <a:pt x="5591340" y="571499"/>
                  </a:lnTo>
                  <a:lnTo>
                    <a:pt x="5591340" y="584199"/>
                  </a:lnTo>
                  <a:close/>
                </a:path>
                <a:path w="13754100" h="584200">
                  <a:moveTo>
                    <a:pt x="5616740" y="584199"/>
                  </a:moveTo>
                  <a:lnTo>
                    <a:pt x="5597690" y="584199"/>
                  </a:lnTo>
                  <a:lnTo>
                    <a:pt x="5597690" y="571499"/>
                  </a:lnTo>
                  <a:lnTo>
                    <a:pt x="5616740" y="571499"/>
                  </a:lnTo>
                  <a:lnTo>
                    <a:pt x="5616740" y="584199"/>
                  </a:lnTo>
                  <a:close/>
                </a:path>
                <a:path w="13754100" h="584200">
                  <a:moveTo>
                    <a:pt x="5642127" y="584199"/>
                  </a:moveTo>
                  <a:lnTo>
                    <a:pt x="5623090" y="584199"/>
                  </a:lnTo>
                  <a:lnTo>
                    <a:pt x="5623090" y="571499"/>
                  </a:lnTo>
                  <a:lnTo>
                    <a:pt x="5642127" y="571499"/>
                  </a:lnTo>
                  <a:lnTo>
                    <a:pt x="5642127" y="584199"/>
                  </a:lnTo>
                  <a:close/>
                </a:path>
                <a:path w="13754100" h="584200">
                  <a:moveTo>
                    <a:pt x="5667527" y="584199"/>
                  </a:moveTo>
                  <a:lnTo>
                    <a:pt x="5648477" y="584199"/>
                  </a:lnTo>
                  <a:lnTo>
                    <a:pt x="5648477" y="571499"/>
                  </a:lnTo>
                  <a:lnTo>
                    <a:pt x="5667527" y="571499"/>
                  </a:lnTo>
                  <a:lnTo>
                    <a:pt x="5667527" y="584199"/>
                  </a:lnTo>
                  <a:close/>
                </a:path>
                <a:path w="13754100" h="584200">
                  <a:moveTo>
                    <a:pt x="5692914" y="584199"/>
                  </a:moveTo>
                  <a:lnTo>
                    <a:pt x="5673877" y="584199"/>
                  </a:lnTo>
                  <a:lnTo>
                    <a:pt x="5673877" y="571499"/>
                  </a:lnTo>
                  <a:lnTo>
                    <a:pt x="5692914" y="571499"/>
                  </a:lnTo>
                  <a:lnTo>
                    <a:pt x="5692914" y="584199"/>
                  </a:lnTo>
                  <a:close/>
                </a:path>
                <a:path w="13754100" h="584200">
                  <a:moveTo>
                    <a:pt x="5718314" y="584199"/>
                  </a:moveTo>
                  <a:lnTo>
                    <a:pt x="5699264" y="584199"/>
                  </a:lnTo>
                  <a:lnTo>
                    <a:pt x="5699264" y="571499"/>
                  </a:lnTo>
                  <a:lnTo>
                    <a:pt x="5718314" y="571499"/>
                  </a:lnTo>
                  <a:lnTo>
                    <a:pt x="5718314" y="584199"/>
                  </a:lnTo>
                  <a:close/>
                </a:path>
                <a:path w="13754100" h="584200">
                  <a:moveTo>
                    <a:pt x="5743702" y="584199"/>
                  </a:moveTo>
                  <a:lnTo>
                    <a:pt x="5724664" y="584199"/>
                  </a:lnTo>
                  <a:lnTo>
                    <a:pt x="5724664" y="571499"/>
                  </a:lnTo>
                  <a:lnTo>
                    <a:pt x="5743702" y="571499"/>
                  </a:lnTo>
                  <a:lnTo>
                    <a:pt x="5743702" y="584199"/>
                  </a:lnTo>
                  <a:close/>
                </a:path>
                <a:path w="13754100" h="584200">
                  <a:moveTo>
                    <a:pt x="5769102" y="584199"/>
                  </a:moveTo>
                  <a:lnTo>
                    <a:pt x="5750052" y="584199"/>
                  </a:lnTo>
                  <a:lnTo>
                    <a:pt x="5750052" y="571499"/>
                  </a:lnTo>
                  <a:lnTo>
                    <a:pt x="5769102" y="571499"/>
                  </a:lnTo>
                  <a:lnTo>
                    <a:pt x="5769102" y="584199"/>
                  </a:lnTo>
                  <a:close/>
                </a:path>
                <a:path w="13754100" h="584200">
                  <a:moveTo>
                    <a:pt x="5794489" y="584199"/>
                  </a:moveTo>
                  <a:lnTo>
                    <a:pt x="5775452" y="584199"/>
                  </a:lnTo>
                  <a:lnTo>
                    <a:pt x="5775452" y="571499"/>
                  </a:lnTo>
                  <a:lnTo>
                    <a:pt x="5794489" y="571499"/>
                  </a:lnTo>
                  <a:lnTo>
                    <a:pt x="5794489" y="584199"/>
                  </a:lnTo>
                  <a:close/>
                </a:path>
                <a:path w="13754100" h="584200">
                  <a:moveTo>
                    <a:pt x="5819889" y="584199"/>
                  </a:moveTo>
                  <a:lnTo>
                    <a:pt x="5800839" y="584199"/>
                  </a:lnTo>
                  <a:lnTo>
                    <a:pt x="5800839" y="571499"/>
                  </a:lnTo>
                  <a:lnTo>
                    <a:pt x="5819889" y="571499"/>
                  </a:lnTo>
                  <a:lnTo>
                    <a:pt x="5819889" y="584199"/>
                  </a:lnTo>
                  <a:close/>
                </a:path>
                <a:path w="13754100" h="584200">
                  <a:moveTo>
                    <a:pt x="5845276" y="584199"/>
                  </a:moveTo>
                  <a:lnTo>
                    <a:pt x="5826239" y="584199"/>
                  </a:lnTo>
                  <a:lnTo>
                    <a:pt x="5826239" y="571499"/>
                  </a:lnTo>
                  <a:lnTo>
                    <a:pt x="5845276" y="571499"/>
                  </a:lnTo>
                  <a:lnTo>
                    <a:pt x="5845276" y="584199"/>
                  </a:lnTo>
                  <a:close/>
                </a:path>
                <a:path w="13754100" h="584200">
                  <a:moveTo>
                    <a:pt x="5870676" y="584199"/>
                  </a:moveTo>
                  <a:lnTo>
                    <a:pt x="5851626" y="584199"/>
                  </a:lnTo>
                  <a:lnTo>
                    <a:pt x="5851626" y="571499"/>
                  </a:lnTo>
                  <a:lnTo>
                    <a:pt x="5870676" y="571499"/>
                  </a:lnTo>
                  <a:lnTo>
                    <a:pt x="5870676" y="584199"/>
                  </a:lnTo>
                  <a:close/>
                </a:path>
                <a:path w="13754100" h="584200">
                  <a:moveTo>
                    <a:pt x="5896063" y="584199"/>
                  </a:moveTo>
                  <a:lnTo>
                    <a:pt x="5877026" y="584199"/>
                  </a:lnTo>
                  <a:lnTo>
                    <a:pt x="5877026" y="571499"/>
                  </a:lnTo>
                  <a:lnTo>
                    <a:pt x="5896063" y="571499"/>
                  </a:lnTo>
                  <a:lnTo>
                    <a:pt x="5896063" y="584199"/>
                  </a:lnTo>
                  <a:close/>
                </a:path>
                <a:path w="13754100" h="584200">
                  <a:moveTo>
                    <a:pt x="5921463" y="584199"/>
                  </a:moveTo>
                  <a:lnTo>
                    <a:pt x="5902413" y="584199"/>
                  </a:lnTo>
                  <a:lnTo>
                    <a:pt x="5902413" y="571499"/>
                  </a:lnTo>
                  <a:lnTo>
                    <a:pt x="5921463" y="571499"/>
                  </a:lnTo>
                  <a:lnTo>
                    <a:pt x="5921463" y="584199"/>
                  </a:lnTo>
                  <a:close/>
                </a:path>
                <a:path w="13754100" h="584200">
                  <a:moveTo>
                    <a:pt x="5946851" y="584199"/>
                  </a:moveTo>
                  <a:lnTo>
                    <a:pt x="5927813" y="584199"/>
                  </a:lnTo>
                  <a:lnTo>
                    <a:pt x="5927813" y="571499"/>
                  </a:lnTo>
                  <a:lnTo>
                    <a:pt x="5946851" y="571499"/>
                  </a:lnTo>
                  <a:lnTo>
                    <a:pt x="5946851" y="584199"/>
                  </a:lnTo>
                  <a:close/>
                </a:path>
                <a:path w="13754100" h="584200">
                  <a:moveTo>
                    <a:pt x="5972251" y="584199"/>
                  </a:moveTo>
                  <a:lnTo>
                    <a:pt x="5953201" y="584199"/>
                  </a:lnTo>
                  <a:lnTo>
                    <a:pt x="5953201" y="571499"/>
                  </a:lnTo>
                  <a:lnTo>
                    <a:pt x="5972251" y="571499"/>
                  </a:lnTo>
                  <a:lnTo>
                    <a:pt x="5972251" y="584199"/>
                  </a:lnTo>
                  <a:close/>
                </a:path>
                <a:path w="13754100" h="584200">
                  <a:moveTo>
                    <a:pt x="5997638" y="584199"/>
                  </a:moveTo>
                  <a:lnTo>
                    <a:pt x="5978601" y="584199"/>
                  </a:lnTo>
                  <a:lnTo>
                    <a:pt x="5978601" y="571499"/>
                  </a:lnTo>
                  <a:lnTo>
                    <a:pt x="5997638" y="571499"/>
                  </a:lnTo>
                  <a:lnTo>
                    <a:pt x="5997638" y="584199"/>
                  </a:lnTo>
                  <a:close/>
                </a:path>
                <a:path w="13754100" h="584200">
                  <a:moveTo>
                    <a:pt x="6023038" y="584199"/>
                  </a:moveTo>
                  <a:lnTo>
                    <a:pt x="6003988" y="584199"/>
                  </a:lnTo>
                  <a:lnTo>
                    <a:pt x="6003988" y="571499"/>
                  </a:lnTo>
                  <a:lnTo>
                    <a:pt x="6023038" y="571499"/>
                  </a:lnTo>
                  <a:lnTo>
                    <a:pt x="6023038" y="584199"/>
                  </a:lnTo>
                  <a:close/>
                </a:path>
                <a:path w="13754100" h="584200">
                  <a:moveTo>
                    <a:pt x="6048425" y="584199"/>
                  </a:moveTo>
                  <a:lnTo>
                    <a:pt x="6029388" y="584199"/>
                  </a:lnTo>
                  <a:lnTo>
                    <a:pt x="6029388" y="571499"/>
                  </a:lnTo>
                  <a:lnTo>
                    <a:pt x="6048425" y="571499"/>
                  </a:lnTo>
                  <a:lnTo>
                    <a:pt x="6048425" y="584199"/>
                  </a:lnTo>
                  <a:close/>
                </a:path>
                <a:path w="13754100" h="584200">
                  <a:moveTo>
                    <a:pt x="6073825" y="584199"/>
                  </a:moveTo>
                  <a:lnTo>
                    <a:pt x="6054775" y="584199"/>
                  </a:lnTo>
                  <a:lnTo>
                    <a:pt x="6054775" y="571499"/>
                  </a:lnTo>
                  <a:lnTo>
                    <a:pt x="6073825" y="571499"/>
                  </a:lnTo>
                  <a:lnTo>
                    <a:pt x="6073825" y="584199"/>
                  </a:lnTo>
                  <a:close/>
                </a:path>
                <a:path w="13754100" h="584200">
                  <a:moveTo>
                    <a:pt x="6099213" y="584199"/>
                  </a:moveTo>
                  <a:lnTo>
                    <a:pt x="6080175" y="584199"/>
                  </a:lnTo>
                  <a:lnTo>
                    <a:pt x="6080175" y="571499"/>
                  </a:lnTo>
                  <a:lnTo>
                    <a:pt x="6099213" y="571499"/>
                  </a:lnTo>
                  <a:lnTo>
                    <a:pt x="6099213" y="584199"/>
                  </a:lnTo>
                  <a:close/>
                </a:path>
                <a:path w="13754100" h="584200">
                  <a:moveTo>
                    <a:pt x="6124613" y="584199"/>
                  </a:moveTo>
                  <a:lnTo>
                    <a:pt x="6105563" y="584199"/>
                  </a:lnTo>
                  <a:lnTo>
                    <a:pt x="6105563" y="571499"/>
                  </a:lnTo>
                  <a:lnTo>
                    <a:pt x="6124613" y="571499"/>
                  </a:lnTo>
                  <a:lnTo>
                    <a:pt x="6124613" y="584199"/>
                  </a:lnTo>
                  <a:close/>
                </a:path>
                <a:path w="13754100" h="584200">
                  <a:moveTo>
                    <a:pt x="6150013" y="584199"/>
                  </a:moveTo>
                  <a:lnTo>
                    <a:pt x="6130963" y="584199"/>
                  </a:lnTo>
                  <a:lnTo>
                    <a:pt x="6130963" y="571499"/>
                  </a:lnTo>
                  <a:lnTo>
                    <a:pt x="6150013" y="571499"/>
                  </a:lnTo>
                  <a:lnTo>
                    <a:pt x="6150013" y="584199"/>
                  </a:lnTo>
                  <a:close/>
                </a:path>
                <a:path w="13754100" h="584200">
                  <a:moveTo>
                    <a:pt x="6175400" y="584199"/>
                  </a:moveTo>
                  <a:lnTo>
                    <a:pt x="6156350" y="584199"/>
                  </a:lnTo>
                  <a:lnTo>
                    <a:pt x="6156350" y="571499"/>
                  </a:lnTo>
                  <a:lnTo>
                    <a:pt x="6175400" y="571499"/>
                  </a:lnTo>
                  <a:lnTo>
                    <a:pt x="6175400" y="584199"/>
                  </a:lnTo>
                  <a:close/>
                </a:path>
                <a:path w="13754100" h="584200">
                  <a:moveTo>
                    <a:pt x="6200800" y="584199"/>
                  </a:moveTo>
                  <a:lnTo>
                    <a:pt x="6181750" y="584199"/>
                  </a:lnTo>
                  <a:lnTo>
                    <a:pt x="6181750" y="571499"/>
                  </a:lnTo>
                  <a:lnTo>
                    <a:pt x="6200800" y="571499"/>
                  </a:lnTo>
                  <a:lnTo>
                    <a:pt x="6200800" y="584199"/>
                  </a:lnTo>
                  <a:close/>
                </a:path>
                <a:path w="13754100" h="584200">
                  <a:moveTo>
                    <a:pt x="6226187" y="584199"/>
                  </a:moveTo>
                  <a:lnTo>
                    <a:pt x="6207137" y="584199"/>
                  </a:lnTo>
                  <a:lnTo>
                    <a:pt x="6207137" y="571499"/>
                  </a:lnTo>
                  <a:lnTo>
                    <a:pt x="6226187" y="571499"/>
                  </a:lnTo>
                  <a:lnTo>
                    <a:pt x="6226187" y="584199"/>
                  </a:lnTo>
                  <a:close/>
                </a:path>
                <a:path w="13754100" h="584200">
                  <a:moveTo>
                    <a:pt x="6251587" y="584199"/>
                  </a:moveTo>
                  <a:lnTo>
                    <a:pt x="6232537" y="584199"/>
                  </a:lnTo>
                  <a:lnTo>
                    <a:pt x="6232537" y="571499"/>
                  </a:lnTo>
                  <a:lnTo>
                    <a:pt x="6251587" y="571499"/>
                  </a:lnTo>
                  <a:lnTo>
                    <a:pt x="6251587" y="584199"/>
                  </a:lnTo>
                  <a:close/>
                </a:path>
                <a:path w="13754100" h="584200">
                  <a:moveTo>
                    <a:pt x="6276975" y="584199"/>
                  </a:moveTo>
                  <a:lnTo>
                    <a:pt x="6257925" y="584199"/>
                  </a:lnTo>
                  <a:lnTo>
                    <a:pt x="6257925" y="571499"/>
                  </a:lnTo>
                  <a:lnTo>
                    <a:pt x="6276975" y="571499"/>
                  </a:lnTo>
                  <a:lnTo>
                    <a:pt x="6276975" y="584199"/>
                  </a:lnTo>
                  <a:close/>
                </a:path>
                <a:path w="13754100" h="584200">
                  <a:moveTo>
                    <a:pt x="6302375" y="584199"/>
                  </a:moveTo>
                  <a:lnTo>
                    <a:pt x="6283325" y="584199"/>
                  </a:lnTo>
                  <a:lnTo>
                    <a:pt x="6283325" y="571499"/>
                  </a:lnTo>
                  <a:lnTo>
                    <a:pt x="6302375" y="571499"/>
                  </a:lnTo>
                  <a:lnTo>
                    <a:pt x="6302375" y="584199"/>
                  </a:lnTo>
                  <a:close/>
                </a:path>
                <a:path w="13754100" h="584200">
                  <a:moveTo>
                    <a:pt x="6327762" y="584199"/>
                  </a:moveTo>
                  <a:lnTo>
                    <a:pt x="6308712" y="584199"/>
                  </a:lnTo>
                  <a:lnTo>
                    <a:pt x="6308712" y="571499"/>
                  </a:lnTo>
                  <a:lnTo>
                    <a:pt x="6327762" y="571499"/>
                  </a:lnTo>
                  <a:lnTo>
                    <a:pt x="6327762" y="584199"/>
                  </a:lnTo>
                  <a:close/>
                </a:path>
                <a:path w="13754100" h="584200">
                  <a:moveTo>
                    <a:pt x="6353162" y="584199"/>
                  </a:moveTo>
                  <a:lnTo>
                    <a:pt x="6334112" y="584199"/>
                  </a:lnTo>
                  <a:lnTo>
                    <a:pt x="6334112" y="571499"/>
                  </a:lnTo>
                  <a:lnTo>
                    <a:pt x="6353162" y="571499"/>
                  </a:lnTo>
                  <a:lnTo>
                    <a:pt x="6353162" y="584199"/>
                  </a:lnTo>
                  <a:close/>
                </a:path>
                <a:path w="13754100" h="584200">
                  <a:moveTo>
                    <a:pt x="6378549" y="584199"/>
                  </a:moveTo>
                  <a:lnTo>
                    <a:pt x="6359499" y="584199"/>
                  </a:lnTo>
                  <a:lnTo>
                    <a:pt x="6359499" y="571499"/>
                  </a:lnTo>
                  <a:lnTo>
                    <a:pt x="6378549" y="571499"/>
                  </a:lnTo>
                  <a:lnTo>
                    <a:pt x="6378549" y="584199"/>
                  </a:lnTo>
                  <a:close/>
                </a:path>
                <a:path w="13754100" h="584200">
                  <a:moveTo>
                    <a:pt x="6403949" y="584199"/>
                  </a:moveTo>
                  <a:lnTo>
                    <a:pt x="6384899" y="584199"/>
                  </a:lnTo>
                  <a:lnTo>
                    <a:pt x="6384899" y="571499"/>
                  </a:lnTo>
                  <a:lnTo>
                    <a:pt x="6403949" y="571499"/>
                  </a:lnTo>
                  <a:lnTo>
                    <a:pt x="6403949" y="584199"/>
                  </a:lnTo>
                  <a:close/>
                </a:path>
                <a:path w="13754100" h="584200">
                  <a:moveTo>
                    <a:pt x="6429336" y="584199"/>
                  </a:moveTo>
                  <a:lnTo>
                    <a:pt x="6410286" y="584199"/>
                  </a:lnTo>
                  <a:lnTo>
                    <a:pt x="6410286" y="571499"/>
                  </a:lnTo>
                  <a:lnTo>
                    <a:pt x="6429336" y="571499"/>
                  </a:lnTo>
                  <a:lnTo>
                    <a:pt x="6429336" y="584199"/>
                  </a:lnTo>
                  <a:close/>
                </a:path>
                <a:path w="13754100" h="584200">
                  <a:moveTo>
                    <a:pt x="6454736" y="584199"/>
                  </a:moveTo>
                  <a:lnTo>
                    <a:pt x="6435686" y="584199"/>
                  </a:lnTo>
                  <a:lnTo>
                    <a:pt x="6435686" y="571499"/>
                  </a:lnTo>
                  <a:lnTo>
                    <a:pt x="6454736" y="571499"/>
                  </a:lnTo>
                  <a:lnTo>
                    <a:pt x="6454736" y="584199"/>
                  </a:lnTo>
                  <a:close/>
                </a:path>
                <a:path w="13754100" h="584200">
                  <a:moveTo>
                    <a:pt x="6480124" y="584199"/>
                  </a:moveTo>
                  <a:lnTo>
                    <a:pt x="6461086" y="584199"/>
                  </a:lnTo>
                  <a:lnTo>
                    <a:pt x="6461086" y="571499"/>
                  </a:lnTo>
                  <a:lnTo>
                    <a:pt x="6480124" y="571499"/>
                  </a:lnTo>
                  <a:lnTo>
                    <a:pt x="6480124" y="584199"/>
                  </a:lnTo>
                  <a:close/>
                </a:path>
                <a:path w="13754100" h="584200">
                  <a:moveTo>
                    <a:pt x="6505524" y="584199"/>
                  </a:moveTo>
                  <a:lnTo>
                    <a:pt x="6486474" y="584199"/>
                  </a:lnTo>
                  <a:lnTo>
                    <a:pt x="6486474" y="571499"/>
                  </a:lnTo>
                  <a:lnTo>
                    <a:pt x="6505524" y="571499"/>
                  </a:lnTo>
                  <a:lnTo>
                    <a:pt x="6505524" y="584199"/>
                  </a:lnTo>
                  <a:close/>
                </a:path>
                <a:path w="13754100" h="584200">
                  <a:moveTo>
                    <a:pt x="6530911" y="584199"/>
                  </a:moveTo>
                  <a:lnTo>
                    <a:pt x="6511874" y="584199"/>
                  </a:lnTo>
                  <a:lnTo>
                    <a:pt x="6511874" y="571499"/>
                  </a:lnTo>
                  <a:lnTo>
                    <a:pt x="6530911" y="571499"/>
                  </a:lnTo>
                  <a:lnTo>
                    <a:pt x="6530911" y="584199"/>
                  </a:lnTo>
                  <a:close/>
                </a:path>
                <a:path w="13754100" h="584200">
                  <a:moveTo>
                    <a:pt x="6556311" y="584199"/>
                  </a:moveTo>
                  <a:lnTo>
                    <a:pt x="6537261" y="584199"/>
                  </a:lnTo>
                  <a:lnTo>
                    <a:pt x="6537261" y="571499"/>
                  </a:lnTo>
                  <a:lnTo>
                    <a:pt x="6556311" y="571499"/>
                  </a:lnTo>
                  <a:lnTo>
                    <a:pt x="6556311" y="584199"/>
                  </a:lnTo>
                  <a:close/>
                </a:path>
                <a:path w="13754100" h="584200">
                  <a:moveTo>
                    <a:pt x="6581698" y="584199"/>
                  </a:moveTo>
                  <a:lnTo>
                    <a:pt x="6562661" y="584199"/>
                  </a:lnTo>
                  <a:lnTo>
                    <a:pt x="6562661" y="571499"/>
                  </a:lnTo>
                  <a:lnTo>
                    <a:pt x="6581698" y="571499"/>
                  </a:lnTo>
                  <a:lnTo>
                    <a:pt x="6581698" y="584199"/>
                  </a:lnTo>
                  <a:close/>
                </a:path>
                <a:path w="13754100" h="584200">
                  <a:moveTo>
                    <a:pt x="6607098" y="584199"/>
                  </a:moveTo>
                  <a:lnTo>
                    <a:pt x="6588048" y="584199"/>
                  </a:lnTo>
                  <a:lnTo>
                    <a:pt x="6588048" y="571499"/>
                  </a:lnTo>
                  <a:lnTo>
                    <a:pt x="6607098" y="571499"/>
                  </a:lnTo>
                  <a:lnTo>
                    <a:pt x="6607098" y="584199"/>
                  </a:lnTo>
                  <a:close/>
                </a:path>
                <a:path w="13754100" h="584200">
                  <a:moveTo>
                    <a:pt x="6632486" y="584199"/>
                  </a:moveTo>
                  <a:lnTo>
                    <a:pt x="6613448" y="584199"/>
                  </a:lnTo>
                  <a:lnTo>
                    <a:pt x="6613448" y="571499"/>
                  </a:lnTo>
                  <a:lnTo>
                    <a:pt x="6632486" y="571499"/>
                  </a:lnTo>
                  <a:lnTo>
                    <a:pt x="6632486" y="584199"/>
                  </a:lnTo>
                  <a:close/>
                </a:path>
                <a:path w="13754100" h="584200">
                  <a:moveTo>
                    <a:pt x="6657886" y="584199"/>
                  </a:moveTo>
                  <a:lnTo>
                    <a:pt x="6638836" y="584199"/>
                  </a:lnTo>
                  <a:lnTo>
                    <a:pt x="6638836" y="571499"/>
                  </a:lnTo>
                  <a:lnTo>
                    <a:pt x="6657886" y="571499"/>
                  </a:lnTo>
                  <a:lnTo>
                    <a:pt x="6657886" y="584199"/>
                  </a:lnTo>
                  <a:close/>
                </a:path>
                <a:path w="13754100" h="584200">
                  <a:moveTo>
                    <a:pt x="6683273" y="584199"/>
                  </a:moveTo>
                  <a:lnTo>
                    <a:pt x="6664236" y="584199"/>
                  </a:lnTo>
                  <a:lnTo>
                    <a:pt x="6664236" y="571499"/>
                  </a:lnTo>
                  <a:lnTo>
                    <a:pt x="6683273" y="571499"/>
                  </a:lnTo>
                  <a:lnTo>
                    <a:pt x="6683273" y="584199"/>
                  </a:lnTo>
                  <a:close/>
                </a:path>
                <a:path w="13754100" h="584200">
                  <a:moveTo>
                    <a:pt x="6708673" y="584199"/>
                  </a:moveTo>
                  <a:lnTo>
                    <a:pt x="6689623" y="584199"/>
                  </a:lnTo>
                  <a:lnTo>
                    <a:pt x="6689623" y="571499"/>
                  </a:lnTo>
                  <a:lnTo>
                    <a:pt x="6708673" y="571499"/>
                  </a:lnTo>
                  <a:lnTo>
                    <a:pt x="6708673" y="584199"/>
                  </a:lnTo>
                  <a:close/>
                </a:path>
                <a:path w="13754100" h="584200">
                  <a:moveTo>
                    <a:pt x="6734060" y="584199"/>
                  </a:moveTo>
                  <a:lnTo>
                    <a:pt x="6715023" y="584199"/>
                  </a:lnTo>
                  <a:lnTo>
                    <a:pt x="6715023" y="571499"/>
                  </a:lnTo>
                  <a:lnTo>
                    <a:pt x="6734060" y="571499"/>
                  </a:lnTo>
                  <a:lnTo>
                    <a:pt x="6734060" y="584199"/>
                  </a:lnTo>
                  <a:close/>
                </a:path>
                <a:path w="13754100" h="584200">
                  <a:moveTo>
                    <a:pt x="6759460" y="584199"/>
                  </a:moveTo>
                  <a:lnTo>
                    <a:pt x="6740410" y="584199"/>
                  </a:lnTo>
                  <a:lnTo>
                    <a:pt x="6740410" y="571499"/>
                  </a:lnTo>
                  <a:lnTo>
                    <a:pt x="6759460" y="571499"/>
                  </a:lnTo>
                  <a:lnTo>
                    <a:pt x="6759460" y="584199"/>
                  </a:lnTo>
                  <a:close/>
                </a:path>
                <a:path w="13754100" h="584200">
                  <a:moveTo>
                    <a:pt x="6784848" y="584199"/>
                  </a:moveTo>
                  <a:lnTo>
                    <a:pt x="6765810" y="584199"/>
                  </a:lnTo>
                  <a:lnTo>
                    <a:pt x="6765810" y="571499"/>
                  </a:lnTo>
                  <a:lnTo>
                    <a:pt x="6784848" y="571499"/>
                  </a:lnTo>
                  <a:lnTo>
                    <a:pt x="6784848" y="584199"/>
                  </a:lnTo>
                  <a:close/>
                </a:path>
                <a:path w="13754100" h="584200">
                  <a:moveTo>
                    <a:pt x="6810248" y="584199"/>
                  </a:moveTo>
                  <a:lnTo>
                    <a:pt x="6791198" y="584199"/>
                  </a:lnTo>
                  <a:lnTo>
                    <a:pt x="6791198" y="571499"/>
                  </a:lnTo>
                  <a:lnTo>
                    <a:pt x="6810248" y="571499"/>
                  </a:lnTo>
                  <a:lnTo>
                    <a:pt x="6810248" y="584199"/>
                  </a:lnTo>
                  <a:close/>
                </a:path>
                <a:path w="13754100" h="584200">
                  <a:moveTo>
                    <a:pt x="6835635" y="584199"/>
                  </a:moveTo>
                  <a:lnTo>
                    <a:pt x="6816598" y="584199"/>
                  </a:lnTo>
                  <a:lnTo>
                    <a:pt x="6816598" y="571499"/>
                  </a:lnTo>
                  <a:lnTo>
                    <a:pt x="6835635" y="571499"/>
                  </a:lnTo>
                  <a:lnTo>
                    <a:pt x="6835635" y="584199"/>
                  </a:lnTo>
                  <a:close/>
                </a:path>
                <a:path w="13754100" h="584200">
                  <a:moveTo>
                    <a:pt x="6861035" y="584199"/>
                  </a:moveTo>
                  <a:lnTo>
                    <a:pt x="6841985" y="584199"/>
                  </a:lnTo>
                  <a:lnTo>
                    <a:pt x="6841985" y="571499"/>
                  </a:lnTo>
                  <a:lnTo>
                    <a:pt x="6861035" y="571499"/>
                  </a:lnTo>
                  <a:lnTo>
                    <a:pt x="6861035" y="584199"/>
                  </a:lnTo>
                  <a:close/>
                </a:path>
                <a:path w="13754100" h="584200">
                  <a:moveTo>
                    <a:pt x="6886422" y="584199"/>
                  </a:moveTo>
                  <a:lnTo>
                    <a:pt x="6867385" y="584199"/>
                  </a:lnTo>
                  <a:lnTo>
                    <a:pt x="6867385" y="571499"/>
                  </a:lnTo>
                  <a:lnTo>
                    <a:pt x="6886422" y="571499"/>
                  </a:lnTo>
                  <a:lnTo>
                    <a:pt x="6886422" y="584199"/>
                  </a:lnTo>
                  <a:close/>
                </a:path>
                <a:path w="13754100" h="584200">
                  <a:moveTo>
                    <a:pt x="6911822" y="584199"/>
                  </a:moveTo>
                  <a:lnTo>
                    <a:pt x="6892772" y="584199"/>
                  </a:lnTo>
                  <a:lnTo>
                    <a:pt x="6892772" y="571499"/>
                  </a:lnTo>
                  <a:lnTo>
                    <a:pt x="6911822" y="571499"/>
                  </a:lnTo>
                  <a:lnTo>
                    <a:pt x="6911822" y="584199"/>
                  </a:lnTo>
                  <a:close/>
                </a:path>
                <a:path w="13754100" h="584200">
                  <a:moveTo>
                    <a:pt x="6937209" y="584199"/>
                  </a:moveTo>
                  <a:lnTo>
                    <a:pt x="6918172" y="584199"/>
                  </a:lnTo>
                  <a:lnTo>
                    <a:pt x="6918172" y="571499"/>
                  </a:lnTo>
                  <a:lnTo>
                    <a:pt x="6937209" y="571499"/>
                  </a:lnTo>
                  <a:lnTo>
                    <a:pt x="6937209" y="584199"/>
                  </a:lnTo>
                  <a:close/>
                </a:path>
                <a:path w="13754100" h="584200">
                  <a:moveTo>
                    <a:pt x="6962609" y="584199"/>
                  </a:moveTo>
                  <a:lnTo>
                    <a:pt x="6943559" y="584199"/>
                  </a:lnTo>
                  <a:lnTo>
                    <a:pt x="6943559" y="571499"/>
                  </a:lnTo>
                  <a:lnTo>
                    <a:pt x="6962609" y="571499"/>
                  </a:lnTo>
                  <a:lnTo>
                    <a:pt x="6962609" y="584199"/>
                  </a:lnTo>
                  <a:close/>
                </a:path>
                <a:path w="13754100" h="584200">
                  <a:moveTo>
                    <a:pt x="6987997" y="584199"/>
                  </a:moveTo>
                  <a:lnTo>
                    <a:pt x="6968959" y="584199"/>
                  </a:lnTo>
                  <a:lnTo>
                    <a:pt x="6968959" y="571499"/>
                  </a:lnTo>
                  <a:lnTo>
                    <a:pt x="6987997" y="571499"/>
                  </a:lnTo>
                  <a:lnTo>
                    <a:pt x="6987997" y="584199"/>
                  </a:lnTo>
                  <a:close/>
                </a:path>
                <a:path w="13754100" h="584200">
                  <a:moveTo>
                    <a:pt x="7013397" y="584199"/>
                  </a:moveTo>
                  <a:lnTo>
                    <a:pt x="6994347" y="584199"/>
                  </a:lnTo>
                  <a:lnTo>
                    <a:pt x="6994347" y="571499"/>
                  </a:lnTo>
                  <a:lnTo>
                    <a:pt x="7013397" y="571499"/>
                  </a:lnTo>
                  <a:lnTo>
                    <a:pt x="7013397" y="584199"/>
                  </a:lnTo>
                  <a:close/>
                </a:path>
                <a:path w="13754100" h="584200">
                  <a:moveTo>
                    <a:pt x="7038784" y="584199"/>
                  </a:moveTo>
                  <a:lnTo>
                    <a:pt x="7019747" y="584199"/>
                  </a:lnTo>
                  <a:lnTo>
                    <a:pt x="7019747" y="571499"/>
                  </a:lnTo>
                  <a:lnTo>
                    <a:pt x="7038784" y="571499"/>
                  </a:lnTo>
                  <a:lnTo>
                    <a:pt x="7038784" y="584199"/>
                  </a:lnTo>
                  <a:close/>
                </a:path>
                <a:path w="13754100" h="584200">
                  <a:moveTo>
                    <a:pt x="7064184" y="584199"/>
                  </a:moveTo>
                  <a:lnTo>
                    <a:pt x="7045134" y="584199"/>
                  </a:lnTo>
                  <a:lnTo>
                    <a:pt x="7045134" y="571499"/>
                  </a:lnTo>
                  <a:lnTo>
                    <a:pt x="7064184" y="571499"/>
                  </a:lnTo>
                  <a:lnTo>
                    <a:pt x="7064184" y="584199"/>
                  </a:lnTo>
                  <a:close/>
                </a:path>
                <a:path w="13754100" h="584200">
                  <a:moveTo>
                    <a:pt x="7089571" y="584199"/>
                  </a:moveTo>
                  <a:lnTo>
                    <a:pt x="7070534" y="584199"/>
                  </a:lnTo>
                  <a:lnTo>
                    <a:pt x="7070534" y="571499"/>
                  </a:lnTo>
                  <a:lnTo>
                    <a:pt x="7089571" y="571499"/>
                  </a:lnTo>
                  <a:lnTo>
                    <a:pt x="7089571" y="584199"/>
                  </a:lnTo>
                  <a:close/>
                </a:path>
                <a:path w="13754100" h="584200">
                  <a:moveTo>
                    <a:pt x="7114971" y="584199"/>
                  </a:moveTo>
                  <a:lnTo>
                    <a:pt x="7095921" y="584199"/>
                  </a:lnTo>
                  <a:lnTo>
                    <a:pt x="7095921" y="571499"/>
                  </a:lnTo>
                  <a:lnTo>
                    <a:pt x="7114971" y="571499"/>
                  </a:lnTo>
                  <a:lnTo>
                    <a:pt x="7114971" y="584199"/>
                  </a:lnTo>
                  <a:close/>
                </a:path>
                <a:path w="13754100" h="584200">
                  <a:moveTo>
                    <a:pt x="7140359" y="584199"/>
                  </a:moveTo>
                  <a:lnTo>
                    <a:pt x="7121321" y="584199"/>
                  </a:lnTo>
                  <a:lnTo>
                    <a:pt x="7121321" y="571499"/>
                  </a:lnTo>
                  <a:lnTo>
                    <a:pt x="7140359" y="571499"/>
                  </a:lnTo>
                  <a:lnTo>
                    <a:pt x="7140359" y="584199"/>
                  </a:lnTo>
                  <a:close/>
                </a:path>
                <a:path w="13754100" h="584200">
                  <a:moveTo>
                    <a:pt x="7165759" y="584199"/>
                  </a:moveTo>
                  <a:lnTo>
                    <a:pt x="7146709" y="584199"/>
                  </a:lnTo>
                  <a:lnTo>
                    <a:pt x="7146709" y="571499"/>
                  </a:lnTo>
                  <a:lnTo>
                    <a:pt x="7165759" y="571499"/>
                  </a:lnTo>
                  <a:lnTo>
                    <a:pt x="7165759" y="584199"/>
                  </a:lnTo>
                  <a:close/>
                </a:path>
                <a:path w="13754100" h="584200">
                  <a:moveTo>
                    <a:pt x="7191146" y="584199"/>
                  </a:moveTo>
                  <a:lnTo>
                    <a:pt x="7172109" y="584199"/>
                  </a:lnTo>
                  <a:lnTo>
                    <a:pt x="7172109" y="571499"/>
                  </a:lnTo>
                  <a:lnTo>
                    <a:pt x="7191146" y="571499"/>
                  </a:lnTo>
                  <a:lnTo>
                    <a:pt x="7191146" y="584199"/>
                  </a:lnTo>
                  <a:close/>
                </a:path>
                <a:path w="13754100" h="584200">
                  <a:moveTo>
                    <a:pt x="7216546" y="584199"/>
                  </a:moveTo>
                  <a:lnTo>
                    <a:pt x="7197496" y="584199"/>
                  </a:lnTo>
                  <a:lnTo>
                    <a:pt x="7197496" y="571499"/>
                  </a:lnTo>
                  <a:lnTo>
                    <a:pt x="7216546" y="571499"/>
                  </a:lnTo>
                  <a:lnTo>
                    <a:pt x="7216546" y="584199"/>
                  </a:lnTo>
                  <a:close/>
                </a:path>
                <a:path w="13754100" h="584200">
                  <a:moveTo>
                    <a:pt x="7241946" y="584199"/>
                  </a:moveTo>
                  <a:lnTo>
                    <a:pt x="7222896" y="584199"/>
                  </a:lnTo>
                  <a:lnTo>
                    <a:pt x="7222896" y="571499"/>
                  </a:lnTo>
                  <a:lnTo>
                    <a:pt x="7241946" y="571499"/>
                  </a:lnTo>
                  <a:lnTo>
                    <a:pt x="7241946" y="584199"/>
                  </a:lnTo>
                  <a:close/>
                </a:path>
                <a:path w="13754100" h="584200">
                  <a:moveTo>
                    <a:pt x="7267333" y="584199"/>
                  </a:moveTo>
                  <a:lnTo>
                    <a:pt x="7248283" y="584199"/>
                  </a:lnTo>
                  <a:lnTo>
                    <a:pt x="7248283" y="571499"/>
                  </a:lnTo>
                  <a:lnTo>
                    <a:pt x="7267333" y="571499"/>
                  </a:lnTo>
                  <a:lnTo>
                    <a:pt x="7267333" y="584199"/>
                  </a:lnTo>
                  <a:close/>
                </a:path>
                <a:path w="13754100" h="584200">
                  <a:moveTo>
                    <a:pt x="7292733" y="584199"/>
                  </a:moveTo>
                  <a:lnTo>
                    <a:pt x="7273683" y="584199"/>
                  </a:lnTo>
                  <a:lnTo>
                    <a:pt x="7273683" y="571499"/>
                  </a:lnTo>
                  <a:lnTo>
                    <a:pt x="7292733" y="571499"/>
                  </a:lnTo>
                  <a:lnTo>
                    <a:pt x="7292733" y="584199"/>
                  </a:lnTo>
                  <a:close/>
                </a:path>
                <a:path w="13754100" h="584200">
                  <a:moveTo>
                    <a:pt x="7318121" y="584199"/>
                  </a:moveTo>
                  <a:lnTo>
                    <a:pt x="7299071" y="584199"/>
                  </a:lnTo>
                  <a:lnTo>
                    <a:pt x="7299071" y="571499"/>
                  </a:lnTo>
                  <a:lnTo>
                    <a:pt x="7318121" y="571499"/>
                  </a:lnTo>
                  <a:lnTo>
                    <a:pt x="7318121" y="584199"/>
                  </a:lnTo>
                  <a:close/>
                </a:path>
                <a:path w="13754100" h="584200">
                  <a:moveTo>
                    <a:pt x="7343521" y="584199"/>
                  </a:moveTo>
                  <a:lnTo>
                    <a:pt x="7324471" y="584199"/>
                  </a:lnTo>
                  <a:lnTo>
                    <a:pt x="7324471" y="571499"/>
                  </a:lnTo>
                  <a:lnTo>
                    <a:pt x="7343521" y="571499"/>
                  </a:lnTo>
                  <a:lnTo>
                    <a:pt x="7343521" y="584199"/>
                  </a:lnTo>
                  <a:close/>
                </a:path>
                <a:path w="13754100" h="584200">
                  <a:moveTo>
                    <a:pt x="7368908" y="584199"/>
                  </a:moveTo>
                  <a:lnTo>
                    <a:pt x="7349858" y="584199"/>
                  </a:lnTo>
                  <a:lnTo>
                    <a:pt x="7349858" y="571499"/>
                  </a:lnTo>
                  <a:lnTo>
                    <a:pt x="7368908" y="571499"/>
                  </a:lnTo>
                  <a:lnTo>
                    <a:pt x="7368908" y="584199"/>
                  </a:lnTo>
                  <a:close/>
                </a:path>
                <a:path w="13754100" h="584200">
                  <a:moveTo>
                    <a:pt x="7394308" y="584199"/>
                  </a:moveTo>
                  <a:lnTo>
                    <a:pt x="7375258" y="584199"/>
                  </a:lnTo>
                  <a:lnTo>
                    <a:pt x="7375258" y="571499"/>
                  </a:lnTo>
                  <a:lnTo>
                    <a:pt x="7394308" y="571499"/>
                  </a:lnTo>
                  <a:lnTo>
                    <a:pt x="7394308" y="584199"/>
                  </a:lnTo>
                  <a:close/>
                </a:path>
                <a:path w="13754100" h="584200">
                  <a:moveTo>
                    <a:pt x="7419695" y="584199"/>
                  </a:moveTo>
                  <a:lnTo>
                    <a:pt x="7400645" y="584199"/>
                  </a:lnTo>
                  <a:lnTo>
                    <a:pt x="7400645" y="571499"/>
                  </a:lnTo>
                  <a:lnTo>
                    <a:pt x="7419695" y="571499"/>
                  </a:lnTo>
                  <a:lnTo>
                    <a:pt x="7419695" y="584199"/>
                  </a:lnTo>
                  <a:close/>
                </a:path>
                <a:path w="13754100" h="584200">
                  <a:moveTo>
                    <a:pt x="7445095" y="584199"/>
                  </a:moveTo>
                  <a:lnTo>
                    <a:pt x="7426045" y="584199"/>
                  </a:lnTo>
                  <a:lnTo>
                    <a:pt x="7426045" y="571499"/>
                  </a:lnTo>
                  <a:lnTo>
                    <a:pt x="7445095" y="571499"/>
                  </a:lnTo>
                  <a:lnTo>
                    <a:pt x="7445095" y="584199"/>
                  </a:lnTo>
                  <a:close/>
                </a:path>
                <a:path w="13754100" h="584200">
                  <a:moveTo>
                    <a:pt x="7470482" y="584199"/>
                  </a:moveTo>
                  <a:lnTo>
                    <a:pt x="7451432" y="584199"/>
                  </a:lnTo>
                  <a:lnTo>
                    <a:pt x="7451432" y="571499"/>
                  </a:lnTo>
                  <a:lnTo>
                    <a:pt x="7470482" y="571499"/>
                  </a:lnTo>
                  <a:lnTo>
                    <a:pt x="7470482" y="584199"/>
                  </a:lnTo>
                  <a:close/>
                </a:path>
                <a:path w="13754100" h="584200">
                  <a:moveTo>
                    <a:pt x="7495882" y="584199"/>
                  </a:moveTo>
                  <a:lnTo>
                    <a:pt x="7476832" y="584199"/>
                  </a:lnTo>
                  <a:lnTo>
                    <a:pt x="7476832" y="571499"/>
                  </a:lnTo>
                  <a:lnTo>
                    <a:pt x="7495882" y="571499"/>
                  </a:lnTo>
                  <a:lnTo>
                    <a:pt x="7495882" y="584199"/>
                  </a:lnTo>
                  <a:close/>
                </a:path>
                <a:path w="13754100" h="584200">
                  <a:moveTo>
                    <a:pt x="7521270" y="584199"/>
                  </a:moveTo>
                  <a:lnTo>
                    <a:pt x="7502232" y="584199"/>
                  </a:lnTo>
                  <a:lnTo>
                    <a:pt x="7502232" y="571499"/>
                  </a:lnTo>
                  <a:lnTo>
                    <a:pt x="7521270" y="571499"/>
                  </a:lnTo>
                  <a:lnTo>
                    <a:pt x="7521270" y="584199"/>
                  </a:lnTo>
                  <a:close/>
                </a:path>
                <a:path w="13754100" h="584200">
                  <a:moveTo>
                    <a:pt x="7546670" y="584199"/>
                  </a:moveTo>
                  <a:lnTo>
                    <a:pt x="7527620" y="584199"/>
                  </a:lnTo>
                  <a:lnTo>
                    <a:pt x="7527620" y="571499"/>
                  </a:lnTo>
                  <a:lnTo>
                    <a:pt x="7546670" y="571499"/>
                  </a:lnTo>
                  <a:lnTo>
                    <a:pt x="7546670" y="584199"/>
                  </a:lnTo>
                  <a:close/>
                </a:path>
                <a:path w="13754100" h="584200">
                  <a:moveTo>
                    <a:pt x="7572057" y="584199"/>
                  </a:moveTo>
                  <a:lnTo>
                    <a:pt x="7553020" y="584199"/>
                  </a:lnTo>
                  <a:lnTo>
                    <a:pt x="7553020" y="571499"/>
                  </a:lnTo>
                  <a:lnTo>
                    <a:pt x="7572057" y="571499"/>
                  </a:lnTo>
                  <a:lnTo>
                    <a:pt x="7572057" y="584199"/>
                  </a:lnTo>
                  <a:close/>
                </a:path>
                <a:path w="13754100" h="584200">
                  <a:moveTo>
                    <a:pt x="7597457" y="584199"/>
                  </a:moveTo>
                  <a:lnTo>
                    <a:pt x="7578407" y="584199"/>
                  </a:lnTo>
                  <a:lnTo>
                    <a:pt x="7578407" y="571499"/>
                  </a:lnTo>
                  <a:lnTo>
                    <a:pt x="7597457" y="571499"/>
                  </a:lnTo>
                  <a:lnTo>
                    <a:pt x="7597457" y="584199"/>
                  </a:lnTo>
                  <a:close/>
                </a:path>
                <a:path w="13754100" h="584200">
                  <a:moveTo>
                    <a:pt x="7622844" y="584199"/>
                  </a:moveTo>
                  <a:lnTo>
                    <a:pt x="7603807" y="584199"/>
                  </a:lnTo>
                  <a:lnTo>
                    <a:pt x="7603807" y="571499"/>
                  </a:lnTo>
                  <a:lnTo>
                    <a:pt x="7622844" y="571499"/>
                  </a:lnTo>
                  <a:lnTo>
                    <a:pt x="7622844" y="584199"/>
                  </a:lnTo>
                  <a:close/>
                </a:path>
                <a:path w="13754100" h="584200">
                  <a:moveTo>
                    <a:pt x="7648244" y="584199"/>
                  </a:moveTo>
                  <a:lnTo>
                    <a:pt x="7629194" y="584199"/>
                  </a:lnTo>
                  <a:lnTo>
                    <a:pt x="7629194" y="571499"/>
                  </a:lnTo>
                  <a:lnTo>
                    <a:pt x="7648244" y="571499"/>
                  </a:lnTo>
                  <a:lnTo>
                    <a:pt x="7648244" y="584199"/>
                  </a:lnTo>
                  <a:close/>
                </a:path>
                <a:path w="13754100" h="584200">
                  <a:moveTo>
                    <a:pt x="7673632" y="584199"/>
                  </a:moveTo>
                  <a:lnTo>
                    <a:pt x="7654594" y="584199"/>
                  </a:lnTo>
                  <a:lnTo>
                    <a:pt x="7654594" y="571499"/>
                  </a:lnTo>
                  <a:lnTo>
                    <a:pt x="7673632" y="571499"/>
                  </a:lnTo>
                  <a:lnTo>
                    <a:pt x="7673632" y="584199"/>
                  </a:lnTo>
                  <a:close/>
                </a:path>
                <a:path w="13754100" h="584200">
                  <a:moveTo>
                    <a:pt x="7699032" y="584199"/>
                  </a:moveTo>
                  <a:lnTo>
                    <a:pt x="7679982" y="584199"/>
                  </a:lnTo>
                  <a:lnTo>
                    <a:pt x="7679982" y="571499"/>
                  </a:lnTo>
                  <a:lnTo>
                    <a:pt x="7699032" y="571499"/>
                  </a:lnTo>
                  <a:lnTo>
                    <a:pt x="7699032" y="584199"/>
                  </a:lnTo>
                  <a:close/>
                </a:path>
                <a:path w="13754100" h="584200">
                  <a:moveTo>
                    <a:pt x="7724419" y="584199"/>
                  </a:moveTo>
                  <a:lnTo>
                    <a:pt x="7705382" y="584199"/>
                  </a:lnTo>
                  <a:lnTo>
                    <a:pt x="7705382" y="571499"/>
                  </a:lnTo>
                  <a:lnTo>
                    <a:pt x="7724419" y="571499"/>
                  </a:lnTo>
                  <a:lnTo>
                    <a:pt x="7724419" y="584199"/>
                  </a:lnTo>
                  <a:close/>
                </a:path>
                <a:path w="13754100" h="584200">
                  <a:moveTo>
                    <a:pt x="7749819" y="584199"/>
                  </a:moveTo>
                  <a:lnTo>
                    <a:pt x="7730769" y="584199"/>
                  </a:lnTo>
                  <a:lnTo>
                    <a:pt x="7730769" y="571499"/>
                  </a:lnTo>
                  <a:lnTo>
                    <a:pt x="7749819" y="571499"/>
                  </a:lnTo>
                  <a:lnTo>
                    <a:pt x="7749819" y="584199"/>
                  </a:lnTo>
                  <a:close/>
                </a:path>
                <a:path w="13754100" h="584200">
                  <a:moveTo>
                    <a:pt x="7775206" y="584199"/>
                  </a:moveTo>
                  <a:lnTo>
                    <a:pt x="7756169" y="584199"/>
                  </a:lnTo>
                  <a:lnTo>
                    <a:pt x="7756169" y="571499"/>
                  </a:lnTo>
                  <a:lnTo>
                    <a:pt x="7775206" y="571499"/>
                  </a:lnTo>
                  <a:lnTo>
                    <a:pt x="7775206" y="584199"/>
                  </a:lnTo>
                  <a:close/>
                </a:path>
                <a:path w="13754100" h="584200">
                  <a:moveTo>
                    <a:pt x="7800606" y="584199"/>
                  </a:moveTo>
                  <a:lnTo>
                    <a:pt x="7781556" y="584199"/>
                  </a:lnTo>
                  <a:lnTo>
                    <a:pt x="7781556" y="571499"/>
                  </a:lnTo>
                  <a:lnTo>
                    <a:pt x="7800606" y="571499"/>
                  </a:lnTo>
                  <a:lnTo>
                    <a:pt x="7800606" y="584199"/>
                  </a:lnTo>
                  <a:close/>
                </a:path>
                <a:path w="13754100" h="584200">
                  <a:moveTo>
                    <a:pt x="7825994" y="584199"/>
                  </a:moveTo>
                  <a:lnTo>
                    <a:pt x="7806956" y="584199"/>
                  </a:lnTo>
                  <a:lnTo>
                    <a:pt x="7806956" y="571499"/>
                  </a:lnTo>
                  <a:lnTo>
                    <a:pt x="7825994" y="571499"/>
                  </a:lnTo>
                  <a:lnTo>
                    <a:pt x="7825994" y="584199"/>
                  </a:lnTo>
                  <a:close/>
                </a:path>
                <a:path w="13754100" h="584200">
                  <a:moveTo>
                    <a:pt x="7851394" y="584199"/>
                  </a:moveTo>
                  <a:lnTo>
                    <a:pt x="7832344" y="584199"/>
                  </a:lnTo>
                  <a:lnTo>
                    <a:pt x="7832344" y="571499"/>
                  </a:lnTo>
                  <a:lnTo>
                    <a:pt x="7851394" y="571499"/>
                  </a:lnTo>
                  <a:lnTo>
                    <a:pt x="7851394" y="584199"/>
                  </a:lnTo>
                  <a:close/>
                </a:path>
                <a:path w="13754100" h="584200">
                  <a:moveTo>
                    <a:pt x="7876781" y="584199"/>
                  </a:moveTo>
                  <a:lnTo>
                    <a:pt x="7857744" y="584199"/>
                  </a:lnTo>
                  <a:lnTo>
                    <a:pt x="7857744" y="571499"/>
                  </a:lnTo>
                  <a:lnTo>
                    <a:pt x="7876781" y="571499"/>
                  </a:lnTo>
                  <a:lnTo>
                    <a:pt x="7876781" y="584199"/>
                  </a:lnTo>
                  <a:close/>
                </a:path>
                <a:path w="13754100" h="584200">
                  <a:moveTo>
                    <a:pt x="7902181" y="584199"/>
                  </a:moveTo>
                  <a:lnTo>
                    <a:pt x="7883131" y="584199"/>
                  </a:lnTo>
                  <a:lnTo>
                    <a:pt x="7883131" y="571499"/>
                  </a:lnTo>
                  <a:lnTo>
                    <a:pt x="7902181" y="571499"/>
                  </a:lnTo>
                  <a:lnTo>
                    <a:pt x="7902181" y="584199"/>
                  </a:lnTo>
                  <a:close/>
                </a:path>
                <a:path w="13754100" h="584200">
                  <a:moveTo>
                    <a:pt x="7927568" y="584199"/>
                  </a:moveTo>
                  <a:lnTo>
                    <a:pt x="7908531" y="584199"/>
                  </a:lnTo>
                  <a:lnTo>
                    <a:pt x="7908531" y="571499"/>
                  </a:lnTo>
                  <a:lnTo>
                    <a:pt x="7927568" y="571499"/>
                  </a:lnTo>
                  <a:lnTo>
                    <a:pt x="7927568" y="584199"/>
                  </a:lnTo>
                  <a:close/>
                </a:path>
                <a:path w="13754100" h="584200">
                  <a:moveTo>
                    <a:pt x="7952968" y="584199"/>
                  </a:moveTo>
                  <a:lnTo>
                    <a:pt x="7933918" y="584199"/>
                  </a:lnTo>
                  <a:lnTo>
                    <a:pt x="7933918" y="571499"/>
                  </a:lnTo>
                  <a:lnTo>
                    <a:pt x="7952968" y="571499"/>
                  </a:lnTo>
                  <a:lnTo>
                    <a:pt x="7952968" y="584199"/>
                  </a:lnTo>
                  <a:close/>
                </a:path>
                <a:path w="13754100" h="584200">
                  <a:moveTo>
                    <a:pt x="7978355" y="584199"/>
                  </a:moveTo>
                  <a:lnTo>
                    <a:pt x="7959318" y="584199"/>
                  </a:lnTo>
                  <a:lnTo>
                    <a:pt x="7959318" y="571499"/>
                  </a:lnTo>
                  <a:lnTo>
                    <a:pt x="7978355" y="571499"/>
                  </a:lnTo>
                  <a:lnTo>
                    <a:pt x="7978355" y="584199"/>
                  </a:lnTo>
                  <a:close/>
                </a:path>
                <a:path w="13754100" h="584200">
                  <a:moveTo>
                    <a:pt x="8003755" y="584199"/>
                  </a:moveTo>
                  <a:lnTo>
                    <a:pt x="7984705" y="584199"/>
                  </a:lnTo>
                  <a:lnTo>
                    <a:pt x="7984705" y="571499"/>
                  </a:lnTo>
                  <a:lnTo>
                    <a:pt x="8003755" y="571499"/>
                  </a:lnTo>
                  <a:lnTo>
                    <a:pt x="8003755" y="584199"/>
                  </a:lnTo>
                  <a:close/>
                </a:path>
                <a:path w="13754100" h="584200">
                  <a:moveTo>
                    <a:pt x="8029143" y="584199"/>
                  </a:moveTo>
                  <a:lnTo>
                    <a:pt x="8010105" y="584199"/>
                  </a:lnTo>
                  <a:lnTo>
                    <a:pt x="8010105" y="571499"/>
                  </a:lnTo>
                  <a:lnTo>
                    <a:pt x="8029143" y="571499"/>
                  </a:lnTo>
                  <a:lnTo>
                    <a:pt x="8029143" y="584199"/>
                  </a:lnTo>
                  <a:close/>
                </a:path>
                <a:path w="13754100" h="584200">
                  <a:moveTo>
                    <a:pt x="8054543" y="584199"/>
                  </a:moveTo>
                  <a:lnTo>
                    <a:pt x="8035493" y="584199"/>
                  </a:lnTo>
                  <a:lnTo>
                    <a:pt x="8035493" y="571499"/>
                  </a:lnTo>
                  <a:lnTo>
                    <a:pt x="8054543" y="571499"/>
                  </a:lnTo>
                  <a:lnTo>
                    <a:pt x="8054543" y="584199"/>
                  </a:lnTo>
                  <a:close/>
                </a:path>
                <a:path w="13754100" h="584200">
                  <a:moveTo>
                    <a:pt x="8079930" y="584199"/>
                  </a:moveTo>
                  <a:lnTo>
                    <a:pt x="8060893" y="584199"/>
                  </a:lnTo>
                  <a:lnTo>
                    <a:pt x="8060893" y="571499"/>
                  </a:lnTo>
                  <a:lnTo>
                    <a:pt x="8079930" y="571499"/>
                  </a:lnTo>
                  <a:lnTo>
                    <a:pt x="8079930" y="584199"/>
                  </a:lnTo>
                  <a:close/>
                </a:path>
                <a:path w="13754100" h="584200">
                  <a:moveTo>
                    <a:pt x="8105330" y="584199"/>
                  </a:moveTo>
                  <a:lnTo>
                    <a:pt x="8086280" y="584199"/>
                  </a:lnTo>
                  <a:lnTo>
                    <a:pt x="8086280" y="571499"/>
                  </a:lnTo>
                  <a:lnTo>
                    <a:pt x="8105330" y="571499"/>
                  </a:lnTo>
                  <a:lnTo>
                    <a:pt x="8105330" y="584199"/>
                  </a:lnTo>
                  <a:close/>
                </a:path>
                <a:path w="13754100" h="584200">
                  <a:moveTo>
                    <a:pt x="8130717" y="584199"/>
                  </a:moveTo>
                  <a:lnTo>
                    <a:pt x="8111680" y="584199"/>
                  </a:lnTo>
                  <a:lnTo>
                    <a:pt x="8111680" y="571499"/>
                  </a:lnTo>
                  <a:lnTo>
                    <a:pt x="8130717" y="571499"/>
                  </a:lnTo>
                  <a:lnTo>
                    <a:pt x="8130717" y="584199"/>
                  </a:lnTo>
                  <a:close/>
                </a:path>
                <a:path w="13754100" h="584200">
                  <a:moveTo>
                    <a:pt x="8156117" y="584199"/>
                  </a:moveTo>
                  <a:lnTo>
                    <a:pt x="8137067" y="584199"/>
                  </a:lnTo>
                  <a:lnTo>
                    <a:pt x="8137067" y="571499"/>
                  </a:lnTo>
                  <a:lnTo>
                    <a:pt x="8156117" y="571499"/>
                  </a:lnTo>
                  <a:lnTo>
                    <a:pt x="8156117" y="584199"/>
                  </a:lnTo>
                  <a:close/>
                </a:path>
                <a:path w="13754100" h="584200">
                  <a:moveTo>
                    <a:pt x="8181505" y="584199"/>
                  </a:moveTo>
                  <a:lnTo>
                    <a:pt x="8162467" y="584199"/>
                  </a:lnTo>
                  <a:lnTo>
                    <a:pt x="8162467" y="571499"/>
                  </a:lnTo>
                  <a:lnTo>
                    <a:pt x="8181505" y="571499"/>
                  </a:lnTo>
                  <a:lnTo>
                    <a:pt x="8181505" y="584199"/>
                  </a:lnTo>
                  <a:close/>
                </a:path>
                <a:path w="13754100" h="584200">
                  <a:moveTo>
                    <a:pt x="8206905" y="584199"/>
                  </a:moveTo>
                  <a:lnTo>
                    <a:pt x="8187855" y="584199"/>
                  </a:lnTo>
                  <a:lnTo>
                    <a:pt x="8187855" y="571499"/>
                  </a:lnTo>
                  <a:lnTo>
                    <a:pt x="8206905" y="571499"/>
                  </a:lnTo>
                  <a:lnTo>
                    <a:pt x="8206905" y="584199"/>
                  </a:lnTo>
                  <a:close/>
                </a:path>
                <a:path w="13754100" h="584200">
                  <a:moveTo>
                    <a:pt x="8232305" y="584199"/>
                  </a:moveTo>
                  <a:lnTo>
                    <a:pt x="8213255" y="584199"/>
                  </a:lnTo>
                  <a:lnTo>
                    <a:pt x="8213255" y="571499"/>
                  </a:lnTo>
                  <a:lnTo>
                    <a:pt x="8232305" y="571499"/>
                  </a:lnTo>
                  <a:lnTo>
                    <a:pt x="8232305" y="584199"/>
                  </a:lnTo>
                  <a:close/>
                </a:path>
                <a:path w="13754100" h="584200">
                  <a:moveTo>
                    <a:pt x="8257692" y="584199"/>
                  </a:moveTo>
                  <a:lnTo>
                    <a:pt x="8238642" y="584199"/>
                  </a:lnTo>
                  <a:lnTo>
                    <a:pt x="8238642" y="571499"/>
                  </a:lnTo>
                  <a:lnTo>
                    <a:pt x="8257692" y="571499"/>
                  </a:lnTo>
                  <a:lnTo>
                    <a:pt x="8257692" y="584199"/>
                  </a:lnTo>
                  <a:close/>
                </a:path>
                <a:path w="13754100" h="584200">
                  <a:moveTo>
                    <a:pt x="8283079" y="584199"/>
                  </a:moveTo>
                  <a:lnTo>
                    <a:pt x="8264042" y="584199"/>
                  </a:lnTo>
                  <a:lnTo>
                    <a:pt x="8264042" y="571499"/>
                  </a:lnTo>
                  <a:lnTo>
                    <a:pt x="8283079" y="571499"/>
                  </a:lnTo>
                  <a:lnTo>
                    <a:pt x="8283079" y="584199"/>
                  </a:lnTo>
                  <a:close/>
                </a:path>
                <a:path w="13754100" h="584200">
                  <a:moveTo>
                    <a:pt x="8308479" y="584199"/>
                  </a:moveTo>
                  <a:lnTo>
                    <a:pt x="8289429" y="584199"/>
                  </a:lnTo>
                  <a:lnTo>
                    <a:pt x="8289429" y="571499"/>
                  </a:lnTo>
                  <a:lnTo>
                    <a:pt x="8308479" y="571499"/>
                  </a:lnTo>
                  <a:lnTo>
                    <a:pt x="8308479" y="584199"/>
                  </a:lnTo>
                  <a:close/>
                </a:path>
                <a:path w="13754100" h="584200">
                  <a:moveTo>
                    <a:pt x="8333879" y="584199"/>
                  </a:moveTo>
                  <a:lnTo>
                    <a:pt x="8314829" y="584199"/>
                  </a:lnTo>
                  <a:lnTo>
                    <a:pt x="8314829" y="571499"/>
                  </a:lnTo>
                  <a:lnTo>
                    <a:pt x="8333879" y="571499"/>
                  </a:lnTo>
                  <a:lnTo>
                    <a:pt x="8333879" y="584199"/>
                  </a:lnTo>
                  <a:close/>
                </a:path>
                <a:path w="13754100" h="584200">
                  <a:moveTo>
                    <a:pt x="8359267" y="584199"/>
                  </a:moveTo>
                  <a:lnTo>
                    <a:pt x="8340217" y="584199"/>
                  </a:lnTo>
                  <a:lnTo>
                    <a:pt x="8340217" y="571499"/>
                  </a:lnTo>
                  <a:lnTo>
                    <a:pt x="8359267" y="571499"/>
                  </a:lnTo>
                  <a:lnTo>
                    <a:pt x="8359267" y="584199"/>
                  </a:lnTo>
                  <a:close/>
                </a:path>
                <a:path w="13754100" h="584200">
                  <a:moveTo>
                    <a:pt x="8384667" y="584199"/>
                  </a:moveTo>
                  <a:lnTo>
                    <a:pt x="8365617" y="584199"/>
                  </a:lnTo>
                  <a:lnTo>
                    <a:pt x="8365617" y="571499"/>
                  </a:lnTo>
                  <a:lnTo>
                    <a:pt x="8384667" y="571499"/>
                  </a:lnTo>
                  <a:lnTo>
                    <a:pt x="8384667" y="584199"/>
                  </a:lnTo>
                  <a:close/>
                </a:path>
                <a:path w="13754100" h="584200">
                  <a:moveTo>
                    <a:pt x="8410054" y="584199"/>
                  </a:moveTo>
                  <a:lnTo>
                    <a:pt x="8391004" y="584199"/>
                  </a:lnTo>
                  <a:lnTo>
                    <a:pt x="8391004" y="571499"/>
                  </a:lnTo>
                  <a:lnTo>
                    <a:pt x="8410054" y="571499"/>
                  </a:lnTo>
                  <a:lnTo>
                    <a:pt x="8410054" y="584199"/>
                  </a:lnTo>
                  <a:close/>
                </a:path>
                <a:path w="13754100" h="584200">
                  <a:moveTo>
                    <a:pt x="8435454" y="584199"/>
                  </a:moveTo>
                  <a:lnTo>
                    <a:pt x="8416404" y="584199"/>
                  </a:lnTo>
                  <a:lnTo>
                    <a:pt x="8416404" y="571499"/>
                  </a:lnTo>
                  <a:lnTo>
                    <a:pt x="8435454" y="571499"/>
                  </a:lnTo>
                  <a:lnTo>
                    <a:pt x="8435454" y="584199"/>
                  </a:lnTo>
                  <a:close/>
                </a:path>
                <a:path w="13754100" h="584200">
                  <a:moveTo>
                    <a:pt x="8460841" y="584199"/>
                  </a:moveTo>
                  <a:lnTo>
                    <a:pt x="8441791" y="584199"/>
                  </a:lnTo>
                  <a:lnTo>
                    <a:pt x="8441791" y="571499"/>
                  </a:lnTo>
                  <a:lnTo>
                    <a:pt x="8460841" y="571499"/>
                  </a:lnTo>
                  <a:lnTo>
                    <a:pt x="8460841" y="584199"/>
                  </a:lnTo>
                  <a:close/>
                </a:path>
                <a:path w="13754100" h="584200">
                  <a:moveTo>
                    <a:pt x="8486241" y="584199"/>
                  </a:moveTo>
                  <a:lnTo>
                    <a:pt x="8467191" y="584199"/>
                  </a:lnTo>
                  <a:lnTo>
                    <a:pt x="8467191" y="571499"/>
                  </a:lnTo>
                  <a:lnTo>
                    <a:pt x="8486241" y="571499"/>
                  </a:lnTo>
                  <a:lnTo>
                    <a:pt x="8486241" y="584199"/>
                  </a:lnTo>
                  <a:close/>
                </a:path>
                <a:path w="13754100" h="584200">
                  <a:moveTo>
                    <a:pt x="8511628" y="584199"/>
                  </a:moveTo>
                  <a:lnTo>
                    <a:pt x="8492578" y="584199"/>
                  </a:lnTo>
                  <a:lnTo>
                    <a:pt x="8492578" y="571499"/>
                  </a:lnTo>
                  <a:lnTo>
                    <a:pt x="8511628" y="571499"/>
                  </a:lnTo>
                  <a:lnTo>
                    <a:pt x="8511628" y="584199"/>
                  </a:lnTo>
                  <a:close/>
                </a:path>
                <a:path w="13754100" h="584200">
                  <a:moveTo>
                    <a:pt x="8537028" y="584199"/>
                  </a:moveTo>
                  <a:lnTo>
                    <a:pt x="8517978" y="584199"/>
                  </a:lnTo>
                  <a:lnTo>
                    <a:pt x="8517978" y="571499"/>
                  </a:lnTo>
                  <a:lnTo>
                    <a:pt x="8537028" y="571499"/>
                  </a:lnTo>
                  <a:lnTo>
                    <a:pt x="8537028" y="584199"/>
                  </a:lnTo>
                  <a:close/>
                </a:path>
                <a:path w="13754100" h="584200">
                  <a:moveTo>
                    <a:pt x="8562416" y="584199"/>
                  </a:moveTo>
                  <a:lnTo>
                    <a:pt x="8543366" y="584199"/>
                  </a:lnTo>
                  <a:lnTo>
                    <a:pt x="8543366" y="571499"/>
                  </a:lnTo>
                  <a:lnTo>
                    <a:pt x="8562416" y="571499"/>
                  </a:lnTo>
                  <a:lnTo>
                    <a:pt x="8562416" y="584199"/>
                  </a:lnTo>
                  <a:close/>
                </a:path>
                <a:path w="13754100" h="584200">
                  <a:moveTo>
                    <a:pt x="8587816" y="584199"/>
                  </a:moveTo>
                  <a:lnTo>
                    <a:pt x="8568766" y="584199"/>
                  </a:lnTo>
                  <a:lnTo>
                    <a:pt x="8568766" y="571499"/>
                  </a:lnTo>
                  <a:lnTo>
                    <a:pt x="8587816" y="571499"/>
                  </a:lnTo>
                  <a:lnTo>
                    <a:pt x="8587816" y="584199"/>
                  </a:lnTo>
                  <a:close/>
                </a:path>
                <a:path w="13754100" h="584200">
                  <a:moveTo>
                    <a:pt x="8613203" y="584199"/>
                  </a:moveTo>
                  <a:lnTo>
                    <a:pt x="8594166" y="584199"/>
                  </a:lnTo>
                  <a:lnTo>
                    <a:pt x="8594166" y="571499"/>
                  </a:lnTo>
                  <a:lnTo>
                    <a:pt x="8613203" y="571499"/>
                  </a:lnTo>
                  <a:lnTo>
                    <a:pt x="8613203" y="584199"/>
                  </a:lnTo>
                  <a:close/>
                </a:path>
                <a:path w="13754100" h="584200">
                  <a:moveTo>
                    <a:pt x="8638603" y="584199"/>
                  </a:moveTo>
                  <a:lnTo>
                    <a:pt x="8619553" y="584199"/>
                  </a:lnTo>
                  <a:lnTo>
                    <a:pt x="8619553" y="571499"/>
                  </a:lnTo>
                  <a:lnTo>
                    <a:pt x="8638603" y="571499"/>
                  </a:lnTo>
                  <a:lnTo>
                    <a:pt x="8638603" y="584199"/>
                  </a:lnTo>
                  <a:close/>
                </a:path>
                <a:path w="13754100" h="584200">
                  <a:moveTo>
                    <a:pt x="8663990" y="584199"/>
                  </a:moveTo>
                  <a:lnTo>
                    <a:pt x="8644953" y="584199"/>
                  </a:lnTo>
                  <a:lnTo>
                    <a:pt x="8644953" y="571499"/>
                  </a:lnTo>
                  <a:lnTo>
                    <a:pt x="8663990" y="571499"/>
                  </a:lnTo>
                  <a:lnTo>
                    <a:pt x="8663990" y="584199"/>
                  </a:lnTo>
                  <a:close/>
                </a:path>
                <a:path w="13754100" h="584200">
                  <a:moveTo>
                    <a:pt x="8689390" y="584199"/>
                  </a:moveTo>
                  <a:lnTo>
                    <a:pt x="8670340" y="584199"/>
                  </a:lnTo>
                  <a:lnTo>
                    <a:pt x="8670340" y="571499"/>
                  </a:lnTo>
                  <a:lnTo>
                    <a:pt x="8689390" y="571499"/>
                  </a:lnTo>
                  <a:lnTo>
                    <a:pt x="8689390" y="584199"/>
                  </a:lnTo>
                  <a:close/>
                </a:path>
                <a:path w="13754100" h="584200">
                  <a:moveTo>
                    <a:pt x="8714778" y="584199"/>
                  </a:moveTo>
                  <a:lnTo>
                    <a:pt x="8695740" y="584199"/>
                  </a:lnTo>
                  <a:lnTo>
                    <a:pt x="8695740" y="571499"/>
                  </a:lnTo>
                  <a:lnTo>
                    <a:pt x="8714778" y="571499"/>
                  </a:lnTo>
                  <a:lnTo>
                    <a:pt x="8714778" y="584199"/>
                  </a:lnTo>
                  <a:close/>
                </a:path>
                <a:path w="13754100" h="584200">
                  <a:moveTo>
                    <a:pt x="8740178" y="584199"/>
                  </a:moveTo>
                  <a:lnTo>
                    <a:pt x="8721128" y="584199"/>
                  </a:lnTo>
                  <a:lnTo>
                    <a:pt x="8721128" y="571499"/>
                  </a:lnTo>
                  <a:lnTo>
                    <a:pt x="8740178" y="571499"/>
                  </a:lnTo>
                  <a:lnTo>
                    <a:pt x="8740178" y="584199"/>
                  </a:lnTo>
                  <a:close/>
                </a:path>
                <a:path w="13754100" h="584200">
                  <a:moveTo>
                    <a:pt x="8765565" y="584199"/>
                  </a:moveTo>
                  <a:lnTo>
                    <a:pt x="8746528" y="584199"/>
                  </a:lnTo>
                  <a:lnTo>
                    <a:pt x="8746528" y="571499"/>
                  </a:lnTo>
                  <a:lnTo>
                    <a:pt x="8765565" y="571499"/>
                  </a:lnTo>
                  <a:lnTo>
                    <a:pt x="8765565" y="584199"/>
                  </a:lnTo>
                  <a:close/>
                </a:path>
                <a:path w="13754100" h="584200">
                  <a:moveTo>
                    <a:pt x="8790965" y="584199"/>
                  </a:moveTo>
                  <a:lnTo>
                    <a:pt x="8771915" y="584199"/>
                  </a:lnTo>
                  <a:lnTo>
                    <a:pt x="8771915" y="571499"/>
                  </a:lnTo>
                  <a:lnTo>
                    <a:pt x="8790965" y="571499"/>
                  </a:lnTo>
                  <a:lnTo>
                    <a:pt x="8790965" y="584199"/>
                  </a:lnTo>
                  <a:close/>
                </a:path>
                <a:path w="13754100" h="584200">
                  <a:moveTo>
                    <a:pt x="8816352" y="584199"/>
                  </a:moveTo>
                  <a:lnTo>
                    <a:pt x="8797315" y="584199"/>
                  </a:lnTo>
                  <a:lnTo>
                    <a:pt x="8797315" y="571499"/>
                  </a:lnTo>
                  <a:lnTo>
                    <a:pt x="8816352" y="571499"/>
                  </a:lnTo>
                  <a:lnTo>
                    <a:pt x="8816352" y="584199"/>
                  </a:lnTo>
                  <a:close/>
                </a:path>
                <a:path w="13754100" h="584200">
                  <a:moveTo>
                    <a:pt x="8841752" y="584199"/>
                  </a:moveTo>
                  <a:lnTo>
                    <a:pt x="8822702" y="584199"/>
                  </a:lnTo>
                  <a:lnTo>
                    <a:pt x="8822702" y="571499"/>
                  </a:lnTo>
                  <a:lnTo>
                    <a:pt x="8841752" y="571499"/>
                  </a:lnTo>
                  <a:lnTo>
                    <a:pt x="8841752" y="584199"/>
                  </a:lnTo>
                  <a:close/>
                </a:path>
                <a:path w="13754100" h="584200">
                  <a:moveTo>
                    <a:pt x="8867140" y="584199"/>
                  </a:moveTo>
                  <a:lnTo>
                    <a:pt x="8848102" y="584199"/>
                  </a:lnTo>
                  <a:lnTo>
                    <a:pt x="8848102" y="571499"/>
                  </a:lnTo>
                  <a:lnTo>
                    <a:pt x="8867140" y="571499"/>
                  </a:lnTo>
                  <a:lnTo>
                    <a:pt x="8867140" y="584199"/>
                  </a:lnTo>
                  <a:close/>
                </a:path>
                <a:path w="13754100" h="584200">
                  <a:moveTo>
                    <a:pt x="8892540" y="584199"/>
                  </a:moveTo>
                  <a:lnTo>
                    <a:pt x="8873490" y="584199"/>
                  </a:lnTo>
                  <a:lnTo>
                    <a:pt x="8873490" y="571499"/>
                  </a:lnTo>
                  <a:lnTo>
                    <a:pt x="8892540" y="571499"/>
                  </a:lnTo>
                  <a:lnTo>
                    <a:pt x="8892540" y="584199"/>
                  </a:lnTo>
                  <a:close/>
                </a:path>
                <a:path w="13754100" h="584200">
                  <a:moveTo>
                    <a:pt x="8917927" y="584199"/>
                  </a:moveTo>
                  <a:lnTo>
                    <a:pt x="8898890" y="584199"/>
                  </a:lnTo>
                  <a:lnTo>
                    <a:pt x="8898890" y="571499"/>
                  </a:lnTo>
                  <a:lnTo>
                    <a:pt x="8917927" y="571499"/>
                  </a:lnTo>
                  <a:lnTo>
                    <a:pt x="8917927" y="584199"/>
                  </a:lnTo>
                  <a:close/>
                </a:path>
                <a:path w="13754100" h="584200">
                  <a:moveTo>
                    <a:pt x="8943327" y="584199"/>
                  </a:moveTo>
                  <a:lnTo>
                    <a:pt x="8924277" y="584199"/>
                  </a:lnTo>
                  <a:lnTo>
                    <a:pt x="8924277" y="571499"/>
                  </a:lnTo>
                  <a:lnTo>
                    <a:pt x="8943327" y="571499"/>
                  </a:lnTo>
                  <a:lnTo>
                    <a:pt x="8943327" y="584199"/>
                  </a:lnTo>
                  <a:close/>
                </a:path>
                <a:path w="13754100" h="584200">
                  <a:moveTo>
                    <a:pt x="8968714" y="584199"/>
                  </a:moveTo>
                  <a:lnTo>
                    <a:pt x="8949677" y="584199"/>
                  </a:lnTo>
                  <a:lnTo>
                    <a:pt x="8949677" y="571499"/>
                  </a:lnTo>
                  <a:lnTo>
                    <a:pt x="8968714" y="571499"/>
                  </a:lnTo>
                  <a:lnTo>
                    <a:pt x="8968714" y="584199"/>
                  </a:lnTo>
                  <a:close/>
                </a:path>
                <a:path w="13754100" h="584200">
                  <a:moveTo>
                    <a:pt x="8994114" y="584199"/>
                  </a:moveTo>
                  <a:lnTo>
                    <a:pt x="8975064" y="584199"/>
                  </a:lnTo>
                  <a:lnTo>
                    <a:pt x="8975064" y="571499"/>
                  </a:lnTo>
                  <a:lnTo>
                    <a:pt x="8994114" y="571499"/>
                  </a:lnTo>
                  <a:lnTo>
                    <a:pt x="8994114" y="584199"/>
                  </a:lnTo>
                  <a:close/>
                </a:path>
                <a:path w="13754100" h="584200">
                  <a:moveTo>
                    <a:pt x="9019501" y="584199"/>
                  </a:moveTo>
                  <a:lnTo>
                    <a:pt x="9000464" y="584199"/>
                  </a:lnTo>
                  <a:lnTo>
                    <a:pt x="9000464" y="571499"/>
                  </a:lnTo>
                  <a:lnTo>
                    <a:pt x="9019501" y="571499"/>
                  </a:lnTo>
                  <a:lnTo>
                    <a:pt x="9019501" y="584199"/>
                  </a:lnTo>
                  <a:close/>
                </a:path>
                <a:path w="13754100" h="584200">
                  <a:moveTo>
                    <a:pt x="9044901" y="584199"/>
                  </a:moveTo>
                  <a:lnTo>
                    <a:pt x="9025851" y="584199"/>
                  </a:lnTo>
                  <a:lnTo>
                    <a:pt x="9025851" y="571499"/>
                  </a:lnTo>
                  <a:lnTo>
                    <a:pt x="9044901" y="571499"/>
                  </a:lnTo>
                  <a:lnTo>
                    <a:pt x="9044901" y="584199"/>
                  </a:lnTo>
                  <a:close/>
                </a:path>
                <a:path w="13754100" h="584200">
                  <a:moveTo>
                    <a:pt x="9070289" y="584199"/>
                  </a:moveTo>
                  <a:lnTo>
                    <a:pt x="9051251" y="584199"/>
                  </a:lnTo>
                  <a:lnTo>
                    <a:pt x="9051251" y="571499"/>
                  </a:lnTo>
                  <a:lnTo>
                    <a:pt x="9070289" y="571499"/>
                  </a:lnTo>
                  <a:lnTo>
                    <a:pt x="9070289" y="584199"/>
                  </a:lnTo>
                  <a:close/>
                </a:path>
                <a:path w="13754100" h="584200">
                  <a:moveTo>
                    <a:pt x="9095689" y="584199"/>
                  </a:moveTo>
                  <a:lnTo>
                    <a:pt x="9076639" y="584199"/>
                  </a:lnTo>
                  <a:lnTo>
                    <a:pt x="9076639" y="571499"/>
                  </a:lnTo>
                  <a:lnTo>
                    <a:pt x="9095689" y="571499"/>
                  </a:lnTo>
                  <a:lnTo>
                    <a:pt x="9095689" y="584199"/>
                  </a:lnTo>
                  <a:close/>
                </a:path>
                <a:path w="13754100" h="584200">
                  <a:moveTo>
                    <a:pt x="9121076" y="584199"/>
                  </a:moveTo>
                  <a:lnTo>
                    <a:pt x="9102039" y="584199"/>
                  </a:lnTo>
                  <a:lnTo>
                    <a:pt x="9102039" y="571499"/>
                  </a:lnTo>
                  <a:lnTo>
                    <a:pt x="9121076" y="571499"/>
                  </a:lnTo>
                  <a:lnTo>
                    <a:pt x="9121076" y="584199"/>
                  </a:lnTo>
                  <a:close/>
                </a:path>
                <a:path w="13754100" h="584200">
                  <a:moveTo>
                    <a:pt x="9146476" y="584199"/>
                  </a:moveTo>
                  <a:lnTo>
                    <a:pt x="9127426" y="584199"/>
                  </a:lnTo>
                  <a:lnTo>
                    <a:pt x="9127426" y="571499"/>
                  </a:lnTo>
                  <a:lnTo>
                    <a:pt x="9146476" y="571499"/>
                  </a:lnTo>
                  <a:lnTo>
                    <a:pt x="9146476" y="584199"/>
                  </a:lnTo>
                  <a:close/>
                </a:path>
                <a:path w="13754100" h="584200">
                  <a:moveTo>
                    <a:pt x="9171863" y="584199"/>
                  </a:moveTo>
                  <a:lnTo>
                    <a:pt x="9152826" y="584199"/>
                  </a:lnTo>
                  <a:lnTo>
                    <a:pt x="9152826" y="571499"/>
                  </a:lnTo>
                  <a:lnTo>
                    <a:pt x="9171863" y="571499"/>
                  </a:lnTo>
                  <a:lnTo>
                    <a:pt x="9171863" y="584199"/>
                  </a:lnTo>
                  <a:close/>
                </a:path>
                <a:path w="13754100" h="584200">
                  <a:moveTo>
                    <a:pt x="9197263" y="584199"/>
                  </a:moveTo>
                  <a:lnTo>
                    <a:pt x="9178213" y="584199"/>
                  </a:lnTo>
                  <a:lnTo>
                    <a:pt x="9178213" y="571499"/>
                  </a:lnTo>
                  <a:lnTo>
                    <a:pt x="9197263" y="571499"/>
                  </a:lnTo>
                  <a:lnTo>
                    <a:pt x="9197263" y="584199"/>
                  </a:lnTo>
                  <a:close/>
                </a:path>
                <a:path w="13754100" h="584200">
                  <a:moveTo>
                    <a:pt x="9222651" y="584199"/>
                  </a:moveTo>
                  <a:lnTo>
                    <a:pt x="9203613" y="584199"/>
                  </a:lnTo>
                  <a:lnTo>
                    <a:pt x="9203613" y="571499"/>
                  </a:lnTo>
                  <a:lnTo>
                    <a:pt x="9222651" y="571499"/>
                  </a:lnTo>
                  <a:lnTo>
                    <a:pt x="9222651" y="584199"/>
                  </a:lnTo>
                  <a:close/>
                </a:path>
                <a:path w="13754100" h="584200">
                  <a:moveTo>
                    <a:pt x="9248051" y="584199"/>
                  </a:moveTo>
                  <a:lnTo>
                    <a:pt x="9229001" y="584199"/>
                  </a:lnTo>
                  <a:lnTo>
                    <a:pt x="9229001" y="571499"/>
                  </a:lnTo>
                  <a:lnTo>
                    <a:pt x="9248051" y="571499"/>
                  </a:lnTo>
                  <a:lnTo>
                    <a:pt x="9248051" y="584199"/>
                  </a:lnTo>
                  <a:close/>
                </a:path>
                <a:path w="13754100" h="584200">
                  <a:moveTo>
                    <a:pt x="9273451" y="584199"/>
                  </a:moveTo>
                  <a:lnTo>
                    <a:pt x="9254401" y="584199"/>
                  </a:lnTo>
                  <a:lnTo>
                    <a:pt x="9254401" y="571499"/>
                  </a:lnTo>
                  <a:lnTo>
                    <a:pt x="9273451" y="571499"/>
                  </a:lnTo>
                  <a:lnTo>
                    <a:pt x="9273451" y="584199"/>
                  </a:lnTo>
                  <a:close/>
                </a:path>
                <a:path w="13754100" h="584200">
                  <a:moveTo>
                    <a:pt x="9298838" y="584199"/>
                  </a:moveTo>
                  <a:lnTo>
                    <a:pt x="9279788" y="584199"/>
                  </a:lnTo>
                  <a:lnTo>
                    <a:pt x="9279788" y="571499"/>
                  </a:lnTo>
                  <a:lnTo>
                    <a:pt x="9298838" y="571499"/>
                  </a:lnTo>
                  <a:lnTo>
                    <a:pt x="9298838" y="584199"/>
                  </a:lnTo>
                  <a:close/>
                </a:path>
                <a:path w="13754100" h="584200">
                  <a:moveTo>
                    <a:pt x="9324225" y="584199"/>
                  </a:moveTo>
                  <a:lnTo>
                    <a:pt x="9305188" y="584199"/>
                  </a:lnTo>
                  <a:lnTo>
                    <a:pt x="9305188" y="571499"/>
                  </a:lnTo>
                  <a:lnTo>
                    <a:pt x="9324225" y="571499"/>
                  </a:lnTo>
                  <a:lnTo>
                    <a:pt x="9324225" y="584199"/>
                  </a:lnTo>
                  <a:close/>
                </a:path>
                <a:path w="13754100" h="584200">
                  <a:moveTo>
                    <a:pt x="9349625" y="584199"/>
                  </a:moveTo>
                  <a:lnTo>
                    <a:pt x="9330575" y="584199"/>
                  </a:lnTo>
                  <a:lnTo>
                    <a:pt x="9330575" y="571499"/>
                  </a:lnTo>
                  <a:lnTo>
                    <a:pt x="9349625" y="571499"/>
                  </a:lnTo>
                  <a:lnTo>
                    <a:pt x="9349625" y="584199"/>
                  </a:lnTo>
                  <a:close/>
                </a:path>
                <a:path w="13754100" h="584200">
                  <a:moveTo>
                    <a:pt x="9375013" y="584199"/>
                  </a:moveTo>
                  <a:lnTo>
                    <a:pt x="9355975" y="584199"/>
                  </a:lnTo>
                  <a:lnTo>
                    <a:pt x="9355975" y="571499"/>
                  </a:lnTo>
                  <a:lnTo>
                    <a:pt x="9375013" y="571499"/>
                  </a:lnTo>
                  <a:lnTo>
                    <a:pt x="9375013" y="584199"/>
                  </a:lnTo>
                  <a:close/>
                </a:path>
                <a:path w="13754100" h="584200">
                  <a:moveTo>
                    <a:pt x="9400413" y="584199"/>
                  </a:moveTo>
                  <a:lnTo>
                    <a:pt x="9381363" y="584199"/>
                  </a:lnTo>
                  <a:lnTo>
                    <a:pt x="9381363" y="571499"/>
                  </a:lnTo>
                  <a:lnTo>
                    <a:pt x="9400413" y="571499"/>
                  </a:lnTo>
                  <a:lnTo>
                    <a:pt x="9400413" y="584199"/>
                  </a:lnTo>
                  <a:close/>
                </a:path>
                <a:path w="13754100" h="584200">
                  <a:moveTo>
                    <a:pt x="9425813" y="584199"/>
                  </a:moveTo>
                  <a:lnTo>
                    <a:pt x="9406763" y="584199"/>
                  </a:lnTo>
                  <a:lnTo>
                    <a:pt x="9406763" y="571499"/>
                  </a:lnTo>
                  <a:lnTo>
                    <a:pt x="9425813" y="571499"/>
                  </a:lnTo>
                  <a:lnTo>
                    <a:pt x="9425813" y="584199"/>
                  </a:lnTo>
                  <a:close/>
                </a:path>
                <a:path w="13754100" h="584200">
                  <a:moveTo>
                    <a:pt x="9451200" y="584199"/>
                  </a:moveTo>
                  <a:lnTo>
                    <a:pt x="9432150" y="584199"/>
                  </a:lnTo>
                  <a:lnTo>
                    <a:pt x="9432150" y="571499"/>
                  </a:lnTo>
                  <a:lnTo>
                    <a:pt x="9451200" y="571499"/>
                  </a:lnTo>
                  <a:lnTo>
                    <a:pt x="9451200" y="584199"/>
                  </a:lnTo>
                  <a:close/>
                </a:path>
                <a:path w="13754100" h="584200">
                  <a:moveTo>
                    <a:pt x="9476600" y="584199"/>
                  </a:moveTo>
                  <a:lnTo>
                    <a:pt x="9457550" y="584199"/>
                  </a:lnTo>
                  <a:lnTo>
                    <a:pt x="9457550" y="571499"/>
                  </a:lnTo>
                  <a:lnTo>
                    <a:pt x="9476600" y="571499"/>
                  </a:lnTo>
                  <a:lnTo>
                    <a:pt x="9476600" y="584199"/>
                  </a:lnTo>
                  <a:close/>
                </a:path>
                <a:path w="13754100" h="584200">
                  <a:moveTo>
                    <a:pt x="9501987" y="584199"/>
                  </a:moveTo>
                  <a:lnTo>
                    <a:pt x="9482937" y="584199"/>
                  </a:lnTo>
                  <a:lnTo>
                    <a:pt x="9482937" y="571499"/>
                  </a:lnTo>
                  <a:lnTo>
                    <a:pt x="9501987" y="571499"/>
                  </a:lnTo>
                  <a:lnTo>
                    <a:pt x="9501987" y="584199"/>
                  </a:lnTo>
                  <a:close/>
                </a:path>
                <a:path w="13754100" h="584200">
                  <a:moveTo>
                    <a:pt x="9527387" y="584199"/>
                  </a:moveTo>
                  <a:lnTo>
                    <a:pt x="9508337" y="584199"/>
                  </a:lnTo>
                  <a:lnTo>
                    <a:pt x="9508337" y="571499"/>
                  </a:lnTo>
                  <a:lnTo>
                    <a:pt x="9527387" y="571499"/>
                  </a:lnTo>
                  <a:lnTo>
                    <a:pt x="9527387" y="584199"/>
                  </a:lnTo>
                  <a:close/>
                </a:path>
                <a:path w="13754100" h="584200">
                  <a:moveTo>
                    <a:pt x="9552774" y="584199"/>
                  </a:moveTo>
                  <a:lnTo>
                    <a:pt x="9533724" y="584199"/>
                  </a:lnTo>
                  <a:lnTo>
                    <a:pt x="9533724" y="571499"/>
                  </a:lnTo>
                  <a:lnTo>
                    <a:pt x="9552774" y="571499"/>
                  </a:lnTo>
                  <a:lnTo>
                    <a:pt x="9552774" y="584199"/>
                  </a:lnTo>
                  <a:close/>
                </a:path>
                <a:path w="13754100" h="584200">
                  <a:moveTo>
                    <a:pt x="9578174" y="584199"/>
                  </a:moveTo>
                  <a:lnTo>
                    <a:pt x="9559124" y="584199"/>
                  </a:lnTo>
                  <a:lnTo>
                    <a:pt x="9559124" y="571499"/>
                  </a:lnTo>
                  <a:lnTo>
                    <a:pt x="9578174" y="571499"/>
                  </a:lnTo>
                  <a:lnTo>
                    <a:pt x="9578174" y="584199"/>
                  </a:lnTo>
                  <a:close/>
                </a:path>
                <a:path w="13754100" h="584200">
                  <a:moveTo>
                    <a:pt x="9603562" y="584199"/>
                  </a:moveTo>
                  <a:lnTo>
                    <a:pt x="9584512" y="584199"/>
                  </a:lnTo>
                  <a:lnTo>
                    <a:pt x="9584512" y="571499"/>
                  </a:lnTo>
                  <a:lnTo>
                    <a:pt x="9603562" y="571499"/>
                  </a:lnTo>
                  <a:lnTo>
                    <a:pt x="9603562" y="584199"/>
                  </a:lnTo>
                  <a:close/>
                </a:path>
                <a:path w="13754100" h="584200">
                  <a:moveTo>
                    <a:pt x="9628962" y="584199"/>
                  </a:moveTo>
                  <a:lnTo>
                    <a:pt x="9609912" y="584199"/>
                  </a:lnTo>
                  <a:lnTo>
                    <a:pt x="9609912" y="571499"/>
                  </a:lnTo>
                  <a:lnTo>
                    <a:pt x="9628962" y="571499"/>
                  </a:lnTo>
                  <a:lnTo>
                    <a:pt x="9628962" y="584199"/>
                  </a:lnTo>
                  <a:close/>
                </a:path>
                <a:path w="13754100" h="584200">
                  <a:moveTo>
                    <a:pt x="9654349" y="584199"/>
                  </a:moveTo>
                  <a:lnTo>
                    <a:pt x="9635299" y="584199"/>
                  </a:lnTo>
                  <a:lnTo>
                    <a:pt x="9635299" y="571499"/>
                  </a:lnTo>
                  <a:lnTo>
                    <a:pt x="9654349" y="571499"/>
                  </a:lnTo>
                  <a:lnTo>
                    <a:pt x="9654349" y="584199"/>
                  </a:lnTo>
                  <a:close/>
                </a:path>
                <a:path w="13754100" h="584200">
                  <a:moveTo>
                    <a:pt x="9679749" y="584199"/>
                  </a:moveTo>
                  <a:lnTo>
                    <a:pt x="9660699" y="584199"/>
                  </a:lnTo>
                  <a:lnTo>
                    <a:pt x="9660699" y="571499"/>
                  </a:lnTo>
                  <a:lnTo>
                    <a:pt x="9679749" y="571499"/>
                  </a:lnTo>
                  <a:lnTo>
                    <a:pt x="9679749" y="584199"/>
                  </a:lnTo>
                  <a:close/>
                </a:path>
                <a:path w="13754100" h="584200">
                  <a:moveTo>
                    <a:pt x="9705136" y="584199"/>
                  </a:moveTo>
                  <a:lnTo>
                    <a:pt x="9686099" y="584199"/>
                  </a:lnTo>
                  <a:lnTo>
                    <a:pt x="9686099" y="571499"/>
                  </a:lnTo>
                  <a:lnTo>
                    <a:pt x="9705136" y="571499"/>
                  </a:lnTo>
                  <a:lnTo>
                    <a:pt x="9705136" y="584199"/>
                  </a:lnTo>
                  <a:close/>
                </a:path>
                <a:path w="13754100" h="584200">
                  <a:moveTo>
                    <a:pt x="9730536" y="584199"/>
                  </a:moveTo>
                  <a:lnTo>
                    <a:pt x="9711486" y="584199"/>
                  </a:lnTo>
                  <a:lnTo>
                    <a:pt x="9711486" y="571499"/>
                  </a:lnTo>
                  <a:lnTo>
                    <a:pt x="9730536" y="571499"/>
                  </a:lnTo>
                  <a:lnTo>
                    <a:pt x="9730536" y="584199"/>
                  </a:lnTo>
                  <a:close/>
                </a:path>
                <a:path w="13754100" h="584200">
                  <a:moveTo>
                    <a:pt x="9755924" y="584199"/>
                  </a:moveTo>
                  <a:lnTo>
                    <a:pt x="9736886" y="584199"/>
                  </a:lnTo>
                  <a:lnTo>
                    <a:pt x="9736886" y="571499"/>
                  </a:lnTo>
                  <a:lnTo>
                    <a:pt x="9755924" y="571499"/>
                  </a:lnTo>
                  <a:lnTo>
                    <a:pt x="9755924" y="584199"/>
                  </a:lnTo>
                  <a:close/>
                </a:path>
                <a:path w="13754100" h="584200">
                  <a:moveTo>
                    <a:pt x="9781324" y="584199"/>
                  </a:moveTo>
                  <a:lnTo>
                    <a:pt x="9762274" y="584199"/>
                  </a:lnTo>
                  <a:lnTo>
                    <a:pt x="9762274" y="571499"/>
                  </a:lnTo>
                  <a:lnTo>
                    <a:pt x="9781324" y="571499"/>
                  </a:lnTo>
                  <a:lnTo>
                    <a:pt x="9781324" y="584199"/>
                  </a:lnTo>
                  <a:close/>
                </a:path>
                <a:path w="13754100" h="584200">
                  <a:moveTo>
                    <a:pt x="9806711" y="584199"/>
                  </a:moveTo>
                  <a:lnTo>
                    <a:pt x="9787674" y="584199"/>
                  </a:lnTo>
                  <a:lnTo>
                    <a:pt x="9787674" y="571499"/>
                  </a:lnTo>
                  <a:lnTo>
                    <a:pt x="9806711" y="571499"/>
                  </a:lnTo>
                  <a:lnTo>
                    <a:pt x="9806711" y="584199"/>
                  </a:lnTo>
                  <a:close/>
                </a:path>
                <a:path w="13754100" h="584200">
                  <a:moveTo>
                    <a:pt x="9832111" y="584199"/>
                  </a:moveTo>
                  <a:lnTo>
                    <a:pt x="9813061" y="584199"/>
                  </a:lnTo>
                  <a:lnTo>
                    <a:pt x="9813061" y="571499"/>
                  </a:lnTo>
                  <a:lnTo>
                    <a:pt x="9832111" y="571499"/>
                  </a:lnTo>
                  <a:lnTo>
                    <a:pt x="9832111" y="584199"/>
                  </a:lnTo>
                  <a:close/>
                </a:path>
                <a:path w="13754100" h="584200">
                  <a:moveTo>
                    <a:pt x="9857498" y="584199"/>
                  </a:moveTo>
                  <a:lnTo>
                    <a:pt x="9838461" y="584199"/>
                  </a:lnTo>
                  <a:lnTo>
                    <a:pt x="9838461" y="571499"/>
                  </a:lnTo>
                  <a:lnTo>
                    <a:pt x="9857498" y="571499"/>
                  </a:lnTo>
                  <a:lnTo>
                    <a:pt x="9857498" y="584199"/>
                  </a:lnTo>
                  <a:close/>
                </a:path>
                <a:path w="13754100" h="584200">
                  <a:moveTo>
                    <a:pt x="9882898" y="584199"/>
                  </a:moveTo>
                  <a:lnTo>
                    <a:pt x="9863848" y="584199"/>
                  </a:lnTo>
                  <a:lnTo>
                    <a:pt x="9863848" y="571499"/>
                  </a:lnTo>
                  <a:lnTo>
                    <a:pt x="9882898" y="571499"/>
                  </a:lnTo>
                  <a:lnTo>
                    <a:pt x="9882898" y="584199"/>
                  </a:lnTo>
                  <a:close/>
                </a:path>
                <a:path w="13754100" h="584200">
                  <a:moveTo>
                    <a:pt x="9908286" y="584199"/>
                  </a:moveTo>
                  <a:lnTo>
                    <a:pt x="9889248" y="584199"/>
                  </a:lnTo>
                  <a:lnTo>
                    <a:pt x="9889248" y="571499"/>
                  </a:lnTo>
                  <a:lnTo>
                    <a:pt x="9908286" y="571499"/>
                  </a:lnTo>
                  <a:lnTo>
                    <a:pt x="9908286" y="584199"/>
                  </a:lnTo>
                  <a:close/>
                </a:path>
                <a:path w="13754100" h="584200">
                  <a:moveTo>
                    <a:pt x="9933686" y="584199"/>
                  </a:moveTo>
                  <a:lnTo>
                    <a:pt x="9914636" y="584199"/>
                  </a:lnTo>
                  <a:lnTo>
                    <a:pt x="9914636" y="571499"/>
                  </a:lnTo>
                  <a:lnTo>
                    <a:pt x="9933686" y="571499"/>
                  </a:lnTo>
                  <a:lnTo>
                    <a:pt x="9933686" y="584199"/>
                  </a:lnTo>
                  <a:close/>
                </a:path>
                <a:path w="13754100" h="584200">
                  <a:moveTo>
                    <a:pt x="9959073" y="584199"/>
                  </a:moveTo>
                  <a:lnTo>
                    <a:pt x="9940036" y="584199"/>
                  </a:lnTo>
                  <a:lnTo>
                    <a:pt x="9940036" y="571499"/>
                  </a:lnTo>
                  <a:lnTo>
                    <a:pt x="9959073" y="571499"/>
                  </a:lnTo>
                  <a:lnTo>
                    <a:pt x="9959073" y="584199"/>
                  </a:lnTo>
                  <a:close/>
                </a:path>
                <a:path w="13754100" h="584200">
                  <a:moveTo>
                    <a:pt x="9984473" y="584199"/>
                  </a:moveTo>
                  <a:lnTo>
                    <a:pt x="9965423" y="584199"/>
                  </a:lnTo>
                  <a:lnTo>
                    <a:pt x="9965423" y="571499"/>
                  </a:lnTo>
                  <a:lnTo>
                    <a:pt x="9984473" y="571499"/>
                  </a:lnTo>
                  <a:lnTo>
                    <a:pt x="9984473" y="584199"/>
                  </a:lnTo>
                  <a:close/>
                </a:path>
                <a:path w="13754100" h="584200">
                  <a:moveTo>
                    <a:pt x="10009860" y="584199"/>
                  </a:moveTo>
                  <a:lnTo>
                    <a:pt x="9990823" y="584199"/>
                  </a:lnTo>
                  <a:lnTo>
                    <a:pt x="9990823" y="571499"/>
                  </a:lnTo>
                  <a:lnTo>
                    <a:pt x="10009860" y="571499"/>
                  </a:lnTo>
                  <a:lnTo>
                    <a:pt x="10009860" y="584199"/>
                  </a:lnTo>
                  <a:close/>
                </a:path>
                <a:path w="13754100" h="584200">
                  <a:moveTo>
                    <a:pt x="10035260" y="584199"/>
                  </a:moveTo>
                  <a:lnTo>
                    <a:pt x="10016210" y="584199"/>
                  </a:lnTo>
                  <a:lnTo>
                    <a:pt x="10016210" y="571499"/>
                  </a:lnTo>
                  <a:lnTo>
                    <a:pt x="10035260" y="571499"/>
                  </a:lnTo>
                  <a:lnTo>
                    <a:pt x="10035260" y="584199"/>
                  </a:lnTo>
                  <a:close/>
                </a:path>
                <a:path w="13754100" h="584200">
                  <a:moveTo>
                    <a:pt x="10060647" y="584199"/>
                  </a:moveTo>
                  <a:lnTo>
                    <a:pt x="10041610" y="584199"/>
                  </a:lnTo>
                  <a:lnTo>
                    <a:pt x="10041610" y="571499"/>
                  </a:lnTo>
                  <a:lnTo>
                    <a:pt x="10060647" y="571499"/>
                  </a:lnTo>
                  <a:lnTo>
                    <a:pt x="10060647" y="584199"/>
                  </a:lnTo>
                  <a:close/>
                </a:path>
                <a:path w="13754100" h="584200">
                  <a:moveTo>
                    <a:pt x="10086047" y="584199"/>
                  </a:moveTo>
                  <a:lnTo>
                    <a:pt x="10066997" y="584199"/>
                  </a:lnTo>
                  <a:lnTo>
                    <a:pt x="10066997" y="571499"/>
                  </a:lnTo>
                  <a:lnTo>
                    <a:pt x="10086047" y="571499"/>
                  </a:lnTo>
                  <a:lnTo>
                    <a:pt x="10086047" y="584199"/>
                  </a:lnTo>
                  <a:close/>
                </a:path>
                <a:path w="13754100" h="584200">
                  <a:moveTo>
                    <a:pt x="10111435" y="584199"/>
                  </a:moveTo>
                  <a:lnTo>
                    <a:pt x="10092397" y="584199"/>
                  </a:lnTo>
                  <a:lnTo>
                    <a:pt x="10092397" y="571499"/>
                  </a:lnTo>
                  <a:lnTo>
                    <a:pt x="10111435" y="571499"/>
                  </a:lnTo>
                  <a:lnTo>
                    <a:pt x="10111435" y="584199"/>
                  </a:lnTo>
                  <a:close/>
                </a:path>
                <a:path w="13754100" h="584200">
                  <a:moveTo>
                    <a:pt x="10136835" y="584199"/>
                  </a:moveTo>
                  <a:lnTo>
                    <a:pt x="10117785" y="584199"/>
                  </a:lnTo>
                  <a:lnTo>
                    <a:pt x="10117785" y="571499"/>
                  </a:lnTo>
                  <a:lnTo>
                    <a:pt x="10136835" y="571499"/>
                  </a:lnTo>
                  <a:lnTo>
                    <a:pt x="10136835" y="584199"/>
                  </a:lnTo>
                  <a:close/>
                </a:path>
                <a:path w="13754100" h="584200">
                  <a:moveTo>
                    <a:pt x="10162222" y="584199"/>
                  </a:moveTo>
                  <a:lnTo>
                    <a:pt x="10143185" y="584199"/>
                  </a:lnTo>
                  <a:lnTo>
                    <a:pt x="10143185" y="571499"/>
                  </a:lnTo>
                  <a:lnTo>
                    <a:pt x="10162222" y="571499"/>
                  </a:lnTo>
                  <a:lnTo>
                    <a:pt x="10162222" y="584199"/>
                  </a:lnTo>
                  <a:close/>
                </a:path>
                <a:path w="13754100" h="584200">
                  <a:moveTo>
                    <a:pt x="10187622" y="584199"/>
                  </a:moveTo>
                  <a:lnTo>
                    <a:pt x="10168572" y="584199"/>
                  </a:lnTo>
                  <a:lnTo>
                    <a:pt x="10168572" y="571499"/>
                  </a:lnTo>
                  <a:lnTo>
                    <a:pt x="10187622" y="571499"/>
                  </a:lnTo>
                  <a:lnTo>
                    <a:pt x="10187622" y="584199"/>
                  </a:lnTo>
                  <a:close/>
                </a:path>
                <a:path w="13754100" h="584200">
                  <a:moveTo>
                    <a:pt x="10213009" y="584199"/>
                  </a:moveTo>
                  <a:lnTo>
                    <a:pt x="10193972" y="584199"/>
                  </a:lnTo>
                  <a:lnTo>
                    <a:pt x="10193972" y="571499"/>
                  </a:lnTo>
                  <a:lnTo>
                    <a:pt x="10213009" y="571499"/>
                  </a:lnTo>
                  <a:lnTo>
                    <a:pt x="10213009" y="584199"/>
                  </a:lnTo>
                  <a:close/>
                </a:path>
                <a:path w="13754100" h="584200">
                  <a:moveTo>
                    <a:pt x="10238409" y="584199"/>
                  </a:moveTo>
                  <a:lnTo>
                    <a:pt x="10219359" y="584199"/>
                  </a:lnTo>
                  <a:lnTo>
                    <a:pt x="10219359" y="571499"/>
                  </a:lnTo>
                  <a:lnTo>
                    <a:pt x="10238409" y="571499"/>
                  </a:lnTo>
                  <a:lnTo>
                    <a:pt x="10238409" y="584199"/>
                  </a:lnTo>
                  <a:close/>
                </a:path>
                <a:path w="13754100" h="584200">
                  <a:moveTo>
                    <a:pt x="10263797" y="584199"/>
                  </a:moveTo>
                  <a:lnTo>
                    <a:pt x="10244759" y="584199"/>
                  </a:lnTo>
                  <a:lnTo>
                    <a:pt x="10244759" y="571499"/>
                  </a:lnTo>
                  <a:lnTo>
                    <a:pt x="10263797" y="571499"/>
                  </a:lnTo>
                  <a:lnTo>
                    <a:pt x="10263797" y="584199"/>
                  </a:lnTo>
                  <a:close/>
                </a:path>
                <a:path w="13754100" h="584200">
                  <a:moveTo>
                    <a:pt x="10289197" y="584199"/>
                  </a:moveTo>
                  <a:lnTo>
                    <a:pt x="10270147" y="584199"/>
                  </a:lnTo>
                  <a:lnTo>
                    <a:pt x="10270147" y="571499"/>
                  </a:lnTo>
                  <a:lnTo>
                    <a:pt x="10289197" y="571499"/>
                  </a:lnTo>
                  <a:lnTo>
                    <a:pt x="10289197" y="584199"/>
                  </a:lnTo>
                  <a:close/>
                </a:path>
                <a:path w="13754100" h="584200">
                  <a:moveTo>
                    <a:pt x="10314584" y="584199"/>
                  </a:moveTo>
                  <a:lnTo>
                    <a:pt x="10295547" y="584199"/>
                  </a:lnTo>
                  <a:lnTo>
                    <a:pt x="10295547" y="571499"/>
                  </a:lnTo>
                  <a:lnTo>
                    <a:pt x="10314584" y="571499"/>
                  </a:lnTo>
                  <a:lnTo>
                    <a:pt x="10314584" y="584199"/>
                  </a:lnTo>
                  <a:close/>
                </a:path>
                <a:path w="13754100" h="584200">
                  <a:moveTo>
                    <a:pt x="10339984" y="584199"/>
                  </a:moveTo>
                  <a:lnTo>
                    <a:pt x="10320934" y="584199"/>
                  </a:lnTo>
                  <a:lnTo>
                    <a:pt x="10320934" y="571499"/>
                  </a:lnTo>
                  <a:lnTo>
                    <a:pt x="10339984" y="571499"/>
                  </a:lnTo>
                  <a:lnTo>
                    <a:pt x="10339984" y="584199"/>
                  </a:lnTo>
                  <a:close/>
                </a:path>
                <a:path w="13754100" h="584200">
                  <a:moveTo>
                    <a:pt x="10365371" y="584199"/>
                  </a:moveTo>
                  <a:lnTo>
                    <a:pt x="10346334" y="584199"/>
                  </a:lnTo>
                  <a:lnTo>
                    <a:pt x="10346334" y="571499"/>
                  </a:lnTo>
                  <a:lnTo>
                    <a:pt x="10365371" y="571499"/>
                  </a:lnTo>
                  <a:lnTo>
                    <a:pt x="10365371" y="584199"/>
                  </a:lnTo>
                  <a:close/>
                </a:path>
                <a:path w="13754100" h="584200">
                  <a:moveTo>
                    <a:pt x="10390771" y="584199"/>
                  </a:moveTo>
                  <a:lnTo>
                    <a:pt x="10371721" y="584199"/>
                  </a:lnTo>
                  <a:lnTo>
                    <a:pt x="10371721" y="571499"/>
                  </a:lnTo>
                  <a:lnTo>
                    <a:pt x="10390771" y="571499"/>
                  </a:lnTo>
                  <a:lnTo>
                    <a:pt x="10390771" y="584199"/>
                  </a:lnTo>
                  <a:close/>
                </a:path>
                <a:path w="13754100" h="584200">
                  <a:moveTo>
                    <a:pt x="10416159" y="584199"/>
                  </a:moveTo>
                  <a:lnTo>
                    <a:pt x="10397121" y="584199"/>
                  </a:lnTo>
                  <a:lnTo>
                    <a:pt x="10397121" y="571499"/>
                  </a:lnTo>
                  <a:lnTo>
                    <a:pt x="10416159" y="571499"/>
                  </a:lnTo>
                  <a:lnTo>
                    <a:pt x="10416159" y="584199"/>
                  </a:lnTo>
                  <a:close/>
                </a:path>
                <a:path w="13754100" h="584200">
                  <a:moveTo>
                    <a:pt x="10441559" y="584199"/>
                  </a:moveTo>
                  <a:lnTo>
                    <a:pt x="10422509" y="584199"/>
                  </a:lnTo>
                  <a:lnTo>
                    <a:pt x="10422509" y="571499"/>
                  </a:lnTo>
                  <a:lnTo>
                    <a:pt x="10441559" y="571499"/>
                  </a:lnTo>
                  <a:lnTo>
                    <a:pt x="10441559" y="584199"/>
                  </a:lnTo>
                  <a:close/>
                </a:path>
                <a:path w="13754100" h="584200">
                  <a:moveTo>
                    <a:pt x="10466946" y="584199"/>
                  </a:moveTo>
                  <a:lnTo>
                    <a:pt x="10447909" y="584199"/>
                  </a:lnTo>
                  <a:lnTo>
                    <a:pt x="10447909" y="571499"/>
                  </a:lnTo>
                  <a:lnTo>
                    <a:pt x="10466946" y="571499"/>
                  </a:lnTo>
                  <a:lnTo>
                    <a:pt x="10466946" y="584199"/>
                  </a:lnTo>
                  <a:close/>
                </a:path>
                <a:path w="13754100" h="584200">
                  <a:moveTo>
                    <a:pt x="10492346" y="584199"/>
                  </a:moveTo>
                  <a:lnTo>
                    <a:pt x="10473296" y="584199"/>
                  </a:lnTo>
                  <a:lnTo>
                    <a:pt x="10473296" y="571499"/>
                  </a:lnTo>
                  <a:lnTo>
                    <a:pt x="10492346" y="571499"/>
                  </a:lnTo>
                  <a:lnTo>
                    <a:pt x="10492346" y="584199"/>
                  </a:lnTo>
                  <a:close/>
                </a:path>
                <a:path w="13754100" h="584200">
                  <a:moveTo>
                    <a:pt x="10517746" y="584199"/>
                  </a:moveTo>
                  <a:lnTo>
                    <a:pt x="10498696" y="584199"/>
                  </a:lnTo>
                  <a:lnTo>
                    <a:pt x="10498696" y="571499"/>
                  </a:lnTo>
                  <a:lnTo>
                    <a:pt x="10517746" y="571499"/>
                  </a:lnTo>
                  <a:lnTo>
                    <a:pt x="10517746" y="584199"/>
                  </a:lnTo>
                  <a:close/>
                </a:path>
                <a:path w="13754100" h="584200">
                  <a:moveTo>
                    <a:pt x="10543133" y="584199"/>
                  </a:moveTo>
                  <a:lnTo>
                    <a:pt x="10524083" y="584199"/>
                  </a:lnTo>
                  <a:lnTo>
                    <a:pt x="10524083" y="571499"/>
                  </a:lnTo>
                  <a:lnTo>
                    <a:pt x="10543133" y="571499"/>
                  </a:lnTo>
                  <a:lnTo>
                    <a:pt x="10543133" y="584199"/>
                  </a:lnTo>
                  <a:close/>
                </a:path>
                <a:path w="13754100" h="584200">
                  <a:moveTo>
                    <a:pt x="10568533" y="584199"/>
                  </a:moveTo>
                  <a:lnTo>
                    <a:pt x="10549483" y="584199"/>
                  </a:lnTo>
                  <a:lnTo>
                    <a:pt x="10549483" y="571499"/>
                  </a:lnTo>
                  <a:lnTo>
                    <a:pt x="10568533" y="571499"/>
                  </a:lnTo>
                  <a:lnTo>
                    <a:pt x="10568533" y="584199"/>
                  </a:lnTo>
                  <a:close/>
                </a:path>
                <a:path w="13754100" h="584200">
                  <a:moveTo>
                    <a:pt x="10593920" y="584199"/>
                  </a:moveTo>
                  <a:lnTo>
                    <a:pt x="10574870" y="584199"/>
                  </a:lnTo>
                  <a:lnTo>
                    <a:pt x="10574870" y="571499"/>
                  </a:lnTo>
                  <a:lnTo>
                    <a:pt x="10593920" y="571499"/>
                  </a:lnTo>
                  <a:lnTo>
                    <a:pt x="10593920" y="584199"/>
                  </a:lnTo>
                  <a:close/>
                </a:path>
                <a:path w="13754100" h="584200">
                  <a:moveTo>
                    <a:pt x="10619320" y="584199"/>
                  </a:moveTo>
                  <a:lnTo>
                    <a:pt x="10600270" y="584199"/>
                  </a:lnTo>
                  <a:lnTo>
                    <a:pt x="10600270" y="571499"/>
                  </a:lnTo>
                  <a:lnTo>
                    <a:pt x="10619320" y="571499"/>
                  </a:lnTo>
                  <a:lnTo>
                    <a:pt x="10619320" y="584199"/>
                  </a:lnTo>
                  <a:close/>
                </a:path>
                <a:path w="13754100" h="584200">
                  <a:moveTo>
                    <a:pt x="10644708" y="584199"/>
                  </a:moveTo>
                  <a:lnTo>
                    <a:pt x="10625658" y="584199"/>
                  </a:lnTo>
                  <a:lnTo>
                    <a:pt x="10625658" y="571499"/>
                  </a:lnTo>
                  <a:lnTo>
                    <a:pt x="10644708" y="571499"/>
                  </a:lnTo>
                  <a:lnTo>
                    <a:pt x="10644708" y="584199"/>
                  </a:lnTo>
                  <a:close/>
                </a:path>
                <a:path w="13754100" h="584200">
                  <a:moveTo>
                    <a:pt x="10670108" y="584199"/>
                  </a:moveTo>
                  <a:lnTo>
                    <a:pt x="10651058" y="584199"/>
                  </a:lnTo>
                  <a:lnTo>
                    <a:pt x="10651058" y="571499"/>
                  </a:lnTo>
                  <a:lnTo>
                    <a:pt x="10670108" y="571499"/>
                  </a:lnTo>
                  <a:lnTo>
                    <a:pt x="10670108" y="584199"/>
                  </a:lnTo>
                  <a:close/>
                </a:path>
                <a:path w="13754100" h="584200">
                  <a:moveTo>
                    <a:pt x="10695495" y="584199"/>
                  </a:moveTo>
                  <a:lnTo>
                    <a:pt x="10676445" y="584199"/>
                  </a:lnTo>
                  <a:lnTo>
                    <a:pt x="10676445" y="571499"/>
                  </a:lnTo>
                  <a:lnTo>
                    <a:pt x="10695495" y="571499"/>
                  </a:lnTo>
                  <a:lnTo>
                    <a:pt x="10695495" y="584199"/>
                  </a:lnTo>
                  <a:close/>
                </a:path>
                <a:path w="13754100" h="584200">
                  <a:moveTo>
                    <a:pt x="10720895" y="584199"/>
                  </a:moveTo>
                  <a:lnTo>
                    <a:pt x="10701845" y="584199"/>
                  </a:lnTo>
                  <a:lnTo>
                    <a:pt x="10701845" y="571499"/>
                  </a:lnTo>
                  <a:lnTo>
                    <a:pt x="10720895" y="571499"/>
                  </a:lnTo>
                  <a:lnTo>
                    <a:pt x="10720895" y="584199"/>
                  </a:lnTo>
                  <a:close/>
                </a:path>
                <a:path w="13754100" h="584200">
                  <a:moveTo>
                    <a:pt x="10746282" y="584199"/>
                  </a:moveTo>
                  <a:lnTo>
                    <a:pt x="10727245" y="584199"/>
                  </a:lnTo>
                  <a:lnTo>
                    <a:pt x="10727245" y="571499"/>
                  </a:lnTo>
                  <a:lnTo>
                    <a:pt x="10746282" y="571499"/>
                  </a:lnTo>
                  <a:lnTo>
                    <a:pt x="10746282" y="584199"/>
                  </a:lnTo>
                  <a:close/>
                </a:path>
                <a:path w="13754100" h="584200">
                  <a:moveTo>
                    <a:pt x="10771682" y="584199"/>
                  </a:moveTo>
                  <a:lnTo>
                    <a:pt x="10752632" y="584199"/>
                  </a:lnTo>
                  <a:lnTo>
                    <a:pt x="10752632" y="571499"/>
                  </a:lnTo>
                  <a:lnTo>
                    <a:pt x="10771682" y="571499"/>
                  </a:lnTo>
                  <a:lnTo>
                    <a:pt x="10771682" y="584199"/>
                  </a:lnTo>
                  <a:close/>
                </a:path>
                <a:path w="13754100" h="584200">
                  <a:moveTo>
                    <a:pt x="10797070" y="584199"/>
                  </a:moveTo>
                  <a:lnTo>
                    <a:pt x="10778032" y="584199"/>
                  </a:lnTo>
                  <a:lnTo>
                    <a:pt x="10778032" y="571499"/>
                  </a:lnTo>
                  <a:lnTo>
                    <a:pt x="10797070" y="571499"/>
                  </a:lnTo>
                  <a:lnTo>
                    <a:pt x="10797070" y="584199"/>
                  </a:lnTo>
                  <a:close/>
                </a:path>
                <a:path w="13754100" h="584200">
                  <a:moveTo>
                    <a:pt x="10822470" y="584199"/>
                  </a:moveTo>
                  <a:lnTo>
                    <a:pt x="10803420" y="584199"/>
                  </a:lnTo>
                  <a:lnTo>
                    <a:pt x="10803420" y="571499"/>
                  </a:lnTo>
                  <a:lnTo>
                    <a:pt x="10822470" y="571499"/>
                  </a:lnTo>
                  <a:lnTo>
                    <a:pt x="10822470" y="584199"/>
                  </a:lnTo>
                  <a:close/>
                </a:path>
                <a:path w="13754100" h="584200">
                  <a:moveTo>
                    <a:pt x="10847857" y="584199"/>
                  </a:moveTo>
                  <a:lnTo>
                    <a:pt x="10828820" y="584199"/>
                  </a:lnTo>
                  <a:lnTo>
                    <a:pt x="10828820" y="571499"/>
                  </a:lnTo>
                  <a:lnTo>
                    <a:pt x="10847857" y="571499"/>
                  </a:lnTo>
                  <a:lnTo>
                    <a:pt x="10847857" y="584199"/>
                  </a:lnTo>
                  <a:close/>
                </a:path>
                <a:path w="13754100" h="584200">
                  <a:moveTo>
                    <a:pt x="10873257" y="584199"/>
                  </a:moveTo>
                  <a:lnTo>
                    <a:pt x="10854207" y="584199"/>
                  </a:lnTo>
                  <a:lnTo>
                    <a:pt x="10854207" y="571499"/>
                  </a:lnTo>
                  <a:lnTo>
                    <a:pt x="10873257" y="571499"/>
                  </a:lnTo>
                  <a:lnTo>
                    <a:pt x="10873257" y="584199"/>
                  </a:lnTo>
                  <a:close/>
                </a:path>
                <a:path w="13754100" h="584200">
                  <a:moveTo>
                    <a:pt x="10898644" y="584199"/>
                  </a:moveTo>
                  <a:lnTo>
                    <a:pt x="10879607" y="584199"/>
                  </a:lnTo>
                  <a:lnTo>
                    <a:pt x="10879607" y="571499"/>
                  </a:lnTo>
                  <a:lnTo>
                    <a:pt x="10898644" y="571499"/>
                  </a:lnTo>
                  <a:lnTo>
                    <a:pt x="10898644" y="584199"/>
                  </a:lnTo>
                  <a:close/>
                </a:path>
                <a:path w="13754100" h="584200">
                  <a:moveTo>
                    <a:pt x="10924044" y="584199"/>
                  </a:moveTo>
                  <a:lnTo>
                    <a:pt x="10904994" y="584199"/>
                  </a:lnTo>
                  <a:lnTo>
                    <a:pt x="10904994" y="571499"/>
                  </a:lnTo>
                  <a:lnTo>
                    <a:pt x="10924044" y="571499"/>
                  </a:lnTo>
                  <a:lnTo>
                    <a:pt x="10924044" y="584199"/>
                  </a:lnTo>
                  <a:close/>
                </a:path>
                <a:path w="13754100" h="584200">
                  <a:moveTo>
                    <a:pt x="10949432" y="584199"/>
                  </a:moveTo>
                  <a:lnTo>
                    <a:pt x="10930394" y="584199"/>
                  </a:lnTo>
                  <a:lnTo>
                    <a:pt x="10930394" y="571499"/>
                  </a:lnTo>
                  <a:lnTo>
                    <a:pt x="10949432" y="571499"/>
                  </a:lnTo>
                  <a:lnTo>
                    <a:pt x="10949432" y="584199"/>
                  </a:lnTo>
                  <a:close/>
                </a:path>
                <a:path w="13754100" h="584200">
                  <a:moveTo>
                    <a:pt x="10974832" y="584199"/>
                  </a:moveTo>
                  <a:lnTo>
                    <a:pt x="10955782" y="584199"/>
                  </a:lnTo>
                  <a:lnTo>
                    <a:pt x="10955782" y="571499"/>
                  </a:lnTo>
                  <a:lnTo>
                    <a:pt x="10974832" y="571499"/>
                  </a:lnTo>
                  <a:lnTo>
                    <a:pt x="10974832" y="584199"/>
                  </a:lnTo>
                  <a:close/>
                </a:path>
                <a:path w="13754100" h="584200">
                  <a:moveTo>
                    <a:pt x="11000219" y="584199"/>
                  </a:moveTo>
                  <a:lnTo>
                    <a:pt x="10981182" y="584199"/>
                  </a:lnTo>
                  <a:lnTo>
                    <a:pt x="10981182" y="571499"/>
                  </a:lnTo>
                  <a:lnTo>
                    <a:pt x="11000219" y="571499"/>
                  </a:lnTo>
                  <a:lnTo>
                    <a:pt x="11000219" y="584199"/>
                  </a:lnTo>
                  <a:close/>
                </a:path>
                <a:path w="13754100" h="584200">
                  <a:moveTo>
                    <a:pt x="11025619" y="584199"/>
                  </a:moveTo>
                  <a:lnTo>
                    <a:pt x="11006569" y="584199"/>
                  </a:lnTo>
                  <a:lnTo>
                    <a:pt x="11006569" y="571499"/>
                  </a:lnTo>
                  <a:lnTo>
                    <a:pt x="11025619" y="571499"/>
                  </a:lnTo>
                  <a:lnTo>
                    <a:pt x="11025619" y="584199"/>
                  </a:lnTo>
                  <a:close/>
                </a:path>
                <a:path w="13754100" h="584200">
                  <a:moveTo>
                    <a:pt x="11051006" y="584199"/>
                  </a:moveTo>
                  <a:lnTo>
                    <a:pt x="11031969" y="584199"/>
                  </a:lnTo>
                  <a:lnTo>
                    <a:pt x="11031969" y="571499"/>
                  </a:lnTo>
                  <a:lnTo>
                    <a:pt x="11051006" y="571499"/>
                  </a:lnTo>
                  <a:lnTo>
                    <a:pt x="11051006" y="584199"/>
                  </a:lnTo>
                  <a:close/>
                </a:path>
                <a:path w="13754100" h="584200">
                  <a:moveTo>
                    <a:pt x="11076406" y="584199"/>
                  </a:moveTo>
                  <a:lnTo>
                    <a:pt x="11057356" y="584199"/>
                  </a:lnTo>
                  <a:lnTo>
                    <a:pt x="11057356" y="571499"/>
                  </a:lnTo>
                  <a:lnTo>
                    <a:pt x="11076406" y="571499"/>
                  </a:lnTo>
                  <a:lnTo>
                    <a:pt x="11076406" y="584199"/>
                  </a:lnTo>
                  <a:close/>
                </a:path>
                <a:path w="13754100" h="584200">
                  <a:moveTo>
                    <a:pt x="11101793" y="584199"/>
                  </a:moveTo>
                  <a:lnTo>
                    <a:pt x="11082756" y="584199"/>
                  </a:lnTo>
                  <a:lnTo>
                    <a:pt x="11082756" y="571499"/>
                  </a:lnTo>
                  <a:lnTo>
                    <a:pt x="11101793" y="571499"/>
                  </a:lnTo>
                  <a:lnTo>
                    <a:pt x="11101793" y="584199"/>
                  </a:lnTo>
                  <a:close/>
                </a:path>
                <a:path w="13754100" h="584200">
                  <a:moveTo>
                    <a:pt x="11127193" y="584199"/>
                  </a:moveTo>
                  <a:lnTo>
                    <a:pt x="11108143" y="584199"/>
                  </a:lnTo>
                  <a:lnTo>
                    <a:pt x="11108143" y="571499"/>
                  </a:lnTo>
                  <a:lnTo>
                    <a:pt x="11127193" y="571499"/>
                  </a:lnTo>
                  <a:lnTo>
                    <a:pt x="11127193" y="584199"/>
                  </a:lnTo>
                  <a:close/>
                </a:path>
                <a:path w="13754100" h="584200">
                  <a:moveTo>
                    <a:pt x="11152581" y="584199"/>
                  </a:moveTo>
                  <a:lnTo>
                    <a:pt x="11133543" y="584199"/>
                  </a:lnTo>
                  <a:lnTo>
                    <a:pt x="11133543" y="571499"/>
                  </a:lnTo>
                  <a:lnTo>
                    <a:pt x="11152581" y="571499"/>
                  </a:lnTo>
                  <a:lnTo>
                    <a:pt x="11152581" y="584199"/>
                  </a:lnTo>
                  <a:close/>
                </a:path>
                <a:path w="13754100" h="584200">
                  <a:moveTo>
                    <a:pt x="11177981" y="584199"/>
                  </a:moveTo>
                  <a:lnTo>
                    <a:pt x="11158931" y="584199"/>
                  </a:lnTo>
                  <a:lnTo>
                    <a:pt x="11158931" y="571499"/>
                  </a:lnTo>
                  <a:lnTo>
                    <a:pt x="11177981" y="571499"/>
                  </a:lnTo>
                  <a:lnTo>
                    <a:pt x="11177981" y="584199"/>
                  </a:lnTo>
                  <a:close/>
                </a:path>
                <a:path w="13754100" h="584200">
                  <a:moveTo>
                    <a:pt x="11203368" y="584199"/>
                  </a:moveTo>
                  <a:lnTo>
                    <a:pt x="11184331" y="584199"/>
                  </a:lnTo>
                  <a:lnTo>
                    <a:pt x="11184331" y="571499"/>
                  </a:lnTo>
                  <a:lnTo>
                    <a:pt x="11203368" y="571499"/>
                  </a:lnTo>
                  <a:lnTo>
                    <a:pt x="11203368" y="584199"/>
                  </a:lnTo>
                  <a:close/>
                </a:path>
                <a:path w="13754100" h="584200">
                  <a:moveTo>
                    <a:pt x="11228768" y="584199"/>
                  </a:moveTo>
                  <a:lnTo>
                    <a:pt x="11209718" y="584199"/>
                  </a:lnTo>
                  <a:lnTo>
                    <a:pt x="11209718" y="571499"/>
                  </a:lnTo>
                  <a:lnTo>
                    <a:pt x="11228768" y="571499"/>
                  </a:lnTo>
                  <a:lnTo>
                    <a:pt x="11228768" y="584199"/>
                  </a:lnTo>
                  <a:close/>
                </a:path>
                <a:path w="13754100" h="584200">
                  <a:moveTo>
                    <a:pt x="11254155" y="584199"/>
                  </a:moveTo>
                  <a:lnTo>
                    <a:pt x="11235118" y="584199"/>
                  </a:lnTo>
                  <a:lnTo>
                    <a:pt x="11235118" y="571499"/>
                  </a:lnTo>
                  <a:lnTo>
                    <a:pt x="11254155" y="571499"/>
                  </a:lnTo>
                  <a:lnTo>
                    <a:pt x="11254155" y="584199"/>
                  </a:lnTo>
                  <a:close/>
                </a:path>
                <a:path w="13754100" h="584200">
                  <a:moveTo>
                    <a:pt x="11279555" y="584199"/>
                  </a:moveTo>
                  <a:lnTo>
                    <a:pt x="11260505" y="584199"/>
                  </a:lnTo>
                  <a:lnTo>
                    <a:pt x="11260505" y="571499"/>
                  </a:lnTo>
                  <a:lnTo>
                    <a:pt x="11279555" y="571499"/>
                  </a:lnTo>
                  <a:lnTo>
                    <a:pt x="11279555" y="584199"/>
                  </a:lnTo>
                  <a:close/>
                </a:path>
                <a:path w="13754100" h="584200">
                  <a:moveTo>
                    <a:pt x="11304943" y="584199"/>
                  </a:moveTo>
                  <a:lnTo>
                    <a:pt x="11285905" y="584199"/>
                  </a:lnTo>
                  <a:lnTo>
                    <a:pt x="11285905" y="571499"/>
                  </a:lnTo>
                  <a:lnTo>
                    <a:pt x="11304943" y="571499"/>
                  </a:lnTo>
                  <a:lnTo>
                    <a:pt x="11304943" y="584199"/>
                  </a:lnTo>
                  <a:close/>
                </a:path>
                <a:path w="13754100" h="584200">
                  <a:moveTo>
                    <a:pt x="11330343" y="584199"/>
                  </a:moveTo>
                  <a:lnTo>
                    <a:pt x="11311293" y="584199"/>
                  </a:lnTo>
                  <a:lnTo>
                    <a:pt x="11311293" y="571499"/>
                  </a:lnTo>
                  <a:lnTo>
                    <a:pt x="11330343" y="571499"/>
                  </a:lnTo>
                  <a:lnTo>
                    <a:pt x="11330343" y="584199"/>
                  </a:lnTo>
                  <a:close/>
                </a:path>
                <a:path w="13754100" h="584200">
                  <a:moveTo>
                    <a:pt x="11355730" y="584199"/>
                  </a:moveTo>
                  <a:lnTo>
                    <a:pt x="11336693" y="584199"/>
                  </a:lnTo>
                  <a:lnTo>
                    <a:pt x="11336693" y="571499"/>
                  </a:lnTo>
                  <a:lnTo>
                    <a:pt x="11355730" y="571499"/>
                  </a:lnTo>
                  <a:lnTo>
                    <a:pt x="11355730" y="584199"/>
                  </a:lnTo>
                  <a:close/>
                </a:path>
                <a:path w="13754100" h="584200">
                  <a:moveTo>
                    <a:pt x="11381130" y="584199"/>
                  </a:moveTo>
                  <a:lnTo>
                    <a:pt x="11362080" y="584199"/>
                  </a:lnTo>
                  <a:lnTo>
                    <a:pt x="11362080" y="571499"/>
                  </a:lnTo>
                  <a:lnTo>
                    <a:pt x="11381130" y="571499"/>
                  </a:lnTo>
                  <a:lnTo>
                    <a:pt x="11381130" y="584199"/>
                  </a:lnTo>
                  <a:close/>
                </a:path>
                <a:path w="13754100" h="584200">
                  <a:moveTo>
                    <a:pt x="11406517" y="584199"/>
                  </a:moveTo>
                  <a:lnTo>
                    <a:pt x="11387480" y="584199"/>
                  </a:lnTo>
                  <a:lnTo>
                    <a:pt x="11387480" y="571499"/>
                  </a:lnTo>
                  <a:lnTo>
                    <a:pt x="11406517" y="571499"/>
                  </a:lnTo>
                  <a:lnTo>
                    <a:pt x="11406517" y="584199"/>
                  </a:lnTo>
                  <a:close/>
                </a:path>
                <a:path w="13754100" h="584200">
                  <a:moveTo>
                    <a:pt x="11431917" y="584199"/>
                  </a:moveTo>
                  <a:lnTo>
                    <a:pt x="11412867" y="584199"/>
                  </a:lnTo>
                  <a:lnTo>
                    <a:pt x="11412867" y="571499"/>
                  </a:lnTo>
                  <a:lnTo>
                    <a:pt x="11431917" y="571499"/>
                  </a:lnTo>
                  <a:lnTo>
                    <a:pt x="11431917" y="584199"/>
                  </a:lnTo>
                  <a:close/>
                </a:path>
                <a:path w="13754100" h="584200">
                  <a:moveTo>
                    <a:pt x="11457305" y="584199"/>
                  </a:moveTo>
                  <a:lnTo>
                    <a:pt x="11438267" y="584199"/>
                  </a:lnTo>
                  <a:lnTo>
                    <a:pt x="11438267" y="571499"/>
                  </a:lnTo>
                  <a:lnTo>
                    <a:pt x="11457305" y="571499"/>
                  </a:lnTo>
                  <a:lnTo>
                    <a:pt x="11457305" y="584199"/>
                  </a:lnTo>
                  <a:close/>
                </a:path>
                <a:path w="13754100" h="584200">
                  <a:moveTo>
                    <a:pt x="11482705" y="584199"/>
                  </a:moveTo>
                  <a:lnTo>
                    <a:pt x="11463655" y="584199"/>
                  </a:lnTo>
                  <a:lnTo>
                    <a:pt x="11463655" y="571499"/>
                  </a:lnTo>
                  <a:lnTo>
                    <a:pt x="11482705" y="571499"/>
                  </a:lnTo>
                  <a:lnTo>
                    <a:pt x="11482705" y="584199"/>
                  </a:lnTo>
                  <a:close/>
                </a:path>
                <a:path w="13754100" h="584200">
                  <a:moveTo>
                    <a:pt x="11508092" y="584199"/>
                  </a:moveTo>
                  <a:lnTo>
                    <a:pt x="11489055" y="584199"/>
                  </a:lnTo>
                  <a:lnTo>
                    <a:pt x="11489055" y="571499"/>
                  </a:lnTo>
                  <a:lnTo>
                    <a:pt x="11508092" y="571499"/>
                  </a:lnTo>
                  <a:lnTo>
                    <a:pt x="11508092" y="584199"/>
                  </a:lnTo>
                  <a:close/>
                </a:path>
                <a:path w="13754100" h="584200">
                  <a:moveTo>
                    <a:pt x="11533492" y="584199"/>
                  </a:moveTo>
                  <a:lnTo>
                    <a:pt x="11514442" y="584199"/>
                  </a:lnTo>
                  <a:lnTo>
                    <a:pt x="11514442" y="571499"/>
                  </a:lnTo>
                  <a:lnTo>
                    <a:pt x="11533492" y="571499"/>
                  </a:lnTo>
                  <a:lnTo>
                    <a:pt x="11533492" y="584199"/>
                  </a:lnTo>
                  <a:close/>
                </a:path>
                <a:path w="13754100" h="584200">
                  <a:moveTo>
                    <a:pt x="11558892" y="584199"/>
                  </a:moveTo>
                  <a:lnTo>
                    <a:pt x="11539842" y="584199"/>
                  </a:lnTo>
                  <a:lnTo>
                    <a:pt x="11539842" y="571499"/>
                  </a:lnTo>
                  <a:lnTo>
                    <a:pt x="11558892" y="571499"/>
                  </a:lnTo>
                  <a:lnTo>
                    <a:pt x="11558892" y="584199"/>
                  </a:lnTo>
                  <a:close/>
                </a:path>
                <a:path w="13754100" h="584200">
                  <a:moveTo>
                    <a:pt x="11584279" y="584199"/>
                  </a:moveTo>
                  <a:lnTo>
                    <a:pt x="11565229" y="584199"/>
                  </a:lnTo>
                  <a:lnTo>
                    <a:pt x="11565229" y="571499"/>
                  </a:lnTo>
                  <a:lnTo>
                    <a:pt x="11584279" y="571499"/>
                  </a:lnTo>
                  <a:lnTo>
                    <a:pt x="11584279" y="584199"/>
                  </a:lnTo>
                  <a:close/>
                </a:path>
                <a:path w="13754100" h="584200">
                  <a:moveTo>
                    <a:pt x="11609679" y="584199"/>
                  </a:moveTo>
                  <a:lnTo>
                    <a:pt x="11590629" y="584199"/>
                  </a:lnTo>
                  <a:lnTo>
                    <a:pt x="11590629" y="571499"/>
                  </a:lnTo>
                  <a:lnTo>
                    <a:pt x="11609679" y="571499"/>
                  </a:lnTo>
                  <a:lnTo>
                    <a:pt x="11609679" y="584199"/>
                  </a:lnTo>
                  <a:close/>
                </a:path>
                <a:path w="13754100" h="584200">
                  <a:moveTo>
                    <a:pt x="11635066" y="584199"/>
                  </a:moveTo>
                  <a:lnTo>
                    <a:pt x="11616016" y="584199"/>
                  </a:lnTo>
                  <a:lnTo>
                    <a:pt x="11616016" y="571499"/>
                  </a:lnTo>
                  <a:lnTo>
                    <a:pt x="11635066" y="571499"/>
                  </a:lnTo>
                  <a:lnTo>
                    <a:pt x="11635066" y="584199"/>
                  </a:lnTo>
                  <a:close/>
                </a:path>
                <a:path w="13754100" h="584200">
                  <a:moveTo>
                    <a:pt x="11660466" y="584199"/>
                  </a:moveTo>
                  <a:lnTo>
                    <a:pt x="11641416" y="584199"/>
                  </a:lnTo>
                  <a:lnTo>
                    <a:pt x="11641416" y="571499"/>
                  </a:lnTo>
                  <a:lnTo>
                    <a:pt x="11660466" y="571499"/>
                  </a:lnTo>
                  <a:lnTo>
                    <a:pt x="11660466" y="584199"/>
                  </a:lnTo>
                  <a:close/>
                </a:path>
                <a:path w="13754100" h="584200">
                  <a:moveTo>
                    <a:pt x="11685854" y="584199"/>
                  </a:moveTo>
                  <a:lnTo>
                    <a:pt x="11666804" y="584199"/>
                  </a:lnTo>
                  <a:lnTo>
                    <a:pt x="11666804" y="571499"/>
                  </a:lnTo>
                  <a:lnTo>
                    <a:pt x="11685854" y="571499"/>
                  </a:lnTo>
                  <a:lnTo>
                    <a:pt x="11685854" y="584199"/>
                  </a:lnTo>
                  <a:close/>
                </a:path>
                <a:path w="13754100" h="584200">
                  <a:moveTo>
                    <a:pt x="11711254" y="584199"/>
                  </a:moveTo>
                  <a:lnTo>
                    <a:pt x="11692204" y="584199"/>
                  </a:lnTo>
                  <a:lnTo>
                    <a:pt x="11692204" y="571499"/>
                  </a:lnTo>
                  <a:lnTo>
                    <a:pt x="11711254" y="571499"/>
                  </a:lnTo>
                  <a:lnTo>
                    <a:pt x="11711254" y="584199"/>
                  </a:lnTo>
                  <a:close/>
                </a:path>
                <a:path w="13754100" h="584200">
                  <a:moveTo>
                    <a:pt x="11736641" y="584199"/>
                  </a:moveTo>
                  <a:lnTo>
                    <a:pt x="11717591" y="584199"/>
                  </a:lnTo>
                  <a:lnTo>
                    <a:pt x="11717591" y="571499"/>
                  </a:lnTo>
                  <a:lnTo>
                    <a:pt x="11736641" y="571499"/>
                  </a:lnTo>
                  <a:lnTo>
                    <a:pt x="11736641" y="584199"/>
                  </a:lnTo>
                  <a:close/>
                </a:path>
                <a:path w="13754100" h="584200">
                  <a:moveTo>
                    <a:pt x="11762041" y="584199"/>
                  </a:moveTo>
                  <a:lnTo>
                    <a:pt x="11742991" y="584199"/>
                  </a:lnTo>
                  <a:lnTo>
                    <a:pt x="11742991" y="571499"/>
                  </a:lnTo>
                  <a:lnTo>
                    <a:pt x="11762041" y="571499"/>
                  </a:lnTo>
                  <a:lnTo>
                    <a:pt x="11762041" y="584199"/>
                  </a:lnTo>
                  <a:close/>
                </a:path>
                <a:path w="13754100" h="584200">
                  <a:moveTo>
                    <a:pt x="11787428" y="584199"/>
                  </a:moveTo>
                  <a:lnTo>
                    <a:pt x="11768391" y="584199"/>
                  </a:lnTo>
                  <a:lnTo>
                    <a:pt x="11768391" y="571499"/>
                  </a:lnTo>
                  <a:lnTo>
                    <a:pt x="11787428" y="571499"/>
                  </a:lnTo>
                  <a:lnTo>
                    <a:pt x="11787428" y="584199"/>
                  </a:lnTo>
                  <a:close/>
                </a:path>
                <a:path w="13754100" h="584200">
                  <a:moveTo>
                    <a:pt x="11812828" y="584199"/>
                  </a:moveTo>
                  <a:lnTo>
                    <a:pt x="11793778" y="584199"/>
                  </a:lnTo>
                  <a:lnTo>
                    <a:pt x="11793778" y="571499"/>
                  </a:lnTo>
                  <a:lnTo>
                    <a:pt x="11812828" y="571499"/>
                  </a:lnTo>
                  <a:lnTo>
                    <a:pt x="11812828" y="584199"/>
                  </a:lnTo>
                  <a:close/>
                </a:path>
                <a:path w="13754100" h="584200">
                  <a:moveTo>
                    <a:pt x="11838216" y="584199"/>
                  </a:moveTo>
                  <a:lnTo>
                    <a:pt x="11819166" y="584199"/>
                  </a:lnTo>
                  <a:lnTo>
                    <a:pt x="11819166" y="571499"/>
                  </a:lnTo>
                  <a:lnTo>
                    <a:pt x="11838216" y="571499"/>
                  </a:lnTo>
                  <a:lnTo>
                    <a:pt x="11838216" y="584199"/>
                  </a:lnTo>
                  <a:close/>
                </a:path>
                <a:path w="13754100" h="584200">
                  <a:moveTo>
                    <a:pt x="11863616" y="584199"/>
                  </a:moveTo>
                  <a:lnTo>
                    <a:pt x="11844566" y="584199"/>
                  </a:lnTo>
                  <a:lnTo>
                    <a:pt x="11844566" y="571499"/>
                  </a:lnTo>
                  <a:lnTo>
                    <a:pt x="11863616" y="571499"/>
                  </a:lnTo>
                  <a:lnTo>
                    <a:pt x="11863616" y="584199"/>
                  </a:lnTo>
                  <a:close/>
                </a:path>
                <a:path w="13754100" h="584200">
                  <a:moveTo>
                    <a:pt x="11889003" y="584199"/>
                  </a:moveTo>
                  <a:lnTo>
                    <a:pt x="11869966" y="584199"/>
                  </a:lnTo>
                  <a:lnTo>
                    <a:pt x="11869966" y="571499"/>
                  </a:lnTo>
                  <a:lnTo>
                    <a:pt x="11889003" y="571499"/>
                  </a:lnTo>
                  <a:lnTo>
                    <a:pt x="11889003" y="584199"/>
                  </a:lnTo>
                  <a:close/>
                </a:path>
                <a:path w="13754100" h="584200">
                  <a:moveTo>
                    <a:pt x="11914403" y="584199"/>
                  </a:moveTo>
                  <a:lnTo>
                    <a:pt x="11895353" y="584199"/>
                  </a:lnTo>
                  <a:lnTo>
                    <a:pt x="11895353" y="571499"/>
                  </a:lnTo>
                  <a:lnTo>
                    <a:pt x="11914403" y="571499"/>
                  </a:lnTo>
                  <a:lnTo>
                    <a:pt x="11914403" y="584199"/>
                  </a:lnTo>
                  <a:close/>
                </a:path>
                <a:path w="13754100" h="584200">
                  <a:moveTo>
                    <a:pt x="11939790" y="584199"/>
                  </a:moveTo>
                  <a:lnTo>
                    <a:pt x="11920753" y="584199"/>
                  </a:lnTo>
                  <a:lnTo>
                    <a:pt x="11920753" y="571499"/>
                  </a:lnTo>
                  <a:lnTo>
                    <a:pt x="11939790" y="571499"/>
                  </a:lnTo>
                  <a:lnTo>
                    <a:pt x="11939790" y="584199"/>
                  </a:lnTo>
                  <a:close/>
                </a:path>
                <a:path w="13754100" h="584200">
                  <a:moveTo>
                    <a:pt x="11965190" y="584199"/>
                  </a:moveTo>
                  <a:lnTo>
                    <a:pt x="11946140" y="584199"/>
                  </a:lnTo>
                  <a:lnTo>
                    <a:pt x="11946140" y="571499"/>
                  </a:lnTo>
                  <a:lnTo>
                    <a:pt x="11965190" y="571499"/>
                  </a:lnTo>
                  <a:lnTo>
                    <a:pt x="11965190" y="584199"/>
                  </a:lnTo>
                  <a:close/>
                </a:path>
                <a:path w="13754100" h="584200">
                  <a:moveTo>
                    <a:pt x="11990578" y="584199"/>
                  </a:moveTo>
                  <a:lnTo>
                    <a:pt x="11971540" y="584199"/>
                  </a:lnTo>
                  <a:lnTo>
                    <a:pt x="11971540" y="571499"/>
                  </a:lnTo>
                  <a:lnTo>
                    <a:pt x="11990578" y="571499"/>
                  </a:lnTo>
                  <a:lnTo>
                    <a:pt x="11990578" y="584199"/>
                  </a:lnTo>
                  <a:close/>
                </a:path>
                <a:path w="13754100" h="584200">
                  <a:moveTo>
                    <a:pt x="12015978" y="584199"/>
                  </a:moveTo>
                  <a:lnTo>
                    <a:pt x="11996928" y="584199"/>
                  </a:lnTo>
                  <a:lnTo>
                    <a:pt x="11996928" y="571499"/>
                  </a:lnTo>
                  <a:lnTo>
                    <a:pt x="12015978" y="571499"/>
                  </a:lnTo>
                  <a:lnTo>
                    <a:pt x="12015978" y="584199"/>
                  </a:lnTo>
                  <a:close/>
                </a:path>
                <a:path w="13754100" h="584200">
                  <a:moveTo>
                    <a:pt x="12041365" y="584199"/>
                  </a:moveTo>
                  <a:lnTo>
                    <a:pt x="12022328" y="584199"/>
                  </a:lnTo>
                  <a:lnTo>
                    <a:pt x="12022328" y="571499"/>
                  </a:lnTo>
                  <a:lnTo>
                    <a:pt x="12041365" y="571499"/>
                  </a:lnTo>
                  <a:lnTo>
                    <a:pt x="12041365" y="584199"/>
                  </a:lnTo>
                  <a:close/>
                </a:path>
                <a:path w="13754100" h="584200">
                  <a:moveTo>
                    <a:pt x="12066765" y="584199"/>
                  </a:moveTo>
                  <a:lnTo>
                    <a:pt x="12047715" y="584199"/>
                  </a:lnTo>
                  <a:lnTo>
                    <a:pt x="12047715" y="571499"/>
                  </a:lnTo>
                  <a:lnTo>
                    <a:pt x="12066765" y="571499"/>
                  </a:lnTo>
                  <a:lnTo>
                    <a:pt x="12066765" y="584199"/>
                  </a:lnTo>
                  <a:close/>
                </a:path>
                <a:path w="13754100" h="584200">
                  <a:moveTo>
                    <a:pt x="12092152" y="584199"/>
                  </a:moveTo>
                  <a:lnTo>
                    <a:pt x="12073115" y="584199"/>
                  </a:lnTo>
                  <a:lnTo>
                    <a:pt x="12073115" y="571499"/>
                  </a:lnTo>
                  <a:lnTo>
                    <a:pt x="12092152" y="571499"/>
                  </a:lnTo>
                  <a:lnTo>
                    <a:pt x="12092152" y="584199"/>
                  </a:lnTo>
                  <a:close/>
                </a:path>
                <a:path w="13754100" h="584200">
                  <a:moveTo>
                    <a:pt x="12117552" y="584199"/>
                  </a:moveTo>
                  <a:lnTo>
                    <a:pt x="12098502" y="584199"/>
                  </a:lnTo>
                  <a:lnTo>
                    <a:pt x="12098502" y="571499"/>
                  </a:lnTo>
                  <a:lnTo>
                    <a:pt x="12117552" y="571499"/>
                  </a:lnTo>
                  <a:lnTo>
                    <a:pt x="12117552" y="584199"/>
                  </a:lnTo>
                  <a:close/>
                </a:path>
                <a:path w="13754100" h="584200">
                  <a:moveTo>
                    <a:pt x="12142939" y="584199"/>
                  </a:moveTo>
                  <a:lnTo>
                    <a:pt x="12123902" y="584199"/>
                  </a:lnTo>
                  <a:lnTo>
                    <a:pt x="12123902" y="571499"/>
                  </a:lnTo>
                  <a:lnTo>
                    <a:pt x="12142939" y="571499"/>
                  </a:lnTo>
                  <a:lnTo>
                    <a:pt x="12142939" y="584199"/>
                  </a:lnTo>
                  <a:close/>
                </a:path>
                <a:path w="13754100" h="584200">
                  <a:moveTo>
                    <a:pt x="12168339" y="584199"/>
                  </a:moveTo>
                  <a:lnTo>
                    <a:pt x="12149289" y="584199"/>
                  </a:lnTo>
                  <a:lnTo>
                    <a:pt x="12149289" y="571499"/>
                  </a:lnTo>
                  <a:lnTo>
                    <a:pt x="12168339" y="571499"/>
                  </a:lnTo>
                  <a:lnTo>
                    <a:pt x="12168339" y="584199"/>
                  </a:lnTo>
                  <a:close/>
                </a:path>
                <a:path w="13754100" h="584200">
                  <a:moveTo>
                    <a:pt x="12193727" y="584199"/>
                  </a:moveTo>
                  <a:lnTo>
                    <a:pt x="12174689" y="584199"/>
                  </a:lnTo>
                  <a:lnTo>
                    <a:pt x="12174689" y="571499"/>
                  </a:lnTo>
                  <a:lnTo>
                    <a:pt x="12193727" y="571499"/>
                  </a:lnTo>
                  <a:lnTo>
                    <a:pt x="12193727" y="584199"/>
                  </a:lnTo>
                  <a:close/>
                </a:path>
                <a:path w="13754100" h="584200">
                  <a:moveTo>
                    <a:pt x="12219127" y="584199"/>
                  </a:moveTo>
                  <a:lnTo>
                    <a:pt x="12200077" y="584199"/>
                  </a:lnTo>
                  <a:lnTo>
                    <a:pt x="12200077" y="571499"/>
                  </a:lnTo>
                  <a:lnTo>
                    <a:pt x="12219127" y="571499"/>
                  </a:lnTo>
                  <a:lnTo>
                    <a:pt x="12219127" y="584199"/>
                  </a:lnTo>
                  <a:close/>
                </a:path>
                <a:path w="13754100" h="584200">
                  <a:moveTo>
                    <a:pt x="12244514" y="584199"/>
                  </a:moveTo>
                  <a:lnTo>
                    <a:pt x="12225477" y="584199"/>
                  </a:lnTo>
                  <a:lnTo>
                    <a:pt x="12225477" y="571499"/>
                  </a:lnTo>
                  <a:lnTo>
                    <a:pt x="12244514" y="571499"/>
                  </a:lnTo>
                  <a:lnTo>
                    <a:pt x="12244514" y="584199"/>
                  </a:lnTo>
                  <a:close/>
                </a:path>
                <a:path w="13754100" h="584200">
                  <a:moveTo>
                    <a:pt x="12269914" y="584199"/>
                  </a:moveTo>
                  <a:lnTo>
                    <a:pt x="12250864" y="584199"/>
                  </a:lnTo>
                  <a:lnTo>
                    <a:pt x="12250864" y="571499"/>
                  </a:lnTo>
                  <a:lnTo>
                    <a:pt x="12269914" y="571499"/>
                  </a:lnTo>
                  <a:lnTo>
                    <a:pt x="12269914" y="584199"/>
                  </a:lnTo>
                  <a:close/>
                </a:path>
                <a:path w="13754100" h="584200">
                  <a:moveTo>
                    <a:pt x="12295301" y="584199"/>
                  </a:moveTo>
                  <a:lnTo>
                    <a:pt x="12276264" y="584199"/>
                  </a:lnTo>
                  <a:lnTo>
                    <a:pt x="12276264" y="571499"/>
                  </a:lnTo>
                  <a:lnTo>
                    <a:pt x="12295301" y="571499"/>
                  </a:lnTo>
                  <a:lnTo>
                    <a:pt x="12295301" y="584199"/>
                  </a:lnTo>
                  <a:close/>
                </a:path>
                <a:path w="13754100" h="584200">
                  <a:moveTo>
                    <a:pt x="12320701" y="584199"/>
                  </a:moveTo>
                  <a:lnTo>
                    <a:pt x="12301651" y="584199"/>
                  </a:lnTo>
                  <a:lnTo>
                    <a:pt x="12301651" y="571499"/>
                  </a:lnTo>
                  <a:lnTo>
                    <a:pt x="12320701" y="571499"/>
                  </a:lnTo>
                  <a:lnTo>
                    <a:pt x="12320701" y="584199"/>
                  </a:lnTo>
                  <a:close/>
                </a:path>
                <a:path w="13754100" h="584200">
                  <a:moveTo>
                    <a:pt x="12346089" y="584199"/>
                  </a:moveTo>
                  <a:lnTo>
                    <a:pt x="12327051" y="584199"/>
                  </a:lnTo>
                  <a:lnTo>
                    <a:pt x="12327051" y="571499"/>
                  </a:lnTo>
                  <a:lnTo>
                    <a:pt x="12346089" y="571499"/>
                  </a:lnTo>
                  <a:lnTo>
                    <a:pt x="12346089" y="584199"/>
                  </a:lnTo>
                  <a:close/>
                </a:path>
                <a:path w="13754100" h="584200">
                  <a:moveTo>
                    <a:pt x="12371489" y="584199"/>
                  </a:moveTo>
                  <a:lnTo>
                    <a:pt x="12352439" y="584199"/>
                  </a:lnTo>
                  <a:lnTo>
                    <a:pt x="12352439" y="571499"/>
                  </a:lnTo>
                  <a:lnTo>
                    <a:pt x="12371489" y="571499"/>
                  </a:lnTo>
                  <a:lnTo>
                    <a:pt x="12371489" y="584199"/>
                  </a:lnTo>
                  <a:close/>
                </a:path>
                <a:path w="13754100" h="584200">
                  <a:moveTo>
                    <a:pt x="12396876" y="584199"/>
                  </a:moveTo>
                  <a:lnTo>
                    <a:pt x="12377839" y="584199"/>
                  </a:lnTo>
                  <a:lnTo>
                    <a:pt x="12377839" y="571499"/>
                  </a:lnTo>
                  <a:lnTo>
                    <a:pt x="12396876" y="571499"/>
                  </a:lnTo>
                  <a:lnTo>
                    <a:pt x="12396876" y="584199"/>
                  </a:lnTo>
                  <a:close/>
                </a:path>
                <a:path w="13754100" h="584200">
                  <a:moveTo>
                    <a:pt x="12422276" y="584199"/>
                  </a:moveTo>
                  <a:lnTo>
                    <a:pt x="12403226" y="584199"/>
                  </a:lnTo>
                  <a:lnTo>
                    <a:pt x="12403226" y="571499"/>
                  </a:lnTo>
                  <a:lnTo>
                    <a:pt x="12422276" y="571499"/>
                  </a:lnTo>
                  <a:lnTo>
                    <a:pt x="12422276" y="584199"/>
                  </a:lnTo>
                  <a:close/>
                </a:path>
                <a:path w="13754100" h="584200">
                  <a:moveTo>
                    <a:pt x="12447663" y="584199"/>
                  </a:moveTo>
                  <a:lnTo>
                    <a:pt x="12428626" y="584199"/>
                  </a:lnTo>
                  <a:lnTo>
                    <a:pt x="12428626" y="571499"/>
                  </a:lnTo>
                  <a:lnTo>
                    <a:pt x="12447663" y="571499"/>
                  </a:lnTo>
                  <a:lnTo>
                    <a:pt x="12447663" y="584199"/>
                  </a:lnTo>
                  <a:close/>
                </a:path>
                <a:path w="13754100" h="584200">
                  <a:moveTo>
                    <a:pt x="12473063" y="584199"/>
                  </a:moveTo>
                  <a:lnTo>
                    <a:pt x="12454013" y="584199"/>
                  </a:lnTo>
                  <a:lnTo>
                    <a:pt x="12454013" y="571499"/>
                  </a:lnTo>
                  <a:lnTo>
                    <a:pt x="12473063" y="571499"/>
                  </a:lnTo>
                  <a:lnTo>
                    <a:pt x="12473063" y="584199"/>
                  </a:lnTo>
                  <a:close/>
                </a:path>
                <a:path w="13754100" h="584200">
                  <a:moveTo>
                    <a:pt x="12498451" y="584199"/>
                  </a:moveTo>
                  <a:lnTo>
                    <a:pt x="12479413" y="584199"/>
                  </a:lnTo>
                  <a:lnTo>
                    <a:pt x="12479413" y="571499"/>
                  </a:lnTo>
                  <a:lnTo>
                    <a:pt x="12498451" y="571499"/>
                  </a:lnTo>
                  <a:lnTo>
                    <a:pt x="12498451" y="584199"/>
                  </a:lnTo>
                  <a:close/>
                </a:path>
                <a:path w="13754100" h="584200">
                  <a:moveTo>
                    <a:pt x="12523851" y="584199"/>
                  </a:moveTo>
                  <a:lnTo>
                    <a:pt x="12504801" y="584199"/>
                  </a:lnTo>
                  <a:lnTo>
                    <a:pt x="12504801" y="571499"/>
                  </a:lnTo>
                  <a:lnTo>
                    <a:pt x="12523851" y="571499"/>
                  </a:lnTo>
                  <a:lnTo>
                    <a:pt x="12523851" y="584199"/>
                  </a:lnTo>
                  <a:close/>
                </a:path>
                <a:path w="13754100" h="584200">
                  <a:moveTo>
                    <a:pt x="12549251" y="584199"/>
                  </a:moveTo>
                  <a:lnTo>
                    <a:pt x="12530201" y="584199"/>
                  </a:lnTo>
                  <a:lnTo>
                    <a:pt x="12530201" y="571499"/>
                  </a:lnTo>
                  <a:lnTo>
                    <a:pt x="12549251" y="571499"/>
                  </a:lnTo>
                  <a:lnTo>
                    <a:pt x="12549251" y="584199"/>
                  </a:lnTo>
                  <a:close/>
                </a:path>
                <a:path w="13754100" h="584200">
                  <a:moveTo>
                    <a:pt x="12574638" y="584199"/>
                  </a:moveTo>
                  <a:lnTo>
                    <a:pt x="12555588" y="584199"/>
                  </a:lnTo>
                  <a:lnTo>
                    <a:pt x="12555588" y="571499"/>
                  </a:lnTo>
                  <a:lnTo>
                    <a:pt x="12574638" y="571499"/>
                  </a:lnTo>
                  <a:lnTo>
                    <a:pt x="12574638" y="584199"/>
                  </a:lnTo>
                  <a:close/>
                </a:path>
                <a:path w="13754100" h="584200">
                  <a:moveTo>
                    <a:pt x="12600038" y="584199"/>
                  </a:moveTo>
                  <a:lnTo>
                    <a:pt x="12580988" y="584199"/>
                  </a:lnTo>
                  <a:lnTo>
                    <a:pt x="12580988" y="571499"/>
                  </a:lnTo>
                  <a:lnTo>
                    <a:pt x="12600038" y="571499"/>
                  </a:lnTo>
                  <a:lnTo>
                    <a:pt x="12600038" y="584199"/>
                  </a:lnTo>
                  <a:close/>
                </a:path>
                <a:path w="13754100" h="584200">
                  <a:moveTo>
                    <a:pt x="12625425" y="584199"/>
                  </a:moveTo>
                  <a:lnTo>
                    <a:pt x="12606375" y="584199"/>
                  </a:lnTo>
                  <a:lnTo>
                    <a:pt x="12606375" y="571499"/>
                  </a:lnTo>
                  <a:lnTo>
                    <a:pt x="12625425" y="571499"/>
                  </a:lnTo>
                  <a:lnTo>
                    <a:pt x="12625425" y="584199"/>
                  </a:lnTo>
                  <a:close/>
                </a:path>
                <a:path w="13754100" h="584200">
                  <a:moveTo>
                    <a:pt x="12650825" y="584199"/>
                  </a:moveTo>
                  <a:lnTo>
                    <a:pt x="12631775" y="584199"/>
                  </a:lnTo>
                  <a:lnTo>
                    <a:pt x="12631775" y="571499"/>
                  </a:lnTo>
                  <a:lnTo>
                    <a:pt x="12650825" y="571499"/>
                  </a:lnTo>
                  <a:lnTo>
                    <a:pt x="12650825" y="584199"/>
                  </a:lnTo>
                  <a:close/>
                </a:path>
                <a:path w="13754100" h="584200">
                  <a:moveTo>
                    <a:pt x="12676212" y="584199"/>
                  </a:moveTo>
                  <a:lnTo>
                    <a:pt x="12657162" y="584199"/>
                  </a:lnTo>
                  <a:lnTo>
                    <a:pt x="12657162" y="571499"/>
                  </a:lnTo>
                  <a:lnTo>
                    <a:pt x="12676212" y="571499"/>
                  </a:lnTo>
                  <a:lnTo>
                    <a:pt x="12676212" y="584199"/>
                  </a:lnTo>
                  <a:close/>
                </a:path>
                <a:path w="13754100" h="584200">
                  <a:moveTo>
                    <a:pt x="12701612" y="584199"/>
                  </a:moveTo>
                  <a:lnTo>
                    <a:pt x="12682562" y="584199"/>
                  </a:lnTo>
                  <a:lnTo>
                    <a:pt x="12682562" y="571499"/>
                  </a:lnTo>
                  <a:lnTo>
                    <a:pt x="12701612" y="571499"/>
                  </a:lnTo>
                  <a:lnTo>
                    <a:pt x="12701612" y="584199"/>
                  </a:lnTo>
                  <a:close/>
                </a:path>
                <a:path w="13754100" h="584200">
                  <a:moveTo>
                    <a:pt x="12727000" y="584199"/>
                  </a:moveTo>
                  <a:lnTo>
                    <a:pt x="12707950" y="584199"/>
                  </a:lnTo>
                  <a:lnTo>
                    <a:pt x="12707950" y="571499"/>
                  </a:lnTo>
                  <a:lnTo>
                    <a:pt x="12727000" y="571499"/>
                  </a:lnTo>
                  <a:lnTo>
                    <a:pt x="12727000" y="584199"/>
                  </a:lnTo>
                  <a:close/>
                </a:path>
                <a:path w="13754100" h="584200">
                  <a:moveTo>
                    <a:pt x="12752400" y="584199"/>
                  </a:moveTo>
                  <a:lnTo>
                    <a:pt x="12733350" y="584199"/>
                  </a:lnTo>
                  <a:lnTo>
                    <a:pt x="12733350" y="571499"/>
                  </a:lnTo>
                  <a:lnTo>
                    <a:pt x="12752400" y="571499"/>
                  </a:lnTo>
                  <a:lnTo>
                    <a:pt x="12752400" y="584199"/>
                  </a:lnTo>
                  <a:close/>
                </a:path>
                <a:path w="13754100" h="584200">
                  <a:moveTo>
                    <a:pt x="12777787" y="584199"/>
                  </a:moveTo>
                  <a:lnTo>
                    <a:pt x="12758737" y="584199"/>
                  </a:lnTo>
                  <a:lnTo>
                    <a:pt x="12758737" y="571499"/>
                  </a:lnTo>
                  <a:lnTo>
                    <a:pt x="12777787" y="571499"/>
                  </a:lnTo>
                  <a:lnTo>
                    <a:pt x="12777787" y="584199"/>
                  </a:lnTo>
                  <a:close/>
                </a:path>
                <a:path w="13754100" h="584200">
                  <a:moveTo>
                    <a:pt x="12803187" y="584199"/>
                  </a:moveTo>
                  <a:lnTo>
                    <a:pt x="12784137" y="584199"/>
                  </a:lnTo>
                  <a:lnTo>
                    <a:pt x="12784137" y="571499"/>
                  </a:lnTo>
                  <a:lnTo>
                    <a:pt x="12803187" y="571499"/>
                  </a:lnTo>
                  <a:lnTo>
                    <a:pt x="12803187" y="584199"/>
                  </a:lnTo>
                  <a:close/>
                </a:path>
                <a:path w="13754100" h="584200">
                  <a:moveTo>
                    <a:pt x="12828574" y="584199"/>
                  </a:moveTo>
                  <a:lnTo>
                    <a:pt x="12809537" y="584199"/>
                  </a:lnTo>
                  <a:lnTo>
                    <a:pt x="12809537" y="571499"/>
                  </a:lnTo>
                  <a:lnTo>
                    <a:pt x="12828574" y="571499"/>
                  </a:lnTo>
                  <a:lnTo>
                    <a:pt x="12828574" y="584199"/>
                  </a:lnTo>
                  <a:close/>
                </a:path>
                <a:path w="13754100" h="584200">
                  <a:moveTo>
                    <a:pt x="12853974" y="584199"/>
                  </a:moveTo>
                  <a:lnTo>
                    <a:pt x="12834924" y="584199"/>
                  </a:lnTo>
                  <a:lnTo>
                    <a:pt x="12834924" y="571499"/>
                  </a:lnTo>
                  <a:lnTo>
                    <a:pt x="12853974" y="571499"/>
                  </a:lnTo>
                  <a:lnTo>
                    <a:pt x="12853974" y="584199"/>
                  </a:lnTo>
                  <a:close/>
                </a:path>
                <a:path w="13754100" h="584200">
                  <a:moveTo>
                    <a:pt x="12879362" y="584199"/>
                  </a:moveTo>
                  <a:lnTo>
                    <a:pt x="12860312" y="584199"/>
                  </a:lnTo>
                  <a:lnTo>
                    <a:pt x="12860312" y="571499"/>
                  </a:lnTo>
                  <a:lnTo>
                    <a:pt x="12879362" y="571499"/>
                  </a:lnTo>
                  <a:lnTo>
                    <a:pt x="12879362" y="584199"/>
                  </a:lnTo>
                  <a:close/>
                </a:path>
                <a:path w="13754100" h="584200">
                  <a:moveTo>
                    <a:pt x="12904762" y="584199"/>
                  </a:moveTo>
                  <a:lnTo>
                    <a:pt x="12885712" y="584199"/>
                  </a:lnTo>
                  <a:lnTo>
                    <a:pt x="12885712" y="571499"/>
                  </a:lnTo>
                  <a:lnTo>
                    <a:pt x="12904762" y="571499"/>
                  </a:lnTo>
                  <a:lnTo>
                    <a:pt x="12904762" y="584199"/>
                  </a:lnTo>
                  <a:close/>
                </a:path>
                <a:path w="13754100" h="584200">
                  <a:moveTo>
                    <a:pt x="12930149" y="584199"/>
                  </a:moveTo>
                  <a:lnTo>
                    <a:pt x="12911099" y="584199"/>
                  </a:lnTo>
                  <a:lnTo>
                    <a:pt x="12911099" y="571499"/>
                  </a:lnTo>
                  <a:lnTo>
                    <a:pt x="12930149" y="571499"/>
                  </a:lnTo>
                  <a:lnTo>
                    <a:pt x="12930149" y="584199"/>
                  </a:lnTo>
                  <a:close/>
                </a:path>
                <a:path w="13754100" h="584200">
                  <a:moveTo>
                    <a:pt x="12955549" y="584199"/>
                  </a:moveTo>
                  <a:lnTo>
                    <a:pt x="12936499" y="584199"/>
                  </a:lnTo>
                  <a:lnTo>
                    <a:pt x="12936499" y="571499"/>
                  </a:lnTo>
                  <a:lnTo>
                    <a:pt x="12955549" y="571499"/>
                  </a:lnTo>
                  <a:lnTo>
                    <a:pt x="12955549" y="584199"/>
                  </a:lnTo>
                  <a:close/>
                </a:path>
                <a:path w="13754100" h="584200">
                  <a:moveTo>
                    <a:pt x="12980936" y="584199"/>
                  </a:moveTo>
                  <a:lnTo>
                    <a:pt x="12961899" y="584199"/>
                  </a:lnTo>
                  <a:lnTo>
                    <a:pt x="12961899" y="571499"/>
                  </a:lnTo>
                  <a:lnTo>
                    <a:pt x="12980936" y="571499"/>
                  </a:lnTo>
                  <a:lnTo>
                    <a:pt x="12980936" y="584199"/>
                  </a:lnTo>
                  <a:close/>
                </a:path>
                <a:path w="13754100" h="584200">
                  <a:moveTo>
                    <a:pt x="13006336" y="584199"/>
                  </a:moveTo>
                  <a:lnTo>
                    <a:pt x="12987286" y="584199"/>
                  </a:lnTo>
                  <a:lnTo>
                    <a:pt x="12987286" y="571499"/>
                  </a:lnTo>
                  <a:lnTo>
                    <a:pt x="13006336" y="571499"/>
                  </a:lnTo>
                  <a:lnTo>
                    <a:pt x="13006336" y="584199"/>
                  </a:lnTo>
                  <a:close/>
                </a:path>
                <a:path w="13754100" h="584200">
                  <a:moveTo>
                    <a:pt x="13031723" y="584199"/>
                  </a:moveTo>
                  <a:lnTo>
                    <a:pt x="13012673" y="584199"/>
                  </a:lnTo>
                  <a:lnTo>
                    <a:pt x="13012673" y="571499"/>
                  </a:lnTo>
                  <a:lnTo>
                    <a:pt x="13031723" y="571499"/>
                  </a:lnTo>
                  <a:lnTo>
                    <a:pt x="13031723" y="584199"/>
                  </a:lnTo>
                  <a:close/>
                </a:path>
                <a:path w="13754100" h="584200">
                  <a:moveTo>
                    <a:pt x="13057123" y="584199"/>
                  </a:moveTo>
                  <a:lnTo>
                    <a:pt x="13038073" y="584199"/>
                  </a:lnTo>
                  <a:lnTo>
                    <a:pt x="13038073" y="571499"/>
                  </a:lnTo>
                  <a:lnTo>
                    <a:pt x="13057123" y="571499"/>
                  </a:lnTo>
                  <a:lnTo>
                    <a:pt x="13057123" y="584199"/>
                  </a:lnTo>
                  <a:close/>
                </a:path>
                <a:path w="13754100" h="584200">
                  <a:moveTo>
                    <a:pt x="13082511" y="584199"/>
                  </a:moveTo>
                  <a:lnTo>
                    <a:pt x="13063473" y="584199"/>
                  </a:lnTo>
                  <a:lnTo>
                    <a:pt x="13063473" y="571499"/>
                  </a:lnTo>
                  <a:lnTo>
                    <a:pt x="13082511" y="571499"/>
                  </a:lnTo>
                  <a:lnTo>
                    <a:pt x="13082511" y="584199"/>
                  </a:lnTo>
                  <a:close/>
                </a:path>
                <a:path w="13754100" h="584200">
                  <a:moveTo>
                    <a:pt x="13107911" y="584199"/>
                  </a:moveTo>
                  <a:lnTo>
                    <a:pt x="13088861" y="584199"/>
                  </a:lnTo>
                  <a:lnTo>
                    <a:pt x="13088861" y="571499"/>
                  </a:lnTo>
                  <a:lnTo>
                    <a:pt x="13107911" y="571499"/>
                  </a:lnTo>
                  <a:lnTo>
                    <a:pt x="13107911" y="584199"/>
                  </a:lnTo>
                  <a:close/>
                </a:path>
                <a:path w="13754100" h="584200">
                  <a:moveTo>
                    <a:pt x="13133298" y="584199"/>
                  </a:moveTo>
                  <a:lnTo>
                    <a:pt x="13114261" y="584199"/>
                  </a:lnTo>
                  <a:lnTo>
                    <a:pt x="13114261" y="571499"/>
                  </a:lnTo>
                  <a:lnTo>
                    <a:pt x="13133298" y="571499"/>
                  </a:lnTo>
                  <a:lnTo>
                    <a:pt x="13133298" y="584199"/>
                  </a:lnTo>
                  <a:close/>
                </a:path>
                <a:path w="13754100" h="584200">
                  <a:moveTo>
                    <a:pt x="13158698" y="584199"/>
                  </a:moveTo>
                  <a:lnTo>
                    <a:pt x="13139648" y="584199"/>
                  </a:lnTo>
                  <a:lnTo>
                    <a:pt x="13139648" y="571499"/>
                  </a:lnTo>
                  <a:lnTo>
                    <a:pt x="13158698" y="571499"/>
                  </a:lnTo>
                  <a:lnTo>
                    <a:pt x="13158698" y="584199"/>
                  </a:lnTo>
                  <a:close/>
                </a:path>
                <a:path w="13754100" h="584200">
                  <a:moveTo>
                    <a:pt x="13184085" y="584199"/>
                  </a:moveTo>
                  <a:lnTo>
                    <a:pt x="13165048" y="584199"/>
                  </a:lnTo>
                  <a:lnTo>
                    <a:pt x="13165048" y="571499"/>
                  </a:lnTo>
                  <a:lnTo>
                    <a:pt x="13184085" y="571499"/>
                  </a:lnTo>
                  <a:lnTo>
                    <a:pt x="13184085" y="584199"/>
                  </a:lnTo>
                  <a:close/>
                </a:path>
                <a:path w="13754100" h="584200">
                  <a:moveTo>
                    <a:pt x="13209485" y="584199"/>
                  </a:moveTo>
                  <a:lnTo>
                    <a:pt x="13190435" y="584199"/>
                  </a:lnTo>
                  <a:lnTo>
                    <a:pt x="13190435" y="571499"/>
                  </a:lnTo>
                  <a:lnTo>
                    <a:pt x="13209485" y="571499"/>
                  </a:lnTo>
                  <a:lnTo>
                    <a:pt x="13209485" y="584199"/>
                  </a:lnTo>
                  <a:close/>
                </a:path>
                <a:path w="13754100" h="584200">
                  <a:moveTo>
                    <a:pt x="13234873" y="584199"/>
                  </a:moveTo>
                  <a:lnTo>
                    <a:pt x="13215835" y="584199"/>
                  </a:lnTo>
                  <a:lnTo>
                    <a:pt x="13215835" y="571499"/>
                  </a:lnTo>
                  <a:lnTo>
                    <a:pt x="13234873" y="571499"/>
                  </a:lnTo>
                  <a:lnTo>
                    <a:pt x="13234873" y="584199"/>
                  </a:lnTo>
                  <a:close/>
                </a:path>
                <a:path w="13754100" h="584200">
                  <a:moveTo>
                    <a:pt x="13260273" y="584199"/>
                  </a:moveTo>
                  <a:lnTo>
                    <a:pt x="13241223" y="584199"/>
                  </a:lnTo>
                  <a:lnTo>
                    <a:pt x="13241223" y="571499"/>
                  </a:lnTo>
                  <a:lnTo>
                    <a:pt x="13260273" y="571499"/>
                  </a:lnTo>
                  <a:lnTo>
                    <a:pt x="13260273" y="584199"/>
                  </a:lnTo>
                  <a:close/>
                </a:path>
                <a:path w="13754100" h="584200">
                  <a:moveTo>
                    <a:pt x="13285660" y="584199"/>
                  </a:moveTo>
                  <a:lnTo>
                    <a:pt x="13266623" y="584199"/>
                  </a:lnTo>
                  <a:lnTo>
                    <a:pt x="13266623" y="571499"/>
                  </a:lnTo>
                  <a:lnTo>
                    <a:pt x="13285660" y="571499"/>
                  </a:lnTo>
                  <a:lnTo>
                    <a:pt x="13285660" y="584199"/>
                  </a:lnTo>
                  <a:close/>
                </a:path>
                <a:path w="13754100" h="584200">
                  <a:moveTo>
                    <a:pt x="13311060" y="584199"/>
                  </a:moveTo>
                  <a:lnTo>
                    <a:pt x="13292010" y="584199"/>
                  </a:lnTo>
                  <a:lnTo>
                    <a:pt x="13292010" y="571499"/>
                  </a:lnTo>
                  <a:lnTo>
                    <a:pt x="13311060" y="571499"/>
                  </a:lnTo>
                  <a:lnTo>
                    <a:pt x="13311060" y="584199"/>
                  </a:lnTo>
                  <a:close/>
                </a:path>
                <a:path w="13754100" h="584200">
                  <a:moveTo>
                    <a:pt x="13336447" y="584199"/>
                  </a:moveTo>
                  <a:lnTo>
                    <a:pt x="13317410" y="584199"/>
                  </a:lnTo>
                  <a:lnTo>
                    <a:pt x="13317410" y="571499"/>
                  </a:lnTo>
                  <a:lnTo>
                    <a:pt x="13336447" y="571499"/>
                  </a:lnTo>
                  <a:lnTo>
                    <a:pt x="13336447" y="584199"/>
                  </a:lnTo>
                  <a:close/>
                </a:path>
                <a:path w="13754100" h="584200">
                  <a:moveTo>
                    <a:pt x="13361847" y="584199"/>
                  </a:moveTo>
                  <a:lnTo>
                    <a:pt x="13342797" y="584199"/>
                  </a:lnTo>
                  <a:lnTo>
                    <a:pt x="13342797" y="571499"/>
                  </a:lnTo>
                  <a:lnTo>
                    <a:pt x="13361847" y="571499"/>
                  </a:lnTo>
                  <a:lnTo>
                    <a:pt x="13361847" y="584199"/>
                  </a:lnTo>
                  <a:close/>
                </a:path>
                <a:path w="13754100" h="584200">
                  <a:moveTo>
                    <a:pt x="13387235" y="584199"/>
                  </a:moveTo>
                  <a:lnTo>
                    <a:pt x="13368197" y="584199"/>
                  </a:lnTo>
                  <a:lnTo>
                    <a:pt x="13368197" y="571499"/>
                  </a:lnTo>
                  <a:lnTo>
                    <a:pt x="13387235" y="571499"/>
                  </a:lnTo>
                  <a:lnTo>
                    <a:pt x="13387235" y="584199"/>
                  </a:lnTo>
                  <a:close/>
                </a:path>
                <a:path w="13754100" h="584200">
                  <a:moveTo>
                    <a:pt x="13412635" y="584199"/>
                  </a:moveTo>
                  <a:lnTo>
                    <a:pt x="13393585" y="584199"/>
                  </a:lnTo>
                  <a:lnTo>
                    <a:pt x="13393585" y="571499"/>
                  </a:lnTo>
                  <a:lnTo>
                    <a:pt x="13412635" y="571499"/>
                  </a:lnTo>
                  <a:lnTo>
                    <a:pt x="13412635" y="584199"/>
                  </a:lnTo>
                  <a:close/>
                </a:path>
                <a:path w="13754100" h="584200">
                  <a:moveTo>
                    <a:pt x="13438022" y="584199"/>
                  </a:moveTo>
                  <a:lnTo>
                    <a:pt x="13418985" y="584199"/>
                  </a:lnTo>
                  <a:lnTo>
                    <a:pt x="13418985" y="571499"/>
                  </a:lnTo>
                  <a:lnTo>
                    <a:pt x="13438022" y="571499"/>
                  </a:lnTo>
                  <a:lnTo>
                    <a:pt x="13438022" y="584199"/>
                  </a:lnTo>
                  <a:close/>
                </a:path>
                <a:path w="13754100" h="584200">
                  <a:moveTo>
                    <a:pt x="13463422" y="584199"/>
                  </a:moveTo>
                  <a:lnTo>
                    <a:pt x="13444372" y="584199"/>
                  </a:lnTo>
                  <a:lnTo>
                    <a:pt x="13444372" y="571499"/>
                  </a:lnTo>
                  <a:lnTo>
                    <a:pt x="13463422" y="571499"/>
                  </a:lnTo>
                  <a:lnTo>
                    <a:pt x="13463422" y="584199"/>
                  </a:lnTo>
                  <a:close/>
                </a:path>
                <a:path w="13754100" h="584200">
                  <a:moveTo>
                    <a:pt x="13488809" y="584199"/>
                  </a:moveTo>
                  <a:lnTo>
                    <a:pt x="13469772" y="584199"/>
                  </a:lnTo>
                  <a:lnTo>
                    <a:pt x="13469772" y="571499"/>
                  </a:lnTo>
                  <a:lnTo>
                    <a:pt x="13488809" y="571499"/>
                  </a:lnTo>
                  <a:lnTo>
                    <a:pt x="13488809" y="584199"/>
                  </a:lnTo>
                  <a:close/>
                </a:path>
                <a:path w="13754100" h="584200">
                  <a:moveTo>
                    <a:pt x="13504646" y="584136"/>
                  </a:moveTo>
                  <a:lnTo>
                    <a:pt x="13495159" y="584136"/>
                  </a:lnTo>
                  <a:lnTo>
                    <a:pt x="13495159" y="571436"/>
                  </a:lnTo>
                  <a:lnTo>
                    <a:pt x="13504646" y="571436"/>
                  </a:lnTo>
                  <a:lnTo>
                    <a:pt x="13504646" y="584136"/>
                  </a:lnTo>
                  <a:close/>
                </a:path>
                <a:path w="13754100" h="584200">
                  <a:moveTo>
                    <a:pt x="13514260" y="584136"/>
                  </a:moveTo>
                  <a:lnTo>
                    <a:pt x="13504646" y="584136"/>
                  </a:lnTo>
                  <a:lnTo>
                    <a:pt x="13504646" y="571436"/>
                  </a:lnTo>
                  <a:lnTo>
                    <a:pt x="13514069" y="571436"/>
                  </a:lnTo>
                  <a:lnTo>
                    <a:pt x="13514158" y="577786"/>
                  </a:lnTo>
                  <a:lnTo>
                    <a:pt x="13514260" y="584136"/>
                  </a:lnTo>
                  <a:close/>
                </a:path>
                <a:path w="13754100" h="584200">
                  <a:moveTo>
                    <a:pt x="13520648" y="584009"/>
                  </a:moveTo>
                  <a:lnTo>
                    <a:pt x="13520331" y="571309"/>
                  </a:lnTo>
                  <a:lnTo>
                    <a:pt x="13526668" y="571144"/>
                  </a:lnTo>
                  <a:lnTo>
                    <a:pt x="13532929" y="570890"/>
                  </a:lnTo>
                  <a:lnTo>
                    <a:pt x="13539114" y="570547"/>
                  </a:lnTo>
                  <a:lnTo>
                    <a:pt x="13539825" y="583222"/>
                  </a:lnTo>
                  <a:lnTo>
                    <a:pt x="13533513" y="583577"/>
                  </a:lnTo>
                  <a:lnTo>
                    <a:pt x="13527112" y="583844"/>
                  </a:lnTo>
                  <a:lnTo>
                    <a:pt x="13520648" y="584009"/>
                  </a:lnTo>
                  <a:close/>
                </a:path>
                <a:path w="13754100" h="584200">
                  <a:moveTo>
                    <a:pt x="13546226" y="582828"/>
                  </a:moveTo>
                  <a:lnTo>
                    <a:pt x="13545375" y="570153"/>
                  </a:lnTo>
                  <a:lnTo>
                    <a:pt x="13551700" y="569734"/>
                  </a:lnTo>
                  <a:lnTo>
                    <a:pt x="13557935" y="569213"/>
                  </a:lnTo>
                  <a:lnTo>
                    <a:pt x="13564082" y="568604"/>
                  </a:lnTo>
                  <a:lnTo>
                    <a:pt x="13565339" y="581240"/>
                  </a:lnTo>
                  <a:lnTo>
                    <a:pt x="13559066" y="581863"/>
                  </a:lnTo>
                  <a:lnTo>
                    <a:pt x="13552678" y="582396"/>
                  </a:lnTo>
                  <a:lnTo>
                    <a:pt x="13546226" y="582828"/>
                  </a:lnTo>
                  <a:close/>
                </a:path>
                <a:path w="13754100" h="584200">
                  <a:moveTo>
                    <a:pt x="13571728" y="580567"/>
                  </a:moveTo>
                  <a:lnTo>
                    <a:pt x="13570331" y="567943"/>
                  </a:lnTo>
                  <a:lnTo>
                    <a:pt x="13576642" y="567245"/>
                  </a:lnTo>
                  <a:lnTo>
                    <a:pt x="13582853" y="566445"/>
                  </a:lnTo>
                  <a:lnTo>
                    <a:pt x="13588936" y="565556"/>
                  </a:lnTo>
                  <a:lnTo>
                    <a:pt x="13590778" y="578116"/>
                  </a:lnTo>
                  <a:lnTo>
                    <a:pt x="13584542" y="579031"/>
                  </a:lnTo>
                  <a:lnTo>
                    <a:pt x="13578192" y="579856"/>
                  </a:lnTo>
                  <a:lnTo>
                    <a:pt x="13571728" y="580567"/>
                  </a:lnTo>
                  <a:close/>
                </a:path>
                <a:path w="13754100" h="584200">
                  <a:moveTo>
                    <a:pt x="13597128" y="577151"/>
                  </a:moveTo>
                  <a:lnTo>
                    <a:pt x="13595134" y="564603"/>
                  </a:lnTo>
                  <a:lnTo>
                    <a:pt x="13601420" y="563600"/>
                  </a:lnTo>
                  <a:lnTo>
                    <a:pt x="13607580" y="562508"/>
                  </a:lnTo>
                  <a:lnTo>
                    <a:pt x="13613587" y="561301"/>
                  </a:lnTo>
                  <a:lnTo>
                    <a:pt x="13616076" y="573760"/>
                  </a:lnTo>
                  <a:lnTo>
                    <a:pt x="13609904" y="574992"/>
                  </a:lnTo>
                  <a:lnTo>
                    <a:pt x="13603579" y="576122"/>
                  </a:lnTo>
                  <a:lnTo>
                    <a:pt x="13597128" y="577151"/>
                  </a:lnTo>
                  <a:close/>
                </a:path>
                <a:path w="13754100" h="584200">
                  <a:moveTo>
                    <a:pt x="13622337" y="572465"/>
                  </a:moveTo>
                  <a:lnTo>
                    <a:pt x="13619683" y="560044"/>
                  </a:lnTo>
                  <a:lnTo>
                    <a:pt x="13625931" y="558711"/>
                  </a:lnTo>
                  <a:lnTo>
                    <a:pt x="13632002" y="557263"/>
                  </a:lnTo>
                  <a:lnTo>
                    <a:pt x="13637894" y="555726"/>
                  </a:lnTo>
                  <a:lnTo>
                    <a:pt x="13641108" y="568007"/>
                  </a:lnTo>
                  <a:lnTo>
                    <a:pt x="13635024" y="569594"/>
                  </a:lnTo>
                  <a:lnTo>
                    <a:pt x="13628763" y="571080"/>
                  </a:lnTo>
                  <a:lnTo>
                    <a:pt x="13622337" y="572465"/>
                  </a:lnTo>
                  <a:close/>
                </a:path>
                <a:path w="13754100" h="584200">
                  <a:moveTo>
                    <a:pt x="13647343" y="566318"/>
                  </a:moveTo>
                  <a:lnTo>
                    <a:pt x="13643927" y="554088"/>
                  </a:lnTo>
                  <a:lnTo>
                    <a:pt x="13650099" y="552361"/>
                  </a:lnTo>
                  <a:lnTo>
                    <a:pt x="13656043" y="550532"/>
                  </a:lnTo>
                  <a:lnTo>
                    <a:pt x="13661745" y="548601"/>
                  </a:lnTo>
                  <a:lnTo>
                    <a:pt x="13665822" y="560616"/>
                  </a:lnTo>
                  <a:lnTo>
                    <a:pt x="13659891" y="562635"/>
                  </a:lnTo>
                  <a:lnTo>
                    <a:pt x="13653731" y="564540"/>
                  </a:lnTo>
                  <a:lnTo>
                    <a:pt x="13647343" y="566318"/>
                  </a:lnTo>
                  <a:close/>
                </a:path>
                <a:path w="13754100" h="584200">
                  <a:moveTo>
                    <a:pt x="13671905" y="558482"/>
                  </a:moveTo>
                  <a:lnTo>
                    <a:pt x="13667574" y="546544"/>
                  </a:lnTo>
                  <a:lnTo>
                    <a:pt x="13673632" y="544347"/>
                  </a:lnTo>
                  <a:lnTo>
                    <a:pt x="13679373" y="542035"/>
                  </a:lnTo>
                  <a:lnTo>
                    <a:pt x="13684783" y="539622"/>
                  </a:lnTo>
                  <a:lnTo>
                    <a:pt x="13689965" y="551218"/>
                  </a:lnTo>
                  <a:lnTo>
                    <a:pt x="13684250" y="553770"/>
                  </a:lnTo>
                  <a:lnTo>
                    <a:pt x="13678230" y="556196"/>
                  </a:lnTo>
                  <a:lnTo>
                    <a:pt x="13671905" y="558482"/>
                  </a:lnTo>
                  <a:close/>
                </a:path>
                <a:path w="13754100" h="584200">
                  <a:moveTo>
                    <a:pt x="13739088" y="518071"/>
                  </a:moveTo>
                  <a:lnTo>
                    <a:pt x="13729589" y="509650"/>
                  </a:lnTo>
                  <a:lnTo>
                    <a:pt x="13733741" y="504977"/>
                  </a:lnTo>
                  <a:lnTo>
                    <a:pt x="13736671" y="500418"/>
                  </a:lnTo>
                  <a:lnTo>
                    <a:pt x="13736777" y="500252"/>
                  </a:lnTo>
                  <a:lnTo>
                    <a:pt x="13738720" y="495553"/>
                  </a:lnTo>
                  <a:lnTo>
                    <a:pt x="13750455" y="500418"/>
                  </a:lnTo>
                  <a:lnTo>
                    <a:pt x="13747877" y="506641"/>
                  </a:lnTo>
                  <a:lnTo>
                    <a:pt x="13744003" y="512533"/>
                  </a:lnTo>
                  <a:lnTo>
                    <a:pt x="13739088" y="518071"/>
                  </a:lnTo>
                  <a:close/>
                </a:path>
                <a:path w="13754100" h="584200">
                  <a:moveTo>
                    <a:pt x="13718705" y="535533"/>
                  </a:moveTo>
                  <a:lnTo>
                    <a:pt x="13711580" y="525017"/>
                  </a:lnTo>
                  <a:lnTo>
                    <a:pt x="13716939" y="521398"/>
                  </a:lnTo>
                  <a:lnTo>
                    <a:pt x="13721600" y="517664"/>
                  </a:lnTo>
                  <a:lnTo>
                    <a:pt x="13725550" y="513854"/>
                  </a:lnTo>
                  <a:lnTo>
                    <a:pt x="13734364" y="522998"/>
                  </a:lnTo>
                  <a:lnTo>
                    <a:pt x="13729804" y="527392"/>
                  </a:lnTo>
                  <a:lnTo>
                    <a:pt x="13724559" y="531571"/>
                  </a:lnTo>
                  <a:lnTo>
                    <a:pt x="13718705" y="535533"/>
                  </a:lnTo>
                  <a:close/>
                </a:path>
                <a:path w="13754100" h="584200">
                  <a:moveTo>
                    <a:pt x="13695857" y="548487"/>
                  </a:moveTo>
                  <a:lnTo>
                    <a:pt x="13690358" y="537044"/>
                  </a:lnTo>
                  <a:lnTo>
                    <a:pt x="13696188" y="534250"/>
                  </a:lnTo>
                  <a:lnTo>
                    <a:pt x="13701572" y="531317"/>
                  </a:lnTo>
                  <a:lnTo>
                    <a:pt x="13706487" y="528294"/>
                  </a:lnTo>
                  <a:lnTo>
                    <a:pt x="13713142" y="539114"/>
                  </a:lnTo>
                  <a:lnTo>
                    <a:pt x="13707821" y="542391"/>
                  </a:lnTo>
                  <a:lnTo>
                    <a:pt x="13702042" y="545528"/>
                  </a:lnTo>
                  <a:lnTo>
                    <a:pt x="13695857" y="548487"/>
                  </a:lnTo>
                  <a:close/>
                </a:path>
                <a:path w="13754100" h="584200">
                  <a:moveTo>
                    <a:pt x="13752741" y="493534"/>
                  </a:moveTo>
                  <a:lnTo>
                    <a:pt x="13740422" y="490448"/>
                  </a:lnTo>
                  <a:lnTo>
                    <a:pt x="13741069" y="487845"/>
                  </a:lnTo>
                  <a:lnTo>
                    <a:pt x="13741400" y="485228"/>
                  </a:lnTo>
                  <a:lnTo>
                    <a:pt x="13741400" y="473062"/>
                  </a:lnTo>
                  <a:lnTo>
                    <a:pt x="13754100" y="473062"/>
                  </a:lnTo>
                  <a:lnTo>
                    <a:pt x="13754100" y="486295"/>
                  </a:lnTo>
                  <a:lnTo>
                    <a:pt x="13753642" y="489940"/>
                  </a:lnTo>
                  <a:lnTo>
                    <a:pt x="13752741" y="493534"/>
                  </a:lnTo>
                  <a:close/>
                </a:path>
                <a:path w="13754100" h="584200">
                  <a:moveTo>
                    <a:pt x="13754100" y="466699"/>
                  </a:moveTo>
                  <a:lnTo>
                    <a:pt x="13741400" y="466699"/>
                  </a:lnTo>
                  <a:lnTo>
                    <a:pt x="13741400" y="447649"/>
                  </a:lnTo>
                  <a:lnTo>
                    <a:pt x="13754100" y="447649"/>
                  </a:lnTo>
                  <a:lnTo>
                    <a:pt x="13754100" y="466699"/>
                  </a:lnTo>
                  <a:close/>
                </a:path>
                <a:path w="13754100" h="584200">
                  <a:moveTo>
                    <a:pt x="13754100" y="441299"/>
                  </a:moveTo>
                  <a:lnTo>
                    <a:pt x="13741400" y="441299"/>
                  </a:lnTo>
                  <a:lnTo>
                    <a:pt x="13741400" y="422249"/>
                  </a:lnTo>
                  <a:lnTo>
                    <a:pt x="13754100" y="422249"/>
                  </a:lnTo>
                  <a:lnTo>
                    <a:pt x="13754100" y="441299"/>
                  </a:lnTo>
                  <a:close/>
                </a:path>
                <a:path w="13754100" h="584200">
                  <a:moveTo>
                    <a:pt x="13754100" y="415899"/>
                  </a:moveTo>
                  <a:lnTo>
                    <a:pt x="13741400" y="415899"/>
                  </a:lnTo>
                  <a:lnTo>
                    <a:pt x="13741400" y="396836"/>
                  </a:lnTo>
                  <a:lnTo>
                    <a:pt x="13754100" y="396836"/>
                  </a:lnTo>
                  <a:lnTo>
                    <a:pt x="13754100" y="415899"/>
                  </a:lnTo>
                  <a:close/>
                </a:path>
                <a:path w="13754100" h="584200">
                  <a:moveTo>
                    <a:pt x="13754100" y="390486"/>
                  </a:moveTo>
                  <a:lnTo>
                    <a:pt x="13741400" y="390486"/>
                  </a:lnTo>
                  <a:lnTo>
                    <a:pt x="13741400" y="371436"/>
                  </a:lnTo>
                  <a:lnTo>
                    <a:pt x="13754100" y="371436"/>
                  </a:lnTo>
                  <a:lnTo>
                    <a:pt x="13754100" y="390486"/>
                  </a:lnTo>
                  <a:close/>
                </a:path>
                <a:path w="13754100" h="584200">
                  <a:moveTo>
                    <a:pt x="13754100" y="365086"/>
                  </a:moveTo>
                  <a:lnTo>
                    <a:pt x="13741400" y="365086"/>
                  </a:lnTo>
                  <a:lnTo>
                    <a:pt x="13741400" y="346024"/>
                  </a:lnTo>
                  <a:lnTo>
                    <a:pt x="13754100" y="346024"/>
                  </a:lnTo>
                  <a:lnTo>
                    <a:pt x="13754100" y="365086"/>
                  </a:lnTo>
                  <a:close/>
                </a:path>
                <a:path w="13754100" h="584200">
                  <a:moveTo>
                    <a:pt x="13754100" y="339674"/>
                  </a:moveTo>
                  <a:lnTo>
                    <a:pt x="13741400" y="339674"/>
                  </a:lnTo>
                  <a:lnTo>
                    <a:pt x="13741400" y="320624"/>
                  </a:lnTo>
                  <a:lnTo>
                    <a:pt x="13754100" y="320624"/>
                  </a:lnTo>
                  <a:lnTo>
                    <a:pt x="13754100" y="339674"/>
                  </a:lnTo>
                  <a:close/>
                </a:path>
                <a:path w="13754100" h="584200">
                  <a:moveTo>
                    <a:pt x="13754100" y="314274"/>
                  </a:moveTo>
                  <a:lnTo>
                    <a:pt x="13741400" y="314274"/>
                  </a:lnTo>
                  <a:lnTo>
                    <a:pt x="13741400" y="295211"/>
                  </a:lnTo>
                  <a:lnTo>
                    <a:pt x="13754100" y="295211"/>
                  </a:lnTo>
                  <a:lnTo>
                    <a:pt x="13754100" y="314274"/>
                  </a:lnTo>
                  <a:close/>
                </a:path>
                <a:path w="13754100" h="584200">
                  <a:moveTo>
                    <a:pt x="13754100" y="288861"/>
                  </a:moveTo>
                  <a:lnTo>
                    <a:pt x="13741400" y="288861"/>
                  </a:lnTo>
                  <a:lnTo>
                    <a:pt x="13741400" y="269811"/>
                  </a:lnTo>
                  <a:lnTo>
                    <a:pt x="13754100" y="269811"/>
                  </a:lnTo>
                  <a:lnTo>
                    <a:pt x="13754100" y="288861"/>
                  </a:lnTo>
                  <a:close/>
                </a:path>
                <a:path w="13754100" h="584200">
                  <a:moveTo>
                    <a:pt x="13754100" y="263461"/>
                  </a:moveTo>
                  <a:lnTo>
                    <a:pt x="13741400" y="263461"/>
                  </a:lnTo>
                  <a:lnTo>
                    <a:pt x="13741400" y="244411"/>
                  </a:lnTo>
                  <a:lnTo>
                    <a:pt x="13754100" y="244411"/>
                  </a:lnTo>
                  <a:lnTo>
                    <a:pt x="13754100" y="263461"/>
                  </a:lnTo>
                  <a:close/>
                </a:path>
                <a:path w="13754100" h="584200">
                  <a:moveTo>
                    <a:pt x="13754100" y="238048"/>
                  </a:moveTo>
                  <a:lnTo>
                    <a:pt x="13741400" y="238048"/>
                  </a:lnTo>
                  <a:lnTo>
                    <a:pt x="13741400" y="218998"/>
                  </a:lnTo>
                  <a:lnTo>
                    <a:pt x="13754100" y="218998"/>
                  </a:lnTo>
                  <a:lnTo>
                    <a:pt x="13754100" y="238048"/>
                  </a:lnTo>
                  <a:close/>
                </a:path>
                <a:path w="13754100" h="584200">
                  <a:moveTo>
                    <a:pt x="13754100" y="212648"/>
                  </a:moveTo>
                  <a:lnTo>
                    <a:pt x="13741400" y="212648"/>
                  </a:lnTo>
                  <a:lnTo>
                    <a:pt x="13741400" y="193598"/>
                  </a:lnTo>
                  <a:lnTo>
                    <a:pt x="13754100" y="193598"/>
                  </a:lnTo>
                  <a:lnTo>
                    <a:pt x="13754100" y="212648"/>
                  </a:lnTo>
                  <a:close/>
                </a:path>
                <a:path w="13754100" h="584200">
                  <a:moveTo>
                    <a:pt x="13754100" y="187248"/>
                  </a:moveTo>
                  <a:lnTo>
                    <a:pt x="13741400" y="187248"/>
                  </a:lnTo>
                  <a:lnTo>
                    <a:pt x="13741400" y="168186"/>
                  </a:lnTo>
                  <a:lnTo>
                    <a:pt x="13754100" y="168186"/>
                  </a:lnTo>
                  <a:lnTo>
                    <a:pt x="13754100" y="187248"/>
                  </a:lnTo>
                  <a:close/>
                </a:path>
                <a:path w="13754100" h="584200">
                  <a:moveTo>
                    <a:pt x="13754100" y="161836"/>
                  </a:moveTo>
                  <a:lnTo>
                    <a:pt x="13741400" y="161836"/>
                  </a:lnTo>
                  <a:lnTo>
                    <a:pt x="13741400" y="142786"/>
                  </a:lnTo>
                  <a:lnTo>
                    <a:pt x="13754100" y="142786"/>
                  </a:lnTo>
                  <a:lnTo>
                    <a:pt x="13754100" y="161836"/>
                  </a:lnTo>
                  <a:close/>
                </a:path>
                <a:path w="13754100" h="584200">
                  <a:moveTo>
                    <a:pt x="13754100" y="136436"/>
                  </a:moveTo>
                  <a:lnTo>
                    <a:pt x="13741400" y="136436"/>
                  </a:lnTo>
                  <a:lnTo>
                    <a:pt x="13741400" y="117373"/>
                  </a:lnTo>
                  <a:lnTo>
                    <a:pt x="13754100" y="117373"/>
                  </a:lnTo>
                  <a:lnTo>
                    <a:pt x="13754100" y="136436"/>
                  </a:lnTo>
                  <a:close/>
                </a:path>
                <a:path w="13754100" h="584200">
                  <a:moveTo>
                    <a:pt x="13754100" y="111023"/>
                  </a:moveTo>
                  <a:lnTo>
                    <a:pt x="13741400" y="111023"/>
                  </a:lnTo>
                  <a:lnTo>
                    <a:pt x="13741400" y="98856"/>
                  </a:lnTo>
                  <a:lnTo>
                    <a:pt x="13741069" y="96240"/>
                  </a:lnTo>
                  <a:lnTo>
                    <a:pt x="13740545" y="94132"/>
                  </a:lnTo>
                  <a:lnTo>
                    <a:pt x="13740422" y="93637"/>
                  </a:lnTo>
                  <a:lnTo>
                    <a:pt x="13752741" y="90550"/>
                  </a:lnTo>
                  <a:lnTo>
                    <a:pt x="13753518" y="93637"/>
                  </a:lnTo>
                  <a:lnTo>
                    <a:pt x="13753642" y="94132"/>
                  </a:lnTo>
                  <a:lnTo>
                    <a:pt x="13754100" y="97789"/>
                  </a:lnTo>
                  <a:lnTo>
                    <a:pt x="13754100" y="111023"/>
                  </a:lnTo>
                  <a:close/>
                </a:path>
                <a:path w="13754100" h="584200">
                  <a:moveTo>
                    <a:pt x="13706487" y="55816"/>
                  </a:moveTo>
                  <a:lnTo>
                    <a:pt x="13701572" y="52793"/>
                  </a:lnTo>
                  <a:lnTo>
                    <a:pt x="13696175" y="49872"/>
                  </a:lnTo>
                  <a:lnTo>
                    <a:pt x="13690346" y="47078"/>
                  </a:lnTo>
                  <a:lnTo>
                    <a:pt x="13695832" y="35623"/>
                  </a:lnTo>
                  <a:lnTo>
                    <a:pt x="13702017" y="38595"/>
                  </a:lnTo>
                  <a:lnTo>
                    <a:pt x="13707795" y="41719"/>
                  </a:lnTo>
                  <a:lnTo>
                    <a:pt x="13713129" y="44996"/>
                  </a:lnTo>
                  <a:lnTo>
                    <a:pt x="13706487" y="55816"/>
                  </a:lnTo>
                  <a:close/>
                </a:path>
                <a:path w="13754100" h="584200">
                  <a:moveTo>
                    <a:pt x="13725537" y="70243"/>
                  </a:moveTo>
                  <a:lnTo>
                    <a:pt x="13721588" y="66433"/>
                  </a:lnTo>
                  <a:lnTo>
                    <a:pt x="13716927" y="62712"/>
                  </a:lnTo>
                  <a:lnTo>
                    <a:pt x="13711580" y="59093"/>
                  </a:lnTo>
                  <a:lnTo>
                    <a:pt x="13718679" y="48564"/>
                  </a:lnTo>
                  <a:lnTo>
                    <a:pt x="13724547" y="52527"/>
                  </a:lnTo>
                  <a:lnTo>
                    <a:pt x="13729804" y="56705"/>
                  </a:lnTo>
                  <a:lnTo>
                    <a:pt x="13734351" y="61086"/>
                  </a:lnTo>
                  <a:lnTo>
                    <a:pt x="13725537" y="70243"/>
                  </a:lnTo>
                  <a:close/>
                </a:path>
                <a:path w="13754100" h="584200">
                  <a:moveTo>
                    <a:pt x="13738720" y="88531"/>
                  </a:moveTo>
                  <a:lnTo>
                    <a:pt x="13736777" y="83832"/>
                  </a:lnTo>
                  <a:lnTo>
                    <a:pt x="13733741" y="79120"/>
                  </a:lnTo>
                  <a:lnTo>
                    <a:pt x="13729589" y="74447"/>
                  </a:lnTo>
                  <a:lnTo>
                    <a:pt x="13739088" y="66014"/>
                  </a:lnTo>
                  <a:lnTo>
                    <a:pt x="13744003" y="71551"/>
                  </a:lnTo>
                  <a:lnTo>
                    <a:pt x="13747864" y="77444"/>
                  </a:lnTo>
                  <a:lnTo>
                    <a:pt x="13750455" y="83667"/>
                  </a:lnTo>
                  <a:lnTo>
                    <a:pt x="13738720" y="88531"/>
                  </a:lnTo>
                  <a:close/>
                </a:path>
                <a:path w="13754100" h="584200">
                  <a:moveTo>
                    <a:pt x="13684783" y="44513"/>
                  </a:moveTo>
                  <a:lnTo>
                    <a:pt x="13679360" y="42100"/>
                  </a:lnTo>
                  <a:lnTo>
                    <a:pt x="13673620" y="39789"/>
                  </a:lnTo>
                  <a:lnTo>
                    <a:pt x="13667562" y="37591"/>
                  </a:lnTo>
                  <a:lnTo>
                    <a:pt x="13671892" y="25653"/>
                  </a:lnTo>
                  <a:lnTo>
                    <a:pt x="13678204" y="27939"/>
                  </a:lnTo>
                  <a:lnTo>
                    <a:pt x="13684237" y="30365"/>
                  </a:lnTo>
                  <a:lnTo>
                    <a:pt x="13689939" y="32905"/>
                  </a:lnTo>
                  <a:lnTo>
                    <a:pt x="13684783" y="44513"/>
                  </a:lnTo>
                  <a:close/>
                </a:path>
                <a:path w="13754100" h="584200">
                  <a:moveTo>
                    <a:pt x="13661732" y="35547"/>
                  </a:moveTo>
                  <a:lnTo>
                    <a:pt x="13656030" y="33616"/>
                  </a:lnTo>
                  <a:lnTo>
                    <a:pt x="13650087" y="31788"/>
                  </a:lnTo>
                  <a:lnTo>
                    <a:pt x="13643902" y="30073"/>
                  </a:lnTo>
                  <a:lnTo>
                    <a:pt x="13647318" y="17830"/>
                  </a:lnTo>
                  <a:lnTo>
                    <a:pt x="13653706" y="19621"/>
                  </a:lnTo>
                  <a:lnTo>
                    <a:pt x="13659866" y="21513"/>
                  </a:lnTo>
                  <a:lnTo>
                    <a:pt x="13665809" y="23520"/>
                  </a:lnTo>
                  <a:lnTo>
                    <a:pt x="13661732" y="35547"/>
                  </a:lnTo>
                  <a:close/>
                </a:path>
                <a:path w="13754100" h="584200">
                  <a:moveTo>
                    <a:pt x="13637882" y="28435"/>
                  </a:moveTo>
                  <a:lnTo>
                    <a:pt x="13631989" y="26898"/>
                  </a:lnTo>
                  <a:lnTo>
                    <a:pt x="13625918" y="25463"/>
                  </a:lnTo>
                  <a:lnTo>
                    <a:pt x="13619670" y="24129"/>
                  </a:lnTo>
                  <a:lnTo>
                    <a:pt x="13622312" y="11709"/>
                  </a:lnTo>
                  <a:lnTo>
                    <a:pt x="13628751" y="13080"/>
                  </a:lnTo>
                  <a:lnTo>
                    <a:pt x="13635012" y="14566"/>
                  </a:lnTo>
                  <a:lnTo>
                    <a:pt x="13641082" y="16154"/>
                  </a:lnTo>
                  <a:lnTo>
                    <a:pt x="13637882" y="28435"/>
                  </a:lnTo>
                  <a:close/>
                </a:path>
                <a:path w="13754100" h="584200">
                  <a:moveTo>
                    <a:pt x="13613574" y="22872"/>
                  </a:moveTo>
                  <a:lnTo>
                    <a:pt x="13607567" y="21678"/>
                  </a:lnTo>
                  <a:lnTo>
                    <a:pt x="13601407" y="20573"/>
                  </a:lnTo>
                  <a:lnTo>
                    <a:pt x="13595121" y="19583"/>
                  </a:lnTo>
                  <a:lnTo>
                    <a:pt x="13597115" y="7035"/>
                  </a:lnTo>
                  <a:lnTo>
                    <a:pt x="13603566" y="8064"/>
                  </a:lnTo>
                  <a:lnTo>
                    <a:pt x="13609878" y="9194"/>
                  </a:lnTo>
                  <a:lnTo>
                    <a:pt x="13616051" y="10413"/>
                  </a:lnTo>
                  <a:lnTo>
                    <a:pt x="13613574" y="22872"/>
                  </a:lnTo>
                  <a:close/>
                </a:path>
                <a:path w="13754100" h="584200">
                  <a:moveTo>
                    <a:pt x="13588923" y="18630"/>
                  </a:moveTo>
                  <a:lnTo>
                    <a:pt x="13582840" y="17741"/>
                  </a:lnTo>
                  <a:lnTo>
                    <a:pt x="13576630" y="16941"/>
                  </a:lnTo>
                  <a:lnTo>
                    <a:pt x="13570318" y="16243"/>
                  </a:lnTo>
                  <a:lnTo>
                    <a:pt x="13571445" y="6070"/>
                  </a:lnTo>
                  <a:lnTo>
                    <a:pt x="13571546" y="5156"/>
                  </a:lnTo>
                  <a:lnTo>
                    <a:pt x="13571636" y="4343"/>
                  </a:lnTo>
                  <a:lnTo>
                    <a:pt x="13571715" y="3632"/>
                  </a:lnTo>
                  <a:lnTo>
                    <a:pt x="13578179" y="4343"/>
                  </a:lnTo>
                  <a:lnTo>
                    <a:pt x="13584529" y="5156"/>
                  </a:lnTo>
                  <a:lnTo>
                    <a:pt x="13590765" y="6070"/>
                  </a:lnTo>
                  <a:lnTo>
                    <a:pt x="13588923" y="18630"/>
                  </a:lnTo>
                  <a:close/>
                </a:path>
                <a:path w="13754100" h="584200">
                  <a:moveTo>
                    <a:pt x="13564069" y="15595"/>
                  </a:moveTo>
                  <a:lnTo>
                    <a:pt x="13557935" y="14985"/>
                  </a:lnTo>
                  <a:lnTo>
                    <a:pt x="13551700" y="14465"/>
                  </a:lnTo>
                  <a:lnTo>
                    <a:pt x="13545362" y="14046"/>
                  </a:lnTo>
                  <a:lnTo>
                    <a:pt x="13546107" y="2959"/>
                  </a:lnTo>
                  <a:lnTo>
                    <a:pt x="13546213" y="1371"/>
                  </a:lnTo>
                  <a:lnTo>
                    <a:pt x="13552678" y="1803"/>
                  </a:lnTo>
                  <a:lnTo>
                    <a:pt x="13559053" y="2336"/>
                  </a:lnTo>
                  <a:lnTo>
                    <a:pt x="13565327" y="2959"/>
                  </a:lnTo>
                  <a:lnTo>
                    <a:pt x="13564225" y="14046"/>
                  </a:lnTo>
                  <a:lnTo>
                    <a:pt x="13564131" y="14985"/>
                  </a:lnTo>
                  <a:lnTo>
                    <a:pt x="13564069" y="15595"/>
                  </a:lnTo>
                  <a:close/>
                </a:path>
                <a:path w="13754100" h="584200">
                  <a:moveTo>
                    <a:pt x="13539114" y="13665"/>
                  </a:moveTo>
                  <a:lnTo>
                    <a:pt x="13532916" y="13309"/>
                  </a:lnTo>
                  <a:lnTo>
                    <a:pt x="13526655" y="13055"/>
                  </a:lnTo>
                  <a:lnTo>
                    <a:pt x="13520331" y="12903"/>
                  </a:lnTo>
                  <a:lnTo>
                    <a:pt x="13520629" y="977"/>
                  </a:lnTo>
                  <a:lnTo>
                    <a:pt x="13520648" y="203"/>
                  </a:lnTo>
                  <a:lnTo>
                    <a:pt x="13527112" y="368"/>
                  </a:lnTo>
                  <a:lnTo>
                    <a:pt x="13533501" y="622"/>
                  </a:lnTo>
                  <a:lnTo>
                    <a:pt x="13539812" y="977"/>
                  </a:lnTo>
                  <a:lnTo>
                    <a:pt x="13539155" y="12903"/>
                  </a:lnTo>
                  <a:lnTo>
                    <a:pt x="13539114" y="13665"/>
                  </a:lnTo>
                  <a:close/>
                </a:path>
                <a:path w="13754100" h="584200">
                  <a:moveTo>
                    <a:pt x="13504646" y="12699"/>
                  </a:moveTo>
                  <a:lnTo>
                    <a:pt x="13495121" y="12699"/>
                  </a:lnTo>
                  <a:lnTo>
                    <a:pt x="13495121" y="0"/>
                  </a:lnTo>
                  <a:lnTo>
                    <a:pt x="13504646" y="0"/>
                  </a:lnTo>
                  <a:lnTo>
                    <a:pt x="13504646" y="12699"/>
                  </a:lnTo>
                  <a:close/>
                </a:path>
                <a:path w="13754100" h="584200">
                  <a:moveTo>
                    <a:pt x="13514058" y="12699"/>
                  </a:moveTo>
                  <a:lnTo>
                    <a:pt x="13504646" y="12699"/>
                  </a:lnTo>
                  <a:lnTo>
                    <a:pt x="13504646" y="0"/>
                  </a:lnTo>
                  <a:lnTo>
                    <a:pt x="13514261" y="0"/>
                  </a:lnTo>
                  <a:lnTo>
                    <a:pt x="13514160" y="6349"/>
                  </a:lnTo>
                  <a:lnTo>
                    <a:pt x="13514058" y="12699"/>
                  </a:lnTo>
                  <a:close/>
                </a:path>
                <a:path w="13754100" h="584200">
                  <a:moveTo>
                    <a:pt x="13488771" y="12699"/>
                  </a:moveTo>
                  <a:lnTo>
                    <a:pt x="13469734" y="12699"/>
                  </a:lnTo>
                  <a:lnTo>
                    <a:pt x="13469734" y="0"/>
                  </a:lnTo>
                  <a:lnTo>
                    <a:pt x="13488771" y="0"/>
                  </a:lnTo>
                  <a:lnTo>
                    <a:pt x="13488771" y="12699"/>
                  </a:lnTo>
                  <a:close/>
                </a:path>
                <a:path w="13754100" h="584200">
                  <a:moveTo>
                    <a:pt x="13463384" y="12699"/>
                  </a:moveTo>
                  <a:lnTo>
                    <a:pt x="13444334" y="12699"/>
                  </a:lnTo>
                  <a:lnTo>
                    <a:pt x="13444334" y="0"/>
                  </a:lnTo>
                  <a:lnTo>
                    <a:pt x="13463384" y="0"/>
                  </a:lnTo>
                  <a:lnTo>
                    <a:pt x="13463384" y="12699"/>
                  </a:lnTo>
                  <a:close/>
                </a:path>
                <a:path w="13754100" h="584200">
                  <a:moveTo>
                    <a:pt x="13437984" y="12699"/>
                  </a:moveTo>
                  <a:lnTo>
                    <a:pt x="13418946" y="12699"/>
                  </a:lnTo>
                  <a:lnTo>
                    <a:pt x="13418946" y="0"/>
                  </a:lnTo>
                  <a:lnTo>
                    <a:pt x="13437984" y="0"/>
                  </a:lnTo>
                  <a:lnTo>
                    <a:pt x="13437984" y="12699"/>
                  </a:lnTo>
                  <a:close/>
                </a:path>
                <a:path w="13754100" h="584200">
                  <a:moveTo>
                    <a:pt x="13412596" y="12699"/>
                  </a:moveTo>
                  <a:lnTo>
                    <a:pt x="13393546" y="12699"/>
                  </a:lnTo>
                  <a:lnTo>
                    <a:pt x="13393546" y="0"/>
                  </a:lnTo>
                  <a:lnTo>
                    <a:pt x="13412596" y="0"/>
                  </a:lnTo>
                  <a:lnTo>
                    <a:pt x="13412596" y="12699"/>
                  </a:lnTo>
                  <a:close/>
                </a:path>
                <a:path w="13754100" h="584200">
                  <a:moveTo>
                    <a:pt x="13387196" y="12699"/>
                  </a:moveTo>
                  <a:lnTo>
                    <a:pt x="13368159" y="12699"/>
                  </a:lnTo>
                  <a:lnTo>
                    <a:pt x="13368159" y="0"/>
                  </a:lnTo>
                  <a:lnTo>
                    <a:pt x="13387196" y="0"/>
                  </a:lnTo>
                  <a:lnTo>
                    <a:pt x="13387196" y="12699"/>
                  </a:lnTo>
                  <a:close/>
                </a:path>
                <a:path w="13754100" h="584200">
                  <a:moveTo>
                    <a:pt x="13361809" y="12699"/>
                  </a:moveTo>
                  <a:lnTo>
                    <a:pt x="13342759" y="12699"/>
                  </a:lnTo>
                  <a:lnTo>
                    <a:pt x="13342759" y="0"/>
                  </a:lnTo>
                  <a:lnTo>
                    <a:pt x="13361809" y="0"/>
                  </a:lnTo>
                  <a:lnTo>
                    <a:pt x="13361809" y="12699"/>
                  </a:lnTo>
                  <a:close/>
                </a:path>
                <a:path w="13754100" h="584200">
                  <a:moveTo>
                    <a:pt x="13336409" y="12699"/>
                  </a:moveTo>
                  <a:lnTo>
                    <a:pt x="13317372" y="12699"/>
                  </a:lnTo>
                  <a:lnTo>
                    <a:pt x="13317372" y="0"/>
                  </a:lnTo>
                  <a:lnTo>
                    <a:pt x="13336409" y="0"/>
                  </a:lnTo>
                  <a:lnTo>
                    <a:pt x="13336409" y="12699"/>
                  </a:lnTo>
                  <a:close/>
                </a:path>
                <a:path w="13754100" h="584200">
                  <a:moveTo>
                    <a:pt x="13311022" y="12699"/>
                  </a:moveTo>
                  <a:lnTo>
                    <a:pt x="13291972" y="12699"/>
                  </a:lnTo>
                  <a:lnTo>
                    <a:pt x="13291972" y="0"/>
                  </a:lnTo>
                  <a:lnTo>
                    <a:pt x="13311022" y="0"/>
                  </a:lnTo>
                  <a:lnTo>
                    <a:pt x="13311022" y="12699"/>
                  </a:lnTo>
                  <a:close/>
                </a:path>
                <a:path w="13754100" h="584200">
                  <a:moveTo>
                    <a:pt x="13285622" y="12699"/>
                  </a:moveTo>
                  <a:lnTo>
                    <a:pt x="13266585" y="12699"/>
                  </a:lnTo>
                  <a:lnTo>
                    <a:pt x="13266585" y="0"/>
                  </a:lnTo>
                  <a:lnTo>
                    <a:pt x="13285622" y="0"/>
                  </a:lnTo>
                  <a:lnTo>
                    <a:pt x="13285622" y="12699"/>
                  </a:lnTo>
                  <a:close/>
                </a:path>
                <a:path w="13754100" h="584200">
                  <a:moveTo>
                    <a:pt x="13260235" y="12699"/>
                  </a:moveTo>
                  <a:lnTo>
                    <a:pt x="13241185" y="12699"/>
                  </a:lnTo>
                  <a:lnTo>
                    <a:pt x="13241185" y="0"/>
                  </a:lnTo>
                  <a:lnTo>
                    <a:pt x="13260235" y="0"/>
                  </a:lnTo>
                  <a:lnTo>
                    <a:pt x="13260235" y="12699"/>
                  </a:lnTo>
                  <a:close/>
                </a:path>
                <a:path w="13754100" h="584200">
                  <a:moveTo>
                    <a:pt x="13234835" y="12699"/>
                  </a:moveTo>
                  <a:lnTo>
                    <a:pt x="13215797" y="12699"/>
                  </a:lnTo>
                  <a:lnTo>
                    <a:pt x="13215797" y="0"/>
                  </a:lnTo>
                  <a:lnTo>
                    <a:pt x="13234835" y="0"/>
                  </a:lnTo>
                  <a:lnTo>
                    <a:pt x="13234835" y="12699"/>
                  </a:lnTo>
                  <a:close/>
                </a:path>
                <a:path w="13754100" h="584200">
                  <a:moveTo>
                    <a:pt x="13209447" y="12699"/>
                  </a:moveTo>
                  <a:lnTo>
                    <a:pt x="13190397" y="12699"/>
                  </a:lnTo>
                  <a:lnTo>
                    <a:pt x="13190397" y="0"/>
                  </a:lnTo>
                  <a:lnTo>
                    <a:pt x="13209447" y="0"/>
                  </a:lnTo>
                  <a:lnTo>
                    <a:pt x="13209447" y="12699"/>
                  </a:lnTo>
                  <a:close/>
                </a:path>
                <a:path w="13754100" h="584200">
                  <a:moveTo>
                    <a:pt x="13184047" y="12699"/>
                  </a:moveTo>
                  <a:lnTo>
                    <a:pt x="13165010" y="12699"/>
                  </a:lnTo>
                  <a:lnTo>
                    <a:pt x="13165010" y="0"/>
                  </a:lnTo>
                  <a:lnTo>
                    <a:pt x="13184047" y="0"/>
                  </a:lnTo>
                  <a:lnTo>
                    <a:pt x="13184047" y="12699"/>
                  </a:lnTo>
                  <a:close/>
                </a:path>
                <a:path w="13754100" h="584200">
                  <a:moveTo>
                    <a:pt x="13158660" y="12699"/>
                  </a:moveTo>
                  <a:lnTo>
                    <a:pt x="13139610" y="12699"/>
                  </a:lnTo>
                  <a:lnTo>
                    <a:pt x="13139610" y="0"/>
                  </a:lnTo>
                  <a:lnTo>
                    <a:pt x="13158660" y="0"/>
                  </a:lnTo>
                  <a:lnTo>
                    <a:pt x="13158660" y="12699"/>
                  </a:lnTo>
                  <a:close/>
                </a:path>
                <a:path w="13754100" h="584200">
                  <a:moveTo>
                    <a:pt x="13133260" y="12699"/>
                  </a:moveTo>
                  <a:lnTo>
                    <a:pt x="13114223" y="12699"/>
                  </a:lnTo>
                  <a:lnTo>
                    <a:pt x="13114223" y="0"/>
                  </a:lnTo>
                  <a:lnTo>
                    <a:pt x="13133260" y="0"/>
                  </a:lnTo>
                  <a:lnTo>
                    <a:pt x="13133260" y="12699"/>
                  </a:lnTo>
                  <a:close/>
                </a:path>
                <a:path w="13754100" h="584200">
                  <a:moveTo>
                    <a:pt x="13107873" y="12699"/>
                  </a:moveTo>
                  <a:lnTo>
                    <a:pt x="13088823" y="12699"/>
                  </a:lnTo>
                  <a:lnTo>
                    <a:pt x="13088823" y="0"/>
                  </a:lnTo>
                  <a:lnTo>
                    <a:pt x="13107873" y="0"/>
                  </a:lnTo>
                  <a:lnTo>
                    <a:pt x="13107873" y="12699"/>
                  </a:lnTo>
                  <a:close/>
                </a:path>
                <a:path w="13754100" h="584200">
                  <a:moveTo>
                    <a:pt x="13082473" y="12699"/>
                  </a:moveTo>
                  <a:lnTo>
                    <a:pt x="13063435" y="12699"/>
                  </a:lnTo>
                  <a:lnTo>
                    <a:pt x="13063435" y="0"/>
                  </a:lnTo>
                  <a:lnTo>
                    <a:pt x="13082473" y="0"/>
                  </a:lnTo>
                  <a:lnTo>
                    <a:pt x="13082473" y="12699"/>
                  </a:lnTo>
                  <a:close/>
                </a:path>
                <a:path w="13754100" h="584200">
                  <a:moveTo>
                    <a:pt x="13057085" y="12699"/>
                  </a:moveTo>
                  <a:lnTo>
                    <a:pt x="13038035" y="12699"/>
                  </a:lnTo>
                  <a:lnTo>
                    <a:pt x="13038035" y="0"/>
                  </a:lnTo>
                  <a:lnTo>
                    <a:pt x="13057085" y="0"/>
                  </a:lnTo>
                  <a:lnTo>
                    <a:pt x="13057085" y="12699"/>
                  </a:lnTo>
                  <a:close/>
                </a:path>
                <a:path w="13754100" h="584200">
                  <a:moveTo>
                    <a:pt x="13031685" y="12699"/>
                  </a:moveTo>
                  <a:lnTo>
                    <a:pt x="13012648" y="12699"/>
                  </a:lnTo>
                  <a:lnTo>
                    <a:pt x="13012648" y="0"/>
                  </a:lnTo>
                  <a:lnTo>
                    <a:pt x="13031685" y="0"/>
                  </a:lnTo>
                  <a:lnTo>
                    <a:pt x="13031685" y="12699"/>
                  </a:lnTo>
                  <a:close/>
                </a:path>
                <a:path w="13754100" h="584200">
                  <a:moveTo>
                    <a:pt x="13006298" y="12699"/>
                  </a:moveTo>
                  <a:lnTo>
                    <a:pt x="12987248" y="12699"/>
                  </a:lnTo>
                  <a:lnTo>
                    <a:pt x="12987248" y="0"/>
                  </a:lnTo>
                  <a:lnTo>
                    <a:pt x="13006298" y="0"/>
                  </a:lnTo>
                  <a:lnTo>
                    <a:pt x="13006298" y="12699"/>
                  </a:lnTo>
                  <a:close/>
                </a:path>
                <a:path w="13754100" h="584200">
                  <a:moveTo>
                    <a:pt x="12980898" y="12699"/>
                  </a:moveTo>
                  <a:lnTo>
                    <a:pt x="12961861" y="12699"/>
                  </a:lnTo>
                  <a:lnTo>
                    <a:pt x="12961861" y="0"/>
                  </a:lnTo>
                  <a:lnTo>
                    <a:pt x="12980898" y="0"/>
                  </a:lnTo>
                  <a:lnTo>
                    <a:pt x="12980898" y="12699"/>
                  </a:lnTo>
                  <a:close/>
                </a:path>
                <a:path w="13754100" h="584200">
                  <a:moveTo>
                    <a:pt x="12955511" y="12699"/>
                  </a:moveTo>
                  <a:lnTo>
                    <a:pt x="12936461" y="12699"/>
                  </a:lnTo>
                  <a:lnTo>
                    <a:pt x="12936461" y="0"/>
                  </a:lnTo>
                  <a:lnTo>
                    <a:pt x="12955511" y="0"/>
                  </a:lnTo>
                  <a:lnTo>
                    <a:pt x="12955511" y="12699"/>
                  </a:lnTo>
                  <a:close/>
                </a:path>
                <a:path w="13754100" h="584200">
                  <a:moveTo>
                    <a:pt x="12930111" y="12699"/>
                  </a:moveTo>
                  <a:lnTo>
                    <a:pt x="12911074" y="12699"/>
                  </a:lnTo>
                  <a:lnTo>
                    <a:pt x="12911074" y="0"/>
                  </a:lnTo>
                  <a:lnTo>
                    <a:pt x="12930111" y="0"/>
                  </a:lnTo>
                  <a:lnTo>
                    <a:pt x="12930111" y="12699"/>
                  </a:lnTo>
                  <a:close/>
                </a:path>
                <a:path w="13754100" h="584200">
                  <a:moveTo>
                    <a:pt x="12904724" y="12699"/>
                  </a:moveTo>
                  <a:lnTo>
                    <a:pt x="12885674" y="12699"/>
                  </a:lnTo>
                  <a:lnTo>
                    <a:pt x="12885674" y="0"/>
                  </a:lnTo>
                  <a:lnTo>
                    <a:pt x="12904724" y="0"/>
                  </a:lnTo>
                  <a:lnTo>
                    <a:pt x="12904724" y="12699"/>
                  </a:lnTo>
                  <a:close/>
                </a:path>
                <a:path w="13754100" h="584200">
                  <a:moveTo>
                    <a:pt x="12879324" y="12699"/>
                  </a:moveTo>
                  <a:lnTo>
                    <a:pt x="12860286" y="12699"/>
                  </a:lnTo>
                  <a:lnTo>
                    <a:pt x="12860286" y="0"/>
                  </a:lnTo>
                  <a:lnTo>
                    <a:pt x="12879324" y="0"/>
                  </a:lnTo>
                  <a:lnTo>
                    <a:pt x="12879324" y="12699"/>
                  </a:lnTo>
                  <a:close/>
                </a:path>
                <a:path w="13754100" h="584200">
                  <a:moveTo>
                    <a:pt x="12853936" y="12699"/>
                  </a:moveTo>
                  <a:lnTo>
                    <a:pt x="12834886" y="12699"/>
                  </a:lnTo>
                  <a:lnTo>
                    <a:pt x="12834886" y="0"/>
                  </a:lnTo>
                  <a:lnTo>
                    <a:pt x="12853936" y="0"/>
                  </a:lnTo>
                  <a:lnTo>
                    <a:pt x="12853936" y="12699"/>
                  </a:lnTo>
                  <a:close/>
                </a:path>
                <a:path w="13754100" h="584200">
                  <a:moveTo>
                    <a:pt x="12828536" y="12699"/>
                  </a:moveTo>
                  <a:lnTo>
                    <a:pt x="12809499" y="12699"/>
                  </a:lnTo>
                  <a:lnTo>
                    <a:pt x="12809499" y="0"/>
                  </a:lnTo>
                  <a:lnTo>
                    <a:pt x="12828536" y="0"/>
                  </a:lnTo>
                  <a:lnTo>
                    <a:pt x="12828536" y="12699"/>
                  </a:lnTo>
                  <a:close/>
                </a:path>
                <a:path w="13754100" h="584200">
                  <a:moveTo>
                    <a:pt x="12803149" y="12699"/>
                  </a:moveTo>
                  <a:lnTo>
                    <a:pt x="12784099" y="12699"/>
                  </a:lnTo>
                  <a:lnTo>
                    <a:pt x="12784099" y="0"/>
                  </a:lnTo>
                  <a:lnTo>
                    <a:pt x="12803149" y="0"/>
                  </a:lnTo>
                  <a:lnTo>
                    <a:pt x="12803149" y="12699"/>
                  </a:lnTo>
                  <a:close/>
                </a:path>
                <a:path w="13754100" h="584200">
                  <a:moveTo>
                    <a:pt x="12777749" y="12699"/>
                  </a:moveTo>
                  <a:lnTo>
                    <a:pt x="12758712" y="12699"/>
                  </a:lnTo>
                  <a:lnTo>
                    <a:pt x="12758712" y="0"/>
                  </a:lnTo>
                  <a:lnTo>
                    <a:pt x="12777749" y="0"/>
                  </a:lnTo>
                  <a:lnTo>
                    <a:pt x="12777749" y="12699"/>
                  </a:lnTo>
                  <a:close/>
                </a:path>
                <a:path w="13754100" h="584200">
                  <a:moveTo>
                    <a:pt x="12752362" y="12699"/>
                  </a:moveTo>
                  <a:lnTo>
                    <a:pt x="12733312" y="12699"/>
                  </a:lnTo>
                  <a:lnTo>
                    <a:pt x="12733312" y="0"/>
                  </a:lnTo>
                  <a:lnTo>
                    <a:pt x="12752362" y="0"/>
                  </a:lnTo>
                  <a:lnTo>
                    <a:pt x="12752362" y="12699"/>
                  </a:lnTo>
                  <a:close/>
                </a:path>
                <a:path w="13754100" h="584200">
                  <a:moveTo>
                    <a:pt x="12726962" y="12699"/>
                  </a:moveTo>
                  <a:lnTo>
                    <a:pt x="12707924" y="12699"/>
                  </a:lnTo>
                  <a:lnTo>
                    <a:pt x="12707924" y="0"/>
                  </a:lnTo>
                  <a:lnTo>
                    <a:pt x="12726962" y="0"/>
                  </a:lnTo>
                  <a:lnTo>
                    <a:pt x="12726962" y="12699"/>
                  </a:lnTo>
                  <a:close/>
                </a:path>
                <a:path w="13754100" h="584200">
                  <a:moveTo>
                    <a:pt x="12701574" y="12699"/>
                  </a:moveTo>
                  <a:lnTo>
                    <a:pt x="12682524" y="12699"/>
                  </a:lnTo>
                  <a:lnTo>
                    <a:pt x="12682524" y="0"/>
                  </a:lnTo>
                  <a:lnTo>
                    <a:pt x="12701574" y="0"/>
                  </a:lnTo>
                  <a:lnTo>
                    <a:pt x="12701574" y="12699"/>
                  </a:lnTo>
                  <a:close/>
                </a:path>
                <a:path w="13754100" h="584200">
                  <a:moveTo>
                    <a:pt x="12676174" y="12699"/>
                  </a:moveTo>
                  <a:lnTo>
                    <a:pt x="12657137" y="12699"/>
                  </a:lnTo>
                  <a:lnTo>
                    <a:pt x="12657137" y="0"/>
                  </a:lnTo>
                  <a:lnTo>
                    <a:pt x="12676174" y="0"/>
                  </a:lnTo>
                  <a:lnTo>
                    <a:pt x="12676174" y="12699"/>
                  </a:lnTo>
                  <a:close/>
                </a:path>
                <a:path w="13754100" h="584200">
                  <a:moveTo>
                    <a:pt x="12650787" y="12699"/>
                  </a:moveTo>
                  <a:lnTo>
                    <a:pt x="12631737" y="12699"/>
                  </a:lnTo>
                  <a:lnTo>
                    <a:pt x="12631737" y="0"/>
                  </a:lnTo>
                  <a:lnTo>
                    <a:pt x="12650787" y="0"/>
                  </a:lnTo>
                  <a:lnTo>
                    <a:pt x="12650787" y="12699"/>
                  </a:lnTo>
                  <a:close/>
                </a:path>
                <a:path w="13754100" h="584200">
                  <a:moveTo>
                    <a:pt x="12625387" y="12699"/>
                  </a:moveTo>
                  <a:lnTo>
                    <a:pt x="12606350" y="12699"/>
                  </a:lnTo>
                  <a:lnTo>
                    <a:pt x="12606350" y="0"/>
                  </a:lnTo>
                  <a:lnTo>
                    <a:pt x="12625387" y="0"/>
                  </a:lnTo>
                  <a:lnTo>
                    <a:pt x="12625387" y="12699"/>
                  </a:lnTo>
                  <a:close/>
                </a:path>
                <a:path w="13754100" h="584200">
                  <a:moveTo>
                    <a:pt x="12600000" y="12699"/>
                  </a:moveTo>
                  <a:lnTo>
                    <a:pt x="12580950" y="12699"/>
                  </a:lnTo>
                  <a:lnTo>
                    <a:pt x="12580950" y="0"/>
                  </a:lnTo>
                  <a:lnTo>
                    <a:pt x="12600000" y="0"/>
                  </a:lnTo>
                  <a:lnTo>
                    <a:pt x="12600000" y="12699"/>
                  </a:lnTo>
                  <a:close/>
                </a:path>
                <a:path w="13754100" h="584200">
                  <a:moveTo>
                    <a:pt x="12574600" y="12699"/>
                  </a:moveTo>
                  <a:lnTo>
                    <a:pt x="12555562" y="12699"/>
                  </a:lnTo>
                  <a:lnTo>
                    <a:pt x="12555562" y="0"/>
                  </a:lnTo>
                  <a:lnTo>
                    <a:pt x="12574600" y="0"/>
                  </a:lnTo>
                  <a:lnTo>
                    <a:pt x="12574600" y="12699"/>
                  </a:lnTo>
                  <a:close/>
                </a:path>
                <a:path w="13754100" h="584200">
                  <a:moveTo>
                    <a:pt x="12549212" y="12699"/>
                  </a:moveTo>
                  <a:lnTo>
                    <a:pt x="12530162" y="12699"/>
                  </a:lnTo>
                  <a:lnTo>
                    <a:pt x="12530162" y="0"/>
                  </a:lnTo>
                  <a:lnTo>
                    <a:pt x="12549212" y="0"/>
                  </a:lnTo>
                  <a:lnTo>
                    <a:pt x="12549212" y="12699"/>
                  </a:lnTo>
                  <a:close/>
                </a:path>
                <a:path w="13754100" h="584200">
                  <a:moveTo>
                    <a:pt x="12523812" y="12699"/>
                  </a:moveTo>
                  <a:lnTo>
                    <a:pt x="12504775" y="12699"/>
                  </a:lnTo>
                  <a:lnTo>
                    <a:pt x="12504775" y="0"/>
                  </a:lnTo>
                  <a:lnTo>
                    <a:pt x="12523812" y="0"/>
                  </a:lnTo>
                  <a:lnTo>
                    <a:pt x="12523812" y="12699"/>
                  </a:lnTo>
                  <a:close/>
                </a:path>
                <a:path w="13754100" h="584200">
                  <a:moveTo>
                    <a:pt x="12498425" y="12699"/>
                  </a:moveTo>
                  <a:lnTo>
                    <a:pt x="12479375" y="12699"/>
                  </a:lnTo>
                  <a:lnTo>
                    <a:pt x="12479375" y="0"/>
                  </a:lnTo>
                  <a:lnTo>
                    <a:pt x="12498425" y="0"/>
                  </a:lnTo>
                  <a:lnTo>
                    <a:pt x="12498425" y="12699"/>
                  </a:lnTo>
                  <a:close/>
                </a:path>
                <a:path w="13754100" h="584200">
                  <a:moveTo>
                    <a:pt x="12473025" y="12699"/>
                  </a:moveTo>
                  <a:lnTo>
                    <a:pt x="12453988" y="12699"/>
                  </a:lnTo>
                  <a:lnTo>
                    <a:pt x="12453988" y="0"/>
                  </a:lnTo>
                  <a:lnTo>
                    <a:pt x="12473025" y="0"/>
                  </a:lnTo>
                  <a:lnTo>
                    <a:pt x="12473025" y="12699"/>
                  </a:lnTo>
                  <a:close/>
                </a:path>
                <a:path w="13754100" h="584200">
                  <a:moveTo>
                    <a:pt x="12447638" y="12699"/>
                  </a:moveTo>
                  <a:lnTo>
                    <a:pt x="12428588" y="12699"/>
                  </a:lnTo>
                  <a:lnTo>
                    <a:pt x="12428588" y="0"/>
                  </a:lnTo>
                  <a:lnTo>
                    <a:pt x="12447638" y="0"/>
                  </a:lnTo>
                  <a:lnTo>
                    <a:pt x="12447638" y="12699"/>
                  </a:lnTo>
                  <a:close/>
                </a:path>
                <a:path w="13754100" h="584200">
                  <a:moveTo>
                    <a:pt x="12422238" y="12699"/>
                  </a:moveTo>
                  <a:lnTo>
                    <a:pt x="12403201" y="12699"/>
                  </a:lnTo>
                  <a:lnTo>
                    <a:pt x="12403201" y="0"/>
                  </a:lnTo>
                  <a:lnTo>
                    <a:pt x="12422238" y="0"/>
                  </a:lnTo>
                  <a:lnTo>
                    <a:pt x="12422238" y="12699"/>
                  </a:lnTo>
                  <a:close/>
                </a:path>
                <a:path w="13754100" h="584200">
                  <a:moveTo>
                    <a:pt x="12396851" y="12699"/>
                  </a:moveTo>
                  <a:lnTo>
                    <a:pt x="12377801" y="12699"/>
                  </a:lnTo>
                  <a:lnTo>
                    <a:pt x="12377801" y="0"/>
                  </a:lnTo>
                  <a:lnTo>
                    <a:pt x="12396851" y="0"/>
                  </a:lnTo>
                  <a:lnTo>
                    <a:pt x="12396851" y="12699"/>
                  </a:lnTo>
                  <a:close/>
                </a:path>
                <a:path w="13754100" h="584200">
                  <a:moveTo>
                    <a:pt x="12371451" y="12699"/>
                  </a:moveTo>
                  <a:lnTo>
                    <a:pt x="12352413" y="12699"/>
                  </a:lnTo>
                  <a:lnTo>
                    <a:pt x="12352413" y="0"/>
                  </a:lnTo>
                  <a:lnTo>
                    <a:pt x="12371451" y="0"/>
                  </a:lnTo>
                  <a:lnTo>
                    <a:pt x="12371451" y="12699"/>
                  </a:lnTo>
                  <a:close/>
                </a:path>
                <a:path w="13754100" h="584200">
                  <a:moveTo>
                    <a:pt x="12346063" y="12699"/>
                  </a:moveTo>
                  <a:lnTo>
                    <a:pt x="12327013" y="12699"/>
                  </a:lnTo>
                  <a:lnTo>
                    <a:pt x="12327013" y="0"/>
                  </a:lnTo>
                  <a:lnTo>
                    <a:pt x="12346063" y="0"/>
                  </a:lnTo>
                  <a:lnTo>
                    <a:pt x="12346063" y="12699"/>
                  </a:lnTo>
                  <a:close/>
                </a:path>
                <a:path w="13754100" h="584200">
                  <a:moveTo>
                    <a:pt x="12320663" y="12699"/>
                  </a:moveTo>
                  <a:lnTo>
                    <a:pt x="12301626" y="12699"/>
                  </a:lnTo>
                  <a:lnTo>
                    <a:pt x="12301626" y="0"/>
                  </a:lnTo>
                  <a:lnTo>
                    <a:pt x="12320663" y="0"/>
                  </a:lnTo>
                  <a:lnTo>
                    <a:pt x="12320663" y="12699"/>
                  </a:lnTo>
                  <a:close/>
                </a:path>
                <a:path w="13754100" h="584200">
                  <a:moveTo>
                    <a:pt x="12295276" y="12699"/>
                  </a:moveTo>
                  <a:lnTo>
                    <a:pt x="12276226" y="12699"/>
                  </a:lnTo>
                  <a:lnTo>
                    <a:pt x="12276226" y="0"/>
                  </a:lnTo>
                  <a:lnTo>
                    <a:pt x="12295276" y="0"/>
                  </a:lnTo>
                  <a:lnTo>
                    <a:pt x="12295276" y="12699"/>
                  </a:lnTo>
                  <a:close/>
                </a:path>
                <a:path w="13754100" h="584200">
                  <a:moveTo>
                    <a:pt x="12269876" y="12699"/>
                  </a:moveTo>
                  <a:lnTo>
                    <a:pt x="12250839" y="12699"/>
                  </a:lnTo>
                  <a:lnTo>
                    <a:pt x="12250839" y="0"/>
                  </a:lnTo>
                  <a:lnTo>
                    <a:pt x="12269876" y="0"/>
                  </a:lnTo>
                  <a:lnTo>
                    <a:pt x="12269876" y="12699"/>
                  </a:lnTo>
                  <a:close/>
                </a:path>
                <a:path w="13754100" h="584200">
                  <a:moveTo>
                    <a:pt x="12244489" y="12699"/>
                  </a:moveTo>
                  <a:lnTo>
                    <a:pt x="12225439" y="12699"/>
                  </a:lnTo>
                  <a:lnTo>
                    <a:pt x="12225439" y="0"/>
                  </a:lnTo>
                  <a:lnTo>
                    <a:pt x="12244489" y="0"/>
                  </a:lnTo>
                  <a:lnTo>
                    <a:pt x="12244489" y="12699"/>
                  </a:lnTo>
                  <a:close/>
                </a:path>
                <a:path w="13754100" h="584200">
                  <a:moveTo>
                    <a:pt x="12219089" y="12699"/>
                  </a:moveTo>
                  <a:lnTo>
                    <a:pt x="12200051" y="12699"/>
                  </a:lnTo>
                  <a:lnTo>
                    <a:pt x="12200051" y="0"/>
                  </a:lnTo>
                  <a:lnTo>
                    <a:pt x="12219089" y="0"/>
                  </a:lnTo>
                  <a:lnTo>
                    <a:pt x="12219089" y="12699"/>
                  </a:lnTo>
                  <a:close/>
                </a:path>
                <a:path w="13754100" h="584200">
                  <a:moveTo>
                    <a:pt x="12193701" y="12699"/>
                  </a:moveTo>
                  <a:lnTo>
                    <a:pt x="12174651" y="12699"/>
                  </a:lnTo>
                  <a:lnTo>
                    <a:pt x="12174651" y="0"/>
                  </a:lnTo>
                  <a:lnTo>
                    <a:pt x="12193701" y="0"/>
                  </a:lnTo>
                  <a:lnTo>
                    <a:pt x="12193701" y="12699"/>
                  </a:lnTo>
                  <a:close/>
                </a:path>
                <a:path w="13754100" h="584200">
                  <a:moveTo>
                    <a:pt x="12168301" y="12699"/>
                  </a:moveTo>
                  <a:lnTo>
                    <a:pt x="12149264" y="12699"/>
                  </a:lnTo>
                  <a:lnTo>
                    <a:pt x="12149264" y="0"/>
                  </a:lnTo>
                  <a:lnTo>
                    <a:pt x="12168301" y="0"/>
                  </a:lnTo>
                  <a:lnTo>
                    <a:pt x="12168301" y="12699"/>
                  </a:lnTo>
                  <a:close/>
                </a:path>
                <a:path w="13754100" h="584200">
                  <a:moveTo>
                    <a:pt x="12142914" y="12699"/>
                  </a:moveTo>
                  <a:lnTo>
                    <a:pt x="12123864" y="12699"/>
                  </a:lnTo>
                  <a:lnTo>
                    <a:pt x="12123864" y="0"/>
                  </a:lnTo>
                  <a:lnTo>
                    <a:pt x="12142914" y="0"/>
                  </a:lnTo>
                  <a:lnTo>
                    <a:pt x="12142914" y="12699"/>
                  </a:lnTo>
                  <a:close/>
                </a:path>
                <a:path w="13754100" h="584200">
                  <a:moveTo>
                    <a:pt x="12117514" y="12699"/>
                  </a:moveTo>
                  <a:lnTo>
                    <a:pt x="12098464" y="12699"/>
                  </a:lnTo>
                  <a:lnTo>
                    <a:pt x="12098464" y="0"/>
                  </a:lnTo>
                  <a:lnTo>
                    <a:pt x="12117514" y="0"/>
                  </a:lnTo>
                  <a:lnTo>
                    <a:pt x="12117514" y="12699"/>
                  </a:lnTo>
                  <a:close/>
                </a:path>
                <a:path w="13754100" h="584200">
                  <a:moveTo>
                    <a:pt x="12092127" y="12699"/>
                  </a:moveTo>
                  <a:lnTo>
                    <a:pt x="12073077" y="12699"/>
                  </a:lnTo>
                  <a:lnTo>
                    <a:pt x="12073077" y="0"/>
                  </a:lnTo>
                  <a:lnTo>
                    <a:pt x="12092127" y="0"/>
                  </a:lnTo>
                  <a:lnTo>
                    <a:pt x="12092127" y="12699"/>
                  </a:lnTo>
                  <a:close/>
                </a:path>
                <a:path w="13754100" h="584200">
                  <a:moveTo>
                    <a:pt x="12066727" y="12699"/>
                  </a:moveTo>
                  <a:lnTo>
                    <a:pt x="12047677" y="12699"/>
                  </a:lnTo>
                  <a:lnTo>
                    <a:pt x="12047677" y="0"/>
                  </a:lnTo>
                  <a:lnTo>
                    <a:pt x="12066727" y="0"/>
                  </a:lnTo>
                  <a:lnTo>
                    <a:pt x="12066727" y="12699"/>
                  </a:lnTo>
                  <a:close/>
                </a:path>
                <a:path w="13754100" h="584200">
                  <a:moveTo>
                    <a:pt x="12041339" y="12699"/>
                  </a:moveTo>
                  <a:lnTo>
                    <a:pt x="12022289" y="12699"/>
                  </a:lnTo>
                  <a:lnTo>
                    <a:pt x="12022289" y="0"/>
                  </a:lnTo>
                  <a:lnTo>
                    <a:pt x="12041339" y="0"/>
                  </a:lnTo>
                  <a:lnTo>
                    <a:pt x="12041339" y="12699"/>
                  </a:lnTo>
                  <a:close/>
                </a:path>
                <a:path w="13754100" h="584200">
                  <a:moveTo>
                    <a:pt x="12015939" y="12699"/>
                  </a:moveTo>
                  <a:lnTo>
                    <a:pt x="11996902" y="12699"/>
                  </a:lnTo>
                  <a:lnTo>
                    <a:pt x="11996902" y="0"/>
                  </a:lnTo>
                  <a:lnTo>
                    <a:pt x="12015939" y="0"/>
                  </a:lnTo>
                  <a:lnTo>
                    <a:pt x="12015939" y="12699"/>
                  </a:lnTo>
                  <a:close/>
                </a:path>
                <a:path w="13754100" h="584200">
                  <a:moveTo>
                    <a:pt x="11990552" y="12699"/>
                  </a:moveTo>
                  <a:lnTo>
                    <a:pt x="11971502" y="12699"/>
                  </a:lnTo>
                  <a:lnTo>
                    <a:pt x="11971502" y="0"/>
                  </a:lnTo>
                  <a:lnTo>
                    <a:pt x="11990552" y="0"/>
                  </a:lnTo>
                  <a:lnTo>
                    <a:pt x="11990552" y="12699"/>
                  </a:lnTo>
                  <a:close/>
                </a:path>
                <a:path w="13754100" h="584200">
                  <a:moveTo>
                    <a:pt x="11965152" y="12699"/>
                  </a:moveTo>
                  <a:lnTo>
                    <a:pt x="11946102" y="12699"/>
                  </a:lnTo>
                  <a:lnTo>
                    <a:pt x="11946102" y="0"/>
                  </a:lnTo>
                  <a:lnTo>
                    <a:pt x="11965152" y="0"/>
                  </a:lnTo>
                  <a:lnTo>
                    <a:pt x="11965152" y="12699"/>
                  </a:lnTo>
                  <a:close/>
                </a:path>
                <a:path w="13754100" h="584200">
                  <a:moveTo>
                    <a:pt x="11939765" y="12699"/>
                  </a:moveTo>
                  <a:lnTo>
                    <a:pt x="11920715" y="12699"/>
                  </a:lnTo>
                  <a:lnTo>
                    <a:pt x="11920715" y="0"/>
                  </a:lnTo>
                  <a:lnTo>
                    <a:pt x="11939765" y="0"/>
                  </a:lnTo>
                  <a:lnTo>
                    <a:pt x="11939765" y="12699"/>
                  </a:lnTo>
                  <a:close/>
                </a:path>
                <a:path w="13754100" h="584200">
                  <a:moveTo>
                    <a:pt x="11914365" y="12699"/>
                  </a:moveTo>
                  <a:lnTo>
                    <a:pt x="11895315" y="12699"/>
                  </a:lnTo>
                  <a:lnTo>
                    <a:pt x="11895315" y="0"/>
                  </a:lnTo>
                  <a:lnTo>
                    <a:pt x="11914365" y="0"/>
                  </a:lnTo>
                  <a:lnTo>
                    <a:pt x="11914365" y="12699"/>
                  </a:lnTo>
                  <a:close/>
                </a:path>
                <a:path w="13754100" h="584200">
                  <a:moveTo>
                    <a:pt x="11888978" y="12699"/>
                  </a:moveTo>
                  <a:lnTo>
                    <a:pt x="11869928" y="12699"/>
                  </a:lnTo>
                  <a:lnTo>
                    <a:pt x="11869928" y="0"/>
                  </a:lnTo>
                  <a:lnTo>
                    <a:pt x="11888978" y="0"/>
                  </a:lnTo>
                  <a:lnTo>
                    <a:pt x="11888978" y="12699"/>
                  </a:lnTo>
                  <a:close/>
                </a:path>
                <a:path w="13754100" h="584200">
                  <a:moveTo>
                    <a:pt x="11863578" y="12699"/>
                  </a:moveTo>
                  <a:lnTo>
                    <a:pt x="11844528" y="12699"/>
                  </a:lnTo>
                  <a:lnTo>
                    <a:pt x="11844528" y="0"/>
                  </a:lnTo>
                  <a:lnTo>
                    <a:pt x="11863578" y="0"/>
                  </a:lnTo>
                  <a:lnTo>
                    <a:pt x="11863578" y="12699"/>
                  </a:lnTo>
                  <a:close/>
                </a:path>
                <a:path w="13754100" h="584200">
                  <a:moveTo>
                    <a:pt x="11838190" y="12699"/>
                  </a:moveTo>
                  <a:lnTo>
                    <a:pt x="11819140" y="12699"/>
                  </a:lnTo>
                  <a:lnTo>
                    <a:pt x="11819140" y="0"/>
                  </a:lnTo>
                  <a:lnTo>
                    <a:pt x="11838190" y="0"/>
                  </a:lnTo>
                  <a:lnTo>
                    <a:pt x="11838190" y="12699"/>
                  </a:lnTo>
                  <a:close/>
                </a:path>
                <a:path w="13754100" h="584200">
                  <a:moveTo>
                    <a:pt x="11812790" y="12699"/>
                  </a:moveTo>
                  <a:lnTo>
                    <a:pt x="11793740" y="12699"/>
                  </a:lnTo>
                  <a:lnTo>
                    <a:pt x="11793740" y="0"/>
                  </a:lnTo>
                  <a:lnTo>
                    <a:pt x="11812790" y="0"/>
                  </a:lnTo>
                  <a:lnTo>
                    <a:pt x="11812790" y="12699"/>
                  </a:lnTo>
                  <a:close/>
                </a:path>
                <a:path w="13754100" h="584200">
                  <a:moveTo>
                    <a:pt x="11787403" y="12699"/>
                  </a:moveTo>
                  <a:lnTo>
                    <a:pt x="11768353" y="12699"/>
                  </a:lnTo>
                  <a:lnTo>
                    <a:pt x="11768353" y="0"/>
                  </a:lnTo>
                  <a:lnTo>
                    <a:pt x="11787403" y="0"/>
                  </a:lnTo>
                  <a:lnTo>
                    <a:pt x="11787403" y="12699"/>
                  </a:lnTo>
                  <a:close/>
                </a:path>
                <a:path w="13754100" h="584200">
                  <a:moveTo>
                    <a:pt x="11762003" y="12699"/>
                  </a:moveTo>
                  <a:lnTo>
                    <a:pt x="11742953" y="12699"/>
                  </a:lnTo>
                  <a:lnTo>
                    <a:pt x="11742953" y="0"/>
                  </a:lnTo>
                  <a:lnTo>
                    <a:pt x="11762003" y="0"/>
                  </a:lnTo>
                  <a:lnTo>
                    <a:pt x="11762003" y="12699"/>
                  </a:lnTo>
                  <a:close/>
                </a:path>
                <a:path w="13754100" h="584200">
                  <a:moveTo>
                    <a:pt x="11736616" y="12699"/>
                  </a:moveTo>
                  <a:lnTo>
                    <a:pt x="11717566" y="12699"/>
                  </a:lnTo>
                  <a:lnTo>
                    <a:pt x="11717566" y="0"/>
                  </a:lnTo>
                  <a:lnTo>
                    <a:pt x="11736616" y="0"/>
                  </a:lnTo>
                  <a:lnTo>
                    <a:pt x="11736616" y="12699"/>
                  </a:lnTo>
                  <a:close/>
                </a:path>
                <a:path w="13754100" h="584200">
                  <a:moveTo>
                    <a:pt x="11711216" y="12699"/>
                  </a:moveTo>
                  <a:lnTo>
                    <a:pt x="11692166" y="12699"/>
                  </a:lnTo>
                  <a:lnTo>
                    <a:pt x="11692166" y="0"/>
                  </a:lnTo>
                  <a:lnTo>
                    <a:pt x="11711216" y="0"/>
                  </a:lnTo>
                  <a:lnTo>
                    <a:pt x="11711216" y="12699"/>
                  </a:lnTo>
                  <a:close/>
                </a:path>
                <a:path w="13754100" h="584200">
                  <a:moveTo>
                    <a:pt x="11685816" y="12699"/>
                  </a:moveTo>
                  <a:lnTo>
                    <a:pt x="11666778" y="12699"/>
                  </a:lnTo>
                  <a:lnTo>
                    <a:pt x="11666778" y="0"/>
                  </a:lnTo>
                  <a:lnTo>
                    <a:pt x="11685816" y="0"/>
                  </a:lnTo>
                  <a:lnTo>
                    <a:pt x="11685816" y="12699"/>
                  </a:lnTo>
                  <a:close/>
                </a:path>
                <a:path w="13754100" h="584200">
                  <a:moveTo>
                    <a:pt x="11660428" y="12699"/>
                  </a:moveTo>
                  <a:lnTo>
                    <a:pt x="11641378" y="12699"/>
                  </a:lnTo>
                  <a:lnTo>
                    <a:pt x="11641378" y="0"/>
                  </a:lnTo>
                  <a:lnTo>
                    <a:pt x="11660428" y="0"/>
                  </a:lnTo>
                  <a:lnTo>
                    <a:pt x="11660428" y="12699"/>
                  </a:lnTo>
                  <a:close/>
                </a:path>
                <a:path w="13754100" h="584200">
                  <a:moveTo>
                    <a:pt x="11635028" y="12699"/>
                  </a:moveTo>
                  <a:lnTo>
                    <a:pt x="11615991" y="12699"/>
                  </a:lnTo>
                  <a:lnTo>
                    <a:pt x="11615991" y="0"/>
                  </a:lnTo>
                  <a:lnTo>
                    <a:pt x="11635028" y="0"/>
                  </a:lnTo>
                  <a:lnTo>
                    <a:pt x="11635028" y="12699"/>
                  </a:lnTo>
                  <a:close/>
                </a:path>
                <a:path w="13754100" h="584200">
                  <a:moveTo>
                    <a:pt x="11609641" y="12699"/>
                  </a:moveTo>
                  <a:lnTo>
                    <a:pt x="11590591" y="12699"/>
                  </a:lnTo>
                  <a:lnTo>
                    <a:pt x="11590591" y="0"/>
                  </a:lnTo>
                  <a:lnTo>
                    <a:pt x="11609641" y="0"/>
                  </a:lnTo>
                  <a:lnTo>
                    <a:pt x="11609641" y="12699"/>
                  </a:lnTo>
                  <a:close/>
                </a:path>
                <a:path w="13754100" h="584200">
                  <a:moveTo>
                    <a:pt x="11584241" y="12699"/>
                  </a:moveTo>
                  <a:lnTo>
                    <a:pt x="11565204" y="12699"/>
                  </a:lnTo>
                  <a:lnTo>
                    <a:pt x="11565204" y="0"/>
                  </a:lnTo>
                  <a:lnTo>
                    <a:pt x="11584241" y="0"/>
                  </a:lnTo>
                  <a:lnTo>
                    <a:pt x="11584241" y="12699"/>
                  </a:lnTo>
                  <a:close/>
                </a:path>
                <a:path w="13754100" h="584200">
                  <a:moveTo>
                    <a:pt x="11558854" y="12699"/>
                  </a:moveTo>
                  <a:lnTo>
                    <a:pt x="11539804" y="12699"/>
                  </a:lnTo>
                  <a:lnTo>
                    <a:pt x="11539804" y="0"/>
                  </a:lnTo>
                  <a:lnTo>
                    <a:pt x="11558854" y="0"/>
                  </a:lnTo>
                  <a:lnTo>
                    <a:pt x="11558854" y="12699"/>
                  </a:lnTo>
                  <a:close/>
                </a:path>
                <a:path w="13754100" h="584200">
                  <a:moveTo>
                    <a:pt x="11533454" y="12699"/>
                  </a:moveTo>
                  <a:lnTo>
                    <a:pt x="11514416" y="12699"/>
                  </a:lnTo>
                  <a:lnTo>
                    <a:pt x="11514416" y="0"/>
                  </a:lnTo>
                  <a:lnTo>
                    <a:pt x="11533454" y="0"/>
                  </a:lnTo>
                  <a:lnTo>
                    <a:pt x="11533454" y="12699"/>
                  </a:lnTo>
                  <a:close/>
                </a:path>
                <a:path w="13754100" h="584200">
                  <a:moveTo>
                    <a:pt x="11508066" y="12699"/>
                  </a:moveTo>
                  <a:lnTo>
                    <a:pt x="11489016" y="12699"/>
                  </a:lnTo>
                  <a:lnTo>
                    <a:pt x="11489016" y="0"/>
                  </a:lnTo>
                  <a:lnTo>
                    <a:pt x="11508066" y="0"/>
                  </a:lnTo>
                  <a:lnTo>
                    <a:pt x="11508066" y="12699"/>
                  </a:lnTo>
                  <a:close/>
                </a:path>
                <a:path w="13754100" h="584200">
                  <a:moveTo>
                    <a:pt x="11482666" y="12699"/>
                  </a:moveTo>
                  <a:lnTo>
                    <a:pt x="11463629" y="12699"/>
                  </a:lnTo>
                  <a:lnTo>
                    <a:pt x="11463629" y="0"/>
                  </a:lnTo>
                  <a:lnTo>
                    <a:pt x="11482666" y="0"/>
                  </a:lnTo>
                  <a:lnTo>
                    <a:pt x="11482666" y="12699"/>
                  </a:lnTo>
                  <a:close/>
                </a:path>
                <a:path w="13754100" h="584200">
                  <a:moveTo>
                    <a:pt x="11457279" y="12699"/>
                  </a:moveTo>
                  <a:lnTo>
                    <a:pt x="11438229" y="12699"/>
                  </a:lnTo>
                  <a:lnTo>
                    <a:pt x="11438229" y="0"/>
                  </a:lnTo>
                  <a:lnTo>
                    <a:pt x="11457279" y="0"/>
                  </a:lnTo>
                  <a:lnTo>
                    <a:pt x="11457279" y="12699"/>
                  </a:lnTo>
                  <a:close/>
                </a:path>
                <a:path w="13754100" h="584200">
                  <a:moveTo>
                    <a:pt x="11431879" y="12699"/>
                  </a:moveTo>
                  <a:lnTo>
                    <a:pt x="11412842" y="12699"/>
                  </a:lnTo>
                  <a:lnTo>
                    <a:pt x="11412842" y="0"/>
                  </a:lnTo>
                  <a:lnTo>
                    <a:pt x="11431879" y="0"/>
                  </a:lnTo>
                  <a:lnTo>
                    <a:pt x="11431879" y="12699"/>
                  </a:lnTo>
                  <a:close/>
                </a:path>
                <a:path w="13754100" h="584200">
                  <a:moveTo>
                    <a:pt x="11406492" y="12699"/>
                  </a:moveTo>
                  <a:lnTo>
                    <a:pt x="11387442" y="12699"/>
                  </a:lnTo>
                  <a:lnTo>
                    <a:pt x="11387442" y="0"/>
                  </a:lnTo>
                  <a:lnTo>
                    <a:pt x="11406492" y="0"/>
                  </a:lnTo>
                  <a:lnTo>
                    <a:pt x="11406492" y="12699"/>
                  </a:lnTo>
                  <a:close/>
                </a:path>
                <a:path w="13754100" h="584200">
                  <a:moveTo>
                    <a:pt x="11381092" y="12699"/>
                  </a:moveTo>
                  <a:lnTo>
                    <a:pt x="11362055" y="12699"/>
                  </a:lnTo>
                  <a:lnTo>
                    <a:pt x="11362055" y="0"/>
                  </a:lnTo>
                  <a:lnTo>
                    <a:pt x="11381092" y="0"/>
                  </a:lnTo>
                  <a:lnTo>
                    <a:pt x="11381092" y="12699"/>
                  </a:lnTo>
                  <a:close/>
                </a:path>
                <a:path w="13754100" h="584200">
                  <a:moveTo>
                    <a:pt x="11355705" y="12699"/>
                  </a:moveTo>
                  <a:lnTo>
                    <a:pt x="11336655" y="12699"/>
                  </a:lnTo>
                  <a:lnTo>
                    <a:pt x="11336655" y="0"/>
                  </a:lnTo>
                  <a:lnTo>
                    <a:pt x="11355705" y="0"/>
                  </a:lnTo>
                  <a:lnTo>
                    <a:pt x="11355705" y="12699"/>
                  </a:lnTo>
                  <a:close/>
                </a:path>
                <a:path w="13754100" h="584200">
                  <a:moveTo>
                    <a:pt x="11330305" y="12699"/>
                  </a:moveTo>
                  <a:lnTo>
                    <a:pt x="11311267" y="12699"/>
                  </a:lnTo>
                  <a:lnTo>
                    <a:pt x="11311267" y="0"/>
                  </a:lnTo>
                  <a:lnTo>
                    <a:pt x="11330305" y="0"/>
                  </a:lnTo>
                  <a:lnTo>
                    <a:pt x="11330305" y="12699"/>
                  </a:lnTo>
                  <a:close/>
                </a:path>
                <a:path w="13754100" h="584200">
                  <a:moveTo>
                    <a:pt x="11304917" y="12699"/>
                  </a:moveTo>
                  <a:lnTo>
                    <a:pt x="11285867" y="12699"/>
                  </a:lnTo>
                  <a:lnTo>
                    <a:pt x="11285867" y="0"/>
                  </a:lnTo>
                  <a:lnTo>
                    <a:pt x="11304917" y="0"/>
                  </a:lnTo>
                  <a:lnTo>
                    <a:pt x="11304917" y="12699"/>
                  </a:lnTo>
                  <a:close/>
                </a:path>
                <a:path w="13754100" h="584200">
                  <a:moveTo>
                    <a:pt x="11279517" y="12699"/>
                  </a:moveTo>
                  <a:lnTo>
                    <a:pt x="11260480" y="12699"/>
                  </a:lnTo>
                  <a:lnTo>
                    <a:pt x="11260480" y="0"/>
                  </a:lnTo>
                  <a:lnTo>
                    <a:pt x="11279517" y="0"/>
                  </a:lnTo>
                  <a:lnTo>
                    <a:pt x="11279517" y="12699"/>
                  </a:lnTo>
                  <a:close/>
                </a:path>
                <a:path w="13754100" h="584200">
                  <a:moveTo>
                    <a:pt x="11254130" y="12699"/>
                  </a:moveTo>
                  <a:lnTo>
                    <a:pt x="11235080" y="12699"/>
                  </a:lnTo>
                  <a:lnTo>
                    <a:pt x="11235080" y="0"/>
                  </a:lnTo>
                  <a:lnTo>
                    <a:pt x="11254130" y="0"/>
                  </a:lnTo>
                  <a:lnTo>
                    <a:pt x="11254130" y="12699"/>
                  </a:lnTo>
                  <a:close/>
                </a:path>
                <a:path w="13754100" h="584200">
                  <a:moveTo>
                    <a:pt x="11228730" y="12699"/>
                  </a:moveTo>
                  <a:lnTo>
                    <a:pt x="11209693" y="12699"/>
                  </a:lnTo>
                  <a:lnTo>
                    <a:pt x="11209693" y="0"/>
                  </a:lnTo>
                  <a:lnTo>
                    <a:pt x="11228730" y="0"/>
                  </a:lnTo>
                  <a:lnTo>
                    <a:pt x="11228730" y="12699"/>
                  </a:lnTo>
                  <a:close/>
                </a:path>
                <a:path w="13754100" h="584200">
                  <a:moveTo>
                    <a:pt x="11203343" y="12699"/>
                  </a:moveTo>
                  <a:lnTo>
                    <a:pt x="11184293" y="12699"/>
                  </a:lnTo>
                  <a:lnTo>
                    <a:pt x="11184293" y="0"/>
                  </a:lnTo>
                  <a:lnTo>
                    <a:pt x="11203343" y="0"/>
                  </a:lnTo>
                  <a:lnTo>
                    <a:pt x="11203343" y="12699"/>
                  </a:lnTo>
                  <a:close/>
                </a:path>
                <a:path w="13754100" h="584200">
                  <a:moveTo>
                    <a:pt x="11177943" y="12699"/>
                  </a:moveTo>
                  <a:lnTo>
                    <a:pt x="11158905" y="12699"/>
                  </a:lnTo>
                  <a:lnTo>
                    <a:pt x="11158905" y="0"/>
                  </a:lnTo>
                  <a:lnTo>
                    <a:pt x="11177943" y="0"/>
                  </a:lnTo>
                  <a:lnTo>
                    <a:pt x="11177943" y="12699"/>
                  </a:lnTo>
                  <a:close/>
                </a:path>
                <a:path w="13754100" h="584200">
                  <a:moveTo>
                    <a:pt x="11152555" y="12699"/>
                  </a:moveTo>
                  <a:lnTo>
                    <a:pt x="11133505" y="12699"/>
                  </a:lnTo>
                  <a:lnTo>
                    <a:pt x="11133505" y="0"/>
                  </a:lnTo>
                  <a:lnTo>
                    <a:pt x="11152555" y="0"/>
                  </a:lnTo>
                  <a:lnTo>
                    <a:pt x="11152555" y="12699"/>
                  </a:lnTo>
                  <a:close/>
                </a:path>
                <a:path w="13754100" h="584200">
                  <a:moveTo>
                    <a:pt x="11127155" y="12699"/>
                  </a:moveTo>
                  <a:lnTo>
                    <a:pt x="11108118" y="12699"/>
                  </a:lnTo>
                  <a:lnTo>
                    <a:pt x="11108118" y="0"/>
                  </a:lnTo>
                  <a:lnTo>
                    <a:pt x="11127155" y="0"/>
                  </a:lnTo>
                  <a:lnTo>
                    <a:pt x="11127155" y="12699"/>
                  </a:lnTo>
                  <a:close/>
                </a:path>
                <a:path w="13754100" h="584200">
                  <a:moveTo>
                    <a:pt x="11101768" y="12699"/>
                  </a:moveTo>
                  <a:lnTo>
                    <a:pt x="11082718" y="12699"/>
                  </a:lnTo>
                  <a:lnTo>
                    <a:pt x="11082718" y="0"/>
                  </a:lnTo>
                  <a:lnTo>
                    <a:pt x="11101768" y="0"/>
                  </a:lnTo>
                  <a:lnTo>
                    <a:pt x="11101768" y="12699"/>
                  </a:lnTo>
                  <a:close/>
                </a:path>
                <a:path w="13754100" h="584200">
                  <a:moveTo>
                    <a:pt x="11076368" y="12699"/>
                  </a:moveTo>
                  <a:lnTo>
                    <a:pt x="11057331" y="12699"/>
                  </a:lnTo>
                  <a:lnTo>
                    <a:pt x="11057331" y="0"/>
                  </a:lnTo>
                  <a:lnTo>
                    <a:pt x="11076368" y="0"/>
                  </a:lnTo>
                  <a:lnTo>
                    <a:pt x="11076368" y="12699"/>
                  </a:lnTo>
                  <a:close/>
                </a:path>
                <a:path w="13754100" h="584200">
                  <a:moveTo>
                    <a:pt x="11050981" y="12699"/>
                  </a:moveTo>
                  <a:lnTo>
                    <a:pt x="11031931" y="12699"/>
                  </a:lnTo>
                  <a:lnTo>
                    <a:pt x="11031931" y="0"/>
                  </a:lnTo>
                  <a:lnTo>
                    <a:pt x="11050981" y="0"/>
                  </a:lnTo>
                  <a:lnTo>
                    <a:pt x="11050981" y="12699"/>
                  </a:lnTo>
                  <a:close/>
                </a:path>
                <a:path w="13754100" h="584200">
                  <a:moveTo>
                    <a:pt x="11025581" y="12699"/>
                  </a:moveTo>
                  <a:lnTo>
                    <a:pt x="11006543" y="12699"/>
                  </a:lnTo>
                  <a:lnTo>
                    <a:pt x="11006543" y="0"/>
                  </a:lnTo>
                  <a:lnTo>
                    <a:pt x="11025581" y="0"/>
                  </a:lnTo>
                  <a:lnTo>
                    <a:pt x="11025581" y="12699"/>
                  </a:lnTo>
                  <a:close/>
                </a:path>
                <a:path w="13754100" h="584200">
                  <a:moveTo>
                    <a:pt x="11000193" y="12699"/>
                  </a:moveTo>
                  <a:lnTo>
                    <a:pt x="10981143" y="12699"/>
                  </a:lnTo>
                  <a:lnTo>
                    <a:pt x="10981143" y="0"/>
                  </a:lnTo>
                  <a:lnTo>
                    <a:pt x="11000193" y="0"/>
                  </a:lnTo>
                  <a:lnTo>
                    <a:pt x="11000193" y="12699"/>
                  </a:lnTo>
                  <a:close/>
                </a:path>
                <a:path w="13754100" h="584200">
                  <a:moveTo>
                    <a:pt x="10974793" y="12699"/>
                  </a:moveTo>
                  <a:lnTo>
                    <a:pt x="10955756" y="12699"/>
                  </a:lnTo>
                  <a:lnTo>
                    <a:pt x="10955756" y="0"/>
                  </a:lnTo>
                  <a:lnTo>
                    <a:pt x="10974793" y="0"/>
                  </a:lnTo>
                  <a:lnTo>
                    <a:pt x="10974793" y="12699"/>
                  </a:lnTo>
                  <a:close/>
                </a:path>
                <a:path w="13754100" h="584200">
                  <a:moveTo>
                    <a:pt x="10949406" y="12699"/>
                  </a:moveTo>
                  <a:lnTo>
                    <a:pt x="10930356" y="12699"/>
                  </a:lnTo>
                  <a:lnTo>
                    <a:pt x="10930356" y="0"/>
                  </a:lnTo>
                  <a:lnTo>
                    <a:pt x="10949406" y="0"/>
                  </a:lnTo>
                  <a:lnTo>
                    <a:pt x="10949406" y="12699"/>
                  </a:lnTo>
                  <a:close/>
                </a:path>
                <a:path w="13754100" h="584200">
                  <a:moveTo>
                    <a:pt x="10924006" y="12699"/>
                  </a:moveTo>
                  <a:lnTo>
                    <a:pt x="10904969" y="12699"/>
                  </a:lnTo>
                  <a:lnTo>
                    <a:pt x="10904969" y="0"/>
                  </a:lnTo>
                  <a:lnTo>
                    <a:pt x="10924006" y="0"/>
                  </a:lnTo>
                  <a:lnTo>
                    <a:pt x="10924006" y="12699"/>
                  </a:lnTo>
                  <a:close/>
                </a:path>
                <a:path w="13754100" h="584200">
                  <a:moveTo>
                    <a:pt x="10898619" y="12699"/>
                  </a:moveTo>
                  <a:lnTo>
                    <a:pt x="10879569" y="12699"/>
                  </a:lnTo>
                  <a:lnTo>
                    <a:pt x="10879569" y="0"/>
                  </a:lnTo>
                  <a:lnTo>
                    <a:pt x="10898619" y="0"/>
                  </a:lnTo>
                  <a:lnTo>
                    <a:pt x="10898619" y="12699"/>
                  </a:lnTo>
                  <a:close/>
                </a:path>
                <a:path w="13754100" h="584200">
                  <a:moveTo>
                    <a:pt x="10873219" y="12699"/>
                  </a:moveTo>
                  <a:lnTo>
                    <a:pt x="10854169" y="12699"/>
                  </a:lnTo>
                  <a:lnTo>
                    <a:pt x="10854169" y="0"/>
                  </a:lnTo>
                  <a:lnTo>
                    <a:pt x="10873219" y="0"/>
                  </a:lnTo>
                  <a:lnTo>
                    <a:pt x="10873219" y="12699"/>
                  </a:lnTo>
                  <a:close/>
                </a:path>
                <a:path w="13754100" h="584200">
                  <a:moveTo>
                    <a:pt x="10847832" y="12699"/>
                  </a:moveTo>
                  <a:lnTo>
                    <a:pt x="10828782" y="12699"/>
                  </a:lnTo>
                  <a:lnTo>
                    <a:pt x="10828782" y="0"/>
                  </a:lnTo>
                  <a:lnTo>
                    <a:pt x="10847832" y="0"/>
                  </a:lnTo>
                  <a:lnTo>
                    <a:pt x="10847832" y="12699"/>
                  </a:lnTo>
                  <a:close/>
                </a:path>
                <a:path w="13754100" h="584200">
                  <a:moveTo>
                    <a:pt x="10822432" y="12699"/>
                  </a:moveTo>
                  <a:lnTo>
                    <a:pt x="10803382" y="12699"/>
                  </a:lnTo>
                  <a:lnTo>
                    <a:pt x="10803382" y="0"/>
                  </a:lnTo>
                  <a:lnTo>
                    <a:pt x="10822432" y="0"/>
                  </a:lnTo>
                  <a:lnTo>
                    <a:pt x="10822432" y="12699"/>
                  </a:lnTo>
                  <a:close/>
                </a:path>
                <a:path w="13754100" h="584200">
                  <a:moveTo>
                    <a:pt x="10797044" y="12699"/>
                  </a:moveTo>
                  <a:lnTo>
                    <a:pt x="10777994" y="12699"/>
                  </a:lnTo>
                  <a:lnTo>
                    <a:pt x="10777994" y="0"/>
                  </a:lnTo>
                  <a:lnTo>
                    <a:pt x="10797044" y="0"/>
                  </a:lnTo>
                  <a:lnTo>
                    <a:pt x="10797044" y="12699"/>
                  </a:lnTo>
                  <a:close/>
                </a:path>
                <a:path w="13754100" h="584200">
                  <a:moveTo>
                    <a:pt x="10771644" y="12699"/>
                  </a:moveTo>
                  <a:lnTo>
                    <a:pt x="10752594" y="12699"/>
                  </a:lnTo>
                  <a:lnTo>
                    <a:pt x="10752594" y="0"/>
                  </a:lnTo>
                  <a:lnTo>
                    <a:pt x="10771644" y="0"/>
                  </a:lnTo>
                  <a:lnTo>
                    <a:pt x="10771644" y="12699"/>
                  </a:lnTo>
                  <a:close/>
                </a:path>
                <a:path w="13754100" h="584200">
                  <a:moveTo>
                    <a:pt x="10746257" y="12699"/>
                  </a:moveTo>
                  <a:lnTo>
                    <a:pt x="10727207" y="12699"/>
                  </a:lnTo>
                  <a:lnTo>
                    <a:pt x="10727207" y="0"/>
                  </a:lnTo>
                  <a:lnTo>
                    <a:pt x="10746257" y="0"/>
                  </a:lnTo>
                  <a:lnTo>
                    <a:pt x="10746257" y="12699"/>
                  </a:lnTo>
                  <a:close/>
                </a:path>
                <a:path w="13754100" h="584200">
                  <a:moveTo>
                    <a:pt x="10720857" y="12699"/>
                  </a:moveTo>
                  <a:lnTo>
                    <a:pt x="10701807" y="12699"/>
                  </a:lnTo>
                  <a:lnTo>
                    <a:pt x="10701807" y="0"/>
                  </a:lnTo>
                  <a:lnTo>
                    <a:pt x="10720857" y="0"/>
                  </a:lnTo>
                  <a:lnTo>
                    <a:pt x="10720857" y="12699"/>
                  </a:lnTo>
                  <a:close/>
                </a:path>
                <a:path w="13754100" h="584200">
                  <a:moveTo>
                    <a:pt x="10695470" y="12699"/>
                  </a:moveTo>
                  <a:lnTo>
                    <a:pt x="10676420" y="12699"/>
                  </a:lnTo>
                  <a:lnTo>
                    <a:pt x="10676420" y="0"/>
                  </a:lnTo>
                  <a:lnTo>
                    <a:pt x="10695470" y="0"/>
                  </a:lnTo>
                  <a:lnTo>
                    <a:pt x="10695470" y="12699"/>
                  </a:lnTo>
                  <a:close/>
                </a:path>
                <a:path w="13754100" h="584200">
                  <a:moveTo>
                    <a:pt x="10670070" y="12699"/>
                  </a:moveTo>
                  <a:lnTo>
                    <a:pt x="10651020" y="12699"/>
                  </a:lnTo>
                  <a:lnTo>
                    <a:pt x="10651020" y="0"/>
                  </a:lnTo>
                  <a:lnTo>
                    <a:pt x="10670070" y="0"/>
                  </a:lnTo>
                  <a:lnTo>
                    <a:pt x="10670070" y="12699"/>
                  </a:lnTo>
                  <a:close/>
                </a:path>
                <a:path w="13754100" h="584200">
                  <a:moveTo>
                    <a:pt x="10644682" y="12699"/>
                  </a:moveTo>
                  <a:lnTo>
                    <a:pt x="10625632" y="12699"/>
                  </a:lnTo>
                  <a:lnTo>
                    <a:pt x="10625632" y="0"/>
                  </a:lnTo>
                  <a:lnTo>
                    <a:pt x="10644682" y="0"/>
                  </a:lnTo>
                  <a:lnTo>
                    <a:pt x="10644682" y="12699"/>
                  </a:lnTo>
                  <a:close/>
                </a:path>
                <a:path w="13754100" h="584200">
                  <a:moveTo>
                    <a:pt x="10619282" y="12699"/>
                  </a:moveTo>
                  <a:lnTo>
                    <a:pt x="10600232" y="12699"/>
                  </a:lnTo>
                  <a:lnTo>
                    <a:pt x="10600232" y="0"/>
                  </a:lnTo>
                  <a:lnTo>
                    <a:pt x="10619282" y="0"/>
                  </a:lnTo>
                  <a:lnTo>
                    <a:pt x="10619282" y="12699"/>
                  </a:lnTo>
                  <a:close/>
                </a:path>
                <a:path w="13754100" h="584200">
                  <a:moveTo>
                    <a:pt x="10593882" y="12699"/>
                  </a:moveTo>
                  <a:lnTo>
                    <a:pt x="10574845" y="12699"/>
                  </a:lnTo>
                  <a:lnTo>
                    <a:pt x="10574845" y="0"/>
                  </a:lnTo>
                  <a:lnTo>
                    <a:pt x="10593882" y="0"/>
                  </a:lnTo>
                  <a:lnTo>
                    <a:pt x="10593882" y="12699"/>
                  </a:lnTo>
                  <a:close/>
                </a:path>
                <a:path w="13754100" h="584200">
                  <a:moveTo>
                    <a:pt x="10568495" y="12699"/>
                  </a:moveTo>
                  <a:lnTo>
                    <a:pt x="10549445" y="12699"/>
                  </a:lnTo>
                  <a:lnTo>
                    <a:pt x="10549445" y="0"/>
                  </a:lnTo>
                  <a:lnTo>
                    <a:pt x="10568495" y="0"/>
                  </a:lnTo>
                  <a:lnTo>
                    <a:pt x="10568495" y="12699"/>
                  </a:lnTo>
                  <a:close/>
                </a:path>
                <a:path w="13754100" h="584200">
                  <a:moveTo>
                    <a:pt x="10543095" y="12699"/>
                  </a:moveTo>
                  <a:lnTo>
                    <a:pt x="10524058" y="12699"/>
                  </a:lnTo>
                  <a:lnTo>
                    <a:pt x="10524058" y="0"/>
                  </a:lnTo>
                  <a:lnTo>
                    <a:pt x="10543095" y="0"/>
                  </a:lnTo>
                  <a:lnTo>
                    <a:pt x="10543095" y="12699"/>
                  </a:lnTo>
                  <a:close/>
                </a:path>
                <a:path w="13754100" h="584200">
                  <a:moveTo>
                    <a:pt x="10517708" y="12699"/>
                  </a:moveTo>
                  <a:lnTo>
                    <a:pt x="10498658" y="12699"/>
                  </a:lnTo>
                  <a:lnTo>
                    <a:pt x="10498658" y="0"/>
                  </a:lnTo>
                  <a:lnTo>
                    <a:pt x="10517708" y="0"/>
                  </a:lnTo>
                  <a:lnTo>
                    <a:pt x="10517708" y="12699"/>
                  </a:lnTo>
                  <a:close/>
                </a:path>
                <a:path w="13754100" h="584200">
                  <a:moveTo>
                    <a:pt x="10492308" y="12699"/>
                  </a:moveTo>
                  <a:lnTo>
                    <a:pt x="10473270" y="12699"/>
                  </a:lnTo>
                  <a:lnTo>
                    <a:pt x="10473270" y="0"/>
                  </a:lnTo>
                  <a:lnTo>
                    <a:pt x="10492308" y="0"/>
                  </a:lnTo>
                  <a:lnTo>
                    <a:pt x="10492308" y="12699"/>
                  </a:lnTo>
                  <a:close/>
                </a:path>
                <a:path w="13754100" h="584200">
                  <a:moveTo>
                    <a:pt x="10466920" y="12699"/>
                  </a:moveTo>
                  <a:lnTo>
                    <a:pt x="10447870" y="12699"/>
                  </a:lnTo>
                  <a:lnTo>
                    <a:pt x="10447870" y="0"/>
                  </a:lnTo>
                  <a:lnTo>
                    <a:pt x="10466920" y="0"/>
                  </a:lnTo>
                  <a:lnTo>
                    <a:pt x="10466920" y="12699"/>
                  </a:lnTo>
                  <a:close/>
                </a:path>
                <a:path w="13754100" h="584200">
                  <a:moveTo>
                    <a:pt x="10441520" y="12699"/>
                  </a:moveTo>
                  <a:lnTo>
                    <a:pt x="10422483" y="12699"/>
                  </a:lnTo>
                  <a:lnTo>
                    <a:pt x="10422483" y="0"/>
                  </a:lnTo>
                  <a:lnTo>
                    <a:pt x="10441520" y="0"/>
                  </a:lnTo>
                  <a:lnTo>
                    <a:pt x="10441520" y="12699"/>
                  </a:lnTo>
                  <a:close/>
                </a:path>
                <a:path w="13754100" h="584200">
                  <a:moveTo>
                    <a:pt x="10416133" y="12699"/>
                  </a:moveTo>
                  <a:lnTo>
                    <a:pt x="10397083" y="12699"/>
                  </a:lnTo>
                  <a:lnTo>
                    <a:pt x="10397083" y="0"/>
                  </a:lnTo>
                  <a:lnTo>
                    <a:pt x="10416133" y="0"/>
                  </a:lnTo>
                  <a:lnTo>
                    <a:pt x="10416133" y="12699"/>
                  </a:lnTo>
                  <a:close/>
                </a:path>
                <a:path w="13754100" h="584200">
                  <a:moveTo>
                    <a:pt x="10390733" y="12699"/>
                  </a:moveTo>
                  <a:lnTo>
                    <a:pt x="10371696" y="12699"/>
                  </a:lnTo>
                  <a:lnTo>
                    <a:pt x="10371696" y="0"/>
                  </a:lnTo>
                  <a:lnTo>
                    <a:pt x="10390733" y="0"/>
                  </a:lnTo>
                  <a:lnTo>
                    <a:pt x="10390733" y="12699"/>
                  </a:lnTo>
                  <a:close/>
                </a:path>
                <a:path w="13754100" h="584200">
                  <a:moveTo>
                    <a:pt x="10365346" y="12699"/>
                  </a:moveTo>
                  <a:lnTo>
                    <a:pt x="10346296" y="12699"/>
                  </a:lnTo>
                  <a:lnTo>
                    <a:pt x="10346296" y="0"/>
                  </a:lnTo>
                  <a:lnTo>
                    <a:pt x="10365346" y="0"/>
                  </a:lnTo>
                  <a:lnTo>
                    <a:pt x="10365346" y="12699"/>
                  </a:lnTo>
                  <a:close/>
                </a:path>
                <a:path w="13754100" h="584200">
                  <a:moveTo>
                    <a:pt x="10339946" y="12699"/>
                  </a:moveTo>
                  <a:lnTo>
                    <a:pt x="10320909" y="12699"/>
                  </a:lnTo>
                  <a:lnTo>
                    <a:pt x="10320909" y="0"/>
                  </a:lnTo>
                  <a:lnTo>
                    <a:pt x="10339946" y="0"/>
                  </a:lnTo>
                  <a:lnTo>
                    <a:pt x="10339946" y="12699"/>
                  </a:lnTo>
                  <a:close/>
                </a:path>
                <a:path w="13754100" h="584200">
                  <a:moveTo>
                    <a:pt x="10314559" y="12699"/>
                  </a:moveTo>
                  <a:lnTo>
                    <a:pt x="10295509" y="12699"/>
                  </a:lnTo>
                  <a:lnTo>
                    <a:pt x="10295509" y="0"/>
                  </a:lnTo>
                  <a:lnTo>
                    <a:pt x="10314559" y="0"/>
                  </a:lnTo>
                  <a:lnTo>
                    <a:pt x="10314559" y="12699"/>
                  </a:lnTo>
                  <a:close/>
                </a:path>
                <a:path w="13754100" h="584200">
                  <a:moveTo>
                    <a:pt x="10289159" y="12699"/>
                  </a:moveTo>
                  <a:lnTo>
                    <a:pt x="10270121" y="12699"/>
                  </a:lnTo>
                  <a:lnTo>
                    <a:pt x="10270121" y="0"/>
                  </a:lnTo>
                  <a:lnTo>
                    <a:pt x="10289159" y="0"/>
                  </a:lnTo>
                  <a:lnTo>
                    <a:pt x="10289159" y="12699"/>
                  </a:lnTo>
                  <a:close/>
                </a:path>
                <a:path w="13754100" h="584200">
                  <a:moveTo>
                    <a:pt x="10263771" y="12699"/>
                  </a:moveTo>
                  <a:lnTo>
                    <a:pt x="10244721" y="12699"/>
                  </a:lnTo>
                  <a:lnTo>
                    <a:pt x="10244721" y="0"/>
                  </a:lnTo>
                  <a:lnTo>
                    <a:pt x="10263771" y="0"/>
                  </a:lnTo>
                  <a:lnTo>
                    <a:pt x="10263771" y="12699"/>
                  </a:lnTo>
                  <a:close/>
                </a:path>
                <a:path w="13754100" h="584200">
                  <a:moveTo>
                    <a:pt x="10238371" y="12699"/>
                  </a:moveTo>
                  <a:lnTo>
                    <a:pt x="10219334" y="12699"/>
                  </a:lnTo>
                  <a:lnTo>
                    <a:pt x="10219334" y="0"/>
                  </a:lnTo>
                  <a:lnTo>
                    <a:pt x="10238371" y="0"/>
                  </a:lnTo>
                  <a:lnTo>
                    <a:pt x="10238371" y="12699"/>
                  </a:lnTo>
                  <a:close/>
                </a:path>
                <a:path w="13754100" h="584200">
                  <a:moveTo>
                    <a:pt x="10212984" y="12699"/>
                  </a:moveTo>
                  <a:lnTo>
                    <a:pt x="10193934" y="12699"/>
                  </a:lnTo>
                  <a:lnTo>
                    <a:pt x="10193934" y="0"/>
                  </a:lnTo>
                  <a:lnTo>
                    <a:pt x="10212984" y="0"/>
                  </a:lnTo>
                  <a:lnTo>
                    <a:pt x="10212984" y="12699"/>
                  </a:lnTo>
                  <a:close/>
                </a:path>
                <a:path w="13754100" h="584200">
                  <a:moveTo>
                    <a:pt x="10187584" y="12699"/>
                  </a:moveTo>
                  <a:lnTo>
                    <a:pt x="10168547" y="12699"/>
                  </a:lnTo>
                  <a:lnTo>
                    <a:pt x="10168547" y="0"/>
                  </a:lnTo>
                  <a:lnTo>
                    <a:pt x="10187584" y="0"/>
                  </a:lnTo>
                  <a:lnTo>
                    <a:pt x="10187584" y="12699"/>
                  </a:lnTo>
                  <a:close/>
                </a:path>
                <a:path w="13754100" h="584200">
                  <a:moveTo>
                    <a:pt x="10162197" y="12699"/>
                  </a:moveTo>
                  <a:lnTo>
                    <a:pt x="10143147" y="12699"/>
                  </a:lnTo>
                  <a:lnTo>
                    <a:pt x="10143147" y="0"/>
                  </a:lnTo>
                  <a:lnTo>
                    <a:pt x="10162197" y="0"/>
                  </a:lnTo>
                  <a:lnTo>
                    <a:pt x="10162197" y="12699"/>
                  </a:lnTo>
                  <a:close/>
                </a:path>
                <a:path w="13754100" h="584200">
                  <a:moveTo>
                    <a:pt x="10136797" y="12699"/>
                  </a:moveTo>
                  <a:lnTo>
                    <a:pt x="10117759" y="12699"/>
                  </a:lnTo>
                  <a:lnTo>
                    <a:pt x="10117759" y="0"/>
                  </a:lnTo>
                  <a:lnTo>
                    <a:pt x="10136797" y="0"/>
                  </a:lnTo>
                  <a:lnTo>
                    <a:pt x="10136797" y="12699"/>
                  </a:lnTo>
                  <a:close/>
                </a:path>
                <a:path w="13754100" h="584200">
                  <a:moveTo>
                    <a:pt x="10111409" y="12699"/>
                  </a:moveTo>
                  <a:lnTo>
                    <a:pt x="10092359" y="12699"/>
                  </a:lnTo>
                  <a:lnTo>
                    <a:pt x="10092359" y="0"/>
                  </a:lnTo>
                  <a:lnTo>
                    <a:pt x="10111409" y="0"/>
                  </a:lnTo>
                  <a:lnTo>
                    <a:pt x="10111409" y="12699"/>
                  </a:lnTo>
                  <a:close/>
                </a:path>
                <a:path w="13754100" h="584200">
                  <a:moveTo>
                    <a:pt x="10086009" y="12699"/>
                  </a:moveTo>
                  <a:lnTo>
                    <a:pt x="10066972" y="12699"/>
                  </a:lnTo>
                  <a:lnTo>
                    <a:pt x="10066972" y="0"/>
                  </a:lnTo>
                  <a:lnTo>
                    <a:pt x="10086009" y="0"/>
                  </a:lnTo>
                  <a:lnTo>
                    <a:pt x="10086009" y="12699"/>
                  </a:lnTo>
                  <a:close/>
                </a:path>
                <a:path w="13754100" h="584200">
                  <a:moveTo>
                    <a:pt x="10060622" y="12699"/>
                  </a:moveTo>
                  <a:lnTo>
                    <a:pt x="10041572" y="12699"/>
                  </a:lnTo>
                  <a:lnTo>
                    <a:pt x="10041572" y="0"/>
                  </a:lnTo>
                  <a:lnTo>
                    <a:pt x="10060622" y="0"/>
                  </a:lnTo>
                  <a:lnTo>
                    <a:pt x="10060622" y="12699"/>
                  </a:lnTo>
                  <a:close/>
                </a:path>
                <a:path w="13754100" h="584200">
                  <a:moveTo>
                    <a:pt x="10035222" y="12699"/>
                  </a:moveTo>
                  <a:lnTo>
                    <a:pt x="10016185" y="12699"/>
                  </a:lnTo>
                  <a:lnTo>
                    <a:pt x="10016185" y="0"/>
                  </a:lnTo>
                  <a:lnTo>
                    <a:pt x="10035222" y="0"/>
                  </a:lnTo>
                  <a:lnTo>
                    <a:pt x="10035222" y="12699"/>
                  </a:lnTo>
                  <a:close/>
                </a:path>
                <a:path w="13754100" h="584200">
                  <a:moveTo>
                    <a:pt x="10009835" y="12699"/>
                  </a:moveTo>
                  <a:lnTo>
                    <a:pt x="9990785" y="12699"/>
                  </a:lnTo>
                  <a:lnTo>
                    <a:pt x="9990785" y="0"/>
                  </a:lnTo>
                  <a:lnTo>
                    <a:pt x="10009835" y="0"/>
                  </a:lnTo>
                  <a:lnTo>
                    <a:pt x="10009835" y="12699"/>
                  </a:lnTo>
                  <a:close/>
                </a:path>
                <a:path w="13754100" h="584200">
                  <a:moveTo>
                    <a:pt x="9984435" y="12699"/>
                  </a:moveTo>
                  <a:lnTo>
                    <a:pt x="9965397" y="12699"/>
                  </a:lnTo>
                  <a:lnTo>
                    <a:pt x="9965397" y="0"/>
                  </a:lnTo>
                  <a:lnTo>
                    <a:pt x="9984435" y="0"/>
                  </a:lnTo>
                  <a:lnTo>
                    <a:pt x="9984435" y="12699"/>
                  </a:lnTo>
                  <a:close/>
                </a:path>
                <a:path w="13754100" h="584200">
                  <a:moveTo>
                    <a:pt x="9959047" y="12699"/>
                  </a:moveTo>
                  <a:lnTo>
                    <a:pt x="9939997" y="12699"/>
                  </a:lnTo>
                  <a:lnTo>
                    <a:pt x="9939997" y="0"/>
                  </a:lnTo>
                  <a:lnTo>
                    <a:pt x="9959047" y="0"/>
                  </a:lnTo>
                  <a:lnTo>
                    <a:pt x="9959047" y="12699"/>
                  </a:lnTo>
                  <a:close/>
                </a:path>
                <a:path w="13754100" h="584200">
                  <a:moveTo>
                    <a:pt x="9933647" y="12699"/>
                  </a:moveTo>
                  <a:lnTo>
                    <a:pt x="9914610" y="12699"/>
                  </a:lnTo>
                  <a:lnTo>
                    <a:pt x="9914610" y="0"/>
                  </a:lnTo>
                  <a:lnTo>
                    <a:pt x="9933647" y="0"/>
                  </a:lnTo>
                  <a:lnTo>
                    <a:pt x="9933647" y="12699"/>
                  </a:lnTo>
                  <a:close/>
                </a:path>
                <a:path w="13754100" h="584200">
                  <a:moveTo>
                    <a:pt x="9908260" y="12699"/>
                  </a:moveTo>
                  <a:lnTo>
                    <a:pt x="9889210" y="12699"/>
                  </a:lnTo>
                  <a:lnTo>
                    <a:pt x="9889210" y="0"/>
                  </a:lnTo>
                  <a:lnTo>
                    <a:pt x="9908260" y="0"/>
                  </a:lnTo>
                  <a:lnTo>
                    <a:pt x="9908260" y="12699"/>
                  </a:lnTo>
                  <a:close/>
                </a:path>
                <a:path w="13754100" h="584200">
                  <a:moveTo>
                    <a:pt x="9882860" y="12699"/>
                  </a:moveTo>
                  <a:lnTo>
                    <a:pt x="9863823" y="12699"/>
                  </a:lnTo>
                  <a:lnTo>
                    <a:pt x="9863823" y="0"/>
                  </a:lnTo>
                  <a:lnTo>
                    <a:pt x="9882860" y="0"/>
                  </a:lnTo>
                  <a:lnTo>
                    <a:pt x="9882860" y="12699"/>
                  </a:lnTo>
                  <a:close/>
                </a:path>
                <a:path w="13754100" h="584200">
                  <a:moveTo>
                    <a:pt x="9857473" y="12699"/>
                  </a:moveTo>
                  <a:lnTo>
                    <a:pt x="9838423" y="12699"/>
                  </a:lnTo>
                  <a:lnTo>
                    <a:pt x="9838423" y="0"/>
                  </a:lnTo>
                  <a:lnTo>
                    <a:pt x="9857473" y="0"/>
                  </a:lnTo>
                  <a:lnTo>
                    <a:pt x="9857473" y="12699"/>
                  </a:lnTo>
                  <a:close/>
                </a:path>
                <a:path w="13754100" h="584200">
                  <a:moveTo>
                    <a:pt x="9832073" y="12699"/>
                  </a:moveTo>
                  <a:lnTo>
                    <a:pt x="9813036" y="12699"/>
                  </a:lnTo>
                  <a:lnTo>
                    <a:pt x="9813036" y="0"/>
                  </a:lnTo>
                  <a:lnTo>
                    <a:pt x="9832073" y="0"/>
                  </a:lnTo>
                  <a:lnTo>
                    <a:pt x="9832073" y="12699"/>
                  </a:lnTo>
                  <a:close/>
                </a:path>
                <a:path w="13754100" h="584200">
                  <a:moveTo>
                    <a:pt x="9806686" y="12699"/>
                  </a:moveTo>
                  <a:lnTo>
                    <a:pt x="9787636" y="12699"/>
                  </a:lnTo>
                  <a:lnTo>
                    <a:pt x="9787636" y="0"/>
                  </a:lnTo>
                  <a:lnTo>
                    <a:pt x="9806686" y="0"/>
                  </a:lnTo>
                  <a:lnTo>
                    <a:pt x="9806686" y="12699"/>
                  </a:lnTo>
                  <a:close/>
                </a:path>
                <a:path w="13754100" h="584200">
                  <a:moveTo>
                    <a:pt x="9781286" y="12699"/>
                  </a:moveTo>
                  <a:lnTo>
                    <a:pt x="9762236" y="12699"/>
                  </a:lnTo>
                  <a:lnTo>
                    <a:pt x="9762236" y="0"/>
                  </a:lnTo>
                  <a:lnTo>
                    <a:pt x="9781286" y="0"/>
                  </a:lnTo>
                  <a:lnTo>
                    <a:pt x="9781286" y="12699"/>
                  </a:lnTo>
                  <a:close/>
                </a:path>
                <a:path w="13754100" h="584200">
                  <a:moveTo>
                    <a:pt x="9755898" y="12699"/>
                  </a:moveTo>
                  <a:lnTo>
                    <a:pt x="9736848" y="12699"/>
                  </a:lnTo>
                  <a:lnTo>
                    <a:pt x="9736848" y="0"/>
                  </a:lnTo>
                  <a:lnTo>
                    <a:pt x="9755898" y="0"/>
                  </a:lnTo>
                  <a:lnTo>
                    <a:pt x="9755898" y="12699"/>
                  </a:lnTo>
                  <a:close/>
                </a:path>
                <a:path w="13754100" h="584200">
                  <a:moveTo>
                    <a:pt x="9730498" y="12699"/>
                  </a:moveTo>
                  <a:lnTo>
                    <a:pt x="9711448" y="12699"/>
                  </a:lnTo>
                  <a:lnTo>
                    <a:pt x="9711448" y="0"/>
                  </a:lnTo>
                  <a:lnTo>
                    <a:pt x="9730498" y="0"/>
                  </a:lnTo>
                  <a:lnTo>
                    <a:pt x="9730498" y="12699"/>
                  </a:lnTo>
                  <a:close/>
                </a:path>
                <a:path w="13754100" h="584200">
                  <a:moveTo>
                    <a:pt x="9705111" y="12699"/>
                  </a:moveTo>
                  <a:lnTo>
                    <a:pt x="9686061" y="12699"/>
                  </a:lnTo>
                  <a:lnTo>
                    <a:pt x="9686061" y="0"/>
                  </a:lnTo>
                  <a:lnTo>
                    <a:pt x="9705111" y="0"/>
                  </a:lnTo>
                  <a:lnTo>
                    <a:pt x="9705111" y="12699"/>
                  </a:lnTo>
                  <a:close/>
                </a:path>
                <a:path w="13754100" h="584200">
                  <a:moveTo>
                    <a:pt x="9679711" y="12699"/>
                  </a:moveTo>
                  <a:lnTo>
                    <a:pt x="9660661" y="12699"/>
                  </a:lnTo>
                  <a:lnTo>
                    <a:pt x="9660661" y="0"/>
                  </a:lnTo>
                  <a:lnTo>
                    <a:pt x="9679711" y="0"/>
                  </a:lnTo>
                  <a:lnTo>
                    <a:pt x="9679711" y="12699"/>
                  </a:lnTo>
                  <a:close/>
                </a:path>
                <a:path w="13754100" h="584200">
                  <a:moveTo>
                    <a:pt x="9654324" y="12699"/>
                  </a:moveTo>
                  <a:lnTo>
                    <a:pt x="9635274" y="12699"/>
                  </a:lnTo>
                  <a:lnTo>
                    <a:pt x="9635274" y="0"/>
                  </a:lnTo>
                  <a:lnTo>
                    <a:pt x="9654324" y="0"/>
                  </a:lnTo>
                  <a:lnTo>
                    <a:pt x="9654324" y="12699"/>
                  </a:lnTo>
                  <a:close/>
                </a:path>
                <a:path w="13754100" h="584200">
                  <a:moveTo>
                    <a:pt x="9628924" y="12699"/>
                  </a:moveTo>
                  <a:lnTo>
                    <a:pt x="9609874" y="12699"/>
                  </a:lnTo>
                  <a:lnTo>
                    <a:pt x="9609874" y="0"/>
                  </a:lnTo>
                  <a:lnTo>
                    <a:pt x="9628924" y="0"/>
                  </a:lnTo>
                  <a:lnTo>
                    <a:pt x="9628924" y="12699"/>
                  </a:lnTo>
                  <a:close/>
                </a:path>
                <a:path w="13754100" h="584200">
                  <a:moveTo>
                    <a:pt x="9603536" y="12699"/>
                  </a:moveTo>
                  <a:lnTo>
                    <a:pt x="9584486" y="12699"/>
                  </a:lnTo>
                  <a:lnTo>
                    <a:pt x="9584486" y="0"/>
                  </a:lnTo>
                  <a:lnTo>
                    <a:pt x="9603536" y="0"/>
                  </a:lnTo>
                  <a:lnTo>
                    <a:pt x="9603536" y="12699"/>
                  </a:lnTo>
                  <a:close/>
                </a:path>
                <a:path w="13754100" h="584200">
                  <a:moveTo>
                    <a:pt x="9578136" y="12699"/>
                  </a:moveTo>
                  <a:lnTo>
                    <a:pt x="9559086" y="12699"/>
                  </a:lnTo>
                  <a:lnTo>
                    <a:pt x="9559086" y="0"/>
                  </a:lnTo>
                  <a:lnTo>
                    <a:pt x="9578136" y="0"/>
                  </a:lnTo>
                  <a:lnTo>
                    <a:pt x="9578136" y="12699"/>
                  </a:lnTo>
                  <a:close/>
                </a:path>
                <a:path w="13754100" h="584200">
                  <a:moveTo>
                    <a:pt x="9552749" y="12699"/>
                  </a:moveTo>
                  <a:lnTo>
                    <a:pt x="9533699" y="12699"/>
                  </a:lnTo>
                  <a:lnTo>
                    <a:pt x="9533699" y="0"/>
                  </a:lnTo>
                  <a:lnTo>
                    <a:pt x="9552749" y="0"/>
                  </a:lnTo>
                  <a:lnTo>
                    <a:pt x="9552749" y="12699"/>
                  </a:lnTo>
                  <a:close/>
                </a:path>
                <a:path w="13754100" h="584200">
                  <a:moveTo>
                    <a:pt x="9527349" y="12699"/>
                  </a:moveTo>
                  <a:lnTo>
                    <a:pt x="9508299" y="12699"/>
                  </a:lnTo>
                  <a:lnTo>
                    <a:pt x="9508299" y="0"/>
                  </a:lnTo>
                  <a:lnTo>
                    <a:pt x="9527349" y="0"/>
                  </a:lnTo>
                  <a:lnTo>
                    <a:pt x="9527349" y="12699"/>
                  </a:lnTo>
                  <a:close/>
                </a:path>
                <a:path w="13754100" h="584200">
                  <a:moveTo>
                    <a:pt x="9501949" y="12699"/>
                  </a:moveTo>
                  <a:lnTo>
                    <a:pt x="9482912" y="12699"/>
                  </a:lnTo>
                  <a:lnTo>
                    <a:pt x="9482912" y="0"/>
                  </a:lnTo>
                  <a:lnTo>
                    <a:pt x="9501949" y="0"/>
                  </a:lnTo>
                  <a:lnTo>
                    <a:pt x="9501949" y="12699"/>
                  </a:lnTo>
                  <a:close/>
                </a:path>
                <a:path w="13754100" h="584200">
                  <a:moveTo>
                    <a:pt x="9476562" y="12699"/>
                  </a:moveTo>
                  <a:lnTo>
                    <a:pt x="9457512" y="12699"/>
                  </a:lnTo>
                  <a:lnTo>
                    <a:pt x="9457512" y="0"/>
                  </a:lnTo>
                  <a:lnTo>
                    <a:pt x="9476562" y="0"/>
                  </a:lnTo>
                  <a:lnTo>
                    <a:pt x="9476562" y="12699"/>
                  </a:lnTo>
                  <a:close/>
                </a:path>
                <a:path w="13754100" h="584200">
                  <a:moveTo>
                    <a:pt x="9451162" y="12699"/>
                  </a:moveTo>
                  <a:lnTo>
                    <a:pt x="9432124" y="12699"/>
                  </a:lnTo>
                  <a:lnTo>
                    <a:pt x="9432124" y="0"/>
                  </a:lnTo>
                  <a:lnTo>
                    <a:pt x="9451162" y="0"/>
                  </a:lnTo>
                  <a:lnTo>
                    <a:pt x="9451162" y="12699"/>
                  </a:lnTo>
                  <a:close/>
                </a:path>
                <a:path w="13754100" h="584200">
                  <a:moveTo>
                    <a:pt x="9425774" y="12699"/>
                  </a:moveTo>
                  <a:lnTo>
                    <a:pt x="9406724" y="12699"/>
                  </a:lnTo>
                  <a:lnTo>
                    <a:pt x="9406724" y="0"/>
                  </a:lnTo>
                  <a:lnTo>
                    <a:pt x="9425774" y="0"/>
                  </a:lnTo>
                  <a:lnTo>
                    <a:pt x="9425774" y="12699"/>
                  </a:lnTo>
                  <a:close/>
                </a:path>
                <a:path w="13754100" h="584200">
                  <a:moveTo>
                    <a:pt x="9400374" y="12699"/>
                  </a:moveTo>
                  <a:lnTo>
                    <a:pt x="9381337" y="12699"/>
                  </a:lnTo>
                  <a:lnTo>
                    <a:pt x="9381337" y="0"/>
                  </a:lnTo>
                  <a:lnTo>
                    <a:pt x="9400374" y="0"/>
                  </a:lnTo>
                  <a:lnTo>
                    <a:pt x="9400374" y="12699"/>
                  </a:lnTo>
                  <a:close/>
                </a:path>
                <a:path w="13754100" h="584200">
                  <a:moveTo>
                    <a:pt x="9374987" y="12699"/>
                  </a:moveTo>
                  <a:lnTo>
                    <a:pt x="9355937" y="12699"/>
                  </a:lnTo>
                  <a:lnTo>
                    <a:pt x="9355937" y="0"/>
                  </a:lnTo>
                  <a:lnTo>
                    <a:pt x="9374987" y="0"/>
                  </a:lnTo>
                  <a:lnTo>
                    <a:pt x="9374987" y="12699"/>
                  </a:lnTo>
                  <a:close/>
                </a:path>
                <a:path w="13754100" h="584200">
                  <a:moveTo>
                    <a:pt x="9349587" y="12699"/>
                  </a:moveTo>
                  <a:lnTo>
                    <a:pt x="9330550" y="12699"/>
                  </a:lnTo>
                  <a:lnTo>
                    <a:pt x="9330550" y="0"/>
                  </a:lnTo>
                  <a:lnTo>
                    <a:pt x="9349587" y="0"/>
                  </a:lnTo>
                  <a:lnTo>
                    <a:pt x="9349587" y="12699"/>
                  </a:lnTo>
                  <a:close/>
                </a:path>
                <a:path w="13754100" h="584200">
                  <a:moveTo>
                    <a:pt x="9324200" y="12699"/>
                  </a:moveTo>
                  <a:lnTo>
                    <a:pt x="9305150" y="12699"/>
                  </a:lnTo>
                  <a:lnTo>
                    <a:pt x="9305150" y="0"/>
                  </a:lnTo>
                  <a:lnTo>
                    <a:pt x="9324200" y="0"/>
                  </a:lnTo>
                  <a:lnTo>
                    <a:pt x="9324200" y="12699"/>
                  </a:lnTo>
                  <a:close/>
                </a:path>
                <a:path w="13754100" h="584200">
                  <a:moveTo>
                    <a:pt x="9298800" y="12699"/>
                  </a:moveTo>
                  <a:lnTo>
                    <a:pt x="9279763" y="12699"/>
                  </a:lnTo>
                  <a:lnTo>
                    <a:pt x="9279763" y="0"/>
                  </a:lnTo>
                  <a:lnTo>
                    <a:pt x="9298800" y="0"/>
                  </a:lnTo>
                  <a:lnTo>
                    <a:pt x="9298800" y="12699"/>
                  </a:lnTo>
                  <a:close/>
                </a:path>
                <a:path w="13754100" h="584200">
                  <a:moveTo>
                    <a:pt x="9273413" y="12699"/>
                  </a:moveTo>
                  <a:lnTo>
                    <a:pt x="9254363" y="12699"/>
                  </a:lnTo>
                  <a:lnTo>
                    <a:pt x="9254363" y="0"/>
                  </a:lnTo>
                  <a:lnTo>
                    <a:pt x="9273413" y="0"/>
                  </a:lnTo>
                  <a:lnTo>
                    <a:pt x="9273413" y="12699"/>
                  </a:lnTo>
                  <a:close/>
                </a:path>
                <a:path w="13754100" h="584200">
                  <a:moveTo>
                    <a:pt x="9248013" y="12699"/>
                  </a:moveTo>
                  <a:lnTo>
                    <a:pt x="9228975" y="12699"/>
                  </a:lnTo>
                  <a:lnTo>
                    <a:pt x="9228975" y="0"/>
                  </a:lnTo>
                  <a:lnTo>
                    <a:pt x="9248013" y="0"/>
                  </a:lnTo>
                  <a:lnTo>
                    <a:pt x="9248013" y="12699"/>
                  </a:lnTo>
                  <a:close/>
                </a:path>
                <a:path w="13754100" h="584200">
                  <a:moveTo>
                    <a:pt x="9222625" y="12699"/>
                  </a:moveTo>
                  <a:lnTo>
                    <a:pt x="9203575" y="12699"/>
                  </a:lnTo>
                  <a:lnTo>
                    <a:pt x="9203575" y="0"/>
                  </a:lnTo>
                  <a:lnTo>
                    <a:pt x="9222625" y="0"/>
                  </a:lnTo>
                  <a:lnTo>
                    <a:pt x="9222625" y="12699"/>
                  </a:lnTo>
                  <a:close/>
                </a:path>
                <a:path w="13754100" h="584200">
                  <a:moveTo>
                    <a:pt x="9197225" y="12699"/>
                  </a:moveTo>
                  <a:lnTo>
                    <a:pt x="9178188" y="12699"/>
                  </a:lnTo>
                  <a:lnTo>
                    <a:pt x="9178188" y="0"/>
                  </a:lnTo>
                  <a:lnTo>
                    <a:pt x="9197225" y="0"/>
                  </a:lnTo>
                  <a:lnTo>
                    <a:pt x="9197225" y="12699"/>
                  </a:lnTo>
                  <a:close/>
                </a:path>
                <a:path w="13754100" h="584200">
                  <a:moveTo>
                    <a:pt x="9171838" y="12699"/>
                  </a:moveTo>
                  <a:lnTo>
                    <a:pt x="9152788" y="12699"/>
                  </a:lnTo>
                  <a:lnTo>
                    <a:pt x="9152788" y="0"/>
                  </a:lnTo>
                  <a:lnTo>
                    <a:pt x="9171838" y="0"/>
                  </a:lnTo>
                  <a:lnTo>
                    <a:pt x="9171838" y="12699"/>
                  </a:lnTo>
                  <a:close/>
                </a:path>
                <a:path w="13754100" h="584200">
                  <a:moveTo>
                    <a:pt x="9146438" y="12699"/>
                  </a:moveTo>
                  <a:lnTo>
                    <a:pt x="9127401" y="12699"/>
                  </a:lnTo>
                  <a:lnTo>
                    <a:pt x="9127401" y="0"/>
                  </a:lnTo>
                  <a:lnTo>
                    <a:pt x="9146438" y="0"/>
                  </a:lnTo>
                  <a:lnTo>
                    <a:pt x="9146438" y="12699"/>
                  </a:lnTo>
                  <a:close/>
                </a:path>
                <a:path w="13754100" h="584200">
                  <a:moveTo>
                    <a:pt x="9121051" y="12699"/>
                  </a:moveTo>
                  <a:lnTo>
                    <a:pt x="9102001" y="12699"/>
                  </a:lnTo>
                  <a:lnTo>
                    <a:pt x="9102001" y="0"/>
                  </a:lnTo>
                  <a:lnTo>
                    <a:pt x="9121051" y="0"/>
                  </a:lnTo>
                  <a:lnTo>
                    <a:pt x="9121051" y="12699"/>
                  </a:lnTo>
                  <a:close/>
                </a:path>
                <a:path w="13754100" h="584200">
                  <a:moveTo>
                    <a:pt x="9095651" y="12699"/>
                  </a:moveTo>
                  <a:lnTo>
                    <a:pt x="9076613" y="12699"/>
                  </a:lnTo>
                  <a:lnTo>
                    <a:pt x="9076613" y="0"/>
                  </a:lnTo>
                  <a:lnTo>
                    <a:pt x="9095651" y="0"/>
                  </a:lnTo>
                  <a:lnTo>
                    <a:pt x="9095651" y="12699"/>
                  </a:lnTo>
                  <a:close/>
                </a:path>
                <a:path w="13754100" h="584200">
                  <a:moveTo>
                    <a:pt x="9070263" y="12699"/>
                  </a:moveTo>
                  <a:lnTo>
                    <a:pt x="9051213" y="12699"/>
                  </a:lnTo>
                  <a:lnTo>
                    <a:pt x="9051213" y="0"/>
                  </a:lnTo>
                  <a:lnTo>
                    <a:pt x="9070263" y="0"/>
                  </a:lnTo>
                  <a:lnTo>
                    <a:pt x="9070263" y="12699"/>
                  </a:lnTo>
                  <a:close/>
                </a:path>
                <a:path w="13754100" h="584200">
                  <a:moveTo>
                    <a:pt x="9044863" y="12699"/>
                  </a:moveTo>
                  <a:lnTo>
                    <a:pt x="9025826" y="12699"/>
                  </a:lnTo>
                  <a:lnTo>
                    <a:pt x="9025826" y="0"/>
                  </a:lnTo>
                  <a:lnTo>
                    <a:pt x="9044863" y="0"/>
                  </a:lnTo>
                  <a:lnTo>
                    <a:pt x="9044863" y="12699"/>
                  </a:lnTo>
                  <a:close/>
                </a:path>
                <a:path w="13754100" h="584200">
                  <a:moveTo>
                    <a:pt x="9019476" y="12699"/>
                  </a:moveTo>
                  <a:lnTo>
                    <a:pt x="9000426" y="12699"/>
                  </a:lnTo>
                  <a:lnTo>
                    <a:pt x="9000426" y="0"/>
                  </a:lnTo>
                  <a:lnTo>
                    <a:pt x="9019476" y="0"/>
                  </a:lnTo>
                  <a:lnTo>
                    <a:pt x="9019476" y="12699"/>
                  </a:lnTo>
                  <a:close/>
                </a:path>
                <a:path w="13754100" h="584200">
                  <a:moveTo>
                    <a:pt x="8994076" y="12699"/>
                  </a:moveTo>
                  <a:lnTo>
                    <a:pt x="8975039" y="12699"/>
                  </a:lnTo>
                  <a:lnTo>
                    <a:pt x="8975039" y="0"/>
                  </a:lnTo>
                  <a:lnTo>
                    <a:pt x="8994076" y="0"/>
                  </a:lnTo>
                  <a:lnTo>
                    <a:pt x="8994076" y="12699"/>
                  </a:lnTo>
                  <a:close/>
                </a:path>
                <a:path w="13754100" h="584200">
                  <a:moveTo>
                    <a:pt x="8968689" y="12699"/>
                  </a:moveTo>
                  <a:lnTo>
                    <a:pt x="8949639" y="12699"/>
                  </a:lnTo>
                  <a:lnTo>
                    <a:pt x="8949639" y="0"/>
                  </a:lnTo>
                  <a:lnTo>
                    <a:pt x="8968689" y="0"/>
                  </a:lnTo>
                  <a:lnTo>
                    <a:pt x="8968689" y="12699"/>
                  </a:lnTo>
                  <a:close/>
                </a:path>
                <a:path w="13754100" h="584200">
                  <a:moveTo>
                    <a:pt x="8943289" y="12699"/>
                  </a:moveTo>
                  <a:lnTo>
                    <a:pt x="8924251" y="12699"/>
                  </a:lnTo>
                  <a:lnTo>
                    <a:pt x="8924251" y="0"/>
                  </a:lnTo>
                  <a:lnTo>
                    <a:pt x="8943289" y="0"/>
                  </a:lnTo>
                  <a:lnTo>
                    <a:pt x="8943289" y="12699"/>
                  </a:lnTo>
                  <a:close/>
                </a:path>
                <a:path w="13754100" h="584200">
                  <a:moveTo>
                    <a:pt x="8917901" y="12699"/>
                  </a:moveTo>
                  <a:lnTo>
                    <a:pt x="8898851" y="12699"/>
                  </a:lnTo>
                  <a:lnTo>
                    <a:pt x="8898851" y="0"/>
                  </a:lnTo>
                  <a:lnTo>
                    <a:pt x="8917901" y="0"/>
                  </a:lnTo>
                  <a:lnTo>
                    <a:pt x="8917901" y="12699"/>
                  </a:lnTo>
                  <a:close/>
                </a:path>
                <a:path w="13754100" h="584200">
                  <a:moveTo>
                    <a:pt x="8892501" y="12699"/>
                  </a:moveTo>
                  <a:lnTo>
                    <a:pt x="8873464" y="12699"/>
                  </a:lnTo>
                  <a:lnTo>
                    <a:pt x="8873464" y="0"/>
                  </a:lnTo>
                  <a:lnTo>
                    <a:pt x="8892501" y="0"/>
                  </a:lnTo>
                  <a:lnTo>
                    <a:pt x="8892501" y="12699"/>
                  </a:lnTo>
                  <a:close/>
                </a:path>
                <a:path w="13754100" h="584200">
                  <a:moveTo>
                    <a:pt x="8867114" y="12699"/>
                  </a:moveTo>
                  <a:lnTo>
                    <a:pt x="8848064" y="12699"/>
                  </a:lnTo>
                  <a:lnTo>
                    <a:pt x="8848064" y="0"/>
                  </a:lnTo>
                  <a:lnTo>
                    <a:pt x="8867114" y="0"/>
                  </a:lnTo>
                  <a:lnTo>
                    <a:pt x="8867114" y="12699"/>
                  </a:lnTo>
                  <a:close/>
                </a:path>
                <a:path w="13754100" h="584200">
                  <a:moveTo>
                    <a:pt x="8841714" y="12699"/>
                  </a:moveTo>
                  <a:lnTo>
                    <a:pt x="8822677" y="12699"/>
                  </a:lnTo>
                  <a:lnTo>
                    <a:pt x="8822677" y="0"/>
                  </a:lnTo>
                  <a:lnTo>
                    <a:pt x="8841714" y="0"/>
                  </a:lnTo>
                  <a:lnTo>
                    <a:pt x="8841714" y="12699"/>
                  </a:lnTo>
                  <a:close/>
                </a:path>
                <a:path w="13754100" h="584200">
                  <a:moveTo>
                    <a:pt x="8816327" y="12699"/>
                  </a:moveTo>
                  <a:lnTo>
                    <a:pt x="8797277" y="12699"/>
                  </a:lnTo>
                  <a:lnTo>
                    <a:pt x="8797277" y="0"/>
                  </a:lnTo>
                  <a:lnTo>
                    <a:pt x="8816327" y="0"/>
                  </a:lnTo>
                  <a:lnTo>
                    <a:pt x="8816327" y="12699"/>
                  </a:lnTo>
                  <a:close/>
                </a:path>
                <a:path w="13754100" h="584200">
                  <a:moveTo>
                    <a:pt x="8790927" y="12699"/>
                  </a:moveTo>
                  <a:lnTo>
                    <a:pt x="8771890" y="12699"/>
                  </a:lnTo>
                  <a:lnTo>
                    <a:pt x="8771890" y="0"/>
                  </a:lnTo>
                  <a:lnTo>
                    <a:pt x="8790927" y="0"/>
                  </a:lnTo>
                  <a:lnTo>
                    <a:pt x="8790927" y="12699"/>
                  </a:lnTo>
                  <a:close/>
                </a:path>
                <a:path w="13754100" h="584200">
                  <a:moveTo>
                    <a:pt x="8765540" y="12699"/>
                  </a:moveTo>
                  <a:lnTo>
                    <a:pt x="8746490" y="12699"/>
                  </a:lnTo>
                  <a:lnTo>
                    <a:pt x="8746490" y="0"/>
                  </a:lnTo>
                  <a:lnTo>
                    <a:pt x="8765540" y="0"/>
                  </a:lnTo>
                  <a:lnTo>
                    <a:pt x="8765540" y="12699"/>
                  </a:lnTo>
                  <a:close/>
                </a:path>
                <a:path w="13754100" h="584200">
                  <a:moveTo>
                    <a:pt x="8740140" y="12699"/>
                  </a:moveTo>
                  <a:lnTo>
                    <a:pt x="8721102" y="12699"/>
                  </a:lnTo>
                  <a:lnTo>
                    <a:pt x="8721102" y="0"/>
                  </a:lnTo>
                  <a:lnTo>
                    <a:pt x="8740140" y="0"/>
                  </a:lnTo>
                  <a:lnTo>
                    <a:pt x="8740140" y="12699"/>
                  </a:lnTo>
                  <a:close/>
                </a:path>
                <a:path w="13754100" h="584200">
                  <a:moveTo>
                    <a:pt x="8714752" y="12699"/>
                  </a:moveTo>
                  <a:lnTo>
                    <a:pt x="8695702" y="12699"/>
                  </a:lnTo>
                  <a:lnTo>
                    <a:pt x="8695702" y="0"/>
                  </a:lnTo>
                  <a:lnTo>
                    <a:pt x="8714752" y="0"/>
                  </a:lnTo>
                  <a:lnTo>
                    <a:pt x="8714752" y="12699"/>
                  </a:lnTo>
                  <a:close/>
                </a:path>
                <a:path w="13754100" h="584200">
                  <a:moveTo>
                    <a:pt x="8689352" y="12699"/>
                  </a:moveTo>
                  <a:lnTo>
                    <a:pt x="8670302" y="12699"/>
                  </a:lnTo>
                  <a:lnTo>
                    <a:pt x="8670302" y="0"/>
                  </a:lnTo>
                  <a:lnTo>
                    <a:pt x="8689352" y="0"/>
                  </a:lnTo>
                  <a:lnTo>
                    <a:pt x="8689352" y="12699"/>
                  </a:lnTo>
                  <a:close/>
                </a:path>
                <a:path w="13754100" h="584200">
                  <a:moveTo>
                    <a:pt x="8663965" y="12699"/>
                  </a:moveTo>
                  <a:lnTo>
                    <a:pt x="8644915" y="12699"/>
                  </a:lnTo>
                  <a:lnTo>
                    <a:pt x="8644915" y="0"/>
                  </a:lnTo>
                  <a:lnTo>
                    <a:pt x="8663965" y="0"/>
                  </a:lnTo>
                  <a:lnTo>
                    <a:pt x="8663965" y="12699"/>
                  </a:lnTo>
                  <a:close/>
                </a:path>
                <a:path w="13754100" h="584200">
                  <a:moveTo>
                    <a:pt x="8638565" y="12699"/>
                  </a:moveTo>
                  <a:lnTo>
                    <a:pt x="8619515" y="12699"/>
                  </a:lnTo>
                  <a:lnTo>
                    <a:pt x="8619515" y="0"/>
                  </a:lnTo>
                  <a:lnTo>
                    <a:pt x="8638565" y="0"/>
                  </a:lnTo>
                  <a:lnTo>
                    <a:pt x="8638565" y="12699"/>
                  </a:lnTo>
                  <a:close/>
                </a:path>
                <a:path w="13754100" h="584200">
                  <a:moveTo>
                    <a:pt x="8613178" y="12699"/>
                  </a:moveTo>
                  <a:lnTo>
                    <a:pt x="8594128" y="12699"/>
                  </a:lnTo>
                  <a:lnTo>
                    <a:pt x="8594128" y="0"/>
                  </a:lnTo>
                  <a:lnTo>
                    <a:pt x="8613178" y="0"/>
                  </a:lnTo>
                  <a:lnTo>
                    <a:pt x="8613178" y="12699"/>
                  </a:lnTo>
                  <a:close/>
                </a:path>
                <a:path w="13754100" h="584200">
                  <a:moveTo>
                    <a:pt x="8587778" y="12699"/>
                  </a:moveTo>
                  <a:lnTo>
                    <a:pt x="8568728" y="12699"/>
                  </a:lnTo>
                  <a:lnTo>
                    <a:pt x="8568728" y="0"/>
                  </a:lnTo>
                  <a:lnTo>
                    <a:pt x="8587778" y="0"/>
                  </a:lnTo>
                  <a:lnTo>
                    <a:pt x="8587778" y="12699"/>
                  </a:lnTo>
                  <a:close/>
                </a:path>
                <a:path w="13754100" h="584200">
                  <a:moveTo>
                    <a:pt x="8562390" y="12699"/>
                  </a:moveTo>
                  <a:lnTo>
                    <a:pt x="8543340" y="12699"/>
                  </a:lnTo>
                  <a:lnTo>
                    <a:pt x="8543340" y="0"/>
                  </a:lnTo>
                  <a:lnTo>
                    <a:pt x="8562390" y="0"/>
                  </a:lnTo>
                  <a:lnTo>
                    <a:pt x="8562390" y="12699"/>
                  </a:lnTo>
                  <a:close/>
                </a:path>
                <a:path w="13754100" h="584200">
                  <a:moveTo>
                    <a:pt x="8536990" y="12699"/>
                  </a:moveTo>
                  <a:lnTo>
                    <a:pt x="8517940" y="12699"/>
                  </a:lnTo>
                  <a:lnTo>
                    <a:pt x="8517940" y="0"/>
                  </a:lnTo>
                  <a:lnTo>
                    <a:pt x="8536990" y="0"/>
                  </a:lnTo>
                  <a:lnTo>
                    <a:pt x="8536990" y="12699"/>
                  </a:lnTo>
                  <a:close/>
                </a:path>
                <a:path w="13754100" h="584200">
                  <a:moveTo>
                    <a:pt x="8511603" y="12699"/>
                  </a:moveTo>
                  <a:lnTo>
                    <a:pt x="8492553" y="12699"/>
                  </a:lnTo>
                  <a:lnTo>
                    <a:pt x="8492553" y="0"/>
                  </a:lnTo>
                  <a:lnTo>
                    <a:pt x="8511603" y="0"/>
                  </a:lnTo>
                  <a:lnTo>
                    <a:pt x="8511603" y="12699"/>
                  </a:lnTo>
                  <a:close/>
                </a:path>
                <a:path w="13754100" h="584200">
                  <a:moveTo>
                    <a:pt x="8486203" y="12699"/>
                  </a:moveTo>
                  <a:lnTo>
                    <a:pt x="8467153" y="12699"/>
                  </a:lnTo>
                  <a:lnTo>
                    <a:pt x="8467153" y="0"/>
                  </a:lnTo>
                  <a:lnTo>
                    <a:pt x="8486203" y="0"/>
                  </a:lnTo>
                  <a:lnTo>
                    <a:pt x="8486203" y="12699"/>
                  </a:lnTo>
                  <a:close/>
                </a:path>
                <a:path w="13754100" h="584200">
                  <a:moveTo>
                    <a:pt x="8460816" y="12699"/>
                  </a:moveTo>
                  <a:lnTo>
                    <a:pt x="8441766" y="12699"/>
                  </a:lnTo>
                  <a:lnTo>
                    <a:pt x="8441766" y="0"/>
                  </a:lnTo>
                  <a:lnTo>
                    <a:pt x="8460816" y="0"/>
                  </a:lnTo>
                  <a:lnTo>
                    <a:pt x="8460816" y="12699"/>
                  </a:lnTo>
                  <a:close/>
                </a:path>
                <a:path w="13754100" h="584200">
                  <a:moveTo>
                    <a:pt x="8435416" y="12699"/>
                  </a:moveTo>
                  <a:lnTo>
                    <a:pt x="8416366" y="12699"/>
                  </a:lnTo>
                  <a:lnTo>
                    <a:pt x="8416366" y="0"/>
                  </a:lnTo>
                  <a:lnTo>
                    <a:pt x="8435416" y="0"/>
                  </a:lnTo>
                  <a:lnTo>
                    <a:pt x="8435416" y="12699"/>
                  </a:lnTo>
                  <a:close/>
                </a:path>
                <a:path w="13754100" h="584200">
                  <a:moveTo>
                    <a:pt x="8410016" y="12699"/>
                  </a:moveTo>
                  <a:lnTo>
                    <a:pt x="8390978" y="12699"/>
                  </a:lnTo>
                  <a:lnTo>
                    <a:pt x="8390978" y="0"/>
                  </a:lnTo>
                  <a:lnTo>
                    <a:pt x="8410016" y="0"/>
                  </a:lnTo>
                  <a:lnTo>
                    <a:pt x="8410016" y="12699"/>
                  </a:lnTo>
                  <a:close/>
                </a:path>
                <a:path w="13754100" h="584200">
                  <a:moveTo>
                    <a:pt x="8384628" y="12699"/>
                  </a:moveTo>
                  <a:lnTo>
                    <a:pt x="8365578" y="12699"/>
                  </a:lnTo>
                  <a:lnTo>
                    <a:pt x="8365578" y="0"/>
                  </a:lnTo>
                  <a:lnTo>
                    <a:pt x="8384628" y="0"/>
                  </a:lnTo>
                  <a:lnTo>
                    <a:pt x="8384628" y="12699"/>
                  </a:lnTo>
                  <a:close/>
                </a:path>
                <a:path w="13754100" h="584200">
                  <a:moveTo>
                    <a:pt x="8359228" y="12699"/>
                  </a:moveTo>
                  <a:lnTo>
                    <a:pt x="8340191" y="12699"/>
                  </a:lnTo>
                  <a:lnTo>
                    <a:pt x="8340191" y="0"/>
                  </a:lnTo>
                  <a:lnTo>
                    <a:pt x="8359228" y="0"/>
                  </a:lnTo>
                  <a:lnTo>
                    <a:pt x="8359228" y="12699"/>
                  </a:lnTo>
                  <a:close/>
                </a:path>
                <a:path w="13754100" h="584200">
                  <a:moveTo>
                    <a:pt x="8333841" y="12699"/>
                  </a:moveTo>
                  <a:lnTo>
                    <a:pt x="8314791" y="12699"/>
                  </a:lnTo>
                  <a:lnTo>
                    <a:pt x="8314791" y="0"/>
                  </a:lnTo>
                  <a:lnTo>
                    <a:pt x="8333841" y="0"/>
                  </a:lnTo>
                  <a:lnTo>
                    <a:pt x="8333841" y="12699"/>
                  </a:lnTo>
                  <a:close/>
                </a:path>
                <a:path w="13754100" h="584200">
                  <a:moveTo>
                    <a:pt x="8308441" y="12699"/>
                  </a:moveTo>
                  <a:lnTo>
                    <a:pt x="8289404" y="12699"/>
                  </a:lnTo>
                  <a:lnTo>
                    <a:pt x="8289404" y="0"/>
                  </a:lnTo>
                  <a:lnTo>
                    <a:pt x="8308441" y="0"/>
                  </a:lnTo>
                  <a:lnTo>
                    <a:pt x="8308441" y="12699"/>
                  </a:lnTo>
                  <a:close/>
                </a:path>
                <a:path w="13754100" h="584200">
                  <a:moveTo>
                    <a:pt x="8283054" y="12699"/>
                  </a:moveTo>
                  <a:lnTo>
                    <a:pt x="8264004" y="12699"/>
                  </a:lnTo>
                  <a:lnTo>
                    <a:pt x="8264004" y="0"/>
                  </a:lnTo>
                  <a:lnTo>
                    <a:pt x="8283054" y="0"/>
                  </a:lnTo>
                  <a:lnTo>
                    <a:pt x="8283054" y="12699"/>
                  </a:lnTo>
                  <a:close/>
                </a:path>
                <a:path w="13754100" h="584200">
                  <a:moveTo>
                    <a:pt x="8257654" y="12699"/>
                  </a:moveTo>
                  <a:lnTo>
                    <a:pt x="8238617" y="12699"/>
                  </a:lnTo>
                  <a:lnTo>
                    <a:pt x="8238617" y="0"/>
                  </a:lnTo>
                  <a:lnTo>
                    <a:pt x="8257654" y="0"/>
                  </a:lnTo>
                  <a:lnTo>
                    <a:pt x="8257654" y="12699"/>
                  </a:lnTo>
                  <a:close/>
                </a:path>
                <a:path w="13754100" h="584200">
                  <a:moveTo>
                    <a:pt x="8232267" y="12699"/>
                  </a:moveTo>
                  <a:lnTo>
                    <a:pt x="8213217" y="12699"/>
                  </a:lnTo>
                  <a:lnTo>
                    <a:pt x="8213217" y="0"/>
                  </a:lnTo>
                  <a:lnTo>
                    <a:pt x="8232267" y="0"/>
                  </a:lnTo>
                  <a:lnTo>
                    <a:pt x="8232267" y="12699"/>
                  </a:lnTo>
                  <a:close/>
                </a:path>
                <a:path w="13754100" h="584200">
                  <a:moveTo>
                    <a:pt x="8206867" y="12699"/>
                  </a:moveTo>
                  <a:lnTo>
                    <a:pt x="8187829" y="12699"/>
                  </a:lnTo>
                  <a:lnTo>
                    <a:pt x="8187829" y="0"/>
                  </a:lnTo>
                  <a:lnTo>
                    <a:pt x="8206867" y="0"/>
                  </a:lnTo>
                  <a:lnTo>
                    <a:pt x="8206867" y="12699"/>
                  </a:lnTo>
                  <a:close/>
                </a:path>
                <a:path w="13754100" h="584200">
                  <a:moveTo>
                    <a:pt x="8181479" y="12699"/>
                  </a:moveTo>
                  <a:lnTo>
                    <a:pt x="8162429" y="12699"/>
                  </a:lnTo>
                  <a:lnTo>
                    <a:pt x="8162429" y="0"/>
                  </a:lnTo>
                  <a:lnTo>
                    <a:pt x="8181479" y="0"/>
                  </a:lnTo>
                  <a:lnTo>
                    <a:pt x="8181479" y="12699"/>
                  </a:lnTo>
                  <a:close/>
                </a:path>
                <a:path w="13754100" h="584200">
                  <a:moveTo>
                    <a:pt x="8156079" y="12699"/>
                  </a:moveTo>
                  <a:lnTo>
                    <a:pt x="8137042" y="12699"/>
                  </a:lnTo>
                  <a:lnTo>
                    <a:pt x="8137042" y="0"/>
                  </a:lnTo>
                  <a:lnTo>
                    <a:pt x="8156079" y="0"/>
                  </a:lnTo>
                  <a:lnTo>
                    <a:pt x="8156079" y="12699"/>
                  </a:lnTo>
                  <a:close/>
                </a:path>
                <a:path w="13754100" h="584200">
                  <a:moveTo>
                    <a:pt x="8130692" y="12699"/>
                  </a:moveTo>
                  <a:lnTo>
                    <a:pt x="8111642" y="12699"/>
                  </a:lnTo>
                  <a:lnTo>
                    <a:pt x="8111642" y="0"/>
                  </a:lnTo>
                  <a:lnTo>
                    <a:pt x="8130692" y="0"/>
                  </a:lnTo>
                  <a:lnTo>
                    <a:pt x="8130692" y="12699"/>
                  </a:lnTo>
                  <a:close/>
                </a:path>
                <a:path w="13754100" h="584200">
                  <a:moveTo>
                    <a:pt x="8105292" y="12699"/>
                  </a:moveTo>
                  <a:lnTo>
                    <a:pt x="8086255" y="12699"/>
                  </a:lnTo>
                  <a:lnTo>
                    <a:pt x="8086255" y="0"/>
                  </a:lnTo>
                  <a:lnTo>
                    <a:pt x="8105292" y="0"/>
                  </a:lnTo>
                  <a:lnTo>
                    <a:pt x="8105292" y="12699"/>
                  </a:lnTo>
                  <a:close/>
                </a:path>
                <a:path w="13754100" h="584200">
                  <a:moveTo>
                    <a:pt x="8079905" y="12699"/>
                  </a:moveTo>
                  <a:lnTo>
                    <a:pt x="8060855" y="12699"/>
                  </a:lnTo>
                  <a:lnTo>
                    <a:pt x="8060855" y="0"/>
                  </a:lnTo>
                  <a:lnTo>
                    <a:pt x="8079905" y="0"/>
                  </a:lnTo>
                  <a:lnTo>
                    <a:pt x="8079905" y="12699"/>
                  </a:lnTo>
                  <a:close/>
                </a:path>
                <a:path w="13754100" h="584200">
                  <a:moveTo>
                    <a:pt x="8054505" y="12699"/>
                  </a:moveTo>
                  <a:lnTo>
                    <a:pt x="8035467" y="12699"/>
                  </a:lnTo>
                  <a:lnTo>
                    <a:pt x="8035467" y="0"/>
                  </a:lnTo>
                  <a:lnTo>
                    <a:pt x="8054505" y="0"/>
                  </a:lnTo>
                  <a:lnTo>
                    <a:pt x="8054505" y="12699"/>
                  </a:lnTo>
                  <a:close/>
                </a:path>
                <a:path w="13754100" h="584200">
                  <a:moveTo>
                    <a:pt x="8029117" y="12699"/>
                  </a:moveTo>
                  <a:lnTo>
                    <a:pt x="8010067" y="12699"/>
                  </a:lnTo>
                  <a:lnTo>
                    <a:pt x="8010067" y="0"/>
                  </a:lnTo>
                  <a:lnTo>
                    <a:pt x="8029117" y="0"/>
                  </a:lnTo>
                  <a:lnTo>
                    <a:pt x="8029117" y="12699"/>
                  </a:lnTo>
                  <a:close/>
                </a:path>
                <a:path w="13754100" h="584200">
                  <a:moveTo>
                    <a:pt x="8003717" y="12699"/>
                  </a:moveTo>
                  <a:lnTo>
                    <a:pt x="7984680" y="12699"/>
                  </a:lnTo>
                  <a:lnTo>
                    <a:pt x="7984680" y="0"/>
                  </a:lnTo>
                  <a:lnTo>
                    <a:pt x="8003717" y="0"/>
                  </a:lnTo>
                  <a:lnTo>
                    <a:pt x="8003717" y="12699"/>
                  </a:lnTo>
                  <a:close/>
                </a:path>
                <a:path w="13754100" h="584200">
                  <a:moveTo>
                    <a:pt x="7978330" y="12699"/>
                  </a:moveTo>
                  <a:lnTo>
                    <a:pt x="7959280" y="12699"/>
                  </a:lnTo>
                  <a:lnTo>
                    <a:pt x="7959280" y="0"/>
                  </a:lnTo>
                  <a:lnTo>
                    <a:pt x="7978330" y="0"/>
                  </a:lnTo>
                  <a:lnTo>
                    <a:pt x="7978330" y="12699"/>
                  </a:lnTo>
                  <a:close/>
                </a:path>
                <a:path w="13754100" h="584200">
                  <a:moveTo>
                    <a:pt x="7952930" y="12699"/>
                  </a:moveTo>
                  <a:lnTo>
                    <a:pt x="7933893" y="12699"/>
                  </a:lnTo>
                  <a:lnTo>
                    <a:pt x="7933893" y="0"/>
                  </a:lnTo>
                  <a:lnTo>
                    <a:pt x="7952930" y="0"/>
                  </a:lnTo>
                  <a:lnTo>
                    <a:pt x="7952930" y="12699"/>
                  </a:lnTo>
                  <a:close/>
                </a:path>
                <a:path w="13754100" h="584200">
                  <a:moveTo>
                    <a:pt x="7927543" y="12699"/>
                  </a:moveTo>
                  <a:lnTo>
                    <a:pt x="7908493" y="12699"/>
                  </a:lnTo>
                  <a:lnTo>
                    <a:pt x="7908493" y="0"/>
                  </a:lnTo>
                  <a:lnTo>
                    <a:pt x="7927543" y="0"/>
                  </a:lnTo>
                  <a:lnTo>
                    <a:pt x="7927543" y="12699"/>
                  </a:lnTo>
                  <a:close/>
                </a:path>
                <a:path w="13754100" h="584200">
                  <a:moveTo>
                    <a:pt x="7902143" y="12699"/>
                  </a:moveTo>
                  <a:lnTo>
                    <a:pt x="7883105" y="12699"/>
                  </a:lnTo>
                  <a:lnTo>
                    <a:pt x="7883105" y="0"/>
                  </a:lnTo>
                  <a:lnTo>
                    <a:pt x="7902143" y="0"/>
                  </a:lnTo>
                  <a:lnTo>
                    <a:pt x="7902143" y="12699"/>
                  </a:lnTo>
                  <a:close/>
                </a:path>
                <a:path w="13754100" h="584200">
                  <a:moveTo>
                    <a:pt x="7876755" y="12699"/>
                  </a:moveTo>
                  <a:lnTo>
                    <a:pt x="7857705" y="12699"/>
                  </a:lnTo>
                  <a:lnTo>
                    <a:pt x="7857705" y="0"/>
                  </a:lnTo>
                  <a:lnTo>
                    <a:pt x="7876755" y="0"/>
                  </a:lnTo>
                  <a:lnTo>
                    <a:pt x="7876755" y="12699"/>
                  </a:lnTo>
                  <a:close/>
                </a:path>
                <a:path w="13754100" h="584200">
                  <a:moveTo>
                    <a:pt x="7851355" y="12699"/>
                  </a:moveTo>
                  <a:lnTo>
                    <a:pt x="7832318" y="12699"/>
                  </a:lnTo>
                  <a:lnTo>
                    <a:pt x="7832318" y="0"/>
                  </a:lnTo>
                  <a:lnTo>
                    <a:pt x="7851355" y="0"/>
                  </a:lnTo>
                  <a:lnTo>
                    <a:pt x="7851355" y="12699"/>
                  </a:lnTo>
                  <a:close/>
                </a:path>
                <a:path w="13754100" h="584200">
                  <a:moveTo>
                    <a:pt x="7825968" y="12699"/>
                  </a:moveTo>
                  <a:lnTo>
                    <a:pt x="7806918" y="12699"/>
                  </a:lnTo>
                  <a:lnTo>
                    <a:pt x="7806918" y="0"/>
                  </a:lnTo>
                  <a:lnTo>
                    <a:pt x="7825968" y="0"/>
                  </a:lnTo>
                  <a:lnTo>
                    <a:pt x="7825968" y="12699"/>
                  </a:lnTo>
                  <a:close/>
                </a:path>
                <a:path w="13754100" h="584200">
                  <a:moveTo>
                    <a:pt x="7800568" y="12699"/>
                  </a:moveTo>
                  <a:lnTo>
                    <a:pt x="7781531" y="12699"/>
                  </a:lnTo>
                  <a:lnTo>
                    <a:pt x="7781531" y="0"/>
                  </a:lnTo>
                  <a:lnTo>
                    <a:pt x="7800568" y="0"/>
                  </a:lnTo>
                  <a:lnTo>
                    <a:pt x="7800568" y="12699"/>
                  </a:lnTo>
                  <a:close/>
                </a:path>
                <a:path w="13754100" h="584200">
                  <a:moveTo>
                    <a:pt x="7775181" y="12699"/>
                  </a:moveTo>
                  <a:lnTo>
                    <a:pt x="7756131" y="12699"/>
                  </a:lnTo>
                  <a:lnTo>
                    <a:pt x="7756131" y="0"/>
                  </a:lnTo>
                  <a:lnTo>
                    <a:pt x="7775181" y="0"/>
                  </a:lnTo>
                  <a:lnTo>
                    <a:pt x="7775181" y="12699"/>
                  </a:lnTo>
                  <a:close/>
                </a:path>
                <a:path w="13754100" h="584200">
                  <a:moveTo>
                    <a:pt x="7749781" y="12699"/>
                  </a:moveTo>
                  <a:lnTo>
                    <a:pt x="7730744" y="12699"/>
                  </a:lnTo>
                  <a:lnTo>
                    <a:pt x="7730744" y="0"/>
                  </a:lnTo>
                  <a:lnTo>
                    <a:pt x="7749781" y="0"/>
                  </a:lnTo>
                  <a:lnTo>
                    <a:pt x="7749781" y="12699"/>
                  </a:lnTo>
                  <a:close/>
                </a:path>
                <a:path w="13754100" h="584200">
                  <a:moveTo>
                    <a:pt x="7724394" y="12699"/>
                  </a:moveTo>
                  <a:lnTo>
                    <a:pt x="7705344" y="12699"/>
                  </a:lnTo>
                  <a:lnTo>
                    <a:pt x="7705344" y="0"/>
                  </a:lnTo>
                  <a:lnTo>
                    <a:pt x="7724394" y="0"/>
                  </a:lnTo>
                  <a:lnTo>
                    <a:pt x="7724394" y="12699"/>
                  </a:lnTo>
                  <a:close/>
                </a:path>
                <a:path w="13754100" h="584200">
                  <a:moveTo>
                    <a:pt x="7698994" y="12699"/>
                  </a:moveTo>
                  <a:lnTo>
                    <a:pt x="7679956" y="12699"/>
                  </a:lnTo>
                  <a:lnTo>
                    <a:pt x="7679956" y="0"/>
                  </a:lnTo>
                  <a:lnTo>
                    <a:pt x="7698994" y="0"/>
                  </a:lnTo>
                  <a:lnTo>
                    <a:pt x="7698994" y="12699"/>
                  </a:lnTo>
                  <a:close/>
                </a:path>
                <a:path w="13754100" h="584200">
                  <a:moveTo>
                    <a:pt x="7673606" y="12699"/>
                  </a:moveTo>
                  <a:lnTo>
                    <a:pt x="7654556" y="12699"/>
                  </a:lnTo>
                  <a:lnTo>
                    <a:pt x="7654556" y="0"/>
                  </a:lnTo>
                  <a:lnTo>
                    <a:pt x="7673606" y="0"/>
                  </a:lnTo>
                  <a:lnTo>
                    <a:pt x="7673606" y="12699"/>
                  </a:lnTo>
                  <a:close/>
                </a:path>
                <a:path w="13754100" h="584200">
                  <a:moveTo>
                    <a:pt x="7648206" y="12699"/>
                  </a:moveTo>
                  <a:lnTo>
                    <a:pt x="7629156" y="12699"/>
                  </a:lnTo>
                  <a:lnTo>
                    <a:pt x="7629156" y="0"/>
                  </a:lnTo>
                  <a:lnTo>
                    <a:pt x="7648206" y="0"/>
                  </a:lnTo>
                  <a:lnTo>
                    <a:pt x="7648206" y="12699"/>
                  </a:lnTo>
                  <a:close/>
                </a:path>
                <a:path w="13754100" h="584200">
                  <a:moveTo>
                    <a:pt x="7622819" y="12699"/>
                  </a:moveTo>
                  <a:lnTo>
                    <a:pt x="7603769" y="12699"/>
                  </a:lnTo>
                  <a:lnTo>
                    <a:pt x="7603769" y="0"/>
                  </a:lnTo>
                  <a:lnTo>
                    <a:pt x="7622819" y="0"/>
                  </a:lnTo>
                  <a:lnTo>
                    <a:pt x="7622819" y="12699"/>
                  </a:lnTo>
                  <a:close/>
                </a:path>
                <a:path w="13754100" h="584200">
                  <a:moveTo>
                    <a:pt x="7597419" y="12699"/>
                  </a:moveTo>
                  <a:lnTo>
                    <a:pt x="7578369" y="12699"/>
                  </a:lnTo>
                  <a:lnTo>
                    <a:pt x="7578369" y="0"/>
                  </a:lnTo>
                  <a:lnTo>
                    <a:pt x="7597419" y="0"/>
                  </a:lnTo>
                  <a:lnTo>
                    <a:pt x="7597419" y="12699"/>
                  </a:lnTo>
                  <a:close/>
                </a:path>
                <a:path w="13754100" h="584200">
                  <a:moveTo>
                    <a:pt x="7572032" y="12699"/>
                  </a:moveTo>
                  <a:lnTo>
                    <a:pt x="7552982" y="12699"/>
                  </a:lnTo>
                  <a:lnTo>
                    <a:pt x="7552982" y="0"/>
                  </a:lnTo>
                  <a:lnTo>
                    <a:pt x="7572032" y="0"/>
                  </a:lnTo>
                  <a:lnTo>
                    <a:pt x="7572032" y="12699"/>
                  </a:lnTo>
                  <a:close/>
                </a:path>
                <a:path w="13754100" h="584200">
                  <a:moveTo>
                    <a:pt x="7546632" y="12699"/>
                  </a:moveTo>
                  <a:lnTo>
                    <a:pt x="7527582" y="12699"/>
                  </a:lnTo>
                  <a:lnTo>
                    <a:pt x="7527582" y="0"/>
                  </a:lnTo>
                  <a:lnTo>
                    <a:pt x="7546632" y="0"/>
                  </a:lnTo>
                  <a:lnTo>
                    <a:pt x="7546632" y="12699"/>
                  </a:lnTo>
                  <a:close/>
                </a:path>
                <a:path w="13754100" h="584200">
                  <a:moveTo>
                    <a:pt x="7521244" y="12699"/>
                  </a:moveTo>
                  <a:lnTo>
                    <a:pt x="7502194" y="12699"/>
                  </a:lnTo>
                  <a:lnTo>
                    <a:pt x="7502194" y="0"/>
                  </a:lnTo>
                  <a:lnTo>
                    <a:pt x="7521244" y="0"/>
                  </a:lnTo>
                  <a:lnTo>
                    <a:pt x="7521244" y="12699"/>
                  </a:lnTo>
                  <a:close/>
                </a:path>
                <a:path w="13754100" h="584200">
                  <a:moveTo>
                    <a:pt x="7495844" y="12699"/>
                  </a:moveTo>
                  <a:lnTo>
                    <a:pt x="7476794" y="12699"/>
                  </a:lnTo>
                  <a:lnTo>
                    <a:pt x="7476794" y="0"/>
                  </a:lnTo>
                  <a:lnTo>
                    <a:pt x="7495844" y="0"/>
                  </a:lnTo>
                  <a:lnTo>
                    <a:pt x="7495844" y="12699"/>
                  </a:lnTo>
                  <a:close/>
                </a:path>
                <a:path w="13754100" h="584200">
                  <a:moveTo>
                    <a:pt x="7470457" y="12699"/>
                  </a:moveTo>
                  <a:lnTo>
                    <a:pt x="7451407" y="12699"/>
                  </a:lnTo>
                  <a:lnTo>
                    <a:pt x="7451407" y="0"/>
                  </a:lnTo>
                  <a:lnTo>
                    <a:pt x="7470457" y="0"/>
                  </a:lnTo>
                  <a:lnTo>
                    <a:pt x="7470457" y="12699"/>
                  </a:lnTo>
                  <a:close/>
                </a:path>
                <a:path w="13754100" h="584200">
                  <a:moveTo>
                    <a:pt x="7445057" y="12699"/>
                  </a:moveTo>
                  <a:lnTo>
                    <a:pt x="7426007" y="12699"/>
                  </a:lnTo>
                  <a:lnTo>
                    <a:pt x="7426007" y="0"/>
                  </a:lnTo>
                  <a:lnTo>
                    <a:pt x="7445057" y="0"/>
                  </a:lnTo>
                  <a:lnTo>
                    <a:pt x="7445057" y="12699"/>
                  </a:lnTo>
                  <a:close/>
                </a:path>
                <a:path w="13754100" h="584200">
                  <a:moveTo>
                    <a:pt x="7419670" y="12699"/>
                  </a:moveTo>
                  <a:lnTo>
                    <a:pt x="7400620" y="12699"/>
                  </a:lnTo>
                  <a:lnTo>
                    <a:pt x="7400620" y="0"/>
                  </a:lnTo>
                  <a:lnTo>
                    <a:pt x="7419670" y="0"/>
                  </a:lnTo>
                  <a:lnTo>
                    <a:pt x="7419670" y="12699"/>
                  </a:lnTo>
                  <a:close/>
                </a:path>
                <a:path w="13754100" h="584200">
                  <a:moveTo>
                    <a:pt x="7394270" y="12699"/>
                  </a:moveTo>
                  <a:lnTo>
                    <a:pt x="7375220" y="12699"/>
                  </a:lnTo>
                  <a:lnTo>
                    <a:pt x="7375220" y="0"/>
                  </a:lnTo>
                  <a:lnTo>
                    <a:pt x="7394270" y="0"/>
                  </a:lnTo>
                  <a:lnTo>
                    <a:pt x="7394270" y="12699"/>
                  </a:lnTo>
                  <a:close/>
                </a:path>
                <a:path w="13754100" h="584200">
                  <a:moveTo>
                    <a:pt x="7368882" y="12699"/>
                  </a:moveTo>
                  <a:lnTo>
                    <a:pt x="7349832" y="12699"/>
                  </a:lnTo>
                  <a:lnTo>
                    <a:pt x="7349832" y="0"/>
                  </a:lnTo>
                  <a:lnTo>
                    <a:pt x="7368882" y="0"/>
                  </a:lnTo>
                  <a:lnTo>
                    <a:pt x="7368882" y="12699"/>
                  </a:lnTo>
                  <a:close/>
                </a:path>
                <a:path w="13754100" h="584200">
                  <a:moveTo>
                    <a:pt x="7343482" y="12699"/>
                  </a:moveTo>
                  <a:lnTo>
                    <a:pt x="7324432" y="12699"/>
                  </a:lnTo>
                  <a:lnTo>
                    <a:pt x="7324432" y="0"/>
                  </a:lnTo>
                  <a:lnTo>
                    <a:pt x="7343482" y="0"/>
                  </a:lnTo>
                  <a:lnTo>
                    <a:pt x="7343482" y="12699"/>
                  </a:lnTo>
                  <a:close/>
                </a:path>
                <a:path w="13754100" h="584200">
                  <a:moveTo>
                    <a:pt x="7318082" y="12699"/>
                  </a:moveTo>
                  <a:lnTo>
                    <a:pt x="7299045" y="12699"/>
                  </a:lnTo>
                  <a:lnTo>
                    <a:pt x="7299045" y="0"/>
                  </a:lnTo>
                  <a:lnTo>
                    <a:pt x="7318082" y="0"/>
                  </a:lnTo>
                  <a:lnTo>
                    <a:pt x="7318082" y="12699"/>
                  </a:lnTo>
                  <a:close/>
                </a:path>
                <a:path w="13754100" h="584200">
                  <a:moveTo>
                    <a:pt x="7292695" y="12699"/>
                  </a:moveTo>
                  <a:lnTo>
                    <a:pt x="7273645" y="12699"/>
                  </a:lnTo>
                  <a:lnTo>
                    <a:pt x="7273645" y="0"/>
                  </a:lnTo>
                  <a:lnTo>
                    <a:pt x="7292695" y="0"/>
                  </a:lnTo>
                  <a:lnTo>
                    <a:pt x="7292695" y="12699"/>
                  </a:lnTo>
                  <a:close/>
                </a:path>
                <a:path w="13754100" h="584200">
                  <a:moveTo>
                    <a:pt x="7267295" y="12699"/>
                  </a:moveTo>
                  <a:lnTo>
                    <a:pt x="7248258" y="12699"/>
                  </a:lnTo>
                  <a:lnTo>
                    <a:pt x="7248258" y="0"/>
                  </a:lnTo>
                  <a:lnTo>
                    <a:pt x="7267295" y="0"/>
                  </a:lnTo>
                  <a:lnTo>
                    <a:pt x="7267295" y="12699"/>
                  </a:lnTo>
                  <a:close/>
                </a:path>
                <a:path w="13754100" h="584200">
                  <a:moveTo>
                    <a:pt x="7241908" y="12699"/>
                  </a:moveTo>
                  <a:lnTo>
                    <a:pt x="7222858" y="12699"/>
                  </a:lnTo>
                  <a:lnTo>
                    <a:pt x="7222858" y="0"/>
                  </a:lnTo>
                  <a:lnTo>
                    <a:pt x="7241908" y="0"/>
                  </a:lnTo>
                  <a:lnTo>
                    <a:pt x="7241908" y="12699"/>
                  </a:lnTo>
                  <a:close/>
                </a:path>
                <a:path w="13754100" h="584200">
                  <a:moveTo>
                    <a:pt x="7216508" y="12699"/>
                  </a:moveTo>
                  <a:lnTo>
                    <a:pt x="7197471" y="12699"/>
                  </a:lnTo>
                  <a:lnTo>
                    <a:pt x="7197471" y="0"/>
                  </a:lnTo>
                  <a:lnTo>
                    <a:pt x="7216508" y="0"/>
                  </a:lnTo>
                  <a:lnTo>
                    <a:pt x="7216508" y="12699"/>
                  </a:lnTo>
                  <a:close/>
                </a:path>
                <a:path w="13754100" h="584200">
                  <a:moveTo>
                    <a:pt x="7191121" y="12699"/>
                  </a:moveTo>
                  <a:lnTo>
                    <a:pt x="7172071" y="12699"/>
                  </a:lnTo>
                  <a:lnTo>
                    <a:pt x="7172071" y="0"/>
                  </a:lnTo>
                  <a:lnTo>
                    <a:pt x="7191121" y="0"/>
                  </a:lnTo>
                  <a:lnTo>
                    <a:pt x="7191121" y="12699"/>
                  </a:lnTo>
                  <a:close/>
                </a:path>
                <a:path w="13754100" h="584200">
                  <a:moveTo>
                    <a:pt x="7165721" y="12699"/>
                  </a:moveTo>
                  <a:lnTo>
                    <a:pt x="7146683" y="12699"/>
                  </a:lnTo>
                  <a:lnTo>
                    <a:pt x="7146683" y="0"/>
                  </a:lnTo>
                  <a:lnTo>
                    <a:pt x="7165721" y="0"/>
                  </a:lnTo>
                  <a:lnTo>
                    <a:pt x="7165721" y="12699"/>
                  </a:lnTo>
                  <a:close/>
                </a:path>
                <a:path w="13754100" h="584200">
                  <a:moveTo>
                    <a:pt x="7140333" y="12699"/>
                  </a:moveTo>
                  <a:lnTo>
                    <a:pt x="7121283" y="12699"/>
                  </a:lnTo>
                  <a:lnTo>
                    <a:pt x="7121283" y="0"/>
                  </a:lnTo>
                  <a:lnTo>
                    <a:pt x="7140333" y="0"/>
                  </a:lnTo>
                  <a:lnTo>
                    <a:pt x="7140333" y="12699"/>
                  </a:lnTo>
                  <a:close/>
                </a:path>
                <a:path w="13754100" h="584200">
                  <a:moveTo>
                    <a:pt x="7114933" y="12699"/>
                  </a:moveTo>
                  <a:lnTo>
                    <a:pt x="7095896" y="12699"/>
                  </a:lnTo>
                  <a:lnTo>
                    <a:pt x="7095896" y="0"/>
                  </a:lnTo>
                  <a:lnTo>
                    <a:pt x="7114933" y="0"/>
                  </a:lnTo>
                  <a:lnTo>
                    <a:pt x="7114933" y="12699"/>
                  </a:lnTo>
                  <a:close/>
                </a:path>
                <a:path w="13754100" h="584200">
                  <a:moveTo>
                    <a:pt x="7089546" y="12699"/>
                  </a:moveTo>
                  <a:lnTo>
                    <a:pt x="7070496" y="12699"/>
                  </a:lnTo>
                  <a:lnTo>
                    <a:pt x="7070496" y="0"/>
                  </a:lnTo>
                  <a:lnTo>
                    <a:pt x="7089546" y="0"/>
                  </a:lnTo>
                  <a:lnTo>
                    <a:pt x="7089546" y="12699"/>
                  </a:lnTo>
                  <a:close/>
                </a:path>
                <a:path w="13754100" h="584200">
                  <a:moveTo>
                    <a:pt x="7064146" y="12699"/>
                  </a:moveTo>
                  <a:lnTo>
                    <a:pt x="7045109" y="12699"/>
                  </a:lnTo>
                  <a:lnTo>
                    <a:pt x="7045109" y="0"/>
                  </a:lnTo>
                  <a:lnTo>
                    <a:pt x="7064146" y="0"/>
                  </a:lnTo>
                  <a:lnTo>
                    <a:pt x="7064146" y="12699"/>
                  </a:lnTo>
                  <a:close/>
                </a:path>
                <a:path w="13754100" h="584200">
                  <a:moveTo>
                    <a:pt x="7038759" y="12699"/>
                  </a:moveTo>
                  <a:lnTo>
                    <a:pt x="7019709" y="12699"/>
                  </a:lnTo>
                  <a:lnTo>
                    <a:pt x="7019709" y="0"/>
                  </a:lnTo>
                  <a:lnTo>
                    <a:pt x="7038759" y="0"/>
                  </a:lnTo>
                  <a:lnTo>
                    <a:pt x="7038759" y="12699"/>
                  </a:lnTo>
                  <a:close/>
                </a:path>
                <a:path w="13754100" h="584200">
                  <a:moveTo>
                    <a:pt x="7013359" y="12699"/>
                  </a:moveTo>
                  <a:lnTo>
                    <a:pt x="6994321" y="12699"/>
                  </a:lnTo>
                  <a:lnTo>
                    <a:pt x="6994321" y="0"/>
                  </a:lnTo>
                  <a:lnTo>
                    <a:pt x="7013359" y="0"/>
                  </a:lnTo>
                  <a:lnTo>
                    <a:pt x="7013359" y="12699"/>
                  </a:lnTo>
                  <a:close/>
                </a:path>
                <a:path w="13754100" h="584200">
                  <a:moveTo>
                    <a:pt x="6987971" y="12699"/>
                  </a:moveTo>
                  <a:lnTo>
                    <a:pt x="6968921" y="12699"/>
                  </a:lnTo>
                  <a:lnTo>
                    <a:pt x="6968921" y="0"/>
                  </a:lnTo>
                  <a:lnTo>
                    <a:pt x="6987971" y="0"/>
                  </a:lnTo>
                  <a:lnTo>
                    <a:pt x="6987971" y="12699"/>
                  </a:lnTo>
                  <a:close/>
                </a:path>
                <a:path w="13754100" h="584200">
                  <a:moveTo>
                    <a:pt x="6962571" y="12699"/>
                  </a:moveTo>
                  <a:lnTo>
                    <a:pt x="6943534" y="12699"/>
                  </a:lnTo>
                  <a:lnTo>
                    <a:pt x="6943534" y="0"/>
                  </a:lnTo>
                  <a:lnTo>
                    <a:pt x="6962571" y="0"/>
                  </a:lnTo>
                  <a:lnTo>
                    <a:pt x="6962571" y="12699"/>
                  </a:lnTo>
                  <a:close/>
                </a:path>
                <a:path w="13754100" h="584200">
                  <a:moveTo>
                    <a:pt x="6937184" y="12699"/>
                  </a:moveTo>
                  <a:lnTo>
                    <a:pt x="6918134" y="12699"/>
                  </a:lnTo>
                  <a:lnTo>
                    <a:pt x="6918134" y="0"/>
                  </a:lnTo>
                  <a:lnTo>
                    <a:pt x="6937184" y="0"/>
                  </a:lnTo>
                  <a:lnTo>
                    <a:pt x="6937184" y="12699"/>
                  </a:lnTo>
                  <a:close/>
                </a:path>
                <a:path w="13754100" h="584200">
                  <a:moveTo>
                    <a:pt x="6911784" y="12699"/>
                  </a:moveTo>
                  <a:lnTo>
                    <a:pt x="6892747" y="12699"/>
                  </a:lnTo>
                  <a:lnTo>
                    <a:pt x="6892747" y="0"/>
                  </a:lnTo>
                  <a:lnTo>
                    <a:pt x="6911784" y="0"/>
                  </a:lnTo>
                  <a:lnTo>
                    <a:pt x="6911784" y="12699"/>
                  </a:lnTo>
                  <a:close/>
                </a:path>
                <a:path w="13754100" h="584200">
                  <a:moveTo>
                    <a:pt x="6886397" y="12699"/>
                  </a:moveTo>
                  <a:lnTo>
                    <a:pt x="6867347" y="12699"/>
                  </a:lnTo>
                  <a:lnTo>
                    <a:pt x="6867347" y="0"/>
                  </a:lnTo>
                  <a:lnTo>
                    <a:pt x="6886397" y="0"/>
                  </a:lnTo>
                  <a:lnTo>
                    <a:pt x="6886397" y="12699"/>
                  </a:lnTo>
                  <a:close/>
                </a:path>
                <a:path w="13754100" h="584200">
                  <a:moveTo>
                    <a:pt x="6860997" y="12699"/>
                  </a:moveTo>
                  <a:lnTo>
                    <a:pt x="6841959" y="12699"/>
                  </a:lnTo>
                  <a:lnTo>
                    <a:pt x="6841959" y="0"/>
                  </a:lnTo>
                  <a:lnTo>
                    <a:pt x="6860997" y="0"/>
                  </a:lnTo>
                  <a:lnTo>
                    <a:pt x="6860997" y="12699"/>
                  </a:lnTo>
                  <a:close/>
                </a:path>
                <a:path w="13754100" h="584200">
                  <a:moveTo>
                    <a:pt x="6835609" y="12699"/>
                  </a:moveTo>
                  <a:lnTo>
                    <a:pt x="6816559" y="12699"/>
                  </a:lnTo>
                  <a:lnTo>
                    <a:pt x="6816559" y="0"/>
                  </a:lnTo>
                  <a:lnTo>
                    <a:pt x="6835609" y="0"/>
                  </a:lnTo>
                  <a:lnTo>
                    <a:pt x="6835609" y="12699"/>
                  </a:lnTo>
                  <a:close/>
                </a:path>
                <a:path w="13754100" h="584200">
                  <a:moveTo>
                    <a:pt x="6810209" y="12699"/>
                  </a:moveTo>
                  <a:lnTo>
                    <a:pt x="6791172" y="12699"/>
                  </a:lnTo>
                  <a:lnTo>
                    <a:pt x="6791172" y="0"/>
                  </a:lnTo>
                  <a:lnTo>
                    <a:pt x="6810209" y="0"/>
                  </a:lnTo>
                  <a:lnTo>
                    <a:pt x="6810209" y="12699"/>
                  </a:lnTo>
                  <a:close/>
                </a:path>
                <a:path w="13754100" h="584200">
                  <a:moveTo>
                    <a:pt x="6784822" y="12699"/>
                  </a:moveTo>
                  <a:lnTo>
                    <a:pt x="6765772" y="12699"/>
                  </a:lnTo>
                  <a:lnTo>
                    <a:pt x="6765772" y="0"/>
                  </a:lnTo>
                  <a:lnTo>
                    <a:pt x="6784822" y="0"/>
                  </a:lnTo>
                  <a:lnTo>
                    <a:pt x="6784822" y="12699"/>
                  </a:lnTo>
                  <a:close/>
                </a:path>
                <a:path w="13754100" h="584200">
                  <a:moveTo>
                    <a:pt x="6759422" y="12699"/>
                  </a:moveTo>
                  <a:lnTo>
                    <a:pt x="6740385" y="12699"/>
                  </a:lnTo>
                  <a:lnTo>
                    <a:pt x="6740385" y="0"/>
                  </a:lnTo>
                  <a:lnTo>
                    <a:pt x="6759422" y="0"/>
                  </a:lnTo>
                  <a:lnTo>
                    <a:pt x="6759422" y="12699"/>
                  </a:lnTo>
                  <a:close/>
                </a:path>
                <a:path w="13754100" h="584200">
                  <a:moveTo>
                    <a:pt x="6734035" y="12699"/>
                  </a:moveTo>
                  <a:lnTo>
                    <a:pt x="6714985" y="12699"/>
                  </a:lnTo>
                  <a:lnTo>
                    <a:pt x="6714985" y="0"/>
                  </a:lnTo>
                  <a:lnTo>
                    <a:pt x="6734035" y="0"/>
                  </a:lnTo>
                  <a:lnTo>
                    <a:pt x="6734035" y="12699"/>
                  </a:lnTo>
                  <a:close/>
                </a:path>
                <a:path w="13754100" h="584200">
                  <a:moveTo>
                    <a:pt x="6708635" y="12699"/>
                  </a:moveTo>
                  <a:lnTo>
                    <a:pt x="6689598" y="12699"/>
                  </a:lnTo>
                  <a:lnTo>
                    <a:pt x="6689598" y="0"/>
                  </a:lnTo>
                  <a:lnTo>
                    <a:pt x="6708635" y="0"/>
                  </a:lnTo>
                  <a:lnTo>
                    <a:pt x="6708635" y="12699"/>
                  </a:lnTo>
                  <a:close/>
                </a:path>
                <a:path w="13754100" h="584200">
                  <a:moveTo>
                    <a:pt x="6683248" y="12699"/>
                  </a:moveTo>
                  <a:lnTo>
                    <a:pt x="6664198" y="12699"/>
                  </a:lnTo>
                  <a:lnTo>
                    <a:pt x="6664198" y="0"/>
                  </a:lnTo>
                  <a:lnTo>
                    <a:pt x="6683248" y="0"/>
                  </a:lnTo>
                  <a:lnTo>
                    <a:pt x="6683248" y="12699"/>
                  </a:lnTo>
                  <a:close/>
                </a:path>
                <a:path w="13754100" h="584200">
                  <a:moveTo>
                    <a:pt x="6657848" y="12699"/>
                  </a:moveTo>
                  <a:lnTo>
                    <a:pt x="6638810" y="12699"/>
                  </a:lnTo>
                  <a:lnTo>
                    <a:pt x="6638810" y="0"/>
                  </a:lnTo>
                  <a:lnTo>
                    <a:pt x="6657848" y="0"/>
                  </a:lnTo>
                  <a:lnTo>
                    <a:pt x="6657848" y="12699"/>
                  </a:lnTo>
                  <a:close/>
                </a:path>
                <a:path w="13754100" h="584200">
                  <a:moveTo>
                    <a:pt x="6632460" y="12699"/>
                  </a:moveTo>
                  <a:lnTo>
                    <a:pt x="6613410" y="12699"/>
                  </a:lnTo>
                  <a:lnTo>
                    <a:pt x="6613410" y="0"/>
                  </a:lnTo>
                  <a:lnTo>
                    <a:pt x="6632460" y="0"/>
                  </a:lnTo>
                  <a:lnTo>
                    <a:pt x="6632460" y="12699"/>
                  </a:lnTo>
                  <a:close/>
                </a:path>
                <a:path w="13754100" h="584200">
                  <a:moveTo>
                    <a:pt x="6607060" y="12699"/>
                  </a:moveTo>
                  <a:lnTo>
                    <a:pt x="6588023" y="12699"/>
                  </a:lnTo>
                  <a:lnTo>
                    <a:pt x="6588023" y="0"/>
                  </a:lnTo>
                  <a:lnTo>
                    <a:pt x="6607060" y="0"/>
                  </a:lnTo>
                  <a:lnTo>
                    <a:pt x="6607060" y="12699"/>
                  </a:lnTo>
                  <a:close/>
                </a:path>
                <a:path w="13754100" h="584200">
                  <a:moveTo>
                    <a:pt x="6581673" y="12699"/>
                  </a:moveTo>
                  <a:lnTo>
                    <a:pt x="6562623" y="12699"/>
                  </a:lnTo>
                  <a:lnTo>
                    <a:pt x="6562623" y="0"/>
                  </a:lnTo>
                  <a:lnTo>
                    <a:pt x="6581673" y="0"/>
                  </a:lnTo>
                  <a:lnTo>
                    <a:pt x="6581673" y="12699"/>
                  </a:lnTo>
                  <a:close/>
                </a:path>
                <a:path w="13754100" h="584200">
                  <a:moveTo>
                    <a:pt x="6556273" y="12699"/>
                  </a:moveTo>
                  <a:lnTo>
                    <a:pt x="6537223" y="12699"/>
                  </a:lnTo>
                  <a:lnTo>
                    <a:pt x="6537223" y="0"/>
                  </a:lnTo>
                  <a:lnTo>
                    <a:pt x="6556273" y="0"/>
                  </a:lnTo>
                  <a:lnTo>
                    <a:pt x="6556273" y="12699"/>
                  </a:lnTo>
                  <a:close/>
                </a:path>
                <a:path w="13754100" h="584200">
                  <a:moveTo>
                    <a:pt x="6530886" y="12699"/>
                  </a:moveTo>
                  <a:lnTo>
                    <a:pt x="6511836" y="12699"/>
                  </a:lnTo>
                  <a:lnTo>
                    <a:pt x="6511836" y="0"/>
                  </a:lnTo>
                  <a:lnTo>
                    <a:pt x="6530886" y="0"/>
                  </a:lnTo>
                  <a:lnTo>
                    <a:pt x="6530886" y="12699"/>
                  </a:lnTo>
                  <a:close/>
                </a:path>
                <a:path w="13754100" h="584200">
                  <a:moveTo>
                    <a:pt x="6505486" y="12699"/>
                  </a:moveTo>
                  <a:lnTo>
                    <a:pt x="6486436" y="12699"/>
                  </a:lnTo>
                  <a:lnTo>
                    <a:pt x="6486436" y="0"/>
                  </a:lnTo>
                  <a:lnTo>
                    <a:pt x="6505486" y="0"/>
                  </a:lnTo>
                  <a:lnTo>
                    <a:pt x="6505486" y="12699"/>
                  </a:lnTo>
                  <a:close/>
                </a:path>
                <a:path w="13754100" h="584200">
                  <a:moveTo>
                    <a:pt x="6480098" y="12699"/>
                  </a:moveTo>
                  <a:lnTo>
                    <a:pt x="6461048" y="12699"/>
                  </a:lnTo>
                  <a:lnTo>
                    <a:pt x="6461048" y="0"/>
                  </a:lnTo>
                  <a:lnTo>
                    <a:pt x="6480098" y="0"/>
                  </a:lnTo>
                  <a:lnTo>
                    <a:pt x="6480098" y="12699"/>
                  </a:lnTo>
                  <a:close/>
                </a:path>
                <a:path w="13754100" h="584200">
                  <a:moveTo>
                    <a:pt x="6454698" y="12699"/>
                  </a:moveTo>
                  <a:lnTo>
                    <a:pt x="6435648" y="12699"/>
                  </a:lnTo>
                  <a:lnTo>
                    <a:pt x="6435648" y="0"/>
                  </a:lnTo>
                  <a:lnTo>
                    <a:pt x="6454698" y="0"/>
                  </a:lnTo>
                  <a:lnTo>
                    <a:pt x="6454698" y="12699"/>
                  </a:lnTo>
                  <a:close/>
                </a:path>
                <a:path w="13754100" h="584200">
                  <a:moveTo>
                    <a:pt x="6429311" y="12699"/>
                  </a:moveTo>
                  <a:lnTo>
                    <a:pt x="6410261" y="12699"/>
                  </a:lnTo>
                  <a:lnTo>
                    <a:pt x="6410261" y="0"/>
                  </a:lnTo>
                  <a:lnTo>
                    <a:pt x="6429311" y="0"/>
                  </a:lnTo>
                  <a:lnTo>
                    <a:pt x="6429311" y="12699"/>
                  </a:lnTo>
                  <a:close/>
                </a:path>
                <a:path w="13754100" h="584200">
                  <a:moveTo>
                    <a:pt x="6403911" y="12699"/>
                  </a:moveTo>
                  <a:lnTo>
                    <a:pt x="6384861" y="12699"/>
                  </a:lnTo>
                  <a:lnTo>
                    <a:pt x="6384861" y="0"/>
                  </a:lnTo>
                  <a:lnTo>
                    <a:pt x="6403911" y="0"/>
                  </a:lnTo>
                  <a:lnTo>
                    <a:pt x="6403911" y="12699"/>
                  </a:lnTo>
                  <a:close/>
                </a:path>
                <a:path w="13754100" h="584200">
                  <a:moveTo>
                    <a:pt x="6378524" y="12699"/>
                  </a:moveTo>
                  <a:lnTo>
                    <a:pt x="6359474" y="12699"/>
                  </a:lnTo>
                  <a:lnTo>
                    <a:pt x="6359474" y="0"/>
                  </a:lnTo>
                  <a:lnTo>
                    <a:pt x="6378524" y="0"/>
                  </a:lnTo>
                  <a:lnTo>
                    <a:pt x="6378524" y="12699"/>
                  </a:lnTo>
                  <a:close/>
                </a:path>
                <a:path w="13754100" h="584200">
                  <a:moveTo>
                    <a:pt x="6353124" y="12699"/>
                  </a:moveTo>
                  <a:lnTo>
                    <a:pt x="6334074" y="12699"/>
                  </a:lnTo>
                  <a:lnTo>
                    <a:pt x="6334074" y="0"/>
                  </a:lnTo>
                  <a:lnTo>
                    <a:pt x="6353124" y="0"/>
                  </a:lnTo>
                  <a:lnTo>
                    <a:pt x="6353124" y="12699"/>
                  </a:lnTo>
                  <a:close/>
                </a:path>
                <a:path w="13754100" h="584200">
                  <a:moveTo>
                    <a:pt x="6327736" y="12699"/>
                  </a:moveTo>
                  <a:lnTo>
                    <a:pt x="6308686" y="12699"/>
                  </a:lnTo>
                  <a:lnTo>
                    <a:pt x="6308686" y="0"/>
                  </a:lnTo>
                  <a:lnTo>
                    <a:pt x="6327736" y="0"/>
                  </a:lnTo>
                  <a:lnTo>
                    <a:pt x="6327736" y="12699"/>
                  </a:lnTo>
                  <a:close/>
                </a:path>
                <a:path w="13754100" h="584200">
                  <a:moveTo>
                    <a:pt x="6302336" y="12699"/>
                  </a:moveTo>
                  <a:lnTo>
                    <a:pt x="6283286" y="12699"/>
                  </a:lnTo>
                  <a:lnTo>
                    <a:pt x="6283286" y="0"/>
                  </a:lnTo>
                  <a:lnTo>
                    <a:pt x="6302336" y="0"/>
                  </a:lnTo>
                  <a:lnTo>
                    <a:pt x="6302336" y="12699"/>
                  </a:lnTo>
                  <a:close/>
                </a:path>
                <a:path w="13754100" h="584200">
                  <a:moveTo>
                    <a:pt x="6276936" y="12699"/>
                  </a:moveTo>
                  <a:lnTo>
                    <a:pt x="6257899" y="12699"/>
                  </a:lnTo>
                  <a:lnTo>
                    <a:pt x="6257899" y="0"/>
                  </a:lnTo>
                  <a:lnTo>
                    <a:pt x="6276936" y="0"/>
                  </a:lnTo>
                  <a:lnTo>
                    <a:pt x="6276936" y="12699"/>
                  </a:lnTo>
                  <a:close/>
                </a:path>
                <a:path w="13754100" h="584200">
                  <a:moveTo>
                    <a:pt x="6251549" y="12699"/>
                  </a:moveTo>
                  <a:lnTo>
                    <a:pt x="6232499" y="12699"/>
                  </a:lnTo>
                  <a:lnTo>
                    <a:pt x="6232499" y="0"/>
                  </a:lnTo>
                  <a:lnTo>
                    <a:pt x="6251549" y="0"/>
                  </a:lnTo>
                  <a:lnTo>
                    <a:pt x="6251549" y="12699"/>
                  </a:lnTo>
                  <a:close/>
                </a:path>
                <a:path w="13754100" h="584200">
                  <a:moveTo>
                    <a:pt x="6226162" y="12699"/>
                  </a:moveTo>
                  <a:lnTo>
                    <a:pt x="6207112" y="12699"/>
                  </a:lnTo>
                  <a:lnTo>
                    <a:pt x="6207112" y="0"/>
                  </a:lnTo>
                  <a:lnTo>
                    <a:pt x="6226162" y="0"/>
                  </a:lnTo>
                  <a:lnTo>
                    <a:pt x="6226162" y="12699"/>
                  </a:lnTo>
                  <a:close/>
                </a:path>
                <a:path w="13754100" h="584200">
                  <a:moveTo>
                    <a:pt x="6200762" y="12699"/>
                  </a:moveTo>
                  <a:lnTo>
                    <a:pt x="6181712" y="12699"/>
                  </a:lnTo>
                  <a:lnTo>
                    <a:pt x="6181712" y="0"/>
                  </a:lnTo>
                  <a:lnTo>
                    <a:pt x="6200762" y="0"/>
                  </a:lnTo>
                  <a:lnTo>
                    <a:pt x="6200762" y="12699"/>
                  </a:lnTo>
                  <a:close/>
                </a:path>
                <a:path w="13754100" h="584200">
                  <a:moveTo>
                    <a:pt x="6175362" y="12699"/>
                  </a:moveTo>
                  <a:lnTo>
                    <a:pt x="6156325" y="12699"/>
                  </a:lnTo>
                  <a:lnTo>
                    <a:pt x="6156325" y="0"/>
                  </a:lnTo>
                  <a:lnTo>
                    <a:pt x="6175362" y="0"/>
                  </a:lnTo>
                  <a:lnTo>
                    <a:pt x="6175362" y="12699"/>
                  </a:lnTo>
                  <a:close/>
                </a:path>
                <a:path w="13754100" h="584200">
                  <a:moveTo>
                    <a:pt x="6149975" y="12699"/>
                  </a:moveTo>
                  <a:lnTo>
                    <a:pt x="6130925" y="12699"/>
                  </a:lnTo>
                  <a:lnTo>
                    <a:pt x="6130925" y="0"/>
                  </a:lnTo>
                  <a:lnTo>
                    <a:pt x="6149975" y="0"/>
                  </a:lnTo>
                  <a:lnTo>
                    <a:pt x="6149975" y="12699"/>
                  </a:lnTo>
                  <a:close/>
                </a:path>
                <a:path w="13754100" h="584200">
                  <a:moveTo>
                    <a:pt x="6124575" y="12699"/>
                  </a:moveTo>
                  <a:lnTo>
                    <a:pt x="6105537" y="12699"/>
                  </a:lnTo>
                  <a:lnTo>
                    <a:pt x="6105537" y="0"/>
                  </a:lnTo>
                  <a:lnTo>
                    <a:pt x="6124575" y="0"/>
                  </a:lnTo>
                  <a:lnTo>
                    <a:pt x="6124575" y="12699"/>
                  </a:lnTo>
                  <a:close/>
                </a:path>
                <a:path w="13754100" h="584200">
                  <a:moveTo>
                    <a:pt x="6099187" y="12699"/>
                  </a:moveTo>
                  <a:lnTo>
                    <a:pt x="6080137" y="12699"/>
                  </a:lnTo>
                  <a:lnTo>
                    <a:pt x="6080137" y="0"/>
                  </a:lnTo>
                  <a:lnTo>
                    <a:pt x="6099187" y="0"/>
                  </a:lnTo>
                  <a:lnTo>
                    <a:pt x="6099187" y="12699"/>
                  </a:lnTo>
                  <a:close/>
                </a:path>
                <a:path w="13754100" h="584200">
                  <a:moveTo>
                    <a:pt x="6073787" y="12699"/>
                  </a:moveTo>
                  <a:lnTo>
                    <a:pt x="6054750" y="12699"/>
                  </a:lnTo>
                  <a:lnTo>
                    <a:pt x="6054750" y="0"/>
                  </a:lnTo>
                  <a:lnTo>
                    <a:pt x="6073787" y="0"/>
                  </a:lnTo>
                  <a:lnTo>
                    <a:pt x="6073787" y="12699"/>
                  </a:lnTo>
                  <a:close/>
                </a:path>
                <a:path w="13754100" h="584200">
                  <a:moveTo>
                    <a:pt x="6048400" y="12699"/>
                  </a:moveTo>
                  <a:lnTo>
                    <a:pt x="6029350" y="12699"/>
                  </a:lnTo>
                  <a:lnTo>
                    <a:pt x="6029350" y="0"/>
                  </a:lnTo>
                  <a:lnTo>
                    <a:pt x="6048400" y="0"/>
                  </a:lnTo>
                  <a:lnTo>
                    <a:pt x="6048400" y="12699"/>
                  </a:lnTo>
                  <a:close/>
                </a:path>
                <a:path w="13754100" h="584200">
                  <a:moveTo>
                    <a:pt x="6023000" y="12699"/>
                  </a:moveTo>
                  <a:lnTo>
                    <a:pt x="6003963" y="12699"/>
                  </a:lnTo>
                  <a:lnTo>
                    <a:pt x="6003963" y="0"/>
                  </a:lnTo>
                  <a:lnTo>
                    <a:pt x="6023000" y="0"/>
                  </a:lnTo>
                  <a:lnTo>
                    <a:pt x="6023000" y="12699"/>
                  </a:lnTo>
                  <a:close/>
                </a:path>
                <a:path w="13754100" h="584200">
                  <a:moveTo>
                    <a:pt x="5997613" y="12699"/>
                  </a:moveTo>
                  <a:lnTo>
                    <a:pt x="5978563" y="12699"/>
                  </a:lnTo>
                  <a:lnTo>
                    <a:pt x="5978563" y="0"/>
                  </a:lnTo>
                  <a:lnTo>
                    <a:pt x="5997613" y="0"/>
                  </a:lnTo>
                  <a:lnTo>
                    <a:pt x="5997613" y="12699"/>
                  </a:lnTo>
                  <a:close/>
                </a:path>
                <a:path w="13754100" h="584200">
                  <a:moveTo>
                    <a:pt x="5972213" y="12699"/>
                  </a:moveTo>
                  <a:lnTo>
                    <a:pt x="5953175" y="12699"/>
                  </a:lnTo>
                  <a:lnTo>
                    <a:pt x="5953175" y="0"/>
                  </a:lnTo>
                  <a:lnTo>
                    <a:pt x="5972213" y="0"/>
                  </a:lnTo>
                  <a:lnTo>
                    <a:pt x="5972213" y="12699"/>
                  </a:lnTo>
                  <a:close/>
                </a:path>
                <a:path w="13754100" h="584200">
                  <a:moveTo>
                    <a:pt x="5946825" y="12699"/>
                  </a:moveTo>
                  <a:lnTo>
                    <a:pt x="5927775" y="12699"/>
                  </a:lnTo>
                  <a:lnTo>
                    <a:pt x="5927775" y="0"/>
                  </a:lnTo>
                  <a:lnTo>
                    <a:pt x="5946825" y="0"/>
                  </a:lnTo>
                  <a:lnTo>
                    <a:pt x="5946825" y="12699"/>
                  </a:lnTo>
                  <a:close/>
                </a:path>
                <a:path w="13754100" h="584200">
                  <a:moveTo>
                    <a:pt x="5921425" y="12699"/>
                  </a:moveTo>
                  <a:lnTo>
                    <a:pt x="5902388" y="12699"/>
                  </a:lnTo>
                  <a:lnTo>
                    <a:pt x="5902388" y="0"/>
                  </a:lnTo>
                  <a:lnTo>
                    <a:pt x="5921425" y="0"/>
                  </a:lnTo>
                  <a:lnTo>
                    <a:pt x="5921425" y="12699"/>
                  </a:lnTo>
                  <a:close/>
                </a:path>
                <a:path w="13754100" h="584200">
                  <a:moveTo>
                    <a:pt x="5896038" y="12699"/>
                  </a:moveTo>
                  <a:lnTo>
                    <a:pt x="5876988" y="12699"/>
                  </a:lnTo>
                  <a:lnTo>
                    <a:pt x="5876988" y="0"/>
                  </a:lnTo>
                  <a:lnTo>
                    <a:pt x="5896038" y="0"/>
                  </a:lnTo>
                  <a:lnTo>
                    <a:pt x="5896038" y="12699"/>
                  </a:lnTo>
                  <a:close/>
                </a:path>
                <a:path w="13754100" h="584200">
                  <a:moveTo>
                    <a:pt x="5870638" y="12699"/>
                  </a:moveTo>
                  <a:lnTo>
                    <a:pt x="5851601" y="12699"/>
                  </a:lnTo>
                  <a:lnTo>
                    <a:pt x="5851601" y="0"/>
                  </a:lnTo>
                  <a:lnTo>
                    <a:pt x="5870638" y="0"/>
                  </a:lnTo>
                  <a:lnTo>
                    <a:pt x="5870638" y="12699"/>
                  </a:lnTo>
                  <a:close/>
                </a:path>
                <a:path w="13754100" h="584200">
                  <a:moveTo>
                    <a:pt x="5845251" y="12699"/>
                  </a:moveTo>
                  <a:lnTo>
                    <a:pt x="5826201" y="12699"/>
                  </a:lnTo>
                  <a:lnTo>
                    <a:pt x="5826201" y="0"/>
                  </a:lnTo>
                  <a:lnTo>
                    <a:pt x="5845251" y="0"/>
                  </a:lnTo>
                  <a:lnTo>
                    <a:pt x="5845251" y="12699"/>
                  </a:lnTo>
                  <a:close/>
                </a:path>
                <a:path w="13754100" h="584200">
                  <a:moveTo>
                    <a:pt x="5819851" y="12699"/>
                  </a:moveTo>
                  <a:lnTo>
                    <a:pt x="5800813" y="12699"/>
                  </a:lnTo>
                  <a:lnTo>
                    <a:pt x="5800813" y="0"/>
                  </a:lnTo>
                  <a:lnTo>
                    <a:pt x="5819851" y="0"/>
                  </a:lnTo>
                  <a:lnTo>
                    <a:pt x="5819851" y="12699"/>
                  </a:lnTo>
                  <a:close/>
                </a:path>
                <a:path w="13754100" h="584200">
                  <a:moveTo>
                    <a:pt x="5794463" y="12699"/>
                  </a:moveTo>
                  <a:lnTo>
                    <a:pt x="5775413" y="12699"/>
                  </a:lnTo>
                  <a:lnTo>
                    <a:pt x="5775413" y="0"/>
                  </a:lnTo>
                  <a:lnTo>
                    <a:pt x="5794463" y="0"/>
                  </a:lnTo>
                  <a:lnTo>
                    <a:pt x="5794463" y="12699"/>
                  </a:lnTo>
                  <a:close/>
                </a:path>
                <a:path w="13754100" h="584200">
                  <a:moveTo>
                    <a:pt x="5769063" y="12699"/>
                  </a:moveTo>
                  <a:lnTo>
                    <a:pt x="5750026" y="12699"/>
                  </a:lnTo>
                  <a:lnTo>
                    <a:pt x="5750026" y="0"/>
                  </a:lnTo>
                  <a:lnTo>
                    <a:pt x="5769063" y="0"/>
                  </a:lnTo>
                  <a:lnTo>
                    <a:pt x="5769063" y="12699"/>
                  </a:lnTo>
                  <a:close/>
                </a:path>
                <a:path w="13754100" h="584200">
                  <a:moveTo>
                    <a:pt x="5743676" y="12699"/>
                  </a:moveTo>
                  <a:lnTo>
                    <a:pt x="5724626" y="12699"/>
                  </a:lnTo>
                  <a:lnTo>
                    <a:pt x="5724626" y="0"/>
                  </a:lnTo>
                  <a:lnTo>
                    <a:pt x="5743676" y="0"/>
                  </a:lnTo>
                  <a:lnTo>
                    <a:pt x="5743676" y="12699"/>
                  </a:lnTo>
                  <a:close/>
                </a:path>
                <a:path w="13754100" h="584200">
                  <a:moveTo>
                    <a:pt x="5718276" y="12699"/>
                  </a:moveTo>
                  <a:lnTo>
                    <a:pt x="5699239" y="12699"/>
                  </a:lnTo>
                  <a:lnTo>
                    <a:pt x="5699239" y="0"/>
                  </a:lnTo>
                  <a:lnTo>
                    <a:pt x="5718276" y="0"/>
                  </a:lnTo>
                  <a:lnTo>
                    <a:pt x="5718276" y="12699"/>
                  </a:lnTo>
                  <a:close/>
                </a:path>
                <a:path w="13754100" h="584200">
                  <a:moveTo>
                    <a:pt x="5692889" y="12699"/>
                  </a:moveTo>
                  <a:lnTo>
                    <a:pt x="5673839" y="12699"/>
                  </a:lnTo>
                  <a:lnTo>
                    <a:pt x="5673839" y="0"/>
                  </a:lnTo>
                  <a:lnTo>
                    <a:pt x="5692889" y="0"/>
                  </a:lnTo>
                  <a:lnTo>
                    <a:pt x="5692889" y="12699"/>
                  </a:lnTo>
                  <a:close/>
                </a:path>
                <a:path w="13754100" h="584200">
                  <a:moveTo>
                    <a:pt x="5667489" y="12699"/>
                  </a:moveTo>
                  <a:lnTo>
                    <a:pt x="5648452" y="12699"/>
                  </a:lnTo>
                  <a:lnTo>
                    <a:pt x="5648452" y="0"/>
                  </a:lnTo>
                  <a:lnTo>
                    <a:pt x="5667489" y="0"/>
                  </a:lnTo>
                  <a:lnTo>
                    <a:pt x="5667489" y="12699"/>
                  </a:lnTo>
                  <a:close/>
                </a:path>
                <a:path w="13754100" h="584200">
                  <a:moveTo>
                    <a:pt x="5642102" y="12699"/>
                  </a:moveTo>
                  <a:lnTo>
                    <a:pt x="5623052" y="12699"/>
                  </a:lnTo>
                  <a:lnTo>
                    <a:pt x="5623052" y="0"/>
                  </a:lnTo>
                  <a:lnTo>
                    <a:pt x="5642102" y="0"/>
                  </a:lnTo>
                  <a:lnTo>
                    <a:pt x="5642102" y="12699"/>
                  </a:lnTo>
                  <a:close/>
                </a:path>
                <a:path w="13754100" h="584200">
                  <a:moveTo>
                    <a:pt x="5616702" y="12699"/>
                  </a:moveTo>
                  <a:lnTo>
                    <a:pt x="5597664" y="12699"/>
                  </a:lnTo>
                  <a:lnTo>
                    <a:pt x="5597664" y="0"/>
                  </a:lnTo>
                  <a:lnTo>
                    <a:pt x="5616702" y="0"/>
                  </a:lnTo>
                  <a:lnTo>
                    <a:pt x="5616702" y="12699"/>
                  </a:lnTo>
                  <a:close/>
                </a:path>
                <a:path w="13754100" h="584200">
                  <a:moveTo>
                    <a:pt x="5591314" y="12699"/>
                  </a:moveTo>
                  <a:lnTo>
                    <a:pt x="5572264" y="12699"/>
                  </a:lnTo>
                  <a:lnTo>
                    <a:pt x="5572264" y="0"/>
                  </a:lnTo>
                  <a:lnTo>
                    <a:pt x="5591314" y="0"/>
                  </a:lnTo>
                  <a:lnTo>
                    <a:pt x="5591314" y="12699"/>
                  </a:lnTo>
                  <a:close/>
                </a:path>
                <a:path w="13754100" h="584200">
                  <a:moveTo>
                    <a:pt x="5565914" y="12699"/>
                  </a:moveTo>
                  <a:lnTo>
                    <a:pt x="5546877" y="12699"/>
                  </a:lnTo>
                  <a:lnTo>
                    <a:pt x="5546877" y="0"/>
                  </a:lnTo>
                  <a:lnTo>
                    <a:pt x="5565914" y="0"/>
                  </a:lnTo>
                  <a:lnTo>
                    <a:pt x="5565914" y="12699"/>
                  </a:lnTo>
                  <a:close/>
                </a:path>
                <a:path w="13754100" h="584200">
                  <a:moveTo>
                    <a:pt x="5540527" y="12699"/>
                  </a:moveTo>
                  <a:lnTo>
                    <a:pt x="5521477" y="12699"/>
                  </a:lnTo>
                  <a:lnTo>
                    <a:pt x="5521477" y="0"/>
                  </a:lnTo>
                  <a:lnTo>
                    <a:pt x="5540527" y="0"/>
                  </a:lnTo>
                  <a:lnTo>
                    <a:pt x="5540527" y="12699"/>
                  </a:lnTo>
                  <a:close/>
                </a:path>
                <a:path w="13754100" h="584200">
                  <a:moveTo>
                    <a:pt x="5515127" y="12699"/>
                  </a:moveTo>
                  <a:lnTo>
                    <a:pt x="5496090" y="12699"/>
                  </a:lnTo>
                  <a:lnTo>
                    <a:pt x="5496090" y="0"/>
                  </a:lnTo>
                  <a:lnTo>
                    <a:pt x="5515127" y="0"/>
                  </a:lnTo>
                  <a:lnTo>
                    <a:pt x="5515127" y="12699"/>
                  </a:lnTo>
                  <a:close/>
                </a:path>
                <a:path w="13754100" h="584200">
                  <a:moveTo>
                    <a:pt x="5489740" y="12699"/>
                  </a:moveTo>
                  <a:lnTo>
                    <a:pt x="5470690" y="12699"/>
                  </a:lnTo>
                  <a:lnTo>
                    <a:pt x="5470690" y="0"/>
                  </a:lnTo>
                  <a:lnTo>
                    <a:pt x="5489740" y="0"/>
                  </a:lnTo>
                  <a:lnTo>
                    <a:pt x="5489740" y="12699"/>
                  </a:lnTo>
                  <a:close/>
                </a:path>
                <a:path w="13754100" h="584200">
                  <a:moveTo>
                    <a:pt x="5464340" y="12699"/>
                  </a:moveTo>
                  <a:lnTo>
                    <a:pt x="5445290" y="12699"/>
                  </a:lnTo>
                  <a:lnTo>
                    <a:pt x="5445290" y="0"/>
                  </a:lnTo>
                  <a:lnTo>
                    <a:pt x="5464340" y="0"/>
                  </a:lnTo>
                  <a:lnTo>
                    <a:pt x="5464340" y="12699"/>
                  </a:lnTo>
                  <a:close/>
                </a:path>
                <a:path w="13754100" h="584200">
                  <a:moveTo>
                    <a:pt x="5438952" y="12699"/>
                  </a:moveTo>
                  <a:lnTo>
                    <a:pt x="5419902" y="12699"/>
                  </a:lnTo>
                  <a:lnTo>
                    <a:pt x="5419902" y="0"/>
                  </a:lnTo>
                  <a:lnTo>
                    <a:pt x="5438952" y="0"/>
                  </a:lnTo>
                  <a:lnTo>
                    <a:pt x="5438952" y="12699"/>
                  </a:lnTo>
                  <a:close/>
                </a:path>
                <a:path w="13754100" h="584200">
                  <a:moveTo>
                    <a:pt x="5413552" y="12699"/>
                  </a:moveTo>
                  <a:lnTo>
                    <a:pt x="5394502" y="12699"/>
                  </a:lnTo>
                  <a:lnTo>
                    <a:pt x="5394502" y="0"/>
                  </a:lnTo>
                  <a:lnTo>
                    <a:pt x="5413552" y="0"/>
                  </a:lnTo>
                  <a:lnTo>
                    <a:pt x="5413552" y="12699"/>
                  </a:lnTo>
                  <a:close/>
                </a:path>
                <a:path w="13754100" h="584200">
                  <a:moveTo>
                    <a:pt x="5388165" y="12699"/>
                  </a:moveTo>
                  <a:lnTo>
                    <a:pt x="5369115" y="12699"/>
                  </a:lnTo>
                  <a:lnTo>
                    <a:pt x="5369115" y="0"/>
                  </a:lnTo>
                  <a:lnTo>
                    <a:pt x="5388165" y="0"/>
                  </a:lnTo>
                  <a:lnTo>
                    <a:pt x="5388165" y="12699"/>
                  </a:lnTo>
                  <a:close/>
                </a:path>
                <a:path w="13754100" h="584200">
                  <a:moveTo>
                    <a:pt x="5362765" y="12699"/>
                  </a:moveTo>
                  <a:lnTo>
                    <a:pt x="5343715" y="12699"/>
                  </a:lnTo>
                  <a:lnTo>
                    <a:pt x="5343715" y="0"/>
                  </a:lnTo>
                  <a:lnTo>
                    <a:pt x="5362765" y="0"/>
                  </a:lnTo>
                  <a:lnTo>
                    <a:pt x="5362765" y="12699"/>
                  </a:lnTo>
                  <a:close/>
                </a:path>
                <a:path w="13754100" h="584200">
                  <a:moveTo>
                    <a:pt x="5337378" y="12699"/>
                  </a:moveTo>
                  <a:lnTo>
                    <a:pt x="5318328" y="12699"/>
                  </a:lnTo>
                  <a:lnTo>
                    <a:pt x="5318328" y="0"/>
                  </a:lnTo>
                  <a:lnTo>
                    <a:pt x="5337378" y="0"/>
                  </a:lnTo>
                  <a:lnTo>
                    <a:pt x="5337378" y="12699"/>
                  </a:lnTo>
                  <a:close/>
                </a:path>
                <a:path w="13754100" h="584200">
                  <a:moveTo>
                    <a:pt x="5311978" y="12699"/>
                  </a:moveTo>
                  <a:lnTo>
                    <a:pt x="5292928" y="12699"/>
                  </a:lnTo>
                  <a:lnTo>
                    <a:pt x="5292928" y="0"/>
                  </a:lnTo>
                  <a:lnTo>
                    <a:pt x="5311978" y="0"/>
                  </a:lnTo>
                  <a:lnTo>
                    <a:pt x="5311978" y="12699"/>
                  </a:lnTo>
                  <a:close/>
                </a:path>
                <a:path w="13754100" h="584200">
                  <a:moveTo>
                    <a:pt x="5286590" y="12699"/>
                  </a:moveTo>
                  <a:lnTo>
                    <a:pt x="5267540" y="12699"/>
                  </a:lnTo>
                  <a:lnTo>
                    <a:pt x="5267540" y="0"/>
                  </a:lnTo>
                  <a:lnTo>
                    <a:pt x="5286590" y="0"/>
                  </a:lnTo>
                  <a:lnTo>
                    <a:pt x="5286590" y="12699"/>
                  </a:lnTo>
                  <a:close/>
                </a:path>
                <a:path w="13754100" h="584200">
                  <a:moveTo>
                    <a:pt x="5261190" y="12699"/>
                  </a:moveTo>
                  <a:lnTo>
                    <a:pt x="5242140" y="12699"/>
                  </a:lnTo>
                  <a:lnTo>
                    <a:pt x="5242140" y="0"/>
                  </a:lnTo>
                  <a:lnTo>
                    <a:pt x="5261190" y="0"/>
                  </a:lnTo>
                  <a:lnTo>
                    <a:pt x="5261190" y="12699"/>
                  </a:lnTo>
                  <a:close/>
                </a:path>
                <a:path w="13754100" h="584200">
                  <a:moveTo>
                    <a:pt x="5235803" y="12699"/>
                  </a:moveTo>
                  <a:lnTo>
                    <a:pt x="5216753" y="12699"/>
                  </a:lnTo>
                  <a:lnTo>
                    <a:pt x="5216753" y="0"/>
                  </a:lnTo>
                  <a:lnTo>
                    <a:pt x="5235803" y="0"/>
                  </a:lnTo>
                  <a:lnTo>
                    <a:pt x="5235803" y="12699"/>
                  </a:lnTo>
                  <a:close/>
                </a:path>
                <a:path w="13754100" h="584200">
                  <a:moveTo>
                    <a:pt x="5210403" y="12699"/>
                  </a:moveTo>
                  <a:lnTo>
                    <a:pt x="5191353" y="12699"/>
                  </a:lnTo>
                  <a:lnTo>
                    <a:pt x="5191353" y="0"/>
                  </a:lnTo>
                  <a:lnTo>
                    <a:pt x="5210403" y="0"/>
                  </a:lnTo>
                  <a:lnTo>
                    <a:pt x="5210403" y="12699"/>
                  </a:lnTo>
                  <a:close/>
                </a:path>
                <a:path w="13754100" h="584200">
                  <a:moveTo>
                    <a:pt x="5185016" y="12699"/>
                  </a:moveTo>
                  <a:lnTo>
                    <a:pt x="5165966" y="12699"/>
                  </a:lnTo>
                  <a:lnTo>
                    <a:pt x="5165966" y="0"/>
                  </a:lnTo>
                  <a:lnTo>
                    <a:pt x="5185016" y="0"/>
                  </a:lnTo>
                  <a:lnTo>
                    <a:pt x="5185016" y="12699"/>
                  </a:lnTo>
                  <a:close/>
                </a:path>
                <a:path w="13754100" h="584200">
                  <a:moveTo>
                    <a:pt x="5159616" y="12699"/>
                  </a:moveTo>
                  <a:lnTo>
                    <a:pt x="5140566" y="12699"/>
                  </a:lnTo>
                  <a:lnTo>
                    <a:pt x="5140566" y="0"/>
                  </a:lnTo>
                  <a:lnTo>
                    <a:pt x="5159616" y="0"/>
                  </a:lnTo>
                  <a:lnTo>
                    <a:pt x="5159616" y="12699"/>
                  </a:lnTo>
                  <a:close/>
                </a:path>
                <a:path w="13754100" h="584200">
                  <a:moveTo>
                    <a:pt x="5134216" y="12699"/>
                  </a:moveTo>
                  <a:lnTo>
                    <a:pt x="5115179" y="12699"/>
                  </a:lnTo>
                  <a:lnTo>
                    <a:pt x="5115179" y="0"/>
                  </a:lnTo>
                  <a:lnTo>
                    <a:pt x="5134216" y="0"/>
                  </a:lnTo>
                  <a:lnTo>
                    <a:pt x="5134216" y="12699"/>
                  </a:lnTo>
                  <a:close/>
                </a:path>
                <a:path w="13754100" h="584200">
                  <a:moveTo>
                    <a:pt x="5108829" y="12699"/>
                  </a:moveTo>
                  <a:lnTo>
                    <a:pt x="5089779" y="12699"/>
                  </a:lnTo>
                  <a:lnTo>
                    <a:pt x="5089779" y="0"/>
                  </a:lnTo>
                  <a:lnTo>
                    <a:pt x="5108829" y="0"/>
                  </a:lnTo>
                  <a:lnTo>
                    <a:pt x="5108829" y="12699"/>
                  </a:lnTo>
                  <a:close/>
                </a:path>
                <a:path w="13754100" h="584200">
                  <a:moveTo>
                    <a:pt x="5083429" y="12699"/>
                  </a:moveTo>
                  <a:lnTo>
                    <a:pt x="5064391" y="12699"/>
                  </a:lnTo>
                  <a:lnTo>
                    <a:pt x="5064391" y="0"/>
                  </a:lnTo>
                  <a:lnTo>
                    <a:pt x="5083429" y="0"/>
                  </a:lnTo>
                  <a:lnTo>
                    <a:pt x="5083429" y="12699"/>
                  </a:lnTo>
                  <a:close/>
                </a:path>
                <a:path w="13754100" h="584200">
                  <a:moveTo>
                    <a:pt x="5058041" y="12699"/>
                  </a:moveTo>
                  <a:lnTo>
                    <a:pt x="5038991" y="12699"/>
                  </a:lnTo>
                  <a:lnTo>
                    <a:pt x="5038991" y="0"/>
                  </a:lnTo>
                  <a:lnTo>
                    <a:pt x="5058041" y="0"/>
                  </a:lnTo>
                  <a:lnTo>
                    <a:pt x="5058041" y="12699"/>
                  </a:lnTo>
                  <a:close/>
                </a:path>
                <a:path w="13754100" h="584200">
                  <a:moveTo>
                    <a:pt x="5032641" y="12699"/>
                  </a:moveTo>
                  <a:lnTo>
                    <a:pt x="5013604" y="12699"/>
                  </a:lnTo>
                  <a:lnTo>
                    <a:pt x="5013604" y="0"/>
                  </a:lnTo>
                  <a:lnTo>
                    <a:pt x="5032641" y="0"/>
                  </a:lnTo>
                  <a:lnTo>
                    <a:pt x="5032641" y="12699"/>
                  </a:lnTo>
                  <a:close/>
                </a:path>
                <a:path w="13754100" h="584200">
                  <a:moveTo>
                    <a:pt x="5007254" y="12699"/>
                  </a:moveTo>
                  <a:lnTo>
                    <a:pt x="4988204" y="12699"/>
                  </a:lnTo>
                  <a:lnTo>
                    <a:pt x="4988204" y="0"/>
                  </a:lnTo>
                  <a:lnTo>
                    <a:pt x="5007254" y="0"/>
                  </a:lnTo>
                  <a:lnTo>
                    <a:pt x="5007254" y="12699"/>
                  </a:lnTo>
                  <a:close/>
                </a:path>
                <a:path w="13754100" h="584200">
                  <a:moveTo>
                    <a:pt x="4981854" y="12699"/>
                  </a:moveTo>
                  <a:lnTo>
                    <a:pt x="4962817" y="12699"/>
                  </a:lnTo>
                  <a:lnTo>
                    <a:pt x="4962817" y="0"/>
                  </a:lnTo>
                  <a:lnTo>
                    <a:pt x="4981854" y="0"/>
                  </a:lnTo>
                  <a:lnTo>
                    <a:pt x="4981854" y="12699"/>
                  </a:lnTo>
                  <a:close/>
                </a:path>
                <a:path w="13754100" h="584200">
                  <a:moveTo>
                    <a:pt x="4956467" y="12699"/>
                  </a:moveTo>
                  <a:lnTo>
                    <a:pt x="4937417" y="12699"/>
                  </a:lnTo>
                  <a:lnTo>
                    <a:pt x="4937417" y="0"/>
                  </a:lnTo>
                  <a:lnTo>
                    <a:pt x="4956467" y="0"/>
                  </a:lnTo>
                  <a:lnTo>
                    <a:pt x="4956467" y="12699"/>
                  </a:lnTo>
                  <a:close/>
                </a:path>
                <a:path w="13754100" h="584200">
                  <a:moveTo>
                    <a:pt x="4931067" y="12699"/>
                  </a:moveTo>
                  <a:lnTo>
                    <a:pt x="4912029" y="12699"/>
                  </a:lnTo>
                  <a:lnTo>
                    <a:pt x="4912029" y="0"/>
                  </a:lnTo>
                  <a:lnTo>
                    <a:pt x="4931067" y="0"/>
                  </a:lnTo>
                  <a:lnTo>
                    <a:pt x="4931067" y="12699"/>
                  </a:lnTo>
                  <a:close/>
                </a:path>
                <a:path w="13754100" h="584200">
                  <a:moveTo>
                    <a:pt x="4905679" y="12699"/>
                  </a:moveTo>
                  <a:lnTo>
                    <a:pt x="4886629" y="12699"/>
                  </a:lnTo>
                  <a:lnTo>
                    <a:pt x="4886629" y="0"/>
                  </a:lnTo>
                  <a:lnTo>
                    <a:pt x="4905679" y="0"/>
                  </a:lnTo>
                  <a:lnTo>
                    <a:pt x="4905679" y="12699"/>
                  </a:lnTo>
                  <a:close/>
                </a:path>
                <a:path w="13754100" h="584200">
                  <a:moveTo>
                    <a:pt x="4880279" y="12699"/>
                  </a:moveTo>
                  <a:lnTo>
                    <a:pt x="4861242" y="12699"/>
                  </a:lnTo>
                  <a:lnTo>
                    <a:pt x="4861242" y="0"/>
                  </a:lnTo>
                  <a:lnTo>
                    <a:pt x="4880279" y="0"/>
                  </a:lnTo>
                  <a:lnTo>
                    <a:pt x="4880279" y="12699"/>
                  </a:lnTo>
                  <a:close/>
                </a:path>
                <a:path w="13754100" h="584200">
                  <a:moveTo>
                    <a:pt x="4854892" y="12699"/>
                  </a:moveTo>
                  <a:lnTo>
                    <a:pt x="4835842" y="12699"/>
                  </a:lnTo>
                  <a:lnTo>
                    <a:pt x="4835842" y="0"/>
                  </a:lnTo>
                  <a:lnTo>
                    <a:pt x="4854892" y="0"/>
                  </a:lnTo>
                  <a:lnTo>
                    <a:pt x="4854892" y="12699"/>
                  </a:lnTo>
                  <a:close/>
                </a:path>
                <a:path w="13754100" h="584200">
                  <a:moveTo>
                    <a:pt x="4829492" y="12699"/>
                  </a:moveTo>
                  <a:lnTo>
                    <a:pt x="4810455" y="12699"/>
                  </a:lnTo>
                  <a:lnTo>
                    <a:pt x="4810455" y="0"/>
                  </a:lnTo>
                  <a:lnTo>
                    <a:pt x="4829492" y="0"/>
                  </a:lnTo>
                  <a:lnTo>
                    <a:pt x="4829492" y="12699"/>
                  </a:lnTo>
                  <a:close/>
                </a:path>
                <a:path w="13754100" h="584200">
                  <a:moveTo>
                    <a:pt x="4804105" y="12699"/>
                  </a:moveTo>
                  <a:lnTo>
                    <a:pt x="4785055" y="12699"/>
                  </a:lnTo>
                  <a:lnTo>
                    <a:pt x="4785055" y="0"/>
                  </a:lnTo>
                  <a:lnTo>
                    <a:pt x="4804105" y="0"/>
                  </a:lnTo>
                  <a:lnTo>
                    <a:pt x="4804105" y="12699"/>
                  </a:lnTo>
                  <a:close/>
                </a:path>
                <a:path w="13754100" h="584200">
                  <a:moveTo>
                    <a:pt x="4778705" y="12699"/>
                  </a:moveTo>
                  <a:lnTo>
                    <a:pt x="4759667" y="12699"/>
                  </a:lnTo>
                  <a:lnTo>
                    <a:pt x="4759667" y="0"/>
                  </a:lnTo>
                  <a:lnTo>
                    <a:pt x="4778705" y="0"/>
                  </a:lnTo>
                  <a:lnTo>
                    <a:pt x="4778705" y="12699"/>
                  </a:lnTo>
                  <a:close/>
                </a:path>
                <a:path w="13754100" h="584200">
                  <a:moveTo>
                    <a:pt x="4753317" y="12699"/>
                  </a:moveTo>
                  <a:lnTo>
                    <a:pt x="4734267" y="12699"/>
                  </a:lnTo>
                  <a:lnTo>
                    <a:pt x="4734267" y="0"/>
                  </a:lnTo>
                  <a:lnTo>
                    <a:pt x="4753317" y="0"/>
                  </a:lnTo>
                  <a:lnTo>
                    <a:pt x="4753317" y="12699"/>
                  </a:lnTo>
                  <a:close/>
                </a:path>
                <a:path w="13754100" h="584200">
                  <a:moveTo>
                    <a:pt x="4727917" y="12699"/>
                  </a:moveTo>
                  <a:lnTo>
                    <a:pt x="4708880" y="12699"/>
                  </a:lnTo>
                  <a:lnTo>
                    <a:pt x="4708880" y="0"/>
                  </a:lnTo>
                  <a:lnTo>
                    <a:pt x="4727917" y="0"/>
                  </a:lnTo>
                  <a:lnTo>
                    <a:pt x="4727917" y="12699"/>
                  </a:lnTo>
                  <a:close/>
                </a:path>
                <a:path w="13754100" h="584200">
                  <a:moveTo>
                    <a:pt x="4702530" y="12699"/>
                  </a:moveTo>
                  <a:lnTo>
                    <a:pt x="4683480" y="12699"/>
                  </a:lnTo>
                  <a:lnTo>
                    <a:pt x="4683480" y="0"/>
                  </a:lnTo>
                  <a:lnTo>
                    <a:pt x="4702530" y="0"/>
                  </a:lnTo>
                  <a:lnTo>
                    <a:pt x="4702530" y="12699"/>
                  </a:lnTo>
                  <a:close/>
                </a:path>
                <a:path w="13754100" h="584200">
                  <a:moveTo>
                    <a:pt x="4677130" y="12699"/>
                  </a:moveTo>
                  <a:lnTo>
                    <a:pt x="4658093" y="12699"/>
                  </a:lnTo>
                  <a:lnTo>
                    <a:pt x="4658093" y="0"/>
                  </a:lnTo>
                  <a:lnTo>
                    <a:pt x="4677130" y="0"/>
                  </a:lnTo>
                  <a:lnTo>
                    <a:pt x="4677130" y="12699"/>
                  </a:lnTo>
                  <a:close/>
                </a:path>
                <a:path w="13754100" h="584200">
                  <a:moveTo>
                    <a:pt x="4651743" y="12699"/>
                  </a:moveTo>
                  <a:lnTo>
                    <a:pt x="4632693" y="12699"/>
                  </a:lnTo>
                  <a:lnTo>
                    <a:pt x="4632693" y="0"/>
                  </a:lnTo>
                  <a:lnTo>
                    <a:pt x="4651743" y="0"/>
                  </a:lnTo>
                  <a:lnTo>
                    <a:pt x="4651743" y="12699"/>
                  </a:lnTo>
                  <a:close/>
                </a:path>
                <a:path w="13754100" h="584200">
                  <a:moveTo>
                    <a:pt x="4626343" y="12699"/>
                  </a:moveTo>
                  <a:lnTo>
                    <a:pt x="4607306" y="12699"/>
                  </a:lnTo>
                  <a:lnTo>
                    <a:pt x="4607306" y="0"/>
                  </a:lnTo>
                  <a:lnTo>
                    <a:pt x="4626343" y="0"/>
                  </a:lnTo>
                  <a:lnTo>
                    <a:pt x="4626343" y="12699"/>
                  </a:lnTo>
                  <a:close/>
                </a:path>
                <a:path w="13754100" h="584200">
                  <a:moveTo>
                    <a:pt x="4600956" y="12699"/>
                  </a:moveTo>
                  <a:lnTo>
                    <a:pt x="4581906" y="12699"/>
                  </a:lnTo>
                  <a:lnTo>
                    <a:pt x="4581906" y="0"/>
                  </a:lnTo>
                  <a:lnTo>
                    <a:pt x="4600956" y="0"/>
                  </a:lnTo>
                  <a:lnTo>
                    <a:pt x="4600956" y="12699"/>
                  </a:lnTo>
                  <a:close/>
                </a:path>
                <a:path w="13754100" h="584200">
                  <a:moveTo>
                    <a:pt x="4575556" y="12699"/>
                  </a:moveTo>
                  <a:lnTo>
                    <a:pt x="4556518" y="12699"/>
                  </a:lnTo>
                  <a:lnTo>
                    <a:pt x="4556518" y="0"/>
                  </a:lnTo>
                  <a:lnTo>
                    <a:pt x="4575556" y="0"/>
                  </a:lnTo>
                  <a:lnTo>
                    <a:pt x="4575556" y="12699"/>
                  </a:lnTo>
                  <a:close/>
                </a:path>
                <a:path w="13754100" h="584200">
                  <a:moveTo>
                    <a:pt x="4550168" y="12699"/>
                  </a:moveTo>
                  <a:lnTo>
                    <a:pt x="4531118" y="12699"/>
                  </a:lnTo>
                  <a:lnTo>
                    <a:pt x="4531118" y="0"/>
                  </a:lnTo>
                  <a:lnTo>
                    <a:pt x="4550168" y="0"/>
                  </a:lnTo>
                  <a:lnTo>
                    <a:pt x="4550168" y="12699"/>
                  </a:lnTo>
                  <a:close/>
                </a:path>
                <a:path w="13754100" h="584200">
                  <a:moveTo>
                    <a:pt x="4524768" y="12699"/>
                  </a:moveTo>
                  <a:lnTo>
                    <a:pt x="4505731" y="12699"/>
                  </a:lnTo>
                  <a:lnTo>
                    <a:pt x="4505731" y="0"/>
                  </a:lnTo>
                  <a:lnTo>
                    <a:pt x="4524768" y="0"/>
                  </a:lnTo>
                  <a:lnTo>
                    <a:pt x="4524768" y="12699"/>
                  </a:lnTo>
                  <a:close/>
                </a:path>
                <a:path w="13754100" h="584200">
                  <a:moveTo>
                    <a:pt x="4499381" y="12699"/>
                  </a:moveTo>
                  <a:lnTo>
                    <a:pt x="4480331" y="12699"/>
                  </a:lnTo>
                  <a:lnTo>
                    <a:pt x="4480331" y="0"/>
                  </a:lnTo>
                  <a:lnTo>
                    <a:pt x="4499381" y="0"/>
                  </a:lnTo>
                  <a:lnTo>
                    <a:pt x="4499381" y="12699"/>
                  </a:lnTo>
                  <a:close/>
                </a:path>
                <a:path w="13754100" h="584200">
                  <a:moveTo>
                    <a:pt x="4473981" y="12699"/>
                  </a:moveTo>
                  <a:lnTo>
                    <a:pt x="4454944" y="12699"/>
                  </a:lnTo>
                  <a:lnTo>
                    <a:pt x="4454944" y="0"/>
                  </a:lnTo>
                  <a:lnTo>
                    <a:pt x="4473981" y="0"/>
                  </a:lnTo>
                  <a:lnTo>
                    <a:pt x="4473981" y="12699"/>
                  </a:lnTo>
                  <a:close/>
                </a:path>
                <a:path w="13754100" h="584200">
                  <a:moveTo>
                    <a:pt x="4448594" y="12699"/>
                  </a:moveTo>
                  <a:lnTo>
                    <a:pt x="4429544" y="12699"/>
                  </a:lnTo>
                  <a:lnTo>
                    <a:pt x="4429544" y="0"/>
                  </a:lnTo>
                  <a:lnTo>
                    <a:pt x="4448594" y="0"/>
                  </a:lnTo>
                  <a:lnTo>
                    <a:pt x="4448594" y="12699"/>
                  </a:lnTo>
                  <a:close/>
                </a:path>
                <a:path w="13754100" h="584200">
                  <a:moveTo>
                    <a:pt x="4423194" y="12699"/>
                  </a:moveTo>
                  <a:lnTo>
                    <a:pt x="4404144" y="12699"/>
                  </a:lnTo>
                  <a:lnTo>
                    <a:pt x="4404144" y="0"/>
                  </a:lnTo>
                  <a:lnTo>
                    <a:pt x="4423194" y="0"/>
                  </a:lnTo>
                  <a:lnTo>
                    <a:pt x="4423194" y="12699"/>
                  </a:lnTo>
                  <a:close/>
                </a:path>
                <a:path w="13754100" h="584200">
                  <a:moveTo>
                    <a:pt x="4397806" y="12699"/>
                  </a:moveTo>
                  <a:lnTo>
                    <a:pt x="4378756" y="12699"/>
                  </a:lnTo>
                  <a:lnTo>
                    <a:pt x="4378756" y="0"/>
                  </a:lnTo>
                  <a:lnTo>
                    <a:pt x="4397806" y="0"/>
                  </a:lnTo>
                  <a:lnTo>
                    <a:pt x="4397806" y="12699"/>
                  </a:lnTo>
                  <a:close/>
                </a:path>
                <a:path w="13754100" h="584200">
                  <a:moveTo>
                    <a:pt x="4372406" y="12699"/>
                  </a:moveTo>
                  <a:lnTo>
                    <a:pt x="4353369" y="12699"/>
                  </a:lnTo>
                  <a:lnTo>
                    <a:pt x="4353369" y="0"/>
                  </a:lnTo>
                  <a:lnTo>
                    <a:pt x="4372406" y="0"/>
                  </a:lnTo>
                  <a:lnTo>
                    <a:pt x="4372406" y="12699"/>
                  </a:lnTo>
                  <a:close/>
                </a:path>
                <a:path w="13754100" h="584200">
                  <a:moveTo>
                    <a:pt x="4347019" y="12699"/>
                  </a:moveTo>
                  <a:lnTo>
                    <a:pt x="4327969" y="12699"/>
                  </a:lnTo>
                  <a:lnTo>
                    <a:pt x="4327969" y="0"/>
                  </a:lnTo>
                  <a:lnTo>
                    <a:pt x="4347019" y="0"/>
                  </a:lnTo>
                  <a:lnTo>
                    <a:pt x="4347019" y="12699"/>
                  </a:lnTo>
                  <a:close/>
                </a:path>
                <a:path w="13754100" h="584200">
                  <a:moveTo>
                    <a:pt x="4321619" y="12699"/>
                  </a:moveTo>
                  <a:lnTo>
                    <a:pt x="4302569" y="12699"/>
                  </a:lnTo>
                  <a:lnTo>
                    <a:pt x="4302569" y="0"/>
                  </a:lnTo>
                  <a:lnTo>
                    <a:pt x="4321619" y="0"/>
                  </a:lnTo>
                  <a:lnTo>
                    <a:pt x="4321619" y="12699"/>
                  </a:lnTo>
                  <a:close/>
                </a:path>
                <a:path w="13754100" h="584200">
                  <a:moveTo>
                    <a:pt x="4296232" y="12699"/>
                  </a:moveTo>
                  <a:lnTo>
                    <a:pt x="4277182" y="12699"/>
                  </a:lnTo>
                  <a:lnTo>
                    <a:pt x="4277182" y="0"/>
                  </a:lnTo>
                  <a:lnTo>
                    <a:pt x="4296232" y="0"/>
                  </a:lnTo>
                  <a:lnTo>
                    <a:pt x="4296232" y="12699"/>
                  </a:lnTo>
                  <a:close/>
                </a:path>
                <a:path w="13754100" h="584200">
                  <a:moveTo>
                    <a:pt x="4270832" y="12699"/>
                  </a:moveTo>
                  <a:lnTo>
                    <a:pt x="4251782" y="12699"/>
                  </a:lnTo>
                  <a:lnTo>
                    <a:pt x="4251782" y="0"/>
                  </a:lnTo>
                  <a:lnTo>
                    <a:pt x="4270832" y="0"/>
                  </a:lnTo>
                  <a:lnTo>
                    <a:pt x="4270832" y="12699"/>
                  </a:lnTo>
                  <a:close/>
                </a:path>
                <a:path w="13754100" h="584200">
                  <a:moveTo>
                    <a:pt x="4245444" y="12699"/>
                  </a:moveTo>
                  <a:lnTo>
                    <a:pt x="4226394" y="12699"/>
                  </a:lnTo>
                  <a:lnTo>
                    <a:pt x="4226394" y="0"/>
                  </a:lnTo>
                  <a:lnTo>
                    <a:pt x="4245444" y="0"/>
                  </a:lnTo>
                  <a:lnTo>
                    <a:pt x="4245444" y="12699"/>
                  </a:lnTo>
                  <a:close/>
                </a:path>
                <a:path w="13754100" h="584200">
                  <a:moveTo>
                    <a:pt x="4220044" y="12699"/>
                  </a:moveTo>
                  <a:lnTo>
                    <a:pt x="4200994" y="12699"/>
                  </a:lnTo>
                  <a:lnTo>
                    <a:pt x="4200994" y="0"/>
                  </a:lnTo>
                  <a:lnTo>
                    <a:pt x="4220044" y="0"/>
                  </a:lnTo>
                  <a:lnTo>
                    <a:pt x="4220044" y="12699"/>
                  </a:lnTo>
                  <a:close/>
                </a:path>
                <a:path w="13754100" h="584200">
                  <a:moveTo>
                    <a:pt x="4194657" y="12699"/>
                  </a:moveTo>
                  <a:lnTo>
                    <a:pt x="4175607" y="12699"/>
                  </a:lnTo>
                  <a:lnTo>
                    <a:pt x="4175607" y="0"/>
                  </a:lnTo>
                  <a:lnTo>
                    <a:pt x="4194657" y="0"/>
                  </a:lnTo>
                  <a:lnTo>
                    <a:pt x="4194657" y="12699"/>
                  </a:lnTo>
                  <a:close/>
                </a:path>
                <a:path w="13754100" h="584200">
                  <a:moveTo>
                    <a:pt x="4169257" y="12699"/>
                  </a:moveTo>
                  <a:lnTo>
                    <a:pt x="4150207" y="12699"/>
                  </a:lnTo>
                  <a:lnTo>
                    <a:pt x="4150207" y="0"/>
                  </a:lnTo>
                  <a:lnTo>
                    <a:pt x="4169257" y="0"/>
                  </a:lnTo>
                  <a:lnTo>
                    <a:pt x="4169257" y="12699"/>
                  </a:lnTo>
                  <a:close/>
                </a:path>
                <a:path w="13754100" h="584200">
                  <a:moveTo>
                    <a:pt x="4143870" y="12699"/>
                  </a:moveTo>
                  <a:lnTo>
                    <a:pt x="4124820" y="12699"/>
                  </a:lnTo>
                  <a:lnTo>
                    <a:pt x="4124820" y="0"/>
                  </a:lnTo>
                  <a:lnTo>
                    <a:pt x="4143870" y="0"/>
                  </a:lnTo>
                  <a:lnTo>
                    <a:pt x="4143870" y="12699"/>
                  </a:lnTo>
                  <a:close/>
                </a:path>
                <a:path w="13754100" h="584200">
                  <a:moveTo>
                    <a:pt x="4118470" y="12699"/>
                  </a:moveTo>
                  <a:lnTo>
                    <a:pt x="4099420" y="12699"/>
                  </a:lnTo>
                  <a:lnTo>
                    <a:pt x="4099420" y="0"/>
                  </a:lnTo>
                  <a:lnTo>
                    <a:pt x="4118470" y="0"/>
                  </a:lnTo>
                  <a:lnTo>
                    <a:pt x="4118470" y="12699"/>
                  </a:lnTo>
                  <a:close/>
                </a:path>
                <a:path w="13754100" h="584200">
                  <a:moveTo>
                    <a:pt x="4093070" y="12699"/>
                  </a:moveTo>
                  <a:lnTo>
                    <a:pt x="4074033" y="12699"/>
                  </a:lnTo>
                  <a:lnTo>
                    <a:pt x="4074033" y="0"/>
                  </a:lnTo>
                  <a:lnTo>
                    <a:pt x="4093070" y="0"/>
                  </a:lnTo>
                  <a:lnTo>
                    <a:pt x="4093070" y="12699"/>
                  </a:lnTo>
                  <a:close/>
                </a:path>
                <a:path w="13754100" h="584200">
                  <a:moveTo>
                    <a:pt x="4067683" y="12699"/>
                  </a:moveTo>
                  <a:lnTo>
                    <a:pt x="4048633" y="12699"/>
                  </a:lnTo>
                  <a:lnTo>
                    <a:pt x="4048633" y="0"/>
                  </a:lnTo>
                  <a:lnTo>
                    <a:pt x="4067683" y="0"/>
                  </a:lnTo>
                  <a:lnTo>
                    <a:pt x="4067683" y="12699"/>
                  </a:lnTo>
                  <a:close/>
                </a:path>
                <a:path w="13754100" h="584200">
                  <a:moveTo>
                    <a:pt x="4042283" y="12699"/>
                  </a:moveTo>
                  <a:lnTo>
                    <a:pt x="4023245" y="12699"/>
                  </a:lnTo>
                  <a:lnTo>
                    <a:pt x="4023245" y="0"/>
                  </a:lnTo>
                  <a:lnTo>
                    <a:pt x="4042283" y="0"/>
                  </a:lnTo>
                  <a:lnTo>
                    <a:pt x="4042283" y="12699"/>
                  </a:lnTo>
                  <a:close/>
                </a:path>
                <a:path w="13754100" h="584200">
                  <a:moveTo>
                    <a:pt x="4016895" y="12699"/>
                  </a:moveTo>
                  <a:lnTo>
                    <a:pt x="3997845" y="12699"/>
                  </a:lnTo>
                  <a:lnTo>
                    <a:pt x="3997845" y="0"/>
                  </a:lnTo>
                  <a:lnTo>
                    <a:pt x="4016895" y="0"/>
                  </a:lnTo>
                  <a:lnTo>
                    <a:pt x="4016895" y="12699"/>
                  </a:lnTo>
                  <a:close/>
                </a:path>
                <a:path w="13754100" h="584200">
                  <a:moveTo>
                    <a:pt x="3991495" y="12699"/>
                  </a:moveTo>
                  <a:lnTo>
                    <a:pt x="3972458" y="12699"/>
                  </a:lnTo>
                  <a:lnTo>
                    <a:pt x="3972458" y="0"/>
                  </a:lnTo>
                  <a:lnTo>
                    <a:pt x="3991495" y="0"/>
                  </a:lnTo>
                  <a:lnTo>
                    <a:pt x="3991495" y="12699"/>
                  </a:lnTo>
                  <a:close/>
                </a:path>
                <a:path w="13754100" h="584200">
                  <a:moveTo>
                    <a:pt x="3966108" y="12699"/>
                  </a:moveTo>
                  <a:lnTo>
                    <a:pt x="3947058" y="12699"/>
                  </a:lnTo>
                  <a:lnTo>
                    <a:pt x="3947058" y="0"/>
                  </a:lnTo>
                  <a:lnTo>
                    <a:pt x="3966108" y="0"/>
                  </a:lnTo>
                  <a:lnTo>
                    <a:pt x="3966108" y="12699"/>
                  </a:lnTo>
                  <a:close/>
                </a:path>
                <a:path w="13754100" h="584200">
                  <a:moveTo>
                    <a:pt x="3940708" y="12699"/>
                  </a:moveTo>
                  <a:lnTo>
                    <a:pt x="3921671" y="12699"/>
                  </a:lnTo>
                  <a:lnTo>
                    <a:pt x="3921671" y="0"/>
                  </a:lnTo>
                  <a:lnTo>
                    <a:pt x="3940708" y="0"/>
                  </a:lnTo>
                  <a:lnTo>
                    <a:pt x="3940708" y="12699"/>
                  </a:lnTo>
                  <a:close/>
                </a:path>
                <a:path w="13754100" h="584200">
                  <a:moveTo>
                    <a:pt x="3915321" y="12699"/>
                  </a:moveTo>
                  <a:lnTo>
                    <a:pt x="3896271" y="12699"/>
                  </a:lnTo>
                  <a:lnTo>
                    <a:pt x="3896271" y="0"/>
                  </a:lnTo>
                  <a:lnTo>
                    <a:pt x="3915321" y="0"/>
                  </a:lnTo>
                  <a:lnTo>
                    <a:pt x="3915321" y="12699"/>
                  </a:lnTo>
                  <a:close/>
                </a:path>
                <a:path w="13754100" h="584200">
                  <a:moveTo>
                    <a:pt x="3889921" y="12699"/>
                  </a:moveTo>
                  <a:lnTo>
                    <a:pt x="3870883" y="12699"/>
                  </a:lnTo>
                  <a:lnTo>
                    <a:pt x="3870883" y="0"/>
                  </a:lnTo>
                  <a:lnTo>
                    <a:pt x="3889921" y="0"/>
                  </a:lnTo>
                  <a:lnTo>
                    <a:pt x="3889921" y="12699"/>
                  </a:lnTo>
                  <a:close/>
                </a:path>
                <a:path w="13754100" h="584200">
                  <a:moveTo>
                    <a:pt x="3864533" y="12699"/>
                  </a:moveTo>
                  <a:lnTo>
                    <a:pt x="3845483" y="12699"/>
                  </a:lnTo>
                  <a:lnTo>
                    <a:pt x="3845483" y="0"/>
                  </a:lnTo>
                  <a:lnTo>
                    <a:pt x="3864533" y="0"/>
                  </a:lnTo>
                  <a:lnTo>
                    <a:pt x="3864533" y="12699"/>
                  </a:lnTo>
                  <a:close/>
                </a:path>
                <a:path w="13754100" h="584200">
                  <a:moveTo>
                    <a:pt x="3839133" y="12699"/>
                  </a:moveTo>
                  <a:lnTo>
                    <a:pt x="3820096" y="12699"/>
                  </a:lnTo>
                  <a:lnTo>
                    <a:pt x="3820096" y="0"/>
                  </a:lnTo>
                  <a:lnTo>
                    <a:pt x="3839133" y="0"/>
                  </a:lnTo>
                  <a:lnTo>
                    <a:pt x="3839133" y="12699"/>
                  </a:lnTo>
                  <a:close/>
                </a:path>
                <a:path w="13754100" h="584200">
                  <a:moveTo>
                    <a:pt x="3813746" y="12699"/>
                  </a:moveTo>
                  <a:lnTo>
                    <a:pt x="3794696" y="12699"/>
                  </a:lnTo>
                  <a:lnTo>
                    <a:pt x="3794696" y="0"/>
                  </a:lnTo>
                  <a:lnTo>
                    <a:pt x="3813746" y="0"/>
                  </a:lnTo>
                  <a:lnTo>
                    <a:pt x="3813746" y="12699"/>
                  </a:lnTo>
                  <a:close/>
                </a:path>
                <a:path w="13754100" h="584200">
                  <a:moveTo>
                    <a:pt x="3788346" y="12699"/>
                  </a:moveTo>
                  <a:lnTo>
                    <a:pt x="3769309" y="12699"/>
                  </a:lnTo>
                  <a:lnTo>
                    <a:pt x="3769309" y="0"/>
                  </a:lnTo>
                  <a:lnTo>
                    <a:pt x="3788346" y="0"/>
                  </a:lnTo>
                  <a:lnTo>
                    <a:pt x="3788346" y="12699"/>
                  </a:lnTo>
                  <a:close/>
                </a:path>
                <a:path w="13754100" h="584200">
                  <a:moveTo>
                    <a:pt x="3762959" y="12699"/>
                  </a:moveTo>
                  <a:lnTo>
                    <a:pt x="3743909" y="12699"/>
                  </a:lnTo>
                  <a:lnTo>
                    <a:pt x="3743909" y="0"/>
                  </a:lnTo>
                  <a:lnTo>
                    <a:pt x="3762959" y="0"/>
                  </a:lnTo>
                  <a:lnTo>
                    <a:pt x="3762959" y="12699"/>
                  </a:lnTo>
                  <a:close/>
                </a:path>
                <a:path w="13754100" h="584200">
                  <a:moveTo>
                    <a:pt x="3737559" y="12699"/>
                  </a:moveTo>
                  <a:lnTo>
                    <a:pt x="3718521" y="12699"/>
                  </a:lnTo>
                  <a:lnTo>
                    <a:pt x="3718521" y="0"/>
                  </a:lnTo>
                  <a:lnTo>
                    <a:pt x="3737559" y="0"/>
                  </a:lnTo>
                  <a:lnTo>
                    <a:pt x="3737559" y="12699"/>
                  </a:lnTo>
                  <a:close/>
                </a:path>
                <a:path w="13754100" h="584200">
                  <a:moveTo>
                    <a:pt x="3712171" y="12699"/>
                  </a:moveTo>
                  <a:lnTo>
                    <a:pt x="3693121" y="12699"/>
                  </a:lnTo>
                  <a:lnTo>
                    <a:pt x="3693121" y="0"/>
                  </a:lnTo>
                  <a:lnTo>
                    <a:pt x="3712171" y="0"/>
                  </a:lnTo>
                  <a:lnTo>
                    <a:pt x="3712171" y="12699"/>
                  </a:lnTo>
                  <a:close/>
                </a:path>
                <a:path w="13754100" h="584200">
                  <a:moveTo>
                    <a:pt x="3686771" y="12699"/>
                  </a:moveTo>
                  <a:lnTo>
                    <a:pt x="3667734" y="12699"/>
                  </a:lnTo>
                  <a:lnTo>
                    <a:pt x="3667734" y="0"/>
                  </a:lnTo>
                  <a:lnTo>
                    <a:pt x="3686771" y="0"/>
                  </a:lnTo>
                  <a:lnTo>
                    <a:pt x="3686771" y="12699"/>
                  </a:lnTo>
                  <a:close/>
                </a:path>
                <a:path w="13754100" h="584200">
                  <a:moveTo>
                    <a:pt x="3661384" y="12699"/>
                  </a:moveTo>
                  <a:lnTo>
                    <a:pt x="3642334" y="12699"/>
                  </a:lnTo>
                  <a:lnTo>
                    <a:pt x="3642334" y="0"/>
                  </a:lnTo>
                  <a:lnTo>
                    <a:pt x="3661384" y="0"/>
                  </a:lnTo>
                  <a:lnTo>
                    <a:pt x="3661384" y="12699"/>
                  </a:lnTo>
                  <a:close/>
                </a:path>
                <a:path w="13754100" h="584200">
                  <a:moveTo>
                    <a:pt x="3635984" y="12699"/>
                  </a:moveTo>
                  <a:lnTo>
                    <a:pt x="3616947" y="12699"/>
                  </a:lnTo>
                  <a:lnTo>
                    <a:pt x="3616947" y="0"/>
                  </a:lnTo>
                  <a:lnTo>
                    <a:pt x="3635984" y="0"/>
                  </a:lnTo>
                  <a:lnTo>
                    <a:pt x="3635984" y="12699"/>
                  </a:lnTo>
                  <a:close/>
                </a:path>
                <a:path w="13754100" h="584200">
                  <a:moveTo>
                    <a:pt x="3610597" y="12699"/>
                  </a:moveTo>
                  <a:lnTo>
                    <a:pt x="3591547" y="12699"/>
                  </a:lnTo>
                  <a:lnTo>
                    <a:pt x="3591547" y="0"/>
                  </a:lnTo>
                  <a:lnTo>
                    <a:pt x="3610597" y="0"/>
                  </a:lnTo>
                  <a:lnTo>
                    <a:pt x="3610597" y="12699"/>
                  </a:lnTo>
                  <a:close/>
                </a:path>
                <a:path w="13754100" h="584200">
                  <a:moveTo>
                    <a:pt x="3585197" y="12699"/>
                  </a:moveTo>
                  <a:lnTo>
                    <a:pt x="3566160" y="12699"/>
                  </a:lnTo>
                  <a:lnTo>
                    <a:pt x="3566160" y="0"/>
                  </a:lnTo>
                  <a:lnTo>
                    <a:pt x="3585197" y="0"/>
                  </a:lnTo>
                  <a:lnTo>
                    <a:pt x="3585197" y="12699"/>
                  </a:lnTo>
                  <a:close/>
                </a:path>
                <a:path w="13754100" h="584200">
                  <a:moveTo>
                    <a:pt x="3559810" y="12699"/>
                  </a:moveTo>
                  <a:lnTo>
                    <a:pt x="3540760" y="12699"/>
                  </a:lnTo>
                  <a:lnTo>
                    <a:pt x="3540760" y="0"/>
                  </a:lnTo>
                  <a:lnTo>
                    <a:pt x="3559810" y="0"/>
                  </a:lnTo>
                  <a:lnTo>
                    <a:pt x="3559810" y="12699"/>
                  </a:lnTo>
                  <a:close/>
                </a:path>
                <a:path w="13754100" h="584200">
                  <a:moveTo>
                    <a:pt x="3534410" y="12699"/>
                  </a:moveTo>
                  <a:lnTo>
                    <a:pt x="3515372" y="12699"/>
                  </a:lnTo>
                  <a:lnTo>
                    <a:pt x="3515372" y="0"/>
                  </a:lnTo>
                  <a:lnTo>
                    <a:pt x="3534410" y="0"/>
                  </a:lnTo>
                  <a:lnTo>
                    <a:pt x="3534410" y="12699"/>
                  </a:lnTo>
                  <a:close/>
                </a:path>
                <a:path w="13754100" h="584200">
                  <a:moveTo>
                    <a:pt x="3509022" y="12699"/>
                  </a:moveTo>
                  <a:lnTo>
                    <a:pt x="3489972" y="12699"/>
                  </a:lnTo>
                  <a:lnTo>
                    <a:pt x="3489972" y="0"/>
                  </a:lnTo>
                  <a:lnTo>
                    <a:pt x="3509022" y="0"/>
                  </a:lnTo>
                  <a:lnTo>
                    <a:pt x="3509022" y="12699"/>
                  </a:lnTo>
                  <a:close/>
                </a:path>
                <a:path w="13754100" h="584200">
                  <a:moveTo>
                    <a:pt x="3483622" y="12699"/>
                  </a:moveTo>
                  <a:lnTo>
                    <a:pt x="3464585" y="12699"/>
                  </a:lnTo>
                  <a:lnTo>
                    <a:pt x="3464585" y="0"/>
                  </a:lnTo>
                  <a:lnTo>
                    <a:pt x="3483622" y="0"/>
                  </a:lnTo>
                  <a:lnTo>
                    <a:pt x="3483622" y="12699"/>
                  </a:lnTo>
                  <a:close/>
                </a:path>
                <a:path w="13754100" h="584200">
                  <a:moveTo>
                    <a:pt x="3458235" y="12699"/>
                  </a:moveTo>
                  <a:lnTo>
                    <a:pt x="3439185" y="12699"/>
                  </a:lnTo>
                  <a:lnTo>
                    <a:pt x="3439185" y="0"/>
                  </a:lnTo>
                  <a:lnTo>
                    <a:pt x="3458235" y="0"/>
                  </a:lnTo>
                  <a:lnTo>
                    <a:pt x="3458235" y="12699"/>
                  </a:lnTo>
                  <a:close/>
                </a:path>
                <a:path w="13754100" h="584200">
                  <a:moveTo>
                    <a:pt x="3432835" y="12699"/>
                  </a:moveTo>
                  <a:lnTo>
                    <a:pt x="3413798" y="12699"/>
                  </a:lnTo>
                  <a:lnTo>
                    <a:pt x="3413798" y="0"/>
                  </a:lnTo>
                  <a:lnTo>
                    <a:pt x="3432835" y="0"/>
                  </a:lnTo>
                  <a:lnTo>
                    <a:pt x="3432835" y="12699"/>
                  </a:lnTo>
                  <a:close/>
                </a:path>
                <a:path w="13754100" h="584200">
                  <a:moveTo>
                    <a:pt x="3407448" y="12699"/>
                  </a:moveTo>
                  <a:lnTo>
                    <a:pt x="3388398" y="12699"/>
                  </a:lnTo>
                  <a:lnTo>
                    <a:pt x="3388398" y="0"/>
                  </a:lnTo>
                  <a:lnTo>
                    <a:pt x="3407448" y="0"/>
                  </a:lnTo>
                  <a:lnTo>
                    <a:pt x="3407448" y="12699"/>
                  </a:lnTo>
                  <a:close/>
                </a:path>
                <a:path w="13754100" h="584200">
                  <a:moveTo>
                    <a:pt x="3382048" y="12699"/>
                  </a:moveTo>
                  <a:lnTo>
                    <a:pt x="3362998" y="12699"/>
                  </a:lnTo>
                  <a:lnTo>
                    <a:pt x="3362998" y="0"/>
                  </a:lnTo>
                  <a:lnTo>
                    <a:pt x="3382048" y="0"/>
                  </a:lnTo>
                  <a:lnTo>
                    <a:pt x="3382048" y="12699"/>
                  </a:lnTo>
                  <a:close/>
                </a:path>
                <a:path w="13754100" h="584200">
                  <a:moveTo>
                    <a:pt x="3356660" y="12699"/>
                  </a:moveTo>
                  <a:lnTo>
                    <a:pt x="3337610" y="12699"/>
                  </a:lnTo>
                  <a:lnTo>
                    <a:pt x="3337610" y="0"/>
                  </a:lnTo>
                  <a:lnTo>
                    <a:pt x="3356660" y="0"/>
                  </a:lnTo>
                  <a:lnTo>
                    <a:pt x="3356660" y="12699"/>
                  </a:lnTo>
                  <a:close/>
                </a:path>
                <a:path w="13754100" h="584200">
                  <a:moveTo>
                    <a:pt x="3331260" y="12699"/>
                  </a:moveTo>
                  <a:lnTo>
                    <a:pt x="3312223" y="12699"/>
                  </a:lnTo>
                  <a:lnTo>
                    <a:pt x="3312223" y="0"/>
                  </a:lnTo>
                  <a:lnTo>
                    <a:pt x="3331260" y="0"/>
                  </a:lnTo>
                  <a:lnTo>
                    <a:pt x="3331260" y="12699"/>
                  </a:lnTo>
                  <a:close/>
                </a:path>
                <a:path w="13754100" h="584200">
                  <a:moveTo>
                    <a:pt x="3305873" y="12699"/>
                  </a:moveTo>
                  <a:lnTo>
                    <a:pt x="3286823" y="12699"/>
                  </a:lnTo>
                  <a:lnTo>
                    <a:pt x="3286823" y="0"/>
                  </a:lnTo>
                  <a:lnTo>
                    <a:pt x="3305873" y="0"/>
                  </a:lnTo>
                  <a:lnTo>
                    <a:pt x="3305873" y="12699"/>
                  </a:lnTo>
                  <a:close/>
                </a:path>
                <a:path w="13754100" h="584200">
                  <a:moveTo>
                    <a:pt x="3280473" y="12699"/>
                  </a:moveTo>
                  <a:lnTo>
                    <a:pt x="3261423" y="12699"/>
                  </a:lnTo>
                  <a:lnTo>
                    <a:pt x="3261423" y="0"/>
                  </a:lnTo>
                  <a:lnTo>
                    <a:pt x="3280473" y="0"/>
                  </a:lnTo>
                  <a:lnTo>
                    <a:pt x="3280473" y="12699"/>
                  </a:lnTo>
                  <a:close/>
                </a:path>
                <a:path w="13754100" h="584200">
                  <a:moveTo>
                    <a:pt x="3255086" y="12699"/>
                  </a:moveTo>
                  <a:lnTo>
                    <a:pt x="3236036" y="12699"/>
                  </a:lnTo>
                  <a:lnTo>
                    <a:pt x="3236036" y="0"/>
                  </a:lnTo>
                  <a:lnTo>
                    <a:pt x="3255086" y="0"/>
                  </a:lnTo>
                  <a:lnTo>
                    <a:pt x="3255086" y="12699"/>
                  </a:lnTo>
                  <a:close/>
                </a:path>
                <a:path w="13754100" h="584200">
                  <a:moveTo>
                    <a:pt x="3229686" y="12699"/>
                  </a:moveTo>
                  <a:lnTo>
                    <a:pt x="3210636" y="12699"/>
                  </a:lnTo>
                  <a:lnTo>
                    <a:pt x="3210636" y="0"/>
                  </a:lnTo>
                  <a:lnTo>
                    <a:pt x="3229686" y="0"/>
                  </a:lnTo>
                  <a:lnTo>
                    <a:pt x="3229686" y="12699"/>
                  </a:lnTo>
                  <a:close/>
                </a:path>
                <a:path w="13754100" h="584200">
                  <a:moveTo>
                    <a:pt x="3204298" y="12699"/>
                  </a:moveTo>
                  <a:lnTo>
                    <a:pt x="3185248" y="12699"/>
                  </a:lnTo>
                  <a:lnTo>
                    <a:pt x="3185248" y="0"/>
                  </a:lnTo>
                  <a:lnTo>
                    <a:pt x="3204298" y="0"/>
                  </a:lnTo>
                  <a:lnTo>
                    <a:pt x="3204298" y="12699"/>
                  </a:lnTo>
                  <a:close/>
                </a:path>
                <a:path w="13754100" h="584200">
                  <a:moveTo>
                    <a:pt x="3178898" y="12699"/>
                  </a:moveTo>
                  <a:lnTo>
                    <a:pt x="3159848" y="12699"/>
                  </a:lnTo>
                  <a:lnTo>
                    <a:pt x="3159848" y="0"/>
                  </a:lnTo>
                  <a:lnTo>
                    <a:pt x="3178898" y="0"/>
                  </a:lnTo>
                  <a:lnTo>
                    <a:pt x="3178898" y="12699"/>
                  </a:lnTo>
                  <a:close/>
                </a:path>
                <a:path w="13754100" h="584200">
                  <a:moveTo>
                    <a:pt x="3153511" y="12699"/>
                  </a:moveTo>
                  <a:lnTo>
                    <a:pt x="3134461" y="12699"/>
                  </a:lnTo>
                  <a:lnTo>
                    <a:pt x="3134461" y="0"/>
                  </a:lnTo>
                  <a:lnTo>
                    <a:pt x="3153511" y="0"/>
                  </a:lnTo>
                  <a:lnTo>
                    <a:pt x="3153511" y="12699"/>
                  </a:lnTo>
                  <a:close/>
                </a:path>
                <a:path w="13754100" h="584200">
                  <a:moveTo>
                    <a:pt x="3128111" y="12699"/>
                  </a:moveTo>
                  <a:lnTo>
                    <a:pt x="3109061" y="12699"/>
                  </a:lnTo>
                  <a:lnTo>
                    <a:pt x="3109061" y="0"/>
                  </a:lnTo>
                  <a:lnTo>
                    <a:pt x="3128111" y="0"/>
                  </a:lnTo>
                  <a:lnTo>
                    <a:pt x="3128111" y="12699"/>
                  </a:lnTo>
                  <a:close/>
                </a:path>
                <a:path w="13754100" h="584200">
                  <a:moveTo>
                    <a:pt x="3102724" y="12699"/>
                  </a:moveTo>
                  <a:lnTo>
                    <a:pt x="3083674" y="12699"/>
                  </a:lnTo>
                  <a:lnTo>
                    <a:pt x="3083674" y="0"/>
                  </a:lnTo>
                  <a:lnTo>
                    <a:pt x="3102724" y="0"/>
                  </a:lnTo>
                  <a:lnTo>
                    <a:pt x="3102724" y="12699"/>
                  </a:lnTo>
                  <a:close/>
                </a:path>
                <a:path w="13754100" h="584200">
                  <a:moveTo>
                    <a:pt x="3077324" y="12699"/>
                  </a:moveTo>
                  <a:lnTo>
                    <a:pt x="3058274" y="12699"/>
                  </a:lnTo>
                  <a:lnTo>
                    <a:pt x="3058274" y="0"/>
                  </a:lnTo>
                  <a:lnTo>
                    <a:pt x="3077324" y="0"/>
                  </a:lnTo>
                  <a:lnTo>
                    <a:pt x="3077324" y="12699"/>
                  </a:lnTo>
                  <a:close/>
                </a:path>
                <a:path w="13754100" h="584200">
                  <a:moveTo>
                    <a:pt x="3051937" y="12699"/>
                  </a:moveTo>
                  <a:lnTo>
                    <a:pt x="3032887" y="12699"/>
                  </a:lnTo>
                  <a:lnTo>
                    <a:pt x="3032887" y="0"/>
                  </a:lnTo>
                  <a:lnTo>
                    <a:pt x="3051937" y="0"/>
                  </a:lnTo>
                  <a:lnTo>
                    <a:pt x="3051937" y="12699"/>
                  </a:lnTo>
                  <a:close/>
                </a:path>
                <a:path w="13754100" h="584200">
                  <a:moveTo>
                    <a:pt x="3026537" y="12699"/>
                  </a:moveTo>
                  <a:lnTo>
                    <a:pt x="3007487" y="12699"/>
                  </a:lnTo>
                  <a:lnTo>
                    <a:pt x="3007487" y="0"/>
                  </a:lnTo>
                  <a:lnTo>
                    <a:pt x="3026537" y="0"/>
                  </a:lnTo>
                  <a:lnTo>
                    <a:pt x="3026537" y="12699"/>
                  </a:lnTo>
                  <a:close/>
                </a:path>
                <a:path w="13754100" h="584200">
                  <a:moveTo>
                    <a:pt x="3001137" y="12699"/>
                  </a:moveTo>
                  <a:lnTo>
                    <a:pt x="2982099" y="12699"/>
                  </a:lnTo>
                  <a:lnTo>
                    <a:pt x="2982099" y="0"/>
                  </a:lnTo>
                  <a:lnTo>
                    <a:pt x="3001137" y="0"/>
                  </a:lnTo>
                  <a:lnTo>
                    <a:pt x="3001137" y="12699"/>
                  </a:lnTo>
                  <a:close/>
                </a:path>
                <a:path w="13754100" h="584200">
                  <a:moveTo>
                    <a:pt x="2975749" y="12699"/>
                  </a:moveTo>
                  <a:lnTo>
                    <a:pt x="2956699" y="12699"/>
                  </a:lnTo>
                  <a:lnTo>
                    <a:pt x="2956699" y="0"/>
                  </a:lnTo>
                  <a:lnTo>
                    <a:pt x="2975749" y="0"/>
                  </a:lnTo>
                  <a:lnTo>
                    <a:pt x="2975749" y="12699"/>
                  </a:lnTo>
                  <a:close/>
                </a:path>
                <a:path w="13754100" h="584200">
                  <a:moveTo>
                    <a:pt x="2950349" y="12699"/>
                  </a:moveTo>
                  <a:lnTo>
                    <a:pt x="2931312" y="12699"/>
                  </a:lnTo>
                  <a:lnTo>
                    <a:pt x="2931312" y="0"/>
                  </a:lnTo>
                  <a:lnTo>
                    <a:pt x="2950349" y="0"/>
                  </a:lnTo>
                  <a:lnTo>
                    <a:pt x="2950349" y="12699"/>
                  </a:lnTo>
                  <a:close/>
                </a:path>
                <a:path w="13754100" h="584200">
                  <a:moveTo>
                    <a:pt x="2924962" y="12699"/>
                  </a:moveTo>
                  <a:lnTo>
                    <a:pt x="2905912" y="12699"/>
                  </a:lnTo>
                  <a:lnTo>
                    <a:pt x="2905912" y="0"/>
                  </a:lnTo>
                  <a:lnTo>
                    <a:pt x="2924962" y="0"/>
                  </a:lnTo>
                  <a:lnTo>
                    <a:pt x="2924962" y="12699"/>
                  </a:lnTo>
                  <a:close/>
                </a:path>
                <a:path w="13754100" h="584200">
                  <a:moveTo>
                    <a:pt x="2899562" y="12699"/>
                  </a:moveTo>
                  <a:lnTo>
                    <a:pt x="2880525" y="12699"/>
                  </a:lnTo>
                  <a:lnTo>
                    <a:pt x="2880525" y="0"/>
                  </a:lnTo>
                  <a:lnTo>
                    <a:pt x="2899562" y="0"/>
                  </a:lnTo>
                  <a:lnTo>
                    <a:pt x="2899562" y="12699"/>
                  </a:lnTo>
                  <a:close/>
                </a:path>
                <a:path w="13754100" h="584200">
                  <a:moveTo>
                    <a:pt x="2874175" y="12699"/>
                  </a:moveTo>
                  <a:lnTo>
                    <a:pt x="2855125" y="12699"/>
                  </a:lnTo>
                  <a:lnTo>
                    <a:pt x="2855125" y="0"/>
                  </a:lnTo>
                  <a:lnTo>
                    <a:pt x="2874175" y="0"/>
                  </a:lnTo>
                  <a:lnTo>
                    <a:pt x="2874175" y="12699"/>
                  </a:lnTo>
                  <a:close/>
                </a:path>
                <a:path w="13754100" h="584200">
                  <a:moveTo>
                    <a:pt x="2848775" y="12699"/>
                  </a:moveTo>
                  <a:lnTo>
                    <a:pt x="2829737" y="12699"/>
                  </a:lnTo>
                  <a:lnTo>
                    <a:pt x="2829737" y="0"/>
                  </a:lnTo>
                  <a:lnTo>
                    <a:pt x="2848775" y="0"/>
                  </a:lnTo>
                  <a:lnTo>
                    <a:pt x="2848775" y="12699"/>
                  </a:lnTo>
                  <a:close/>
                </a:path>
                <a:path w="13754100" h="584200">
                  <a:moveTo>
                    <a:pt x="2823387" y="12699"/>
                  </a:moveTo>
                  <a:lnTo>
                    <a:pt x="2804337" y="12699"/>
                  </a:lnTo>
                  <a:lnTo>
                    <a:pt x="2804337" y="0"/>
                  </a:lnTo>
                  <a:lnTo>
                    <a:pt x="2823387" y="0"/>
                  </a:lnTo>
                  <a:lnTo>
                    <a:pt x="2823387" y="12699"/>
                  </a:lnTo>
                  <a:close/>
                </a:path>
                <a:path w="13754100" h="584200">
                  <a:moveTo>
                    <a:pt x="2797987" y="12699"/>
                  </a:moveTo>
                  <a:lnTo>
                    <a:pt x="2778950" y="12699"/>
                  </a:lnTo>
                  <a:lnTo>
                    <a:pt x="2778950" y="0"/>
                  </a:lnTo>
                  <a:lnTo>
                    <a:pt x="2797987" y="0"/>
                  </a:lnTo>
                  <a:lnTo>
                    <a:pt x="2797987" y="12699"/>
                  </a:lnTo>
                  <a:close/>
                </a:path>
                <a:path w="13754100" h="584200">
                  <a:moveTo>
                    <a:pt x="2772600" y="12699"/>
                  </a:moveTo>
                  <a:lnTo>
                    <a:pt x="2753550" y="12699"/>
                  </a:lnTo>
                  <a:lnTo>
                    <a:pt x="2753550" y="0"/>
                  </a:lnTo>
                  <a:lnTo>
                    <a:pt x="2772600" y="0"/>
                  </a:lnTo>
                  <a:lnTo>
                    <a:pt x="2772600" y="12699"/>
                  </a:lnTo>
                  <a:close/>
                </a:path>
                <a:path w="13754100" h="584200">
                  <a:moveTo>
                    <a:pt x="2747200" y="12699"/>
                  </a:moveTo>
                  <a:lnTo>
                    <a:pt x="2728163" y="12699"/>
                  </a:lnTo>
                  <a:lnTo>
                    <a:pt x="2728163" y="0"/>
                  </a:lnTo>
                  <a:lnTo>
                    <a:pt x="2747200" y="0"/>
                  </a:lnTo>
                  <a:lnTo>
                    <a:pt x="2747200" y="12699"/>
                  </a:lnTo>
                  <a:close/>
                </a:path>
                <a:path w="13754100" h="584200">
                  <a:moveTo>
                    <a:pt x="2721813" y="12699"/>
                  </a:moveTo>
                  <a:lnTo>
                    <a:pt x="2702763" y="12699"/>
                  </a:lnTo>
                  <a:lnTo>
                    <a:pt x="2702763" y="0"/>
                  </a:lnTo>
                  <a:lnTo>
                    <a:pt x="2721813" y="0"/>
                  </a:lnTo>
                  <a:lnTo>
                    <a:pt x="2721813" y="12699"/>
                  </a:lnTo>
                  <a:close/>
                </a:path>
                <a:path w="13754100" h="584200">
                  <a:moveTo>
                    <a:pt x="2696413" y="12699"/>
                  </a:moveTo>
                  <a:lnTo>
                    <a:pt x="2677375" y="12699"/>
                  </a:lnTo>
                  <a:lnTo>
                    <a:pt x="2677375" y="0"/>
                  </a:lnTo>
                  <a:lnTo>
                    <a:pt x="2696413" y="0"/>
                  </a:lnTo>
                  <a:lnTo>
                    <a:pt x="2696413" y="12699"/>
                  </a:lnTo>
                  <a:close/>
                </a:path>
                <a:path w="13754100" h="584200">
                  <a:moveTo>
                    <a:pt x="2671025" y="12699"/>
                  </a:moveTo>
                  <a:lnTo>
                    <a:pt x="2651975" y="12699"/>
                  </a:lnTo>
                  <a:lnTo>
                    <a:pt x="2651975" y="0"/>
                  </a:lnTo>
                  <a:lnTo>
                    <a:pt x="2671025" y="0"/>
                  </a:lnTo>
                  <a:lnTo>
                    <a:pt x="2671025" y="12699"/>
                  </a:lnTo>
                  <a:close/>
                </a:path>
                <a:path w="13754100" h="584200">
                  <a:moveTo>
                    <a:pt x="2645625" y="12699"/>
                  </a:moveTo>
                  <a:lnTo>
                    <a:pt x="2626588" y="12699"/>
                  </a:lnTo>
                  <a:lnTo>
                    <a:pt x="2626588" y="0"/>
                  </a:lnTo>
                  <a:lnTo>
                    <a:pt x="2645625" y="0"/>
                  </a:lnTo>
                  <a:lnTo>
                    <a:pt x="2645625" y="12699"/>
                  </a:lnTo>
                  <a:close/>
                </a:path>
                <a:path w="13754100" h="584200">
                  <a:moveTo>
                    <a:pt x="2620238" y="12699"/>
                  </a:moveTo>
                  <a:lnTo>
                    <a:pt x="2601188" y="12699"/>
                  </a:lnTo>
                  <a:lnTo>
                    <a:pt x="2601188" y="0"/>
                  </a:lnTo>
                  <a:lnTo>
                    <a:pt x="2620238" y="0"/>
                  </a:lnTo>
                  <a:lnTo>
                    <a:pt x="2620238" y="12699"/>
                  </a:lnTo>
                  <a:close/>
                </a:path>
                <a:path w="13754100" h="584200">
                  <a:moveTo>
                    <a:pt x="2594838" y="12699"/>
                  </a:moveTo>
                  <a:lnTo>
                    <a:pt x="2575801" y="12699"/>
                  </a:lnTo>
                  <a:lnTo>
                    <a:pt x="2575801" y="0"/>
                  </a:lnTo>
                  <a:lnTo>
                    <a:pt x="2594838" y="0"/>
                  </a:lnTo>
                  <a:lnTo>
                    <a:pt x="2594838" y="12699"/>
                  </a:lnTo>
                  <a:close/>
                </a:path>
                <a:path w="13754100" h="584200">
                  <a:moveTo>
                    <a:pt x="2569451" y="12699"/>
                  </a:moveTo>
                  <a:lnTo>
                    <a:pt x="2550401" y="12699"/>
                  </a:lnTo>
                  <a:lnTo>
                    <a:pt x="2550401" y="0"/>
                  </a:lnTo>
                  <a:lnTo>
                    <a:pt x="2569451" y="0"/>
                  </a:lnTo>
                  <a:lnTo>
                    <a:pt x="2569451" y="12699"/>
                  </a:lnTo>
                  <a:close/>
                </a:path>
                <a:path w="13754100" h="584200">
                  <a:moveTo>
                    <a:pt x="2544051" y="12699"/>
                  </a:moveTo>
                  <a:lnTo>
                    <a:pt x="2525014" y="12699"/>
                  </a:lnTo>
                  <a:lnTo>
                    <a:pt x="2525014" y="0"/>
                  </a:lnTo>
                  <a:lnTo>
                    <a:pt x="2544051" y="0"/>
                  </a:lnTo>
                  <a:lnTo>
                    <a:pt x="2544051" y="12699"/>
                  </a:lnTo>
                  <a:close/>
                </a:path>
                <a:path w="13754100" h="584200">
                  <a:moveTo>
                    <a:pt x="2518664" y="12699"/>
                  </a:moveTo>
                  <a:lnTo>
                    <a:pt x="2499614" y="12699"/>
                  </a:lnTo>
                  <a:lnTo>
                    <a:pt x="2499614" y="0"/>
                  </a:lnTo>
                  <a:lnTo>
                    <a:pt x="2518664" y="0"/>
                  </a:lnTo>
                  <a:lnTo>
                    <a:pt x="2518664" y="12699"/>
                  </a:lnTo>
                  <a:close/>
                </a:path>
                <a:path w="13754100" h="584200">
                  <a:moveTo>
                    <a:pt x="2493264" y="12699"/>
                  </a:moveTo>
                  <a:lnTo>
                    <a:pt x="2474226" y="12699"/>
                  </a:lnTo>
                  <a:lnTo>
                    <a:pt x="2474226" y="0"/>
                  </a:lnTo>
                  <a:lnTo>
                    <a:pt x="2493264" y="0"/>
                  </a:lnTo>
                  <a:lnTo>
                    <a:pt x="2493264" y="12699"/>
                  </a:lnTo>
                  <a:close/>
                </a:path>
                <a:path w="13754100" h="584200">
                  <a:moveTo>
                    <a:pt x="2467876" y="12699"/>
                  </a:moveTo>
                  <a:lnTo>
                    <a:pt x="2448826" y="12699"/>
                  </a:lnTo>
                  <a:lnTo>
                    <a:pt x="2448826" y="0"/>
                  </a:lnTo>
                  <a:lnTo>
                    <a:pt x="2467876" y="0"/>
                  </a:lnTo>
                  <a:lnTo>
                    <a:pt x="2467876" y="12699"/>
                  </a:lnTo>
                  <a:close/>
                </a:path>
                <a:path w="13754100" h="584200">
                  <a:moveTo>
                    <a:pt x="2442476" y="12699"/>
                  </a:moveTo>
                  <a:lnTo>
                    <a:pt x="2423439" y="12699"/>
                  </a:lnTo>
                  <a:lnTo>
                    <a:pt x="2423439" y="0"/>
                  </a:lnTo>
                  <a:lnTo>
                    <a:pt x="2442476" y="0"/>
                  </a:lnTo>
                  <a:lnTo>
                    <a:pt x="2442476" y="12699"/>
                  </a:lnTo>
                  <a:close/>
                </a:path>
                <a:path w="13754100" h="584200">
                  <a:moveTo>
                    <a:pt x="2417089" y="12699"/>
                  </a:moveTo>
                  <a:lnTo>
                    <a:pt x="2398039" y="12699"/>
                  </a:lnTo>
                  <a:lnTo>
                    <a:pt x="2398039" y="0"/>
                  </a:lnTo>
                  <a:lnTo>
                    <a:pt x="2417089" y="0"/>
                  </a:lnTo>
                  <a:lnTo>
                    <a:pt x="2417089" y="12699"/>
                  </a:lnTo>
                  <a:close/>
                </a:path>
                <a:path w="13754100" h="584200">
                  <a:moveTo>
                    <a:pt x="2391689" y="12699"/>
                  </a:moveTo>
                  <a:lnTo>
                    <a:pt x="2372652" y="12699"/>
                  </a:lnTo>
                  <a:lnTo>
                    <a:pt x="2372652" y="0"/>
                  </a:lnTo>
                  <a:lnTo>
                    <a:pt x="2391689" y="0"/>
                  </a:lnTo>
                  <a:lnTo>
                    <a:pt x="2391689" y="12699"/>
                  </a:lnTo>
                  <a:close/>
                </a:path>
                <a:path w="13754100" h="584200">
                  <a:moveTo>
                    <a:pt x="2366302" y="12699"/>
                  </a:moveTo>
                  <a:lnTo>
                    <a:pt x="2347252" y="12699"/>
                  </a:lnTo>
                  <a:lnTo>
                    <a:pt x="2347252" y="0"/>
                  </a:lnTo>
                  <a:lnTo>
                    <a:pt x="2366302" y="0"/>
                  </a:lnTo>
                  <a:lnTo>
                    <a:pt x="2366302" y="12699"/>
                  </a:lnTo>
                  <a:close/>
                </a:path>
                <a:path w="13754100" h="584200">
                  <a:moveTo>
                    <a:pt x="2340902" y="12699"/>
                  </a:moveTo>
                  <a:lnTo>
                    <a:pt x="2321864" y="12699"/>
                  </a:lnTo>
                  <a:lnTo>
                    <a:pt x="2321864" y="0"/>
                  </a:lnTo>
                  <a:lnTo>
                    <a:pt x="2340902" y="0"/>
                  </a:lnTo>
                  <a:lnTo>
                    <a:pt x="2340902" y="12699"/>
                  </a:lnTo>
                  <a:close/>
                </a:path>
                <a:path w="13754100" h="584200">
                  <a:moveTo>
                    <a:pt x="2315514" y="12699"/>
                  </a:moveTo>
                  <a:lnTo>
                    <a:pt x="2296464" y="12699"/>
                  </a:lnTo>
                  <a:lnTo>
                    <a:pt x="2296464" y="0"/>
                  </a:lnTo>
                  <a:lnTo>
                    <a:pt x="2315514" y="0"/>
                  </a:lnTo>
                  <a:lnTo>
                    <a:pt x="2315514" y="12699"/>
                  </a:lnTo>
                  <a:close/>
                </a:path>
                <a:path w="13754100" h="584200">
                  <a:moveTo>
                    <a:pt x="2290114" y="12699"/>
                  </a:moveTo>
                  <a:lnTo>
                    <a:pt x="2271077" y="12699"/>
                  </a:lnTo>
                  <a:lnTo>
                    <a:pt x="2271077" y="0"/>
                  </a:lnTo>
                  <a:lnTo>
                    <a:pt x="2290114" y="0"/>
                  </a:lnTo>
                  <a:lnTo>
                    <a:pt x="2290114" y="12699"/>
                  </a:lnTo>
                  <a:close/>
                </a:path>
                <a:path w="13754100" h="584200">
                  <a:moveTo>
                    <a:pt x="2264727" y="12699"/>
                  </a:moveTo>
                  <a:lnTo>
                    <a:pt x="2245677" y="12699"/>
                  </a:lnTo>
                  <a:lnTo>
                    <a:pt x="2245677" y="0"/>
                  </a:lnTo>
                  <a:lnTo>
                    <a:pt x="2264727" y="0"/>
                  </a:lnTo>
                  <a:lnTo>
                    <a:pt x="2264727" y="12699"/>
                  </a:lnTo>
                  <a:close/>
                </a:path>
                <a:path w="13754100" h="584200">
                  <a:moveTo>
                    <a:pt x="2239327" y="12699"/>
                  </a:moveTo>
                  <a:lnTo>
                    <a:pt x="2220290" y="12699"/>
                  </a:lnTo>
                  <a:lnTo>
                    <a:pt x="2220290" y="0"/>
                  </a:lnTo>
                  <a:lnTo>
                    <a:pt x="2239327" y="0"/>
                  </a:lnTo>
                  <a:lnTo>
                    <a:pt x="2239327" y="12699"/>
                  </a:lnTo>
                  <a:close/>
                </a:path>
                <a:path w="13754100" h="584200">
                  <a:moveTo>
                    <a:pt x="2213940" y="12699"/>
                  </a:moveTo>
                  <a:lnTo>
                    <a:pt x="2194890" y="12699"/>
                  </a:lnTo>
                  <a:lnTo>
                    <a:pt x="2194890" y="0"/>
                  </a:lnTo>
                  <a:lnTo>
                    <a:pt x="2213940" y="0"/>
                  </a:lnTo>
                  <a:lnTo>
                    <a:pt x="2213940" y="12699"/>
                  </a:lnTo>
                  <a:close/>
                </a:path>
                <a:path w="13754100" h="584200">
                  <a:moveTo>
                    <a:pt x="2188540" y="12699"/>
                  </a:moveTo>
                  <a:lnTo>
                    <a:pt x="2169490" y="12699"/>
                  </a:lnTo>
                  <a:lnTo>
                    <a:pt x="2169490" y="0"/>
                  </a:lnTo>
                  <a:lnTo>
                    <a:pt x="2188540" y="0"/>
                  </a:lnTo>
                  <a:lnTo>
                    <a:pt x="2188540" y="12699"/>
                  </a:lnTo>
                  <a:close/>
                </a:path>
                <a:path w="13754100" h="584200">
                  <a:moveTo>
                    <a:pt x="2163152" y="12699"/>
                  </a:moveTo>
                  <a:lnTo>
                    <a:pt x="2144102" y="12699"/>
                  </a:lnTo>
                  <a:lnTo>
                    <a:pt x="2144102" y="0"/>
                  </a:lnTo>
                  <a:lnTo>
                    <a:pt x="2163152" y="0"/>
                  </a:lnTo>
                  <a:lnTo>
                    <a:pt x="2163152" y="12699"/>
                  </a:lnTo>
                  <a:close/>
                </a:path>
                <a:path w="13754100" h="584200">
                  <a:moveTo>
                    <a:pt x="2137752" y="12699"/>
                  </a:moveTo>
                  <a:lnTo>
                    <a:pt x="2118702" y="12699"/>
                  </a:lnTo>
                  <a:lnTo>
                    <a:pt x="2118702" y="0"/>
                  </a:lnTo>
                  <a:lnTo>
                    <a:pt x="2137752" y="0"/>
                  </a:lnTo>
                  <a:lnTo>
                    <a:pt x="2137752" y="12699"/>
                  </a:lnTo>
                  <a:close/>
                </a:path>
                <a:path w="13754100" h="584200">
                  <a:moveTo>
                    <a:pt x="2112365" y="12699"/>
                  </a:moveTo>
                  <a:lnTo>
                    <a:pt x="2093315" y="12699"/>
                  </a:lnTo>
                  <a:lnTo>
                    <a:pt x="2093315" y="0"/>
                  </a:lnTo>
                  <a:lnTo>
                    <a:pt x="2112365" y="0"/>
                  </a:lnTo>
                  <a:lnTo>
                    <a:pt x="2112365" y="12699"/>
                  </a:lnTo>
                  <a:close/>
                </a:path>
                <a:path w="13754100" h="584200">
                  <a:moveTo>
                    <a:pt x="2086965" y="12699"/>
                  </a:moveTo>
                  <a:lnTo>
                    <a:pt x="2067915" y="12699"/>
                  </a:lnTo>
                  <a:lnTo>
                    <a:pt x="2067915" y="0"/>
                  </a:lnTo>
                  <a:lnTo>
                    <a:pt x="2086965" y="0"/>
                  </a:lnTo>
                  <a:lnTo>
                    <a:pt x="2086965" y="12699"/>
                  </a:lnTo>
                  <a:close/>
                </a:path>
                <a:path w="13754100" h="584200">
                  <a:moveTo>
                    <a:pt x="2061578" y="12699"/>
                  </a:moveTo>
                  <a:lnTo>
                    <a:pt x="2042528" y="12699"/>
                  </a:lnTo>
                  <a:lnTo>
                    <a:pt x="2042528" y="0"/>
                  </a:lnTo>
                  <a:lnTo>
                    <a:pt x="2061578" y="0"/>
                  </a:lnTo>
                  <a:lnTo>
                    <a:pt x="2061578" y="12699"/>
                  </a:lnTo>
                  <a:close/>
                </a:path>
                <a:path w="13754100" h="584200">
                  <a:moveTo>
                    <a:pt x="2036178" y="12699"/>
                  </a:moveTo>
                  <a:lnTo>
                    <a:pt x="2017128" y="12699"/>
                  </a:lnTo>
                  <a:lnTo>
                    <a:pt x="2017128" y="0"/>
                  </a:lnTo>
                  <a:lnTo>
                    <a:pt x="2036178" y="0"/>
                  </a:lnTo>
                  <a:lnTo>
                    <a:pt x="2036178" y="12699"/>
                  </a:lnTo>
                  <a:close/>
                </a:path>
                <a:path w="13754100" h="584200">
                  <a:moveTo>
                    <a:pt x="2010791" y="12699"/>
                  </a:moveTo>
                  <a:lnTo>
                    <a:pt x="1991741" y="12699"/>
                  </a:lnTo>
                  <a:lnTo>
                    <a:pt x="1991741" y="0"/>
                  </a:lnTo>
                  <a:lnTo>
                    <a:pt x="2010791" y="0"/>
                  </a:lnTo>
                  <a:lnTo>
                    <a:pt x="2010791" y="12699"/>
                  </a:lnTo>
                  <a:close/>
                </a:path>
                <a:path w="13754100" h="584200">
                  <a:moveTo>
                    <a:pt x="1985391" y="12699"/>
                  </a:moveTo>
                  <a:lnTo>
                    <a:pt x="1966341" y="12699"/>
                  </a:lnTo>
                  <a:lnTo>
                    <a:pt x="1966341" y="0"/>
                  </a:lnTo>
                  <a:lnTo>
                    <a:pt x="1985391" y="0"/>
                  </a:lnTo>
                  <a:lnTo>
                    <a:pt x="1985391" y="12699"/>
                  </a:lnTo>
                  <a:close/>
                </a:path>
                <a:path w="13754100" h="584200">
                  <a:moveTo>
                    <a:pt x="1959991" y="12699"/>
                  </a:moveTo>
                  <a:lnTo>
                    <a:pt x="1940953" y="12699"/>
                  </a:lnTo>
                  <a:lnTo>
                    <a:pt x="1940953" y="0"/>
                  </a:lnTo>
                  <a:lnTo>
                    <a:pt x="1959991" y="0"/>
                  </a:lnTo>
                  <a:lnTo>
                    <a:pt x="1959991" y="12699"/>
                  </a:lnTo>
                  <a:close/>
                </a:path>
                <a:path w="13754100" h="584200">
                  <a:moveTo>
                    <a:pt x="1934603" y="12699"/>
                  </a:moveTo>
                  <a:lnTo>
                    <a:pt x="1915553" y="12699"/>
                  </a:lnTo>
                  <a:lnTo>
                    <a:pt x="1915553" y="0"/>
                  </a:lnTo>
                  <a:lnTo>
                    <a:pt x="1934603" y="0"/>
                  </a:lnTo>
                  <a:lnTo>
                    <a:pt x="1934603" y="12699"/>
                  </a:lnTo>
                  <a:close/>
                </a:path>
                <a:path w="13754100" h="584200">
                  <a:moveTo>
                    <a:pt x="1909203" y="12699"/>
                  </a:moveTo>
                  <a:lnTo>
                    <a:pt x="1890166" y="12699"/>
                  </a:lnTo>
                  <a:lnTo>
                    <a:pt x="1890166" y="0"/>
                  </a:lnTo>
                  <a:lnTo>
                    <a:pt x="1909203" y="0"/>
                  </a:lnTo>
                  <a:lnTo>
                    <a:pt x="1909203" y="12699"/>
                  </a:lnTo>
                  <a:close/>
                </a:path>
                <a:path w="13754100" h="584200">
                  <a:moveTo>
                    <a:pt x="1883816" y="12699"/>
                  </a:moveTo>
                  <a:lnTo>
                    <a:pt x="1864766" y="12699"/>
                  </a:lnTo>
                  <a:lnTo>
                    <a:pt x="1864766" y="0"/>
                  </a:lnTo>
                  <a:lnTo>
                    <a:pt x="1883816" y="0"/>
                  </a:lnTo>
                  <a:lnTo>
                    <a:pt x="1883816" y="12699"/>
                  </a:lnTo>
                  <a:close/>
                </a:path>
                <a:path w="13754100" h="584200">
                  <a:moveTo>
                    <a:pt x="1858416" y="12699"/>
                  </a:moveTo>
                  <a:lnTo>
                    <a:pt x="1839379" y="12699"/>
                  </a:lnTo>
                  <a:lnTo>
                    <a:pt x="1839379" y="0"/>
                  </a:lnTo>
                  <a:lnTo>
                    <a:pt x="1858416" y="0"/>
                  </a:lnTo>
                  <a:lnTo>
                    <a:pt x="1858416" y="12699"/>
                  </a:lnTo>
                  <a:close/>
                </a:path>
                <a:path w="13754100" h="584200">
                  <a:moveTo>
                    <a:pt x="1833029" y="12699"/>
                  </a:moveTo>
                  <a:lnTo>
                    <a:pt x="1813979" y="12699"/>
                  </a:lnTo>
                  <a:lnTo>
                    <a:pt x="1813979" y="0"/>
                  </a:lnTo>
                  <a:lnTo>
                    <a:pt x="1833029" y="0"/>
                  </a:lnTo>
                  <a:lnTo>
                    <a:pt x="1833029" y="12699"/>
                  </a:lnTo>
                  <a:close/>
                </a:path>
                <a:path w="13754100" h="584200">
                  <a:moveTo>
                    <a:pt x="1807629" y="12699"/>
                  </a:moveTo>
                  <a:lnTo>
                    <a:pt x="1788591" y="12699"/>
                  </a:lnTo>
                  <a:lnTo>
                    <a:pt x="1788591" y="0"/>
                  </a:lnTo>
                  <a:lnTo>
                    <a:pt x="1807629" y="0"/>
                  </a:lnTo>
                  <a:lnTo>
                    <a:pt x="1807629" y="12699"/>
                  </a:lnTo>
                  <a:close/>
                </a:path>
                <a:path w="13754100" h="584200">
                  <a:moveTo>
                    <a:pt x="1782241" y="12699"/>
                  </a:moveTo>
                  <a:lnTo>
                    <a:pt x="1763191" y="12699"/>
                  </a:lnTo>
                  <a:lnTo>
                    <a:pt x="1763191" y="0"/>
                  </a:lnTo>
                  <a:lnTo>
                    <a:pt x="1782241" y="0"/>
                  </a:lnTo>
                  <a:lnTo>
                    <a:pt x="1782241" y="12699"/>
                  </a:lnTo>
                  <a:close/>
                </a:path>
                <a:path w="13754100" h="584200">
                  <a:moveTo>
                    <a:pt x="1756841" y="12699"/>
                  </a:moveTo>
                  <a:lnTo>
                    <a:pt x="1737804" y="12699"/>
                  </a:lnTo>
                  <a:lnTo>
                    <a:pt x="1737804" y="0"/>
                  </a:lnTo>
                  <a:lnTo>
                    <a:pt x="1756841" y="0"/>
                  </a:lnTo>
                  <a:lnTo>
                    <a:pt x="1756841" y="12699"/>
                  </a:lnTo>
                  <a:close/>
                </a:path>
                <a:path w="13754100" h="584200">
                  <a:moveTo>
                    <a:pt x="1731454" y="12699"/>
                  </a:moveTo>
                  <a:lnTo>
                    <a:pt x="1712404" y="12699"/>
                  </a:lnTo>
                  <a:lnTo>
                    <a:pt x="1712404" y="0"/>
                  </a:lnTo>
                  <a:lnTo>
                    <a:pt x="1731454" y="0"/>
                  </a:lnTo>
                  <a:lnTo>
                    <a:pt x="1731454" y="12699"/>
                  </a:lnTo>
                  <a:close/>
                </a:path>
                <a:path w="13754100" h="584200">
                  <a:moveTo>
                    <a:pt x="1706054" y="12699"/>
                  </a:moveTo>
                  <a:lnTo>
                    <a:pt x="1687017" y="12699"/>
                  </a:lnTo>
                  <a:lnTo>
                    <a:pt x="1687017" y="0"/>
                  </a:lnTo>
                  <a:lnTo>
                    <a:pt x="1706054" y="0"/>
                  </a:lnTo>
                  <a:lnTo>
                    <a:pt x="1706054" y="12699"/>
                  </a:lnTo>
                  <a:close/>
                </a:path>
                <a:path w="13754100" h="584200">
                  <a:moveTo>
                    <a:pt x="1680667" y="12699"/>
                  </a:moveTo>
                  <a:lnTo>
                    <a:pt x="1661617" y="12699"/>
                  </a:lnTo>
                  <a:lnTo>
                    <a:pt x="1661617" y="0"/>
                  </a:lnTo>
                  <a:lnTo>
                    <a:pt x="1680667" y="0"/>
                  </a:lnTo>
                  <a:lnTo>
                    <a:pt x="1680667" y="12699"/>
                  </a:lnTo>
                  <a:close/>
                </a:path>
                <a:path w="13754100" h="584200">
                  <a:moveTo>
                    <a:pt x="1655267" y="12699"/>
                  </a:moveTo>
                  <a:lnTo>
                    <a:pt x="1636229" y="12699"/>
                  </a:lnTo>
                  <a:lnTo>
                    <a:pt x="1636229" y="0"/>
                  </a:lnTo>
                  <a:lnTo>
                    <a:pt x="1655267" y="0"/>
                  </a:lnTo>
                  <a:lnTo>
                    <a:pt x="1655267" y="12699"/>
                  </a:lnTo>
                  <a:close/>
                </a:path>
                <a:path w="13754100" h="584200">
                  <a:moveTo>
                    <a:pt x="1629879" y="12699"/>
                  </a:moveTo>
                  <a:lnTo>
                    <a:pt x="1610829" y="12699"/>
                  </a:lnTo>
                  <a:lnTo>
                    <a:pt x="1610829" y="0"/>
                  </a:lnTo>
                  <a:lnTo>
                    <a:pt x="1629879" y="0"/>
                  </a:lnTo>
                  <a:lnTo>
                    <a:pt x="1629879" y="12699"/>
                  </a:lnTo>
                  <a:close/>
                </a:path>
                <a:path w="13754100" h="584200">
                  <a:moveTo>
                    <a:pt x="1604479" y="12699"/>
                  </a:moveTo>
                  <a:lnTo>
                    <a:pt x="1585442" y="12699"/>
                  </a:lnTo>
                  <a:lnTo>
                    <a:pt x="1585442" y="0"/>
                  </a:lnTo>
                  <a:lnTo>
                    <a:pt x="1604479" y="0"/>
                  </a:lnTo>
                  <a:lnTo>
                    <a:pt x="1604479" y="12699"/>
                  </a:lnTo>
                  <a:close/>
                </a:path>
                <a:path w="13754100" h="584200">
                  <a:moveTo>
                    <a:pt x="1579092" y="12699"/>
                  </a:moveTo>
                  <a:lnTo>
                    <a:pt x="1560042" y="12699"/>
                  </a:lnTo>
                  <a:lnTo>
                    <a:pt x="1560042" y="0"/>
                  </a:lnTo>
                  <a:lnTo>
                    <a:pt x="1579092" y="0"/>
                  </a:lnTo>
                  <a:lnTo>
                    <a:pt x="1579092" y="12699"/>
                  </a:lnTo>
                  <a:close/>
                </a:path>
                <a:path w="13754100" h="584200">
                  <a:moveTo>
                    <a:pt x="1553692" y="12699"/>
                  </a:moveTo>
                  <a:lnTo>
                    <a:pt x="1534655" y="12699"/>
                  </a:lnTo>
                  <a:lnTo>
                    <a:pt x="1534655" y="0"/>
                  </a:lnTo>
                  <a:lnTo>
                    <a:pt x="1553692" y="0"/>
                  </a:lnTo>
                  <a:lnTo>
                    <a:pt x="1553692" y="12699"/>
                  </a:lnTo>
                  <a:close/>
                </a:path>
                <a:path w="13754100" h="584200">
                  <a:moveTo>
                    <a:pt x="1528305" y="12699"/>
                  </a:moveTo>
                  <a:lnTo>
                    <a:pt x="1509255" y="12699"/>
                  </a:lnTo>
                  <a:lnTo>
                    <a:pt x="1509255" y="0"/>
                  </a:lnTo>
                  <a:lnTo>
                    <a:pt x="1528305" y="0"/>
                  </a:lnTo>
                  <a:lnTo>
                    <a:pt x="1528305" y="12699"/>
                  </a:lnTo>
                  <a:close/>
                </a:path>
                <a:path w="13754100" h="584200">
                  <a:moveTo>
                    <a:pt x="1502905" y="12699"/>
                  </a:moveTo>
                  <a:lnTo>
                    <a:pt x="1483868" y="12699"/>
                  </a:lnTo>
                  <a:lnTo>
                    <a:pt x="1483868" y="0"/>
                  </a:lnTo>
                  <a:lnTo>
                    <a:pt x="1502905" y="0"/>
                  </a:lnTo>
                  <a:lnTo>
                    <a:pt x="1502905" y="12699"/>
                  </a:lnTo>
                  <a:close/>
                </a:path>
                <a:path w="13754100" h="584200">
                  <a:moveTo>
                    <a:pt x="1477518" y="12699"/>
                  </a:moveTo>
                  <a:lnTo>
                    <a:pt x="1458468" y="12699"/>
                  </a:lnTo>
                  <a:lnTo>
                    <a:pt x="1458468" y="0"/>
                  </a:lnTo>
                  <a:lnTo>
                    <a:pt x="1477518" y="0"/>
                  </a:lnTo>
                  <a:lnTo>
                    <a:pt x="1477518" y="12699"/>
                  </a:lnTo>
                  <a:close/>
                </a:path>
                <a:path w="13754100" h="584200">
                  <a:moveTo>
                    <a:pt x="1452118" y="12699"/>
                  </a:moveTo>
                  <a:lnTo>
                    <a:pt x="1433080" y="12699"/>
                  </a:lnTo>
                  <a:lnTo>
                    <a:pt x="1433080" y="0"/>
                  </a:lnTo>
                  <a:lnTo>
                    <a:pt x="1452118" y="0"/>
                  </a:lnTo>
                  <a:lnTo>
                    <a:pt x="1452118" y="12699"/>
                  </a:lnTo>
                  <a:close/>
                </a:path>
                <a:path w="13754100" h="584200">
                  <a:moveTo>
                    <a:pt x="1426730" y="12699"/>
                  </a:moveTo>
                  <a:lnTo>
                    <a:pt x="1407680" y="12699"/>
                  </a:lnTo>
                  <a:lnTo>
                    <a:pt x="1407680" y="0"/>
                  </a:lnTo>
                  <a:lnTo>
                    <a:pt x="1426730" y="0"/>
                  </a:lnTo>
                  <a:lnTo>
                    <a:pt x="1426730" y="12699"/>
                  </a:lnTo>
                  <a:close/>
                </a:path>
                <a:path w="13754100" h="584200">
                  <a:moveTo>
                    <a:pt x="1401330" y="12699"/>
                  </a:moveTo>
                  <a:lnTo>
                    <a:pt x="1382293" y="12699"/>
                  </a:lnTo>
                  <a:lnTo>
                    <a:pt x="1382293" y="0"/>
                  </a:lnTo>
                  <a:lnTo>
                    <a:pt x="1401330" y="0"/>
                  </a:lnTo>
                  <a:lnTo>
                    <a:pt x="1401330" y="12699"/>
                  </a:lnTo>
                  <a:close/>
                </a:path>
                <a:path w="13754100" h="584200">
                  <a:moveTo>
                    <a:pt x="1375943" y="12699"/>
                  </a:moveTo>
                  <a:lnTo>
                    <a:pt x="1356893" y="12699"/>
                  </a:lnTo>
                  <a:lnTo>
                    <a:pt x="1356893" y="0"/>
                  </a:lnTo>
                  <a:lnTo>
                    <a:pt x="1375943" y="0"/>
                  </a:lnTo>
                  <a:lnTo>
                    <a:pt x="1375943" y="12699"/>
                  </a:lnTo>
                  <a:close/>
                </a:path>
                <a:path w="13754100" h="584200">
                  <a:moveTo>
                    <a:pt x="1350543" y="12699"/>
                  </a:moveTo>
                  <a:lnTo>
                    <a:pt x="1331506" y="12699"/>
                  </a:lnTo>
                  <a:lnTo>
                    <a:pt x="1331506" y="0"/>
                  </a:lnTo>
                  <a:lnTo>
                    <a:pt x="1350543" y="0"/>
                  </a:lnTo>
                  <a:lnTo>
                    <a:pt x="1350543" y="12699"/>
                  </a:lnTo>
                  <a:close/>
                </a:path>
                <a:path w="13754100" h="584200">
                  <a:moveTo>
                    <a:pt x="1325156" y="12699"/>
                  </a:moveTo>
                  <a:lnTo>
                    <a:pt x="1306106" y="12699"/>
                  </a:lnTo>
                  <a:lnTo>
                    <a:pt x="1306106" y="0"/>
                  </a:lnTo>
                  <a:lnTo>
                    <a:pt x="1325156" y="0"/>
                  </a:lnTo>
                  <a:lnTo>
                    <a:pt x="1325156" y="12699"/>
                  </a:lnTo>
                  <a:close/>
                </a:path>
                <a:path w="13754100" h="584200">
                  <a:moveTo>
                    <a:pt x="1299756" y="12699"/>
                  </a:moveTo>
                  <a:lnTo>
                    <a:pt x="1280718" y="12699"/>
                  </a:lnTo>
                  <a:lnTo>
                    <a:pt x="1280718" y="0"/>
                  </a:lnTo>
                  <a:lnTo>
                    <a:pt x="1299756" y="0"/>
                  </a:lnTo>
                  <a:lnTo>
                    <a:pt x="1299756" y="12699"/>
                  </a:lnTo>
                  <a:close/>
                </a:path>
                <a:path w="13754100" h="584200">
                  <a:moveTo>
                    <a:pt x="1274368" y="12699"/>
                  </a:moveTo>
                  <a:lnTo>
                    <a:pt x="1255318" y="12699"/>
                  </a:lnTo>
                  <a:lnTo>
                    <a:pt x="1255318" y="0"/>
                  </a:lnTo>
                  <a:lnTo>
                    <a:pt x="1274368" y="0"/>
                  </a:lnTo>
                  <a:lnTo>
                    <a:pt x="1274368" y="12699"/>
                  </a:lnTo>
                  <a:close/>
                </a:path>
                <a:path w="13754100" h="584200">
                  <a:moveTo>
                    <a:pt x="1248968" y="12699"/>
                  </a:moveTo>
                  <a:lnTo>
                    <a:pt x="1229931" y="12699"/>
                  </a:lnTo>
                  <a:lnTo>
                    <a:pt x="1229931" y="0"/>
                  </a:lnTo>
                  <a:lnTo>
                    <a:pt x="1248968" y="0"/>
                  </a:lnTo>
                  <a:lnTo>
                    <a:pt x="1248968" y="12699"/>
                  </a:lnTo>
                  <a:close/>
                </a:path>
                <a:path w="13754100" h="584200">
                  <a:moveTo>
                    <a:pt x="1223581" y="12699"/>
                  </a:moveTo>
                  <a:lnTo>
                    <a:pt x="1204531" y="12699"/>
                  </a:lnTo>
                  <a:lnTo>
                    <a:pt x="1204531" y="0"/>
                  </a:lnTo>
                  <a:lnTo>
                    <a:pt x="1223581" y="0"/>
                  </a:lnTo>
                  <a:lnTo>
                    <a:pt x="1223581" y="12699"/>
                  </a:lnTo>
                  <a:close/>
                </a:path>
                <a:path w="13754100" h="584200">
                  <a:moveTo>
                    <a:pt x="1198181" y="12699"/>
                  </a:moveTo>
                  <a:lnTo>
                    <a:pt x="1179144" y="12699"/>
                  </a:lnTo>
                  <a:lnTo>
                    <a:pt x="1179144" y="0"/>
                  </a:lnTo>
                  <a:lnTo>
                    <a:pt x="1198181" y="0"/>
                  </a:lnTo>
                  <a:lnTo>
                    <a:pt x="1198181" y="12699"/>
                  </a:lnTo>
                  <a:close/>
                </a:path>
                <a:path w="13754100" h="584200">
                  <a:moveTo>
                    <a:pt x="1172794" y="12699"/>
                  </a:moveTo>
                  <a:lnTo>
                    <a:pt x="1153744" y="12699"/>
                  </a:lnTo>
                  <a:lnTo>
                    <a:pt x="1153744" y="0"/>
                  </a:lnTo>
                  <a:lnTo>
                    <a:pt x="1172794" y="0"/>
                  </a:lnTo>
                  <a:lnTo>
                    <a:pt x="1172794" y="12699"/>
                  </a:lnTo>
                  <a:close/>
                </a:path>
                <a:path w="13754100" h="584200">
                  <a:moveTo>
                    <a:pt x="1147394" y="12699"/>
                  </a:moveTo>
                  <a:lnTo>
                    <a:pt x="1128344" y="12699"/>
                  </a:lnTo>
                  <a:lnTo>
                    <a:pt x="1128344" y="0"/>
                  </a:lnTo>
                  <a:lnTo>
                    <a:pt x="1147394" y="0"/>
                  </a:lnTo>
                  <a:lnTo>
                    <a:pt x="1147394" y="12699"/>
                  </a:lnTo>
                  <a:close/>
                </a:path>
                <a:path w="13754100" h="584200">
                  <a:moveTo>
                    <a:pt x="1122006" y="12699"/>
                  </a:moveTo>
                  <a:lnTo>
                    <a:pt x="1102956" y="12699"/>
                  </a:lnTo>
                  <a:lnTo>
                    <a:pt x="1102956" y="0"/>
                  </a:lnTo>
                  <a:lnTo>
                    <a:pt x="1122006" y="0"/>
                  </a:lnTo>
                  <a:lnTo>
                    <a:pt x="1122006" y="12699"/>
                  </a:lnTo>
                  <a:close/>
                </a:path>
                <a:path w="13754100" h="584200">
                  <a:moveTo>
                    <a:pt x="1096606" y="12699"/>
                  </a:moveTo>
                  <a:lnTo>
                    <a:pt x="1077556" y="12699"/>
                  </a:lnTo>
                  <a:lnTo>
                    <a:pt x="1077556" y="0"/>
                  </a:lnTo>
                  <a:lnTo>
                    <a:pt x="1096606" y="0"/>
                  </a:lnTo>
                  <a:lnTo>
                    <a:pt x="1096606" y="12699"/>
                  </a:lnTo>
                  <a:close/>
                </a:path>
                <a:path w="13754100" h="584200">
                  <a:moveTo>
                    <a:pt x="1071219" y="12699"/>
                  </a:moveTo>
                  <a:lnTo>
                    <a:pt x="1052169" y="12699"/>
                  </a:lnTo>
                  <a:lnTo>
                    <a:pt x="1052169" y="0"/>
                  </a:lnTo>
                  <a:lnTo>
                    <a:pt x="1071219" y="0"/>
                  </a:lnTo>
                  <a:lnTo>
                    <a:pt x="1071219" y="12699"/>
                  </a:lnTo>
                  <a:close/>
                </a:path>
                <a:path w="13754100" h="584200">
                  <a:moveTo>
                    <a:pt x="1045819" y="12699"/>
                  </a:moveTo>
                  <a:lnTo>
                    <a:pt x="1026769" y="12699"/>
                  </a:lnTo>
                  <a:lnTo>
                    <a:pt x="1026769" y="0"/>
                  </a:lnTo>
                  <a:lnTo>
                    <a:pt x="1045819" y="0"/>
                  </a:lnTo>
                  <a:lnTo>
                    <a:pt x="1045819" y="12699"/>
                  </a:lnTo>
                  <a:close/>
                </a:path>
                <a:path w="13754100" h="584200">
                  <a:moveTo>
                    <a:pt x="1020432" y="12699"/>
                  </a:moveTo>
                  <a:lnTo>
                    <a:pt x="1001382" y="12699"/>
                  </a:lnTo>
                  <a:lnTo>
                    <a:pt x="1001382" y="0"/>
                  </a:lnTo>
                  <a:lnTo>
                    <a:pt x="1020432" y="0"/>
                  </a:lnTo>
                  <a:lnTo>
                    <a:pt x="1020432" y="12699"/>
                  </a:lnTo>
                  <a:close/>
                </a:path>
                <a:path w="13754100" h="584200">
                  <a:moveTo>
                    <a:pt x="995032" y="12699"/>
                  </a:moveTo>
                  <a:lnTo>
                    <a:pt x="975982" y="12699"/>
                  </a:lnTo>
                  <a:lnTo>
                    <a:pt x="975982" y="0"/>
                  </a:lnTo>
                  <a:lnTo>
                    <a:pt x="995032" y="0"/>
                  </a:lnTo>
                  <a:lnTo>
                    <a:pt x="995032" y="12699"/>
                  </a:lnTo>
                  <a:close/>
                </a:path>
                <a:path w="13754100" h="584200">
                  <a:moveTo>
                    <a:pt x="969644" y="12699"/>
                  </a:moveTo>
                  <a:lnTo>
                    <a:pt x="950594" y="12699"/>
                  </a:lnTo>
                  <a:lnTo>
                    <a:pt x="950594" y="0"/>
                  </a:lnTo>
                  <a:lnTo>
                    <a:pt x="969644" y="0"/>
                  </a:lnTo>
                  <a:lnTo>
                    <a:pt x="969644" y="12699"/>
                  </a:lnTo>
                  <a:close/>
                </a:path>
                <a:path w="13754100" h="584200">
                  <a:moveTo>
                    <a:pt x="944244" y="12699"/>
                  </a:moveTo>
                  <a:lnTo>
                    <a:pt x="925194" y="12699"/>
                  </a:lnTo>
                  <a:lnTo>
                    <a:pt x="925194" y="0"/>
                  </a:lnTo>
                  <a:lnTo>
                    <a:pt x="944244" y="0"/>
                  </a:lnTo>
                  <a:lnTo>
                    <a:pt x="944244" y="12699"/>
                  </a:lnTo>
                  <a:close/>
                </a:path>
                <a:path w="13754100" h="584200">
                  <a:moveTo>
                    <a:pt x="918857" y="12699"/>
                  </a:moveTo>
                  <a:lnTo>
                    <a:pt x="899807" y="12699"/>
                  </a:lnTo>
                  <a:lnTo>
                    <a:pt x="899807" y="0"/>
                  </a:lnTo>
                  <a:lnTo>
                    <a:pt x="918857" y="0"/>
                  </a:lnTo>
                  <a:lnTo>
                    <a:pt x="918857" y="12699"/>
                  </a:lnTo>
                  <a:close/>
                </a:path>
                <a:path w="13754100" h="584200">
                  <a:moveTo>
                    <a:pt x="893457" y="12699"/>
                  </a:moveTo>
                  <a:lnTo>
                    <a:pt x="874407" y="12699"/>
                  </a:lnTo>
                  <a:lnTo>
                    <a:pt x="874407" y="0"/>
                  </a:lnTo>
                  <a:lnTo>
                    <a:pt x="893457" y="0"/>
                  </a:lnTo>
                  <a:lnTo>
                    <a:pt x="893457" y="12699"/>
                  </a:lnTo>
                  <a:close/>
                </a:path>
                <a:path w="13754100" h="584200">
                  <a:moveTo>
                    <a:pt x="868057" y="12699"/>
                  </a:moveTo>
                  <a:lnTo>
                    <a:pt x="849020" y="12699"/>
                  </a:lnTo>
                  <a:lnTo>
                    <a:pt x="849020" y="0"/>
                  </a:lnTo>
                  <a:lnTo>
                    <a:pt x="868057" y="0"/>
                  </a:lnTo>
                  <a:lnTo>
                    <a:pt x="868057" y="12699"/>
                  </a:lnTo>
                  <a:close/>
                </a:path>
                <a:path w="13754100" h="584200">
                  <a:moveTo>
                    <a:pt x="842670" y="12699"/>
                  </a:moveTo>
                  <a:lnTo>
                    <a:pt x="823620" y="12699"/>
                  </a:lnTo>
                  <a:lnTo>
                    <a:pt x="823620" y="0"/>
                  </a:lnTo>
                  <a:lnTo>
                    <a:pt x="842670" y="0"/>
                  </a:lnTo>
                  <a:lnTo>
                    <a:pt x="842670" y="12699"/>
                  </a:lnTo>
                  <a:close/>
                </a:path>
                <a:path w="13754100" h="584200">
                  <a:moveTo>
                    <a:pt x="817270" y="12699"/>
                  </a:moveTo>
                  <a:lnTo>
                    <a:pt x="798233" y="12699"/>
                  </a:lnTo>
                  <a:lnTo>
                    <a:pt x="798233" y="0"/>
                  </a:lnTo>
                  <a:lnTo>
                    <a:pt x="817270" y="0"/>
                  </a:lnTo>
                  <a:lnTo>
                    <a:pt x="817270" y="12699"/>
                  </a:lnTo>
                  <a:close/>
                </a:path>
                <a:path w="13754100" h="584200">
                  <a:moveTo>
                    <a:pt x="791883" y="12699"/>
                  </a:moveTo>
                  <a:lnTo>
                    <a:pt x="772833" y="12699"/>
                  </a:lnTo>
                  <a:lnTo>
                    <a:pt x="772833" y="0"/>
                  </a:lnTo>
                  <a:lnTo>
                    <a:pt x="791883" y="0"/>
                  </a:lnTo>
                  <a:lnTo>
                    <a:pt x="791883" y="12699"/>
                  </a:lnTo>
                  <a:close/>
                </a:path>
                <a:path w="13754100" h="584200">
                  <a:moveTo>
                    <a:pt x="766483" y="12699"/>
                  </a:moveTo>
                  <a:lnTo>
                    <a:pt x="747445" y="12699"/>
                  </a:lnTo>
                  <a:lnTo>
                    <a:pt x="747445" y="0"/>
                  </a:lnTo>
                  <a:lnTo>
                    <a:pt x="766483" y="0"/>
                  </a:lnTo>
                  <a:lnTo>
                    <a:pt x="766483" y="12699"/>
                  </a:lnTo>
                  <a:close/>
                </a:path>
                <a:path w="13754100" h="584200">
                  <a:moveTo>
                    <a:pt x="741095" y="12699"/>
                  </a:moveTo>
                  <a:lnTo>
                    <a:pt x="722045" y="12699"/>
                  </a:lnTo>
                  <a:lnTo>
                    <a:pt x="722045" y="0"/>
                  </a:lnTo>
                  <a:lnTo>
                    <a:pt x="741095" y="0"/>
                  </a:lnTo>
                  <a:lnTo>
                    <a:pt x="741095" y="12699"/>
                  </a:lnTo>
                  <a:close/>
                </a:path>
                <a:path w="13754100" h="584200">
                  <a:moveTo>
                    <a:pt x="715695" y="12699"/>
                  </a:moveTo>
                  <a:lnTo>
                    <a:pt x="696658" y="12699"/>
                  </a:lnTo>
                  <a:lnTo>
                    <a:pt x="696658" y="0"/>
                  </a:lnTo>
                  <a:lnTo>
                    <a:pt x="715695" y="0"/>
                  </a:lnTo>
                  <a:lnTo>
                    <a:pt x="715695" y="12699"/>
                  </a:lnTo>
                  <a:close/>
                </a:path>
                <a:path w="13754100" h="584200">
                  <a:moveTo>
                    <a:pt x="690308" y="12699"/>
                  </a:moveTo>
                  <a:lnTo>
                    <a:pt x="671258" y="12699"/>
                  </a:lnTo>
                  <a:lnTo>
                    <a:pt x="671258" y="0"/>
                  </a:lnTo>
                  <a:lnTo>
                    <a:pt x="690308" y="0"/>
                  </a:lnTo>
                  <a:lnTo>
                    <a:pt x="690308" y="12699"/>
                  </a:lnTo>
                  <a:close/>
                </a:path>
                <a:path w="13754100" h="584200">
                  <a:moveTo>
                    <a:pt x="664908" y="12699"/>
                  </a:moveTo>
                  <a:lnTo>
                    <a:pt x="645871" y="12699"/>
                  </a:lnTo>
                  <a:lnTo>
                    <a:pt x="645871" y="0"/>
                  </a:lnTo>
                  <a:lnTo>
                    <a:pt x="664908" y="0"/>
                  </a:lnTo>
                  <a:lnTo>
                    <a:pt x="664908" y="12699"/>
                  </a:lnTo>
                  <a:close/>
                </a:path>
                <a:path w="13754100" h="584200">
                  <a:moveTo>
                    <a:pt x="639521" y="12699"/>
                  </a:moveTo>
                  <a:lnTo>
                    <a:pt x="620471" y="12699"/>
                  </a:lnTo>
                  <a:lnTo>
                    <a:pt x="620471" y="0"/>
                  </a:lnTo>
                  <a:lnTo>
                    <a:pt x="639521" y="0"/>
                  </a:lnTo>
                  <a:lnTo>
                    <a:pt x="639521" y="12699"/>
                  </a:lnTo>
                  <a:close/>
                </a:path>
                <a:path w="13754100" h="584200">
                  <a:moveTo>
                    <a:pt x="614121" y="12699"/>
                  </a:moveTo>
                  <a:lnTo>
                    <a:pt x="595083" y="12699"/>
                  </a:lnTo>
                  <a:lnTo>
                    <a:pt x="595083" y="0"/>
                  </a:lnTo>
                  <a:lnTo>
                    <a:pt x="614121" y="0"/>
                  </a:lnTo>
                  <a:lnTo>
                    <a:pt x="614121" y="12699"/>
                  </a:lnTo>
                  <a:close/>
                </a:path>
                <a:path w="13754100" h="584200">
                  <a:moveTo>
                    <a:pt x="588733" y="12699"/>
                  </a:moveTo>
                  <a:lnTo>
                    <a:pt x="569683" y="12699"/>
                  </a:lnTo>
                  <a:lnTo>
                    <a:pt x="569683" y="0"/>
                  </a:lnTo>
                  <a:lnTo>
                    <a:pt x="588733" y="0"/>
                  </a:lnTo>
                  <a:lnTo>
                    <a:pt x="588733" y="12699"/>
                  </a:lnTo>
                  <a:close/>
                </a:path>
                <a:path w="13754100" h="584200">
                  <a:moveTo>
                    <a:pt x="563333" y="12699"/>
                  </a:moveTo>
                  <a:lnTo>
                    <a:pt x="544296" y="12699"/>
                  </a:lnTo>
                  <a:lnTo>
                    <a:pt x="544296" y="0"/>
                  </a:lnTo>
                  <a:lnTo>
                    <a:pt x="563333" y="0"/>
                  </a:lnTo>
                  <a:lnTo>
                    <a:pt x="563333" y="12699"/>
                  </a:lnTo>
                  <a:close/>
                </a:path>
                <a:path w="13754100" h="584200">
                  <a:moveTo>
                    <a:pt x="537946" y="12699"/>
                  </a:moveTo>
                  <a:lnTo>
                    <a:pt x="518896" y="12699"/>
                  </a:lnTo>
                  <a:lnTo>
                    <a:pt x="518896" y="0"/>
                  </a:lnTo>
                  <a:lnTo>
                    <a:pt x="537946" y="0"/>
                  </a:lnTo>
                  <a:lnTo>
                    <a:pt x="537946" y="12699"/>
                  </a:lnTo>
                  <a:close/>
                </a:path>
                <a:path w="13754100" h="584200">
                  <a:moveTo>
                    <a:pt x="512546" y="12699"/>
                  </a:moveTo>
                  <a:lnTo>
                    <a:pt x="493509" y="12699"/>
                  </a:lnTo>
                  <a:lnTo>
                    <a:pt x="493509" y="0"/>
                  </a:lnTo>
                  <a:lnTo>
                    <a:pt x="512546" y="0"/>
                  </a:lnTo>
                  <a:lnTo>
                    <a:pt x="512546" y="12699"/>
                  </a:lnTo>
                  <a:close/>
                </a:path>
                <a:path w="13754100" h="584200">
                  <a:moveTo>
                    <a:pt x="487159" y="12699"/>
                  </a:moveTo>
                  <a:lnTo>
                    <a:pt x="468109" y="12699"/>
                  </a:lnTo>
                  <a:lnTo>
                    <a:pt x="468109" y="0"/>
                  </a:lnTo>
                  <a:lnTo>
                    <a:pt x="487159" y="0"/>
                  </a:lnTo>
                  <a:lnTo>
                    <a:pt x="487159" y="12699"/>
                  </a:lnTo>
                  <a:close/>
                </a:path>
                <a:path w="13754100" h="584200">
                  <a:moveTo>
                    <a:pt x="461759" y="12699"/>
                  </a:moveTo>
                  <a:lnTo>
                    <a:pt x="442722" y="12699"/>
                  </a:lnTo>
                  <a:lnTo>
                    <a:pt x="442722" y="0"/>
                  </a:lnTo>
                  <a:lnTo>
                    <a:pt x="461759" y="0"/>
                  </a:lnTo>
                  <a:lnTo>
                    <a:pt x="461759" y="12699"/>
                  </a:lnTo>
                  <a:close/>
                </a:path>
                <a:path w="13754100" h="584200">
                  <a:moveTo>
                    <a:pt x="436372" y="12699"/>
                  </a:moveTo>
                  <a:lnTo>
                    <a:pt x="417322" y="12699"/>
                  </a:lnTo>
                  <a:lnTo>
                    <a:pt x="417322" y="0"/>
                  </a:lnTo>
                  <a:lnTo>
                    <a:pt x="436372" y="0"/>
                  </a:lnTo>
                  <a:lnTo>
                    <a:pt x="436372" y="12699"/>
                  </a:lnTo>
                  <a:close/>
                </a:path>
                <a:path w="13754100" h="584200">
                  <a:moveTo>
                    <a:pt x="410972" y="12699"/>
                  </a:moveTo>
                  <a:lnTo>
                    <a:pt x="391934" y="12699"/>
                  </a:lnTo>
                  <a:lnTo>
                    <a:pt x="391934" y="0"/>
                  </a:lnTo>
                  <a:lnTo>
                    <a:pt x="410972" y="0"/>
                  </a:lnTo>
                  <a:lnTo>
                    <a:pt x="410972" y="12699"/>
                  </a:lnTo>
                  <a:close/>
                </a:path>
                <a:path w="13754100" h="584200">
                  <a:moveTo>
                    <a:pt x="385584" y="12699"/>
                  </a:moveTo>
                  <a:lnTo>
                    <a:pt x="366534" y="12699"/>
                  </a:lnTo>
                  <a:lnTo>
                    <a:pt x="366534" y="0"/>
                  </a:lnTo>
                  <a:lnTo>
                    <a:pt x="385584" y="0"/>
                  </a:lnTo>
                  <a:lnTo>
                    <a:pt x="385584" y="12699"/>
                  </a:lnTo>
                  <a:close/>
                </a:path>
                <a:path w="13754100" h="584200">
                  <a:moveTo>
                    <a:pt x="360184" y="12699"/>
                  </a:moveTo>
                  <a:lnTo>
                    <a:pt x="341147" y="12699"/>
                  </a:lnTo>
                  <a:lnTo>
                    <a:pt x="341147" y="0"/>
                  </a:lnTo>
                  <a:lnTo>
                    <a:pt x="360184" y="0"/>
                  </a:lnTo>
                  <a:lnTo>
                    <a:pt x="360184" y="12699"/>
                  </a:lnTo>
                  <a:close/>
                </a:path>
                <a:path w="13754100" h="584200">
                  <a:moveTo>
                    <a:pt x="334797" y="12699"/>
                  </a:moveTo>
                  <a:lnTo>
                    <a:pt x="315747" y="12699"/>
                  </a:lnTo>
                  <a:lnTo>
                    <a:pt x="315747" y="0"/>
                  </a:lnTo>
                  <a:lnTo>
                    <a:pt x="334797" y="0"/>
                  </a:lnTo>
                  <a:lnTo>
                    <a:pt x="334797" y="12699"/>
                  </a:lnTo>
                  <a:close/>
                </a:path>
                <a:path w="13754100" h="584200">
                  <a:moveTo>
                    <a:pt x="309397" y="12699"/>
                  </a:moveTo>
                  <a:lnTo>
                    <a:pt x="290360" y="12699"/>
                  </a:lnTo>
                  <a:lnTo>
                    <a:pt x="290360" y="0"/>
                  </a:lnTo>
                  <a:lnTo>
                    <a:pt x="309397" y="0"/>
                  </a:lnTo>
                  <a:lnTo>
                    <a:pt x="309397" y="12699"/>
                  </a:lnTo>
                  <a:close/>
                </a:path>
                <a:path w="13754100" h="584200">
                  <a:moveTo>
                    <a:pt x="284010" y="12699"/>
                  </a:moveTo>
                  <a:lnTo>
                    <a:pt x="264960" y="12699"/>
                  </a:lnTo>
                  <a:lnTo>
                    <a:pt x="264960" y="0"/>
                  </a:lnTo>
                  <a:lnTo>
                    <a:pt x="284010" y="0"/>
                  </a:lnTo>
                  <a:lnTo>
                    <a:pt x="284010" y="12699"/>
                  </a:lnTo>
                  <a:close/>
                </a:path>
                <a:path w="13754100" h="584200">
                  <a:moveTo>
                    <a:pt x="249123" y="12699"/>
                  </a:moveTo>
                  <a:lnTo>
                    <a:pt x="239723" y="12699"/>
                  </a:lnTo>
                  <a:lnTo>
                    <a:pt x="239622" y="6349"/>
                  </a:lnTo>
                  <a:lnTo>
                    <a:pt x="239533" y="0"/>
                  </a:lnTo>
                  <a:lnTo>
                    <a:pt x="249123" y="0"/>
                  </a:lnTo>
                  <a:lnTo>
                    <a:pt x="249123" y="12699"/>
                  </a:lnTo>
                  <a:close/>
                </a:path>
                <a:path w="13754100" h="584200">
                  <a:moveTo>
                    <a:pt x="258610" y="12699"/>
                  </a:moveTo>
                  <a:lnTo>
                    <a:pt x="249123" y="12699"/>
                  </a:lnTo>
                  <a:lnTo>
                    <a:pt x="249123" y="0"/>
                  </a:lnTo>
                  <a:lnTo>
                    <a:pt x="258610" y="0"/>
                  </a:lnTo>
                  <a:lnTo>
                    <a:pt x="258610" y="12699"/>
                  </a:lnTo>
                  <a:close/>
                </a:path>
                <a:path w="13754100" h="584200">
                  <a:moveTo>
                    <a:pt x="214706" y="13665"/>
                  </a:moveTo>
                  <a:lnTo>
                    <a:pt x="213995" y="977"/>
                  </a:lnTo>
                  <a:lnTo>
                    <a:pt x="220306" y="622"/>
                  </a:lnTo>
                  <a:lnTo>
                    <a:pt x="226695" y="368"/>
                  </a:lnTo>
                  <a:lnTo>
                    <a:pt x="233146" y="203"/>
                  </a:lnTo>
                  <a:lnTo>
                    <a:pt x="233464" y="12903"/>
                  </a:lnTo>
                  <a:lnTo>
                    <a:pt x="227139" y="13055"/>
                  </a:lnTo>
                  <a:lnTo>
                    <a:pt x="220891" y="13309"/>
                  </a:lnTo>
                  <a:lnTo>
                    <a:pt x="214706" y="13665"/>
                  </a:lnTo>
                  <a:close/>
                </a:path>
                <a:path w="13754100" h="584200">
                  <a:moveTo>
                    <a:pt x="189763" y="15595"/>
                  </a:moveTo>
                  <a:lnTo>
                    <a:pt x="188506" y="2959"/>
                  </a:lnTo>
                  <a:lnTo>
                    <a:pt x="194779" y="2336"/>
                  </a:lnTo>
                  <a:lnTo>
                    <a:pt x="201155" y="1803"/>
                  </a:lnTo>
                  <a:lnTo>
                    <a:pt x="207606" y="1371"/>
                  </a:lnTo>
                  <a:lnTo>
                    <a:pt x="208457" y="14046"/>
                  </a:lnTo>
                  <a:lnTo>
                    <a:pt x="202133" y="14465"/>
                  </a:lnTo>
                  <a:lnTo>
                    <a:pt x="195910" y="14985"/>
                  </a:lnTo>
                  <a:lnTo>
                    <a:pt x="189763" y="15595"/>
                  </a:lnTo>
                  <a:close/>
                </a:path>
                <a:path w="13754100" h="584200">
                  <a:moveTo>
                    <a:pt x="164947" y="18643"/>
                  </a:moveTo>
                  <a:lnTo>
                    <a:pt x="163106" y="6070"/>
                  </a:lnTo>
                  <a:lnTo>
                    <a:pt x="169329" y="5168"/>
                  </a:lnTo>
                  <a:lnTo>
                    <a:pt x="175679" y="4343"/>
                  </a:lnTo>
                  <a:lnTo>
                    <a:pt x="182130" y="3632"/>
                  </a:lnTo>
                  <a:lnTo>
                    <a:pt x="183527" y="16255"/>
                  </a:lnTo>
                  <a:lnTo>
                    <a:pt x="177228" y="16954"/>
                  </a:lnTo>
                  <a:lnTo>
                    <a:pt x="171030" y="17754"/>
                  </a:lnTo>
                  <a:lnTo>
                    <a:pt x="164947" y="18643"/>
                  </a:lnTo>
                  <a:close/>
                </a:path>
                <a:path w="13754100" h="584200">
                  <a:moveTo>
                    <a:pt x="140322" y="22885"/>
                  </a:moveTo>
                  <a:lnTo>
                    <a:pt x="137845" y="10426"/>
                  </a:lnTo>
                  <a:lnTo>
                    <a:pt x="144005" y="9207"/>
                  </a:lnTo>
                  <a:lnTo>
                    <a:pt x="150317" y="8064"/>
                  </a:lnTo>
                  <a:lnTo>
                    <a:pt x="156768" y="7048"/>
                  </a:lnTo>
                  <a:lnTo>
                    <a:pt x="158762" y="19583"/>
                  </a:lnTo>
                  <a:lnTo>
                    <a:pt x="152476" y="20586"/>
                  </a:lnTo>
                  <a:lnTo>
                    <a:pt x="146329" y="21691"/>
                  </a:lnTo>
                  <a:lnTo>
                    <a:pt x="140322" y="22885"/>
                  </a:lnTo>
                  <a:close/>
                </a:path>
                <a:path w="13754100" h="584200">
                  <a:moveTo>
                    <a:pt x="116052" y="28460"/>
                  </a:moveTo>
                  <a:lnTo>
                    <a:pt x="112839" y="16167"/>
                  </a:lnTo>
                  <a:lnTo>
                    <a:pt x="118910" y="14579"/>
                  </a:lnTo>
                  <a:lnTo>
                    <a:pt x="125171" y="13093"/>
                  </a:lnTo>
                  <a:lnTo>
                    <a:pt x="131584" y="11722"/>
                  </a:lnTo>
                  <a:lnTo>
                    <a:pt x="134239" y="24142"/>
                  </a:lnTo>
                  <a:lnTo>
                    <a:pt x="128003" y="25476"/>
                  </a:lnTo>
                  <a:lnTo>
                    <a:pt x="121932" y="26923"/>
                  </a:lnTo>
                  <a:lnTo>
                    <a:pt x="116052" y="28460"/>
                  </a:lnTo>
                  <a:close/>
                </a:path>
                <a:path w="13754100" h="584200">
                  <a:moveTo>
                    <a:pt x="92240" y="35572"/>
                  </a:moveTo>
                  <a:lnTo>
                    <a:pt x="88150" y="23545"/>
                  </a:lnTo>
                  <a:lnTo>
                    <a:pt x="94081" y="21539"/>
                  </a:lnTo>
                  <a:lnTo>
                    <a:pt x="100241" y="19634"/>
                  </a:lnTo>
                  <a:lnTo>
                    <a:pt x="106616" y="17856"/>
                  </a:lnTo>
                  <a:lnTo>
                    <a:pt x="110032" y="30086"/>
                  </a:lnTo>
                  <a:lnTo>
                    <a:pt x="103873" y="31813"/>
                  </a:lnTo>
                  <a:lnTo>
                    <a:pt x="97929" y="33642"/>
                  </a:lnTo>
                  <a:lnTo>
                    <a:pt x="92240" y="35572"/>
                  </a:lnTo>
                  <a:close/>
                </a:path>
                <a:path w="13754100" h="584200">
                  <a:moveTo>
                    <a:pt x="69215" y="44526"/>
                  </a:moveTo>
                  <a:lnTo>
                    <a:pt x="64046" y="32931"/>
                  </a:lnTo>
                  <a:lnTo>
                    <a:pt x="69748" y="30391"/>
                  </a:lnTo>
                  <a:lnTo>
                    <a:pt x="75768" y="27965"/>
                  </a:lnTo>
                  <a:lnTo>
                    <a:pt x="82080" y="25679"/>
                  </a:lnTo>
                  <a:lnTo>
                    <a:pt x="86410" y="37617"/>
                  </a:lnTo>
                  <a:lnTo>
                    <a:pt x="80365" y="39814"/>
                  </a:lnTo>
                  <a:lnTo>
                    <a:pt x="74625" y="42113"/>
                  </a:lnTo>
                  <a:lnTo>
                    <a:pt x="69215" y="44526"/>
                  </a:lnTo>
                  <a:close/>
                </a:path>
                <a:path w="13754100" h="584200">
                  <a:moveTo>
                    <a:pt x="47548" y="55841"/>
                  </a:moveTo>
                  <a:lnTo>
                    <a:pt x="40894" y="45021"/>
                  </a:lnTo>
                  <a:lnTo>
                    <a:pt x="46215" y="41744"/>
                  </a:lnTo>
                  <a:lnTo>
                    <a:pt x="51981" y="38620"/>
                  </a:lnTo>
                  <a:lnTo>
                    <a:pt x="58166" y="35661"/>
                  </a:lnTo>
                  <a:lnTo>
                    <a:pt x="63652" y="47104"/>
                  </a:lnTo>
                  <a:lnTo>
                    <a:pt x="57835" y="49898"/>
                  </a:lnTo>
                  <a:lnTo>
                    <a:pt x="52451" y="52819"/>
                  </a:lnTo>
                  <a:lnTo>
                    <a:pt x="47548" y="55841"/>
                  </a:lnTo>
                  <a:close/>
                </a:path>
                <a:path w="13754100" h="584200">
                  <a:moveTo>
                    <a:pt x="28524" y="70256"/>
                  </a:moveTo>
                  <a:lnTo>
                    <a:pt x="19697" y="61125"/>
                  </a:lnTo>
                  <a:lnTo>
                    <a:pt x="24244" y="56730"/>
                  </a:lnTo>
                  <a:lnTo>
                    <a:pt x="29489" y="52552"/>
                  </a:lnTo>
                  <a:lnTo>
                    <a:pt x="35344" y="48602"/>
                  </a:lnTo>
                  <a:lnTo>
                    <a:pt x="42456" y="59118"/>
                  </a:lnTo>
                  <a:lnTo>
                    <a:pt x="37122" y="62737"/>
                  </a:lnTo>
                  <a:lnTo>
                    <a:pt x="32461" y="66459"/>
                  </a:lnTo>
                  <a:lnTo>
                    <a:pt x="28524" y="70256"/>
                  </a:lnTo>
                  <a:close/>
                </a:path>
                <a:path w="13754100" h="584200">
                  <a:moveTo>
                    <a:pt x="15367" y="88544"/>
                  </a:moveTo>
                  <a:lnTo>
                    <a:pt x="3632" y="83680"/>
                  </a:lnTo>
                  <a:lnTo>
                    <a:pt x="6210" y="77457"/>
                  </a:lnTo>
                  <a:lnTo>
                    <a:pt x="10071" y="71577"/>
                  </a:lnTo>
                  <a:lnTo>
                    <a:pt x="14973" y="66039"/>
                  </a:lnTo>
                  <a:lnTo>
                    <a:pt x="24485" y="74460"/>
                  </a:lnTo>
                  <a:lnTo>
                    <a:pt x="20345" y="79133"/>
                  </a:lnTo>
                  <a:lnTo>
                    <a:pt x="17416" y="83680"/>
                  </a:lnTo>
                  <a:lnTo>
                    <a:pt x="17310" y="83845"/>
                  </a:lnTo>
                  <a:lnTo>
                    <a:pt x="15367" y="88544"/>
                  </a:lnTo>
                  <a:close/>
                </a:path>
              </a:pathLst>
            </a:custGeom>
            <a:solidFill>
              <a:srgbClr val="F344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0291" y="681976"/>
              <a:ext cx="6786029" cy="20010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0" y="558800"/>
              <a:ext cx="85725" cy="7174230"/>
            </a:xfrm>
            <a:custGeom>
              <a:avLst/>
              <a:gdLst/>
              <a:ahLst/>
              <a:cxnLst/>
              <a:rect l="l" t="t" r="r" b="b"/>
              <a:pathLst>
                <a:path w="85725" h="7174230">
                  <a:moveTo>
                    <a:pt x="0" y="7173912"/>
                  </a:moveTo>
                  <a:lnTo>
                    <a:pt x="85725" y="7173912"/>
                  </a:lnTo>
                  <a:lnTo>
                    <a:pt x="85725" y="0"/>
                  </a:lnTo>
                  <a:lnTo>
                    <a:pt x="0" y="0"/>
                  </a:lnTo>
                  <a:lnTo>
                    <a:pt x="0" y="7173912"/>
                  </a:lnTo>
                  <a:close/>
                </a:path>
              </a:pathLst>
            </a:custGeom>
            <a:solidFill>
              <a:srgbClr val="E13E4E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9314" y="936929"/>
              <a:ext cx="9884791" cy="1500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07900" y="609600"/>
              <a:ext cx="1447800" cy="5588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3893800" y="558800"/>
              <a:ext cx="76200" cy="7186930"/>
            </a:xfrm>
            <a:custGeom>
              <a:avLst/>
              <a:gdLst/>
              <a:ahLst/>
              <a:cxnLst/>
              <a:rect l="l" t="t" r="r" b="b"/>
              <a:pathLst>
                <a:path w="76200" h="7186930">
                  <a:moveTo>
                    <a:pt x="0" y="7186675"/>
                  </a:moveTo>
                  <a:lnTo>
                    <a:pt x="76200" y="7186675"/>
                  </a:lnTo>
                  <a:lnTo>
                    <a:pt x="76200" y="0"/>
                  </a:lnTo>
                  <a:lnTo>
                    <a:pt x="0" y="0"/>
                  </a:lnTo>
                  <a:lnTo>
                    <a:pt x="0" y="7186675"/>
                  </a:lnTo>
                  <a:close/>
                </a:path>
              </a:pathLst>
            </a:custGeom>
            <a:solidFill>
              <a:srgbClr val="E13E4E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5300" y="1308100"/>
              <a:ext cx="749300" cy="5334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98800" y="1206500"/>
              <a:ext cx="723900" cy="5842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79900" y="1219200"/>
              <a:ext cx="558800" cy="6223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66900" y="1231900"/>
              <a:ext cx="749300" cy="6731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09458" y="1920798"/>
              <a:ext cx="1044942" cy="7412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2635" y="2187981"/>
              <a:ext cx="1216914" cy="19385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35706" y="1935823"/>
              <a:ext cx="1195349" cy="17340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88711" y="1932787"/>
              <a:ext cx="1083640" cy="9344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9807" y="1932787"/>
              <a:ext cx="1143000" cy="9344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83641" y="2502929"/>
              <a:ext cx="5282158" cy="186278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5100" y="2540000"/>
              <a:ext cx="5133873" cy="17145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86042" y="3417506"/>
              <a:ext cx="4233545" cy="419100"/>
            </a:xfrm>
            <a:custGeom>
              <a:avLst/>
              <a:gdLst/>
              <a:ahLst/>
              <a:cxnLst/>
              <a:rect l="l" t="t" r="r" b="b"/>
              <a:pathLst>
                <a:path w="4233545" h="419100">
                  <a:moveTo>
                    <a:pt x="698855" y="229501"/>
                  </a:moveTo>
                  <a:lnTo>
                    <a:pt x="0" y="229501"/>
                  </a:lnTo>
                  <a:lnTo>
                    <a:pt x="0" y="418503"/>
                  </a:lnTo>
                  <a:lnTo>
                    <a:pt x="698855" y="418503"/>
                  </a:lnTo>
                  <a:lnTo>
                    <a:pt x="698855" y="229501"/>
                  </a:lnTo>
                  <a:close/>
                </a:path>
                <a:path w="4233545" h="419100">
                  <a:moveTo>
                    <a:pt x="2432558" y="0"/>
                  </a:moveTo>
                  <a:lnTo>
                    <a:pt x="1532115" y="0"/>
                  </a:lnTo>
                  <a:lnTo>
                    <a:pt x="1532115" y="189001"/>
                  </a:lnTo>
                  <a:lnTo>
                    <a:pt x="2432558" y="189001"/>
                  </a:lnTo>
                  <a:lnTo>
                    <a:pt x="2432558" y="0"/>
                  </a:lnTo>
                  <a:close/>
                </a:path>
                <a:path w="4233545" h="419100">
                  <a:moveTo>
                    <a:pt x="3628669" y="0"/>
                  </a:moveTo>
                  <a:lnTo>
                    <a:pt x="2822295" y="0"/>
                  </a:lnTo>
                  <a:lnTo>
                    <a:pt x="2822295" y="189001"/>
                  </a:lnTo>
                  <a:lnTo>
                    <a:pt x="3628669" y="189001"/>
                  </a:lnTo>
                  <a:lnTo>
                    <a:pt x="3628669" y="0"/>
                  </a:lnTo>
                  <a:close/>
                </a:path>
                <a:path w="4233545" h="419100">
                  <a:moveTo>
                    <a:pt x="4233443" y="216001"/>
                  </a:moveTo>
                  <a:lnTo>
                    <a:pt x="2795422" y="216001"/>
                  </a:lnTo>
                  <a:lnTo>
                    <a:pt x="2795422" y="405003"/>
                  </a:lnTo>
                  <a:lnTo>
                    <a:pt x="4233443" y="405003"/>
                  </a:lnTo>
                  <a:lnTo>
                    <a:pt x="4233443" y="216001"/>
                  </a:lnTo>
                  <a:close/>
                </a:path>
              </a:pathLst>
            </a:custGeom>
            <a:solidFill>
              <a:srgbClr val="FFF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350500" y="3784600"/>
              <a:ext cx="1663700" cy="16383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600700" y="3721100"/>
              <a:ext cx="1701800" cy="167639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600700" y="1155700"/>
              <a:ext cx="3492500" cy="27051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712700" y="1219200"/>
              <a:ext cx="1181100" cy="25908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092511" y="2592361"/>
              <a:ext cx="1489710" cy="894080"/>
            </a:xfrm>
            <a:custGeom>
              <a:avLst/>
              <a:gdLst/>
              <a:ahLst/>
              <a:cxnLst/>
              <a:rect l="l" t="t" r="r" b="b"/>
              <a:pathLst>
                <a:path w="1489710" h="894079">
                  <a:moveTo>
                    <a:pt x="7086" y="892898"/>
                  </a:moveTo>
                  <a:lnTo>
                    <a:pt x="6477" y="892898"/>
                  </a:lnTo>
                  <a:lnTo>
                    <a:pt x="4838" y="892898"/>
                  </a:lnTo>
                  <a:lnTo>
                    <a:pt x="5118" y="893508"/>
                  </a:lnTo>
                  <a:lnTo>
                    <a:pt x="7086" y="892898"/>
                  </a:lnTo>
                  <a:close/>
                </a:path>
                <a:path w="1489710" h="894079">
                  <a:moveTo>
                    <a:pt x="1489138" y="0"/>
                  </a:moveTo>
                  <a:lnTo>
                    <a:pt x="1479550" y="5676"/>
                  </a:lnTo>
                  <a:lnTo>
                    <a:pt x="0" y="881976"/>
                  </a:lnTo>
                  <a:lnTo>
                    <a:pt x="4838" y="892898"/>
                  </a:lnTo>
                  <a:lnTo>
                    <a:pt x="3238" y="887437"/>
                  </a:lnTo>
                  <a:lnTo>
                    <a:pt x="15697" y="887437"/>
                  </a:lnTo>
                  <a:lnTo>
                    <a:pt x="24752" y="887437"/>
                  </a:lnTo>
                  <a:lnTo>
                    <a:pt x="1484668" y="436308"/>
                  </a:lnTo>
                  <a:lnTo>
                    <a:pt x="1489138" y="434924"/>
                  </a:lnTo>
                  <a:lnTo>
                    <a:pt x="1489138" y="424167"/>
                  </a:lnTo>
                  <a:lnTo>
                    <a:pt x="1489138" y="0"/>
                  </a:lnTo>
                  <a:close/>
                </a:path>
              </a:pathLst>
            </a:custGeom>
            <a:solidFill>
              <a:srgbClr val="FFE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144000" y="2273300"/>
              <a:ext cx="2072093" cy="17907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1912593" y="3784600"/>
              <a:ext cx="1943106" cy="15875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435512" y="3902862"/>
              <a:ext cx="909396" cy="12360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1355358" y="2806763"/>
              <a:ext cx="1250480" cy="33404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366000" y="4051300"/>
              <a:ext cx="1714500" cy="11430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66700" y="4305300"/>
              <a:ext cx="5118100" cy="147319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32643" y="4623910"/>
              <a:ext cx="622970" cy="111562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17041" y="5500418"/>
              <a:ext cx="180873" cy="7691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17041" y="5313806"/>
              <a:ext cx="180873" cy="76911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18235" y="5150520"/>
              <a:ext cx="196557" cy="76911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18489" y="4870602"/>
              <a:ext cx="196989" cy="7691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30644" y="4870295"/>
              <a:ext cx="78867" cy="610781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071478" y="4612173"/>
              <a:ext cx="2713114" cy="114350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774161" y="4886764"/>
              <a:ext cx="255582" cy="25558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774161" y="5248326"/>
              <a:ext cx="255582" cy="25558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659856" y="5388285"/>
              <a:ext cx="255582" cy="25558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659856" y="5516581"/>
              <a:ext cx="255582" cy="25558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219531" y="5446167"/>
              <a:ext cx="489788" cy="23130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750097" y="4672471"/>
              <a:ext cx="459764" cy="24350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187600" y="4711540"/>
              <a:ext cx="476161" cy="204436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230713" y="5094422"/>
              <a:ext cx="1405435" cy="19506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320989" y="5447374"/>
              <a:ext cx="318311" cy="236159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324424" y="4675112"/>
              <a:ext cx="316726" cy="240864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2864810" y="5462809"/>
              <a:ext cx="262255" cy="78105"/>
            </a:xfrm>
            <a:custGeom>
              <a:avLst/>
              <a:gdLst/>
              <a:ahLst/>
              <a:cxnLst/>
              <a:rect l="l" t="t" r="r" b="b"/>
              <a:pathLst>
                <a:path w="262255" h="78104">
                  <a:moveTo>
                    <a:pt x="31102" y="15074"/>
                  </a:moveTo>
                  <a:lnTo>
                    <a:pt x="17716" y="15074"/>
                  </a:lnTo>
                  <a:lnTo>
                    <a:pt x="17716" y="75945"/>
                  </a:lnTo>
                  <a:lnTo>
                    <a:pt x="31102" y="75945"/>
                  </a:lnTo>
                  <a:lnTo>
                    <a:pt x="31102" y="15074"/>
                  </a:lnTo>
                  <a:close/>
                </a:path>
                <a:path w="262255" h="78104">
                  <a:moveTo>
                    <a:pt x="31102" y="2057"/>
                  </a:moveTo>
                  <a:lnTo>
                    <a:pt x="18364" y="2057"/>
                  </a:lnTo>
                  <a:lnTo>
                    <a:pt x="0" y="13855"/>
                  </a:lnTo>
                  <a:lnTo>
                    <a:pt x="0" y="26123"/>
                  </a:lnTo>
                  <a:lnTo>
                    <a:pt x="17271" y="15074"/>
                  </a:lnTo>
                  <a:lnTo>
                    <a:pt x="31102" y="15074"/>
                  </a:lnTo>
                  <a:lnTo>
                    <a:pt x="31102" y="2057"/>
                  </a:lnTo>
                  <a:close/>
                </a:path>
                <a:path w="262255" h="78104">
                  <a:moveTo>
                    <a:pt x="107099" y="60934"/>
                  </a:moveTo>
                  <a:lnTo>
                    <a:pt x="102793" y="60934"/>
                  </a:lnTo>
                  <a:lnTo>
                    <a:pt x="100914" y="61709"/>
                  </a:lnTo>
                  <a:lnTo>
                    <a:pt x="97789" y="64782"/>
                  </a:lnTo>
                  <a:lnTo>
                    <a:pt x="97015" y="66636"/>
                  </a:lnTo>
                  <a:lnTo>
                    <a:pt x="97015" y="71018"/>
                  </a:lnTo>
                  <a:lnTo>
                    <a:pt x="97789" y="72885"/>
                  </a:lnTo>
                  <a:lnTo>
                    <a:pt x="100914" y="75971"/>
                  </a:lnTo>
                  <a:lnTo>
                    <a:pt x="102793" y="76733"/>
                  </a:lnTo>
                  <a:lnTo>
                    <a:pt x="106400" y="76733"/>
                  </a:lnTo>
                  <a:lnTo>
                    <a:pt x="112890" y="70269"/>
                  </a:lnTo>
                  <a:lnTo>
                    <a:pt x="112890" y="66636"/>
                  </a:lnTo>
                  <a:lnTo>
                    <a:pt x="112090" y="64782"/>
                  </a:lnTo>
                  <a:lnTo>
                    <a:pt x="108940" y="61709"/>
                  </a:lnTo>
                  <a:lnTo>
                    <a:pt x="107099" y="60934"/>
                  </a:lnTo>
                  <a:close/>
                </a:path>
                <a:path w="262255" h="78104">
                  <a:moveTo>
                    <a:pt x="97840" y="2057"/>
                  </a:moveTo>
                  <a:lnTo>
                    <a:pt x="47510" y="2057"/>
                  </a:lnTo>
                  <a:lnTo>
                    <a:pt x="47510" y="13246"/>
                  </a:lnTo>
                  <a:lnTo>
                    <a:pt x="83985" y="13246"/>
                  </a:lnTo>
                  <a:lnTo>
                    <a:pt x="83985" y="13741"/>
                  </a:lnTo>
                  <a:lnTo>
                    <a:pt x="52552" y="75971"/>
                  </a:lnTo>
                  <a:lnTo>
                    <a:pt x="66446" y="75971"/>
                  </a:lnTo>
                  <a:lnTo>
                    <a:pt x="97840" y="13487"/>
                  </a:lnTo>
                  <a:lnTo>
                    <a:pt x="97840" y="2057"/>
                  </a:lnTo>
                  <a:close/>
                </a:path>
                <a:path w="262255" h="78104">
                  <a:moveTo>
                    <a:pt x="156603" y="1041"/>
                  </a:moveTo>
                  <a:lnTo>
                    <a:pt x="144779" y="1041"/>
                  </a:lnTo>
                  <a:lnTo>
                    <a:pt x="139687" y="2539"/>
                  </a:lnTo>
                  <a:lnTo>
                    <a:pt x="122228" y="47155"/>
                  </a:lnTo>
                  <a:lnTo>
                    <a:pt x="123370" y="54063"/>
                  </a:lnTo>
                  <a:lnTo>
                    <a:pt x="144754" y="77355"/>
                  </a:lnTo>
                  <a:lnTo>
                    <a:pt x="156629" y="77355"/>
                  </a:lnTo>
                  <a:lnTo>
                    <a:pt x="161721" y="75844"/>
                  </a:lnTo>
                  <a:lnTo>
                    <a:pt x="170205" y="69837"/>
                  </a:lnTo>
                  <a:lnTo>
                    <a:pt x="173031" y="66065"/>
                  </a:lnTo>
                  <a:lnTo>
                    <a:pt x="147612" y="66065"/>
                  </a:lnTo>
                  <a:lnTo>
                    <a:pt x="144957" y="65049"/>
                  </a:lnTo>
                  <a:lnTo>
                    <a:pt x="135724" y="44970"/>
                  </a:lnTo>
                  <a:lnTo>
                    <a:pt x="135775" y="30264"/>
                  </a:lnTo>
                  <a:lnTo>
                    <a:pt x="137003" y="24180"/>
                  </a:lnTo>
                  <a:lnTo>
                    <a:pt x="137121" y="23596"/>
                  </a:lnTo>
                  <a:lnTo>
                    <a:pt x="142468" y="14477"/>
                  </a:lnTo>
                  <a:lnTo>
                    <a:pt x="146100" y="12191"/>
                  </a:lnTo>
                  <a:lnTo>
                    <a:pt x="172990" y="12191"/>
                  </a:lnTo>
                  <a:lnTo>
                    <a:pt x="170205" y="8496"/>
                  </a:lnTo>
                  <a:lnTo>
                    <a:pt x="161696" y="2539"/>
                  </a:lnTo>
                  <a:lnTo>
                    <a:pt x="156603" y="1041"/>
                  </a:lnTo>
                  <a:close/>
                </a:path>
                <a:path w="262255" h="78104">
                  <a:moveTo>
                    <a:pt x="172990" y="12191"/>
                  </a:moveTo>
                  <a:lnTo>
                    <a:pt x="153746" y="12191"/>
                  </a:lnTo>
                  <a:lnTo>
                    <a:pt x="156387" y="13220"/>
                  </a:lnTo>
                  <a:lnTo>
                    <a:pt x="158622" y="15265"/>
                  </a:lnTo>
                  <a:lnTo>
                    <a:pt x="160870" y="17284"/>
                  </a:lnTo>
                  <a:lnTo>
                    <a:pt x="162598" y="20281"/>
                  </a:lnTo>
                  <a:lnTo>
                    <a:pt x="165049" y="28270"/>
                  </a:lnTo>
                  <a:lnTo>
                    <a:pt x="165658" y="33197"/>
                  </a:lnTo>
                  <a:lnTo>
                    <a:pt x="165658" y="47942"/>
                  </a:lnTo>
                  <a:lnTo>
                    <a:pt x="164434" y="54063"/>
                  </a:lnTo>
                  <a:lnTo>
                    <a:pt x="164312" y="54673"/>
                  </a:lnTo>
                  <a:lnTo>
                    <a:pt x="158953" y="63792"/>
                  </a:lnTo>
                  <a:lnTo>
                    <a:pt x="155308" y="66065"/>
                  </a:lnTo>
                  <a:lnTo>
                    <a:pt x="173031" y="66065"/>
                  </a:lnTo>
                  <a:lnTo>
                    <a:pt x="173469" y="65481"/>
                  </a:lnTo>
                  <a:lnTo>
                    <a:pt x="178015" y="54063"/>
                  </a:lnTo>
                  <a:lnTo>
                    <a:pt x="179158" y="47155"/>
                  </a:lnTo>
                  <a:lnTo>
                    <a:pt x="179158" y="31038"/>
                  </a:lnTo>
                  <a:lnTo>
                    <a:pt x="178015" y="24180"/>
                  </a:lnTo>
                  <a:lnTo>
                    <a:pt x="173469" y="12826"/>
                  </a:lnTo>
                  <a:lnTo>
                    <a:pt x="172990" y="12191"/>
                  </a:lnTo>
                  <a:close/>
                </a:path>
                <a:path w="262255" h="78104">
                  <a:moveTo>
                    <a:pt x="249694" y="42278"/>
                  </a:moveTo>
                  <a:lnTo>
                    <a:pt x="242951" y="42278"/>
                  </a:lnTo>
                  <a:lnTo>
                    <a:pt x="240131" y="43014"/>
                  </a:lnTo>
                  <a:lnTo>
                    <a:pt x="235458" y="45948"/>
                  </a:lnTo>
                  <a:lnTo>
                    <a:pt x="233679" y="47891"/>
                  </a:lnTo>
                  <a:lnTo>
                    <a:pt x="231254" y="52704"/>
                  </a:lnTo>
                  <a:lnTo>
                    <a:pt x="230657" y="55333"/>
                  </a:lnTo>
                  <a:lnTo>
                    <a:pt x="230657" y="64947"/>
                  </a:lnTo>
                  <a:lnTo>
                    <a:pt x="242912" y="78003"/>
                  </a:lnTo>
                  <a:lnTo>
                    <a:pt x="249643" y="78003"/>
                  </a:lnTo>
                  <a:lnTo>
                    <a:pt x="252476" y="77266"/>
                  </a:lnTo>
                  <a:lnTo>
                    <a:pt x="257124" y="74333"/>
                  </a:lnTo>
                  <a:lnTo>
                    <a:pt x="258889" y="72402"/>
                  </a:lnTo>
                  <a:lnTo>
                    <a:pt x="260232" y="69710"/>
                  </a:lnTo>
                  <a:lnTo>
                    <a:pt x="243966" y="69710"/>
                  </a:lnTo>
                  <a:lnTo>
                    <a:pt x="242379" y="68922"/>
                  </a:lnTo>
                  <a:lnTo>
                    <a:pt x="240547" y="65773"/>
                  </a:lnTo>
                  <a:lnTo>
                    <a:pt x="240074" y="64020"/>
                  </a:lnTo>
                  <a:lnTo>
                    <a:pt x="240068" y="56273"/>
                  </a:lnTo>
                  <a:lnTo>
                    <a:pt x="240537" y="54521"/>
                  </a:lnTo>
                  <a:lnTo>
                    <a:pt x="242417" y="51320"/>
                  </a:lnTo>
                  <a:lnTo>
                    <a:pt x="244017" y="50507"/>
                  </a:lnTo>
                  <a:lnTo>
                    <a:pt x="260224" y="50507"/>
                  </a:lnTo>
                  <a:lnTo>
                    <a:pt x="258933" y="47891"/>
                  </a:lnTo>
                  <a:lnTo>
                    <a:pt x="257197" y="45948"/>
                  </a:lnTo>
                  <a:lnTo>
                    <a:pt x="252552" y="43014"/>
                  </a:lnTo>
                  <a:lnTo>
                    <a:pt x="249694" y="42278"/>
                  </a:lnTo>
                  <a:close/>
                </a:path>
                <a:path w="262255" h="78104">
                  <a:moveTo>
                    <a:pt x="257022" y="2057"/>
                  </a:moveTo>
                  <a:lnTo>
                    <a:pt x="248005" y="2057"/>
                  </a:lnTo>
                  <a:lnTo>
                    <a:pt x="197205" y="75945"/>
                  </a:lnTo>
                  <a:lnTo>
                    <a:pt x="206222" y="75945"/>
                  </a:lnTo>
                  <a:lnTo>
                    <a:pt x="256926" y="2197"/>
                  </a:lnTo>
                  <a:lnTo>
                    <a:pt x="257022" y="2057"/>
                  </a:lnTo>
                  <a:close/>
                </a:path>
                <a:path w="262255" h="78104">
                  <a:moveTo>
                    <a:pt x="260224" y="50507"/>
                  </a:moveTo>
                  <a:lnTo>
                    <a:pt x="248678" y="50507"/>
                  </a:lnTo>
                  <a:lnTo>
                    <a:pt x="250304" y="51320"/>
                  </a:lnTo>
                  <a:lnTo>
                    <a:pt x="251993" y="54521"/>
                  </a:lnTo>
                  <a:lnTo>
                    <a:pt x="252412" y="56273"/>
                  </a:lnTo>
                  <a:lnTo>
                    <a:pt x="252412" y="64020"/>
                  </a:lnTo>
                  <a:lnTo>
                    <a:pt x="251967" y="65773"/>
                  </a:lnTo>
                  <a:lnTo>
                    <a:pt x="250202" y="68922"/>
                  </a:lnTo>
                  <a:lnTo>
                    <a:pt x="248602" y="69710"/>
                  </a:lnTo>
                  <a:lnTo>
                    <a:pt x="260232" y="69710"/>
                  </a:lnTo>
                  <a:lnTo>
                    <a:pt x="261289" y="67589"/>
                  </a:lnTo>
                  <a:lnTo>
                    <a:pt x="261899" y="64947"/>
                  </a:lnTo>
                  <a:lnTo>
                    <a:pt x="261899" y="55333"/>
                  </a:lnTo>
                  <a:lnTo>
                    <a:pt x="261298" y="52704"/>
                  </a:lnTo>
                  <a:lnTo>
                    <a:pt x="260224" y="50507"/>
                  </a:lnTo>
                  <a:close/>
                </a:path>
                <a:path w="262255" h="78104">
                  <a:moveTo>
                    <a:pt x="212140" y="0"/>
                  </a:moveTo>
                  <a:lnTo>
                    <a:pt x="205435" y="0"/>
                  </a:lnTo>
                  <a:lnTo>
                    <a:pt x="202603" y="736"/>
                  </a:lnTo>
                  <a:lnTo>
                    <a:pt x="197942" y="3644"/>
                  </a:lnTo>
                  <a:lnTo>
                    <a:pt x="196164" y="5562"/>
                  </a:lnTo>
                  <a:lnTo>
                    <a:pt x="193713" y="10375"/>
                  </a:lnTo>
                  <a:lnTo>
                    <a:pt x="193090" y="13017"/>
                  </a:lnTo>
                  <a:lnTo>
                    <a:pt x="193096" y="22694"/>
                  </a:lnTo>
                  <a:lnTo>
                    <a:pt x="205358" y="35648"/>
                  </a:lnTo>
                  <a:lnTo>
                    <a:pt x="212090" y="35648"/>
                  </a:lnTo>
                  <a:lnTo>
                    <a:pt x="214934" y="34924"/>
                  </a:lnTo>
                  <a:lnTo>
                    <a:pt x="219595" y="32042"/>
                  </a:lnTo>
                  <a:lnTo>
                    <a:pt x="221360" y="30124"/>
                  </a:lnTo>
                  <a:lnTo>
                    <a:pt x="222702" y="27419"/>
                  </a:lnTo>
                  <a:lnTo>
                    <a:pt x="206438" y="27419"/>
                  </a:lnTo>
                  <a:lnTo>
                    <a:pt x="204825" y="26631"/>
                  </a:lnTo>
                  <a:lnTo>
                    <a:pt x="203911" y="25069"/>
                  </a:lnTo>
                  <a:lnTo>
                    <a:pt x="203022" y="23482"/>
                  </a:lnTo>
                  <a:lnTo>
                    <a:pt x="202577" y="21729"/>
                  </a:lnTo>
                  <a:lnTo>
                    <a:pt x="202577" y="14008"/>
                  </a:lnTo>
                  <a:lnTo>
                    <a:pt x="203034" y="12255"/>
                  </a:lnTo>
                  <a:lnTo>
                    <a:pt x="204863" y="9029"/>
                  </a:lnTo>
                  <a:lnTo>
                    <a:pt x="206463" y="8229"/>
                  </a:lnTo>
                  <a:lnTo>
                    <a:pt x="222695" y="8229"/>
                  </a:lnTo>
                  <a:lnTo>
                    <a:pt x="221386" y="5562"/>
                  </a:lnTo>
                  <a:lnTo>
                    <a:pt x="219633" y="3644"/>
                  </a:lnTo>
                  <a:lnTo>
                    <a:pt x="217297" y="2197"/>
                  </a:lnTo>
                  <a:lnTo>
                    <a:pt x="214998" y="736"/>
                  </a:lnTo>
                  <a:lnTo>
                    <a:pt x="212140" y="0"/>
                  </a:lnTo>
                  <a:close/>
                </a:path>
                <a:path w="262255" h="78104">
                  <a:moveTo>
                    <a:pt x="222695" y="8229"/>
                  </a:moveTo>
                  <a:lnTo>
                    <a:pt x="211137" y="8229"/>
                  </a:lnTo>
                  <a:lnTo>
                    <a:pt x="212750" y="9029"/>
                  </a:lnTo>
                  <a:lnTo>
                    <a:pt x="214432" y="12255"/>
                  </a:lnTo>
                  <a:lnTo>
                    <a:pt x="214845" y="14008"/>
                  </a:lnTo>
                  <a:lnTo>
                    <a:pt x="214845" y="21729"/>
                  </a:lnTo>
                  <a:lnTo>
                    <a:pt x="214401" y="23482"/>
                  </a:lnTo>
                  <a:lnTo>
                    <a:pt x="212648" y="26631"/>
                  </a:lnTo>
                  <a:lnTo>
                    <a:pt x="211061" y="27419"/>
                  </a:lnTo>
                  <a:lnTo>
                    <a:pt x="222702" y="27419"/>
                  </a:lnTo>
                  <a:lnTo>
                    <a:pt x="223735" y="25336"/>
                  </a:lnTo>
                  <a:lnTo>
                    <a:pt x="224332" y="22694"/>
                  </a:lnTo>
                  <a:lnTo>
                    <a:pt x="224332" y="13017"/>
                  </a:lnTo>
                  <a:lnTo>
                    <a:pt x="223748" y="10375"/>
                  </a:lnTo>
                  <a:lnTo>
                    <a:pt x="222695" y="8229"/>
                  </a:lnTo>
                  <a:close/>
                </a:path>
              </a:pathLst>
            </a:custGeom>
            <a:solidFill>
              <a:srgbClr val="EE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861189" y="5591105"/>
              <a:ext cx="269240" cy="78105"/>
            </a:xfrm>
            <a:custGeom>
              <a:avLst/>
              <a:gdLst/>
              <a:ahLst/>
              <a:cxnLst/>
              <a:rect l="l" t="t" r="r" b="b"/>
              <a:pathLst>
                <a:path w="269239" h="78104">
                  <a:moveTo>
                    <a:pt x="31102" y="15074"/>
                  </a:moveTo>
                  <a:lnTo>
                    <a:pt x="17716" y="15074"/>
                  </a:lnTo>
                  <a:lnTo>
                    <a:pt x="17716" y="75946"/>
                  </a:lnTo>
                  <a:lnTo>
                    <a:pt x="31102" y="75946"/>
                  </a:lnTo>
                  <a:lnTo>
                    <a:pt x="31102" y="15074"/>
                  </a:lnTo>
                  <a:close/>
                </a:path>
                <a:path w="269239" h="78104">
                  <a:moveTo>
                    <a:pt x="31102" y="2057"/>
                  </a:moveTo>
                  <a:lnTo>
                    <a:pt x="18364" y="2057"/>
                  </a:lnTo>
                  <a:lnTo>
                    <a:pt x="0" y="13855"/>
                  </a:lnTo>
                  <a:lnTo>
                    <a:pt x="0" y="26123"/>
                  </a:lnTo>
                  <a:lnTo>
                    <a:pt x="17271" y="15074"/>
                  </a:lnTo>
                  <a:lnTo>
                    <a:pt x="31102" y="15074"/>
                  </a:lnTo>
                  <a:lnTo>
                    <a:pt x="31102" y="2057"/>
                  </a:lnTo>
                  <a:close/>
                </a:path>
                <a:path w="269239" h="78104">
                  <a:moveTo>
                    <a:pt x="63030" y="55854"/>
                  </a:moveTo>
                  <a:lnTo>
                    <a:pt x="50037" y="55854"/>
                  </a:lnTo>
                  <a:lnTo>
                    <a:pt x="50061" y="56553"/>
                  </a:lnTo>
                  <a:lnTo>
                    <a:pt x="50177" y="59944"/>
                  </a:lnTo>
                  <a:lnTo>
                    <a:pt x="70738" y="76962"/>
                  </a:lnTo>
                  <a:lnTo>
                    <a:pt x="80771" y="76962"/>
                  </a:lnTo>
                  <a:lnTo>
                    <a:pt x="85356" y="75869"/>
                  </a:lnTo>
                  <a:lnTo>
                    <a:pt x="93319" y="71526"/>
                  </a:lnTo>
                  <a:lnTo>
                    <a:pt x="96431" y="68529"/>
                  </a:lnTo>
                  <a:lnTo>
                    <a:pt x="97848" y="66128"/>
                  </a:lnTo>
                  <a:lnTo>
                    <a:pt x="72199" y="66128"/>
                  </a:lnTo>
                  <a:lnTo>
                    <a:pt x="69341" y="65176"/>
                  </a:lnTo>
                  <a:lnTo>
                    <a:pt x="63135" y="57175"/>
                  </a:lnTo>
                  <a:lnTo>
                    <a:pt x="63030" y="55854"/>
                  </a:lnTo>
                  <a:close/>
                </a:path>
                <a:path w="269239" h="78104">
                  <a:moveTo>
                    <a:pt x="98240" y="37592"/>
                  </a:moveTo>
                  <a:lnTo>
                    <a:pt x="77901" y="37592"/>
                  </a:lnTo>
                  <a:lnTo>
                    <a:pt x="80314" y="38214"/>
                  </a:lnTo>
                  <a:lnTo>
                    <a:pt x="82397" y="39471"/>
                  </a:lnTo>
                  <a:lnTo>
                    <a:pt x="89141" y="49199"/>
                  </a:lnTo>
                  <a:lnTo>
                    <a:pt x="89141" y="54737"/>
                  </a:lnTo>
                  <a:lnTo>
                    <a:pt x="78168" y="66128"/>
                  </a:lnTo>
                  <a:lnTo>
                    <a:pt x="97848" y="66128"/>
                  </a:lnTo>
                  <a:lnTo>
                    <a:pt x="100939" y="60896"/>
                  </a:lnTo>
                  <a:lnTo>
                    <a:pt x="102069" y="56553"/>
                  </a:lnTo>
                  <a:lnTo>
                    <a:pt x="102020" y="46723"/>
                  </a:lnTo>
                  <a:lnTo>
                    <a:pt x="101053" y="42722"/>
                  </a:lnTo>
                  <a:lnTo>
                    <a:pt x="98240" y="37592"/>
                  </a:lnTo>
                  <a:close/>
                </a:path>
                <a:path w="269239" h="78104">
                  <a:moveTo>
                    <a:pt x="98209" y="2057"/>
                  </a:moveTo>
                  <a:lnTo>
                    <a:pt x="55346" y="2057"/>
                  </a:lnTo>
                  <a:lnTo>
                    <a:pt x="51555" y="39471"/>
                  </a:lnTo>
                  <a:lnTo>
                    <a:pt x="51485" y="40157"/>
                  </a:lnTo>
                  <a:lnTo>
                    <a:pt x="63563" y="42138"/>
                  </a:lnTo>
                  <a:lnTo>
                    <a:pt x="64820" y="40767"/>
                  </a:lnTo>
                  <a:lnTo>
                    <a:pt x="66509" y="39662"/>
                  </a:lnTo>
                  <a:lnTo>
                    <a:pt x="70789" y="37973"/>
                  </a:lnTo>
                  <a:lnTo>
                    <a:pt x="72837" y="37592"/>
                  </a:lnTo>
                  <a:lnTo>
                    <a:pt x="98240" y="37592"/>
                  </a:lnTo>
                  <a:lnTo>
                    <a:pt x="97015" y="35356"/>
                  </a:lnTo>
                  <a:lnTo>
                    <a:pt x="94588" y="32829"/>
                  </a:lnTo>
                  <a:lnTo>
                    <a:pt x="64287" y="32829"/>
                  </a:lnTo>
                  <a:lnTo>
                    <a:pt x="66420" y="13246"/>
                  </a:lnTo>
                  <a:lnTo>
                    <a:pt x="98209" y="13246"/>
                  </a:lnTo>
                  <a:lnTo>
                    <a:pt x="98209" y="2057"/>
                  </a:lnTo>
                  <a:close/>
                </a:path>
                <a:path w="269239" h="78104">
                  <a:moveTo>
                    <a:pt x="83235" y="27203"/>
                  </a:moveTo>
                  <a:lnTo>
                    <a:pt x="75780" y="27203"/>
                  </a:lnTo>
                  <a:lnTo>
                    <a:pt x="73037" y="27749"/>
                  </a:lnTo>
                  <a:lnTo>
                    <a:pt x="68033" y="29883"/>
                  </a:lnTo>
                  <a:lnTo>
                    <a:pt x="66090" y="31216"/>
                  </a:lnTo>
                  <a:lnTo>
                    <a:pt x="64719" y="32829"/>
                  </a:lnTo>
                  <a:lnTo>
                    <a:pt x="94588" y="32829"/>
                  </a:lnTo>
                  <a:lnTo>
                    <a:pt x="94246" y="32473"/>
                  </a:lnTo>
                  <a:lnTo>
                    <a:pt x="87223" y="28257"/>
                  </a:lnTo>
                  <a:lnTo>
                    <a:pt x="83235" y="27203"/>
                  </a:lnTo>
                  <a:close/>
                </a:path>
                <a:path w="269239" h="78104">
                  <a:moveTo>
                    <a:pt x="121983" y="60934"/>
                  </a:moveTo>
                  <a:lnTo>
                    <a:pt x="117678" y="60934"/>
                  </a:lnTo>
                  <a:lnTo>
                    <a:pt x="115798" y="61709"/>
                  </a:lnTo>
                  <a:lnTo>
                    <a:pt x="112674" y="64782"/>
                  </a:lnTo>
                  <a:lnTo>
                    <a:pt x="111899" y="66636"/>
                  </a:lnTo>
                  <a:lnTo>
                    <a:pt x="111899" y="71018"/>
                  </a:lnTo>
                  <a:lnTo>
                    <a:pt x="112674" y="72885"/>
                  </a:lnTo>
                  <a:lnTo>
                    <a:pt x="115798" y="75971"/>
                  </a:lnTo>
                  <a:lnTo>
                    <a:pt x="117678" y="76733"/>
                  </a:lnTo>
                  <a:lnTo>
                    <a:pt x="121284" y="76733"/>
                  </a:lnTo>
                  <a:lnTo>
                    <a:pt x="127774" y="70269"/>
                  </a:lnTo>
                  <a:lnTo>
                    <a:pt x="127774" y="66636"/>
                  </a:lnTo>
                  <a:lnTo>
                    <a:pt x="126974" y="64782"/>
                  </a:lnTo>
                  <a:lnTo>
                    <a:pt x="123812" y="61709"/>
                  </a:lnTo>
                  <a:lnTo>
                    <a:pt x="121983" y="60934"/>
                  </a:lnTo>
                  <a:close/>
                </a:path>
                <a:path w="269239" h="78104">
                  <a:moveTo>
                    <a:pt x="186740" y="2057"/>
                  </a:moveTo>
                  <a:lnTo>
                    <a:pt x="136410" y="2057"/>
                  </a:lnTo>
                  <a:lnTo>
                    <a:pt x="136410" y="13246"/>
                  </a:lnTo>
                  <a:lnTo>
                    <a:pt x="172885" y="13246"/>
                  </a:lnTo>
                  <a:lnTo>
                    <a:pt x="172885" y="13741"/>
                  </a:lnTo>
                  <a:lnTo>
                    <a:pt x="141465" y="75946"/>
                  </a:lnTo>
                  <a:lnTo>
                    <a:pt x="155359" y="75946"/>
                  </a:lnTo>
                  <a:lnTo>
                    <a:pt x="186740" y="13487"/>
                  </a:lnTo>
                  <a:lnTo>
                    <a:pt x="186740" y="2057"/>
                  </a:lnTo>
                  <a:close/>
                </a:path>
                <a:path w="269239" h="78104">
                  <a:moveTo>
                    <a:pt x="256933" y="42278"/>
                  </a:moveTo>
                  <a:lnTo>
                    <a:pt x="250202" y="42278"/>
                  </a:lnTo>
                  <a:lnTo>
                    <a:pt x="247370" y="43014"/>
                  </a:lnTo>
                  <a:lnTo>
                    <a:pt x="237896" y="55333"/>
                  </a:lnTo>
                  <a:lnTo>
                    <a:pt x="237896" y="64947"/>
                  </a:lnTo>
                  <a:lnTo>
                    <a:pt x="250151" y="78003"/>
                  </a:lnTo>
                  <a:lnTo>
                    <a:pt x="256882" y="78003"/>
                  </a:lnTo>
                  <a:lnTo>
                    <a:pt x="259727" y="77266"/>
                  </a:lnTo>
                  <a:lnTo>
                    <a:pt x="264363" y="74333"/>
                  </a:lnTo>
                  <a:lnTo>
                    <a:pt x="266128" y="72402"/>
                  </a:lnTo>
                  <a:lnTo>
                    <a:pt x="267478" y="69710"/>
                  </a:lnTo>
                  <a:lnTo>
                    <a:pt x="251205" y="69710"/>
                  </a:lnTo>
                  <a:lnTo>
                    <a:pt x="249618" y="68922"/>
                  </a:lnTo>
                  <a:lnTo>
                    <a:pt x="247786" y="65773"/>
                  </a:lnTo>
                  <a:lnTo>
                    <a:pt x="247313" y="64020"/>
                  </a:lnTo>
                  <a:lnTo>
                    <a:pt x="247307" y="56273"/>
                  </a:lnTo>
                  <a:lnTo>
                    <a:pt x="247776" y="54521"/>
                  </a:lnTo>
                  <a:lnTo>
                    <a:pt x="249656" y="51320"/>
                  </a:lnTo>
                  <a:lnTo>
                    <a:pt x="251256" y="50507"/>
                  </a:lnTo>
                  <a:lnTo>
                    <a:pt x="267470" y="50507"/>
                  </a:lnTo>
                  <a:lnTo>
                    <a:pt x="266172" y="47891"/>
                  </a:lnTo>
                  <a:lnTo>
                    <a:pt x="264436" y="45948"/>
                  </a:lnTo>
                  <a:lnTo>
                    <a:pt x="259791" y="43014"/>
                  </a:lnTo>
                  <a:lnTo>
                    <a:pt x="256933" y="42278"/>
                  </a:lnTo>
                  <a:close/>
                </a:path>
                <a:path w="269239" h="78104">
                  <a:moveTo>
                    <a:pt x="264274" y="2057"/>
                  </a:moveTo>
                  <a:lnTo>
                    <a:pt x="255244" y="2057"/>
                  </a:lnTo>
                  <a:lnTo>
                    <a:pt x="204444" y="75946"/>
                  </a:lnTo>
                  <a:lnTo>
                    <a:pt x="213474" y="75946"/>
                  </a:lnTo>
                  <a:lnTo>
                    <a:pt x="264274" y="2057"/>
                  </a:lnTo>
                  <a:close/>
                </a:path>
                <a:path w="269239" h="78104">
                  <a:moveTo>
                    <a:pt x="267470" y="50507"/>
                  </a:moveTo>
                  <a:lnTo>
                    <a:pt x="255917" y="50507"/>
                  </a:lnTo>
                  <a:lnTo>
                    <a:pt x="257543" y="51320"/>
                  </a:lnTo>
                  <a:lnTo>
                    <a:pt x="259232" y="54521"/>
                  </a:lnTo>
                  <a:lnTo>
                    <a:pt x="259651" y="56273"/>
                  </a:lnTo>
                  <a:lnTo>
                    <a:pt x="259651" y="64020"/>
                  </a:lnTo>
                  <a:lnTo>
                    <a:pt x="259206" y="65773"/>
                  </a:lnTo>
                  <a:lnTo>
                    <a:pt x="257454" y="68922"/>
                  </a:lnTo>
                  <a:lnTo>
                    <a:pt x="255854" y="69710"/>
                  </a:lnTo>
                  <a:lnTo>
                    <a:pt x="267478" y="69710"/>
                  </a:lnTo>
                  <a:lnTo>
                    <a:pt x="268541" y="67589"/>
                  </a:lnTo>
                  <a:lnTo>
                    <a:pt x="269138" y="64947"/>
                  </a:lnTo>
                  <a:lnTo>
                    <a:pt x="269138" y="55333"/>
                  </a:lnTo>
                  <a:lnTo>
                    <a:pt x="268550" y="52705"/>
                  </a:lnTo>
                  <a:lnTo>
                    <a:pt x="267470" y="50507"/>
                  </a:lnTo>
                  <a:close/>
                </a:path>
                <a:path w="269239" h="78104">
                  <a:moveTo>
                    <a:pt x="219392" y="0"/>
                  </a:moveTo>
                  <a:lnTo>
                    <a:pt x="212674" y="0"/>
                  </a:lnTo>
                  <a:lnTo>
                    <a:pt x="209854" y="736"/>
                  </a:lnTo>
                  <a:lnTo>
                    <a:pt x="205181" y="3644"/>
                  </a:lnTo>
                  <a:lnTo>
                    <a:pt x="203403" y="5562"/>
                  </a:lnTo>
                  <a:lnTo>
                    <a:pt x="200952" y="10375"/>
                  </a:lnTo>
                  <a:lnTo>
                    <a:pt x="200342" y="13017"/>
                  </a:lnTo>
                  <a:lnTo>
                    <a:pt x="200348" y="22694"/>
                  </a:lnTo>
                  <a:lnTo>
                    <a:pt x="212597" y="35648"/>
                  </a:lnTo>
                  <a:lnTo>
                    <a:pt x="219341" y="35648"/>
                  </a:lnTo>
                  <a:lnTo>
                    <a:pt x="222173" y="34925"/>
                  </a:lnTo>
                  <a:lnTo>
                    <a:pt x="226847" y="32042"/>
                  </a:lnTo>
                  <a:lnTo>
                    <a:pt x="228599" y="30124"/>
                  </a:lnTo>
                  <a:lnTo>
                    <a:pt x="229941" y="27419"/>
                  </a:lnTo>
                  <a:lnTo>
                    <a:pt x="213690" y="27419"/>
                  </a:lnTo>
                  <a:lnTo>
                    <a:pt x="212077" y="26631"/>
                  </a:lnTo>
                  <a:lnTo>
                    <a:pt x="211162" y="25069"/>
                  </a:lnTo>
                  <a:lnTo>
                    <a:pt x="210273" y="23482"/>
                  </a:lnTo>
                  <a:lnTo>
                    <a:pt x="209829" y="21729"/>
                  </a:lnTo>
                  <a:lnTo>
                    <a:pt x="209829" y="14008"/>
                  </a:lnTo>
                  <a:lnTo>
                    <a:pt x="210286" y="12255"/>
                  </a:lnTo>
                  <a:lnTo>
                    <a:pt x="212115" y="9029"/>
                  </a:lnTo>
                  <a:lnTo>
                    <a:pt x="213715" y="8229"/>
                  </a:lnTo>
                  <a:lnTo>
                    <a:pt x="229939" y="8229"/>
                  </a:lnTo>
                  <a:lnTo>
                    <a:pt x="228638" y="5562"/>
                  </a:lnTo>
                  <a:lnTo>
                    <a:pt x="226872" y="3644"/>
                  </a:lnTo>
                  <a:lnTo>
                    <a:pt x="222237" y="736"/>
                  </a:lnTo>
                  <a:lnTo>
                    <a:pt x="219392" y="0"/>
                  </a:lnTo>
                  <a:close/>
                </a:path>
                <a:path w="269239" h="78104">
                  <a:moveTo>
                    <a:pt x="229939" y="8229"/>
                  </a:moveTo>
                  <a:lnTo>
                    <a:pt x="218376" y="8229"/>
                  </a:lnTo>
                  <a:lnTo>
                    <a:pt x="219989" y="9029"/>
                  </a:lnTo>
                  <a:lnTo>
                    <a:pt x="221672" y="12255"/>
                  </a:lnTo>
                  <a:lnTo>
                    <a:pt x="222097" y="14008"/>
                  </a:lnTo>
                  <a:lnTo>
                    <a:pt x="222097" y="21729"/>
                  </a:lnTo>
                  <a:lnTo>
                    <a:pt x="221653" y="23482"/>
                  </a:lnTo>
                  <a:lnTo>
                    <a:pt x="219887" y="26631"/>
                  </a:lnTo>
                  <a:lnTo>
                    <a:pt x="218300" y="27419"/>
                  </a:lnTo>
                  <a:lnTo>
                    <a:pt x="229941" y="27419"/>
                  </a:lnTo>
                  <a:lnTo>
                    <a:pt x="230974" y="25336"/>
                  </a:lnTo>
                  <a:lnTo>
                    <a:pt x="231584" y="22694"/>
                  </a:lnTo>
                  <a:lnTo>
                    <a:pt x="231584" y="13017"/>
                  </a:lnTo>
                  <a:lnTo>
                    <a:pt x="230987" y="10375"/>
                  </a:lnTo>
                  <a:lnTo>
                    <a:pt x="229939" y="8229"/>
                  </a:lnTo>
                  <a:close/>
                </a:path>
              </a:pathLst>
            </a:custGeom>
            <a:solidFill>
              <a:srgbClr val="42BD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835400" y="4623837"/>
              <a:ext cx="1460500" cy="109635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397500" y="5499100"/>
              <a:ext cx="5346700" cy="20066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266700" y="5816597"/>
              <a:ext cx="5092700" cy="1902462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03200" y="6007100"/>
              <a:ext cx="825500" cy="2794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29126" y="7137400"/>
              <a:ext cx="1418673" cy="2540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0" y="6565900"/>
              <a:ext cx="1358900" cy="3048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482600" y="6819900"/>
              <a:ext cx="1422400" cy="2794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484706" y="7442200"/>
              <a:ext cx="1420293" cy="29210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736600" y="6273800"/>
              <a:ext cx="901700" cy="292100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0782300" y="5435600"/>
              <a:ext cx="2133600" cy="190500"/>
            </a:xfrm>
            <a:custGeom>
              <a:avLst/>
              <a:gdLst/>
              <a:ahLst/>
              <a:cxnLst/>
              <a:rect l="l" t="t" r="r" b="b"/>
              <a:pathLst>
                <a:path w="2133600" h="190500">
                  <a:moveTo>
                    <a:pt x="2065680" y="190499"/>
                  </a:moveTo>
                  <a:lnTo>
                    <a:pt x="67919" y="190499"/>
                  </a:lnTo>
                  <a:lnTo>
                    <a:pt x="41485" y="188001"/>
                  </a:lnTo>
                  <a:lnTo>
                    <a:pt x="19896" y="181187"/>
                  </a:lnTo>
                  <a:lnTo>
                    <a:pt x="5338" y="171083"/>
                  </a:lnTo>
                  <a:lnTo>
                    <a:pt x="0" y="158711"/>
                  </a:lnTo>
                  <a:lnTo>
                    <a:pt x="0" y="31788"/>
                  </a:lnTo>
                  <a:lnTo>
                    <a:pt x="5338" y="19416"/>
                  </a:lnTo>
                  <a:lnTo>
                    <a:pt x="19896" y="9312"/>
                  </a:lnTo>
                  <a:lnTo>
                    <a:pt x="41485" y="2498"/>
                  </a:lnTo>
                  <a:lnTo>
                    <a:pt x="67919" y="0"/>
                  </a:lnTo>
                  <a:lnTo>
                    <a:pt x="2065680" y="0"/>
                  </a:lnTo>
                  <a:lnTo>
                    <a:pt x="2092114" y="2498"/>
                  </a:lnTo>
                  <a:lnTo>
                    <a:pt x="2113703" y="9312"/>
                  </a:lnTo>
                  <a:lnTo>
                    <a:pt x="2128261" y="19416"/>
                  </a:lnTo>
                  <a:lnTo>
                    <a:pt x="2133600" y="31788"/>
                  </a:lnTo>
                  <a:lnTo>
                    <a:pt x="2133600" y="158711"/>
                  </a:lnTo>
                  <a:lnTo>
                    <a:pt x="2128261" y="171083"/>
                  </a:lnTo>
                  <a:lnTo>
                    <a:pt x="2113703" y="181187"/>
                  </a:lnTo>
                  <a:lnTo>
                    <a:pt x="2092114" y="188001"/>
                  </a:lnTo>
                  <a:lnTo>
                    <a:pt x="2065680" y="190499"/>
                  </a:lnTo>
                  <a:close/>
                </a:path>
              </a:pathLst>
            </a:custGeom>
            <a:solidFill>
              <a:srgbClr val="FF4B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0930026" y="5482932"/>
              <a:ext cx="195275" cy="92367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12288926" y="5464962"/>
              <a:ext cx="575945" cy="99060"/>
            </a:xfrm>
            <a:custGeom>
              <a:avLst/>
              <a:gdLst/>
              <a:ahLst/>
              <a:cxnLst/>
              <a:rect l="l" t="t" r="r" b="b"/>
              <a:pathLst>
                <a:path w="575945" h="99060">
                  <a:moveTo>
                    <a:pt x="42303" y="5270"/>
                  </a:moveTo>
                  <a:lnTo>
                    <a:pt x="0" y="5270"/>
                  </a:lnTo>
                  <a:lnTo>
                    <a:pt x="0" y="97637"/>
                  </a:lnTo>
                  <a:lnTo>
                    <a:pt x="42125" y="97637"/>
                  </a:lnTo>
                  <a:lnTo>
                    <a:pt x="50177" y="95783"/>
                  </a:lnTo>
                  <a:lnTo>
                    <a:pt x="63677" y="88391"/>
                  </a:lnTo>
                  <a:lnTo>
                    <a:pt x="68872" y="83083"/>
                  </a:lnTo>
                  <a:lnTo>
                    <a:pt x="70008" y="80911"/>
                  </a:lnTo>
                  <a:lnTo>
                    <a:pt x="19532" y="80911"/>
                  </a:lnTo>
                  <a:lnTo>
                    <a:pt x="19532" y="22009"/>
                  </a:lnTo>
                  <a:lnTo>
                    <a:pt x="70047" y="22009"/>
                  </a:lnTo>
                  <a:lnTo>
                    <a:pt x="68872" y="19761"/>
                  </a:lnTo>
                  <a:lnTo>
                    <a:pt x="63715" y="14490"/>
                  </a:lnTo>
                  <a:lnTo>
                    <a:pt x="50304" y="7124"/>
                  </a:lnTo>
                  <a:lnTo>
                    <a:pt x="42303" y="5270"/>
                  </a:lnTo>
                  <a:close/>
                </a:path>
                <a:path w="575945" h="99060">
                  <a:moveTo>
                    <a:pt x="70047" y="22009"/>
                  </a:moveTo>
                  <a:lnTo>
                    <a:pt x="37744" y="22009"/>
                  </a:lnTo>
                  <a:lnTo>
                    <a:pt x="42608" y="23025"/>
                  </a:lnTo>
                  <a:lnTo>
                    <a:pt x="50482" y="27114"/>
                  </a:lnTo>
                  <a:lnTo>
                    <a:pt x="53441" y="30302"/>
                  </a:lnTo>
                  <a:lnTo>
                    <a:pt x="55422" y="34632"/>
                  </a:lnTo>
                  <a:lnTo>
                    <a:pt x="57442" y="38963"/>
                  </a:lnTo>
                  <a:lnTo>
                    <a:pt x="58445" y="44538"/>
                  </a:lnTo>
                  <a:lnTo>
                    <a:pt x="58445" y="58254"/>
                  </a:lnTo>
                  <a:lnTo>
                    <a:pt x="37706" y="80911"/>
                  </a:lnTo>
                  <a:lnTo>
                    <a:pt x="70008" y="80911"/>
                  </a:lnTo>
                  <a:lnTo>
                    <a:pt x="76111" y="69253"/>
                  </a:lnTo>
                  <a:lnTo>
                    <a:pt x="77927" y="60985"/>
                  </a:lnTo>
                  <a:lnTo>
                    <a:pt x="77927" y="41770"/>
                  </a:lnTo>
                  <a:lnTo>
                    <a:pt x="76111" y="33540"/>
                  </a:lnTo>
                  <a:lnTo>
                    <a:pt x="70047" y="22009"/>
                  </a:lnTo>
                  <a:close/>
                </a:path>
                <a:path w="575945" h="99060">
                  <a:moveTo>
                    <a:pt x="114223" y="28359"/>
                  </a:moveTo>
                  <a:lnTo>
                    <a:pt x="95008" y="28359"/>
                  </a:lnTo>
                  <a:lnTo>
                    <a:pt x="95008" y="97637"/>
                  </a:lnTo>
                  <a:lnTo>
                    <a:pt x="114223" y="97637"/>
                  </a:lnTo>
                  <a:lnTo>
                    <a:pt x="114223" y="28359"/>
                  </a:lnTo>
                  <a:close/>
                </a:path>
                <a:path w="575945" h="99060">
                  <a:moveTo>
                    <a:pt x="107518" y="0"/>
                  </a:moveTo>
                  <a:lnTo>
                    <a:pt x="101803" y="0"/>
                  </a:lnTo>
                  <a:lnTo>
                    <a:pt x="99364" y="965"/>
                  </a:lnTo>
                  <a:lnTo>
                    <a:pt x="95300" y="4775"/>
                  </a:lnTo>
                  <a:lnTo>
                    <a:pt x="94297" y="7048"/>
                  </a:lnTo>
                  <a:lnTo>
                    <a:pt x="94297" y="12369"/>
                  </a:lnTo>
                  <a:lnTo>
                    <a:pt x="95300" y="14668"/>
                  </a:lnTo>
                  <a:lnTo>
                    <a:pt x="97320" y="16598"/>
                  </a:lnTo>
                  <a:lnTo>
                    <a:pt x="99364" y="18491"/>
                  </a:lnTo>
                  <a:lnTo>
                    <a:pt x="101803" y="19430"/>
                  </a:lnTo>
                  <a:lnTo>
                    <a:pt x="107518" y="19430"/>
                  </a:lnTo>
                  <a:lnTo>
                    <a:pt x="109956" y="18491"/>
                  </a:lnTo>
                  <a:lnTo>
                    <a:pt x="114020" y="14668"/>
                  </a:lnTo>
                  <a:lnTo>
                    <a:pt x="115036" y="12369"/>
                  </a:lnTo>
                  <a:lnTo>
                    <a:pt x="115036" y="7048"/>
                  </a:lnTo>
                  <a:lnTo>
                    <a:pt x="114020" y="4775"/>
                  </a:lnTo>
                  <a:lnTo>
                    <a:pt x="111975" y="2882"/>
                  </a:lnTo>
                  <a:lnTo>
                    <a:pt x="109956" y="965"/>
                  </a:lnTo>
                  <a:lnTo>
                    <a:pt x="107518" y="0"/>
                  </a:lnTo>
                  <a:close/>
                </a:path>
                <a:path w="575945" h="99060">
                  <a:moveTo>
                    <a:pt x="151218" y="28486"/>
                  </a:moveTo>
                  <a:lnTo>
                    <a:pt x="132588" y="28486"/>
                  </a:lnTo>
                  <a:lnTo>
                    <a:pt x="132588" y="97637"/>
                  </a:lnTo>
                  <a:lnTo>
                    <a:pt x="151803" y="97637"/>
                  </a:lnTo>
                  <a:lnTo>
                    <a:pt x="151803" y="55625"/>
                  </a:lnTo>
                  <a:lnTo>
                    <a:pt x="152438" y="53124"/>
                  </a:lnTo>
                  <a:lnTo>
                    <a:pt x="163213" y="44170"/>
                  </a:lnTo>
                  <a:lnTo>
                    <a:pt x="174625" y="44170"/>
                  </a:lnTo>
                  <a:lnTo>
                    <a:pt x="174625" y="40449"/>
                  </a:lnTo>
                  <a:lnTo>
                    <a:pt x="151218" y="40449"/>
                  </a:lnTo>
                  <a:lnTo>
                    <a:pt x="151218" y="28486"/>
                  </a:lnTo>
                  <a:close/>
                </a:path>
                <a:path w="575945" h="99060">
                  <a:moveTo>
                    <a:pt x="174625" y="44170"/>
                  </a:moveTo>
                  <a:lnTo>
                    <a:pt x="169291" y="44170"/>
                  </a:lnTo>
                  <a:lnTo>
                    <a:pt x="173154" y="44678"/>
                  </a:lnTo>
                  <a:lnTo>
                    <a:pt x="172937" y="44678"/>
                  </a:lnTo>
                  <a:lnTo>
                    <a:pt x="173723" y="44830"/>
                  </a:lnTo>
                  <a:lnTo>
                    <a:pt x="174625" y="45097"/>
                  </a:lnTo>
                  <a:lnTo>
                    <a:pt x="174625" y="44170"/>
                  </a:lnTo>
                  <a:close/>
                </a:path>
                <a:path w="575945" h="99060">
                  <a:moveTo>
                    <a:pt x="170586" y="27431"/>
                  </a:moveTo>
                  <a:lnTo>
                    <a:pt x="164511" y="27431"/>
                  </a:lnTo>
                  <a:lnTo>
                    <a:pt x="161277" y="28486"/>
                  </a:lnTo>
                  <a:lnTo>
                    <a:pt x="158305" y="30708"/>
                  </a:lnTo>
                  <a:lnTo>
                    <a:pt x="155321" y="32905"/>
                  </a:lnTo>
                  <a:lnTo>
                    <a:pt x="153200" y="36156"/>
                  </a:lnTo>
                  <a:lnTo>
                    <a:pt x="151942" y="40449"/>
                  </a:lnTo>
                  <a:lnTo>
                    <a:pt x="174625" y="40449"/>
                  </a:lnTo>
                  <a:lnTo>
                    <a:pt x="174625" y="28054"/>
                  </a:lnTo>
                  <a:lnTo>
                    <a:pt x="173786" y="27838"/>
                  </a:lnTo>
                  <a:lnTo>
                    <a:pt x="172808" y="27673"/>
                  </a:lnTo>
                  <a:lnTo>
                    <a:pt x="170586" y="27431"/>
                  </a:lnTo>
                  <a:close/>
                </a:path>
                <a:path w="575945" h="99060">
                  <a:moveTo>
                    <a:pt x="219684" y="27457"/>
                  </a:moveTo>
                  <a:lnTo>
                    <a:pt x="208318" y="27457"/>
                  </a:lnTo>
                  <a:lnTo>
                    <a:pt x="202399" y="28968"/>
                  </a:lnTo>
                  <a:lnTo>
                    <a:pt x="181521" y="70624"/>
                  </a:lnTo>
                  <a:lnTo>
                    <a:pt x="182821" y="76619"/>
                  </a:lnTo>
                  <a:lnTo>
                    <a:pt x="182892" y="76949"/>
                  </a:lnTo>
                  <a:lnTo>
                    <a:pt x="188429" y="87629"/>
                  </a:lnTo>
                  <a:lnTo>
                    <a:pt x="192366" y="91744"/>
                  </a:lnTo>
                  <a:lnTo>
                    <a:pt x="202615" y="97548"/>
                  </a:lnTo>
                  <a:lnTo>
                    <a:pt x="208749" y="98996"/>
                  </a:lnTo>
                  <a:lnTo>
                    <a:pt x="221589" y="98996"/>
                  </a:lnTo>
                  <a:lnTo>
                    <a:pt x="245082" y="84645"/>
                  </a:lnTo>
                  <a:lnTo>
                    <a:pt x="212979" y="84645"/>
                  </a:lnTo>
                  <a:lnTo>
                    <a:pt x="210197" y="83972"/>
                  </a:lnTo>
                  <a:lnTo>
                    <a:pt x="200507" y="71386"/>
                  </a:lnTo>
                  <a:lnTo>
                    <a:pt x="200512" y="67919"/>
                  </a:lnTo>
                  <a:lnTo>
                    <a:pt x="189179" y="67919"/>
                  </a:lnTo>
                  <a:lnTo>
                    <a:pt x="189179" y="56006"/>
                  </a:lnTo>
                  <a:lnTo>
                    <a:pt x="200529" y="56006"/>
                  </a:lnTo>
                  <a:lnTo>
                    <a:pt x="200533" y="53911"/>
                  </a:lnTo>
                  <a:lnTo>
                    <a:pt x="212509" y="41808"/>
                  </a:lnTo>
                  <a:lnTo>
                    <a:pt x="242920" y="41808"/>
                  </a:lnTo>
                  <a:lnTo>
                    <a:pt x="241255" y="39179"/>
                  </a:lnTo>
                  <a:lnTo>
                    <a:pt x="235305" y="33299"/>
                  </a:lnTo>
                  <a:lnTo>
                    <a:pt x="231851" y="31114"/>
                  </a:lnTo>
                  <a:lnTo>
                    <a:pt x="223939" y="28193"/>
                  </a:lnTo>
                  <a:lnTo>
                    <a:pt x="219684" y="27457"/>
                  </a:lnTo>
                  <a:close/>
                </a:path>
                <a:path w="575945" h="99060">
                  <a:moveTo>
                    <a:pt x="229501" y="76619"/>
                  </a:moveTo>
                  <a:lnTo>
                    <a:pt x="218325" y="84645"/>
                  </a:lnTo>
                  <a:lnTo>
                    <a:pt x="245082" y="84645"/>
                  </a:lnTo>
                  <a:lnTo>
                    <a:pt x="246278" y="82245"/>
                  </a:lnTo>
                  <a:lnTo>
                    <a:pt x="246367" y="82067"/>
                  </a:lnTo>
                  <a:lnTo>
                    <a:pt x="247150" y="78358"/>
                  </a:lnTo>
                  <a:lnTo>
                    <a:pt x="247269" y="77800"/>
                  </a:lnTo>
                  <a:lnTo>
                    <a:pt x="229501" y="76619"/>
                  </a:lnTo>
                  <a:close/>
                </a:path>
                <a:path w="575945" h="99060">
                  <a:moveTo>
                    <a:pt x="200529" y="56006"/>
                  </a:moveTo>
                  <a:lnTo>
                    <a:pt x="189179" y="56006"/>
                  </a:lnTo>
                  <a:lnTo>
                    <a:pt x="189179" y="67919"/>
                  </a:lnTo>
                  <a:lnTo>
                    <a:pt x="200512" y="67919"/>
                  </a:lnTo>
                  <a:lnTo>
                    <a:pt x="200529" y="56006"/>
                  </a:lnTo>
                  <a:close/>
                </a:path>
                <a:path w="575945" h="99060">
                  <a:moveTo>
                    <a:pt x="242920" y="41808"/>
                  </a:moveTo>
                  <a:lnTo>
                    <a:pt x="218224" y="41808"/>
                  </a:lnTo>
                  <a:lnTo>
                    <a:pt x="220930" y="42481"/>
                  </a:lnTo>
                  <a:lnTo>
                    <a:pt x="220783" y="42481"/>
                  </a:lnTo>
                  <a:lnTo>
                    <a:pt x="222783" y="43649"/>
                  </a:lnTo>
                  <a:lnTo>
                    <a:pt x="224917" y="44856"/>
                  </a:lnTo>
                  <a:lnTo>
                    <a:pt x="226580" y="46520"/>
                  </a:lnTo>
                  <a:lnTo>
                    <a:pt x="228993" y="50799"/>
                  </a:lnTo>
                  <a:lnTo>
                    <a:pt x="229590" y="53238"/>
                  </a:lnTo>
                  <a:lnTo>
                    <a:pt x="229590" y="56006"/>
                  </a:lnTo>
                  <a:lnTo>
                    <a:pt x="200529" y="56006"/>
                  </a:lnTo>
                  <a:lnTo>
                    <a:pt x="200512" y="67919"/>
                  </a:lnTo>
                  <a:lnTo>
                    <a:pt x="247675" y="67919"/>
                  </a:lnTo>
                  <a:lnTo>
                    <a:pt x="247557" y="56006"/>
                  </a:lnTo>
                  <a:lnTo>
                    <a:pt x="246849" y="51600"/>
                  </a:lnTo>
                  <a:lnTo>
                    <a:pt x="243547" y="42798"/>
                  </a:lnTo>
                  <a:lnTo>
                    <a:pt x="242920" y="41808"/>
                  </a:lnTo>
                  <a:close/>
                </a:path>
                <a:path w="575945" h="99060">
                  <a:moveTo>
                    <a:pt x="300443" y="27457"/>
                  </a:moveTo>
                  <a:lnTo>
                    <a:pt x="287388" y="27457"/>
                  </a:lnTo>
                  <a:lnTo>
                    <a:pt x="281355" y="28981"/>
                  </a:lnTo>
                  <a:lnTo>
                    <a:pt x="271183" y="35026"/>
                  </a:lnTo>
                  <a:lnTo>
                    <a:pt x="267258" y="39217"/>
                  </a:lnTo>
                  <a:lnTo>
                    <a:pt x="261759" y="49949"/>
                  </a:lnTo>
                  <a:lnTo>
                    <a:pt x="260388" y="56172"/>
                  </a:lnTo>
                  <a:lnTo>
                    <a:pt x="260388" y="70281"/>
                  </a:lnTo>
                  <a:lnTo>
                    <a:pt x="287388" y="98996"/>
                  </a:lnTo>
                  <a:lnTo>
                    <a:pt x="300647" y="98996"/>
                  </a:lnTo>
                  <a:lnTo>
                    <a:pt x="305993" y="97866"/>
                  </a:lnTo>
                  <a:lnTo>
                    <a:pt x="315010" y="93357"/>
                  </a:lnTo>
                  <a:lnTo>
                    <a:pt x="318541" y="90220"/>
                  </a:lnTo>
                  <a:lnTo>
                    <a:pt x="322659" y="83794"/>
                  </a:lnTo>
                  <a:lnTo>
                    <a:pt x="291744" y="83794"/>
                  </a:lnTo>
                  <a:lnTo>
                    <a:pt x="289140" y="82981"/>
                  </a:lnTo>
                  <a:lnTo>
                    <a:pt x="284683" y="79730"/>
                  </a:lnTo>
                  <a:lnTo>
                    <a:pt x="283076" y="77533"/>
                  </a:lnTo>
                  <a:lnTo>
                    <a:pt x="282956" y="77368"/>
                  </a:lnTo>
                  <a:lnTo>
                    <a:pt x="281724" y="74282"/>
                  </a:lnTo>
                  <a:lnTo>
                    <a:pt x="280517" y="71183"/>
                  </a:lnTo>
                  <a:lnTo>
                    <a:pt x="279920" y="67424"/>
                  </a:lnTo>
                  <a:lnTo>
                    <a:pt x="279920" y="58635"/>
                  </a:lnTo>
                  <a:lnTo>
                    <a:pt x="291744" y="42430"/>
                  </a:lnTo>
                  <a:lnTo>
                    <a:pt x="322672" y="42430"/>
                  </a:lnTo>
                  <a:lnTo>
                    <a:pt x="318401" y="36029"/>
                  </a:lnTo>
                  <a:lnTo>
                    <a:pt x="314820" y="32943"/>
                  </a:lnTo>
                  <a:lnTo>
                    <a:pt x="305739" y="28562"/>
                  </a:lnTo>
                  <a:lnTo>
                    <a:pt x="300443" y="27457"/>
                  </a:lnTo>
                  <a:close/>
                </a:path>
                <a:path w="575945" h="99060">
                  <a:moveTo>
                    <a:pt x="325424" y="72250"/>
                  </a:moveTo>
                  <a:lnTo>
                    <a:pt x="307301" y="72250"/>
                  </a:lnTo>
                  <a:lnTo>
                    <a:pt x="306993" y="74282"/>
                  </a:lnTo>
                  <a:lnTo>
                    <a:pt x="306933" y="74675"/>
                  </a:lnTo>
                  <a:lnTo>
                    <a:pt x="296913" y="83794"/>
                  </a:lnTo>
                  <a:lnTo>
                    <a:pt x="322659" y="83794"/>
                  </a:lnTo>
                  <a:lnTo>
                    <a:pt x="323684" y="82194"/>
                  </a:lnTo>
                  <a:lnTo>
                    <a:pt x="325132" y="77533"/>
                  </a:lnTo>
                  <a:lnTo>
                    <a:pt x="325191" y="76466"/>
                  </a:lnTo>
                  <a:lnTo>
                    <a:pt x="325312" y="74282"/>
                  </a:lnTo>
                  <a:lnTo>
                    <a:pt x="325424" y="72250"/>
                  </a:lnTo>
                  <a:close/>
                </a:path>
                <a:path w="575945" h="99060">
                  <a:moveTo>
                    <a:pt x="322672" y="42430"/>
                  </a:moveTo>
                  <a:lnTo>
                    <a:pt x="298234" y="42430"/>
                  </a:lnTo>
                  <a:lnTo>
                    <a:pt x="301078" y="43497"/>
                  </a:lnTo>
                  <a:lnTo>
                    <a:pt x="303237" y="45643"/>
                  </a:lnTo>
                  <a:lnTo>
                    <a:pt x="305435" y="47739"/>
                  </a:lnTo>
                  <a:lnTo>
                    <a:pt x="306781" y="50520"/>
                  </a:lnTo>
                  <a:lnTo>
                    <a:pt x="307301" y="53974"/>
                  </a:lnTo>
                  <a:lnTo>
                    <a:pt x="325424" y="53974"/>
                  </a:lnTo>
                  <a:lnTo>
                    <a:pt x="325252" y="50520"/>
                  </a:lnTo>
                  <a:lnTo>
                    <a:pt x="325158" y="48628"/>
                  </a:lnTo>
                  <a:lnTo>
                    <a:pt x="323697" y="43967"/>
                  </a:lnTo>
                  <a:lnTo>
                    <a:pt x="322672" y="42430"/>
                  </a:lnTo>
                  <a:close/>
                </a:path>
                <a:path w="575945" h="99060">
                  <a:moveTo>
                    <a:pt x="364515" y="11772"/>
                  </a:moveTo>
                  <a:lnTo>
                    <a:pt x="345300" y="11772"/>
                  </a:lnTo>
                  <a:lnTo>
                    <a:pt x="345274" y="83413"/>
                  </a:lnTo>
                  <a:lnTo>
                    <a:pt x="346227" y="87172"/>
                  </a:lnTo>
                  <a:lnTo>
                    <a:pt x="350075" y="93129"/>
                  </a:lnTo>
                  <a:lnTo>
                    <a:pt x="352755" y="95326"/>
                  </a:lnTo>
                  <a:lnTo>
                    <a:pt x="359921" y="98234"/>
                  </a:lnTo>
                  <a:lnTo>
                    <a:pt x="360282" y="98234"/>
                  </a:lnTo>
                  <a:lnTo>
                    <a:pt x="363766" y="98767"/>
                  </a:lnTo>
                  <a:lnTo>
                    <a:pt x="370890" y="98488"/>
                  </a:lnTo>
                  <a:lnTo>
                    <a:pt x="373011" y="98234"/>
                  </a:lnTo>
                  <a:lnTo>
                    <a:pt x="374751" y="97815"/>
                  </a:lnTo>
                  <a:lnTo>
                    <a:pt x="376504" y="97421"/>
                  </a:lnTo>
                  <a:lnTo>
                    <a:pt x="377850" y="97078"/>
                  </a:lnTo>
                  <a:lnTo>
                    <a:pt x="378815" y="96786"/>
                  </a:lnTo>
                  <a:lnTo>
                    <a:pt x="375988" y="83413"/>
                  </a:lnTo>
                  <a:lnTo>
                    <a:pt x="375927" y="83121"/>
                  </a:lnTo>
                  <a:lnTo>
                    <a:pt x="369722" y="83121"/>
                  </a:lnTo>
                  <a:lnTo>
                    <a:pt x="368579" y="82918"/>
                  </a:lnTo>
                  <a:lnTo>
                    <a:pt x="366623" y="82143"/>
                  </a:lnTo>
                  <a:lnTo>
                    <a:pt x="365874" y="81457"/>
                  </a:lnTo>
                  <a:lnTo>
                    <a:pt x="364782" y="79501"/>
                  </a:lnTo>
                  <a:lnTo>
                    <a:pt x="364515" y="78130"/>
                  </a:lnTo>
                  <a:lnTo>
                    <a:pt x="364515" y="11772"/>
                  </a:lnTo>
                  <a:close/>
                </a:path>
                <a:path w="575945" h="99060">
                  <a:moveTo>
                    <a:pt x="375811" y="82575"/>
                  </a:moveTo>
                  <a:lnTo>
                    <a:pt x="375310" y="82575"/>
                  </a:lnTo>
                  <a:lnTo>
                    <a:pt x="372417" y="83121"/>
                  </a:lnTo>
                  <a:lnTo>
                    <a:pt x="375927" y="83121"/>
                  </a:lnTo>
                  <a:lnTo>
                    <a:pt x="375811" y="82575"/>
                  </a:lnTo>
                  <a:close/>
                </a:path>
                <a:path w="575945" h="99060">
                  <a:moveTo>
                    <a:pt x="345294" y="28359"/>
                  </a:moveTo>
                  <a:lnTo>
                    <a:pt x="335838" y="28359"/>
                  </a:lnTo>
                  <a:lnTo>
                    <a:pt x="335838" y="42798"/>
                  </a:lnTo>
                  <a:lnTo>
                    <a:pt x="345289" y="42798"/>
                  </a:lnTo>
                  <a:lnTo>
                    <a:pt x="345294" y="28359"/>
                  </a:lnTo>
                  <a:close/>
                </a:path>
                <a:path w="575945" h="99060">
                  <a:moveTo>
                    <a:pt x="377545" y="28359"/>
                  </a:moveTo>
                  <a:lnTo>
                    <a:pt x="364515" y="28359"/>
                  </a:lnTo>
                  <a:lnTo>
                    <a:pt x="364515" y="42798"/>
                  </a:lnTo>
                  <a:lnTo>
                    <a:pt x="377545" y="42798"/>
                  </a:lnTo>
                  <a:lnTo>
                    <a:pt x="377545" y="28359"/>
                  </a:lnTo>
                  <a:close/>
                </a:path>
                <a:path w="575945" h="99060">
                  <a:moveTo>
                    <a:pt x="412254" y="28359"/>
                  </a:moveTo>
                  <a:lnTo>
                    <a:pt x="393039" y="28359"/>
                  </a:lnTo>
                  <a:lnTo>
                    <a:pt x="393039" y="97637"/>
                  </a:lnTo>
                  <a:lnTo>
                    <a:pt x="412254" y="97637"/>
                  </a:lnTo>
                  <a:lnTo>
                    <a:pt x="412254" y="28359"/>
                  </a:lnTo>
                  <a:close/>
                </a:path>
                <a:path w="575945" h="99060">
                  <a:moveTo>
                    <a:pt x="405549" y="0"/>
                  </a:moveTo>
                  <a:lnTo>
                    <a:pt x="399834" y="0"/>
                  </a:lnTo>
                  <a:lnTo>
                    <a:pt x="397383" y="965"/>
                  </a:lnTo>
                  <a:lnTo>
                    <a:pt x="393331" y="4775"/>
                  </a:lnTo>
                  <a:lnTo>
                    <a:pt x="392315" y="7048"/>
                  </a:lnTo>
                  <a:lnTo>
                    <a:pt x="392315" y="12369"/>
                  </a:lnTo>
                  <a:lnTo>
                    <a:pt x="393331" y="14668"/>
                  </a:lnTo>
                  <a:lnTo>
                    <a:pt x="395338" y="16598"/>
                  </a:lnTo>
                  <a:lnTo>
                    <a:pt x="397383" y="18491"/>
                  </a:lnTo>
                  <a:lnTo>
                    <a:pt x="399834" y="19430"/>
                  </a:lnTo>
                  <a:lnTo>
                    <a:pt x="405549" y="19430"/>
                  </a:lnTo>
                  <a:lnTo>
                    <a:pt x="407987" y="18491"/>
                  </a:lnTo>
                  <a:lnTo>
                    <a:pt x="412038" y="14668"/>
                  </a:lnTo>
                  <a:lnTo>
                    <a:pt x="413067" y="12369"/>
                  </a:lnTo>
                  <a:lnTo>
                    <a:pt x="413067" y="7048"/>
                  </a:lnTo>
                  <a:lnTo>
                    <a:pt x="412038" y="4775"/>
                  </a:lnTo>
                  <a:lnTo>
                    <a:pt x="409994" y="2882"/>
                  </a:lnTo>
                  <a:lnTo>
                    <a:pt x="407987" y="965"/>
                  </a:lnTo>
                  <a:lnTo>
                    <a:pt x="405549" y="0"/>
                  </a:lnTo>
                  <a:close/>
                </a:path>
                <a:path w="575945" h="99060">
                  <a:moveTo>
                    <a:pt x="468922" y="27457"/>
                  </a:moveTo>
                  <a:lnTo>
                    <a:pt x="454914" y="27457"/>
                  </a:lnTo>
                  <a:lnTo>
                    <a:pt x="448856" y="28968"/>
                  </a:lnTo>
                  <a:lnTo>
                    <a:pt x="427912" y="70764"/>
                  </a:lnTo>
                  <a:lnTo>
                    <a:pt x="429209" y="76606"/>
                  </a:lnTo>
                  <a:lnTo>
                    <a:pt x="454914" y="98996"/>
                  </a:lnTo>
                  <a:lnTo>
                    <a:pt x="468922" y="98996"/>
                  </a:lnTo>
                  <a:lnTo>
                    <a:pt x="474967" y="97497"/>
                  </a:lnTo>
                  <a:lnTo>
                    <a:pt x="485165" y="91516"/>
                  </a:lnTo>
                  <a:lnTo>
                    <a:pt x="489102" y="87337"/>
                  </a:lnTo>
                  <a:lnTo>
                    <a:pt x="490772" y="84112"/>
                  </a:lnTo>
                  <a:lnTo>
                    <a:pt x="458800" y="84112"/>
                  </a:lnTo>
                  <a:lnTo>
                    <a:pt x="456082" y="83210"/>
                  </a:lnTo>
                  <a:lnTo>
                    <a:pt x="447357" y="67170"/>
                  </a:lnTo>
                  <a:lnTo>
                    <a:pt x="447357" y="59105"/>
                  </a:lnTo>
                  <a:lnTo>
                    <a:pt x="447800" y="56121"/>
                  </a:lnTo>
                  <a:lnTo>
                    <a:pt x="447890" y="55511"/>
                  </a:lnTo>
                  <a:lnTo>
                    <a:pt x="450088" y="49199"/>
                  </a:lnTo>
                  <a:lnTo>
                    <a:pt x="451726" y="46710"/>
                  </a:lnTo>
                  <a:lnTo>
                    <a:pt x="456082" y="43040"/>
                  </a:lnTo>
                  <a:lnTo>
                    <a:pt x="458800" y="42125"/>
                  </a:lnTo>
                  <a:lnTo>
                    <a:pt x="490645" y="42125"/>
                  </a:lnTo>
                  <a:lnTo>
                    <a:pt x="489102" y="39128"/>
                  </a:lnTo>
                  <a:lnTo>
                    <a:pt x="485165" y="34950"/>
                  </a:lnTo>
                  <a:lnTo>
                    <a:pt x="480047" y="31978"/>
                  </a:lnTo>
                  <a:lnTo>
                    <a:pt x="474967" y="28968"/>
                  </a:lnTo>
                  <a:lnTo>
                    <a:pt x="468922" y="27457"/>
                  </a:lnTo>
                  <a:close/>
                </a:path>
                <a:path w="575945" h="99060">
                  <a:moveTo>
                    <a:pt x="490645" y="42125"/>
                  </a:moveTo>
                  <a:lnTo>
                    <a:pt x="465201" y="42125"/>
                  </a:lnTo>
                  <a:lnTo>
                    <a:pt x="467855" y="43040"/>
                  </a:lnTo>
                  <a:lnTo>
                    <a:pt x="472122" y="46710"/>
                  </a:lnTo>
                  <a:lnTo>
                    <a:pt x="473735" y="49199"/>
                  </a:lnTo>
                  <a:lnTo>
                    <a:pt x="474814" y="52362"/>
                  </a:lnTo>
                  <a:lnTo>
                    <a:pt x="475932" y="55511"/>
                  </a:lnTo>
                  <a:lnTo>
                    <a:pt x="476491" y="59105"/>
                  </a:lnTo>
                  <a:lnTo>
                    <a:pt x="476491" y="67170"/>
                  </a:lnTo>
                  <a:lnTo>
                    <a:pt x="475993" y="70370"/>
                  </a:lnTo>
                  <a:lnTo>
                    <a:pt x="475932" y="70764"/>
                  </a:lnTo>
                  <a:lnTo>
                    <a:pt x="474814" y="73913"/>
                  </a:lnTo>
                  <a:lnTo>
                    <a:pt x="473735" y="77076"/>
                  </a:lnTo>
                  <a:lnTo>
                    <a:pt x="472122" y="79565"/>
                  </a:lnTo>
                  <a:lnTo>
                    <a:pt x="469988" y="81406"/>
                  </a:lnTo>
                  <a:lnTo>
                    <a:pt x="467855" y="83210"/>
                  </a:lnTo>
                  <a:lnTo>
                    <a:pt x="465201" y="84112"/>
                  </a:lnTo>
                  <a:lnTo>
                    <a:pt x="490772" y="84112"/>
                  </a:lnTo>
                  <a:lnTo>
                    <a:pt x="494626" y="76606"/>
                  </a:lnTo>
                  <a:lnTo>
                    <a:pt x="495923" y="70764"/>
                  </a:lnTo>
                  <a:lnTo>
                    <a:pt x="496011" y="56121"/>
                  </a:lnTo>
                  <a:lnTo>
                    <a:pt x="494626" y="49860"/>
                  </a:lnTo>
                  <a:lnTo>
                    <a:pt x="490645" y="42125"/>
                  </a:lnTo>
                  <a:close/>
                </a:path>
                <a:path w="575945" h="99060">
                  <a:moveTo>
                    <a:pt x="529793" y="28359"/>
                  </a:moveTo>
                  <a:lnTo>
                    <a:pt x="511479" y="28359"/>
                  </a:lnTo>
                  <a:lnTo>
                    <a:pt x="511479" y="97637"/>
                  </a:lnTo>
                  <a:lnTo>
                    <a:pt x="530694" y="97637"/>
                  </a:lnTo>
                  <a:lnTo>
                    <a:pt x="530733" y="54609"/>
                  </a:lnTo>
                  <a:lnTo>
                    <a:pt x="531279" y="52069"/>
                  </a:lnTo>
                  <a:lnTo>
                    <a:pt x="533476" y="47828"/>
                  </a:lnTo>
                  <a:lnTo>
                    <a:pt x="535012" y="46215"/>
                  </a:lnTo>
                  <a:lnTo>
                    <a:pt x="538949" y="43980"/>
                  </a:lnTo>
                  <a:lnTo>
                    <a:pt x="540863" y="43522"/>
                  </a:lnTo>
                  <a:lnTo>
                    <a:pt x="574357" y="43522"/>
                  </a:lnTo>
                  <a:lnTo>
                    <a:pt x="572861" y="40589"/>
                  </a:lnTo>
                  <a:lnTo>
                    <a:pt x="529793" y="40589"/>
                  </a:lnTo>
                  <a:lnTo>
                    <a:pt x="529793" y="28359"/>
                  </a:lnTo>
                  <a:close/>
                </a:path>
                <a:path w="575945" h="99060">
                  <a:moveTo>
                    <a:pt x="574357" y="43522"/>
                  </a:moveTo>
                  <a:lnTo>
                    <a:pt x="547899" y="43522"/>
                  </a:lnTo>
                  <a:lnTo>
                    <a:pt x="550697" y="44627"/>
                  </a:lnTo>
                  <a:lnTo>
                    <a:pt x="552881" y="47040"/>
                  </a:lnTo>
                  <a:lnTo>
                    <a:pt x="555078" y="49415"/>
                  </a:lnTo>
                  <a:lnTo>
                    <a:pt x="556158" y="52717"/>
                  </a:lnTo>
                  <a:lnTo>
                    <a:pt x="556133" y="97637"/>
                  </a:lnTo>
                  <a:lnTo>
                    <a:pt x="575348" y="97637"/>
                  </a:lnTo>
                  <a:lnTo>
                    <a:pt x="575280" y="47828"/>
                  </a:lnTo>
                  <a:lnTo>
                    <a:pt x="574455" y="43980"/>
                  </a:lnTo>
                  <a:lnTo>
                    <a:pt x="574357" y="43522"/>
                  </a:lnTo>
                  <a:close/>
                </a:path>
                <a:path w="575945" h="99060">
                  <a:moveTo>
                    <a:pt x="556260" y="27457"/>
                  </a:moveTo>
                  <a:lnTo>
                    <a:pt x="546303" y="27457"/>
                  </a:lnTo>
                  <a:lnTo>
                    <a:pt x="541921" y="28651"/>
                  </a:lnTo>
                  <a:lnTo>
                    <a:pt x="534708" y="33375"/>
                  </a:lnTo>
                  <a:lnTo>
                    <a:pt x="532142" y="36563"/>
                  </a:lnTo>
                  <a:lnTo>
                    <a:pt x="530606" y="40589"/>
                  </a:lnTo>
                  <a:lnTo>
                    <a:pt x="572861" y="40589"/>
                  </a:lnTo>
                  <a:lnTo>
                    <a:pt x="570382" y="35725"/>
                  </a:lnTo>
                  <a:lnTo>
                    <a:pt x="567601" y="32727"/>
                  </a:lnTo>
                  <a:lnTo>
                    <a:pt x="560451" y="28511"/>
                  </a:lnTo>
                  <a:lnTo>
                    <a:pt x="556260" y="274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0782300" y="5626100"/>
              <a:ext cx="2133600" cy="660400"/>
            </a:xfrm>
            <a:custGeom>
              <a:avLst/>
              <a:gdLst/>
              <a:ahLst/>
              <a:cxnLst/>
              <a:rect l="l" t="t" r="r" b="b"/>
              <a:pathLst>
                <a:path w="2133600" h="660400">
                  <a:moveTo>
                    <a:pt x="2082800" y="0"/>
                  </a:moveTo>
                  <a:lnTo>
                    <a:pt x="50800" y="0"/>
                  </a:lnTo>
                  <a:lnTo>
                    <a:pt x="31027" y="3992"/>
                  </a:lnTo>
                  <a:lnTo>
                    <a:pt x="14879" y="14879"/>
                  </a:lnTo>
                  <a:lnTo>
                    <a:pt x="3992" y="31027"/>
                  </a:lnTo>
                  <a:lnTo>
                    <a:pt x="0" y="50800"/>
                  </a:lnTo>
                  <a:lnTo>
                    <a:pt x="0" y="609600"/>
                  </a:lnTo>
                  <a:lnTo>
                    <a:pt x="3992" y="629372"/>
                  </a:lnTo>
                  <a:lnTo>
                    <a:pt x="14879" y="645520"/>
                  </a:lnTo>
                  <a:lnTo>
                    <a:pt x="31027" y="656407"/>
                  </a:lnTo>
                  <a:lnTo>
                    <a:pt x="50800" y="660400"/>
                  </a:lnTo>
                  <a:lnTo>
                    <a:pt x="2082800" y="660400"/>
                  </a:lnTo>
                  <a:lnTo>
                    <a:pt x="2102572" y="656407"/>
                  </a:lnTo>
                  <a:lnTo>
                    <a:pt x="2118720" y="645520"/>
                  </a:lnTo>
                  <a:lnTo>
                    <a:pt x="2129607" y="629372"/>
                  </a:lnTo>
                  <a:lnTo>
                    <a:pt x="2133600" y="609600"/>
                  </a:lnTo>
                  <a:lnTo>
                    <a:pt x="2133600" y="50800"/>
                  </a:lnTo>
                  <a:lnTo>
                    <a:pt x="2129607" y="31027"/>
                  </a:lnTo>
                  <a:lnTo>
                    <a:pt x="2118720" y="14879"/>
                  </a:lnTo>
                  <a:lnTo>
                    <a:pt x="2102572" y="3992"/>
                  </a:lnTo>
                  <a:lnTo>
                    <a:pt x="2082800" y="0"/>
                  </a:lnTo>
                  <a:close/>
                </a:path>
              </a:pathLst>
            </a:custGeom>
            <a:solidFill>
              <a:srgbClr val="F3D1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1785600" y="6350000"/>
              <a:ext cx="2184400" cy="62230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0617200" y="7035800"/>
              <a:ext cx="2501900" cy="68580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1461750" y="6616700"/>
              <a:ext cx="1943100" cy="72390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9144000" y="1257300"/>
              <a:ext cx="3124200" cy="99060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9321800" y="1257300"/>
              <a:ext cx="203200" cy="203199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0889679" y="5682882"/>
              <a:ext cx="1800796" cy="550532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0" y="0"/>
              <a:ext cx="13970000" cy="558800"/>
            </a:xfrm>
            <a:custGeom>
              <a:avLst/>
              <a:gdLst/>
              <a:ahLst/>
              <a:cxnLst/>
              <a:rect l="l" t="t" r="r" b="b"/>
              <a:pathLst>
                <a:path w="13970000" h="558800">
                  <a:moveTo>
                    <a:pt x="13970000" y="558800"/>
                  </a:moveTo>
                  <a:lnTo>
                    <a:pt x="0" y="558800"/>
                  </a:lnTo>
                  <a:lnTo>
                    <a:pt x="0" y="0"/>
                  </a:lnTo>
                  <a:lnTo>
                    <a:pt x="13970000" y="0"/>
                  </a:lnTo>
                  <a:lnTo>
                    <a:pt x="13970000" y="558800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6184900" y="0"/>
              <a:ext cx="1214437" cy="646112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6477334" y="95796"/>
              <a:ext cx="615391" cy="388289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95250" y="0"/>
              <a:ext cx="1190625" cy="565023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2633325" y="38075"/>
              <a:ext cx="825500" cy="596797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2658725" y="38075"/>
              <a:ext cx="723899" cy="495197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266825" y="12636"/>
              <a:ext cx="1214437" cy="690562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464479" y="115634"/>
              <a:ext cx="779983" cy="305765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4876800" y="25400"/>
              <a:ext cx="1433449" cy="690562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5006276" y="126835"/>
              <a:ext cx="1139698" cy="337616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3423900" y="12700"/>
              <a:ext cx="482599" cy="482599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2419646" y="13292"/>
              <a:ext cx="1431628" cy="694732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2555505" y="114223"/>
              <a:ext cx="1159459" cy="312254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7283450" y="12700"/>
              <a:ext cx="1219199" cy="695325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7361708" y="130556"/>
              <a:ext cx="1036789" cy="293585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8410575" y="12700"/>
              <a:ext cx="1209675" cy="704850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8686077" y="119151"/>
              <a:ext cx="630466" cy="337616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9553575" y="12700"/>
              <a:ext cx="1219199" cy="695325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9795505" y="222808"/>
              <a:ext cx="703580" cy="152400"/>
            </a:xfrm>
            <a:custGeom>
              <a:avLst/>
              <a:gdLst/>
              <a:ahLst/>
              <a:cxnLst/>
              <a:rect l="l" t="t" r="r" b="b"/>
              <a:pathLst>
                <a:path w="703579" h="152400">
                  <a:moveTo>
                    <a:pt x="70167" y="6489"/>
                  </a:moveTo>
                  <a:lnTo>
                    <a:pt x="39217" y="6489"/>
                  </a:lnTo>
                  <a:lnTo>
                    <a:pt x="0" y="120091"/>
                  </a:lnTo>
                  <a:lnTo>
                    <a:pt x="25730" y="120091"/>
                  </a:lnTo>
                  <a:lnTo>
                    <a:pt x="34158" y="94183"/>
                  </a:lnTo>
                  <a:lnTo>
                    <a:pt x="24129" y="94183"/>
                  </a:lnTo>
                  <a:lnTo>
                    <a:pt x="24129" y="75438"/>
                  </a:lnTo>
                  <a:lnTo>
                    <a:pt x="40256" y="75438"/>
                  </a:lnTo>
                  <a:lnTo>
                    <a:pt x="54241" y="32448"/>
                  </a:lnTo>
                  <a:lnTo>
                    <a:pt x="79117" y="32448"/>
                  </a:lnTo>
                  <a:lnTo>
                    <a:pt x="70167" y="6489"/>
                  </a:lnTo>
                  <a:close/>
                </a:path>
                <a:path w="703579" h="152400">
                  <a:moveTo>
                    <a:pt x="79117" y="32448"/>
                  </a:moveTo>
                  <a:lnTo>
                    <a:pt x="55130" y="32448"/>
                  </a:lnTo>
                  <a:lnTo>
                    <a:pt x="83591" y="120091"/>
                  </a:lnTo>
                  <a:lnTo>
                    <a:pt x="109334" y="120091"/>
                  </a:lnTo>
                  <a:lnTo>
                    <a:pt x="100401" y="94183"/>
                  </a:lnTo>
                  <a:lnTo>
                    <a:pt x="84924" y="94183"/>
                  </a:lnTo>
                  <a:lnTo>
                    <a:pt x="84924" y="75438"/>
                  </a:lnTo>
                  <a:lnTo>
                    <a:pt x="93939" y="75438"/>
                  </a:lnTo>
                  <a:lnTo>
                    <a:pt x="79117" y="32448"/>
                  </a:lnTo>
                  <a:close/>
                </a:path>
                <a:path w="703579" h="152400">
                  <a:moveTo>
                    <a:pt x="40256" y="75438"/>
                  </a:moveTo>
                  <a:lnTo>
                    <a:pt x="24129" y="75438"/>
                  </a:lnTo>
                  <a:lnTo>
                    <a:pt x="24129" y="94183"/>
                  </a:lnTo>
                  <a:lnTo>
                    <a:pt x="34158" y="94183"/>
                  </a:lnTo>
                  <a:lnTo>
                    <a:pt x="40256" y="75438"/>
                  </a:lnTo>
                  <a:close/>
                </a:path>
                <a:path w="703579" h="152400">
                  <a:moveTo>
                    <a:pt x="69090" y="75438"/>
                  </a:moveTo>
                  <a:lnTo>
                    <a:pt x="40256" y="75438"/>
                  </a:lnTo>
                  <a:lnTo>
                    <a:pt x="34158" y="94183"/>
                  </a:lnTo>
                  <a:lnTo>
                    <a:pt x="75178" y="94183"/>
                  </a:lnTo>
                  <a:lnTo>
                    <a:pt x="69090" y="75438"/>
                  </a:lnTo>
                  <a:close/>
                </a:path>
                <a:path w="703579" h="152400">
                  <a:moveTo>
                    <a:pt x="93939" y="75438"/>
                  </a:moveTo>
                  <a:lnTo>
                    <a:pt x="84924" y="75438"/>
                  </a:lnTo>
                  <a:lnTo>
                    <a:pt x="84924" y="94183"/>
                  </a:lnTo>
                  <a:lnTo>
                    <a:pt x="100401" y="94183"/>
                  </a:lnTo>
                  <a:lnTo>
                    <a:pt x="93939" y="75438"/>
                  </a:lnTo>
                  <a:close/>
                </a:path>
                <a:path w="703579" h="152400">
                  <a:moveTo>
                    <a:pt x="142201" y="34886"/>
                  </a:moveTo>
                  <a:lnTo>
                    <a:pt x="118897" y="34886"/>
                  </a:lnTo>
                  <a:lnTo>
                    <a:pt x="118897" y="152044"/>
                  </a:lnTo>
                  <a:lnTo>
                    <a:pt x="142532" y="152044"/>
                  </a:lnTo>
                  <a:lnTo>
                    <a:pt x="142532" y="106438"/>
                  </a:lnTo>
                  <a:lnTo>
                    <a:pt x="195174" y="106438"/>
                  </a:lnTo>
                  <a:lnTo>
                    <a:pt x="196939" y="102666"/>
                  </a:lnTo>
                  <a:lnTo>
                    <a:pt x="156146" y="102666"/>
                  </a:lnTo>
                  <a:lnTo>
                    <a:pt x="152907" y="101638"/>
                  </a:lnTo>
                  <a:lnTo>
                    <a:pt x="142036" y="82550"/>
                  </a:lnTo>
                  <a:lnTo>
                    <a:pt x="142036" y="72428"/>
                  </a:lnTo>
                  <a:lnTo>
                    <a:pt x="142701" y="68237"/>
                  </a:lnTo>
                  <a:lnTo>
                    <a:pt x="142806" y="67830"/>
                  </a:lnTo>
                  <a:lnTo>
                    <a:pt x="145460" y="60769"/>
                  </a:lnTo>
                  <a:lnTo>
                    <a:pt x="145541" y="60553"/>
                  </a:lnTo>
                  <a:lnTo>
                    <a:pt x="156108" y="52578"/>
                  </a:lnTo>
                  <a:lnTo>
                    <a:pt x="196957" y="52578"/>
                  </a:lnTo>
                  <a:lnTo>
                    <a:pt x="195331" y="49199"/>
                  </a:lnTo>
                  <a:lnTo>
                    <a:pt x="142201" y="49199"/>
                  </a:lnTo>
                  <a:lnTo>
                    <a:pt x="142201" y="34886"/>
                  </a:lnTo>
                  <a:close/>
                </a:path>
                <a:path w="703579" h="152400">
                  <a:moveTo>
                    <a:pt x="195174" y="106438"/>
                  </a:moveTo>
                  <a:lnTo>
                    <a:pt x="143255" y="106438"/>
                  </a:lnTo>
                  <a:lnTo>
                    <a:pt x="144322" y="108813"/>
                  </a:lnTo>
                  <a:lnTo>
                    <a:pt x="162852" y="121475"/>
                  </a:lnTo>
                  <a:lnTo>
                    <a:pt x="173913" y="121475"/>
                  </a:lnTo>
                  <a:lnTo>
                    <a:pt x="179755" y="119811"/>
                  </a:lnTo>
                  <a:lnTo>
                    <a:pt x="190220" y="113118"/>
                  </a:lnTo>
                  <a:lnTo>
                    <a:pt x="194360" y="108178"/>
                  </a:lnTo>
                  <a:lnTo>
                    <a:pt x="195174" y="106438"/>
                  </a:lnTo>
                  <a:close/>
                </a:path>
                <a:path w="703579" h="152400">
                  <a:moveTo>
                    <a:pt x="196957" y="52578"/>
                  </a:moveTo>
                  <a:lnTo>
                    <a:pt x="163829" y="52578"/>
                  </a:lnTo>
                  <a:lnTo>
                    <a:pt x="167106" y="53632"/>
                  </a:lnTo>
                  <a:lnTo>
                    <a:pt x="172427" y="57848"/>
                  </a:lnTo>
                  <a:lnTo>
                    <a:pt x="174447" y="60769"/>
                  </a:lnTo>
                  <a:lnTo>
                    <a:pt x="177029" y="67830"/>
                  </a:lnTo>
                  <a:lnTo>
                    <a:pt x="177098" y="68021"/>
                  </a:lnTo>
                  <a:lnTo>
                    <a:pt x="177177" y="68237"/>
                  </a:lnTo>
                  <a:lnTo>
                    <a:pt x="177841" y="72428"/>
                  </a:lnTo>
                  <a:lnTo>
                    <a:pt x="177847" y="82550"/>
                  </a:lnTo>
                  <a:lnTo>
                    <a:pt x="177164" y="86829"/>
                  </a:lnTo>
                  <a:lnTo>
                    <a:pt x="163791" y="102666"/>
                  </a:lnTo>
                  <a:lnTo>
                    <a:pt x="196939" y="102666"/>
                  </a:lnTo>
                  <a:lnTo>
                    <a:pt x="200469" y="95123"/>
                  </a:lnTo>
                  <a:lnTo>
                    <a:pt x="201993" y="87109"/>
                  </a:lnTo>
                  <a:lnTo>
                    <a:pt x="201993" y="67830"/>
                  </a:lnTo>
                  <a:lnTo>
                    <a:pt x="200431" y="59715"/>
                  </a:lnTo>
                  <a:lnTo>
                    <a:pt x="196957" y="52578"/>
                  </a:lnTo>
                  <a:close/>
                </a:path>
                <a:path w="703579" h="152400">
                  <a:moveTo>
                    <a:pt x="173710" y="33782"/>
                  </a:moveTo>
                  <a:lnTo>
                    <a:pt x="162725" y="33782"/>
                  </a:lnTo>
                  <a:lnTo>
                    <a:pt x="158724" y="34594"/>
                  </a:lnTo>
                  <a:lnTo>
                    <a:pt x="143255" y="49199"/>
                  </a:lnTo>
                  <a:lnTo>
                    <a:pt x="195331" y="49199"/>
                  </a:lnTo>
                  <a:lnTo>
                    <a:pt x="173710" y="33782"/>
                  </a:lnTo>
                  <a:close/>
                </a:path>
                <a:path w="703579" h="152400">
                  <a:moveTo>
                    <a:pt x="237388" y="34886"/>
                  </a:moveTo>
                  <a:lnTo>
                    <a:pt x="214096" y="34886"/>
                  </a:lnTo>
                  <a:lnTo>
                    <a:pt x="214096" y="152044"/>
                  </a:lnTo>
                  <a:lnTo>
                    <a:pt x="237718" y="152044"/>
                  </a:lnTo>
                  <a:lnTo>
                    <a:pt x="237718" y="106438"/>
                  </a:lnTo>
                  <a:lnTo>
                    <a:pt x="290361" y="106438"/>
                  </a:lnTo>
                  <a:lnTo>
                    <a:pt x="292126" y="102666"/>
                  </a:lnTo>
                  <a:lnTo>
                    <a:pt x="251332" y="102666"/>
                  </a:lnTo>
                  <a:lnTo>
                    <a:pt x="248094" y="101638"/>
                  </a:lnTo>
                  <a:lnTo>
                    <a:pt x="237223" y="82550"/>
                  </a:lnTo>
                  <a:lnTo>
                    <a:pt x="237223" y="72428"/>
                  </a:lnTo>
                  <a:lnTo>
                    <a:pt x="242624" y="57848"/>
                  </a:lnTo>
                  <a:lnTo>
                    <a:pt x="242747" y="57670"/>
                  </a:lnTo>
                  <a:lnTo>
                    <a:pt x="247994" y="53632"/>
                  </a:lnTo>
                  <a:lnTo>
                    <a:pt x="249140" y="53251"/>
                  </a:lnTo>
                  <a:lnTo>
                    <a:pt x="251294" y="52578"/>
                  </a:lnTo>
                  <a:lnTo>
                    <a:pt x="292144" y="52578"/>
                  </a:lnTo>
                  <a:lnTo>
                    <a:pt x="290517" y="49199"/>
                  </a:lnTo>
                  <a:lnTo>
                    <a:pt x="237388" y="49199"/>
                  </a:lnTo>
                  <a:lnTo>
                    <a:pt x="237388" y="34886"/>
                  </a:lnTo>
                  <a:close/>
                </a:path>
                <a:path w="703579" h="152400">
                  <a:moveTo>
                    <a:pt x="290361" y="106438"/>
                  </a:moveTo>
                  <a:lnTo>
                    <a:pt x="238442" y="106438"/>
                  </a:lnTo>
                  <a:lnTo>
                    <a:pt x="239521" y="108813"/>
                  </a:lnTo>
                  <a:lnTo>
                    <a:pt x="258038" y="121475"/>
                  </a:lnTo>
                  <a:lnTo>
                    <a:pt x="269100" y="121475"/>
                  </a:lnTo>
                  <a:lnTo>
                    <a:pt x="274942" y="119811"/>
                  </a:lnTo>
                  <a:lnTo>
                    <a:pt x="285407" y="113118"/>
                  </a:lnTo>
                  <a:lnTo>
                    <a:pt x="289547" y="108178"/>
                  </a:lnTo>
                  <a:lnTo>
                    <a:pt x="290361" y="106438"/>
                  </a:lnTo>
                  <a:close/>
                </a:path>
                <a:path w="703579" h="152400">
                  <a:moveTo>
                    <a:pt x="292144" y="52578"/>
                  </a:moveTo>
                  <a:lnTo>
                    <a:pt x="259029" y="52578"/>
                  </a:lnTo>
                  <a:lnTo>
                    <a:pt x="262293" y="53632"/>
                  </a:lnTo>
                  <a:lnTo>
                    <a:pt x="267627" y="57848"/>
                  </a:lnTo>
                  <a:lnTo>
                    <a:pt x="269633" y="60769"/>
                  </a:lnTo>
                  <a:lnTo>
                    <a:pt x="272227" y="67830"/>
                  </a:lnTo>
                  <a:lnTo>
                    <a:pt x="272297" y="68021"/>
                  </a:lnTo>
                  <a:lnTo>
                    <a:pt x="272376" y="68237"/>
                  </a:lnTo>
                  <a:lnTo>
                    <a:pt x="273040" y="72428"/>
                  </a:lnTo>
                  <a:lnTo>
                    <a:pt x="273046" y="82550"/>
                  </a:lnTo>
                  <a:lnTo>
                    <a:pt x="272351" y="86829"/>
                  </a:lnTo>
                  <a:lnTo>
                    <a:pt x="258991" y="102666"/>
                  </a:lnTo>
                  <a:lnTo>
                    <a:pt x="292126" y="102666"/>
                  </a:lnTo>
                  <a:lnTo>
                    <a:pt x="295655" y="95123"/>
                  </a:lnTo>
                  <a:lnTo>
                    <a:pt x="297192" y="87109"/>
                  </a:lnTo>
                  <a:lnTo>
                    <a:pt x="297192" y="67830"/>
                  </a:lnTo>
                  <a:lnTo>
                    <a:pt x="295617" y="59715"/>
                  </a:lnTo>
                  <a:lnTo>
                    <a:pt x="292144" y="52578"/>
                  </a:lnTo>
                  <a:close/>
                </a:path>
                <a:path w="703579" h="152400">
                  <a:moveTo>
                    <a:pt x="268897" y="33782"/>
                  </a:moveTo>
                  <a:lnTo>
                    <a:pt x="257911" y="33782"/>
                  </a:lnTo>
                  <a:lnTo>
                    <a:pt x="253923" y="34594"/>
                  </a:lnTo>
                  <a:lnTo>
                    <a:pt x="247522" y="37807"/>
                  </a:lnTo>
                  <a:lnTo>
                    <a:pt x="244932" y="39801"/>
                  </a:lnTo>
                  <a:lnTo>
                    <a:pt x="240982" y="44577"/>
                  </a:lnTo>
                  <a:lnTo>
                    <a:pt x="239590" y="46736"/>
                  </a:lnTo>
                  <a:lnTo>
                    <a:pt x="239483" y="46901"/>
                  </a:lnTo>
                  <a:lnTo>
                    <a:pt x="238442" y="49199"/>
                  </a:lnTo>
                  <a:lnTo>
                    <a:pt x="290517" y="49199"/>
                  </a:lnTo>
                  <a:lnTo>
                    <a:pt x="289410" y="46901"/>
                  </a:lnTo>
                  <a:lnTo>
                    <a:pt x="289331" y="46736"/>
                  </a:lnTo>
                  <a:lnTo>
                    <a:pt x="285127" y="41871"/>
                  </a:lnTo>
                  <a:lnTo>
                    <a:pt x="274624" y="35407"/>
                  </a:lnTo>
                  <a:lnTo>
                    <a:pt x="268897" y="33782"/>
                  </a:lnTo>
                  <a:close/>
                </a:path>
                <a:path w="703579" h="152400">
                  <a:moveTo>
                    <a:pt x="352793" y="33782"/>
                  </a:moveTo>
                  <a:lnTo>
                    <a:pt x="338810" y="33782"/>
                  </a:lnTo>
                  <a:lnTo>
                    <a:pt x="331520" y="35623"/>
                  </a:lnTo>
                  <a:lnTo>
                    <a:pt x="305891" y="68884"/>
                  </a:lnTo>
                  <a:lnTo>
                    <a:pt x="305841" y="86868"/>
                  </a:lnTo>
                  <a:lnTo>
                    <a:pt x="307454" y="94246"/>
                  </a:lnTo>
                  <a:lnTo>
                    <a:pt x="307543" y="94653"/>
                  </a:lnTo>
                  <a:lnTo>
                    <a:pt x="339343" y="121754"/>
                  </a:lnTo>
                  <a:lnTo>
                    <a:pt x="355142" y="121754"/>
                  </a:lnTo>
                  <a:lnTo>
                    <a:pt x="384035" y="104114"/>
                  </a:lnTo>
                  <a:lnTo>
                    <a:pt x="344538" y="104114"/>
                  </a:lnTo>
                  <a:lnTo>
                    <a:pt x="341121" y="103289"/>
                  </a:lnTo>
                  <a:lnTo>
                    <a:pt x="329196" y="87807"/>
                  </a:lnTo>
                  <a:lnTo>
                    <a:pt x="329204" y="83540"/>
                  </a:lnTo>
                  <a:lnTo>
                    <a:pt x="315277" y="83540"/>
                  </a:lnTo>
                  <a:lnTo>
                    <a:pt x="315277" y="68884"/>
                  </a:lnTo>
                  <a:lnTo>
                    <a:pt x="329230" y="68884"/>
                  </a:lnTo>
                  <a:lnTo>
                    <a:pt x="329234" y="66306"/>
                  </a:lnTo>
                  <a:lnTo>
                    <a:pt x="329963" y="63474"/>
                  </a:lnTo>
                  <a:lnTo>
                    <a:pt x="330022" y="63246"/>
                  </a:lnTo>
                  <a:lnTo>
                    <a:pt x="331584" y="60515"/>
                  </a:lnTo>
                  <a:lnTo>
                    <a:pt x="333133" y="57734"/>
                  </a:lnTo>
                  <a:lnTo>
                    <a:pt x="335279" y="55537"/>
                  </a:lnTo>
                  <a:lnTo>
                    <a:pt x="340791" y="52247"/>
                  </a:lnTo>
                  <a:lnTo>
                    <a:pt x="343966" y="51422"/>
                  </a:lnTo>
                  <a:lnTo>
                    <a:pt x="381363" y="51422"/>
                  </a:lnTo>
                  <a:lnTo>
                    <a:pt x="379325" y="48183"/>
                  </a:lnTo>
                  <a:lnTo>
                    <a:pt x="371995" y="40944"/>
                  </a:lnTo>
                  <a:lnTo>
                    <a:pt x="367753" y="38265"/>
                  </a:lnTo>
                  <a:lnTo>
                    <a:pt x="362864" y="36499"/>
                  </a:lnTo>
                  <a:lnTo>
                    <a:pt x="358025" y="34683"/>
                  </a:lnTo>
                  <a:lnTo>
                    <a:pt x="352793" y="33782"/>
                  </a:lnTo>
                  <a:close/>
                </a:path>
                <a:path w="703579" h="152400">
                  <a:moveTo>
                    <a:pt x="364858" y="94246"/>
                  </a:moveTo>
                  <a:lnTo>
                    <a:pt x="351129" y="104114"/>
                  </a:lnTo>
                  <a:lnTo>
                    <a:pt x="384035" y="104114"/>
                  </a:lnTo>
                  <a:lnTo>
                    <a:pt x="385503" y="101155"/>
                  </a:lnTo>
                  <a:lnTo>
                    <a:pt x="385610" y="100939"/>
                  </a:lnTo>
                  <a:lnTo>
                    <a:pt x="386714" y="95681"/>
                  </a:lnTo>
                  <a:lnTo>
                    <a:pt x="364858" y="94246"/>
                  </a:lnTo>
                  <a:close/>
                </a:path>
                <a:path w="703579" h="152400">
                  <a:moveTo>
                    <a:pt x="329230" y="68884"/>
                  </a:moveTo>
                  <a:lnTo>
                    <a:pt x="315277" y="68884"/>
                  </a:lnTo>
                  <a:lnTo>
                    <a:pt x="315277" y="83540"/>
                  </a:lnTo>
                  <a:lnTo>
                    <a:pt x="329204" y="83540"/>
                  </a:lnTo>
                  <a:lnTo>
                    <a:pt x="329230" y="68884"/>
                  </a:lnTo>
                  <a:close/>
                </a:path>
                <a:path w="703579" h="152400">
                  <a:moveTo>
                    <a:pt x="381363" y="51422"/>
                  </a:moveTo>
                  <a:lnTo>
                    <a:pt x="351002" y="51422"/>
                  </a:lnTo>
                  <a:lnTo>
                    <a:pt x="354318" y="52247"/>
                  </a:lnTo>
                  <a:lnTo>
                    <a:pt x="354142" y="52247"/>
                  </a:lnTo>
                  <a:lnTo>
                    <a:pt x="356603" y="53695"/>
                  </a:lnTo>
                  <a:lnTo>
                    <a:pt x="359219" y="55168"/>
                  </a:lnTo>
                  <a:lnTo>
                    <a:pt x="361276" y="57226"/>
                  </a:lnTo>
                  <a:lnTo>
                    <a:pt x="364235" y="62471"/>
                  </a:lnTo>
                  <a:lnTo>
                    <a:pt x="364972" y="65493"/>
                  </a:lnTo>
                  <a:lnTo>
                    <a:pt x="364972" y="68884"/>
                  </a:lnTo>
                  <a:lnTo>
                    <a:pt x="329230" y="68884"/>
                  </a:lnTo>
                  <a:lnTo>
                    <a:pt x="329204" y="83540"/>
                  </a:lnTo>
                  <a:lnTo>
                    <a:pt x="387222" y="83540"/>
                  </a:lnTo>
                  <a:lnTo>
                    <a:pt x="387112" y="69113"/>
                  </a:lnTo>
                  <a:lnTo>
                    <a:pt x="386206" y="63474"/>
                  </a:lnTo>
                  <a:lnTo>
                    <a:pt x="382130" y="52641"/>
                  </a:lnTo>
                  <a:lnTo>
                    <a:pt x="381363" y="51422"/>
                  </a:lnTo>
                  <a:close/>
                </a:path>
                <a:path w="703579" h="152400">
                  <a:moveTo>
                    <a:pt x="421500" y="34886"/>
                  </a:moveTo>
                  <a:lnTo>
                    <a:pt x="398983" y="34886"/>
                  </a:lnTo>
                  <a:lnTo>
                    <a:pt x="398983" y="120091"/>
                  </a:lnTo>
                  <a:lnTo>
                    <a:pt x="422605" y="120091"/>
                  </a:lnTo>
                  <a:lnTo>
                    <a:pt x="422643" y="67170"/>
                  </a:lnTo>
                  <a:lnTo>
                    <a:pt x="423329" y="64046"/>
                  </a:lnTo>
                  <a:lnTo>
                    <a:pt x="426034" y="58826"/>
                  </a:lnTo>
                  <a:lnTo>
                    <a:pt x="427913" y="56832"/>
                  </a:lnTo>
                  <a:lnTo>
                    <a:pt x="432765" y="54102"/>
                  </a:lnTo>
                  <a:lnTo>
                    <a:pt x="435104" y="53530"/>
                  </a:lnTo>
                  <a:lnTo>
                    <a:pt x="476313" y="53530"/>
                  </a:lnTo>
                  <a:lnTo>
                    <a:pt x="474462" y="49923"/>
                  </a:lnTo>
                  <a:lnTo>
                    <a:pt x="421500" y="49923"/>
                  </a:lnTo>
                  <a:lnTo>
                    <a:pt x="421500" y="34886"/>
                  </a:lnTo>
                  <a:close/>
                </a:path>
                <a:path w="703579" h="152400">
                  <a:moveTo>
                    <a:pt x="476313" y="53530"/>
                  </a:moveTo>
                  <a:lnTo>
                    <a:pt x="443772" y="53530"/>
                  </a:lnTo>
                  <a:lnTo>
                    <a:pt x="447205" y="54889"/>
                  </a:lnTo>
                  <a:lnTo>
                    <a:pt x="449897" y="57848"/>
                  </a:lnTo>
                  <a:lnTo>
                    <a:pt x="452602" y="60769"/>
                  </a:lnTo>
                  <a:lnTo>
                    <a:pt x="453936" y="64846"/>
                  </a:lnTo>
                  <a:lnTo>
                    <a:pt x="453897" y="120091"/>
                  </a:lnTo>
                  <a:lnTo>
                    <a:pt x="477532" y="120091"/>
                  </a:lnTo>
                  <a:lnTo>
                    <a:pt x="477448" y="58826"/>
                  </a:lnTo>
                  <a:lnTo>
                    <a:pt x="476435" y="54102"/>
                  </a:lnTo>
                  <a:lnTo>
                    <a:pt x="476313" y="53530"/>
                  </a:lnTo>
                  <a:close/>
                </a:path>
                <a:path w="703579" h="152400">
                  <a:moveTo>
                    <a:pt x="454050" y="33782"/>
                  </a:moveTo>
                  <a:lnTo>
                    <a:pt x="441807" y="33782"/>
                  </a:lnTo>
                  <a:lnTo>
                    <a:pt x="436422" y="35242"/>
                  </a:lnTo>
                  <a:lnTo>
                    <a:pt x="431990" y="38163"/>
                  </a:lnTo>
                  <a:lnTo>
                    <a:pt x="427545" y="41046"/>
                  </a:lnTo>
                  <a:lnTo>
                    <a:pt x="424383" y="44958"/>
                  </a:lnTo>
                  <a:lnTo>
                    <a:pt x="422503" y="49923"/>
                  </a:lnTo>
                  <a:lnTo>
                    <a:pt x="474462" y="49923"/>
                  </a:lnTo>
                  <a:lnTo>
                    <a:pt x="471423" y="43942"/>
                  </a:lnTo>
                  <a:lnTo>
                    <a:pt x="468007" y="40246"/>
                  </a:lnTo>
                  <a:lnTo>
                    <a:pt x="459206" y="35064"/>
                  </a:lnTo>
                  <a:lnTo>
                    <a:pt x="454050" y="33782"/>
                  </a:lnTo>
                  <a:close/>
                </a:path>
                <a:path w="703579" h="152400">
                  <a:moveTo>
                    <a:pt x="528599" y="33782"/>
                  </a:moveTo>
                  <a:lnTo>
                    <a:pt x="517588" y="33782"/>
                  </a:lnTo>
                  <a:lnTo>
                    <a:pt x="511835" y="35407"/>
                  </a:lnTo>
                  <a:lnTo>
                    <a:pt x="501370" y="41871"/>
                  </a:lnTo>
                  <a:lnTo>
                    <a:pt x="497192" y="46736"/>
                  </a:lnTo>
                  <a:lnTo>
                    <a:pt x="490905" y="59715"/>
                  </a:lnTo>
                  <a:lnTo>
                    <a:pt x="489330" y="67830"/>
                  </a:lnTo>
                  <a:lnTo>
                    <a:pt x="489330" y="87109"/>
                  </a:lnTo>
                  <a:lnTo>
                    <a:pt x="490727" y="94513"/>
                  </a:lnTo>
                  <a:lnTo>
                    <a:pt x="490842" y="95123"/>
                  </a:lnTo>
                  <a:lnTo>
                    <a:pt x="517423" y="121475"/>
                  </a:lnTo>
                  <a:lnTo>
                    <a:pt x="528472" y="121475"/>
                  </a:lnTo>
                  <a:lnTo>
                    <a:pt x="532358" y="120726"/>
                  </a:lnTo>
                  <a:lnTo>
                    <a:pt x="535533" y="119202"/>
                  </a:lnTo>
                  <a:lnTo>
                    <a:pt x="538759" y="117690"/>
                  </a:lnTo>
                  <a:lnTo>
                    <a:pt x="541362" y="115785"/>
                  </a:lnTo>
                  <a:lnTo>
                    <a:pt x="545388" y="111163"/>
                  </a:lnTo>
                  <a:lnTo>
                    <a:pt x="546963" y="108813"/>
                  </a:lnTo>
                  <a:lnTo>
                    <a:pt x="548081" y="106438"/>
                  </a:lnTo>
                  <a:lnTo>
                    <a:pt x="572376" y="106438"/>
                  </a:lnTo>
                  <a:lnTo>
                    <a:pt x="572376" y="102666"/>
                  </a:lnTo>
                  <a:lnTo>
                    <a:pt x="527494" y="102666"/>
                  </a:lnTo>
                  <a:lnTo>
                    <a:pt x="524415" y="101676"/>
                  </a:lnTo>
                  <a:lnTo>
                    <a:pt x="513476" y="82550"/>
                  </a:lnTo>
                  <a:lnTo>
                    <a:pt x="513483" y="72428"/>
                  </a:lnTo>
                  <a:lnTo>
                    <a:pt x="527494" y="52578"/>
                  </a:lnTo>
                  <a:lnTo>
                    <a:pt x="572376" y="52578"/>
                  </a:lnTo>
                  <a:lnTo>
                    <a:pt x="572376" y="49199"/>
                  </a:lnTo>
                  <a:lnTo>
                    <a:pt x="548081" y="49199"/>
                  </a:lnTo>
                  <a:lnTo>
                    <a:pt x="547039" y="46901"/>
                  </a:lnTo>
                  <a:lnTo>
                    <a:pt x="545528" y="44577"/>
                  </a:lnTo>
                  <a:lnTo>
                    <a:pt x="543521" y="42202"/>
                  </a:lnTo>
                  <a:lnTo>
                    <a:pt x="541566" y="39801"/>
                  </a:lnTo>
                  <a:lnTo>
                    <a:pt x="538975" y="37807"/>
                  </a:lnTo>
                  <a:lnTo>
                    <a:pt x="535762" y="36220"/>
                  </a:lnTo>
                  <a:lnTo>
                    <a:pt x="532574" y="34594"/>
                  </a:lnTo>
                  <a:lnTo>
                    <a:pt x="528599" y="33782"/>
                  </a:lnTo>
                  <a:close/>
                </a:path>
                <a:path w="703579" h="152400">
                  <a:moveTo>
                    <a:pt x="572376" y="106438"/>
                  </a:moveTo>
                  <a:lnTo>
                    <a:pt x="549071" y="106438"/>
                  </a:lnTo>
                  <a:lnTo>
                    <a:pt x="549071" y="120091"/>
                  </a:lnTo>
                  <a:lnTo>
                    <a:pt x="572376" y="120091"/>
                  </a:lnTo>
                  <a:lnTo>
                    <a:pt x="572376" y="106438"/>
                  </a:lnTo>
                  <a:close/>
                </a:path>
                <a:path w="703579" h="152400">
                  <a:moveTo>
                    <a:pt x="572376" y="52578"/>
                  </a:moveTo>
                  <a:lnTo>
                    <a:pt x="535190" y="52578"/>
                  </a:lnTo>
                  <a:lnTo>
                    <a:pt x="538478" y="53632"/>
                  </a:lnTo>
                  <a:lnTo>
                    <a:pt x="543750" y="57670"/>
                  </a:lnTo>
                  <a:lnTo>
                    <a:pt x="545782" y="60553"/>
                  </a:lnTo>
                  <a:lnTo>
                    <a:pt x="548517" y="67830"/>
                  </a:lnTo>
                  <a:lnTo>
                    <a:pt x="548624" y="68237"/>
                  </a:lnTo>
                  <a:lnTo>
                    <a:pt x="549300" y="72428"/>
                  </a:lnTo>
                  <a:lnTo>
                    <a:pt x="549300" y="82550"/>
                  </a:lnTo>
                  <a:lnTo>
                    <a:pt x="548599" y="86829"/>
                  </a:lnTo>
                  <a:lnTo>
                    <a:pt x="548522" y="87109"/>
                  </a:lnTo>
                  <a:lnTo>
                    <a:pt x="547128" y="90741"/>
                  </a:lnTo>
                  <a:lnTo>
                    <a:pt x="545731" y="94513"/>
                  </a:lnTo>
                  <a:lnTo>
                    <a:pt x="543699" y="97459"/>
                  </a:lnTo>
                  <a:lnTo>
                    <a:pt x="541091" y="99517"/>
                  </a:lnTo>
                  <a:lnTo>
                    <a:pt x="538284" y="101676"/>
                  </a:lnTo>
                  <a:lnTo>
                    <a:pt x="535190" y="102666"/>
                  </a:lnTo>
                  <a:lnTo>
                    <a:pt x="572376" y="102666"/>
                  </a:lnTo>
                  <a:lnTo>
                    <a:pt x="572376" y="52578"/>
                  </a:lnTo>
                  <a:close/>
                </a:path>
                <a:path w="703579" h="152400">
                  <a:moveTo>
                    <a:pt x="572376" y="6489"/>
                  </a:moveTo>
                  <a:lnTo>
                    <a:pt x="548792" y="6489"/>
                  </a:lnTo>
                  <a:lnTo>
                    <a:pt x="548792" y="49199"/>
                  </a:lnTo>
                  <a:lnTo>
                    <a:pt x="572376" y="49199"/>
                  </a:lnTo>
                  <a:lnTo>
                    <a:pt x="572376" y="6489"/>
                  </a:lnTo>
                  <a:close/>
                </a:path>
                <a:path w="703579" h="152400">
                  <a:moveTo>
                    <a:pt x="611771" y="34886"/>
                  </a:moveTo>
                  <a:lnTo>
                    <a:pt x="588136" y="34886"/>
                  </a:lnTo>
                  <a:lnTo>
                    <a:pt x="588136" y="120091"/>
                  </a:lnTo>
                  <a:lnTo>
                    <a:pt x="611771" y="120091"/>
                  </a:lnTo>
                  <a:lnTo>
                    <a:pt x="611771" y="34886"/>
                  </a:lnTo>
                  <a:close/>
                </a:path>
                <a:path w="703579" h="152400">
                  <a:moveTo>
                    <a:pt x="603529" y="0"/>
                  </a:moveTo>
                  <a:lnTo>
                    <a:pt x="596493" y="0"/>
                  </a:lnTo>
                  <a:lnTo>
                    <a:pt x="593483" y="1181"/>
                  </a:lnTo>
                  <a:lnTo>
                    <a:pt x="588492" y="5867"/>
                  </a:lnTo>
                  <a:lnTo>
                    <a:pt x="587247" y="8661"/>
                  </a:lnTo>
                  <a:lnTo>
                    <a:pt x="587247" y="15214"/>
                  </a:lnTo>
                  <a:lnTo>
                    <a:pt x="588492" y="18046"/>
                  </a:lnTo>
                  <a:lnTo>
                    <a:pt x="590969" y="20408"/>
                  </a:lnTo>
                  <a:lnTo>
                    <a:pt x="593483" y="22733"/>
                  </a:lnTo>
                  <a:lnTo>
                    <a:pt x="596493" y="23901"/>
                  </a:lnTo>
                  <a:lnTo>
                    <a:pt x="603529" y="23901"/>
                  </a:lnTo>
                  <a:lnTo>
                    <a:pt x="606526" y="22733"/>
                  </a:lnTo>
                  <a:lnTo>
                    <a:pt x="611517" y="18046"/>
                  </a:lnTo>
                  <a:lnTo>
                    <a:pt x="612774" y="15214"/>
                  </a:lnTo>
                  <a:lnTo>
                    <a:pt x="612774" y="8661"/>
                  </a:lnTo>
                  <a:lnTo>
                    <a:pt x="611517" y="5867"/>
                  </a:lnTo>
                  <a:lnTo>
                    <a:pt x="609003" y="3543"/>
                  </a:lnTo>
                  <a:lnTo>
                    <a:pt x="606526" y="1181"/>
                  </a:lnTo>
                  <a:lnTo>
                    <a:pt x="603529" y="0"/>
                  </a:lnTo>
                  <a:close/>
                </a:path>
                <a:path w="703579" h="152400">
                  <a:moveTo>
                    <a:pt x="646785" y="34886"/>
                  </a:moveTo>
                  <a:lnTo>
                    <a:pt x="622376" y="34886"/>
                  </a:lnTo>
                  <a:lnTo>
                    <a:pt x="646785" y="77482"/>
                  </a:lnTo>
                  <a:lnTo>
                    <a:pt x="621487" y="120091"/>
                  </a:lnTo>
                  <a:lnTo>
                    <a:pt x="645896" y="120091"/>
                  </a:lnTo>
                  <a:lnTo>
                    <a:pt x="662432" y="90639"/>
                  </a:lnTo>
                  <a:lnTo>
                    <a:pt x="685846" y="90639"/>
                  </a:lnTo>
                  <a:lnTo>
                    <a:pt x="678014" y="77482"/>
                  </a:lnTo>
                  <a:lnTo>
                    <a:pt x="685442" y="64668"/>
                  </a:lnTo>
                  <a:lnTo>
                    <a:pt x="662432" y="64668"/>
                  </a:lnTo>
                  <a:lnTo>
                    <a:pt x="646785" y="34886"/>
                  </a:lnTo>
                  <a:close/>
                </a:path>
                <a:path w="703579" h="152400">
                  <a:moveTo>
                    <a:pt x="685846" y="90639"/>
                  </a:moveTo>
                  <a:lnTo>
                    <a:pt x="662432" y="90639"/>
                  </a:lnTo>
                  <a:lnTo>
                    <a:pt x="679234" y="120091"/>
                  </a:lnTo>
                  <a:lnTo>
                    <a:pt x="703376" y="120091"/>
                  </a:lnTo>
                  <a:lnTo>
                    <a:pt x="685846" y="90639"/>
                  </a:lnTo>
                  <a:close/>
                </a:path>
                <a:path w="703579" h="152400">
                  <a:moveTo>
                    <a:pt x="702703" y="34886"/>
                  </a:moveTo>
                  <a:lnTo>
                    <a:pt x="678459" y="34886"/>
                  </a:lnTo>
                  <a:lnTo>
                    <a:pt x="662432" y="64668"/>
                  </a:lnTo>
                  <a:lnTo>
                    <a:pt x="685442" y="64668"/>
                  </a:lnTo>
                  <a:lnTo>
                    <a:pt x="702703" y="348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3759200" y="12700"/>
              <a:ext cx="1246628" cy="701237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3903257" y="114018"/>
              <a:ext cx="901738" cy="312254"/>
            </a:xfrm>
            <a:prstGeom prst="rect">
              <a:avLst/>
            </a:prstGeom>
          </p:spPr>
        </p:pic>
      </p:grpSp>
      <p:pic>
        <p:nvPicPr>
          <p:cNvPr id="97" name="Picture 96">
            <a:extLst>
              <a:ext uri="{FF2B5EF4-FFF2-40B4-BE49-F238E27FC236}">
                <a16:creationId xmlns:a16="http://schemas.microsoft.com/office/drawing/2014/main" id="{EEA31085-ADA6-EEA7-4812-972835286E29}"/>
              </a:ext>
            </a:extLst>
      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203200" y="3035300"/>
            <a:ext cx="5168573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3970000" cy="7745730"/>
            <a:chOff x="0" y="0"/>
            <a:chExt cx="13970000" cy="7745730"/>
          </a:xfrm>
        </p:grpSpPr>
        <p:sp>
          <p:nvSpPr>
            <p:cNvPr id="3" name="object 3"/>
            <p:cNvSpPr/>
            <p:nvPr/>
          </p:nvSpPr>
          <p:spPr>
            <a:xfrm>
              <a:off x="5410200" y="1193800"/>
              <a:ext cx="8445500" cy="4622800"/>
            </a:xfrm>
            <a:custGeom>
              <a:avLst/>
              <a:gdLst/>
              <a:ahLst/>
              <a:cxnLst/>
              <a:rect l="l" t="t" r="r" b="b"/>
              <a:pathLst>
                <a:path w="8445500" h="4622800">
                  <a:moveTo>
                    <a:pt x="50800" y="0"/>
                  </a:moveTo>
                  <a:lnTo>
                    <a:pt x="31027" y="3992"/>
                  </a:lnTo>
                  <a:lnTo>
                    <a:pt x="14879" y="14879"/>
                  </a:lnTo>
                  <a:lnTo>
                    <a:pt x="3992" y="31027"/>
                  </a:lnTo>
                  <a:lnTo>
                    <a:pt x="0" y="50800"/>
                  </a:lnTo>
                  <a:lnTo>
                    <a:pt x="0" y="4572000"/>
                  </a:lnTo>
                  <a:lnTo>
                    <a:pt x="3992" y="4591772"/>
                  </a:lnTo>
                  <a:lnTo>
                    <a:pt x="14879" y="4607920"/>
                  </a:lnTo>
                  <a:lnTo>
                    <a:pt x="31027" y="4618807"/>
                  </a:lnTo>
                  <a:lnTo>
                    <a:pt x="50800" y="4622800"/>
                  </a:lnTo>
                  <a:lnTo>
                    <a:pt x="50800" y="4610100"/>
                  </a:lnTo>
                  <a:lnTo>
                    <a:pt x="35968" y="4607106"/>
                  </a:lnTo>
                  <a:lnTo>
                    <a:pt x="23858" y="4598941"/>
                  </a:lnTo>
                  <a:lnTo>
                    <a:pt x="15693" y="4586831"/>
                  </a:lnTo>
                  <a:lnTo>
                    <a:pt x="12700" y="4572000"/>
                  </a:lnTo>
                  <a:lnTo>
                    <a:pt x="12700" y="50800"/>
                  </a:lnTo>
                  <a:lnTo>
                    <a:pt x="15693" y="35968"/>
                  </a:lnTo>
                  <a:lnTo>
                    <a:pt x="23858" y="23858"/>
                  </a:lnTo>
                  <a:lnTo>
                    <a:pt x="35968" y="15693"/>
                  </a:lnTo>
                  <a:lnTo>
                    <a:pt x="50800" y="12700"/>
                  </a:lnTo>
                  <a:lnTo>
                    <a:pt x="50800" y="0"/>
                  </a:lnTo>
                  <a:close/>
                </a:path>
                <a:path w="8445500" h="4622800">
                  <a:moveTo>
                    <a:pt x="8394700" y="4610100"/>
                  </a:moveTo>
                  <a:lnTo>
                    <a:pt x="50800" y="4610100"/>
                  </a:lnTo>
                  <a:lnTo>
                    <a:pt x="50800" y="4622800"/>
                  </a:lnTo>
                  <a:lnTo>
                    <a:pt x="8394700" y="4622800"/>
                  </a:lnTo>
                  <a:lnTo>
                    <a:pt x="8394700" y="4610100"/>
                  </a:lnTo>
                  <a:close/>
                </a:path>
                <a:path w="8445500" h="4622800">
                  <a:moveTo>
                    <a:pt x="8394700" y="0"/>
                  </a:moveTo>
                  <a:lnTo>
                    <a:pt x="8394700" y="12700"/>
                  </a:lnTo>
                  <a:lnTo>
                    <a:pt x="8409531" y="15693"/>
                  </a:lnTo>
                  <a:lnTo>
                    <a:pt x="8421641" y="23858"/>
                  </a:lnTo>
                  <a:lnTo>
                    <a:pt x="8429806" y="35968"/>
                  </a:lnTo>
                  <a:lnTo>
                    <a:pt x="8432800" y="50800"/>
                  </a:lnTo>
                  <a:lnTo>
                    <a:pt x="8432800" y="4572000"/>
                  </a:lnTo>
                  <a:lnTo>
                    <a:pt x="8429806" y="4586831"/>
                  </a:lnTo>
                  <a:lnTo>
                    <a:pt x="8421641" y="4598941"/>
                  </a:lnTo>
                  <a:lnTo>
                    <a:pt x="8409531" y="4607106"/>
                  </a:lnTo>
                  <a:lnTo>
                    <a:pt x="8394700" y="4610100"/>
                  </a:lnTo>
                  <a:lnTo>
                    <a:pt x="8394700" y="4622800"/>
                  </a:lnTo>
                  <a:lnTo>
                    <a:pt x="8414472" y="4618807"/>
                  </a:lnTo>
                  <a:lnTo>
                    <a:pt x="8430620" y="4607920"/>
                  </a:lnTo>
                  <a:lnTo>
                    <a:pt x="8441507" y="4591772"/>
                  </a:lnTo>
                  <a:lnTo>
                    <a:pt x="8445500" y="4572000"/>
                  </a:lnTo>
                  <a:lnTo>
                    <a:pt x="8445500" y="50800"/>
                  </a:lnTo>
                  <a:lnTo>
                    <a:pt x="8441507" y="31027"/>
                  </a:lnTo>
                  <a:lnTo>
                    <a:pt x="8430620" y="14879"/>
                  </a:lnTo>
                  <a:lnTo>
                    <a:pt x="8414472" y="3992"/>
                  </a:lnTo>
                  <a:lnTo>
                    <a:pt x="8394700" y="0"/>
                  </a:lnTo>
                  <a:close/>
                </a:path>
                <a:path w="8445500" h="4622800">
                  <a:moveTo>
                    <a:pt x="8394700" y="0"/>
                  </a:moveTo>
                  <a:lnTo>
                    <a:pt x="50800" y="0"/>
                  </a:lnTo>
                  <a:lnTo>
                    <a:pt x="50800" y="12700"/>
                  </a:lnTo>
                  <a:lnTo>
                    <a:pt x="8394700" y="12700"/>
                  </a:lnTo>
                  <a:lnTo>
                    <a:pt x="8394700" y="0"/>
                  </a:lnTo>
                  <a:close/>
                </a:path>
              </a:pathLst>
            </a:custGeom>
            <a:solidFill>
              <a:srgbClr val="B701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9700" y="1206500"/>
              <a:ext cx="5257800" cy="3302000"/>
            </a:xfrm>
            <a:custGeom>
              <a:avLst/>
              <a:gdLst/>
              <a:ahLst/>
              <a:cxnLst/>
              <a:rect l="l" t="t" r="r" b="b"/>
              <a:pathLst>
                <a:path w="5257800" h="3302000">
                  <a:moveTo>
                    <a:pt x="127000" y="0"/>
                  </a:moveTo>
                  <a:lnTo>
                    <a:pt x="77565" y="9980"/>
                  </a:lnTo>
                  <a:lnTo>
                    <a:pt x="37196" y="37196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3175000"/>
                  </a:lnTo>
                  <a:lnTo>
                    <a:pt x="9980" y="3224434"/>
                  </a:lnTo>
                  <a:lnTo>
                    <a:pt x="37196" y="3264803"/>
                  </a:lnTo>
                  <a:lnTo>
                    <a:pt x="77565" y="3292019"/>
                  </a:lnTo>
                  <a:lnTo>
                    <a:pt x="126999" y="3302000"/>
                  </a:lnTo>
                  <a:lnTo>
                    <a:pt x="127000" y="3289300"/>
                  </a:lnTo>
                  <a:lnTo>
                    <a:pt x="82506" y="3280318"/>
                  </a:lnTo>
                  <a:lnTo>
                    <a:pt x="46175" y="3255824"/>
                  </a:lnTo>
                  <a:lnTo>
                    <a:pt x="21681" y="3219493"/>
                  </a:lnTo>
                  <a:lnTo>
                    <a:pt x="12700" y="3175000"/>
                  </a:lnTo>
                  <a:lnTo>
                    <a:pt x="12700" y="127000"/>
                  </a:lnTo>
                  <a:lnTo>
                    <a:pt x="21681" y="82506"/>
                  </a:lnTo>
                  <a:lnTo>
                    <a:pt x="46175" y="46175"/>
                  </a:lnTo>
                  <a:lnTo>
                    <a:pt x="82506" y="21681"/>
                  </a:lnTo>
                  <a:lnTo>
                    <a:pt x="127000" y="12700"/>
                  </a:lnTo>
                  <a:lnTo>
                    <a:pt x="127000" y="0"/>
                  </a:lnTo>
                  <a:close/>
                </a:path>
                <a:path w="5257800" h="3302000">
                  <a:moveTo>
                    <a:pt x="5130800" y="3289300"/>
                  </a:moveTo>
                  <a:lnTo>
                    <a:pt x="127000" y="3289300"/>
                  </a:lnTo>
                  <a:lnTo>
                    <a:pt x="126999" y="3302000"/>
                  </a:lnTo>
                  <a:lnTo>
                    <a:pt x="5130800" y="3302000"/>
                  </a:lnTo>
                  <a:lnTo>
                    <a:pt x="5130800" y="3289300"/>
                  </a:lnTo>
                  <a:close/>
                </a:path>
                <a:path w="5257800" h="3302000">
                  <a:moveTo>
                    <a:pt x="5130800" y="0"/>
                  </a:moveTo>
                  <a:lnTo>
                    <a:pt x="5130800" y="12700"/>
                  </a:lnTo>
                  <a:lnTo>
                    <a:pt x="5175293" y="21681"/>
                  </a:lnTo>
                  <a:lnTo>
                    <a:pt x="5211624" y="46175"/>
                  </a:lnTo>
                  <a:lnTo>
                    <a:pt x="5236118" y="82506"/>
                  </a:lnTo>
                  <a:lnTo>
                    <a:pt x="5245100" y="127000"/>
                  </a:lnTo>
                  <a:lnTo>
                    <a:pt x="5245100" y="3175000"/>
                  </a:lnTo>
                  <a:lnTo>
                    <a:pt x="5236118" y="3219493"/>
                  </a:lnTo>
                  <a:lnTo>
                    <a:pt x="5211624" y="3255824"/>
                  </a:lnTo>
                  <a:lnTo>
                    <a:pt x="5175293" y="3280318"/>
                  </a:lnTo>
                  <a:lnTo>
                    <a:pt x="5130800" y="3289300"/>
                  </a:lnTo>
                  <a:lnTo>
                    <a:pt x="5130800" y="3302000"/>
                  </a:lnTo>
                  <a:lnTo>
                    <a:pt x="5180234" y="3292019"/>
                  </a:lnTo>
                  <a:lnTo>
                    <a:pt x="5220603" y="3264803"/>
                  </a:lnTo>
                  <a:lnTo>
                    <a:pt x="5247819" y="3224434"/>
                  </a:lnTo>
                  <a:lnTo>
                    <a:pt x="5257800" y="3175000"/>
                  </a:lnTo>
                  <a:lnTo>
                    <a:pt x="5257800" y="127000"/>
                  </a:lnTo>
                  <a:lnTo>
                    <a:pt x="5247819" y="77565"/>
                  </a:lnTo>
                  <a:lnTo>
                    <a:pt x="5220603" y="37196"/>
                  </a:lnTo>
                  <a:lnTo>
                    <a:pt x="5180234" y="9980"/>
                  </a:lnTo>
                  <a:lnTo>
                    <a:pt x="5130800" y="0"/>
                  </a:lnTo>
                  <a:close/>
                </a:path>
                <a:path w="5257800" h="3302000">
                  <a:moveTo>
                    <a:pt x="5130800" y="0"/>
                  </a:moveTo>
                  <a:lnTo>
                    <a:pt x="127000" y="0"/>
                  </a:lnTo>
                  <a:lnTo>
                    <a:pt x="127000" y="12700"/>
                  </a:lnTo>
                  <a:lnTo>
                    <a:pt x="5130800" y="12700"/>
                  </a:lnTo>
                  <a:lnTo>
                    <a:pt x="5130800" y="0"/>
                  </a:lnTo>
                  <a:close/>
                </a:path>
              </a:pathLst>
            </a:custGeom>
            <a:solidFill>
              <a:srgbClr val="CB1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9700" y="1206500"/>
              <a:ext cx="5257800" cy="3302000"/>
            </a:xfrm>
            <a:custGeom>
              <a:avLst/>
              <a:gdLst/>
              <a:ahLst/>
              <a:cxnLst/>
              <a:rect l="l" t="t" r="r" b="b"/>
              <a:pathLst>
                <a:path w="5257800" h="3302000">
                  <a:moveTo>
                    <a:pt x="127000" y="0"/>
                  </a:moveTo>
                  <a:lnTo>
                    <a:pt x="77565" y="9980"/>
                  </a:lnTo>
                  <a:lnTo>
                    <a:pt x="37196" y="37196"/>
                  </a:lnTo>
                  <a:lnTo>
                    <a:pt x="9980" y="77565"/>
                  </a:lnTo>
                  <a:lnTo>
                    <a:pt x="0" y="127000"/>
                  </a:lnTo>
                  <a:lnTo>
                    <a:pt x="0" y="3175000"/>
                  </a:lnTo>
                  <a:lnTo>
                    <a:pt x="9980" y="3224434"/>
                  </a:lnTo>
                  <a:lnTo>
                    <a:pt x="37196" y="3264803"/>
                  </a:lnTo>
                  <a:lnTo>
                    <a:pt x="77565" y="3292019"/>
                  </a:lnTo>
                  <a:lnTo>
                    <a:pt x="126999" y="3302000"/>
                  </a:lnTo>
                  <a:lnTo>
                    <a:pt x="127000" y="3289300"/>
                  </a:lnTo>
                  <a:lnTo>
                    <a:pt x="82506" y="3280318"/>
                  </a:lnTo>
                  <a:lnTo>
                    <a:pt x="46175" y="3255824"/>
                  </a:lnTo>
                  <a:lnTo>
                    <a:pt x="21681" y="3219493"/>
                  </a:lnTo>
                  <a:lnTo>
                    <a:pt x="12700" y="3175000"/>
                  </a:lnTo>
                  <a:lnTo>
                    <a:pt x="12700" y="127000"/>
                  </a:lnTo>
                  <a:lnTo>
                    <a:pt x="21681" y="82506"/>
                  </a:lnTo>
                  <a:lnTo>
                    <a:pt x="46175" y="46175"/>
                  </a:lnTo>
                  <a:lnTo>
                    <a:pt x="82506" y="21681"/>
                  </a:lnTo>
                  <a:lnTo>
                    <a:pt x="127000" y="12700"/>
                  </a:lnTo>
                  <a:lnTo>
                    <a:pt x="127000" y="0"/>
                  </a:lnTo>
                  <a:close/>
                </a:path>
                <a:path w="5257800" h="3302000">
                  <a:moveTo>
                    <a:pt x="5130800" y="3289300"/>
                  </a:moveTo>
                  <a:lnTo>
                    <a:pt x="127000" y="3289300"/>
                  </a:lnTo>
                  <a:lnTo>
                    <a:pt x="126999" y="3302000"/>
                  </a:lnTo>
                  <a:lnTo>
                    <a:pt x="5130800" y="3302000"/>
                  </a:lnTo>
                  <a:lnTo>
                    <a:pt x="5130800" y="3289300"/>
                  </a:lnTo>
                  <a:close/>
                </a:path>
                <a:path w="5257800" h="3302000">
                  <a:moveTo>
                    <a:pt x="5130800" y="0"/>
                  </a:moveTo>
                  <a:lnTo>
                    <a:pt x="5130800" y="12700"/>
                  </a:lnTo>
                  <a:lnTo>
                    <a:pt x="5175293" y="21681"/>
                  </a:lnTo>
                  <a:lnTo>
                    <a:pt x="5211624" y="46175"/>
                  </a:lnTo>
                  <a:lnTo>
                    <a:pt x="5236118" y="82506"/>
                  </a:lnTo>
                  <a:lnTo>
                    <a:pt x="5245100" y="127000"/>
                  </a:lnTo>
                  <a:lnTo>
                    <a:pt x="5245100" y="3175000"/>
                  </a:lnTo>
                  <a:lnTo>
                    <a:pt x="5236118" y="3219493"/>
                  </a:lnTo>
                  <a:lnTo>
                    <a:pt x="5211624" y="3255824"/>
                  </a:lnTo>
                  <a:lnTo>
                    <a:pt x="5175293" y="3280318"/>
                  </a:lnTo>
                  <a:lnTo>
                    <a:pt x="5130800" y="3289300"/>
                  </a:lnTo>
                  <a:lnTo>
                    <a:pt x="5130800" y="3302000"/>
                  </a:lnTo>
                  <a:lnTo>
                    <a:pt x="5180234" y="3292019"/>
                  </a:lnTo>
                  <a:lnTo>
                    <a:pt x="5220603" y="3264803"/>
                  </a:lnTo>
                  <a:lnTo>
                    <a:pt x="5247819" y="3224434"/>
                  </a:lnTo>
                  <a:lnTo>
                    <a:pt x="5257800" y="3175000"/>
                  </a:lnTo>
                  <a:lnTo>
                    <a:pt x="5257800" y="127000"/>
                  </a:lnTo>
                  <a:lnTo>
                    <a:pt x="5247819" y="77565"/>
                  </a:lnTo>
                  <a:lnTo>
                    <a:pt x="5220603" y="37196"/>
                  </a:lnTo>
                  <a:lnTo>
                    <a:pt x="5180234" y="9980"/>
                  </a:lnTo>
                  <a:lnTo>
                    <a:pt x="5130800" y="0"/>
                  </a:lnTo>
                  <a:close/>
                </a:path>
                <a:path w="5257800" h="3302000">
                  <a:moveTo>
                    <a:pt x="5130800" y="0"/>
                  </a:moveTo>
                  <a:lnTo>
                    <a:pt x="127000" y="0"/>
                  </a:lnTo>
                  <a:lnTo>
                    <a:pt x="127000" y="12700"/>
                  </a:lnTo>
                  <a:lnTo>
                    <a:pt x="5130800" y="12700"/>
                  </a:lnTo>
                  <a:lnTo>
                    <a:pt x="5130800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4300" y="609596"/>
              <a:ext cx="13741400" cy="571500"/>
            </a:xfrm>
            <a:custGeom>
              <a:avLst/>
              <a:gdLst/>
              <a:ahLst/>
              <a:cxnLst/>
              <a:rect l="l" t="t" r="r" b="b"/>
              <a:pathLst>
                <a:path w="13741400" h="571500">
                  <a:moveTo>
                    <a:pt x="13498296" y="571499"/>
                  </a:moveTo>
                  <a:lnTo>
                    <a:pt x="242773" y="571499"/>
                  </a:lnTo>
                  <a:lnTo>
                    <a:pt x="178236" y="568095"/>
                  </a:lnTo>
                  <a:lnTo>
                    <a:pt x="120243" y="558489"/>
                  </a:lnTo>
                  <a:lnTo>
                    <a:pt x="71108" y="543590"/>
                  </a:lnTo>
                  <a:lnTo>
                    <a:pt x="33147" y="524308"/>
                  </a:lnTo>
                  <a:lnTo>
                    <a:pt x="0" y="476237"/>
                  </a:lnTo>
                  <a:lnTo>
                    <a:pt x="0" y="95148"/>
                  </a:lnTo>
                  <a:lnTo>
                    <a:pt x="33146" y="47106"/>
                  </a:lnTo>
                  <a:lnTo>
                    <a:pt x="71108" y="27852"/>
                  </a:lnTo>
                  <a:lnTo>
                    <a:pt x="120243" y="12981"/>
                  </a:lnTo>
                  <a:lnTo>
                    <a:pt x="178236" y="3395"/>
                  </a:lnTo>
                  <a:lnTo>
                    <a:pt x="242773" y="0"/>
                  </a:lnTo>
                  <a:lnTo>
                    <a:pt x="13498296" y="0"/>
                  </a:lnTo>
                  <a:lnTo>
                    <a:pt x="13562950" y="3395"/>
                  </a:lnTo>
                  <a:lnTo>
                    <a:pt x="13621030" y="12981"/>
                  </a:lnTo>
                  <a:lnTo>
                    <a:pt x="13670226" y="27852"/>
                  </a:lnTo>
                  <a:lnTo>
                    <a:pt x="13708226" y="47106"/>
                  </a:lnTo>
                  <a:lnTo>
                    <a:pt x="13741400" y="95148"/>
                  </a:lnTo>
                  <a:lnTo>
                    <a:pt x="13741400" y="476237"/>
                  </a:lnTo>
                  <a:lnTo>
                    <a:pt x="13708226" y="524308"/>
                  </a:lnTo>
                  <a:lnTo>
                    <a:pt x="13670226" y="543590"/>
                  </a:lnTo>
                  <a:lnTo>
                    <a:pt x="13621030" y="558489"/>
                  </a:lnTo>
                  <a:lnTo>
                    <a:pt x="13562950" y="568095"/>
                  </a:lnTo>
                  <a:lnTo>
                    <a:pt x="13498296" y="571499"/>
                  </a:lnTo>
                  <a:close/>
                </a:path>
              </a:pathLst>
            </a:custGeom>
            <a:solidFill>
              <a:srgbClr val="FBE3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7950" y="603246"/>
              <a:ext cx="13754100" cy="584200"/>
            </a:xfrm>
            <a:custGeom>
              <a:avLst/>
              <a:gdLst/>
              <a:ahLst/>
              <a:cxnLst/>
              <a:rect l="l" t="t" r="r" b="b"/>
              <a:pathLst>
                <a:path w="13754100" h="584200">
                  <a:moveTo>
                    <a:pt x="12700" y="111023"/>
                  </a:moveTo>
                  <a:lnTo>
                    <a:pt x="0" y="111023"/>
                  </a:lnTo>
                  <a:lnTo>
                    <a:pt x="0" y="97789"/>
                  </a:lnTo>
                  <a:lnTo>
                    <a:pt x="457" y="94145"/>
                  </a:lnTo>
                  <a:lnTo>
                    <a:pt x="1358" y="90563"/>
                  </a:lnTo>
                  <a:lnTo>
                    <a:pt x="13677" y="93637"/>
                  </a:lnTo>
                  <a:lnTo>
                    <a:pt x="13030" y="96240"/>
                  </a:lnTo>
                  <a:lnTo>
                    <a:pt x="12700" y="98856"/>
                  </a:lnTo>
                  <a:lnTo>
                    <a:pt x="12700" y="111023"/>
                  </a:lnTo>
                  <a:close/>
                </a:path>
                <a:path w="13754100" h="584200">
                  <a:moveTo>
                    <a:pt x="12700" y="136436"/>
                  </a:moveTo>
                  <a:lnTo>
                    <a:pt x="0" y="136436"/>
                  </a:lnTo>
                  <a:lnTo>
                    <a:pt x="0" y="117373"/>
                  </a:lnTo>
                  <a:lnTo>
                    <a:pt x="12700" y="117373"/>
                  </a:lnTo>
                  <a:lnTo>
                    <a:pt x="12700" y="136436"/>
                  </a:lnTo>
                  <a:close/>
                </a:path>
                <a:path w="13754100" h="584200">
                  <a:moveTo>
                    <a:pt x="12700" y="161836"/>
                  </a:moveTo>
                  <a:lnTo>
                    <a:pt x="0" y="161836"/>
                  </a:lnTo>
                  <a:lnTo>
                    <a:pt x="0" y="142786"/>
                  </a:lnTo>
                  <a:lnTo>
                    <a:pt x="12700" y="142786"/>
                  </a:lnTo>
                  <a:lnTo>
                    <a:pt x="12700" y="161836"/>
                  </a:lnTo>
                  <a:close/>
                </a:path>
                <a:path w="13754100" h="584200">
                  <a:moveTo>
                    <a:pt x="12700" y="187248"/>
                  </a:moveTo>
                  <a:lnTo>
                    <a:pt x="0" y="187248"/>
                  </a:lnTo>
                  <a:lnTo>
                    <a:pt x="0" y="168186"/>
                  </a:lnTo>
                  <a:lnTo>
                    <a:pt x="12700" y="168186"/>
                  </a:lnTo>
                  <a:lnTo>
                    <a:pt x="12700" y="187248"/>
                  </a:lnTo>
                  <a:close/>
                </a:path>
                <a:path w="13754100" h="584200">
                  <a:moveTo>
                    <a:pt x="12700" y="212648"/>
                  </a:moveTo>
                  <a:lnTo>
                    <a:pt x="0" y="212648"/>
                  </a:lnTo>
                  <a:lnTo>
                    <a:pt x="0" y="193598"/>
                  </a:lnTo>
                  <a:lnTo>
                    <a:pt x="12700" y="193598"/>
                  </a:lnTo>
                  <a:lnTo>
                    <a:pt x="12700" y="212648"/>
                  </a:lnTo>
                  <a:close/>
                </a:path>
                <a:path w="13754100" h="584200">
                  <a:moveTo>
                    <a:pt x="12700" y="238048"/>
                  </a:moveTo>
                  <a:lnTo>
                    <a:pt x="0" y="238048"/>
                  </a:lnTo>
                  <a:lnTo>
                    <a:pt x="0" y="218998"/>
                  </a:lnTo>
                  <a:lnTo>
                    <a:pt x="12700" y="218998"/>
                  </a:lnTo>
                  <a:lnTo>
                    <a:pt x="12700" y="238048"/>
                  </a:lnTo>
                  <a:close/>
                </a:path>
                <a:path w="13754100" h="584200">
                  <a:moveTo>
                    <a:pt x="12700" y="263461"/>
                  </a:moveTo>
                  <a:lnTo>
                    <a:pt x="0" y="263461"/>
                  </a:lnTo>
                  <a:lnTo>
                    <a:pt x="0" y="244411"/>
                  </a:lnTo>
                  <a:lnTo>
                    <a:pt x="12700" y="244411"/>
                  </a:lnTo>
                  <a:lnTo>
                    <a:pt x="12700" y="263461"/>
                  </a:lnTo>
                  <a:close/>
                </a:path>
                <a:path w="13754100" h="584200">
                  <a:moveTo>
                    <a:pt x="12700" y="288861"/>
                  </a:moveTo>
                  <a:lnTo>
                    <a:pt x="0" y="288861"/>
                  </a:lnTo>
                  <a:lnTo>
                    <a:pt x="0" y="269811"/>
                  </a:lnTo>
                  <a:lnTo>
                    <a:pt x="12700" y="269811"/>
                  </a:lnTo>
                  <a:lnTo>
                    <a:pt x="12700" y="288861"/>
                  </a:lnTo>
                  <a:close/>
                </a:path>
                <a:path w="13754100" h="584200">
                  <a:moveTo>
                    <a:pt x="12700" y="314274"/>
                  </a:moveTo>
                  <a:lnTo>
                    <a:pt x="0" y="314274"/>
                  </a:lnTo>
                  <a:lnTo>
                    <a:pt x="0" y="295211"/>
                  </a:lnTo>
                  <a:lnTo>
                    <a:pt x="12700" y="295211"/>
                  </a:lnTo>
                  <a:lnTo>
                    <a:pt x="12700" y="314274"/>
                  </a:lnTo>
                  <a:close/>
                </a:path>
                <a:path w="13754100" h="584200">
                  <a:moveTo>
                    <a:pt x="12700" y="339674"/>
                  </a:moveTo>
                  <a:lnTo>
                    <a:pt x="0" y="339674"/>
                  </a:lnTo>
                  <a:lnTo>
                    <a:pt x="0" y="320624"/>
                  </a:lnTo>
                  <a:lnTo>
                    <a:pt x="12700" y="320624"/>
                  </a:lnTo>
                  <a:lnTo>
                    <a:pt x="12700" y="339674"/>
                  </a:lnTo>
                  <a:close/>
                </a:path>
                <a:path w="13754100" h="584200">
                  <a:moveTo>
                    <a:pt x="12700" y="365086"/>
                  </a:moveTo>
                  <a:lnTo>
                    <a:pt x="0" y="365086"/>
                  </a:lnTo>
                  <a:lnTo>
                    <a:pt x="0" y="346024"/>
                  </a:lnTo>
                  <a:lnTo>
                    <a:pt x="12700" y="346024"/>
                  </a:lnTo>
                  <a:lnTo>
                    <a:pt x="12700" y="365086"/>
                  </a:lnTo>
                  <a:close/>
                </a:path>
                <a:path w="13754100" h="584200">
                  <a:moveTo>
                    <a:pt x="12700" y="390486"/>
                  </a:moveTo>
                  <a:lnTo>
                    <a:pt x="0" y="390486"/>
                  </a:lnTo>
                  <a:lnTo>
                    <a:pt x="0" y="371436"/>
                  </a:lnTo>
                  <a:lnTo>
                    <a:pt x="12700" y="371436"/>
                  </a:lnTo>
                  <a:lnTo>
                    <a:pt x="12700" y="390486"/>
                  </a:lnTo>
                  <a:close/>
                </a:path>
                <a:path w="13754100" h="584200">
                  <a:moveTo>
                    <a:pt x="12700" y="415899"/>
                  </a:moveTo>
                  <a:lnTo>
                    <a:pt x="0" y="415899"/>
                  </a:lnTo>
                  <a:lnTo>
                    <a:pt x="0" y="396836"/>
                  </a:lnTo>
                  <a:lnTo>
                    <a:pt x="12700" y="396836"/>
                  </a:lnTo>
                  <a:lnTo>
                    <a:pt x="12700" y="415899"/>
                  </a:lnTo>
                  <a:close/>
                </a:path>
                <a:path w="13754100" h="584200">
                  <a:moveTo>
                    <a:pt x="12700" y="441299"/>
                  </a:moveTo>
                  <a:lnTo>
                    <a:pt x="0" y="441299"/>
                  </a:lnTo>
                  <a:lnTo>
                    <a:pt x="0" y="422249"/>
                  </a:lnTo>
                  <a:lnTo>
                    <a:pt x="12700" y="422249"/>
                  </a:lnTo>
                  <a:lnTo>
                    <a:pt x="12700" y="441299"/>
                  </a:lnTo>
                  <a:close/>
                </a:path>
                <a:path w="13754100" h="584200">
                  <a:moveTo>
                    <a:pt x="12700" y="466699"/>
                  </a:moveTo>
                  <a:lnTo>
                    <a:pt x="0" y="466699"/>
                  </a:lnTo>
                  <a:lnTo>
                    <a:pt x="0" y="447649"/>
                  </a:lnTo>
                  <a:lnTo>
                    <a:pt x="12700" y="447649"/>
                  </a:lnTo>
                  <a:lnTo>
                    <a:pt x="12700" y="466699"/>
                  </a:lnTo>
                  <a:close/>
                </a:path>
                <a:path w="13754100" h="584200">
                  <a:moveTo>
                    <a:pt x="1358" y="493521"/>
                  </a:moveTo>
                  <a:lnTo>
                    <a:pt x="581" y="490435"/>
                  </a:lnTo>
                  <a:lnTo>
                    <a:pt x="457" y="489940"/>
                  </a:lnTo>
                  <a:lnTo>
                    <a:pt x="0" y="486282"/>
                  </a:lnTo>
                  <a:lnTo>
                    <a:pt x="0" y="473062"/>
                  </a:lnTo>
                  <a:lnTo>
                    <a:pt x="12700" y="473062"/>
                  </a:lnTo>
                  <a:lnTo>
                    <a:pt x="12700" y="485216"/>
                  </a:lnTo>
                  <a:lnTo>
                    <a:pt x="13030" y="487845"/>
                  </a:lnTo>
                  <a:lnTo>
                    <a:pt x="13554" y="489940"/>
                  </a:lnTo>
                  <a:lnTo>
                    <a:pt x="13677" y="490435"/>
                  </a:lnTo>
                  <a:lnTo>
                    <a:pt x="1358" y="493521"/>
                  </a:lnTo>
                  <a:close/>
                </a:path>
                <a:path w="13754100" h="584200">
                  <a:moveTo>
                    <a:pt x="14973" y="518045"/>
                  </a:moveTo>
                  <a:lnTo>
                    <a:pt x="10071" y="512508"/>
                  </a:lnTo>
                  <a:lnTo>
                    <a:pt x="6210" y="506615"/>
                  </a:lnTo>
                  <a:lnTo>
                    <a:pt x="3632" y="500405"/>
                  </a:lnTo>
                  <a:lnTo>
                    <a:pt x="15367" y="495541"/>
                  </a:lnTo>
                  <a:lnTo>
                    <a:pt x="17310" y="500240"/>
                  </a:lnTo>
                  <a:lnTo>
                    <a:pt x="20345" y="504951"/>
                  </a:lnTo>
                  <a:lnTo>
                    <a:pt x="24485" y="509625"/>
                  </a:lnTo>
                  <a:lnTo>
                    <a:pt x="14973" y="518045"/>
                  </a:lnTo>
                  <a:close/>
                </a:path>
                <a:path w="13754100" h="584200">
                  <a:moveTo>
                    <a:pt x="35331" y="535508"/>
                  </a:moveTo>
                  <a:lnTo>
                    <a:pt x="29476" y="531545"/>
                  </a:lnTo>
                  <a:lnTo>
                    <a:pt x="24244" y="527354"/>
                  </a:lnTo>
                  <a:lnTo>
                    <a:pt x="19697" y="522973"/>
                  </a:lnTo>
                  <a:lnTo>
                    <a:pt x="28524" y="513841"/>
                  </a:lnTo>
                  <a:lnTo>
                    <a:pt x="32461" y="517639"/>
                  </a:lnTo>
                  <a:lnTo>
                    <a:pt x="37109" y="521373"/>
                  </a:lnTo>
                  <a:lnTo>
                    <a:pt x="42456" y="524992"/>
                  </a:lnTo>
                  <a:lnTo>
                    <a:pt x="35331" y="535508"/>
                  </a:lnTo>
                  <a:close/>
                </a:path>
                <a:path w="13754100" h="584200">
                  <a:moveTo>
                    <a:pt x="58140" y="548462"/>
                  </a:moveTo>
                  <a:lnTo>
                    <a:pt x="51968" y="545490"/>
                  </a:lnTo>
                  <a:lnTo>
                    <a:pt x="46202" y="542366"/>
                  </a:lnTo>
                  <a:lnTo>
                    <a:pt x="40868" y="539089"/>
                  </a:lnTo>
                  <a:lnTo>
                    <a:pt x="47536" y="528269"/>
                  </a:lnTo>
                  <a:lnTo>
                    <a:pt x="52451" y="531304"/>
                  </a:lnTo>
                  <a:lnTo>
                    <a:pt x="57823" y="534225"/>
                  </a:lnTo>
                  <a:lnTo>
                    <a:pt x="63652" y="537019"/>
                  </a:lnTo>
                  <a:lnTo>
                    <a:pt x="58140" y="548462"/>
                  </a:lnTo>
                  <a:close/>
                </a:path>
                <a:path w="13754100" h="584200">
                  <a:moveTo>
                    <a:pt x="82054" y="558457"/>
                  </a:moveTo>
                  <a:lnTo>
                    <a:pt x="75742" y="556171"/>
                  </a:lnTo>
                  <a:lnTo>
                    <a:pt x="69723" y="553745"/>
                  </a:lnTo>
                  <a:lnTo>
                    <a:pt x="64020" y="551192"/>
                  </a:lnTo>
                  <a:lnTo>
                    <a:pt x="69202" y="539597"/>
                  </a:lnTo>
                  <a:lnTo>
                    <a:pt x="74612" y="542010"/>
                  </a:lnTo>
                  <a:lnTo>
                    <a:pt x="80352" y="544334"/>
                  </a:lnTo>
                  <a:lnTo>
                    <a:pt x="86385" y="546531"/>
                  </a:lnTo>
                  <a:lnTo>
                    <a:pt x="82054" y="558457"/>
                  </a:lnTo>
                  <a:close/>
                </a:path>
                <a:path w="13754100" h="584200">
                  <a:moveTo>
                    <a:pt x="106591" y="566305"/>
                  </a:moveTo>
                  <a:lnTo>
                    <a:pt x="100215" y="564514"/>
                  </a:lnTo>
                  <a:lnTo>
                    <a:pt x="94056" y="562609"/>
                  </a:lnTo>
                  <a:lnTo>
                    <a:pt x="88125" y="560603"/>
                  </a:lnTo>
                  <a:lnTo>
                    <a:pt x="92227" y="548576"/>
                  </a:lnTo>
                  <a:lnTo>
                    <a:pt x="97917" y="550519"/>
                  </a:lnTo>
                  <a:lnTo>
                    <a:pt x="103847" y="552348"/>
                  </a:lnTo>
                  <a:lnTo>
                    <a:pt x="110020" y="554075"/>
                  </a:lnTo>
                  <a:lnTo>
                    <a:pt x="106591" y="566305"/>
                  </a:lnTo>
                  <a:close/>
                </a:path>
                <a:path w="13754100" h="584200">
                  <a:moveTo>
                    <a:pt x="131572" y="572452"/>
                  </a:moveTo>
                  <a:lnTo>
                    <a:pt x="125145" y="571068"/>
                  </a:lnTo>
                  <a:lnTo>
                    <a:pt x="118897" y="569582"/>
                  </a:lnTo>
                  <a:lnTo>
                    <a:pt x="112826" y="567994"/>
                  </a:lnTo>
                  <a:lnTo>
                    <a:pt x="116039" y="555713"/>
                  </a:lnTo>
                  <a:lnTo>
                    <a:pt x="121920" y="557250"/>
                  </a:lnTo>
                  <a:lnTo>
                    <a:pt x="127990" y="558698"/>
                  </a:lnTo>
                  <a:lnTo>
                    <a:pt x="134226" y="560031"/>
                  </a:lnTo>
                  <a:lnTo>
                    <a:pt x="131572" y="572452"/>
                  </a:lnTo>
                  <a:close/>
                </a:path>
                <a:path w="13754100" h="584200">
                  <a:moveTo>
                    <a:pt x="156756" y="577138"/>
                  </a:moveTo>
                  <a:lnTo>
                    <a:pt x="150304" y="576110"/>
                  </a:lnTo>
                  <a:lnTo>
                    <a:pt x="143992" y="574979"/>
                  </a:lnTo>
                  <a:lnTo>
                    <a:pt x="137820" y="573747"/>
                  </a:lnTo>
                  <a:lnTo>
                    <a:pt x="140309" y="561289"/>
                  </a:lnTo>
                  <a:lnTo>
                    <a:pt x="146316" y="562495"/>
                  </a:lnTo>
                  <a:lnTo>
                    <a:pt x="152463" y="563600"/>
                  </a:lnTo>
                  <a:lnTo>
                    <a:pt x="158750" y="564603"/>
                  </a:lnTo>
                  <a:lnTo>
                    <a:pt x="156756" y="577138"/>
                  </a:lnTo>
                  <a:close/>
                </a:path>
                <a:path w="13754100" h="584200">
                  <a:moveTo>
                    <a:pt x="182118" y="580567"/>
                  </a:moveTo>
                  <a:lnTo>
                    <a:pt x="175666" y="579843"/>
                  </a:lnTo>
                  <a:lnTo>
                    <a:pt x="169316" y="579031"/>
                  </a:lnTo>
                  <a:lnTo>
                    <a:pt x="163093" y="578116"/>
                  </a:lnTo>
                  <a:lnTo>
                    <a:pt x="164934" y="565543"/>
                  </a:lnTo>
                  <a:lnTo>
                    <a:pt x="171018" y="566445"/>
                  </a:lnTo>
                  <a:lnTo>
                    <a:pt x="177215" y="567245"/>
                  </a:lnTo>
                  <a:lnTo>
                    <a:pt x="183527" y="567943"/>
                  </a:lnTo>
                  <a:lnTo>
                    <a:pt x="182391" y="578116"/>
                  </a:lnTo>
                  <a:lnTo>
                    <a:pt x="182289" y="579031"/>
                  </a:lnTo>
                  <a:lnTo>
                    <a:pt x="182198" y="579843"/>
                  </a:lnTo>
                  <a:lnTo>
                    <a:pt x="182118" y="580567"/>
                  </a:lnTo>
                  <a:close/>
                </a:path>
                <a:path w="13754100" h="584200">
                  <a:moveTo>
                    <a:pt x="207594" y="582828"/>
                  </a:moveTo>
                  <a:lnTo>
                    <a:pt x="201142" y="582396"/>
                  </a:lnTo>
                  <a:lnTo>
                    <a:pt x="194779" y="581863"/>
                  </a:lnTo>
                  <a:lnTo>
                    <a:pt x="188493" y="581240"/>
                  </a:lnTo>
                  <a:lnTo>
                    <a:pt x="189607" y="570153"/>
                  </a:lnTo>
                  <a:lnTo>
                    <a:pt x="189649" y="569734"/>
                  </a:lnTo>
                  <a:lnTo>
                    <a:pt x="189763" y="568604"/>
                  </a:lnTo>
                  <a:lnTo>
                    <a:pt x="195897" y="569213"/>
                  </a:lnTo>
                  <a:lnTo>
                    <a:pt x="202133" y="569734"/>
                  </a:lnTo>
                  <a:lnTo>
                    <a:pt x="208445" y="570153"/>
                  </a:lnTo>
                  <a:lnTo>
                    <a:pt x="207700" y="581240"/>
                  </a:lnTo>
                  <a:lnTo>
                    <a:pt x="207594" y="582828"/>
                  </a:lnTo>
                  <a:close/>
                </a:path>
                <a:path w="13754100" h="584200">
                  <a:moveTo>
                    <a:pt x="233146" y="583996"/>
                  </a:moveTo>
                  <a:lnTo>
                    <a:pt x="226682" y="583844"/>
                  </a:lnTo>
                  <a:lnTo>
                    <a:pt x="220294" y="583577"/>
                  </a:lnTo>
                  <a:lnTo>
                    <a:pt x="213982" y="583222"/>
                  </a:lnTo>
                  <a:lnTo>
                    <a:pt x="214663" y="571309"/>
                  </a:lnTo>
                  <a:lnTo>
                    <a:pt x="214706" y="570547"/>
                  </a:lnTo>
                  <a:lnTo>
                    <a:pt x="220878" y="570890"/>
                  </a:lnTo>
                  <a:lnTo>
                    <a:pt x="227139" y="571144"/>
                  </a:lnTo>
                  <a:lnTo>
                    <a:pt x="233464" y="571309"/>
                  </a:lnTo>
                  <a:lnTo>
                    <a:pt x="233165" y="583222"/>
                  </a:lnTo>
                  <a:lnTo>
                    <a:pt x="233146" y="583996"/>
                  </a:lnTo>
                  <a:close/>
                </a:path>
                <a:path w="13754100" h="584200">
                  <a:moveTo>
                    <a:pt x="249123" y="584136"/>
                  </a:moveTo>
                  <a:lnTo>
                    <a:pt x="239534" y="584136"/>
                  </a:lnTo>
                  <a:lnTo>
                    <a:pt x="239623" y="577786"/>
                  </a:lnTo>
                  <a:lnTo>
                    <a:pt x="239725" y="571436"/>
                  </a:lnTo>
                  <a:lnTo>
                    <a:pt x="249123" y="571436"/>
                  </a:lnTo>
                  <a:lnTo>
                    <a:pt x="249123" y="584136"/>
                  </a:lnTo>
                  <a:close/>
                </a:path>
                <a:path w="13754100" h="584200">
                  <a:moveTo>
                    <a:pt x="258648" y="584136"/>
                  </a:moveTo>
                  <a:lnTo>
                    <a:pt x="249123" y="584136"/>
                  </a:lnTo>
                  <a:lnTo>
                    <a:pt x="249123" y="571436"/>
                  </a:lnTo>
                  <a:lnTo>
                    <a:pt x="258648" y="571436"/>
                  </a:lnTo>
                  <a:lnTo>
                    <a:pt x="258648" y="584136"/>
                  </a:lnTo>
                  <a:close/>
                </a:path>
                <a:path w="13754100" h="584200">
                  <a:moveTo>
                    <a:pt x="284048" y="584199"/>
                  </a:moveTo>
                  <a:lnTo>
                    <a:pt x="264998" y="584199"/>
                  </a:lnTo>
                  <a:lnTo>
                    <a:pt x="264998" y="571499"/>
                  </a:lnTo>
                  <a:lnTo>
                    <a:pt x="284048" y="571499"/>
                  </a:lnTo>
                  <a:lnTo>
                    <a:pt x="284048" y="584199"/>
                  </a:lnTo>
                  <a:close/>
                </a:path>
                <a:path w="13754100" h="584200">
                  <a:moveTo>
                    <a:pt x="309435" y="584199"/>
                  </a:moveTo>
                  <a:lnTo>
                    <a:pt x="290398" y="584199"/>
                  </a:lnTo>
                  <a:lnTo>
                    <a:pt x="290398" y="571499"/>
                  </a:lnTo>
                  <a:lnTo>
                    <a:pt x="309435" y="571499"/>
                  </a:lnTo>
                  <a:lnTo>
                    <a:pt x="309435" y="584199"/>
                  </a:lnTo>
                  <a:close/>
                </a:path>
                <a:path w="13754100" h="584200">
                  <a:moveTo>
                    <a:pt x="334835" y="584199"/>
                  </a:moveTo>
                  <a:lnTo>
                    <a:pt x="315785" y="584199"/>
                  </a:lnTo>
                  <a:lnTo>
                    <a:pt x="315785" y="571499"/>
                  </a:lnTo>
                  <a:lnTo>
                    <a:pt x="334835" y="571499"/>
                  </a:lnTo>
                  <a:lnTo>
                    <a:pt x="334835" y="584199"/>
                  </a:lnTo>
                  <a:close/>
                </a:path>
                <a:path w="13754100" h="584200">
                  <a:moveTo>
                    <a:pt x="360222" y="584199"/>
                  </a:moveTo>
                  <a:lnTo>
                    <a:pt x="341185" y="584199"/>
                  </a:lnTo>
                  <a:lnTo>
                    <a:pt x="341185" y="571499"/>
                  </a:lnTo>
                  <a:lnTo>
                    <a:pt x="360222" y="571499"/>
                  </a:lnTo>
                  <a:lnTo>
                    <a:pt x="360222" y="584199"/>
                  </a:lnTo>
                  <a:close/>
                </a:path>
                <a:path w="13754100" h="584200">
                  <a:moveTo>
                    <a:pt x="385622" y="584199"/>
                  </a:moveTo>
                  <a:lnTo>
                    <a:pt x="366572" y="584199"/>
                  </a:lnTo>
                  <a:lnTo>
                    <a:pt x="366572" y="571499"/>
                  </a:lnTo>
                  <a:lnTo>
                    <a:pt x="385622" y="571499"/>
                  </a:lnTo>
                  <a:lnTo>
                    <a:pt x="385622" y="584199"/>
                  </a:lnTo>
                  <a:close/>
                </a:path>
                <a:path w="13754100" h="584200">
                  <a:moveTo>
                    <a:pt x="411010" y="584199"/>
                  </a:moveTo>
                  <a:lnTo>
                    <a:pt x="391972" y="584199"/>
                  </a:lnTo>
                  <a:lnTo>
                    <a:pt x="391972" y="571499"/>
                  </a:lnTo>
                  <a:lnTo>
                    <a:pt x="411010" y="571499"/>
                  </a:lnTo>
                  <a:lnTo>
                    <a:pt x="411010" y="584199"/>
                  </a:lnTo>
                  <a:close/>
                </a:path>
                <a:path w="13754100" h="584200">
                  <a:moveTo>
                    <a:pt x="436410" y="584199"/>
                  </a:moveTo>
                  <a:lnTo>
                    <a:pt x="417360" y="584199"/>
                  </a:lnTo>
                  <a:lnTo>
                    <a:pt x="417360" y="571499"/>
                  </a:lnTo>
                  <a:lnTo>
                    <a:pt x="436410" y="571499"/>
                  </a:lnTo>
                  <a:lnTo>
                    <a:pt x="436410" y="584199"/>
                  </a:lnTo>
                  <a:close/>
                </a:path>
                <a:path w="13754100" h="584200">
                  <a:moveTo>
                    <a:pt x="461797" y="584199"/>
                  </a:moveTo>
                  <a:lnTo>
                    <a:pt x="442760" y="584199"/>
                  </a:lnTo>
                  <a:lnTo>
                    <a:pt x="442760" y="571499"/>
                  </a:lnTo>
                  <a:lnTo>
                    <a:pt x="461797" y="571499"/>
                  </a:lnTo>
                  <a:lnTo>
                    <a:pt x="461797" y="584199"/>
                  </a:lnTo>
                  <a:close/>
                </a:path>
                <a:path w="13754100" h="584200">
                  <a:moveTo>
                    <a:pt x="487197" y="584199"/>
                  </a:moveTo>
                  <a:lnTo>
                    <a:pt x="468147" y="584199"/>
                  </a:lnTo>
                  <a:lnTo>
                    <a:pt x="468147" y="571499"/>
                  </a:lnTo>
                  <a:lnTo>
                    <a:pt x="487197" y="571499"/>
                  </a:lnTo>
                  <a:lnTo>
                    <a:pt x="487197" y="584199"/>
                  </a:lnTo>
                  <a:close/>
                </a:path>
                <a:path w="13754100" h="584200">
                  <a:moveTo>
                    <a:pt x="512584" y="584199"/>
                  </a:moveTo>
                  <a:lnTo>
                    <a:pt x="493547" y="584199"/>
                  </a:lnTo>
                  <a:lnTo>
                    <a:pt x="493547" y="571499"/>
                  </a:lnTo>
                  <a:lnTo>
                    <a:pt x="512584" y="571499"/>
                  </a:lnTo>
                  <a:lnTo>
                    <a:pt x="512584" y="584199"/>
                  </a:lnTo>
                  <a:close/>
                </a:path>
                <a:path w="13754100" h="584200">
                  <a:moveTo>
                    <a:pt x="537984" y="584199"/>
                  </a:moveTo>
                  <a:lnTo>
                    <a:pt x="518934" y="584199"/>
                  </a:lnTo>
                  <a:lnTo>
                    <a:pt x="518934" y="571499"/>
                  </a:lnTo>
                  <a:lnTo>
                    <a:pt x="537984" y="571499"/>
                  </a:lnTo>
                  <a:lnTo>
                    <a:pt x="537984" y="584199"/>
                  </a:lnTo>
                  <a:close/>
                </a:path>
                <a:path w="13754100" h="584200">
                  <a:moveTo>
                    <a:pt x="563372" y="584199"/>
                  </a:moveTo>
                  <a:lnTo>
                    <a:pt x="544334" y="584199"/>
                  </a:lnTo>
                  <a:lnTo>
                    <a:pt x="544334" y="571499"/>
                  </a:lnTo>
                  <a:lnTo>
                    <a:pt x="563372" y="571499"/>
                  </a:lnTo>
                  <a:lnTo>
                    <a:pt x="563372" y="584199"/>
                  </a:lnTo>
                  <a:close/>
                </a:path>
                <a:path w="13754100" h="584200">
                  <a:moveTo>
                    <a:pt x="588772" y="584199"/>
                  </a:moveTo>
                  <a:lnTo>
                    <a:pt x="569722" y="584199"/>
                  </a:lnTo>
                  <a:lnTo>
                    <a:pt x="569722" y="571499"/>
                  </a:lnTo>
                  <a:lnTo>
                    <a:pt x="588772" y="571499"/>
                  </a:lnTo>
                  <a:lnTo>
                    <a:pt x="588772" y="584199"/>
                  </a:lnTo>
                  <a:close/>
                </a:path>
                <a:path w="13754100" h="584200">
                  <a:moveTo>
                    <a:pt x="614159" y="584199"/>
                  </a:moveTo>
                  <a:lnTo>
                    <a:pt x="595122" y="584199"/>
                  </a:lnTo>
                  <a:lnTo>
                    <a:pt x="595122" y="571499"/>
                  </a:lnTo>
                  <a:lnTo>
                    <a:pt x="614159" y="571499"/>
                  </a:lnTo>
                  <a:lnTo>
                    <a:pt x="614159" y="584199"/>
                  </a:lnTo>
                  <a:close/>
                </a:path>
                <a:path w="13754100" h="584200">
                  <a:moveTo>
                    <a:pt x="639559" y="584199"/>
                  </a:moveTo>
                  <a:lnTo>
                    <a:pt x="620509" y="584199"/>
                  </a:lnTo>
                  <a:lnTo>
                    <a:pt x="620509" y="571499"/>
                  </a:lnTo>
                  <a:lnTo>
                    <a:pt x="639559" y="571499"/>
                  </a:lnTo>
                  <a:lnTo>
                    <a:pt x="639559" y="584199"/>
                  </a:lnTo>
                  <a:close/>
                </a:path>
                <a:path w="13754100" h="584200">
                  <a:moveTo>
                    <a:pt x="664946" y="584199"/>
                  </a:moveTo>
                  <a:lnTo>
                    <a:pt x="645909" y="584199"/>
                  </a:lnTo>
                  <a:lnTo>
                    <a:pt x="645909" y="571499"/>
                  </a:lnTo>
                  <a:lnTo>
                    <a:pt x="664946" y="571499"/>
                  </a:lnTo>
                  <a:lnTo>
                    <a:pt x="664946" y="584199"/>
                  </a:lnTo>
                  <a:close/>
                </a:path>
                <a:path w="13754100" h="584200">
                  <a:moveTo>
                    <a:pt x="690346" y="584199"/>
                  </a:moveTo>
                  <a:lnTo>
                    <a:pt x="671296" y="584199"/>
                  </a:lnTo>
                  <a:lnTo>
                    <a:pt x="671296" y="571499"/>
                  </a:lnTo>
                  <a:lnTo>
                    <a:pt x="690346" y="571499"/>
                  </a:lnTo>
                  <a:lnTo>
                    <a:pt x="690346" y="584199"/>
                  </a:lnTo>
                  <a:close/>
                </a:path>
                <a:path w="13754100" h="584200">
                  <a:moveTo>
                    <a:pt x="715733" y="584199"/>
                  </a:moveTo>
                  <a:lnTo>
                    <a:pt x="696696" y="584199"/>
                  </a:lnTo>
                  <a:lnTo>
                    <a:pt x="696696" y="571499"/>
                  </a:lnTo>
                  <a:lnTo>
                    <a:pt x="715733" y="571499"/>
                  </a:lnTo>
                  <a:lnTo>
                    <a:pt x="715733" y="584199"/>
                  </a:lnTo>
                  <a:close/>
                </a:path>
                <a:path w="13754100" h="584200">
                  <a:moveTo>
                    <a:pt x="741133" y="584199"/>
                  </a:moveTo>
                  <a:lnTo>
                    <a:pt x="722083" y="584199"/>
                  </a:lnTo>
                  <a:lnTo>
                    <a:pt x="722083" y="571499"/>
                  </a:lnTo>
                  <a:lnTo>
                    <a:pt x="741133" y="571499"/>
                  </a:lnTo>
                  <a:lnTo>
                    <a:pt x="741133" y="584199"/>
                  </a:lnTo>
                  <a:close/>
                </a:path>
                <a:path w="13754100" h="584200">
                  <a:moveTo>
                    <a:pt x="766521" y="584199"/>
                  </a:moveTo>
                  <a:lnTo>
                    <a:pt x="747483" y="584199"/>
                  </a:lnTo>
                  <a:lnTo>
                    <a:pt x="747483" y="571499"/>
                  </a:lnTo>
                  <a:lnTo>
                    <a:pt x="766521" y="571499"/>
                  </a:lnTo>
                  <a:lnTo>
                    <a:pt x="766521" y="584199"/>
                  </a:lnTo>
                  <a:close/>
                </a:path>
                <a:path w="13754100" h="584200">
                  <a:moveTo>
                    <a:pt x="791921" y="584199"/>
                  </a:moveTo>
                  <a:lnTo>
                    <a:pt x="772871" y="584199"/>
                  </a:lnTo>
                  <a:lnTo>
                    <a:pt x="772871" y="571499"/>
                  </a:lnTo>
                  <a:lnTo>
                    <a:pt x="791921" y="571499"/>
                  </a:lnTo>
                  <a:lnTo>
                    <a:pt x="791921" y="584199"/>
                  </a:lnTo>
                  <a:close/>
                </a:path>
                <a:path w="13754100" h="584200">
                  <a:moveTo>
                    <a:pt x="817308" y="584199"/>
                  </a:moveTo>
                  <a:lnTo>
                    <a:pt x="798271" y="584199"/>
                  </a:lnTo>
                  <a:lnTo>
                    <a:pt x="798271" y="571499"/>
                  </a:lnTo>
                  <a:lnTo>
                    <a:pt x="817308" y="571499"/>
                  </a:lnTo>
                  <a:lnTo>
                    <a:pt x="817308" y="584199"/>
                  </a:lnTo>
                  <a:close/>
                </a:path>
                <a:path w="13754100" h="584200">
                  <a:moveTo>
                    <a:pt x="842708" y="584199"/>
                  </a:moveTo>
                  <a:lnTo>
                    <a:pt x="823658" y="584199"/>
                  </a:lnTo>
                  <a:lnTo>
                    <a:pt x="823658" y="571499"/>
                  </a:lnTo>
                  <a:lnTo>
                    <a:pt x="842708" y="571499"/>
                  </a:lnTo>
                  <a:lnTo>
                    <a:pt x="842708" y="584199"/>
                  </a:lnTo>
                  <a:close/>
                </a:path>
                <a:path w="13754100" h="584200">
                  <a:moveTo>
                    <a:pt x="868095" y="584199"/>
                  </a:moveTo>
                  <a:lnTo>
                    <a:pt x="849058" y="584199"/>
                  </a:lnTo>
                  <a:lnTo>
                    <a:pt x="849058" y="571499"/>
                  </a:lnTo>
                  <a:lnTo>
                    <a:pt x="868095" y="571499"/>
                  </a:lnTo>
                  <a:lnTo>
                    <a:pt x="868095" y="584199"/>
                  </a:lnTo>
                  <a:close/>
                </a:path>
                <a:path w="13754100" h="584200">
                  <a:moveTo>
                    <a:pt x="893495" y="584199"/>
                  </a:moveTo>
                  <a:lnTo>
                    <a:pt x="874445" y="584199"/>
                  </a:lnTo>
                  <a:lnTo>
                    <a:pt x="874445" y="571499"/>
                  </a:lnTo>
                  <a:lnTo>
                    <a:pt x="893495" y="571499"/>
                  </a:lnTo>
                  <a:lnTo>
                    <a:pt x="893495" y="584199"/>
                  </a:lnTo>
                  <a:close/>
                </a:path>
                <a:path w="13754100" h="584200">
                  <a:moveTo>
                    <a:pt x="918883" y="584199"/>
                  </a:moveTo>
                  <a:lnTo>
                    <a:pt x="899845" y="584199"/>
                  </a:lnTo>
                  <a:lnTo>
                    <a:pt x="899845" y="571499"/>
                  </a:lnTo>
                  <a:lnTo>
                    <a:pt x="918883" y="571499"/>
                  </a:lnTo>
                  <a:lnTo>
                    <a:pt x="918883" y="584199"/>
                  </a:lnTo>
                  <a:close/>
                </a:path>
                <a:path w="13754100" h="584200">
                  <a:moveTo>
                    <a:pt x="944283" y="584199"/>
                  </a:moveTo>
                  <a:lnTo>
                    <a:pt x="925233" y="584199"/>
                  </a:lnTo>
                  <a:lnTo>
                    <a:pt x="925233" y="571499"/>
                  </a:lnTo>
                  <a:lnTo>
                    <a:pt x="944283" y="571499"/>
                  </a:lnTo>
                  <a:lnTo>
                    <a:pt x="944283" y="584199"/>
                  </a:lnTo>
                  <a:close/>
                </a:path>
                <a:path w="13754100" h="584200">
                  <a:moveTo>
                    <a:pt x="969670" y="584199"/>
                  </a:moveTo>
                  <a:lnTo>
                    <a:pt x="950633" y="584199"/>
                  </a:lnTo>
                  <a:lnTo>
                    <a:pt x="950633" y="571499"/>
                  </a:lnTo>
                  <a:lnTo>
                    <a:pt x="969670" y="571499"/>
                  </a:lnTo>
                  <a:lnTo>
                    <a:pt x="969670" y="584199"/>
                  </a:lnTo>
                  <a:close/>
                </a:path>
                <a:path w="13754100" h="584200">
                  <a:moveTo>
                    <a:pt x="995070" y="584199"/>
                  </a:moveTo>
                  <a:lnTo>
                    <a:pt x="976020" y="584199"/>
                  </a:lnTo>
                  <a:lnTo>
                    <a:pt x="976020" y="571499"/>
                  </a:lnTo>
                  <a:lnTo>
                    <a:pt x="995070" y="571499"/>
                  </a:lnTo>
                  <a:lnTo>
                    <a:pt x="995070" y="584199"/>
                  </a:lnTo>
                  <a:close/>
                </a:path>
                <a:path w="13754100" h="584200">
                  <a:moveTo>
                    <a:pt x="1020457" y="584199"/>
                  </a:moveTo>
                  <a:lnTo>
                    <a:pt x="1001420" y="584199"/>
                  </a:lnTo>
                  <a:lnTo>
                    <a:pt x="1001420" y="571499"/>
                  </a:lnTo>
                  <a:lnTo>
                    <a:pt x="1020457" y="571499"/>
                  </a:lnTo>
                  <a:lnTo>
                    <a:pt x="1020457" y="584199"/>
                  </a:lnTo>
                  <a:close/>
                </a:path>
                <a:path w="13754100" h="584200">
                  <a:moveTo>
                    <a:pt x="1045857" y="584199"/>
                  </a:moveTo>
                  <a:lnTo>
                    <a:pt x="1026807" y="584199"/>
                  </a:lnTo>
                  <a:lnTo>
                    <a:pt x="1026807" y="571499"/>
                  </a:lnTo>
                  <a:lnTo>
                    <a:pt x="1045857" y="571499"/>
                  </a:lnTo>
                  <a:lnTo>
                    <a:pt x="1045857" y="584199"/>
                  </a:lnTo>
                  <a:close/>
                </a:path>
                <a:path w="13754100" h="584200">
                  <a:moveTo>
                    <a:pt x="1071245" y="584199"/>
                  </a:moveTo>
                  <a:lnTo>
                    <a:pt x="1052207" y="584199"/>
                  </a:lnTo>
                  <a:lnTo>
                    <a:pt x="1052207" y="571499"/>
                  </a:lnTo>
                  <a:lnTo>
                    <a:pt x="1071245" y="571499"/>
                  </a:lnTo>
                  <a:lnTo>
                    <a:pt x="1071245" y="584199"/>
                  </a:lnTo>
                  <a:close/>
                </a:path>
                <a:path w="13754100" h="584200">
                  <a:moveTo>
                    <a:pt x="1096645" y="584199"/>
                  </a:moveTo>
                  <a:lnTo>
                    <a:pt x="1077595" y="584199"/>
                  </a:lnTo>
                  <a:lnTo>
                    <a:pt x="1077595" y="571499"/>
                  </a:lnTo>
                  <a:lnTo>
                    <a:pt x="1096645" y="571499"/>
                  </a:lnTo>
                  <a:lnTo>
                    <a:pt x="1096645" y="584199"/>
                  </a:lnTo>
                  <a:close/>
                </a:path>
                <a:path w="13754100" h="584200">
                  <a:moveTo>
                    <a:pt x="1122032" y="584199"/>
                  </a:moveTo>
                  <a:lnTo>
                    <a:pt x="1102995" y="584199"/>
                  </a:lnTo>
                  <a:lnTo>
                    <a:pt x="1102995" y="571499"/>
                  </a:lnTo>
                  <a:lnTo>
                    <a:pt x="1122032" y="571499"/>
                  </a:lnTo>
                  <a:lnTo>
                    <a:pt x="1122032" y="584199"/>
                  </a:lnTo>
                  <a:close/>
                </a:path>
                <a:path w="13754100" h="584200">
                  <a:moveTo>
                    <a:pt x="1147432" y="584199"/>
                  </a:moveTo>
                  <a:lnTo>
                    <a:pt x="1128382" y="584199"/>
                  </a:lnTo>
                  <a:lnTo>
                    <a:pt x="1128382" y="571499"/>
                  </a:lnTo>
                  <a:lnTo>
                    <a:pt x="1147432" y="571499"/>
                  </a:lnTo>
                  <a:lnTo>
                    <a:pt x="1147432" y="584199"/>
                  </a:lnTo>
                  <a:close/>
                </a:path>
                <a:path w="13754100" h="584200">
                  <a:moveTo>
                    <a:pt x="1172819" y="584199"/>
                  </a:moveTo>
                  <a:lnTo>
                    <a:pt x="1153782" y="584199"/>
                  </a:lnTo>
                  <a:lnTo>
                    <a:pt x="1153782" y="571499"/>
                  </a:lnTo>
                  <a:lnTo>
                    <a:pt x="1172819" y="571499"/>
                  </a:lnTo>
                  <a:lnTo>
                    <a:pt x="1172819" y="584199"/>
                  </a:lnTo>
                  <a:close/>
                </a:path>
                <a:path w="13754100" h="584200">
                  <a:moveTo>
                    <a:pt x="1198219" y="584199"/>
                  </a:moveTo>
                  <a:lnTo>
                    <a:pt x="1179169" y="584199"/>
                  </a:lnTo>
                  <a:lnTo>
                    <a:pt x="1179169" y="571499"/>
                  </a:lnTo>
                  <a:lnTo>
                    <a:pt x="1198219" y="571499"/>
                  </a:lnTo>
                  <a:lnTo>
                    <a:pt x="1198219" y="584199"/>
                  </a:lnTo>
                  <a:close/>
                </a:path>
                <a:path w="13754100" h="584200">
                  <a:moveTo>
                    <a:pt x="1223606" y="584199"/>
                  </a:moveTo>
                  <a:lnTo>
                    <a:pt x="1204569" y="584199"/>
                  </a:lnTo>
                  <a:lnTo>
                    <a:pt x="1204569" y="571499"/>
                  </a:lnTo>
                  <a:lnTo>
                    <a:pt x="1223606" y="571499"/>
                  </a:lnTo>
                  <a:lnTo>
                    <a:pt x="1223606" y="584199"/>
                  </a:lnTo>
                  <a:close/>
                </a:path>
                <a:path w="13754100" h="584200">
                  <a:moveTo>
                    <a:pt x="1249006" y="584199"/>
                  </a:moveTo>
                  <a:lnTo>
                    <a:pt x="1229956" y="584199"/>
                  </a:lnTo>
                  <a:lnTo>
                    <a:pt x="1229956" y="571499"/>
                  </a:lnTo>
                  <a:lnTo>
                    <a:pt x="1249006" y="571499"/>
                  </a:lnTo>
                  <a:lnTo>
                    <a:pt x="1249006" y="584199"/>
                  </a:lnTo>
                  <a:close/>
                </a:path>
                <a:path w="13754100" h="584200">
                  <a:moveTo>
                    <a:pt x="1274394" y="584199"/>
                  </a:moveTo>
                  <a:lnTo>
                    <a:pt x="1255356" y="584199"/>
                  </a:lnTo>
                  <a:lnTo>
                    <a:pt x="1255356" y="571499"/>
                  </a:lnTo>
                  <a:lnTo>
                    <a:pt x="1274394" y="571499"/>
                  </a:lnTo>
                  <a:lnTo>
                    <a:pt x="1274394" y="584199"/>
                  </a:lnTo>
                  <a:close/>
                </a:path>
                <a:path w="13754100" h="584200">
                  <a:moveTo>
                    <a:pt x="1299794" y="584199"/>
                  </a:moveTo>
                  <a:lnTo>
                    <a:pt x="1280744" y="584199"/>
                  </a:lnTo>
                  <a:lnTo>
                    <a:pt x="1280744" y="571499"/>
                  </a:lnTo>
                  <a:lnTo>
                    <a:pt x="1299794" y="571499"/>
                  </a:lnTo>
                  <a:lnTo>
                    <a:pt x="1299794" y="584199"/>
                  </a:lnTo>
                  <a:close/>
                </a:path>
                <a:path w="13754100" h="584200">
                  <a:moveTo>
                    <a:pt x="1325181" y="584199"/>
                  </a:moveTo>
                  <a:lnTo>
                    <a:pt x="1306144" y="584199"/>
                  </a:lnTo>
                  <a:lnTo>
                    <a:pt x="1306144" y="571499"/>
                  </a:lnTo>
                  <a:lnTo>
                    <a:pt x="1325181" y="571499"/>
                  </a:lnTo>
                  <a:lnTo>
                    <a:pt x="1325181" y="584199"/>
                  </a:lnTo>
                  <a:close/>
                </a:path>
                <a:path w="13754100" h="584200">
                  <a:moveTo>
                    <a:pt x="1350581" y="584199"/>
                  </a:moveTo>
                  <a:lnTo>
                    <a:pt x="1331531" y="584199"/>
                  </a:lnTo>
                  <a:lnTo>
                    <a:pt x="1331531" y="571499"/>
                  </a:lnTo>
                  <a:lnTo>
                    <a:pt x="1350581" y="571499"/>
                  </a:lnTo>
                  <a:lnTo>
                    <a:pt x="1350581" y="584199"/>
                  </a:lnTo>
                  <a:close/>
                </a:path>
                <a:path w="13754100" h="584200">
                  <a:moveTo>
                    <a:pt x="1375968" y="584199"/>
                  </a:moveTo>
                  <a:lnTo>
                    <a:pt x="1356931" y="584199"/>
                  </a:lnTo>
                  <a:lnTo>
                    <a:pt x="1356931" y="571499"/>
                  </a:lnTo>
                  <a:lnTo>
                    <a:pt x="1375968" y="571499"/>
                  </a:lnTo>
                  <a:lnTo>
                    <a:pt x="1375968" y="584199"/>
                  </a:lnTo>
                  <a:close/>
                </a:path>
                <a:path w="13754100" h="584200">
                  <a:moveTo>
                    <a:pt x="1401368" y="584199"/>
                  </a:moveTo>
                  <a:lnTo>
                    <a:pt x="1382318" y="584199"/>
                  </a:lnTo>
                  <a:lnTo>
                    <a:pt x="1382318" y="571499"/>
                  </a:lnTo>
                  <a:lnTo>
                    <a:pt x="1401368" y="571499"/>
                  </a:lnTo>
                  <a:lnTo>
                    <a:pt x="1401368" y="584199"/>
                  </a:lnTo>
                  <a:close/>
                </a:path>
                <a:path w="13754100" h="584200">
                  <a:moveTo>
                    <a:pt x="1426756" y="584199"/>
                  </a:moveTo>
                  <a:lnTo>
                    <a:pt x="1407718" y="584199"/>
                  </a:lnTo>
                  <a:lnTo>
                    <a:pt x="1407718" y="571499"/>
                  </a:lnTo>
                  <a:lnTo>
                    <a:pt x="1426756" y="571499"/>
                  </a:lnTo>
                  <a:lnTo>
                    <a:pt x="1426756" y="584199"/>
                  </a:lnTo>
                  <a:close/>
                </a:path>
                <a:path w="13754100" h="584200">
                  <a:moveTo>
                    <a:pt x="1452156" y="584199"/>
                  </a:moveTo>
                  <a:lnTo>
                    <a:pt x="1433106" y="584199"/>
                  </a:lnTo>
                  <a:lnTo>
                    <a:pt x="1433106" y="571499"/>
                  </a:lnTo>
                  <a:lnTo>
                    <a:pt x="1452156" y="571499"/>
                  </a:lnTo>
                  <a:lnTo>
                    <a:pt x="1452156" y="584199"/>
                  </a:lnTo>
                  <a:close/>
                </a:path>
                <a:path w="13754100" h="584200">
                  <a:moveTo>
                    <a:pt x="1477543" y="584199"/>
                  </a:moveTo>
                  <a:lnTo>
                    <a:pt x="1458506" y="584199"/>
                  </a:lnTo>
                  <a:lnTo>
                    <a:pt x="1458506" y="571499"/>
                  </a:lnTo>
                  <a:lnTo>
                    <a:pt x="1477543" y="571499"/>
                  </a:lnTo>
                  <a:lnTo>
                    <a:pt x="1477543" y="584199"/>
                  </a:lnTo>
                  <a:close/>
                </a:path>
                <a:path w="13754100" h="584200">
                  <a:moveTo>
                    <a:pt x="1502943" y="584199"/>
                  </a:moveTo>
                  <a:lnTo>
                    <a:pt x="1483893" y="584199"/>
                  </a:lnTo>
                  <a:lnTo>
                    <a:pt x="1483893" y="571499"/>
                  </a:lnTo>
                  <a:lnTo>
                    <a:pt x="1502943" y="571499"/>
                  </a:lnTo>
                  <a:lnTo>
                    <a:pt x="1502943" y="584199"/>
                  </a:lnTo>
                  <a:close/>
                </a:path>
                <a:path w="13754100" h="584200">
                  <a:moveTo>
                    <a:pt x="1528330" y="584199"/>
                  </a:moveTo>
                  <a:lnTo>
                    <a:pt x="1509293" y="584199"/>
                  </a:lnTo>
                  <a:lnTo>
                    <a:pt x="1509293" y="571499"/>
                  </a:lnTo>
                  <a:lnTo>
                    <a:pt x="1528330" y="571499"/>
                  </a:lnTo>
                  <a:lnTo>
                    <a:pt x="1528330" y="584199"/>
                  </a:lnTo>
                  <a:close/>
                </a:path>
                <a:path w="13754100" h="584200">
                  <a:moveTo>
                    <a:pt x="1553730" y="584199"/>
                  </a:moveTo>
                  <a:lnTo>
                    <a:pt x="1534680" y="584199"/>
                  </a:lnTo>
                  <a:lnTo>
                    <a:pt x="1534680" y="571499"/>
                  </a:lnTo>
                  <a:lnTo>
                    <a:pt x="1553730" y="571499"/>
                  </a:lnTo>
                  <a:lnTo>
                    <a:pt x="1553730" y="584199"/>
                  </a:lnTo>
                  <a:close/>
                </a:path>
                <a:path w="13754100" h="584200">
                  <a:moveTo>
                    <a:pt x="1579118" y="584199"/>
                  </a:moveTo>
                  <a:lnTo>
                    <a:pt x="1560080" y="584199"/>
                  </a:lnTo>
                  <a:lnTo>
                    <a:pt x="1560080" y="571499"/>
                  </a:lnTo>
                  <a:lnTo>
                    <a:pt x="1579118" y="571499"/>
                  </a:lnTo>
                  <a:lnTo>
                    <a:pt x="1579118" y="584199"/>
                  </a:lnTo>
                  <a:close/>
                </a:path>
                <a:path w="13754100" h="584200">
                  <a:moveTo>
                    <a:pt x="1604518" y="584199"/>
                  </a:moveTo>
                  <a:lnTo>
                    <a:pt x="1585468" y="584199"/>
                  </a:lnTo>
                  <a:lnTo>
                    <a:pt x="1585468" y="571499"/>
                  </a:lnTo>
                  <a:lnTo>
                    <a:pt x="1604518" y="571499"/>
                  </a:lnTo>
                  <a:lnTo>
                    <a:pt x="1604518" y="584199"/>
                  </a:lnTo>
                  <a:close/>
                </a:path>
                <a:path w="13754100" h="584200">
                  <a:moveTo>
                    <a:pt x="1629905" y="584199"/>
                  </a:moveTo>
                  <a:lnTo>
                    <a:pt x="1610868" y="584199"/>
                  </a:lnTo>
                  <a:lnTo>
                    <a:pt x="1610868" y="571499"/>
                  </a:lnTo>
                  <a:lnTo>
                    <a:pt x="1629905" y="571499"/>
                  </a:lnTo>
                  <a:lnTo>
                    <a:pt x="1629905" y="584199"/>
                  </a:lnTo>
                  <a:close/>
                </a:path>
                <a:path w="13754100" h="584200">
                  <a:moveTo>
                    <a:pt x="1655305" y="584199"/>
                  </a:moveTo>
                  <a:lnTo>
                    <a:pt x="1636255" y="584199"/>
                  </a:lnTo>
                  <a:lnTo>
                    <a:pt x="1636255" y="571499"/>
                  </a:lnTo>
                  <a:lnTo>
                    <a:pt x="1655305" y="571499"/>
                  </a:lnTo>
                  <a:lnTo>
                    <a:pt x="1655305" y="584199"/>
                  </a:lnTo>
                  <a:close/>
                </a:path>
                <a:path w="13754100" h="584200">
                  <a:moveTo>
                    <a:pt x="1680705" y="584199"/>
                  </a:moveTo>
                  <a:lnTo>
                    <a:pt x="1661655" y="584199"/>
                  </a:lnTo>
                  <a:lnTo>
                    <a:pt x="1661655" y="571499"/>
                  </a:lnTo>
                  <a:lnTo>
                    <a:pt x="1680705" y="571499"/>
                  </a:lnTo>
                  <a:lnTo>
                    <a:pt x="1680705" y="584199"/>
                  </a:lnTo>
                  <a:close/>
                </a:path>
                <a:path w="13754100" h="584200">
                  <a:moveTo>
                    <a:pt x="1706092" y="584199"/>
                  </a:moveTo>
                  <a:lnTo>
                    <a:pt x="1687042" y="584199"/>
                  </a:lnTo>
                  <a:lnTo>
                    <a:pt x="1687042" y="571499"/>
                  </a:lnTo>
                  <a:lnTo>
                    <a:pt x="1706092" y="571499"/>
                  </a:lnTo>
                  <a:lnTo>
                    <a:pt x="1706092" y="584199"/>
                  </a:lnTo>
                  <a:close/>
                </a:path>
                <a:path w="13754100" h="584200">
                  <a:moveTo>
                    <a:pt x="1731492" y="584199"/>
                  </a:moveTo>
                  <a:lnTo>
                    <a:pt x="1712442" y="584199"/>
                  </a:lnTo>
                  <a:lnTo>
                    <a:pt x="1712442" y="571499"/>
                  </a:lnTo>
                  <a:lnTo>
                    <a:pt x="1731492" y="571499"/>
                  </a:lnTo>
                  <a:lnTo>
                    <a:pt x="1731492" y="584199"/>
                  </a:lnTo>
                  <a:close/>
                </a:path>
                <a:path w="13754100" h="584200">
                  <a:moveTo>
                    <a:pt x="1756879" y="584199"/>
                  </a:moveTo>
                  <a:lnTo>
                    <a:pt x="1737829" y="584199"/>
                  </a:lnTo>
                  <a:lnTo>
                    <a:pt x="1737829" y="571499"/>
                  </a:lnTo>
                  <a:lnTo>
                    <a:pt x="1756879" y="571499"/>
                  </a:lnTo>
                  <a:lnTo>
                    <a:pt x="1756879" y="584199"/>
                  </a:lnTo>
                  <a:close/>
                </a:path>
                <a:path w="13754100" h="584200">
                  <a:moveTo>
                    <a:pt x="1782279" y="584199"/>
                  </a:moveTo>
                  <a:lnTo>
                    <a:pt x="1763229" y="584199"/>
                  </a:lnTo>
                  <a:lnTo>
                    <a:pt x="1763229" y="571499"/>
                  </a:lnTo>
                  <a:lnTo>
                    <a:pt x="1782279" y="571499"/>
                  </a:lnTo>
                  <a:lnTo>
                    <a:pt x="1782279" y="584199"/>
                  </a:lnTo>
                  <a:close/>
                </a:path>
                <a:path w="13754100" h="584200">
                  <a:moveTo>
                    <a:pt x="1807667" y="584199"/>
                  </a:moveTo>
                  <a:lnTo>
                    <a:pt x="1788617" y="584199"/>
                  </a:lnTo>
                  <a:lnTo>
                    <a:pt x="1788617" y="571499"/>
                  </a:lnTo>
                  <a:lnTo>
                    <a:pt x="1807667" y="571499"/>
                  </a:lnTo>
                  <a:lnTo>
                    <a:pt x="1807667" y="584199"/>
                  </a:lnTo>
                  <a:close/>
                </a:path>
                <a:path w="13754100" h="584200">
                  <a:moveTo>
                    <a:pt x="1833067" y="584199"/>
                  </a:moveTo>
                  <a:lnTo>
                    <a:pt x="1814017" y="584199"/>
                  </a:lnTo>
                  <a:lnTo>
                    <a:pt x="1814017" y="571499"/>
                  </a:lnTo>
                  <a:lnTo>
                    <a:pt x="1833067" y="571499"/>
                  </a:lnTo>
                  <a:lnTo>
                    <a:pt x="1833067" y="584199"/>
                  </a:lnTo>
                  <a:close/>
                </a:path>
                <a:path w="13754100" h="584200">
                  <a:moveTo>
                    <a:pt x="1858454" y="584199"/>
                  </a:moveTo>
                  <a:lnTo>
                    <a:pt x="1839404" y="584199"/>
                  </a:lnTo>
                  <a:lnTo>
                    <a:pt x="1839404" y="571499"/>
                  </a:lnTo>
                  <a:lnTo>
                    <a:pt x="1858454" y="571499"/>
                  </a:lnTo>
                  <a:lnTo>
                    <a:pt x="1858454" y="584199"/>
                  </a:lnTo>
                  <a:close/>
                </a:path>
                <a:path w="13754100" h="584200">
                  <a:moveTo>
                    <a:pt x="1883854" y="584199"/>
                  </a:moveTo>
                  <a:lnTo>
                    <a:pt x="1864804" y="584199"/>
                  </a:lnTo>
                  <a:lnTo>
                    <a:pt x="1864804" y="571499"/>
                  </a:lnTo>
                  <a:lnTo>
                    <a:pt x="1883854" y="571499"/>
                  </a:lnTo>
                  <a:lnTo>
                    <a:pt x="1883854" y="584199"/>
                  </a:lnTo>
                  <a:close/>
                </a:path>
                <a:path w="13754100" h="584200">
                  <a:moveTo>
                    <a:pt x="1909241" y="584199"/>
                  </a:moveTo>
                  <a:lnTo>
                    <a:pt x="1890191" y="584199"/>
                  </a:lnTo>
                  <a:lnTo>
                    <a:pt x="1890191" y="571499"/>
                  </a:lnTo>
                  <a:lnTo>
                    <a:pt x="1909241" y="571499"/>
                  </a:lnTo>
                  <a:lnTo>
                    <a:pt x="1909241" y="584199"/>
                  </a:lnTo>
                  <a:close/>
                </a:path>
                <a:path w="13754100" h="584200">
                  <a:moveTo>
                    <a:pt x="1934641" y="584199"/>
                  </a:moveTo>
                  <a:lnTo>
                    <a:pt x="1915591" y="584199"/>
                  </a:lnTo>
                  <a:lnTo>
                    <a:pt x="1915591" y="571499"/>
                  </a:lnTo>
                  <a:lnTo>
                    <a:pt x="1934641" y="571499"/>
                  </a:lnTo>
                  <a:lnTo>
                    <a:pt x="1934641" y="584199"/>
                  </a:lnTo>
                  <a:close/>
                </a:path>
                <a:path w="13754100" h="584200">
                  <a:moveTo>
                    <a:pt x="1960029" y="584199"/>
                  </a:moveTo>
                  <a:lnTo>
                    <a:pt x="1940979" y="584199"/>
                  </a:lnTo>
                  <a:lnTo>
                    <a:pt x="1940979" y="571499"/>
                  </a:lnTo>
                  <a:lnTo>
                    <a:pt x="1960029" y="571499"/>
                  </a:lnTo>
                  <a:lnTo>
                    <a:pt x="1960029" y="584199"/>
                  </a:lnTo>
                  <a:close/>
                </a:path>
                <a:path w="13754100" h="584200">
                  <a:moveTo>
                    <a:pt x="1985429" y="584199"/>
                  </a:moveTo>
                  <a:lnTo>
                    <a:pt x="1966379" y="584199"/>
                  </a:lnTo>
                  <a:lnTo>
                    <a:pt x="1966379" y="571499"/>
                  </a:lnTo>
                  <a:lnTo>
                    <a:pt x="1985429" y="571499"/>
                  </a:lnTo>
                  <a:lnTo>
                    <a:pt x="1985429" y="584199"/>
                  </a:lnTo>
                  <a:close/>
                </a:path>
                <a:path w="13754100" h="584200">
                  <a:moveTo>
                    <a:pt x="2010816" y="584199"/>
                  </a:moveTo>
                  <a:lnTo>
                    <a:pt x="1991766" y="584199"/>
                  </a:lnTo>
                  <a:lnTo>
                    <a:pt x="1991766" y="571499"/>
                  </a:lnTo>
                  <a:lnTo>
                    <a:pt x="2010816" y="571499"/>
                  </a:lnTo>
                  <a:lnTo>
                    <a:pt x="2010816" y="584199"/>
                  </a:lnTo>
                  <a:close/>
                </a:path>
                <a:path w="13754100" h="584200">
                  <a:moveTo>
                    <a:pt x="2036216" y="584199"/>
                  </a:moveTo>
                  <a:lnTo>
                    <a:pt x="2017166" y="584199"/>
                  </a:lnTo>
                  <a:lnTo>
                    <a:pt x="2017166" y="571499"/>
                  </a:lnTo>
                  <a:lnTo>
                    <a:pt x="2036216" y="571499"/>
                  </a:lnTo>
                  <a:lnTo>
                    <a:pt x="2036216" y="584199"/>
                  </a:lnTo>
                  <a:close/>
                </a:path>
                <a:path w="13754100" h="584200">
                  <a:moveTo>
                    <a:pt x="2061603" y="584199"/>
                  </a:moveTo>
                  <a:lnTo>
                    <a:pt x="2042553" y="584199"/>
                  </a:lnTo>
                  <a:lnTo>
                    <a:pt x="2042553" y="571499"/>
                  </a:lnTo>
                  <a:lnTo>
                    <a:pt x="2061603" y="571499"/>
                  </a:lnTo>
                  <a:lnTo>
                    <a:pt x="2061603" y="584199"/>
                  </a:lnTo>
                  <a:close/>
                </a:path>
                <a:path w="13754100" h="584200">
                  <a:moveTo>
                    <a:pt x="2087003" y="584199"/>
                  </a:moveTo>
                  <a:lnTo>
                    <a:pt x="2067953" y="584199"/>
                  </a:lnTo>
                  <a:lnTo>
                    <a:pt x="2067953" y="571499"/>
                  </a:lnTo>
                  <a:lnTo>
                    <a:pt x="2087003" y="571499"/>
                  </a:lnTo>
                  <a:lnTo>
                    <a:pt x="2087003" y="584199"/>
                  </a:lnTo>
                  <a:close/>
                </a:path>
                <a:path w="13754100" h="584200">
                  <a:moveTo>
                    <a:pt x="2112391" y="584199"/>
                  </a:moveTo>
                  <a:lnTo>
                    <a:pt x="2093353" y="584199"/>
                  </a:lnTo>
                  <a:lnTo>
                    <a:pt x="2093353" y="571499"/>
                  </a:lnTo>
                  <a:lnTo>
                    <a:pt x="2112391" y="571499"/>
                  </a:lnTo>
                  <a:lnTo>
                    <a:pt x="2112391" y="584199"/>
                  </a:lnTo>
                  <a:close/>
                </a:path>
                <a:path w="13754100" h="584200">
                  <a:moveTo>
                    <a:pt x="2137791" y="584199"/>
                  </a:moveTo>
                  <a:lnTo>
                    <a:pt x="2118741" y="584199"/>
                  </a:lnTo>
                  <a:lnTo>
                    <a:pt x="2118741" y="571499"/>
                  </a:lnTo>
                  <a:lnTo>
                    <a:pt x="2137791" y="571499"/>
                  </a:lnTo>
                  <a:lnTo>
                    <a:pt x="2137791" y="584199"/>
                  </a:lnTo>
                  <a:close/>
                </a:path>
                <a:path w="13754100" h="584200">
                  <a:moveTo>
                    <a:pt x="2163178" y="584199"/>
                  </a:moveTo>
                  <a:lnTo>
                    <a:pt x="2144141" y="584199"/>
                  </a:lnTo>
                  <a:lnTo>
                    <a:pt x="2144141" y="571499"/>
                  </a:lnTo>
                  <a:lnTo>
                    <a:pt x="2163178" y="571499"/>
                  </a:lnTo>
                  <a:lnTo>
                    <a:pt x="2163178" y="584199"/>
                  </a:lnTo>
                  <a:close/>
                </a:path>
                <a:path w="13754100" h="584200">
                  <a:moveTo>
                    <a:pt x="2188578" y="584199"/>
                  </a:moveTo>
                  <a:lnTo>
                    <a:pt x="2169528" y="584199"/>
                  </a:lnTo>
                  <a:lnTo>
                    <a:pt x="2169528" y="571499"/>
                  </a:lnTo>
                  <a:lnTo>
                    <a:pt x="2188578" y="571499"/>
                  </a:lnTo>
                  <a:lnTo>
                    <a:pt x="2188578" y="584199"/>
                  </a:lnTo>
                  <a:close/>
                </a:path>
                <a:path w="13754100" h="584200">
                  <a:moveTo>
                    <a:pt x="2213965" y="584199"/>
                  </a:moveTo>
                  <a:lnTo>
                    <a:pt x="2194928" y="584199"/>
                  </a:lnTo>
                  <a:lnTo>
                    <a:pt x="2194928" y="571499"/>
                  </a:lnTo>
                  <a:lnTo>
                    <a:pt x="2213965" y="571499"/>
                  </a:lnTo>
                  <a:lnTo>
                    <a:pt x="2213965" y="584199"/>
                  </a:lnTo>
                  <a:close/>
                </a:path>
                <a:path w="13754100" h="584200">
                  <a:moveTo>
                    <a:pt x="2239365" y="584199"/>
                  </a:moveTo>
                  <a:lnTo>
                    <a:pt x="2220315" y="584199"/>
                  </a:lnTo>
                  <a:lnTo>
                    <a:pt x="2220315" y="571499"/>
                  </a:lnTo>
                  <a:lnTo>
                    <a:pt x="2239365" y="571499"/>
                  </a:lnTo>
                  <a:lnTo>
                    <a:pt x="2239365" y="584199"/>
                  </a:lnTo>
                  <a:close/>
                </a:path>
                <a:path w="13754100" h="584200">
                  <a:moveTo>
                    <a:pt x="2264752" y="584199"/>
                  </a:moveTo>
                  <a:lnTo>
                    <a:pt x="2245715" y="584199"/>
                  </a:lnTo>
                  <a:lnTo>
                    <a:pt x="2245715" y="571499"/>
                  </a:lnTo>
                  <a:lnTo>
                    <a:pt x="2264752" y="571499"/>
                  </a:lnTo>
                  <a:lnTo>
                    <a:pt x="2264752" y="584199"/>
                  </a:lnTo>
                  <a:close/>
                </a:path>
                <a:path w="13754100" h="584200">
                  <a:moveTo>
                    <a:pt x="2290152" y="584199"/>
                  </a:moveTo>
                  <a:lnTo>
                    <a:pt x="2271102" y="584199"/>
                  </a:lnTo>
                  <a:lnTo>
                    <a:pt x="2271102" y="571499"/>
                  </a:lnTo>
                  <a:lnTo>
                    <a:pt x="2290152" y="571499"/>
                  </a:lnTo>
                  <a:lnTo>
                    <a:pt x="2290152" y="584199"/>
                  </a:lnTo>
                  <a:close/>
                </a:path>
                <a:path w="13754100" h="584200">
                  <a:moveTo>
                    <a:pt x="2315540" y="584199"/>
                  </a:moveTo>
                  <a:lnTo>
                    <a:pt x="2296502" y="584199"/>
                  </a:lnTo>
                  <a:lnTo>
                    <a:pt x="2296502" y="571499"/>
                  </a:lnTo>
                  <a:lnTo>
                    <a:pt x="2315540" y="571499"/>
                  </a:lnTo>
                  <a:lnTo>
                    <a:pt x="2315540" y="584199"/>
                  </a:lnTo>
                  <a:close/>
                </a:path>
                <a:path w="13754100" h="584200">
                  <a:moveTo>
                    <a:pt x="2340940" y="584199"/>
                  </a:moveTo>
                  <a:lnTo>
                    <a:pt x="2321890" y="584199"/>
                  </a:lnTo>
                  <a:lnTo>
                    <a:pt x="2321890" y="571499"/>
                  </a:lnTo>
                  <a:lnTo>
                    <a:pt x="2340940" y="571499"/>
                  </a:lnTo>
                  <a:lnTo>
                    <a:pt x="2340940" y="584199"/>
                  </a:lnTo>
                  <a:close/>
                </a:path>
                <a:path w="13754100" h="584200">
                  <a:moveTo>
                    <a:pt x="2366327" y="584199"/>
                  </a:moveTo>
                  <a:lnTo>
                    <a:pt x="2347290" y="584199"/>
                  </a:lnTo>
                  <a:lnTo>
                    <a:pt x="2347290" y="571499"/>
                  </a:lnTo>
                  <a:lnTo>
                    <a:pt x="2366327" y="571499"/>
                  </a:lnTo>
                  <a:lnTo>
                    <a:pt x="2366327" y="584199"/>
                  </a:lnTo>
                  <a:close/>
                </a:path>
                <a:path w="13754100" h="584200">
                  <a:moveTo>
                    <a:pt x="2391727" y="584199"/>
                  </a:moveTo>
                  <a:lnTo>
                    <a:pt x="2372677" y="584199"/>
                  </a:lnTo>
                  <a:lnTo>
                    <a:pt x="2372677" y="571499"/>
                  </a:lnTo>
                  <a:lnTo>
                    <a:pt x="2391727" y="571499"/>
                  </a:lnTo>
                  <a:lnTo>
                    <a:pt x="2391727" y="584199"/>
                  </a:lnTo>
                  <a:close/>
                </a:path>
                <a:path w="13754100" h="584200">
                  <a:moveTo>
                    <a:pt x="2417114" y="584199"/>
                  </a:moveTo>
                  <a:lnTo>
                    <a:pt x="2398077" y="584199"/>
                  </a:lnTo>
                  <a:lnTo>
                    <a:pt x="2398077" y="571499"/>
                  </a:lnTo>
                  <a:lnTo>
                    <a:pt x="2417114" y="571499"/>
                  </a:lnTo>
                  <a:lnTo>
                    <a:pt x="2417114" y="584199"/>
                  </a:lnTo>
                  <a:close/>
                </a:path>
                <a:path w="13754100" h="584200">
                  <a:moveTo>
                    <a:pt x="2442514" y="584199"/>
                  </a:moveTo>
                  <a:lnTo>
                    <a:pt x="2423464" y="584199"/>
                  </a:lnTo>
                  <a:lnTo>
                    <a:pt x="2423464" y="571499"/>
                  </a:lnTo>
                  <a:lnTo>
                    <a:pt x="2442514" y="571499"/>
                  </a:lnTo>
                  <a:lnTo>
                    <a:pt x="2442514" y="584199"/>
                  </a:lnTo>
                  <a:close/>
                </a:path>
                <a:path w="13754100" h="584200">
                  <a:moveTo>
                    <a:pt x="2467902" y="584199"/>
                  </a:moveTo>
                  <a:lnTo>
                    <a:pt x="2448864" y="584199"/>
                  </a:lnTo>
                  <a:lnTo>
                    <a:pt x="2448864" y="571499"/>
                  </a:lnTo>
                  <a:lnTo>
                    <a:pt x="2467902" y="571499"/>
                  </a:lnTo>
                  <a:lnTo>
                    <a:pt x="2467902" y="584199"/>
                  </a:lnTo>
                  <a:close/>
                </a:path>
                <a:path w="13754100" h="584200">
                  <a:moveTo>
                    <a:pt x="2493302" y="584199"/>
                  </a:moveTo>
                  <a:lnTo>
                    <a:pt x="2474252" y="584199"/>
                  </a:lnTo>
                  <a:lnTo>
                    <a:pt x="2474252" y="571499"/>
                  </a:lnTo>
                  <a:lnTo>
                    <a:pt x="2493302" y="571499"/>
                  </a:lnTo>
                  <a:lnTo>
                    <a:pt x="2493302" y="584199"/>
                  </a:lnTo>
                  <a:close/>
                </a:path>
                <a:path w="13754100" h="584200">
                  <a:moveTo>
                    <a:pt x="2518689" y="584199"/>
                  </a:moveTo>
                  <a:lnTo>
                    <a:pt x="2499652" y="584199"/>
                  </a:lnTo>
                  <a:lnTo>
                    <a:pt x="2499652" y="571499"/>
                  </a:lnTo>
                  <a:lnTo>
                    <a:pt x="2518689" y="571499"/>
                  </a:lnTo>
                  <a:lnTo>
                    <a:pt x="2518689" y="584199"/>
                  </a:lnTo>
                  <a:close/>
                </a:path>
                <a:path w="13754100" h="584200">
                  <a:moveTo>
                    <a:pt x="2544089" y="584199"/>
                  </a:moveTo>
                  <a:lnTo>
                    <a:pt x="2525039" y="584199"/>
                  </a:lnTo>
                  <a:lnTo>
                    <a:pt x="2525039" y="571499"/>
                  </a:lnTo>
                  <a:lnTo>
                    <a:pt x="2544089" y="571499"/>
                  </a:lnTo>
                  <a:lnTo>
                    <a:pt x="2544089" y="584199"/>
                  </a:lnTo>
                  <a:close/>
                </a:path>
                <a:path w="13754100" h="584200">
                  <a:moveTo>
                    <a:pt x="2569476" y="584199"/>
                  </a:moveTo>
                  <a:lnTo>
                    <a:pt x="2550439" y="584199"/>
                  </a:lnTo>
                  <a:lnTo>
                    <a:pt x="2550439" y="571499"/>
                  </a:lnTo>
                  <a:lnTo>
                    <a:pt x="2569476" y="571499"/>
                  </a:lnTo>
                  <a:lnTo>
                    <a:pt x="2569476" y="584199"/>
                  </a:lnTo>
                  <a:close/>
                </a:path>
                <a:path w="13754100" h="584200">
                  <a:moveTo>
                    <a:pt x="2594876" y="584199"/>
                  </a:moveTo>
                  <a:lnTo>
                    <a:pt x="2575826" y="584199"/>
                  </a:lnTo>
                  <a:lnTo>
                    <a:pt x="2575826" y="571499"/>
                  </a:lnTo>
                  <a:lnTo>
                    <a:pt x="2594876" y="571499"/>
                  </a:lnTo>
                  <a:lnTo>
                    <a:pt x="2594876" y="584199"/>
                  </a:lnTo>
                  <a:close/>
                </a:path>
                <a:path w="13754100" h="584200">
                  <a:moveTo>
                    <a:pt x="2620264" y="584199"/>
                  </a:moveTo>
                  <a:lnTo>
                    <a:pt x="2601226" y="584199"/>
                  </a:lnTo>
                  <a:lnTo>
                    <a:pt x="2601226" y="571499"/>
                  </a:lnTo>
                  <a:lnTo>
                    <a:pt x="2620264" y="571499"/>
                  </a:lnTo>
                  <a:lnTo>
                    <a:pt x="2620264" y="584199"/>
                  </a:lnTo>
                  <a:close/>
                </a:path>
                <a:path w="13754100" h="584200">
                  <a:moveTo>
                    <a:pt x="2645664" y="584199"/>
                  </a:moveTo>
                  <a:lnTo>
                    <a:pt x="2626614" y="584199"/>
                  </a:lnTo>
                  <a:lnTo>
                    <a:pt x="2626614" y="571499"/>
                  </a:lnTo>
                  <a:lnTo>
                    <a:pt x="2645664" y="571499"/>
                  </a:lnTo>
                  <a:lnTo>
                    <a:pt x="2645664" y="584199"/>
                  </a:lnTo>
                  <a:close/>
                </a:path>
                <a:path w="13754100" h="584200">
                  <a:moveTo>
                    <a:pt x="2671051" y="584199"/>
                  </a:moveTo>
                  <a:lnTo>
                    <a:pt x="2652014" y="584199"/>
                  </a:lnTo>
                  <a:lnTo>
                    <a:pt x="2652014" y="571499"/>
                  </a:lnTo>
                  <a:lnTo>
                    <a:pt x="2671051" y="571499"/>
                  </a:lnTo>
                  <a:lnTo>
                    <a:pt x="2671051" y="584199"/>
                  </a:lnTo>
                  <a:close/>
                </a:path>
                <a:path w="13754100" h="584200">
                  <a:moveTo>
                    <a:pt x="2696451" y="584199"/>
                  </a:moveTo>
                  <a:lnTo>
                    <a:pt x="2677401" y="584199"/>
                  </a:lnTo>
                  <a:lnTo>
                    <a:pt x="2677401" y="571499"/>
                  </a:lnTo>
                  <a:lnTo>
                    <a:pt x="2696451" y="571499"/>
                  </a:lnTo>
                  <a:lnTo>
                    <a:pt x="2696451" y="584199"/>
                  </a:lnTo>
                  <a:close/>
                </a:path>
                <a:path w="13754100" h="584200">
                  <a:moveTo>
                    <a:pt x="2721838" y="584199"/>
                  </a:moveTo>
                  <a:lnTo>
                    <a:pt x="2702801" y="584199"/>
                  </a:lnTo>
                  <a:lnTo>
                    <a:pt x="2702801" y="571499"/>
                  </a:lnTo>
                  <a:lnTo>
                    <a:pt x="2721838" y="571499"/>
                  </a:lnTo>
                  <a:lnTo>
                    <a:pt x="2721838" y="584199"/>
                  </a:lnTo>
                  <a:close/>
                </a:path>
                <a:path w="13754100" h="584200">
                  <a:moveTo>
                    <a:pt x="2747238" y="584199"/>
                  </a:moveTo>
                  <a:lnTo>
                    <a:pt x="2728188" y="584199"/>
                  </a:lnTo>
                  <a:lnTo>
                    <a:pt x="2728188" y="571499"/>
                  </a:lnTo>
                  <a:lnTo>
                    <a:pt x="2747238" y="571499"/>
                  </a:lnTo>
                  <a:lnTo>
                    <a:pt x="2747238" y="584199"/>
                  </a:lnTo>
                  <a:close/>
                </a:path>
                <a:path w="13754100" h="584200">
                  <a:moveTo>
                    <a:pt x="2772625" y="584199"/>
                  </a:moveTo>
                  <a:lnTo>
                    <a:pt x="2753588" y="584199"/>
                  </a:lnTo>
                  <a:lnTo>
                    <a:pt x="2753588" y="571499"/>
                  </a:lnTo>
                  <a:lnTo>
                    <a:pt x="2772625" y="571499"/>
                  </a:lnTo>
                  <a:lnTo>
                    <a:pt x="2772625" y="584199"/>
                  </a:lnTo>
                  <a:close/>
                </a:path>
                <a:path w="13754100" h="584200">
                  <a:moveTo>
                    <a:pt x="2798025" y="584199"/>
                  </a:moveTo>
                  <a:lnTo>
                    <a:pt x="2778975" y="584199"/>
                  </a:lnTo>
                  <a:lnTo>
                    <a:pt x="2778975" y="571499"/>
                  </a:lnTo>
                  <a:lnTo>
                    <a:pt x="2798025" y="571499"/>
                  </a:lnTo>
                  <a:lnTo>
                    <a:pt x="2798025" y="584199"/>
                  </a:lnTo>
                  <a:close/>
                </a:path>
                <a:path w="13754100" h="584200">
                  <a:moveTo>
                    <a:pt x="2823413" y="584199"/>
                  </a:moveTo>
                  <a:lnTo>
                    <a:pt x="2804375" y="584199"/>
                  </a:lnTo>
                  <a:lnTo>
                    <a:pt x="2804375" y="571499"/>
                  </a:lnTo>
                  <a:lnTo>
                    <a:pt x="2823413" y="571499"/>
                  </a:lnTo>
                  <a:lnTo>
                    <a:pt x="2823413" y="584199"/>
                  </a:lnTo>
                  <a:close/>
                </a:path>
                <a:path w="13754100" h="584200">
                  <a:moveTo>
                    <a:pt x="2848813" y="584199"/>
                  </a:moveTo>
                  <a:lnTo>
                    <a:pt x="2829763" y="584199"/>
                  </a:lnTo>
                  <a:lnTo>
                    <a:pt x="2829763" y="571499"/>
                  </a:lnTo>
                  <a:lnTo>
                    <a:pt x="2848813" y="571499"/>
                  </a:lnTo>
                  <a:lnTo>
                    <a:pt x="2848813" y="584199"/>
                  </a:lnTo>
                  <a:close/>
                </a:path>
                <a:path w="13754100" h="584200">
                  <a:moveTo>
                    <a:pt x="2874213" y="584199"/>
                  </a:moveTo>
                  <a:lnTo>
                    <a:pt x="2855163" y="584199"/>
                  </a:lnTo>
                  <a:lnTo>
                    <a:pt x="2855163" y="571499"/>
                  </a:lnTo>
                  <a:lnTo>
                    <a:pt x="2874213" y="571499"/>
                  </a:lnTo>
                  <a:lnTo>
                    <a:pt x="2874213" y="584199"/>
                  </a:lnTo>
                  <a:close/>
                </a:path>
                <a:path w="13754100" h="584200">
                  <a:moveTo>
                    <a:pt x="2899600" y="584199"/>
                  </a:moveTo>
                  <a:lnTo>
                    <a:pt x="2880550" y="584199"/>
                  </a:lnTo>
                  <a:lnTo>
                    <a:pt x="2880550" y="571499"/>
                  </a:lnTo>
                  <a:lnTo>
                    <a:pt x="2899600" y="571499"/>
                  </a:lnTo>
                  <a:lnTo>
                    <a:pt x="2899600" y="584199"/>
                  </a:lnTo>
                  <a:close/>
                </a:path>
                <a:path w="13754100" h="584200">
                  <a:moveTo>
                    <a:pt x="2925000" y="584199"/>
                  </a:moveTo>
                  <a:lnTo>
                    <a:pt x="2905950" y="584199"/>
                  </a:lnTo>
                  <a:lnTo>
                    <a:pt x="2905950" y="571499"/>
                  </a:lnTo>
                  <a:lnTo>
                    <a:pt x="2925000" y="571499"/>
                  </a:lnTo>
                  <a:lnTo>
                    <a:pt x="2925000" y="584199"/>
                  </a:lnTo>
                  <a:close/>
                </a:path>
                <a:path w="13754100" h="584200">
                  <a:moveTo>
                    <a:pt x="2950387" y="584199"/>
                  </a:moveTo>
                  <a:lnTo>
                    <a:pt x="2931337" y="584199"/>
                  </a:lnTo>
                  <a:lnTo>
                    <a:pt x="2931337" y="571499"/>
                  </a:lnTo>
                  <a:lnTo>
                    <a:pt x="2950387" y="571499"/>
                  </a:lnTo>
                  <a:lnTo>
                    <a:pt x="2950387" y="584199"/>
                  </a:lnTo>
                  <a:close/>
                </a:path>
                <a:path w="13754100" h="584200">
                  <a:moveTo>
                    <a:pt x="2975787" y="584199"/>
                  </a:moveTo>
                  <a:lnTo>
                    <a:pt x="2956737" y="584199"/>
                  </a:lnTo>
                  <a:lnTo>
                    <a:pt x="2956737" y="571499"/>
                  </a:lnTo>
                  <a:lnTo>
                    <a:pt x="2975787" y="571499"/>
                  </a:lnTo>
                  <a:lnTo>
                    <a:pt x="2975787" y="584199"/>
                  </a:lnTo>
                  <a:close/>
                </a:path>
                <a:path w="13754100" h="584200">
                  <a:moveTo>
                    <a:pt x="3001175" y="584199"/>
                  </a:moveTo>
                  <a:lnTo>
                    <a:pt x="2982125" y="584199"/>
                  </a:lnTo>
                  <a:lnTo>
                    <a:pt x="2982125" y="571499"/>
                  </a:lnTo>
                  <a:lnTo>
                    <a:pt x="3001175" y="571499"/>
                  </a:lnTo>
                  <a:lnTo>
                    <a:pt x="3001175" y="584199"/>
                  </a:lnTo>
                  <a:close/>
                </a:path>
                <a:path w="13754100" h="584200">
                  <a:moveTo>
                    <a:pt x="3026575" y="584199"/>
                  </a:moveTo>
                  <a:lnTo>
                    <a:pt x="3007525" y="584199"/>
                  </a:lnTo>
                  <a:lnTo>
                    <a:pt x="3007525" y="571499"/>
                  </a:lnTo>
                  <a:lnTo>
                    <a:pt x="3026575" y="571499"/>
                  </a:lnTo>
                  <a:lnTo>
                    <a:pt x="3026575" y="584199"/>
                  </a:lnTo>
                  <a:close/>
                </a:path>
                <a:path w="13754100" h="584200">
                  <a:moveTo>
                    <a:pt x="3051962" y="584199"/>
                  </a:moveTo>
                  <a:lnTo>
                    <a:pt x="3032912" y="584199"/>
                  </a:lnTo>
                  <a:lnTo>
                    <a:pt x="3032912" y="571499"/>
                  </a:lnTo>
                  <a:lnTo>
                    <a:pt x="3051962" y="571499"/>
                  </a:lnTo>
                  <a:lnTo>
                    <a:pt x="3051962" y="584199"/>
                  </a:lnTo>
                  <a:close/>
                </a:path>
                <a:path w="13754100" h="584200">
                  <a:moveTo>
                    <a:pt x="3077362" y="584199"/>
                  </a:moveTo>
                  <a:lnTo>
                    <a:pt x="3058312" y="584199"/>
                  </a:lnTo>
                  <a:lnTo>
                    <a:pt x="3058312" y="571499"/>
                  </a:lnTo>
                  <a:lnTo>
                    <a:pt x="3077362" y="571499"/>
                  </a:lnTo>
                  <a:lnTo>
                    <a:pt x="3077362" y="584199"/>
                  </a:lnTo>
                  <a:close/>
                </a:path>
                <a:path w="13754100" h="584200">
                  <a:moveTo>
                    <a:pt x="3102749" y="584199"/>
                  </a:moveTo>
                  <a:lnTo>
                    <a:pt x="3083699" y="584199"/>
                  </a:lnTo>
                  <a:lnTo>
                    <a:pt x="3083699" y="571499"/>
                  </a:lnTo>
                  <a:lnTo>
                    <a:pt x="3102749" y="571499"/>
                  </a:lnTo>
                  <a:lnTo>
                    <a:pt x="3102749" y="584199"/>
                  </a:lnTo>
                  <a:close/>
                </a:path>
                <a:path w="13754100" h="584200">
                  <a:moveTo>
                    <a:pt x="3128149" y="584199"/>
                  </a:moveTo>
                  <a:lnTo>
                    <a:pt x="3109099" y="584199"/>
                  </a:lnTo>
                  <a:lnTo>
                    <a:pt x="3109099" y="571499"/>
                  </a:lnTo>
                  <a:lnTo>
                    <a:pt x="3128149" y="571499"/>
                  </a:lnTo>
                  <a:lnTo>
                    <a:pt x="3128149" y="584199"/>
                  </a:lnTo>
                  <a:close/>
                </a:path>
                <a:path w="13754100" h="584200">
                  <a:moveTo>
                    <a:pt x="3153537" y="584199"/>
                  </a:moveTo>
                  <a:lnTo>
                    <a:pt x="3134499" y="584199"/>
                  </a:lnTo>
                  <a:lnTo>
                    <a:pt x="3134499" y="571499"/>
                  </a:lnTo>
                  <a:lnTo>
                    <a:pt x="3153537" y="571499"/>
                  </a:lnTo>
                  <a:lnTo>
                    <a:pt x="3153537" y="584199"/>
                  </a:lnTo>
                  <a:close/>
                </a:path>
                <a:path w="13754100" h="584200">
                  <a:moveTo>
                    <a:pt x="3178937" y="584199"/>
                  </a:moveTo>
                  <a:lnTo>
                    <a:pt x="3159887" y="584199"/>
                  </a:lnTo>
                  <a:lnTo>
                    <a:pt x="3159887" y="571499"/>
                  </a:lnTo>
                  <a:lnTo>
                    <a:pt x="3178937" y="571499"/>
                  </a:lnTo>
                  <a:lnTo>
                    <a:pt x="3178937" y="584199"/>
                  </a:lnTo>
                  <a:close/>
                </a:path>
                <a:path w="13754100" h="584200">
                  <a:moveTo>
                    <a:pt x="3204324" y="584199"/>
                  </a:moveTo>
                  <a:lnTo>
                    <a:pt x="3185287" y="584199"/>
                  </a:lnTo>
                  <a:lnTo>
                    <a:pt x="3185287" y="571499"/>
                  </a:lnTo>
                  <a:lnTo>
                    <a:pt x="3204324" y="571499"/>
                  </a:lnTo>
                  <a:lnTo>
                    <a:pt x="3204324" y="584199"/>
                  </a:lnTo>
                  <a:close/>
                </a:path>
                <a:path w="13754100" h="584200">
                  <a:moveTo>
                    <a:pt x="3229724" y="584199"/>
                  </a:moveTo>
                  <a:lnTo>
                    <a:pt x="3210674" y="584199"/>
                  </a:lnTo>
                  <a:lnTo>
                    <a:pt x="3210674" y="571499"/>
                  </a:lnTo>
                  <a:lnTo>
                    <a:pt x="3229724" y="571499"/>
                  </a:lnTo>
                  <a:lnTo>
                    <a:pt x="3229724" y="584199"/>
                  </a:lnTo>
                  <a:close/>
                </a:path>
                <a:path w="13754100" h="584200">
                  <a:moveTo>
                    <a:pt x="3255111" y="584199"/>
                  </a:moveTo>
                  <a:lnTo>
                    <a:pt x="3236074" y="584199"/>
                  </a:lnTo>
                  <a:lnTo>
                    <a:pt x="3236074" y="571499"/>
                  </a:lnTo>
                  <a:lnTo>
                    <a:pt x="3255111" y="571499"/>
                  </a:lnTo>
                  <a:lnTo>
                    <a:pt x="3255111" y="584199"/>
                  </a:lnTo>
                  <a:close/>
                </a:path>
                <a:path w="13754100" h="584200">
                  <a:moveTo>
                    <a:pt x="3280511" y="584199"/>
                  </a:moveTo>
                  <a:lnTo>
                    <a:pt x="3261461" y="584199"/>
                  </a:lnTo>
                  <a:lnTo>
                    <a:pt x="3261461" y="571499"/>
                  </a:lnTo>
                  <a:lnTo>
                    <a:pt x="3280511" y="571499"/>
                  </a:lnTo>
                  <a:lnTo>
                    <a:pt x="3280511" y="584199"/>
                  </a:lnTo>
                  <a:close/>
                </a:path>
                <a:path w="13754100" h="584200">
                  <a:moveTo>
                    <a:pt x="3305898" y="584199"/>
                  </a:moveTo>
                  <a:lnTo>
                    <a:pt x="3286861" y="584199"/>
                  </a:lnTo>
                  <a:lnTo>
                    <a:pt x="3286861" y="571499"/>
                  </a:lnTo>
                  <a:lnTo>
                    <a:pt x="3305898" y="571499"/>
                  </a:lnTo>
                  <a:lnTo>
                    <a:pt x="3305898" y="584199"/>
                  </a:lnTo>
                  <a:close/>
                </a:path>
                <a:path w="13754100" h="584200">
                  <a:moveTo>
                    <a:pt x="3331298" y="584199"/>
                  </a:moveTo>
                  <a:lnTo>
                    <a:pt x="3312248" y="584199"/>
                  </a:lnTo>
                  <a:lnTo>
                    <a:pt x="3312248" y="571499"/>
                  </a:lnTo>
                  <a:lnTo>
                    <a:pt x="3331298" y="571499"/>
                  </a:lnTo>
                  <a:lnTo>
                    <a:pt x="3331298" y="584199"/>
                  </a:lnTo>
                  <a:close/>
                </a:path>
                <a:path w="13754100" h="584200">
                  <a:moveTo>
                    <a:pt x="3356686" y="584199"/>
                  </a:moveTo>
                  <a:lnTo>
                    <a:pt x="3337648" y="584199"/>
                  </a:lnTo>
                  <a:lnTo>
                    <a:pt x="3337648" y="571499"/>
                  </a:lnTo>
                  <a:lnTo>
                    <a:pt x="3356686" y="571499"/>
                  </a:lnTo>
                  <a:lnTo>
                    <a:pt x="3356686" y="584199"/>
                  </a:lnTo>
                  <a:close/>
                </a:path>
                <a:path w="13754100" h="584200">
                  <a:moveTo>
                    <a:pt x="3382086" y="584199"/>
                  </a:moveTo>
                  <a:lnTo>
                    <a:pt x="3363036" y="584199"/>
                  </a:lnTo>
                  <a:lnTo>
                    <a:pt x="3363036" y="571499"/>
                  </a:lnTo>
                  <a:lnTo>
                    <a:pt x="3382086" y="571499"/>
                  </a:lnTo>
                  <a:lnTo>
                    <a:pt x="3382086" y="584199"/>
                  </a:lnTo>
                  <a:close/>
                </a:path>
                <a:path w="13754100" h="584200">
                  <a:moveTo>
                    <a:pt x="3407473" y="584199"/>
                  </a:moveTo>
                  <a:lnTo>
                    <a:pt x="3388436" y="584199"/>
                  </a:lnTo>
                  <a:lnTo>
                    <a:pt x="3388436" y="571499"/>
                  </a:lnTo>
                  <a:lnTo>
                    <a:pt x="3407473" y="571499"/>
                  </a:lnTo>
                  <a:lnTo>
                    <a:pt x="3407473" y="584199"/>
                  </a:lnTo>
                  <a:close/>
                </a:path>
                <a:path w="13754100" h="584200">
                  <a:moveTo>
                    <a:pt x="3432873" y="584199"/>
                  </a:moveTo>
                  <a:lnTo>
                    <a:pt x="3413823" y="584199"/>
                  </a:lnTo>
                  <a:lnTo>
                    <a:pt x="3413823" y="571499"/>
                  </a:lnTo>
                  <a:lnTo>
                    <a:pt x="3432873" y="571499"/>
                  </a:lnTo>
                  <a:lnTo>
                    <a:pt x="3432873" y="584199"/>
                  </a:lnTo>
                  <a:close/>
                </a:path>
                <a:path w="13754100" h="584200">
                  <a:moveTo>
                    <a:pt x="3458260" y="584199"/>
                  </a:moveTo>
                  <a:lnTo>
                    <a:pt x="3439223" y="584199"/>
                  </a:lnTo>
                  <a:lnTo>
                    <a:pt x="3439223" y="571499"/>
                  </a:lnTo>
                  <a:lnTo>
                    <a:pt x="3458260" y="571499"/>
                  </a:lnTo>
                  <a:lnTo>
                    <a:pt x="3458260" y="584199"/>
                  </a:lnTo>
                  <a:close/>
                </a:path>
                <a:path w="13754100" h="584200">
                  <a:moveTo>
                    <a:pt x="3483660" y="584199"/>
                  </a:moveTo>
                  <a:lnTo>
                    <a:pt x="3464610" y="584199"/>
                  </a:lnTo>
                  <a:lnTo>
                    <a:pt x="3464610" y="571499"/>
                  </a:lnTo>
                  <a:lnTo>
                    <a:pt x="3483660" y="571499"/>
                  </a:lnTo>
                  <a:lnTo>
                    <a:pt x="3483660" y="584199"/>
                  </a:lnTo>
                  <a:close/>
                </a:path>
                <a:path w="13754100" h="584200">
                  <a:moveTo>
                    <a:pt x="3509048" y="584199"/>
                  </a:moveTo>
                  <a:lnTo>
                    <a:pt x="3490010" y="584199"/>
                  </a:lnTo>
                  <a:lnTo>
                    <a:pt x="3490010" y="571499"/>
                  </a:lnTo>
                  <a:lnTo>
                    <a:pt x="3509048" y="571499"/>
                  </a:lnTo>
                  <a:lnTo>
                    <a:pt x="3509048" y="584199"/>
                  </a:lnTo>
                  <a:close/>
                </a:path>
                <a:path w="13754100" h="584200">
                  <a:moveTo>
                    <a:pt x="3534448" y="584199"/>
                  </a:moveTo>
                  <a:lnTo>
                    <a:pt x="3515398" y="584199"/>
                  </a:lnTo>
                  <a:lnTo>
                    <a:pt x="3515398" y="571499"/>
                  </a:lnTo>
                  <a:lnTo>
                    <a:pt x="3534448" y="571499"/>
                  </a:lnTo>
                  <a:lnTo>
                    <a:pt x="3534448" y="584199"/>
                  </a:lnTo>
                  <a:close/>
                </a:path>
                <a:path w="13754100" h="584200">
                  <a:moveTo>
                    <a:pt x="3559835" y="584199"/>
                  </a:moveTo>
                  <a:lnTo>
                    <a:pt x="3540798" y="584199"/>
                  </a:lnTo>
                  <a:lnTo>
                    <a:pt x="3540798" y="571499"/>
                  </a:lnTo>
                  <a:lnTo>
                    <a:pt x="3559835" y="571499"/>
                  </a:lnTo>
                  <a:lnTo>
                    <a:pt x="3559835" y="584199"/>
                  </a:lnTo>
                  <a:close/>
                </a:path>
                <a:path w="13754100" h="584200">
                  <a:moveTo>
                    <a:pt x="3585235" y="584199"/>
                  </a:moveTo>
                  <a:lnTo>
                    <a:pt x="3566185" y="584199"/>
                  </a:lnTo>
                  <a:lnTo>
                    <a:pt x="3566185" y="571499"/>
                  </a:lnTo>
                  <a:lnTo>
                    <a:pt x="3585235" y="571499"/>
                  </a:lnTo>
                  <a:lnTo>
                    <a:pt x="3585235" y="584199"/>
                  </a:lnTo>
                  <a:close/>
                </a:path>
                <a:path w="13754100" h="584200">
                  <a:moveTo>
                    <a:pt x="3610622" y="584199"/>
                  </a:moveTo>
                  <a:lnTo>
                    <a:pt x="3591585" y="584199"/>
                  </a:lnTo>
                  <a:lnTo>
                    <a:pt x="3591585" y="571499"/>
                  </a:lnTo>
                  <a:lnTo>
                    <a:pt x="3610622" y="571499"/>
                  </a:lnTo>
                  <a:lnTo>
                    <a:pt x="3610622" y="584199"/>
                  </a:lnTo>
                  <a:close/>
                </a:path>
                <a:path w="13754100" h="584200">
                  <a:moveTo>
                    <a:pt x="3636022" y="584199"/>
                  </a:moveTo>
                  <a:lnTo>
                    <a:pt x="3616972" y="584199"/>
                  </a:lnTo>
                  <a:lnTo>
                    <a:pt x="3616972" y="571499"/>
                  </a:lnTo>
                  <a:lnTo>
                    <a:pt x="3636022" y="571499"/>
                  </a:lnTo>
                  <a:lnTo>
                    <a:pt x="3636022" y="584199"/>
                  </a:lnTo>
                  <a:close/>
                </a:path>
                <a:path w="13754100" h="584200">
                  <a:moveTo>
                    <a:pt x="3661410" y="584199"/>
                  </a:moveTo>
                  <a:lnTo>
                    <a:pt x="3642372" y="584199"/>
                  </a:lnTo>
                  <a:lnTo>
                    <a:pt x="3642372" y="571499"/>
                  </a:lnTo>
                  <a:lnTo>
                    <a:pt x="3661410" y="571499"/>
                  </a:lnTo>
                  <a:lnTo>
                    <a:pt x="3661410" y="584199"/>
                  </a:lnTo>
                  <a:close/>
                </a:path>
                <a:path w="13754100" h="584200">
                  <a:moveTo>
                    <a:pt x="3686810" y="584199"/>
                  </a:moveTo>
                  <a:lnTo>
                    <a:pt x="3667760" y="584199"/>
                  </a:lnTo>
                  <a:lnTo>
                    <a:pt x="3667760" y="571499"/>
                  </a:lnTo>
                  <a:lnTo>
                    <a:pt x="3686810" y="571499"/>
                  </a:lnTo>
                  <a:lnTo>
                    <a:pt x="3686810" y="584199"/>
                  </a:lnTo>
                  <a:close/>
                </a:path>
                <a:path w="13754100" h="584200">
                  <a:moveTo>
                    <a:pt x="3712197" y="584199"/>
                  </a:moveTo>
                  <a:lnTo>
                    <a:pt x="3693160" y="584199"/>
                  </a:lnTo>
                  <a:lnTo>
                    <a:pt x="3693160" y="571499"/>
                  </a:lnTo>
                  <a:lnTo>
                    <a:pt x="3712197" y="571499"/>
                  </a:lnTo>
                  <a:lnTo>
                    <a:pt x="3712197" y="584199"/>
                  </a:lnTo>
                  <a:close/>
                </a:path>
                <a:path w="13754100" h="584200">
                  <a:moveTo>
                    <a:pt x="3737597" y="584199"/>
                  </a:moveTo>
                  <a:lnTo>
                    <a:pt x="3718547" y="584199"/>
                  </a:lnTo>
                  <a:lnTo>
                    <a:pt x="3718547" y="571499"/>
                  </a:lnTo>
                  <a:lnTo>
                    <a:pt x="3737597" y="571499"/>
                  </a:lnTo>
                  <a:lnTo>
                    <a:pt x="3737597" y="584199"/>
                  </a:lnTo>
                  <a:close/>
                </a:path>
                <a:path w="13754100" h="584200">
                  <a:moveTo>
                    <a:pt x="3762984" y="584199"/>
                  </a:moveTo>
                  <a:lnTo>
                    <a:pt x="3743947" y="584199"/>
                  </a:lnTo>
                  <a:lnTo>
                    <a:pt x="3743947" y="571499"/>
                  </a:lnTo>
                  <a:lnTo>
                    <a:pt x="3762984" y="571499"/>
                  </a:lnTo>
                  <a:lnTo>
                    <a:pt x="3762984" y="584199"/>
                  </a:lnTo>
                  <a:close/>
                </a:path>
                <a:path w="13754100" h="584200">
                  <a:moveTo>
                    <a:pt x="3788384" y="584199"/>
                  </a:moveTo>
                  <a:lnTo>
                    <a:pt x="3769334" y="584199"/>
                  </a:lnTo>
                  <a:lnTo>
                    <a:pt x="3769334" y="571499"/>
                  </a:lnTo>
                  <a:lnTo>
                    <a:pt x="3788384" y="571499"/>
                  </a:lnTo>
                  <a:lnTo>
                    <a:pt x="3788384" y="584199"/>
                  </a:lnTo>
                  <a:close/>
                </a:path>
                <a:path w="13754100" h="584200">
                  <a:moveTo>
                    <a:pt x="3813771" y="584199"/>
                  </a:moveTo>
                  <a:lnTo>
                    <a:pt x="3794734" y="584199"/>
                  </a:lnTo>
                  <a:lnTo>
                    <a:pt x="3794734" y="571499"/>
                  </a:lnTo>
                  <a:lnTo>
                    <a:pt x="3813771" y="571499"/>
                  </a:lnTo>
                  <a:lnTo>
                    <a:pt x="3813771" y="584199"/>
                  </a:lnTo>
                  <a:close/>
                </a:path>
                <a:path w="13754100" h="584200">
                  <a:moveTo>
                    <a:pt x="3839171" y="584199"/>
                  </a:moveTo>
                  <a:lnTo>
                    <a:pt x="3820121" y="584199"/>
                  </a:lnTo>
                  <a:lnTo>
                    <a:pt x="3820121" y="571499"/>
                  </a:lnTo>
                  <a:lnTo>
                    <a:pt x="3839171" y="571499"/>
                  </a:lnTo>
                  <a:lnTo>
                    <a:pt x="3839171" y="584199"/>
                  </a:lnTo>
                  <a:close/>
                </a:path>
                <a:path w="13754100" h="584200">
                  <a:moveTo>
                    <a:pt x="3864559" y="584199"/>
                  </a:moveTo>
                  <a:lnTo>
                    <a:pt x="3845521" y="584199"/>
                  </a:lnTo>
                  <a:lnTo>
                    <a:pt x="3845521" y="571499"/>
                  </a:lnTo>
                  <a:lnTo>
                    <a:pt x="3864559" y="571499"/>
                  </a:lnTo>
                  <a:lnTo>
                    <a:pt x="3864559" y="584199"/>
                  </a:lnTo>
                  <a:close/>
                </a:path>
                <a:path w="13754100" h="584200">
                  <a:moveTo>
                    <a:pt x="3889959" y="584199"/>
                  </a:moveTo>
                  <a:lnTo>
                    <a:pt x="3870909" y="584199"/>
                  </a:lnTo>
                  <a:lnTo>
                    <a:pt x="3870909" y="571499"/>
                  </a:lnTo>
                  <a:lnTo>
                    <a:pt x="3889959" y="571499"/>
                  </a:lnTo>
                  <a:lnTo>
                    <a:pt x="3889959" y="584199"/>
                  </a:lnTo>
                  <a:close/>
                </a:path>
                <a:path w="13754100" h="584200">
                  <a:moveTo>
                    <a:pt x="3915346" y="584199"/>
                  </a:moveTo>
                  <a:lnTo>
                    <a:pt x="3896309" y="584199"/>
                  </a:lnTo>
                  <a:lnTo>
                    <a:pt x="3896309" y="571499"/>
                  </a:lnTo>
                  <a:lnTo>
                    <a:pt x="3915346" y="571499"/>
                  </a:lnTo>
                  <a:lnTo>
                    <a:pt x="3915346" y="584199"/>
                  </a:lnTo>
                  <a:close/>
                </a:path>
                <a:path w="13754100" h="584200">
                  <a:moveTo>
                    <a:pt x="3940746" y="584199"/>
                  </a:moveTo>
                  <a:lnTo>
                    <a:pt x="3921696" y="584199"/>
                  </a:lnTo>
                  <a:lnTo>
                    <a:pt x="3921696" y="571499"/>
                  </a:lnTo>
                  <a:lnTo>
                    <a:pt x="3940746" y="571499"/>
                  </a:lnTo>
                  <a:lnTo>
                    <a:pt x="3940746" y="584199"/>
                  </a:lnTo>
                  <a:close/>
                </a:path>
                <a:path w="13754100" h="584200">
                  <a:moveTo>
                    <a:pt x="3966133" y="584199"/>
                  </a:moveTo>
                  <a:lnTo>
                    <a:pt x="3947096" y="584199"/>
                  </a:lnTo>
                  <a:lnTo>
                    <a:pt x="3947096" y="571499"/>
                  </a:lnTo>
                  <a:lnTo>
                    <a:pt x="3966133" y="571499"/>
                  </a:lnTo>
                  <a:lnTo>
                    <a:pt x="3966133" y="584199"/>
                  </a:lnTo>
                  <a:close/>
                </a:path>
                <a:path w="13754100" h="584200">
                  <a:moveTo>
                    <a:pt x="3991533" y="584199"/>
                  </a:moveTo>
                  <a:lnTo>
                    <a:pt x="3972483" y="584199"/>
                  </a:lnTo>
                  <a:lnTo>
                    <a:pt x="3972483" y="571499"/>
                  </a:lnTo>
                  <a:lnTo>
                    <a:pt x="3991533" y="571499"/>
                  </a:lnTo>
                  <a:lnTo>
                    <a:pt x="3991533" y="584199"/>
                  </a:lnTo>
                  <a:close/>
                </a:path>
                <a:path w="13754100" h="584200">
                  <a:moveTo>
                    <a:pt x="4016933" y="584199"/>
                  </a:moveTo>
                  <a:lnTo>
                    <a:pt x="3997883" y="584199"/>
                  </a:lnTo>
                  <a:lnTo>
                    <a:pt x="3997883" y="571499"/>
                  </a:lnTo>
                  <a:lnTo>
                    <a:pt x="4016933" y="571499"/>
                  </a:lnTo>
                  <a:lnTo>
                    <a:pt x="4016933" y="584199"/>
                  </a:lnTo>
                  <a:close/>
                </a:path>
                <a:path w="13754100" h="584200">
                  <a:moveTo>
                    <a:pt x="4042321" y="584199"/>
                  </a:moveTo>
                  <a:lnTo>
                    <a:pt x="4023271" y="584199"/>
                  </a:lnTo>
                  <a:lnTo>
                    <a:pt x="4023271" y="571499"/>
                  </a:lnTo>
                  <a:lnTo>
                    <a:pt x="4042321" y="571499"/>
                  </a:lnTo>
                  <a:lnTo>
                    <a:pt x="4042321" y="584199"/>
                  </a:lnTo>
                  <a:close/>
                </a:path>
                <a:path w="13754100" h="584200">
                  <a:moveTo>
                    <a:pt x="4067721" y="584199"/>
                  </a:moveTo>
                  <a:lnTo>
                    <a:pt x="4048671" y="584199"/>
                  </a:lnTo>
                  <a:lnTo>
                    <a:pt x="4048671" y="571499"/>
                  </a:lnTo>
                  <a:lnTo>
                    <a:pt x="4067721" y="571499"/>
                  </a:lnTo>
                  <a:lnTo>
                    <a:pt x="4067721" y="584199"/>
                  </a:lnTo>
                  <a:close/>
                </a:path>
                <a:path w="13754100" h="584200">
                  <a:moveTo>
                    <a:pt x="4093108" y="584199"/>
                  </a:moveTo>
                  <a:lnTo>
                    <a:pt x="4074058" y="584199"/>
                  </a:lnTo>
                  <a:lnTo>
                    <a:pt x="4074058" y="571499"/>
                  </a:lnTo>
                  <a:lnTo>
                    <a:pt x="4093108" y="571499"/>
                  </a:lnTo>
                  <a:lnTo>
                    <a:pt x="4093108" y="584199"/>
                  </a:lnTo>
                  <a:close/>
                </a:path>
                <a:path w="13754100" h="584200">
                  <a:moveTo>
                    <a:pt x="4118508" y="584199"/>
                  </a:moveTo>
                  <a:lnTo>
                    <a:pt x="4099458" y="584199"/>
                  </a:lnTo>
                  <a:lnTo>
                    <a:pt x="4099458" y="571499"/>
                  </a:lnTo>
                  <a:lnTo>
                    <a:pt x="4118508" y="571499"/>
                  </a:lnTo>
                  <a:lnTo>
                    <a:pt x="4118508" y="584199"/>
                  </a:lnTo>
                  <a:close/>
                </a:path>
                <a:path w="13754100" h="584200">
                  <a:moveTo>
                    <a:pt x="4143895" y="584199"/>
                  </a:moveTo>
                  <a:lnTo>
                    <a:pt x="4124845" y="584199"/>
                  </a:lnTo>
                  <a:lnTo>
                    <a:pt x="4124845" y="571499"/>
                  </a:lnTo>
                  <a:lnTo>
                    <a:pt x="4143895" y="571499"/>
                  </a:lnTo>
                  <a:lnTo>
                    <a:pt x="4143895" y="584199"/>
                  </a:lnTo>
                  <a:close/>
                </a:path>
                <a:path w="13754100" h="584200">
                  <a:moveTo>
                    <a:pt x="4169295" y="584199"/>
                  </a:moveTo>
                  <a:lnTo>
                    <a:pt x="4150245" y="584199"/>
                  </a:lnTo>
                  <a:lnTo>
                    <a:pt x="4150245" y="571499"/>
                  </a:lnTo>
                  <a:lnTo>
                    <a:pt x="4169295" y="571499"/>
                  </a:lnTo>
                  <a:lnTo>
                    <a:pt x="4169295" y="584199"/>
                  </a:lnTo>
                  <a:close/>
                </a:path>
                <a:path w="13754100" h="584200">
                  <a:moveTo>
                    <a:pt x="4194683" y="584199"/>
                  </a:moveTo>
                  <a:lnTo>
                    <a:pt x="4175633" y="584199"/>
                  </a:lnTo>
                  <a:lnTo>
                    <a:pt x="4175633" y="571499"/>
                  </a:lnTo>
                  <a:lnTo>
                    <a:pt x="4194683" y="571499"/>
                  </a:lnTo>
                  <a:lnTo>
                    <a:pt x="4194683" y="584199"/>
                  </a:lnTo>
                  <a:close/>
                </a:path>
                <a:path w="13754100" h="584200">
                  <a:moveTo>
                    <a:pt x="4220083" y="584199"/>
                  </a:moveTo>
                  <a:lnTo>
                    <a:pt x="4201033" y="584199"/>
                  </a:lnTo>
                  <a:lnTo>
                    <a:pt x="4201033" y="571499"/>
                  </a:lnTo>
                  <a:lnTo>
                    <a:pt x="4220083" y="571499"/>
                  </a:lnTo>
                  <a:lnTo>
                    <a:pt x="4220083" y="584199"/>
                  </a:lnTo>
                  <a:close/>
                </a:path>
                <a:path w="13754100" h="584200">
                  <a:moveTo>
                    <a:pt x="4245470" y="584199"/>
                  </a:moveTo>
                  <a:lnTo>
                    <a:pt x="4226420" y="584199"/>
                  </a:lnTo>
                  <a:lnTo>
                    <a:pt x="4226420" y="571499"/>
                  </a:lnTo>
                  <a:lnTo>
                    <a:pt x="4245470" y="571499"/>
                  </a:lnTo>
                  <a:lnTo>
                    <a:pt x="4245470" y="584199"/>
                  </a:lnTo>
                  <a:close/>
                </a:path>
                <a:path w="13754100" h="584200">
                  <a:moveTo>
                    <a:pt x="4270870" y="584199"/>
                  </a:moveTo>
                  <a:lnTo>
                    <a:pt x="4251820" y="584199"/>
                  </a:lnTo>
                  <a:lnTo>
                    <a:pt x="4251820" y="571499"/>
                  </a:lnTo>
                  <a:lnTo>
                    <a:pt x="4270870" y="571499"/>
                  </a:lnTo>
                  <a:lnTo>
                    <a:pt x="4270870" y="584199"/>
                  </a:lnTo>
                  <a:close/>
                </a:path>
                <a:path w="13754100" h="584200">
                  <a:moveTo>
                    <a:pt x="4296257" y="584199"/>
                  </a:moveTo>
                  <a:lnTo>
                    <a:pt x="4277220" y="584199"/>
                  </a:lnTo>
                  <a:lnTo>
                    <a:pt x="4277220" y="571499"/>
                  </a:lnTo>
                  <a:lnTo>
                    <a:pt x="4296257" y="571499"/>
                  </a:lnTo>
                  <a:lnTo>
                    <a:pt x="4296257" y="584199"/>
                  </a:lnTo>
                  <a:close/>
                </a:path>
                <a:path w="13754100" h="584200">
                  <a:moveTo>
                    <a:pt x="4321657" y="584199"/>
                  </a:moveTo>
                  <a:lnTo>
                    <a:pt x="4302607" y="584199"/>
                  </a:lnTo>
                  <a:lnTo>
                    <a:pt x="4302607" y="571499"/>
                  </a:lnTo>
                  <a:lnTo>
                    <a:pt x="4321657" y="571499"/>
                  </a:lnTo>
                  <a:lnTo>
                    <a:pt x="4321657" y="584199"/>
                  </a:lnTo>
                  <a:close/>
                </a:path>
                <a:path w="13754100" h="584200">
                  <a:moveTo>
                    <a:pt x="4347044" y="584199"/>
                  </a:moveTo>
                  <a:lnTo>
                    <a:pt x="4328007" y="584199"/>
                  </a:lnTo>
                  <a:lnTo>
                    <a:pt x="4328007" y="571499"/>
                  </a:lnTo>
                  <a:lnTo>
                    <a:pt x="4347044" y="571499"/>
                  </a:lnTo>
                  <a:lnTo>
                    <a:pt x="4347044" y="584199"/>
                  </a:lnTo>
                  <a:close/>
                </a:path>
                <a:path w="13754100" h="584200">
                  <a:moveTo>
                    <a:pt x="4372444" y="584199"/>
                  </a:moveTo>
                  <a:lnTo>
                    <a:pt x="4353394" y="584199"/>
                  </a:lnTo>
                  <a:lnTo>
                    <a:pt x="4353394" y="571499"/>
                  </a:lnTo>
                  <a:lnTo>
                    <a:pt x="4372444" y="571499"/>
                  </a:lnTo>
                  <a:lnTo>
                    <a:pt x="4372444" y="584199"/>
                  </a:lnTo>
                  <a:close/>
                </a:path>
                <a:path w="13754100" h="584200">
                  <a:moveTo>
                    <a:pt x="4397832" y="584199"/>
                  </a:moveTo>
                  <a:lnTo>
                    <a:pt x="4378794" y="584199"/>
                  </a:lnTo>
                  <a:lnTo>
                    <a:pt x="4378794" y="571499"/>
                  </a:lnTo>
                  <a:lnTo>
                    <a:pt x="4397832" y="571499"/>
                  </a:lnTo>
                  <a:lnTo>
                    <a:pt x="4397832" y="584199"/>
                  </a:lnTo>
                  <a:close/>
                </a:path>
                <a:path w="13754100" h="584200">
                  <a:moveTo>
                    <a:pt x="4423232" y="584199"/>
                  </a:moveTo>
                  <a:lnTo>
                    <a:pt x="4404182" y="584199"/>
                  </a:lnTo>
                  <a:lnTo>
                    <a:pt x="4404182" y="571499"/>
                  </a:lnTo>
                  <a:lnTo>
                    <a:pt x="4423232" y="571499"/>
                  </a:lnTo>
                  <a:lnTo>
                    <a:pt x="4423232" y="584199"/>
                  </a:lnTo>
                  <a:close/>
                </a:path>
                <a:path w="13754100" h="584200">
                  <a:moveTo>
                    <a:pt x="4448619" y="584199"/>
                  </a:moveTo>
                  <a:lnTo>
                    <a:pt x="4429582" y="584199"/>
                  </a:lnTo>
                  <a:lnTo>
                    <a:pt x="4429582" y="571499"/>
                  </a:lnTo>
                  <a:lnTo>
                    <a:pt x="4448619" y="571499"/>
                  </a:lnTo>
                  <a:lnTo>
                    <a:pt x="4448619" y="584199"/>
                  </a:lnTo>
                  <a:close/>
                </a:path>
                <a:path w="13754100" h="584200">
                  <a:moveTo>
                    <a:pt x="4474019" y="584199"/>
                  </a:moveTo>
                  <a:lnTo>
                    <a:pt x="4454969" y="584199"/>
                  </a:lnTo>
                  <a:lnTo>
                    <a:pt x="4454969" y="571499"/>
                  </a:lnTo>
                  <a:lnTo>
                    <a:pt x="4474019" y="571499"/>
                  </a:lnTo>
                  <a:lnTo>
                    <a:pt x="4474019" y="584199"/>
                  </a:lnTo>
                  <a:close/>
                </a:path>
                <a:path w="13754100" h="584200">
                  <a:moveTo>
                    <a:pt x="4499406" y="584199"/>
                  </a:moveTo>
                  <a:lnTo>
                    <a:pt x="4480369" y="584199"/>
                  </a:lnTo>
                  <a:lnTo>
                    <a:pt x="4480369" y="571499"/>
                  </a:lnTo>
                  <a:lnTo>
                    <a:pt x="4499406" y="571499"/>
                  </a:lnTo>
                  <a:lnTo>
                    <a:pt x="4499406" y="584199"/>
                  </a:lnTo>
                  <a:close/>
                </a:path>
                <a:path w="13754100" h="584200">
                  <a:moveTo>
                    <a:pt x="4524806" y="584199"/>
                  </a:moveTo>
                  <a:lnTo>
                    <a:pt x="4505756" y="584199"/>
                  </a:lnTo>
                  <a:lnTo>
                    <a:pt x="4505756" y="571499"/>
                  </a:lnTo>
                  <a:lnTo>
                    <a:pt x="4524806" y="571499"/>
                  </a:lnTo>
                  <a:lnTo>
                    <a:pt x="4524806" y="584199"/>
                  </a:lnTo>
                  <a:close/>
                </a:path>
                <a:path w="13754100" h="584200">
                  <a:moveTo>
                    <a:pt x="4550194" y="584199"/>
                  </a:moveTo>
                  <a:lnTo>
                    <a:pt x="4531156" y="584199"/>
                  </a:lnTo>
                  <a:lnTo>
                    <a:pt x="4531156" y="571499"/>
                  </a:lnTo>
                  <a:lnTo>
                    <a:pt x="4550194" y="571499"/>
                  </a:lnTo>
                  <a:lnTo>
                    <a:pt x="4550194" y="584199"/>
                  </a:lnTo>
                  <a:close/>
                </a:path>
                <a:path w="13754100" h="584200">
                  <a:moveTo>
                    <a:pt x="4575594" y="584199"/>
                  </a:moveTo>
                  <a:lnTo>
                    <a:pt x="4556544" y="584199"/>
                  </a:lnTo>
                  <a:lnTo>
                    <a:pt x="4556544" y="571499"/>
                  </a:lnTo>
                  <a:lnTo>
                    <a:pt x="4575594" y="571499"/>
                  </a:lnTo>
                  <a:lnTo>
                    <a:pt x="4575594" y="584199"/>
                  </a:lnTo>
                  <a:close/>
                </a:path>
                <a:path w="13754100" h="584200">
                  <a:moveTo>
                    <a:pt x="4600981" y="584199"/>
                  </a:moveTo>
                  <a:lnTo>
                    <a:pt x="4581944" y="584199"/>
                  </a:lnTo>
                  <a:lnTo>
                    <a:pt x="4581944" y="571499"/>
                  </a:lnTo>
                  <a:lnTo>
                    <a:pt x="4600981" y="571499"/>
                  </a:lnTo>
                  <a:lnTo>
                    <a:pt x="4600981" y="584199"/>
                  </a:lnTo>
                  <a:close/>
                </a:path>
                <a:path w="13754100" h="584200">
                  <a:moveTo>
                    <a:pt x="4626381" y="584199"/>
                  </a:moveTo>
                  <a:lnTo>
                    <a:pt x="4607331" y="584199"/>
                  </a:lnTo>
                  <a:lnTo>
                    <a:pt x="4607331" y="571499"/>
                  </a:lnTo>
                  <a:lnTo>
                    <a:pt x="4626381" y="571499"/>
                  </a:lnTo>
                  <a:lnTo>
                    <a:pt x="4626381" y="584199"/>
                  </a:lnTo>
                  <a:close/>
                </a:path>
                <a:path w="13754100" h="584200">
                  <a:moveTo>
                    <a:pt x="4651768" y="584199"/>
                  </a:moveTo>
                  <a:lnTo>
                    <a:pt x="4632731" y="584199"/>
                  </a:lnTo>
                  <a:lnTo>
                    <a:pt x="4632731" y="571499"/>
                  </a:lnTo>
                  <a:lnTo>
                    <a:pt x="4651768" y="571499"/>
                  </a:lnTo>
                  <a:lnTo>
                    <a:pt x="4651768" y="584199"/>
                  </a:lnTo>
                  <a:close/>
                </a:path>
                <a:path w="13754100" h="584200">
                  <a:moveTo>
                    <a:pt x="4677168" y="584199"/>
                  </a:moveTo>
                  <a:lnTo>
                    <a:pt x="4658118" y="584199"/>
                  </a:lnTo>
                  <a:lnTo>
                    <a:pt x="4658118" y="571499"/>
                  </a:lnTo>
                  <a:lnTo>
                    <a:pt x="4677168" y="571499"/>
                  </a:lnTo>
                  <a:lnTo>
                    <a:pt x="4677168" y="584199"/>
                  </a:lnTo>
                  <a:close/>
                </a:path>
                <a:path w="13754100" h="584200">
                  <a:moveTo>
                    <a:pt x="4702556" y="584199"/>
                  </a:moveTo>
                  <a:lnTo>
                    <a:pt x="4683518" y="584199"/>
                  </a:lnTo>
                  <a:lnTo>
                    <a:pt x="4683518" y="571499"/>
                  </a:lnTo>
                  <a:lnTo>
                    <a:pt x="4702556" y="571499"/>
                  </a:lnTo>
                  <a:lnTo>
                    <a:pt x="4702556" y="584199"/>
                  </a:lnTo>
                  <a:close/>
                </a:path>
                <a:path w="13754100" h="584200">
                  <a:moveTo>
                    <a:pt x="4727956" y="584199"/>
                  </a:moveTo>
                  <a:lnTo>
                    <a:pt x="4708906" y="584199"/>
                  </a:lnTo>
                  <a:lnTo>
                    <a:pt x="4708906" y="571499"/>
                  </a:lnTo>
                  <a:lnTo>
                    <a:pt x="4727956" y="571499"/>
                  </a:lnTo>
                  <a:lnTo>
                    <a:pt x="4727956" y="584199"/>
                  </a:lnTo>
                  <a:close/>
                </a:path>
                <a:path w="13754100" h="584200">
                  <a:moveTo>
                    <a:pt x="4753343" y="584199"/>
                  </a:moveTo>
                  <a:lnTo>
                    <a:pt x="4734306" y="584199"/>
                  </a:lnTo>
                  <a:lnTo>
                    <a:pt x="4734306" y="571499"/>
                  </a:lnTo>
                  <a:lnTo>
                    <a:pt x="4753343" y="571499"/>
                  </a:lnTo>
                  <a:lnTo>
                    <a:pt x="4753343" y="584199"/>
                  </a:lnTo>
                  <a:close/>
                </a:path>
                <a:path w="13754100" h="584200">
                  <a:moveTo>
                    <a:pt x="4778743" y="584199"/>
                  </a:moveTo>
                  <a:lnTo>
                    <a:pt x="4759693" y="584199"/>
                  </a:lnTo>
                  <a:lnTo>
                    <a:pt x="4759693" y="571499"/>
                  </a:lnTo>
                  <a:lnTo>
                    <a:pt x="4778743" y="571499"/>
                  </a:lnTo>
                  <a:lnTo>
                    <a:pt x="4778743" y="584199"/>
                  </a:lnTo>
                  <a:close/>
                </a:path>
                <a:path w="13754100" h="584200">
                  <a:moveTo>
                    <a:pt x="4804130" y="584199"/>
                  </a:moveTo>
                  <a:lnTo>
                    <a:pt x="4785093" y="584199"/>
                  </a:lnTo>
                  <a:lnTo>
                    <a:pt x="4785093" y="571499"/>
                  </a:lnTo>
                  <a:lnTo>
                    <a:pt x="4804130" y="571499"/>
                  </a:lnTo>
                  <a:lnTo>
                    <a:pt x="4804130" y="584199"/>
                  </a:lnTo>
                  <a:close/>
                </a:path>
                <a:path w="13754100" h="584200">
                  <a:moveTo>
                    <a:pt x="4829530" y="584199"/>
                  </a:moveTo>
                  <a:lnTo>
                    <a:pt x="4810480" y="584199"/>
                  </a:lnTo>
                  <a:lnTo>
                    <a:pt x="4810480" y="571499"/>
                  </a:lnTo>
                  <a:lnTo>
                    <a:pt x="4829530" y="571499"/>
                  </a:lnTo>
                  <a:lnTo>
                    <a:pt x="4829530" y="584199"/>
                  </a:lnTo>
                  <a:close/>
                </a:path>
                <a:path w="13754100" h="584200">
                  <a:moveTo>
                    <a:pt x="4854917" y="584199"/>
                  </a:moveTo>
                  <a:lnTo>
                    <a:pt x="4835880" y="584199"/>
                  </a:lnTo>
                  <a:lnTo>
                    <a:pt x="4835880" y="571499"/>
                  </a:lnTo>
                  <a:lnTo>
                    <a:pt x="4854917" y="571499"/>
                  </a:lnTo>
                  <a:lnTo>
                    <a:pt x="4854917" y="584199"/>
                  </a:lnTo>
                  <a:close/>
                </a:path>
                <a:path w="13754100" h="584200">
                  <a:moveTo>
                    <a:pt x="4880317" y="584199"/>
                  </a:moveTo>
                  <a:lnTo>
                    <a:pt x="4861267" y="584199"/>
                  </a:lnTo>
                  <a:lnTo>
                    <a:pt x="4861267" y="571499"/>
                  </a:lnTo>
                  <a:lnTo>
                    <a:pt x="4880317" y="571499"/>
                  </a:lnTo>
                  <a:lnTo>
                    <a:pt x="4880317" y="584199"/>
                  </a:lnTo>
                  <a:close/>
                </a:path>
                <a:path w="13754100" h="584200">
                  <a:moveTo>
                    <a:pt x="4905705" y="584199"/>
                  </a:moveTo>
                  <a:lnTo>
                    <a:pt x="4886667" y="584199"/>
                  </a:lnTo>
                  <a:lnTo>
                    <a:pt x="4886667" y="571499"/>
                  </a:lnTo>
                  <a:lnTo>
                    <a:pt x="4905705" y="571499"/>
                  </a:lnTo>
                  <a:lnTo>
                    <a:pt x="4905705" y="584199"/>
                  </a:lnTo>
                  <a:close/>
                </a:path>
                <a:path w="13754100" h="584200">
                  <a:moveTo>
                    <a:pt x="4931105" y="584199"/>
                  </a:moveTo>
                  <a:lnTo>
                    <a:pt x="4912055" y="584199"/>
                  </a:lnTo>
                  <a:lnTo>
                    <a:pt x="4912055" y="571499"/>
                  </a:lnTo>
                  <a:lnTo>
                    <a:pt x="4931105" y="571499"/>
                  </a:lnTo>
                  <a:lnTo>
                    <a:pt x="4931105" y="584199"/>
                  </a:lnTo>
                  <a:close/>
                </a:path>
                <a:path w="13754100" h="584200">
                  <a:moveTo>
                    <a:pt x="4956492" y="584199"/>
                  </a:moveTo>
                  <a:lnTo>
                    <a:pt x="4937455" y="584199"/>
                  </a:lnTo>
                  <a:lnTo>
                    <a:pt x="4937455" y="571499"/>
                  </a:lnTo>
                  <a:lnTo>
                    <a:pt x="4956492" y="571499"/>
                  </a:lnTo>
                  <a:lnTo>
                    <a:pt x="4956492" y="584199"/>
                  </a:lnTo>
                  <a:close/>
                </a:path>
                <a:path w="13754100" h="584200">
                  <a:moveTo>
                    <a:pt x="4981892" y="584199"/>
                  </a:moveTo>
                  <a:lnTo>
                    <a:pt x="4962842" y="584199"/>
                  </a:lnTo>
                  <a:lnTo>
                    <a:pt x="4962842" y="571499"/>
                  </a:lnTo>
                  <a:lnTo>
                    <a:pt x="4981892" y="571499"/>
                  </a:lnTo>
                  <a:lnTo>
                    <a:pt x="4981892" y="584199"/>
                  </a:lnTo>
                  <a:close/>
                </a:path>
                <a:path w="13754100" h="584200">
                  <a:moveTo>
                    <a:pt x="5007279" y="584199"/>
                  </a:moveTo>
                  <a:lnTo>
                    <a:pt x="4988242" y="584199"/>
                  </a:lnTo>
                  <a:lnTo>
                    <a:pt x="4988242" y="571499"/>
                  </a:lnTo>
                  <a:lnTo>
                    <a:pt x="5007279" y="571499"/>
                  </a:lnTo>
                  <a:lnTo>
                    <a:pt x="5007279" y="584199"/>
                  </a:lnTo>
                  <a:close/>
                </a:path>
                <a:path w="13754100" h="584200">
                  <a:moveTo>
                    <a:pt x="5032679" y="584199"/>
                  </a:moveTo>
                  <a:lnTo>
                    <a:pt x="5013629" y="584199"/>
                  </a:lnTo>
                  <a:lnTo>
                    <a:pt x="5013629" y="571499"/>
                  </a:lnTo>
                  <a:lnTo>
                    <a:pt x="5032679" y="571499"/>
                  </a:lnTo>
                  <a:lnTo>
                    <a:pt x="5032679" y="584199"/>
                  </a:lnTo>
                  <a:close/>
                </a:path>
                <a:path w="13754100" h="584200">
                  <a:moveTo>
                    <a:pt x="5058067" y="584199"/>
                  </a:moveTo>
                  <a:lnTo>
                    <a:pt x="5039029" y="584199"/>
                  </a:lnTo>
                  <a:lnTo>
                    <a:pt x="5039029" y="571499"/>
                  </a:lnTo>
                  <a:lnTo>
                    <a:pt x="5058067" y="571499"/>
                  </a:lnTo>
                  <a:lnTo>
                    <a:pt x="5058067" y="584199"/>
                  </a:lnTo>
                  <a:close/>
                </a:path>
                <a:path w="13754100" h="584200">
                  <a:moveTo>
                    <a:pt x="5083467" y="584199"/>
                  </a:moveTo>
                  <a:lnTo>
                    <a:pt x="5064417" y="584199"/>
                  </a:lnTo>
                  <a:lnTo>
                    <a:pt x="5064417" y="571499"/>
                  </a:lnTo>
                  <a:lnTo>
                    <a:pt x="5083467" y="571499"/>
                  </a:lnTo>
                  <a:lnTo>
                    <a:pt x="5083467" y="584199"/>
                  </a:lnTo>
                  <a:close/>
                </a:path>
                <a:path w="13754100" h="584200">
                  <a:moveTo>
                    <a:pt x="5108867" y="584199"/>
                  </a:moveTo>
                  <a:lnTo>
                    <a:pt x="5089817" y="584199"/>
                  </a:lnTo>
                  <a:lnTo>
                    <a:pt x="5089817" y="571499"/>
                  </a:lnTo>
                  <a:lnTo>
                    <a:pt x="5108867" y="571499"/>
                  </a:lnTo>
                  <a:lnTo>
                    <a:pt x="5108867" y="584199"/>
                  </a:lnTo>
                  <a:close/>
                </a:path>
                <a:path w="13754100" h="584200">
                  <a:moveTo>
                    <a:pt x="5134254" y="584199"/>
                  </a:moveTo>
                  <a:lnTo>
                    <a:pt x="5115204" y="584199"/>
                  </a:lnTo>
                  <a:lnTo>
                    <a:pt x="5115204" y="571499"/>
                  </a:lnTo>
                  <a:lnTo>
                    <a:pt x="5134254" y="571499"/>
                  </a:lnTo>
                  <a:lnTo>
                    <a:pt x="5134254" y="584199"/>
                  </a:lnTo>
                  <a:close/>
                </a:path>
                <a:path w="13754100" h="584200">
                  <a:moveTo>
                    <a:pt x="5159654" y="584199"/>
                  </a:moveTo>
                  <a:lnTo>
                    <a:pt x="5140604" y="584199"/>
                  </a:lnTo>
                  <a:lnTo>
                    <a:pt x="5140604" y="571499"/>
                  </a:lnTo>
                  <a:lnTo>
                    <a:pt x="5159654" y="571499"/>
                  </a:lnTo>
                  <a:lnTo>
                    <a:pt x="5159654" y="584199"/>
                  </a:lnTo>
                  <a:close/>
                </a:path>
                <a:path w="13754100" h="584200">
                  <a:moveTo>
                    <a:pt x="5185041" y="584199"/>
                  </a:moveTo>
                  <a:lnTo>
                    <a:pt x="5165991" y="584199"/>
                  </a:lnTo>
                  <a:lnTo>
                    <a:pt x="5165991" y="571499"/>
                  </a:lnTo>
                  <a:lnTo>
                    <a:pt x="5185041" y="571499"/>
                  </a:lnTo>
                  <a:lnTo>
                    <a:pt x="5185041" y="584199"/>
                  </a:lnTo>
                  <a:close/>
                </a:path>
                <a:path w="13754100" h="584200">
                  <a:moveTo>
                    <a:pt x="5210441" y="584199"/>
                  </a:moveTo>
                  <a:lnTo>
                    <a:pt x="5191391" y="584199"/>
                  </a:lnTo>
                  <a:lnTo>
                    <a:pt x="5191391" y="571499"/>
                  </a:lnTo>
                  <a:lnTo>
                    <a:pt x="5210441" y="571499"/>
                  </a:lnTo>
                  <a:lnTo>
                    <a:pt x="5210441" y="584199"/>
                  </a:lnTo>
                  <a:close/>
                </a:path>
                <a:path w="13754100" h="584200">
                  <a:moveTo>
                    <a:pt x="5235829" y="584199"/>
                  </a:moveTo>
                  <a:lnTo>
                    <a:pt x="5216779" y="584199"/>
                  </a:lnTo>
                  <a:lnTo>
                    <a:pt x="5216779" y="571499"/>
                  </a:lnTo>
                  <a:lnTo>
                    <a:pt x="5235829" y="571499"/>
                  </a:lnTo>
                  <a:lnTo>
                    <a:pt x="5235829" y="584199"/>
                  </a:lnTo>
                  <a:close/>
                </a:path>
                <a:path w="13754100" h="584200">
                  <a:moveTo>
                    <a:pt x="5261229" y="584199"/>
                  </a:moveTo>
                  <a:lnTo>
                    <a:pt x="5242179" y="584199"/>
                  </a:lnTo>
                  <a:lnTo>
                    <a:pt x="5242179" y="571499"/>
                  </a:lnTo>
                  <a:lnTo>
                    <a:pt x="5261229" y="571499"/>
                  </a:lnTo>
                  <a:lnTo>
                    <a:pt x="5261229" y="584199"/>
                  </a:lnTo>
                  <a:close/>
                </a:path>
                <a:path w="13754100" h="584200">
                  <a:moveTo>
                    <a:pt x="5286616" y="584199"/>
                  </a:moveTo>
                  <a:lnTo>
                    <a:pt x="5267566" y="584199"/>
                  </a:lnTo>
                  <a:lnTo>
                    <a:pt x="5267566" y="571499"/>
                  </a:lnTo>
                  <a:lnTo>
                    <a:pt x="5286616" y="571499"/>
                  </a:lnTo>
                  <a:lnTo>
                    <a:pt x="5286616" y="584199"/>
                  </a:lnTo>
                  <a:close/>
                </a:path>
                <a:path w="13754100" h="584200">
                  <a:moveTo>
                    <a:pt x="5312016" y="584199"/>
                  </a:moveTo>
                  <a:lnTo>
                    <a:pt x="5292966" y="584199"/>
                  </a:lnTo>
                  <a:lnTo>
                    <a:pt x="5292966" y="571499"/>
                  </a:lnTo>
                  <a:lnTo>
                    <a:pt x="5312016" y="571499"/>
                  </a:lnTo>
                  <a:lnTo>
                    <a:pt x="5312016" y="584199"/>
                  </a:lnTo>
                  <a:close/>
                </a:path>
                <a:path w="13754100" h="584200">
                  <a:moveTo>
                    <a:pt x="5337403" y="584199"/>
                  </a:moveTo>
                  <a:lnTo>
                    <a:pt x="5318353" y="584199"/>
                  </a:lnTo>
                  <a:lnTo>
                    <a:pt x="5318353" y="571499"/>
                  </a:lnTo>
                  <a:lnTo>
                    <a:pt x="5337403" y="571499"/>
                  </a:lnTo>
                  <a:lnTo>
                    <a:pt x="5337403" y="584199"/>
                  </a:lnTo>
                  <a:close/>
                </a:path>
                <a:path w="13754100" h="584200">
                  <a:moveTo>
                    <a:pt x="5362803" y="584199"/>
                  </a:moveTo>
                  <a:lnTo>
                    <a:pt x="5343753" y="584199"/>
                  </a:lnTo>
                  <a:lnTo>
                    <a:pt x="5343753" y="571499"/>
                  </a:lnTo>
                  <a:lnTo>
                    <a:pt x="5362803" y="571499"/>
                  </a:lnTo>
                  <a:lnTo>
                    <a:pt x="5362803" y="584199"/>
                  </a:lnTo>
                  <a:close/>
                </a:path>
                <a:path w="13754100" h="584200">
                  <a:moveTo>
                    <a:pt x="5388190" y="584199"/>
                  </a:moveTo>
                  <a:lnTo>
                    <a:pt x="5369153" y="584199"/>
                  </a:lnTo>
                  <a:lnTo>
                    <a:pt x="5369153" y="571499"/>
                  </a:lnTo>
                  <a:lnTo>
                    <a:pt x="5388190" y="571499"/>
                  </a:lnTo>
                  <a:lnTo>
                    <a:pt x="5388190" y="584199"/>
                  </a:lnTo>
                  <a:close/>
                </a:path>
                <a:path w="13754100" h="584200">
                  <a:moveTo>
                    <a:pt x="5413590" y="584199"/>
                  </a:moveTo>
                  <a:lnTo>
                    <a:pt x="5394540" y="584199"/>
                  </a:lnTo>
                  <a:lnTo>
                    <a:pt x="5394540" y="571499"/>
                  </a:lnTo>
                  <a:lnTo>
                    <a:pt x="5413590" y="571499"/>
                  </a:lnTo>
                  <a:lnTo>
                    <a:pt x="5413590" y="584199"/>
                  </a:lnTo>
                  <a:close/>
                </a:path>
                <a:path w="13754100" h="584200">
                  <a:moveTo>
                    <a:pt x="5438978" y="584199"/>
                  </a:moveTo>
                  <a:lnTo>
                    <a:pt x="5419940" y="584199"/>
                  </a:lnTo>
                  <a:lnTo>
                    <a:pt x="5419940" y="571499"/>
                  </a:lnTo>
                  <a:lnTo>
                    <a:pt x="5438978" y="571499"/>
                  </a:lnTo>
                  <a:lnTo>
                    <a:pt x="5438978" y="584199"/>
                  </a:lnTo>
                  <a:close/>
                </a:path>
                <a:path w="13754100" h="584200">
                  <a:moveTo>
                    <a:pt x="5464378" y="584199"/>
                  </a:moveTo>
                  <a:lnTo>
                    <a:pt x="5445328" y="584199"/>
                  </a:lnTo>
                  <a:lnTo>
                    <a:pt x="5445328" y="571499"/>
                  </a:lnTo>
                  <a:lnTo>
                    <a:pt x="5464378" y="571499"/>
                  </a:lnTo>
                  <a:lnTo>
                    <a:pt x="5464378" y="584199"/>
                  </a:lnTo>
                  <a:close/>
                </a:path>
                <a:path w="13754100" h="584200">
                  <a:moveTo>
                    <a:pt x="5489765" y="584199"/>
                  </a:moveTo>
                  <a:lnTo>
                    <a:pt x="5470728" y="584199"/>
                  </a:lnTo>
                  <a:lnTo>
                    <a:pt x="5470728" y="571499"/>
                  </a:lnTo>
                  <a:lnTo>
                    <a:pt x="5489765" y="571499"/>
                  </a:lnTo>
                  <a:lnTo>
                    <a:pt x="5489765" y="584199"/>
                  </a:lnTo>
                  <a:close/>
                </a:path>
                <a:path w="13754100" h="584200">
                  <a:moveTo>
                    <a:pt x="5515165" y="584199"/>
                  </a:moveTo>
                  <a:lnTo>
                    <a:pt x="5496115" y="584199"/>
                  </a:lnTo>
                  <a:lnTo>
                    <a:pt x="5496115" y="571499"/>
                  </a:lnTo>
                  <a:lnTo>
                    <a:pt x="5515165" y="571499"/>
                  </a:lnTo>
                  <a:lnTo>
                    <a:pt x="5515165" y="584199"/>
                  </a:lnTo>
                  <a:close/>
                </a:path>
                <a:path w="13754100" h="584200">
                  <a:moveTo>
                    <a:pt x="5540552" y="584199"/>
                  </a:moveTo>
                  <a:lnTo>
                    <a:pt x="5521515" y="584199"/>
                  </a:lnTo>
                  <a:lnTo>
                    <a:pt x="5521515" y="571499"/>
                  </a:lnTo>
                  <a:lnTo>
                    <a:pt x="5540552" y="571499"/>
                  </a:lnTo>
                  <a:lnTo>
                    <a:pt x="5540552" y="584199"/>
                  </a:lnTo>
                  <a:close/>
                </a:path>
                <a:path w="13754100" h="584200">
                  <a:moveTo>
                    <a:pt x="5565952" y="584199"/>
                  </a:moveTo>
                  <a:lnTo>
                    <a:pt x="5546902" y="584199"/>
                  </a:lnTo>
                  <a:lnTo>
                    <a:pt x="5546902" y="571499"/>
                  </a:lnTo>
                  <a:lnTo>
                    <a:pt x="5565952" y="571499"/>
                  </a:lnTo>
                  <a:lnTo>
                    <a:pt x="5565952" y="584199"/>
                  </a:lnTo>
                  <a:close/>
                </a:path>
                <a:path w="13754100" h="584200">
                  <a:moveTo>
                    <a:pt x="5591340" y="584199"/>
                  </a:moveTo>
                  <a:lnTo>
                    <a:pt x="5572302" y="584199"/>
                  </a:lnTo>
                  <a:lnTo>
                    <a:pt x="5572302" y="571499"/>
                  </a:lnTo>
                  <a:lnTo>
                    <a:pt x="5591340" y="571499"/>
                  </a:lnTo>
                  <a:lnTo>
                    <a:pt x="5591340" y="584199"/>
                  </a:lnTo>
                  <a:close/>
                </a:path>
                <a:path w="13754100" h="584200">
                  <a:moveTo>
                    <a:pt x="5616740" y="584199"/>
                  </a:moveTo>
                  <a:lnTo>
                    <a:pt x="5597690" y="584199"/>
                  </a:lnTo>
                  <a:lnTo>
                    <a:pt x="5597690" y="571499"/>
                  </a:lnTo>
                  <a:lnTo>
                    <a:pt x="5616740" y="571499"/>
                  </a:lnTo>
                  <a:lnTo>
                    <a:pt x="5616740" y="584199"/>
                  </a:lnTo>
                  <a:close/>
                </a:path>
                <a:path w="13754100" h="584200">
                  <a:moveTo>
                    <a:pt x="5642127" y="584199"/>
                  </a:moveTo>
                  <a:lnTo>
                    <a:pt x="5623090" y="584199"/>
                  </a:lnTo>
                  <a:lnTo>
                    <a:pt x="5623090" y="571499"/>
                  </a:lnTo>
                  <a:lnTo>
                    <a:pt x="5642127" y="571499"/>
                  </a:lnTo>
                  <a:lnTo>
                    <a:pt x="5642127" y="584199"/>
                  </a:lnTo>
                  <a:close/>
                </a:path>
                <a:path w="13754100" h="584200">
                  <a:moveTo>
                    <a:pt x="5667527" y="584199"/>
                  </a:moveTo>
                  <a:lnTo>
                    <a:pt x="5648477" y="584199"/>
                  </a:lnTo>
                  <a:lnTo>
                    <a:pt x="5648477" y="571499"/>
                  </a:lnTo>
                  <a:lnTo>
                    <a:pt x="5667527" y="571499"/>
                  </a:lnTo>
                  <a:lnTo>
                    <a:pt x="5667527" y="584199"/>
                  </a:lnTo>
                  <a:close/>
                </a:path>
                <a:path w="13754100" h="584200">
                  <a:moveTo>
                    <a:pt x="5692914" y="584199"/>
                  </a:moveTo>
                  <a:lnTo>
                    <a:pt x="5673877" y="584199"/>
                  </a:lnTo>
                  <a:lnTo>
                    <a:pt x="5673877" y="571499"/>
                  </a:lnTo>
                  <a:lnTo>
                    <a:pt x="5692914" y="571499"/>
                  </a:lnTo>
                  <a:lnTo>
                    <a:pt x="5692914" y="584199"/>
                  </a:lnTo>
                  <a:close/>
                </a:path>
                <a:path w="13754100" h="584200">
                  <a:moveTo>
                    <a:pt x="5718314" y="584199"/>
                  </a:moveTo>
                  <a:lnTo>
                    <a:pt x="5699264" y="584199"/>
                  </a:lnTo>
                  <a:lnTo>
                    <a:pt x="5699264" y="571499"/>
                  </a:lnTo>
                  <a:lnTo>
                    <a:pt x="5718314" y="571499"/>
                  </a:lnTo>
                  <a:lnTo>
                    <a:pt x="5718314" y="584199"/>
                  </a:lnTo>
                  <a:close/>
                </a:path>
                <a:path w="13754100" h="584200">
                  <a:moveTo>
                    <a:pt x="5743702" y="584199"/>
                  </a:moveTo>
                  <a:lnTo>
                    <a:pt x="5724664" y="584199"/>
                  </a:lnTo>
                  <a:lnTo>
                    <a:pt x="5724664" y="571499"/>
                  </a:lnTo>
                  <a:lnTo>
                    <a:pt x="5743702" y="571499"/>
                  </a:lnTo>
                  <a:lnTo>
                    <a:pt x="5743702" y="584199"/>
                  </a:lnTo>
                  <a:close/>
                </a:path>
                <a:path w="13754100" h="584200">
                  <a:moveTo>
                    <a:pt x="5769102" y="584199"/>
                  </a:moveTo>
                  <a:lnTo>
                    <a:pt x="5750052" y="584199"/>
                  </a:lnTo>
                  <a:lnTo>
                    <a:pt x="5750052" y="571499"/>
                  </a:lnTo>
                  <a:lnTo>
                    <a:pt x="5769102" y="571499"/>
                  </a:lnTo>
                  <a:lnTo>
                    <a:pt x="5769102" y="584199"/>
                  </a:lnTo>
                  <a:close/>
                </a:path>
                <a:path w="13754100" h="584200">
                  <a:moveTo>
                    <a:pt x="5794489" y="584199"/>
                  </a:moveTo>
                  <a:lnTo>
                    <a:pt x="5775452" y="584199"/>
                  </a:lnTo>
                  <a:lnTo>
                    <a:pt x="5775452" y="571499"/>
                  </a:lnTo>
                  <a:lnTo>
                    <a:pt x="5794489" y="571499"/>
                  </a:lnTo>
                  <a:lnTo>
                    <a:pt x="5794489" y="584199"/>
                  </a:lnTo>
                  <a:close/>
                </a:path>
                <a:path w="13754100" h="584200">
                  <a:moveTo>
                    <a:pt x="5819889" y="584199"/>
                  </a:moveTo>
                  <a:lnTo>
                    <a:pt x="5800839" y="584199"/>
                  </a:lnTo>
                  <a:lnTo>
                    <a:pt x="5800839" y="571499"/>
                  </a:lnTo>
                  <a:lnTo>
                    <a:pt x="5819889" y="571499"/>
                  </a:lnTo>
                  <a:lnTo>
                    <a:pt x="5819889" y="584199"/>
                  </a:lnTo>
                  <a:close/>
                </a:path>
                <a:path w="13754100" h="584200">
                  <a:moveTo>
                    <a:pt x="5845276" y="584199"/>
                  </a:moveTo>
                  <a:lnTo>
                    <a:pt x="5826239" y="584199"/>
                  </a:lnTo>
                  <a:lnTo>
                    <a:pt x="5826239" y="571499"/>
                  </a:lnTo>
                  <a:lnTo>
                    <a:pt x="5845276" y="571499"/>
                  </a:lnTo>
                  <a:lnTo>
                    <a:pt x="5845276" y="584199"/>
                  </a:lnTo>
                  <a:close/>
                </a:path>
                <a:path w="13754100" h="584200">
                  <a:moveTo>
                    <a:pt x="5870676" y="584199"/>
                  </a:moveTo>
                  <a:lnTo>
                    <a:pt x="5851626" y="584199"/>
                  </a:lnTo>
                  <a:lnTo>
                    <a:pt x="5851626" y="571499"/>
                  </a:lnTo>
                  <a:lnTo>
                    <a:pt x="5870676" y="571499"/>
                  </a:lnTo>
                  <a:lnTo>
                    <a:pt x="5870676" y="584199"/>
                  </a:lnTo>
                  <a:close/>
                </a:path>
                <a:path w="13754100" h="584200">
                  <a:moveTo>
                    <a:pt x="5896063" y="584199"/>
                  </a:moveTo>
                  <a:lnTo>
                    <a:pt x="5877026" y="584199"/>
                  </a:lnTo>
                  <a:lnTo>
                    <a:pt x="5877026" y="571499"/>
                  </a:lnTo>
                  <a:lnTo>
                    <a:pt x="5896063" y="571499"/>
                  </a:lnTo>
                  <a:lnTo>
                    <a:pt x="5896063" y="584199"/>
                  </a:lnTo>
                  <a:close/>
                </a:path>
                <a:path w="13754100" h="584200">
                  <a:moveTo>
                    <a:pt x="5921463" y="584199"/>
                  </a:moveTo>
                  <a:lnTo>
                    <a:pt x="5902413" y="584199"/>
                  </a:lnTo>
                  <a:lnTo>
                    <a:pt x="5902413" y="571499"/>
                  </a:lnTo>
                  <a:lnTo>
                    <a:pt x="5921463" y="571499"/>
                  </a:lnTo>
                  <a:lnTo>
                    <a:pt x="5921463" y="584199"/>
                  </a:lnTo>
                  <a:close/>
                </a:path>
                <a:path w="13754100" h="584200">
                  <a:moveTo>
                    <a:pt x="5946851" y="584199"/>
                  </a:moveTo>
                  <a:lnTo>
                    <a:pt x="5927813" y="584199"/>
                  </a:lnTo>
                  <a:lnTo>
                    <a:pt x="5927813" y="571499"/>
                  </a:lnTo>
                  <a:lnTo>
                    <a:pt x="5946851" y="571499"/>
                  </a:lnTo>
                  <a:lnTo>
                    <a:pt x="5946851" y="584199"/>
                  </a:lnTo>
                  <a:close/>
                </a:path>
                <a:path w="13754100" h="584200">
                  <a:moveTo>
                    <a:pt x="5972251" y="584199"/>
                  </a:moveTo>
                  <a:lnTo>
                    <a:pt x="5953201" y="584199"/>
                  </a:lnTo>
                  <a:lnTo>
                    <a:pt x="5953201" y="571499"/>
                  </a:lnTo>
                  <a:lnTo>
                    <a:pt x="5972251" y="571499"/>
                  </a:lnTo>
                  <a:lnTo>
                    <a:pt x="5972251" y="584199"/>
                  </a:lnTo>
                  <a:close/>
                </a:path>
                <a:path w="13754100" h="584200">
                  <a:moveTo>
                    <a:pt x="5997638" y="584199"/>
                  </a:moveTo>
                  <a:lnTo>
                    <a:pt x="5978601" y="584199"/>
                  </a:lnTo>
                  <a:lnTo>
                    <a:pt x="5978601" y="571499"/>
                  </a:lnTo>
                  <a:lnTo>
                    <a:pt x="5997638" y="571499"/>
                  </a:lnTo>
                  <a:lnTo>
                    <a:pt x="5997638" y="584199"/>
                  </a:lnTo>
                  <a:close/>
                </a:path>
                <a:path w="13754100" h="584200">
                  <a:moveTo>
                    <a:pt x="6023038" y="584199"/>
                  </a:moveTo>
                  <a:lnTo>
                    <a:pt x="6003988" y="584199"/>
                  </a:lnTo>
                  <a:lnTo>
                    <a:pt x="6003988" y="571499"/>
                  </a:lnTo>
                  <a:lnTo>
                    <a:pt x="6023038" y="571499"/>
                  </a:lnTo>
                  <a:lnTo>
                    <a:pt x="6023038" y="584199"/>
                  </a:lnTo>
                  <a:close/>
                </a:path>
                <a:path w="13754100" h="584200">
                  <a:moveTo>
                    <a:pt x="6048425" y="584199"/>
                  </a:moveTo>
                  <a:lnTo>
                    <a:pt x="6029388" y="584199"/>
                  </a:lnTo>
                  <a:lnTo>
                    <a:pt x="6029388" y="571499"/>
                  </a:lnTo>
                  <a:lnTo>
                    <a:pt x="6048425" y="571499"/>
                  </a:lnTo>
                  <a:lnTo>
                    <a:pt x="6048425" y="584199"/>
                  </a:lnTo>
                  <a:close/>
                </a:path>
                <a:path w="13754100" h="584200">
                  <a:moveTo>
                    <a:pt x="6073825" y="584199"/>
                  </a:moveTo>
                  <a:lnTo>
                    <a:pt x="6054775" y="584199"/>
                  </a:lnTo>
                  <a:lnTo>
                    <a:pt x="6054775" y="571499"/>
                  </a:lnTo>
                  <a:lnTo>
                    <a:pt x="6073825" y="571499"/>
                  </a:lnTo>
                  <a:lnTo>
                    <a:pt x="6073825" y="584199"/>
                  </a:lnTo>
                  <a:close/>
                </a:path>
                <a:path w="13754100" h="584200">
                  <a:moveTo>
                    <a:pt x="6099213" y="584199"/>
                  </a:moveTo>
                  <a:lnTo>
                    <a:pt x="6080175" y="584199"/>
                  </a:lnTo>
                  <a:lnTo>
                    <a:pt x="6080175" y="571499"/>
                  </a:lnTo>
                  <a:lnTo>
                    <a:pt x="6099213" y="571499"/>
                  </a:lnTo>
                  <a:lnTo>
                    <a:pt x="6099213" y="584199"/>
                  </a:lnTo>
                  <a:close/>
                </a:path>
                <a:path w="13754100" h="584200">
                  <a:moveTo>
                    <a:pt x="6124613" y="584199"/>
                  </a:moveTo>
                  <a:lnTo>
                    <a:pt x="6105563" y="584199"/>
                  </a:lnTo>
                  <a:lnTo>
                    <a:pt x="6105563" y="571499"/>
                  </a:lnTo>
                  <a:lnTo>
                    <a:pt x="6124613" y="571499"/>
                  </a:lnTo>
                  <a:lnTo>
                    <a:pt x="6124613" y="584199"/>
                  </a:lnTo>
                  <a:close/>
                </a:path>
                <a:path w="13754100" h="584200">
                  <a:moveTo>
                    <a:pt x="6150013" y="584199"/>
                  </a:moveTo>
                  <a:lnTo>
                    <a:pt x="6130963" y="584199"/>
                  </a:lnTo>
                  <a:lnTo>
                    <a:pt x="6130963" y="571499"/>
                  </a:lnTo>
                  <a:lnTo>
                    <a:pt x="6150013" y="571499"/>
                  </a:lnTo>
                  <a:lnTo>
                    <a:pt x="6150013" y="584199"/>
                  </a:lnTo>
                  <a:close/>
                </a:path>
                <a:path w="13754100" h="584200">
                  <a:moveTo>
                    <a:pt x="6175400" y="584199"/>
                  </a:moveTo>
                  <a:lnTo>
                    <a:pt x="6156350" y="584199"/>
                  </a:lnTo>
                  <a:lnTo>
                    <a:pt x="6156350" y="571499"/>
                  </a:lnTo>
                  <a:lnTo>
                    <a:pt x="6175400" y="571499"/>
                  </a:lnTo>
                  <a:lnTo>
                    <a:pt x="6175400" y="584199"/>
                  </a:lnTo>
                  <a:close/>
                </a:path>
                <a:path w="13754100" h="584200">
                  <a:moveTo>
                    <a:pt x="6200800" y="584199"/>
                  </a:moveTo>
                  <a:lnTo>
                    <a:pt x="6181750" y="584199"/>
                  </a:lnTo>
                  <a:lnTo>
                    <a:pt x="6181750" y="571499"/>
                  </a:lnTo>
                  <a:lnTo>
                    <a:pt x="6200800" y="571499"/>
                  </a:lnTo>
                  <a:lnTo>
                    <a:pt x="6200800" y="584199"/>
                  </a:lnTo>
                  <a:close/>
                </a:path>
                <a:path w="13754100" h="584200">
                  <a:moveTo>
                    <a:pt x="6226187" y="584199"/>
                  </a:moveTo>
                  <a:lnTo>
                    <a:pt x="6207137" y="584199"/>
                  </a:lnTo>
                  <a:lnTo>
                    <a:pt x="6207137" y="571499"/>
                  </a:lnTo>
                  <a:lnTo>
                    <a:pt x="6226187" y="571499"/>
                  </a:lnTo>
                  <a:lnTo>
                    <a:pt x="6226187" y="584199"/>
                  </a:lnTo>
                  <a:close/>
                </a:path>
                <a:path w="13754100" h="584200">
                  <a:moveTo>
                    <a:pt x="6251587" y="584199"/>
                  </a:moveTo>
                  <a:lnTo>
                    <a:pt x="6232537" y="584199"/>
                  </a:lnTo>
                  <a:lnTo>
                    <a:pt x="6232537" y="571499"/>
                  </a:lnTo>
                  <a:lnTo>
                    <a:pt x="6251587" y="571499"/>
                  </a:lnTo>
                  <a:lnTo>
                    <a:pt x="6251587" y="584199"/>
                  </a:lnTo>
                  <a:close/>
                </a:path>
                <a:path w="13754100" h="584200">
                  <a:moveTo>
                    <a:pt x="6276975" y="584199"/>
                  </a:moveTo>
                  <a:lnTo>
                    <a:pt x="6257925" y="584199"/>
                  </a:lnTo>
                  <a:lnTo>
                    <a:pt x="6257925" y="571499"/>
                  </a:lnTo>
                  <a:lnTo>
                    <a:pt x="6276975" y="571499"/>
                  </a:lnTo>
                  <a:lnTo>
                    <a:pt x="6276975" y="584199"/>
                  </a:lnTo>
                  <a:close/>
                </a:path>
                <a:path w="13754100" h="584200">
                  <a:moveTo>
                    <a:pt x="6302375" y="584199"/>
                  </a:moveTo>
                  <a:lnTo>
                    <a:pt x="6283325" y="584199"/>
                  </a:lnTo>
                  <a:lnTo>
                    <a:pt x="6283325" y="571499"/>
                  </a:lnTo>
                  <a:lnTo>
                    <a:pt x="6302375" y="571499"/>
                  </a:lnTo>
                  <a:lnTo>
                    <a:pt x="6302375" y="584199"/>
                  </a:lnTo>
                  <a:close/>
                </a:path>
                <a:path w="13754100" h="584200">
                  <a:moveTo>
                    <a:pt x="6327762" y="584199"/>
                  </a:moveTo>
                  <a:lnTo>
                    <a:pt x="6308712" y="584199"/>
                  </a:lnTo>
                  <a:lnTo>
                    <a:pt x="6308712" y="571499"/>
                  </a:lnTo>
                  <a:lnTo>
                    <a:pt x="6327762" y="571499"/>
                  </a:lnTo>
                  <a:lnTo>
                    <a:pt x="6327762" y="584199"/>
                  </a:lnTo>
                  <a:close/>
                </a:path>
                <a:path w="13754100" h="584200">
                  <a:moveTo>
                    <a:pt x="6353162" y="584199"/>
                  </a:moveTo>
                  <a:lnTo>
                    <a:pt x="6334112" y="584199"/>
                  </a:lnTo>
                  <a:lnTo>
                    <a:pt x="6334112" y="571499"/>
                  </a:lnTo>
                  <a:lnTo>
                    <a:pt x="6353162" y="571499"/>
                  </a:lnTo>
                  <a:lnTo>
                    <a:pt x="6353162" y="584199"/>
                  </a:lnTo>
                  <a:close/>
                </a:path>
                <a:path w="13754100" h="584200">
                  <a:moveTo>
                    <a:pt x="6378549" y="584199"/>
                  </a:moveTo>
                  <a:lnTo>
                    <a:pt x="6359499" y="584199"/>
                  </a:lnTo>
                  <a:lnTo>
                    <a:pt x="6359499" y="571499"/>
                  </a:lnTo>
                  <a:lnTo>
                    <a:pt x="6378549" y="571499"/>
                  </a:lnTo>
                  <a:lnTo>
                    <a:pt x="6378549" y="584199"/>
                  </a:lnTo>
                  <a:close/>
                </a:path>
                <a:path w="13754100" h="584200">
                  <a:moveTo>
                    <a:pt x="6403949" y="584199"/>
                  </a:moveTo>
                  <a:lnTo>
                    <a:pt x="6384899" y="584199"/>
                  </a:lnTo>
                  <a:lnTo>
                    <a:pt x="6384899" y="571499"/>
                  </a:lnTo>
                  <a:lnTo>
                    <a:pt x="6403949" y="571499"/>
                  </a:lnTo>
                  <a:lnTo>
                    <a:pt x="6403949" y="584199"/>
                  </a:lnTo>
                  <a:close/>
                </a:path>
                <a:path w="13754100" h="584200">
                  <a:moveTo>
                    <a:pt x="6429336" y="584199"/>
                  </a:moveTo>
                  <a:lnTo>
                    <a:pt x="6410286" y="584199"/>
                  </a:lnTo>
                  <a:lnTo>
                    <a:pt x="6410286" y="571499"/>
                  </a:lnTo>
                  <a:lnTo>
                    <a:pt x="6429336" y="571499"/>
                  </a:lnTo>
                  <a:lnTo>
                    <a:pt x="6429336" y="584199"/>
                  </a:lnTo>
                  <a:close/>
                </a:path>
                <a:path w="13754100" h="584200">
                  <a:moveTo>
                    <a:pt x="6454736" y="584199"/>
                  </a:moveTo>
                  <a:lnTo>
                    <a:pt x="6435686" y="584199"/>
                  </a:lnTo>
                  <a:lnTo>
                    <a:pt x="6435686" y="571499"/>
                  </a:lnTo>
                  <a:lnTo>
                    <a:pt x="6454736" y="571499"/>
                  </a:lnTo>
                  <a:lnTo>
                    <a:pt x="6454736" y="584199"/>
                  </a:lnTo>
                  <a:close/>
                </a:path>
                <a:path w="13754100" h="584200">
                  <a:moveTo>
                    <a:pt x="6480124" y="584199"/>
                  </a:moveTo>
                  <a:lnTo>
                    <a:pt x="6461086" y="584199"/>
                  </a:lnTo>
                  <a:lnTo>
                    <a:pt x="6461086" y="571499"/>
                  </a:lnTo>
                  <a:lnTo>
                    <a:pt x="6480124" y="571499"/>
                  </a:lnTo>
                  <a:lnTo>
                    <a:pt x="6480124" y="584199"/>
                  </a:lnTo>
                  <a:close/>
                </a:path>
                <a:path w="13754100" h="584200">
                  <a:moveTo>
                    <a:pt x="6505524" y="584199"/>
                  </a:moveTo>
                  <a:lnTo>
                    <a:pt x="6486474" y="584199"/>
                  </a:lnTo>
                  <a:lnTo>
                    <a:pt x="6486474" y="571499"/>
                  </a:lnTo>
                  <a:lnTo>
                    <a:pt x="6505524" y="571499"/>
                  </a:lnTo>
                  <a:lnTo>
                    <a:pt x="6505524" y="584199"/>
                  </a:lnTo>
                  <a:close/>
                </a:path>
                <a:path w="13754100" h="584200">
                  <a:moveTo>
                    <a:pt x="6530911" y="584199"/>
                  </a:moveTo>
                  <a:lnTo>
                    <a:pt x="6511874" y="584199"/>
                  </a:lnTo>
                  <a:lnTo>
                    <a:pt x="6511874" y="571499"/>
                  </a:lnTo>
                  <a:lnTo>
                    <a:pt x="6530911" y="571499"/>
                  </a:lnTo>
                  <a:lnTo>
                    <a:pt x="6530911" y="584199"/>
                  </a:lnTo>
                  <a:close/>
                </a:path>
                <a:path w="13754100" h="584200">
                  <a:moveTo>
                    <a:pt x="6556311" y="584199"/>
                  </a:moveTo>
                  <a:lnTo>
                    <a:pt x="6537261" y="584199"/>
                  </a:lnTo>
                  <a:lnTo>
                    <a:pt x="6537261" y="571499"/>
                  </a:lnTo>
                  <a:lnTo>
                    <a:pt x="6556311" y="571499"/>
                  </a:lnTo>
                  <a:lnTo>
                    <a:pt x="6556311" y="584199"/>
                  </a:lnTo>
                  <a:close/>
                </a:path>
                <a:path w="13754100" h="584200">
                  <a:moveTo>
                    <a:pt x="6581698" y="584199"/>
                  </a:moveTo>
                  <a:lnTo>
                    <a:pt x="6562661" y="584199"/>
                  </a:lnTo>
                  <a:lnTo>
                    <a:pt x="6562661" y="571499"/>
                  </a:lnTo>
                  <a:lnTo>
                    <a:pt x="6581698" y="571499"/>
                  </a:lnTo>
                  <a:lnTo>
                    <a:pt x="6581698" y="584199"/>
                  </a:lnTo>
                  <a:close/>
                </a:path>
                <a:path w="13754100" h="584200">
                  <a:moveTo>
                    <a:pt x="6607098" y="584199"/>
                  </a:moveTo>
                  <a:lnTo>
                    <a:pt x="6588048" y="584199"/>
                  </a:lnTo>
                  <a:lnTo>
                    <a:pt x="6588048" y="571499"/>
                  </a:lnTo>
                  <a:lnTo>
                    <a:pt x="6607098" y="571499"/>
                  </a:lnTo>
                  <a:lnTo>
                    <a:pt x="6607098" y="584199"/>
                  </a:lnTo>
                  <a:close/>
                </a:path>
                <a:path w="13754100" h="584200">
                  <a:moveTo>
                    <a:pt x="6632486" y="584199"/>
                  </a:moveTo>
                  <a:lnTo>
                    <a:pt x="6613448" y="584199"/>
                  </a:lnTo>
                  <a:lnTo>
                    <a:pt x="6613448" y="571499"/>
                  </a:lnTo>
                  <a:lnTo>
                    <a:pt x="6632486" y="571499"/>
                  </a:lnTo>
                  <a:lnTo>
                    <a:pt x="6632486" y="584199"/>
                  </a:lnTo>
                  <a:close/>
                </a:path>
                <a:path w="13754100" h="584200">
                  <a:moveTo>
                    <a:pt x="6657886" y="584199"/>
                  </a:moveTo>
                  <a:lnTo>
                    <a:pt x="6638836" y="584199"/>
                  </a:lnTo>
                  <a:lnTo>
                    <a:pt x="6638836" y="571499"/>
                  </a:lnTo>
                  <a:lnTo>
                    <a:pt x="6657886" y="571499"/>
                  </a:lnTo>
                  <a:lnTo>
                    <a:pt x="6657886" y="584199"/>
                  </a:lnTo>
                  <a:close/>
                </a:path>
                <a:path w="13754100" h="584200">
                  <a:moveTo>
                    <a:pt x="6683273" y="584199"/>
                  </a:moveTo>
                  <a:lnTo>
                    <a:pt x="6664236" y="584199"/>
                  </a:lnTo>
                  <a:lnTo>
                    <a:pt x="6664236" y="571499"/>
                  </a:lnTo>
                  <a:lnTo>
                    <a:pt x="6683273" y="571499"/>
                  </a:lnTo>
                  <a:lnTo>
                    <a:pt x="6683273" y="584199"/>
                  </a:lnTo>
                  <a:close/>
                </a:path>
                <a:path w="13754100" h="584200">
                  <a:moveTo>
                    <a:pt x="6708673" y="584199"/>
                  </a:moveTo>
                  <a:lnTo>
                    <a:pt x="6689623" y="584199"/>
                  </a:lnTo>
                  <a:lnTo>
                    <a:pt x="6689623" y="571499"/>
                  </a:lnTo>
                  <a:lnTo>
                    <a:pt x="6708673" y="571499"/>
                  </a:lnTo>
                  <a:lnTo>
                    <a:pt x="6708673" y="584199"/>
                  </a:lnTo>
                  <a:close/>
                </a:path>
                <a:path w="13754100" h="584200">
                  <a:moveTo>
                    <a:pt x="6734060" y="584199"/>
                  </a:moveTo>
                  <a:lnTo>
                    <a:pt x="6715023" y="584199"/>
                  </a:lnTo>
                  <a:lnTo>
                    <a:pt x="6715023" y="571499"/>
                  </a:lnTo>
                  <a:lnTo>
                    <a:pt x="6734060" y="571499"/>
                  </a:lnTo>
                  <a:lnTo>
                    <a:pt x="6734060" y="584199"/>
                  </a:lnTo>
                  <a:close/>
                </a:path>
                <a:path w="13754100" h="584200">
                  <a:moveTo>
                    <a:pt x="6759460" y="584199"/>
                  </a:moveTo>
                  <a:lnTo>
                    <a:pt x="6740410" y="584199"/>
                  </a:lnTo>
                  <a:lnTo>
                    <a:pt x="6740410" y="571499"/>
                  </a:lnTo>
                  <a:lnTo>
                    <a:pt x="6759460" y="571499"/>
                  </a:lnTo>
                  <a:lnTo>
                    <a:pt x="6759460" y="584199"/>
                  </a:lnTo>
                  <a:close/>
                </a:path>
                <a:path w="13754100" h="584200">
                  <a:moveTo>
                    <a:pt x="6784848" y="584199"/>
                  </a:moveTo>
                  <a:lnTo>
                    <a:pt x="6765810" y="584199"/>
                  </a:lnTo>
                  <a:lnTo>
                    <a:pt x="6765810" y="571499"/>
                  </a:lnTo>
                  <a:lnTo>
                    <a:pt x="6784848" y="571499"/>
                  </a:lnTo>
                  <a:lnTo>
                    <a:pt x="6784848" y="584199"/>
                  </a:lnTo>
                  <a:close/>
                </a:path>
                <a:path w="13754100" h="584200">
                  <a:moveTo>
                    <a:pt x="6810248" y="584199"/>
                  </a:moveTo>
                  <a:lnTo>
                    <a:pt x="6791198" y="584199"/>
                  </a:lnTo>
                  <a:lnTo>
                    <a:pt x="6791198" y="571499"/>
                  </a:lnTo>
                  <a:lnTo>
                    <a:pt x="6810248" y="571499"/>
                  </a:lnTo>
                  <a:lnTo>
                    <a:pt x="6810248" y="584199"/>
                  </a:lnTo>
                  <a:close/>
                </a:path>
                <a:path w="13754100" h="584200">
                  <a:moveTo>
                    <a:pt x="6835635" y="584199"/>
                  </a:moveTo>
                  <a:lnTo>
                    <a:pt x="6816598" y="584199"/>
                  </a:lnTo>
                  <a:lnTo>
                    <a:pt x="6816598" y="571499"/>
                  </a:lnTo>
                  <a:lnTo>
                    <a:pt x="6835635" y="571499"/>
                  </a:lnTo>
                  <a:lnTo>
                    <a:pt x="6835635" y="584199"/>
                  </a:lnTo>
                  <a:close/>
                </a:path>
                <a:path w="13754100" h="584200">
                  <a:moveTo>
                    <a:pt x="6861035" y="584199"/>
                  </a:moveTo>
                  <a:lnTo>
                    <a:pt x="6841985" y="584199"/>
                  </a:lnTo>
                  <a:lnTo>
                    <a:pt x="6841985" y="571499"/>
                  </a:lnTo>
                  <a:lnTo>
                    <a:pt x="6861035" y="571499"/>
                  </a:lnTo>
                  <a:lnTo>
                    <a:pt x="6861035" y="584199"/>
                  </a:lnTo>
                  <a:close/>
                </a:path>
                <a:path w="13754100" h="584200">
                  <a:moveTo>
                    <a:pt x="6886422" y="584199"/>
                  </a:moveTo>
                  <a:lnTo>
                    <a:pt x="6867385" y="584199"/>
                  </a:lnTo>
                  <a:lnTo>
                    <a:pt x="6867385" y="571499"/>
                  </a:lnTo>
                  <a:lnTo>
                    <a:pt x="6886422" y="571499"/>
                  </a:lnTo>
                  <a:lnTo>
                    <a:pt x="6886422" y="584199"/>
                  </a:lnTo>
                  <a:close/>
                </a:path>
                <a:path w="13754100" h="584200">
                  <a:moveTo>
                    <a:pt x="6911822" y="584199"/>
                  </a:moveTo>
                  <a:lnTo>
                    <a:pt x="6892772" y="584199"/>
                  </a:lnTo>
                  <a:lnTo>
                    <a:pt x="6892772" y="571499"/>
                  </a:lnTo>
                  <a:lnTo>
                    <a:pt x="6911822" y="571499"/>
                  </a:lnTo>
                  <a:lnTo>
                    <a:pt x="6911822" y="584199"/>
                  </a:lnTo>
                  <a:close/>
                </a:path>
                <a:path w="13754100" h="584200">
                  <a:moveTo>
                    <a:pt x="6937209" y="584199"/>
                  </a:moveTo>
                  <a:lnTo>
                    <a:pt x="6918172" y="584199"/>
                  </a:lnTo>
                  <a:lnTo>
                    <a:pt x="6918172" y="571499"/>
                  </a:lnTo>
                  <a:lnTo>
                    <a:pt x="6937209" y="571499"/>
                  </a:lnTo>
                  <a:lnTo>
                    <a:pt x="6937209" y="584199"/>
                  </a:lnTo>
                  <a:close/>
                </a:path>
                <a:path w="13754100" h="584200">
                  <a:moveTo>
                    <a:pt x="6962609" y="584199"/>
                  </a:moveTo>
                  <a:lnTo>
                    <a:pt x="6943559" y="584199"/>
                  </a:lnTo>
                  <a:lnTo>
                    <a:pt x="6943559" y="571499"/>
                  </a:lnTo>
                  <a:lnTo>
                    <a:pt x="6962609" y="571499"/>
                  </a:lnTo>
                  <a:lnTo>
                    <a:pt x="6962609" y="584199"/>
                  </a:lnTo>
                  <a:close/>
                </a:path>
                <a:path w="13754100" h="584200">
                  <a:moveTo>
                    <a:pt x="6987997" y="584199"/>
                  </a:moveTo>
                  <a:lnTo>
                    <a:pt x="6968959" y="584199"/>
                  </a:lnTo>
                  <a:lnTo>
                    <a:pt x="6968959" y="571499"/>
                  </a:lnTo>
                  <a:lnTo>
                    <a:pt x="6987997" y="571499"/>
                  </a:lnTo>
                  <a:lnTo>
                    <a:pt x="6987997" y="584199"/>
                  </a:lnTo>
                  <a:close/>
                </a:path>
                <a:path w="13754100" h="584200">
                  <a:moveTo>
                    <a:pt x="7013397" y="584199"/>
                  </a:moveTo>
                  <a:lnTo>
                    <a:pt x="6994347" y="584199"/>
                  </a:lnTo>
                  <a:lnTo>
                    <a:pt x="6994347" y="571499"/>
                  </a:lnTo>
                  <a:lnTo>
                    <a:pt x="7013397" y="571499"/>
                  </a:lnTo>
                  <a:lnTo>
                    <a:pt x="7013397" y="584199"/>
                  </a:lnTo>
                  <a:close/>
                </a:path>
                <a:path w="13754100" h="584200">
                  <a:moveTo>
                    <a:pt x="7038784" y="584199"/>
                  </a:moveTo>
                  <a:lnTo>
                    <a:pt x="7019747" y="584199"/>
                  </a:lnTo>
                  <a:lnTo>
                    <a:pt x="7019747" y="571499"/>
                  </a:lnTo>
                  <a:lnTo>
                    <a:pt x="7038784" y="571499"/>
                  </a:lnTo>
                  <a:lnTo>
                    <a:pt x="7038784" y="584199"/>
                  </a:lnTo>
                  <a:close/>
                </a:path>
                <a:path w="13754100" h="584200">
                  <a:moveTo>
                    <a:pt x="7064184" y="584199"/>
                  </a:moveTo>
                  <a:lnTo>
                    <a:pt x="7045134" y="584199"/>
                  </a:lnTo>
                  <a:lnTo>
                    <a:pt x="7045134" y="571499"/>
                  </a:lnTo>
                  <a:lnTo>
                    <a:pt x="7064184" y="571499"/>
                  </a:lnTo>
                  <a:lnTo>
                    <a:pt x="7064184" y="584199"/>
                  </a:lnTo>
                  <a:close/>
                </a:path>
                <a:path w="13754100" h="584200">
                  <a:moveTo>
                    <a:pt x="7089571" y="584199"/>
                  </a:moveTo>
                  <a:lnTo>
                    <a:pt x="7070534" y="584199"/>
                  </a:lnTo>
                  <a:lnTo>
                    <a:pt x="7070534" y="571499"/>
                  </a:lnTo>
                  <a:lnTo>
                    <a:pt x="7089571" y="571499"/>
                  </a:lnTo>
                  <a:lnTo>
                    <a:pt x="7089571" y="584199"/>
                  </a:lnTo>
                  <a:close/>
                </a:path>
                <a:path w="13754100" h="584200">
                  <a:moveTo>
                    <a:pt x="7114971" y="584199"/>
                  </a:moveTo>
                  <a:lnTo>
                    <a:pt x="7095921" y="584199"/>
                  </a:lnTo>
                  <a:lnTo>
                    <a:pt x="7095921" y="571499"/>
                  </a:lnTo>
                  <a:lnTo>
                    <a:pt x="7114971" y="571499"/>
                  </a:lnTo>
                  <a:lnTo>
                    <a:pt x="7114971" y="584199"/>
                  </a:lnTo>
                  <a:close/>
                </a:path>
                <a:path w="13754100" h="584200">
                  <a:moveTo>
                    <a:pt x="7140359" y="584199"/>
                  </a:moveTo>
                  <a:lnTo>
                    <a:pt x="7121321" y="584199"/>
                  </a:lnTo>
                  <a:lnTo>
                    <a:pt x="7121321" y="571499"/>
                  </a:lnTo>
                  <a:lnTo>
                    <a:pt x="7140359" y="571499"/>
                  </a:lnTo>
                  <a:lnTo>
                    <a:pt x="7140359" y="584199"/>
                  </a:lnTo>
                  <a:close/>
                </a:path>
                <a:path w="13754100" h="584200">
                  <a:moveTo>
                    <a:pt x="7165759" y="584199"/>
                  </a:moveTo>
                  <a:lnTo>
                    <a:pt x="7146709" y="584199"/>
                  </a:lnTo>
                  <a:lnTo>
                    <a:pt x="7146709" y="571499"/>
                  </a:lnTo>
                  <a:lnTo>
                    <a:pt x="7165759" y="571499"/>
                  </a:lnTo>
                  <a:lnTo>
                    <a:pt x="7165759" y="584199"/>
                  </a:lnTo>
                  <a:close/>
                </a:path>
                <a:path w="13754100" h="584200">
                  <a:moveTo>
                    <a:pt x="7191146" y="584199"/>
                  </a:moveTo>
                  <a:lnTo>
                    <a:pt x="7172109" y="584199"/>
                  </a:lnTo>
                  <a:lnTo>
                    <a:pt x="7172109" y="571499"/>
                  </a:lnTo>
                  <a:lnTo>
                    <a:pt x="7191146" y="571499"/>
                  </a:lnTo>
                  <a:lnTo>
                    <a:pt x="7191146" y="584199"/>
                  </a:lnTo>
                  <a:close/>
                </a:path>
                <a:path w="13754100" h="584200">
                  <a:moveTo>
                    <a:pt x="7216546" y="584199"/>
                  </a:moveTo>
                  <a:lnTo>
                    <a:pt x="7197496" y="584199"/>
                  </a:lnTo>
                  <a:lnTo>
                    <a:pt x="7197496" y="571499"/>
                  </a:lnTo>
                  <a:lnTo>
                    <a:pt x="7216546" y="571499"/>
                  </a:lnTo>
                  <a:lnTo>
                    <a:pt x="7216546" y="584199"/>
                  </a:lnTo>
                  <a:close/>
                </a:path>
                <a:path w="13754100" h="584200">
                  <a:moveTo>
                    <a:pt x="7241946" y="584199"/>
                  </a:moveTo>
                  <a:lnTo>
                    <a:pt x="7222896" y="584199"/>
                  </a:lnTo>
                  <a:lnTo>
                    <a:pt x="7222896" y="571499"/>
                  </a:lnTo>
                  <a:lnTo>
                    <a:pt x="7241946" y="571499"/>
                  </a:lnTo>
                  <a:lnTo>
                    <a:pt x="7241946" y="584199"/>
                  </a:lnTo>
                  <a:close/>
                </a:path>
                <a:path w="13754100" h="584200">
                  <a:moveTo>
                    <a:pt x="7267333" y="584199"/>
                  </a:moveTo>
                  <a:lnTo>
                    <a:pt x="7248283" y="584199"/>
                  </a:lnTo>
                  <a:lnTo>
                    <a:pt x="7248283" y="571499"/>
                  </a:lnTo>
                  <a:lnTo>
                    <a:pt x="7267333" y="571499"/>
                  </a:lnTo>
                  <a:lnTo>
                    <a:pt x="7267333" y="584199"/>
                  </a:lnTo>
                  <a:close/>
                </a:path>
                <a:path w="13754100" h="584200">
                  <a:moveTo>
                    <a:pt x="7292733" y="584199"/>
                  </a:moveTo>
                  <a:lnTo>
                    <a:pt x="7273683" y="584199"/>
                  </a:lnTo>
                  <a:lnTo>
                    <a:pt x="7273683" y="571499"/>
                  </a:lnTo>
                  <a:lnTo>
                    <a:pt x="7292733" y="571499"/>
                  </a:lnTo>
                  <a:lnTo>
                    <a:pt x="7292733" y="584199"/>
                  </a:lnTo>
                  <a:close/>
                </a:path>
                <a:path w="13754100" h="584200">
                  <a:moveTo>
                    <a:pt x="7318121" y="584199"/>
                  </a:moveTo>
                  <a:lnTo>
                    <a:pt x="7299071" y="584199"/>
                  </a:lnTo>
                  <a:lnTo>
                    <a:pt x="7299071" y="571499"/>
                  </a:lnTo>
                  <a:lnTo>
                    <a:pt x="7318121" y="571499"/>
                  </a:lnTo>
                  <a:lnTo>
                    <a:pt x="7318121" y="584199"/>
                  </a:lnTo>
                  <a:close/>
                </a:path>
                <a:path w="13754100" h="584200">
                  <a:moveTo>
                    <a:pt x="7343521" y="584199"/>
                  </a:moveTo>
                  <a:lnTo>
                    <a:pt x="7324471" y="584199"/>
                  </a:lnTo>
                  <a:lnTo>
                    <a:pt x="7324471" y="571499"/>
                  </a:lnTo>
                  <a:lnTo>
                    <a:pt x="7343521" y="571499"/>
                  </a:lnTo>
                  <a:lnTo>
                    <a:pt x="7343521" y="584199"/>
                  </a:lnTo>
                  <a:close/>
                </a:path>
                <a:path w="13754100" h="584200">
                  <a:moveTo>
                    <a:pt x="7368908" y="584199"/>
                  </a:moveTo>
                  <a:lnTo>
                    <a:pt x="7349858" y="584199"/>
                  </a:lnTo>
                  <a:lnTo>
                    <a:pt x="7349858" y="571499"/>
                  </a:lnTo>
                  <a:lnTo>
                    <a:pt x="7368908" y="571499"/>
                  </a:lnTo>
                  <a:lnTo>
                    <a:pt x="7368908" y="584199"/>
                  </a:lnTo>
                  <a:close/>
                </a:path>
                <a:path w="13754100" h="584200">
                  <a:moveTo>
                    <a:pt x="7394308" y="584199"/>
                  </a:moveTo>
                  <a:lnTo>
                    <a:pt x="7375258" y="584199"/>
                  </a:lnTo>
                  <a:lnTo>
                    <a:pt x="7375258" y="571499"/>
                  </a:lnTo>
                  <a:lnTo>
                    <a:pt x="7394308" y="571499"/>
                  </a:lnTo>
                  <a:lnTo>
                    <a:pt x="7394308" y="584199"/>
                  </a:lnTo>
                  <a:close/>
                </a:path>
                <a:path w="13754100" h="584200">
                  <a:moveTo>
                    <a:pt x="7419695" y="584199"/>
                  </a:moveTo>
                  <a:lnTo>
                    <a:pt x="7400645" y="584199"/>
                  </a:lnTo>
                  <a:lnTo>
                    <a:pt x="7400645" y="571499"/>
                  </a:lnTo>
                  <a:lnTo>
                    <a:pt x="7419695" y="571499"/>
                  </a:lnTo>
                  <a:lnTo>
                    <a:pt x="7419695" y="584199"/>
                  </a:lnTo>
                  <a:close/>
                </a:path>
                <a:path w="13754100" h="584200">
                  <a:moveTo>
                    <a:pt x="7445095" y="584199"/>
                  </a:moveTo>
                  <a:lnTo>
                    <a:pt x="7426045" y="584199"/>
                  </a:lnTo>
                  <a:lnTo>
                    <a:pt x="7426045" y="571499"/>
                  </a:lnTo>
                  <a:lnTo>
                    <a:pt x="7445095" y="571499"/>
                  </a:lnTo>
                  <a:lnTo>
                    <a:pt x="7445095" y="584199"/>
                  </a:lnTo>
                  <a:close/>
                </a:path>
                <a:path w="13754100" h="584200">
                  <a:moveTo>
                    <a:pt x="7470482" y="584199"/>
                  </a:moveTo>
                  <a:lnTo>
                    <a:pt x="7451432" y="584199"/>
                  </a:lnTo>
                  <a:lnTo>
                    <a:pt x="7451432" y="571499"/>
                  </a:lnTo>
                  <a:lnTo>
                    <a:pt x="7470482" y="571499"/>
                  </a:lnTo>
                  <a:lnTo>
                    <a:pt x="7470482" y="584199"/>
                  </a:lnTo>
                  <a:close/>
                </a:path>
                <a:path w="13754100" h="584200">
                  <a:moveTo>
                    <a:pt x="7495882" y="584199"/>
                  </a:moveTo>
                  <a:lnTo>
                    <a:pt x="7476832" y="584199"/>
                  </a:lnTo>
                  <a:lnTo>
                    <a:pt x="7476832" y="571499"/>
                  </a:lnTo>
                  <a:lnTo>
                    <a:pt x="7495882" y="571499"/>
                  </a:lnTo>
                  <a:lnTo>
                    <a:pt x="7495882" y="584199"/>
                  </a:lnTo>
                  <a:close/>
                </a:path>
                <a:path w="13754100" h="584200">
                  <a:moveTo>
                    <a:pt x="7521270" y="584199"/>
                  </a:moveTo>
                  <a:lnTo>
                    <a:pt x="7502232" y="584199"/>
                  </a:lnTo>
                  <a:lnTo>
                    <a:pt x="7502232" y="571499"/>
                  </a:lnTo>
                  <a:lnTo>
                    <a:pt x="7521270" y="571499"/>
                  </a:lnTo>
                  <a:lnTo>
                    <a:pt x="7521270" y="584199"/>
                  </a:lnTo>
                  <a:close/>
                </a:path>
                <a:path w="13754100" h="584200">
                  <a:moveTo>
                    <a:pt x="7546670" y="584199"/>
                  </a:moveTo>
                  <a:lnTo>
                    <a:pt x="7527620" y="584199"/>
                  </a:lnTo>
                  <a:lnTo>
                    <a:pt x="7527620" y="571499"/>
                  </a:lnTo>
                  <a:lnTo>
                    <a:pt x="7546670" y="571499"/>
                  </a:lnTo>
                  <a:lnTo>
                    <a:pt x="7546670" y="584199"/>
                  </a:lnTo>
                  <a:close/>
                </a:path>
                <a:path w="13754100" h="584200">
                  <a:moveTo>
                    <a:pt x="7572057" y="584199"/>
                  </a:moveTo>
                  <a:lnTo>
                    <a:pt x="7553020" y="584199"/>
                  </a:lnTo>
                  <a:lnTo>
                    <a:pt x="7553020" y="571499"/>
                  </a:lnTo>
                  <a:lnTo>
                    <a:pt x="7572057" y="571499"/>
                  </a:lnTo>
                  <a:lnTo>
                    <a:pt x="7572057" y="584199"/>
                  </a:lnTo>
                  <a:close/>
                </a:path>
                <a:path w="13754100" h="584200">
                  <a:moveTo>
                    <a:pt x="7597457" y="584199"/>
                  </a:moveTo>
                  <a:lnTo>
                    <a:pt x="7578407" y="584199"/>
                  </a:lnTo>
                  <a:lnTo>
                    <a:pt x="7578407" y="571499"/>
                  </a:lnTo>
                  <a:lnTo>
                    <a:pt x="7597457" y="571499"/>
                  </a:lnTo>
                  <a:lnTo>
                    <a:pt x="7597457" y="584199"/>
                  </a:lnTo>
                  <a:close/>
                </a:path>
                <a:path w="13754100" h="584200">
                  <a:moveTo>
                    <a:pt x="7622844" y="584199"/>
                  </a:moveTo>
                  <a:lnTo>
                    <a:pt x="7603807" y="584199"/>
                  </a:lnTo>
                  <a:lnTo>
                    <a:pt x="7603807" y="571499"/>
                  </a:lnTo>
                  <a:lnTo>
                    <a:pt x="7622844" y="571499"/>
                  </a:lnTo>
                  <a:lnTo>
                    <a:pt x="7622844" y="584199"/>
                  </a:lnTo>
                  <a:close/>
                </a:path>
                <a:path w="13754100" h="584200">
                  <a:moveTo>
                    <a:pt x="7648244" y="584199"/>
                  </a:moveTo>
                  <a:lnTo>
                    <a:pt x="7629194" y="584199"/>
                  </a:lnTo>
                  <a:lnTo>
                    <a:pt x="7629194" y="571499"/>
                  </a:lnTo>
                  <a:lnTo>
                    <a:pt x="7648244" y="571499"/>
                  </a:lnTo>
                  <a:lnTo>
                    <a:pt x="7648244" y="584199"/>
                  </a:lnTo>
                  <a:close/>
                </a:path>
                <a:path w="13754100" h="584200">
                  <a:moveTo>
                    <a:pt x="7673632" y="584199"/>
                  </a:moveTo>
                  <a:lnTo>
                    <a:pt x="7654594" y="584199"/>
                  </a:lnTo>
                  <a:lnTo>
                    <a:pt x="7654594" y="571499"/>
                  </a:lnTo>
                  <a:lnTo>
                    <a:pt x="7673632" y="571499"/>
                  </a:lnTo>
                  <a:lnTo>
                    <a:pt x="7673632" y="584199"/>
                  </a:lnTo>
                  <a:close/>
                </a:path>
                <a:path w="13754100" h="584200">
                  <a:moveTo>
                    <a:pt x="7699032" y="584199"/>
                  </a:moveTo>
                  <a:lnTo>
                    <a:pt x="7679982" y="584199"/>
                  </a:lnTo>
                  <a:lnTo>
                    <a:pt x="7679982" y="571499"/>
                  </a:lnTo>
                  <a:lnTo>
                    <a:pt x="7699032" y="571499"/>
                  </a:lnTo>
                  <a:lnTo>
                    <a:pt x="7699032" y="584199"/>
                  </a:lnTo>
                  <a:close/>
                </a:path>
                <a:path w="13754100" h="584200">
                  <a:moveTo>
                    <a:pt x="7724419" y="584199"/>
                  </a:moveTo>
                  <a:lnTo>
                    <a:pt x="7705382" y="584199"/>
                  </a:lnTo>
                  <a:lnTo>
                    <a:pt x="7705382" y="571499"/>
                  </a:lnTo>
                  <a:lnTo>
                    <a:pt x="7724419" y="571499"/>
                  </a:lnTo>
                  <a:lnTo>
                    <a:pt x="7724419" y="584199"/>
                  </a:lnTo>
                  <a:close/>
                </a:path>
                <a:path w="13754100" h="584200">
                  <a:moveTo>
                    <a:pt x="7749819" y="584199"/>
                  </a:moveTo>
                  <a:lnTo>
                    <a:pt x="7730769" y="584199"/>
                  </a:lnTo>
                  <a:lnTo>
                    <a:pt x="7730769" y="571499"/>
                  </a:lnTo>
                  <a:lnTo>
                    <a:pt x="7749819" y="571499"/>
                  </a:lnTo>
                  <a:lnTo>
                    <a:pt x="7749819" y="584199"/>
                  </a:lnTo>
                  <a:close/>
                </a:path>
                <a:path w="13754100" h="584200">
                  <a:moveTo>
                    <a:pt x="7775206" y="584199"/>
                  </a:moveTo>
                  <a:lnTo>
                    <a:pt x="7756169" y="584199"/>
                  </a:lnTo>
                  <a:lnTo>
                    <a:pt x="7756169" y="571499"/>
                  </a:lnTo>
                  <a:lnTo>
                    <a:pt x="7775206" y="571499"/>
                  </a:lnTo>
                  <a:lnTo>
                    <a:pt x="7775206" y="584199"/>
                  </a:lnTo>
                  <a:close/>
                </a:path>
                <a:path w="13754100" h="584200">
                  <a:moveTo>
                    <a:pt x="7800606" y="584199"/>
                  </a:moveTo>
                  <a:lnTo>
                    <a:pt x="7781556" y="584199"/>
                  </a:lnTo>
                  <a:lnTo>
                    <a:pt x="7781556" y="571499"/>
                  </a:lnTo>
                  <a:lnTo>
                    <a:pt x="7800606" y="571499"/>
                  </a:lnTo>
                  <a:lnTo>
                    <a:pt x="7800606" y="584199"/>
                  </a:lnTo>
                  <a:close/>
                </a:path>
                <a:path w="13754100" h="584200">
                  <a:moveTo>
                    <a:pt x="7825994" y="584199"/>
                  </a:moveTo>
                  <a:lnTo>
                    <a:pt x="7806956" y="584199"/>
                  </a:lnTo>
                  <a:lnTo>
                    <a:pt x="7806956" y="571499"/>
                  </a:lnTo>
                  <a:lnTo>
                    <a:pt x="7825994" y="571499"/>
                  </a:lnTo>
                  <a:lnTo>
                    <a:pt x="7825994" y="584199"/>
                  </a:lnTo>
                  <a:close/>
                </a:path>
                <a:path w="13754100" h="584200">
                  <a:moveTo>
                    <a:pt x="7851394" y="584199"/>
                  </a:moveTo>
                  <a:lnTo>
                    <a:pt x="7832344" y="584199"/>
                  </a:lnTo>
                  <a:lnTo>
                    <a:pt x="7832344" y="571499"/>
                  </a:lnTo>
                  <a:lnTo>
                    <a:pt x="7851394" y="571499"/>
                  </a:lnTo>
                  <a:lnTo>
                    <a:pt x="7851394" y="584199"/>
                  </a:lnTo>
                  <a:close/>
                </a:path>
                <a:path w="13754100" h="584200">
                  <a:moveTo>
                    <a:pt x="7876781" y="584199"/>
                  </a:moveTo>
                  <a:lnTo>
                    <a:pt x="7857744" y="584199"/>
                  </a:lnTo>
                  <a:lnTo>
                    <a:pt x="7857744" y="571499"/>
                  </a:lnTo>
                  <a:lnTo>
                    <a:pt x="7876781" y="571499"/>
                  </a:lnTo>
                  <a:lnTo>
                    <a:pt x="7876781" y="584199"/>
                  </a:lnTo>
                  <a:close/>
                </a:path>
                <a:path w="13754100" h="584200">
                  <a:moveTo>
                    <a:pt x="7902181" y="584199"/>
                  </a:moveTo>
                  <a:lnTo>
                    <a:pt x="7883131" y="584199"/>
                  </a:lnTo>
                  <a:lnTo>
                    <a:pt x="7883131" y="571499"/>
                  </a:lnTo>
                  <a:lnTo>
                    <a:pt x="7902181" y="571499"/>
                  </a:lnTo>
                  <a:lnTo>
                    <a:pt x="7902181" y="584199"/>
                  </a:lnTo>
                  <a:close/>
                </a:path>
                <a:path w="13754100" h="584200">
                  <a:moveTo>
                    <a:pt x="7927568" y="584199"/>
                  </a:moveTo>
                  <a:lnTo>
                    <a:pt x="7908531" y="584199"/>
                  </a:lnTo>
                  <a:lnTo>
                    <a:pt x="7908531" y="571499"/>
                  </a:lnTo>
                  <a:lnTo>
                    <a:pt x="7927568" y="571499"/>
                  </a:lnTo>
                  <a:lnTo>
                    <a:pt x="7927568" y="584199"/>
                  </a:lnTo>
                  <a:close/>
                </a:path>
                <a:path w="13754100" h="584200">
                  <a:moveTo>
                    <a:pt x="7952968" y="584199"/>
                  </a:moveTo>
                  <a:lnTo>
                    <a:pt x="7933918" y="584199"/>
                  </a:lnTo>
                  <a:lnTo>
                    <a:pt x="7933918" y="571499"/>
                  </a:lnTo>
                  <a:lnTo>
                    <a:pt x="7952968" y="571499"/>
                  </a:lnTo>
                  <a:lnTo>
                    <a:pt x="7952968" y="584199"/>
                  </a:lnTo>
                  <a:close/>
                </a:path>
                <a:path w="13754100" h="584200">
                  <a:moveTo>
                    <a:pt x="7978355" y="584199"/>
                  </a:moveTo>
                  <a:lnTo>
                    <a:pt x="7959318" y="584199"/>
                  </a:lnTo>
                  <a:lnTo>
                    <a:pt x="7959318" y="571499"/>
                  </a:lnTo>
                  <a:lnTo>
                    <a:pt x="7978355" y="571499"/>
                  </a:lnTo>
                  <a:lnTo>
                    <a:pt x="7978355" y="584199"/>
                  </a:lnTo>
                  <a:close/>
                </a:path>
                <a:path w="13754100" h="584200">
                  <a:moveTo>
                    <a:pt x="8003755" y="584199"/>
                  </a:moveTo>
                  <a:lnTo>
                    <a:pt x="7984705" y="584199"/>
                  </a:lnTo>
                  <a:lnTo>
                    <a:pt x="7984705" y="571499"/>
                  </a:lnTo>
                  <a:lnTo>
                    <a:pt x="8003755" y="571499"/>
                  </a:lnTo>
                  <a:lnTo>
                    <a:pt x="8003755" y="584199"/>
                  </a:lnTo>
                  <a:close/>
                </a:path>
                <a:path w="13754100" h="584200">
                  <a:moveTo>
                    <a:pt x="8029143" y="584199"/>
                  </a:moveTo>
                  <a:lnTo>
                    <a:pt x="8010105" y="584199"/>
                  </a:lnTo>
                  <a:lnTo>
                    <a:pt x="8010105" y="571499"/>
                  </a:lnTo>
                  <a:lnTo>
                    <a:pt x="8029143" y="571499"/>
                  </a:lnTo>
                  <a:lnTo>
                    <a:pt x="8029143" y="584199"/>
                  </a:lnTo>
                  <a:close/>
                </a:path>
                <a:path w="13754100" h="584200">
                  <a:moveTo>
                    <a:pt x="8054543" y="584199"/>
                  </a:moveTo>
                  <a:lnTo>
                    <a:pt x="8035493" y="584199"/>
                  </a:lnTo>
                  <a:lnTo>
                    <a:pt x="8035493" y="571499"/>
                  </a:lnTo>
                  <a:lnTo>
                    <a:pt x="8054543" y="571499"/>
                  </a:lnTo>
                  <a:lnTo>
                    <a:pt x="8054543" y="584199"/>
                  </a:lnTo>
                  <a:close/>
                </a:path>
                <a:path w="13754100" h="584200">
                  <a:moveTo>
                    <a:pt x="8079930" y="584199"/>
                  </a:moveTo>
                  <a:lnTo>
                    <a:pt x="8060893" y="584199"/>
                  </a:lnTo>
                  <a:lnTo>
                    <a:pt x="8060893" y="571499"/>
                  </a:lnTo>
                  <a:lnTo>
                    <a:pt x="8079930" y="571499"/>
                  </a:lnTo>
                  <a:lnTo>
                    <a:pt x="8079930" y="584199"/>
                  </a:lnTo>
                  <a:close/>
                </a:path>
                <a:path w="13754100" h="584200">
                  <a:moveTo>
                    <a:pt x="8105330" y="584199"/>
                  </a:moveTo>
                  <a:lnTo>
                    <a:pt x="8086280" y="584199"/>
                  </a:lnTo>
                  <a:lnTo>
                    <a:pt x="8086280" y="571499"/>
                  </a:lnTo>
                  <a:lnTo>
                    <a:pt x="8105330" y="571499"/>
                  </a:lnTo>
                  <a:lnTo>
                    <a:pt x="8105330" y="584199"/>
                  </a:lnTo>
                  <a:close/>
                </a:path>
                <a:path w="13754100" h="584200">
                  <a:moveTo>
                    <a:pt x="8130717" y="584199"/>
                  </a:moveTo>
                  <a:lnTo>
                    <a:pt x="8111680" y="584199"/>
                  </a:lnTo>
                  <a:lnTo>
                    <a:pt x="8111680" y="571499"/>
                  </a:lnTo>
                  <a:lnTo>
                    <a:pt x="8130717" y="571499"/>
                  </a:lnTo>
                  <a:lnTo>
                    <a:pt x="8130717" y="584199"/>
                  </a:lnTo>
                  <a:close/>
                </a:path>
                <a:path w="13754100" h="584200">
                  <a:moveTo>
                    <a:pt x="8156117" y="584199"/>
                  </a:moveTo>
                  <a:lnTo>
                    <a:pt x="8137067" y="584199"/>
                  </a:lnTo>
                  <a:lnTo>
                    <a:pt x="8137067" y="571499"/>
                  </a:lnTo>
                  <a:lnTo>
                    <a:pt x="8156117" y="571499"/>
                  </a:lnTo>
                  <a:lnTo>
                    <a:pt x="8156117" y="584199"/>
                  </a:lnTo>
                  <a:close/>
                </a:path>
                <a:path w="13754100" h="584200">
                  <a:moveTo>
                    <a:pt x="8181505" y="584199"/>
                  </a:moveTo>
                  <a:lnTo>
                    <a:pt x="8162467" y="584199"/>
                  </a:lnTo>
                  <a:lnTo>
                    <a:pt x="8162467" y="571499"/>
                  </a:lnTo>
                  <a:lnTo>
                    <a:pt x="8181505" y="571499"/>
                  </a:lnTo>
                  <a:lnTo>
                    <a:pt x="8181505" y="584199"/>
                  </a:lnTo>
                  <a:close/>
                </a:path>
                <a:path w="13754100" h="584200">
                  <a:moveTo>
                    <a:pt x="8206905" y="584199"/>
                  </a:moveTo>
                  <a:lnTo>
                    <a:pt x="8187855" y="584199"/>
                  </a:lnTo>
                  <a:lnTo>
                    <a:pt x="8187855" y="571499"/>
                  </a:lnTo>
                  <a:lnTo>
                    <a:pt x="8206905" y="571499"/>
                  </a:lnTo>
                  <a:lnTo>
                    <a:pt x="8206905" y="584199"/>
                  </a:lnTo>
                  <a:close/>
                </a:path>
                <a:path w="13754100" h="584200">
                  <a:moveTo>
                    <a:pt x="8232305" y="584199"/>
                  </a:moveTo>
                  <a:lnTo>
                    <a:pt x="8213255" y="584199"/>
                  </a:lnTo>
                  <a:lnTo>
                    <a:pt x="8213255" y="571499"/>
                  </a:lnTo>
                  <a:lnTo>
                    <a:pt x="8232305" y="571499"/>
                  </a:lnTo>
                  <a:lnTo>
                    <a:pt x="8232305" y="584199"/>
                  </a:lnTo>
                  <a:close/>
                </a:path>
                <a:path w="13754100" h="584200">
                  <a:moveTo>
                    <a:pt x="8257692" y="584199"/>
                  </a:moveTo>
                  <a:lnTo>
                    <a:pt x="8238642" y="584199"/>
                  </a:lnTo>
                  <a:lnTo>
                    <a:pt x="8238642" y="571499"/>
                  </a:lnTo>
                  <a:lnTo>
                    <a:pt x="8257692" y="571499"/>
                  </a:lnTo>
                  <a:lnTo>
                    <a:pt x="8257692" y="584199"/>
                  </a:lnTo>
                  <a:close/>
                </a:path>
                <a:path w="13754100" h="584200">
                  <a:moveTo>
                    <a:pt x="8283079" y="584199"/>
                  </a:moveTo>
                  <a:lnTo>
                    <a:pt x="8264042" y="584199"/>
                  </a:lnTo>
                  <a:lnTo>
                    <a:pt x="8264042" y="571499"/>
                  </a:lnTo>
                  <a:lnTo>
                    <a:pt x="8283079" y="571499"/>
                  </a:lnTo>
                  <a:lnTo>
                    <a:pt x="8283079" y="584199"/>
                  </a:lnTo>
                  <a:close/>
                </a:path>
                <a:path w="13754100" h="584200">
                  <a:moveTo>
                    <a:pt x="8308479" y="584199"/>
                  </a:moveTo>
                  <a:lnTo>
                    <a:pt x="8289429" y="584199"/>
                  </a:lnTo>
                  <a:lnTo>
                    <a:pt x="8289429" y="571499"/>
                  </a:lnTo>
                  <a:lnTo>
                    <a:pt x="8308479" y="571499"/>
                  </a:lnTo>
                  <a:lnTo>
                    <a:pt x="8308479" y="584199"/>
                  </a:lnTo>
                  <a:close/>
                </a:path>
                <a:path w="13754100" h="584200">
                  <a:moveTo>
                    <a:pt x="8333879" y="584199"/>
                  </a:moveTo>
                  <a:lnTo>
                    <a:pt x="8314829" y="584199"/>
                  </a:lnTo>
                  <a:lnTo>
                    <a:pt x="8314829" y="571499"/>
                  </a:lnTo>
                  <a:lnTo>
                    <a:pt x="8333879" y="571499"/>
                  </a:lnTo>
                  <a:lnTo>
                    <a:pt x="8333879" y="584199"/>
                  </a:lnTo>
                  <a:close/>
                </a:path>
                <a:path w="13754100" h="584200">
                  <a:moveTo>
                    <a:pt x="8359267" y="584199"/>
                  </a:moveTo>
                  <a:lnTo>
                    <a:pt x="8340217" y="584199"/>
                  </a:lnTo>
                  <a:lnTo>
                    <a:pt x="8340217" y="571499"/>
                  </a:lnTo>
                  <a:lnTo>
                    <a:pt x="8359267" y="571499"/>
                  </a:lnTo>
                  <a:lnTo>
                    <a:pt x="8359267" y="584199"/>
                  </a:lnTo>
                  <a:close/>
                </a:path>
                <a:path w="13754100" h="584200">
                  <a:moveTo>
                    <a:pt x="8384667" y="584199"/>
                  </a:moveTo>
                  <a:lnTo>
                    <a:pt x="8365617" y="584199"/>
                  </a:lnTo>
                  <a:lnTo>
                    <a:pt x="8365617" y="571499"/>
                  </a:lnTo>
                  <a:lnTo>
                    <a:pt x="8384667" y="571499"/>
                  </a:lnTo>
                  <a:lnTo>
                    <a:pt x="8384667" y="584199"/>
                  </a:lnTo>
                  <a:close/>
                </a:path>
                <a:path w="13754100" h="584200">
                  <a:moveTo>
                    <a:pt x="8410054" y="584199"/>
                  </a:moveTo>
                  <a:lnTo>
                    <a:pt x="8391004" y="584199"/>
                  </a:lnTo>
                  <a:lnTo>
                    <a:pt x="8391004" y="571499"/>
                  </a:lnTo>
                  <a:lnTo>
                    <a:pt x="8410054" y="571499"/>
                  </a:lnTo>
                  <a:lnTo>
                    <a:pt x="8410054" y="584199"/>
                  </a:lnTo>
                  <a:close/>
                </a:path>
                <a:path w="13754100" h="584200">
                  <a:moveTo>
                    <a:pt x="8435454" y="584199"/>
                  </a:moveTo>
                  <a:lnTo>
                    <a:pt x="8416404" y="584199"/>
                  </a:lnTo>
                  <a:lnTo>
                    <a:pt x="8416404" y="571499"/>
                  </a:lnTo>
                  <a:lnTo>
                    <a:pt x="8435454" y="571499"/>
                  </a:lnTo>
                  <a:lnTo>
                    <a:pt x="8435454" y="584199"/>
                  </a:lnTo>
                  <a:close/>
                </a:path>
                <a:path w="13754100" h="584200">
                  <a:moveTo>
                    <a:pt x="8460841" y="584199"/>
                  </a:moveTo>
                  <a:lnTo>
                    <a:pt x="8441791" y="584199"/>
                  </a:lnTo>
                  <a:lnTo>
                    <a:pt x="8441791" y="571499"/>
                  </a:lnTo>
                  <a:lnTo>
                    <a:pt x="8460841" y="571499"/>
                  </a:lnTo>
                  <a:lnTo>
                    <a:pt x="8460841" y="584199"/>
                  </a:lnTo>
                  <a:close/>
                </a:path>
                <a:path w="13754100" h="584200">
                  <a:moveTo>
                    <a:pt x="8486241" y="584199"/>
                  </a:moveTo>
                  <a:lnTo>
                    <a:pt x="8467191" y="584199"/>
                  </a:lnTo>
                  <a:lnTo>
                    <a:pt x="8467191" y="571499"/>
                  </a:lnTo>
                  <a:lnTo>
                    <a:pt x="8486241" y="571499"/>
                  </a:lnTo>
                  <a:lnTo>
                    <a:pt x="8486241" y="584199"/>
                  </a:lnTo>
                  <a:close/>
                </a:path>
                <a:path w="13754100" h="584200">
                  <a:moveTo>
                    <a:pt x="8511628" y="584199"/>
                  </a:moveTo>
                  <a:lnTo>
                    <a:pt x="8492578" y="584199"/>
                  </a:lnTo>
                  <a:lnTo>
                    <a:pt x="8492578" y="571499"/>
                  </a:lnTo>
                  <a:lnTo>
                    <a:pt x="8511628" y="571499"/>
                  </a:lnTo>
                  <a:lnTo>
                    <a:pt x="8511628" y="584199"/>
                  </a:lnTo>
                  <a:close/>
                </a:path>
                <a:path w="13754100" h="584200">
                  <a:moveTo>
                    <a:pt x="8537028" y="584199"/>
                  </a:moveTo>
                  <a:lnTo>
                    <a:pt x="8517978" y="584199"/>
                  </a:lnTo>
                  <a:lnTo>
                    <a:pt x="8517978" y="571499"/>
                  </a:lnTo>
                  <a:lnTo>
                    <a:pt x="8537028" y="571499"/>
                  </a:lnTo>
                  <a:lnTo>
                    <a:pt x="8537028" y="584199"/>
                  </a:lnTo>
                  <a:close/>
                </a:path>
                <a:path w="13754100" h="584200">
                  <a:moveTo>
                    <a:pt x="8562416" y="584199"/>
                  </a:moveTo>
                  <a:lnTo>
                    <a:pt x="8543366" y="584199"/>
                  </a:lnTo>
                  <a:lnTo>
                    <a:pt x="8543366" y="571499"/>
                  </a:lnTo>
                  <a:lnTo>
                    <a:pt x="8562416" y="571499"/>
                  </a:lnTo>
                  <a:lnTo>
                    <a:pt x="8562416" y="584199"/>
                  </a:lnTo>
                  <a:close/>
                </a:path>
                <a:path w="13754100" h="584200">
                  <a:moveTo>
                    <a:pt x="8587816" y="584199"/>
                  </a:moveTo>
                  <a:lnTo>
                    <a:pt x="8568766" y="584199"/>
                  </a:lnTo>
                  <a:lnTo>
                    <a:pt x="8568766" y="571499"/>
                  </a:lnTo>
                  <a:lnTo>
                    <a:pt x="8587816" y="571499"/>
                  </a:lnTo>
                  <a:lnTo>
                    <a:pt x="8587816" y="584199"/>
                  </a:lnTo>
                  <a:close/>
                </a:path>
                <a:path w="13754100" h="584200">
                  <a:moveTo>
                    <a:pt x="8613203" y="584199"/>
                  </a:moveTo>
                  <a:lnTo>
                    <a:pt x="8594166" y="584199"/>
                  </a:lnTo>
                  <a:lnTo>
                    <a:pt x="8594166" y="571499"/>
                  </a:lnTo>
                  <a:lnTo>
                    <a:pt x="8613203" y="571499"/>
                  </a:lnTo>
                  <a:lnTo>
                    <a:pt x="8613203" y="584199"/>
                  </a:lnTo>
                  <a:close/>
                </a:path>
                <a:path w="13754100" h="584200">
                  <a:moveTo>
                    <a:pt x="8638603" y="584199"/>
                  </a:moveTo>
                  <a:lnTo>
                    <a:pt x="8619553" y="584199"/>
                  </a:lnTo>
                  <a:lnTo>
                    <a:pt x="8619553" y="571499"/>
                  </a:lnTo>
                  <a:lnTo>
                    <a:pt x="8638603" y="571499"/>
                  </a:lnTo>
                  <a:lnTo>
                    <a:pt x="8638603" y="584199"/>
                  </a:lnTo>
                  <a:close/>
                </a:path>
                <a:path w="13754100" h="584200">
                  <a:moveTo>
                    <a:pt x="8663990" y="584199"/>
                  </a:moveTo>
                  <a:lnTo>
                    <a:pt x="8644953" y="584199"/>
                  </a:lnTo>
                  <a:lnTo>
                    <a:pt x="8644953" y="571499"/>
                  </a:lnTo>
                  <a:lnTo>
                    <a:pt x="8663990" y="571499"/>
                  </a:lnTo>
                  <a:lnTo>
                    <a:pt x="8663990" y="584199"/>
                  </a:lnTo>
                  <a:close/>
                </a:path>
                <a:path w="13754100" h="584200">
                  <a:moveTo>
                    <a:pt x="8689390" y="584199"/>
                  </a:moveTo>
                  <a:lnTo>
                    <a:pt x="8670340" y="584199"/>
                  </a:lnTo>
                  <a:lnTo>
                    <a:pt x="8670340" y="571499"/>
                  </a:lnTo>
                  <a:lnTo>
                    <a:pt x="8689390" y="571499"/>
                  </a:lnTo>
                  <a:lnTo>
                    <a:pt x="8689390" y="584199"/>
                  </a:lnTo>
                  <a:close/>
                </a:path>
                <a:path w="13754100" h="584200">
                  <a:moveTo>
                    <a:pt x="8714778" y="584199"/>
                  </a:moveTo>
                  <a:lnTo>
                    <a:pt x="8695740" y="584199"/>
                  </a:lnTo>
                  <a:lnTo>
                    <a:pt x="8695740" y="571499"/>
                  </a:lnTo>
                  <a:lnTo>
                    <a:pt x="8714778" y="571499"/>
                  </a:lnTo>
                  <a:lnTo>
                    <a:pt x="8714778" y="584199"/>
                  </a:lnTo>
                  <a:close/>
                </a:path>
                <a:path w="13754100" h="584200">
                  <a:moveTo>
                    <a:pt x="8740178" y="584199"/>
                  </a:moveTo>
                  <a:lnTo>
                    <a:pt x="8721128" y="584199"/>
                  </a:lnTo>
                  <a:lnTo>
                    <a:pt x="8721128" y="571499"/>
                  </a:lnTo>
                  <a:lnTo>
                    <a:pt x="8740178" y="571499"/>
                  </a:lnTo>
                  <a:lnTo>
                    <a:pt x="8740178" y="584199"/>
                  </a:lnTo>
                  <a:close/>
                </a:path>
                <a:path w="13754100" h="584200">
                  <a:moveTo>
                    <a:pt x="8765565" y="584199"/>
                  </a:moveTo>
                  <a:lnTo>
                    <a:pt x="8746528" y="584199"/>
                  </a:lnTo>
                  <a:lnTo>
                    <a:pt x="8746528" y="571499"/>
                  </a:lnTo>
                  <a:lnTo>
                    <a:pt x="8765565" y="571499"/>
                  </a:lnTo>
                  <a:lnTo>
                    <a:pt x="8765565" y="584199"/>
                  </a:lnTo>
                  <a:close/>
                </a:path>
                <a:path w="13754100" h="584200">
                  <a:moveTo>
                    <a:pt x="8790965" y="584199"/>
                  </a:moveTo>
                  <a:lnTo>
                    <a:pt x="8771915" y="584199"/>
                  </a:lnTo>
                  <a:lnTo>
                    <a:pt x="8771915" y="571499"/>
                  </a:lnTo>
                  <a:lnTo>
                    <a:pt x="8790965" y="571499"/>
                  </a:lnTo>
                  <a:lnTo>
                    <a:pt x="8790965" y="584199"/>
                  </a:lnTo>
                  <a:close/>
                </a:path>
                <a:path w="13754100" h="584200">
                  <a:moveTo>
                    <a:pt x="8816352" y="584199"/>
                  </a:moveTo>
                  <a:lnTo>
                    <a:pt x="8797315" y="584199"/>
                  </a:lnTo>
                  <a:lnTo>
                    <a:pt x="8797315" y="571499"/>
                  </a:lnTo>
                  <a:lnTo>
                    <a:pt x="8816352" y="571499"/>
                  </a:lnTo>
                  <a:lnTo>
                    <a:pt x="8816352" y="584199"/>
                  </a:lnTo>
                  <a:close/>
                </a:path>
                <a:path w="13754100" h="584200">
                  <a:moveTo>
                    <a:pt x="8841752" y="584199"/>
                  </a:moveTo>
                  <a:lnTo>
                    <a:pt x="8822702" y="584199"/>
                  </a:lnTo>
                  <a:lnTo>
                    <a:pt x="8822702" y="571499"/>
                  </a:lnTo>
                  <a:lnTo>
                    <a:pt x="8841752" y="571499"/>
                  </a:lnTo>
                  <a:lnTo>
                    <a:pt x="8841752" y="584199"/>
                  </a:lnTo>
                  <a:close/>
                </a:path>
                <a:path w="13754100" h="584200">
                  <a:moveTo>
                    <a:pt x="8867140" y="584199"/>
                  </a:moveTo>
                  <a:lnTo>
                    <a:pt x="8848102" y="584199"/>
                  </a:lnTo>
                  <a:lnTo>
                    <a:pt x="8848102" y="571499"/>
                  </a:lnTo>
                  <a:lnTo>
                    <a:pt x="8867140" y="571499"/>
                  </a:lnTo>
                  <a:lnTo>
                    <a:pt x="8867140" y="584199"/>
                  </a:lnTo>
                  <a:close/>
                </a:path>
                <a:path w="13754100" h="584200">
                  <a:moveTo>
                    <a:pt x="8892540" y="584199"/>
                  </a:moveTo>
                  <a:lnTo>
                    <a:pt x="8873490" y="584199"/>
                  </a:lnTo>
                  <a:lnTo>
                    <a:pt x="8873490" y="571499"/>
                  </a:lnTo>
                  <a:lnTo>
                    <a:pt x="8892540" y="571499"/>
                  </a:lnTo>
                  <a:lnTo>
                    <a:pt x="8892540" y="584199"/>
                  </a:lnTo>
                  <a:close/>
                </a:path>
                <a:path w="13754100" h="584200">
                  <a:moveTo>
                    <a:pt x="8917927" y="584199"/>
                  </a:moveTo>
                  <a:lnTo>
                    <a:pt x="8898890" y="584199"/>
                  </a:lnTo>
                  <a:lnTo>
                    <a:pt x="8898890" y="571499"/>
                  </a:lnTo>
                  <a:lnTo>
                    <a:pt x="8917927" y="571499"/>
                  </a:lnTo>
                  <a:lnTo>
                    <a:pt x="8917927" y="584199"/>
                  </a:lnTo>
                  <a:close/>
                </a:path>
                <a:path w="13754100" h="584200">
                  <a:moveTo>
                    <a:pt x="8943327" y="584199"/>
                  </a:moveTo>
                  <a:lnTo>
                    <a:pt x="8924277" y="584199"/>
                  </a:lnTo>
                  <a:lnTo>
                    <a:pt x="8924277" y="571499"/>
                  </a:lnTo>
                  <a:lnTo>
                    <a:pt x="8943327" y="571499"/>
                  </a:lnTo>
                  <a:lnTo>
                    <a:pt x="8943327" y="584199"/>
                  </a:lnTo>
                  <a:close/>
                </a:path>
                <a:path w="13754100" h="584200">
                  <a:moveTo>
                    <a:pt x="8968714" y="584199"/>
                  </a:moveTo>
                  <a:lnTo>
                    <a:pt x="8949677" y="584199"/>
                  </a:lnTo>
                  <a:lnTo>
                    <a:pt x="8949677" y="571499"/>
                  </a:lnTo>
                  <a:lnTo>
                    <a:pt x="8968714" y="571499"/>
                  </a:lnTo>
                  <a:lnTo>
                    <a:pt x="8968714" y="584199"/>
                  </a:lnTo>
                  <a:close/>
                </a:path>
                <a:path w="13754100" h="584200">
                  <a:moveTo>
                    <a:pt x="8994114" y="584199"/>
                  </a:moveTo>
                  <a:lnTo>
                    <a:pt x="8975064" y="584199"/>
                  </a:lnTo>
                  <a:lnTo>
                    <a:pt x="8975064" y="571499"/>
                  </a:lnTo>
                  <a:lnTo>
                    <a:pt x="8994114" y="571499"/>
                  </a:lnTo>
                  <a:lnTo>
                    <a:pt x="8994114" y="584199"/>
                  </a:lnTo>
                  <a:close/>
                </a:path>
                <a:path w="13754100" h="584200">
                  <a:moveTo>
                    <a:pt x="9019501" y="584199"/>
                  </a:moveTo>
                  <a:lnTo>
                    <a:pt x="9000464" y="584199"/>
                  </a:lnTo>
                  <a:lnTo>
                    <a:pt x="9000464" y="571499"/>
                  </a:lnTo>
                  <a:lnTo>
                    <a:pt x="9019501" y="571499"/>
                  </a:lnTo>
                  <a:lnTo>
                    <a:pt x="9019501" y="584199"/>
                  </a:lnTo>
                  <a:close/>
                </a:path>
                <a:path w="13754100" h="584200">
                  <a:moveTo>
                    <a:pt x="9044901" y="584199"/>
                  </a:moveTo>
                  <a:lnTo>
                    <a:pt x="9025851" y="584199"/>
                  </a:lnTo>
                  <a:lnTo>
                    <a:pt x="9025851" y="571499"/>
                  </a:lnTo>
                  <a:lnTo>
                    <a:pt x="9044901" y="571499"/>
                  </a:lnTo>
                  <a:lnTo>
                    <a:pt x="9044901" y="584199"/>
                  </a:lnTo>
                  <a:close/>
                </a:path>
                <a:path w="13754100" h="584200">
                  <a:moveTo>
                    <a:pt x="9070289" y="584199"/>
                  </a:moveTo>
                  <a:lnTo>
                    <a:pt x="9051251" y="584199"/>
                  </a:lnTo>
                  <a:lnTo>
                    <a:pt x="9051251" y="571499"/>
                  </a:lnTo>
                  <a:lnTo>
                    <a:pt x="9070289" y="571499"/>
                  </a:lnTo>
                  <a:lnTo>
                    <a:pt x="9070289" y="584199"/>
                  </a:lnTo>
                  <a:close/>
                </a:path>
                <a:path w="13754100" h="584200">
                  <a:moveTo>
                    <a:pt x="9095689" y="584199"/>
                  </a:moveTo>
                  <a:lnTo>
                    <a:pt x="9076639" y="584199"/>
                  </a:lnTo>
                  <a:lnTo>
                    <a:pt x="9076639" y="571499"/>
                  </a:lnTo>
                  <a:lnTo>
                    <a:pt x="9095689" y="571499"/>
                  </a:lnTo>
                  <a:lnTo>
                    <a:pt x="9095689" y="584199"/>
                  </a:lnTo>
                  <a:close/>
                </a:path>
                <a:path w="13754100" h="584200">
                  <a:moveTo>
                    <a:pt x="9121076" y="584199"/>
                  </a:moveTo>
                  <a:lnTo>
                    <a:pt x="9102039" y="584199"/>
                  </a:lnTo>
                  <a:lnTo>
                    <a:pt x="9102039" y="571499"/>
                  </a:lnTo>
                  <a:lnTo>
                    <a:pt x="9121076" y="571499"/>
                  </a:lnTo>
                  <a:lnTo>
                    <a:pt x="9121076" y="584199"/>
                  </a:lnTo>
                  <a:close/>
                </a:path>
                <a:path w="13754100" h="584200">
                  <a:moveTo>
                    <a:pt x="9146476" y="584199"/>
                  </a:moveTo>
                  <a:lnTo>
                    <a:pt x="9127426" y="584199"/>
                  </a:lnTo>
                  <a:lnTo>
                    <a:pt x="9127426" y="571499"/>
                  </a:lnTo>
                  <a:lnTo>
                    <a:pt x="9146476" y="571499"/>
                  </a:lnTo>
                  <a:lnTo>
                    <a:pt x="9146476" y="584199"/>
                  </a:lnTo>
                  <a:close/>
                </a:path>
                <a:path w="13754100" h="584200">
                  <a:moveTo>
                    <a:pt x="9171863" y="584199"/>
                  </a:moveTo>
                  <a:lnTo>
                    <a:pt x="9152826" y="584199"/>
                  </a:lnTo>
                  <a:lnTo>
                    <a:pt x="9152826" y="571499"/>
                  </a:lnTo>
                  <a:lnTo>
                    <a:pt x="9171863" y="571499"/>
                  </a:lnTo>
                  <a:lnTo>
                    <a:pt x="9171863" y="584199"/>
                  </a:lnTo>
                  <a:close/>
                </a:path>
                <a:path w="13754100" h="584200">
                  <a:moveTo>
                    <a:pt x="9197263" y="584199"/>
                  </a:moveTo>
                  <a:lnTo>
                    <a:pt x="9178213" y="584199"/>
                  </a:lnTo>
                  <a:lnTo>
                    <a:pt x="9178213" y="571499"/>
                  </a:lnTo>
                  <a:lnTo>
                    <a:pt x="9197263" y="571499"/>
                  </a:lnTo>
                  <a:lnTo>
                    <a:pt x="9197263" y="584199"/>
                  </a:lnTo>
                  <a:close/>
                </a:path>
                <a:path w="13754100" h="584200">
                  <a:moveTo>
                    <a:pt x="9222651" y="584199"/>
                  </a:moveTo>
                  <a:lnTo>
                    <a:pt x="9203613" y="584199"/>
                  </a:lnTo>
                  <a:lnTo>
                    <a:pt x="9203613" y="571499"/>
                  </a:lnTo>
                  <a:lnTo>
                    <a:pt x="9222651" y="571499"/>
                  </a:lnTo>
                  <a:lnTo>
                    <a:pt x="9222651" y="584199"/>
                  </a:lnTo>
                  <a:close/>
                </a:path>
                <a:path w="13754100" h="584200">
                  <a:moveTo>
                    <a:pt x="9248051" y="584199"/>
                  </a:moveTo>
                  <a:lnTo>
                    <a:pt x="9229001" y="584199"/>
                  </a:lnTo>
                  <a:lnTo>
                    <a:pt x="9229001" y="571499"/>
                  </a:lnTo>
                  <a:lnTo>
                    <a:pt x="9248051" y="571499"/>
                  </a:lnTo>
                  <a:lnTo>
                    <a:pt x="9248051" y="584199"/>
                  </a:lnTo>
                  <a:close/>
                </a:path>
                <a:path w="13754100" h="584200">
                  <a:moveTo>
                    <a:pt x="9273451" y="584199"/>
                  </a:moveTo>
                  <a:lnTo>
                    <a:pt x="9254401" y="584199"/>
                  </a:lnTo>
                  <a:lnTo>
                    <a:pt x="9254401" y="571499"/>
                  </a:lnTo>
                  <a:lnTo>
                    <a:pt x="9273451" y="571499"/>
                  </a:lnTo>
                  <a:lnTo>
                    <a:pt x="9273451" y="584199"/>
                  </a:lnTo>
                  <a:close/>
                </a:path>
                <a:path w="13754100" h="584200">
                  <a:moveTo>
                    <a:pt x="9298838" y="584199"/>
                  </a:moveTo>
                  <a:lnTo>
                    <a:pt x="9279788" y="584199"/>
                  </a:lnTo>
                  <a:lnTo>
                    <a:pt x="9279788" y="571499"/>
                  </a:lnTo>
                  <a:lnTo>
                    <a:pt x="9298838" y="571499"/>
                  </a:lnTo>
                  <a:lnTo>
                    <a:pt x="9298838" y="584199"/>
                  </a:lnTo>
                  <a:close/>
                </a:path>
                <a:path w="13754100" h="584200">
                  <a:moveTo>
                    <a:pt x="9324225" y="584199"/>
                  </a:moveTo>
                  <a:lnTo>
                    <a:pt x="9305188" y="584199"/>
                  </a:lnTo>
                  <a:lnTo>
                    <a:pt x="9305188" y="571499"/>
                  </a:lnTo>
                  <a:lnTo>
                    <a:pt x="9324225" y="571499"/>
                  </a:lnTo>
                  <a:lnTo>
                    <a:pt x="9324225" y="584199"/>
                  </a:lnTo>
                  <a:close/>
                </a:path>
                <a:path w="13754100" h="584200">
                  <a:moveTo>
                    <a:pt x="9349625" y="584199"/>
                  </a:moveTo>
                  <a:lnTo>
                    <a:pt x="9330575" y="584199"/>
                  </a:lnTo>
                  <a:lnTo>
                    <a:pt x="9330575" y="571499"/>
                  </a:lnTo>
                  <a:lnTo>
                    <a:pt x="9349625" y="571499"/>
                  </a:lnTo>
                  <a:lnTo>
                    <a:pt x="9349625" y="584199"/>
                  </a:lnTo>
                  <a:close/>
                </a:path>
                <a:path w="13754100" h="584200">
                  <a:moveTo>
                    <a:pt x="9375013" y="584199"/>
                  </a:moveTo>
                  <a:lnTo>
                    <a:pt x="9355975" y="584199"/>
                  </a:lnTo>
                  <a:lnTo>
                    <a:pt x="9355975" y="571499"/>
                  </a:lnTo>
                  <a:lnTo>
                    <a:pt x="9375013" y="571499"/>
                  </a:lnTo>
                  <a:lnTo>
                    <a:pt x="9375013" y="584199"/>
                  </a:lnTo>
                  <a:close/>
                </a:path>
                <a:path w="13754100" h="584200">
                  <a:moveTo>
                    <a:pt x="9400413" y="584199"/>
                  </a:moveTo>
                  <a:lnTo>
                    <a:pt x="9381363" y="584199"/>
                  </a:lnTo>
                  <a:lnTo>
                    <a:pt x="9381363" y="571499"/>
                  </a:lnTo>
                  <a:lnTo>
                    <a:pt x="9400413" y="571499"/>
                  </a:lnTo>
                  <a:lnTo>
                    <a:pt x="9400413" y="584199"/>
                  </a:lnTo>
                  <a:close/>
                </a:path>
                <a:path w="13754100" h="584200">
                  <a:moveTo>
                    <a:pt x="9425813" y="584199"/>
                  </a:moveTo>
                  <a:lnTo>
                    <a:pt x="9406763" y="584199"/>
                  </a:lnTo>
                  <a:lnTo>
                    <a:pt x="9406763" y="571499"/>
                  </a:lnTo>
                  <a:lnTo>
                    <a:pt x="9425813" y="571499"/>
                  </a:lnTo>
                  <a:lnTo>
                    <a:pt x="9425813" y="584199"/>
                  </a:lnTo>
                  <a:close/>
                </a:path>
                <a:path w="13754100" h="584200">
                  <a:moveTo>
                    <a:pt x="9451200" y="584199"/>
                  </a:moveTo>
                  <a:lnTo>
                    <a:pt x="9432150" y="584199"/>
                  </a:lnTo>
                  <a:lnTo>
                    <a:pt x="9432150" y="571499"/>
                  </a:lnTo>
                  <a:lnTo>
                    <a:pt x="9451200" y="571499"/>
                  </a:lnTo>
                  <a:lnTo>
                    <a:pt x="9451200" y="584199"/>
                  </a:lnTo>
                  <a:close/>
                </a:path>
                <a:path w="13754100" h="584200">
                  <a:moveTo>
                    <a:pt x="9476600" y="584199"/>
                  </a:moveTo>
                  <a:lnTo>
                    <a:pt x="9457550" y="584199"/>
                  </a:lnTo>
                  <a:lnTo>
                    <a:pt x="9457550" y="571499"/>
                  </a:lnTo>
                  <a:lnTo>
                    <a:pt x="9476600" y="571499"/>
                  </a:lnTo>
                  <a:lnTo>
                    <a:pt x="9476600" y="584199"/>
                  </a:lnTo>
                  <a:close/>
                </a:path>
                <a:path w="13754100" h="584200">
                  <a:moveTo>
                    <a:pt x="9501987" y="584199"/>
                  </a:moveTo>
                  <a:lnTo>
                    <a:pt x="9482937" y="584199"/>
                  </a:lnTo>
                  <a:lnTo>
                    <a:pt x="9482937" y="571499"/>
                  </a:lnTo>
                  <a:lnTo>
                    <a:pt x="9501987" y="571499"/>
                  </a:lnTo>
                  <a:lnTo>
                    <a:pt x="9501987" y="584199"/>
                  </a:lnTo>
                  <a:close/>
                </a:path>
                <a:path w="13754100" h="584200">
                  <a:moveTo>
                    <a:pt x="9527387" y="584199"/>
                  </a:moveTo>
                  <a:lnTo>
                    <a:pt x="9508337" y="584199"/>
                  </a:lnTo>
                  <a:lnTo>
                    <a:pt x="9508337" y="571499"/>
                  </a:lnTo>
                  <a:lnTo>
                    <a:pt x="9527387" y="571499"/>
                  </a:lnTo>
                  <a:lnTo>
                    <a:pt x="9527387" y="584199"/>
                  </a:lnTo>
                  <a:close/>
                </a:path>
                <a:path w="13754100" h="584200">
                  <a:moveTo>
                    <a:pt x="9552774" y="584199"/>
                  </a:moveTo>
                  <a:lnTo>
                    <a:pt x="9533724" y="584199"/>
                  </a:lnTo>
                  <a:lnTo>
                    <a:pt x="9533724" y="571499"/>
                  </a:lnTo>
                  <a:lnTo>
                    <a:pt x="9552774" y="571499"/>
                  </a:lnTo>
                  <a:lnTo>
                    <a:pt x="9552774" y="584199"/>
                  </a:lnTo>
                  <a:close/>
                </a:path>
                <a:path w="13754100" h="584200">
                  <a:moveTo>
                    <a:pt x="9578174" y="584199"/>
                  </a:moveTo>
                  <a:lnTo>
                    <a:pt x="9559124" y="584199"/>
                  </a:lnTo>
                  <a:lnTo>
                    <a:pt x="9559124" y="571499"/>
                  </a:lnTo>
                  <a:lnTo>
                    <a:pt x="9578174" y="571499"/>
                  </a:lnTo>
                  <a:lnTo>
                    <a:pt x="9578174" y="584199"/>
                  </a:lnTo>
                  <a:close/>
                </a:path>
                <a:path w="13754100" h="584200">
                  <a:moveTo>
                    <a:pt x="9603562" y="584199"/>
                  </a:moveTo>
                  <a:lnTo>
                    <a:pt x="9584512" y="584199"/>
                  </a:lnTo>
                  <a:lnTo>
                    <a:pt x="9584512" y="571499"/>
                  </a:lnTo>
                  <a:lnTo>
                    <a:pt x="9603562" y="571499"/>
                  </a:lnTo>
                  <a:lnTo>
                    <a:pt x="9603562" y="584199"/>
                  </a:lnTo>
                  <a:close/>
                </a:path>
                <a:path w="13754100" h="584200">
                  <a:moveTo>
                    <a:pt x="9628962" y="584199"/>
                  </a:moveTo>
                  <a:lnTo>
                    <a:pt x="9609912" y="584199"/>
                  </a:lnTo>
                  <a:lnTo>
                    <a:pt x="9609912" y="571499"/>
                  </a:lnTo>
                  <a:lnTo>
                    <a:pt x="9628962" y="571499"/>
                  </a:lnTo>
                  <a:lnTo>
                    <a:pt x="9628962" y="584199"/>
                  </a:lnTo>
                  <a:close/>
                </a:path>
                <a:path w="13754100" h="584200">
                  <a:moveTo>
                    <a:pt x="9654349" y="584199"/>
                  </a:moveTo>
                  <a:lnTo>
                    <a:pt x="9635299" y="584199"/>
                  </a:lnTo>
                  <a:lnTo>
                    <a:pt x="9635299" y="571499"/>
                  </a:lnTo>
                  <a:lnTo>
                    <a:pt x="9654349" y="571499"/>
                  </a:lnTo>
                  <a:lnTo>
                    <a:pt x="9654349" y="584199"/>
                  </a:lnTo>
                  <a:close/>
                </a:path>
                <a:path w="13754100" h="584200">
                  <a:moveTo>
                    <a:pt x="9679749" y="584199"/>
                  </a:moveTo>
                  <a:lnTo>
                    <a:pt x="9660699" y="584199"/>
                  </a:lnTo>
                  <a:lnTo>
                    <a:pt x="9660699" y="571499"/>
                  </a:lnTo>
                  <a:lnTo>
                    <a:pt x="9679749" y="571499"/>
                  </a:lnTo>
                  <a:lnTo>
                    <a:pt x="9679749" y="584199"/>
                  </a:lnTo>
                  <a:close/>
                </a:path>
                <a:path w="13754100" h="584200">
                  <a:moveTo>
                    <a:pt x="9705136" y="584199"/>
                  </a:moveTo>
                  <a:lnTo>
                    <a:pt x="9686099" y="584199"/>
                  </a:lnTo>
                  <a:lnTo>
                    <a:pt x="9686099" y="571499"/>
                  </a:lnTo>
                  <a:lnTo>
                    <a:pt x="9705136" y="571499"/>
                  </a:lnTo>
                  <a:lnTo>
                    <a:pt x="9705136" y="584199"/>
                  </a:lnTo>
                  <a:close/>
                </a:path>
                <a:path w="13754100" h="584200">
                  <a:moveTo>
                    <a:pt x="9730536" y="584199"/>
                  </a:moveTo>
                  <a:lnTo>
                    <a:pt x="9711486" y="584199"/>
                  </a:lnTo>
                  <a:lnTo>
                    <a:pt x="9711486" y="571499"/>
                  </a:lnTo>
                  <a:lnTo>
                    <a:pt x="9730536" y="571499"/>
                  </a:lnTo>
                  <a:lnTo>
                    <a:pt x="9730536" y="584199"/>
                  </a:lnTo>
                  <a:close/>
                </a:path>
                <a:path w="13754100" h="584200">
                  <a:moveTo>
                    <a:pt x="9755924" y="584199"/>
                  </a:moveTo>
                  <a:lnTo>
                    <a:pt x="9736886" y="584199"/>
                  </a:lnTo>
                  <a:lnTo>
                    <a:pt x="9736886" y="571499"/>
                  </a:lnTo>
                  <a:lnTo>
                    <a:pt x="9755924" y="571499"/>
                  </a:lnTo>
                  <a:lnTo>
                    <a:pt x="9755924" y="584199"/>
                  </a:lnTo>
                  <a:close/>
                </a:path>
                <a:path w="13754100" h="584200">
                  <a:moveTo>
                    <a:pt x="9781324" y="584199"/>
                  </a:moveTo>
                  <a:lnTo>
                    <a:pt x="9762274" y="584199"/>
                  </a:lnTo>
                  <a:lnTo>
                    <a:pt x="9762274" y="571499"/>
                  </a:lnTo>
                  <a:lnTo>
                    <a:pt x="9781324" y="571499"/>
                  </a:lnTo>
                  <a:lnTo>
                    <a:pt x="9781324" y="584199"/>
                  </a:lnTo>
                  <a:close/>
                </a:path>
                <a:path w="13754100" h="584200">
                  <a:moveTo>
                    <a:pt x="9806711" y="584199"/>
                  </a:moveTo>
                  <a:lnTo>
                    <a:pt x="9787674" y="584199"/>
                  </a:lnTo>
                  <a:lnTo>
                    <a:pt x="9787674" y="571499"/>
                  </a:lnTo>
                  <a:lnTo>
                    <a:pt x="9806711" y="571499"/>
                  </a:lnTo>
                  <a:lnTo>
                    <a:pt x="9806711" y="584199"/>
                  </a:lnTo>
                  <a:close/>
                </a:path>
                <a:path w="13754100" h="584200">
                  <a:moveTo>
                    <a:pt x="9832111" y="584199"/>
                  </a:moveTo>
                  <a:lnTo>
                    <a:pt x="9813061" y="584199"/>
                  </a:lnTo>
                  <a:lnTo>
                    <a:pt x="9813061" y="571499"/>
                  </a:lnTo>
                  <a:lnTo>
                    <a:pt x="9832111" y="571499"/>
                  </a:lnTo>
                  <a:lnTo>
                    <a:pt x="9832111" y="584199"/>
                  </a:lnTo>
                  <a:close/>
                </a:path>
                <a:path w="13754100" h="584200">
                  <a:moveTo>
                    <a:pt x="9857498" y="584199"/>
                  </a:moveTo>
                  <a:lnTo>
                    <a:pt x="9838461" y="584199"/>
                  </a:lnTo>
                  <a:lnTo>
                    <a:pt x="9838461" y="571499"/>
                  </a:lnTo>
                  <a:lnTo>
                    <a:pt x="9857498" y="571499"/>
                  </a:lnTo>
                  <a:lnTo>
                    <a:pt x="9857498" y="584199"/>
                  </a:lnTo>
                  <a:close/>
                </a:path>
                <a:path w="13754100" h="584200">
                  <a:moveTo>
                    <a:pt x="9882898" y="584199"/>
                  </a:moveTo>
                  <a:lnTo>
                    <a:pt x="9863848" y="584199"/>
                  </a:lnTo>
                  <a:lnTo>
                    <a:pt x="9863848" y="571499"/>
                  </a:lnTo>
                  <a:lnTo>
                    <a:pt x="9882898" y="571499"/>
                  </a:lnTo>
                  <a:lnTo>
                    <a:pt x="9882898" y="584199"/>
                  </a:lnTo>
                  <a:close/>
                </a:path>
                <a:path w="13754100" h="584200">
                  <a:moveTo>
                    <a:pt x="9908286" y="584199"/>
                  </a:moveTo>
                  <a:lnTo>
                    <a:pt x="9889248" y="584199"/>
                  </a:lnTo>
                  <a:lnTo>
                    <a:pt x="9889248" y="571499"/>
                  </a:lnTo>
                  <a:lnTo>
                    <a:pt x="9908286" y="571499"/>
                  </a:lnTo>
                  <a:lnTo>
                    <a:pt x="9908286" y="584199"/>
                  </a:lnTo>
                  <a:close/>
                </a:path>
                <a:path w="13754100" h="584200">
                  <a:moveTo>
                    <a:pt x="9933686" y="584199"/>
                  </a:moveTo>
                  <a:lnTo>
                    <a:pt x="9914636" y="584199"/>
                  </a:lnTo>
                  <a:lnTo>
                    <a:pt x="9914636" y="571499"/>
                  </a:lnTo>
                  <a:lnTo>
                    <a:pt x="9933686" y="571499"/>
                  </a:lnTo>
                  <a:lnTo>
                    <a:pt x="9933686" y="584199"/>
                  </a:lnTo>
                  <a:close/>
                </a:path>
                <a:path w="13754100" h="584200">
                  <a:moveTo>
                    <a:pt x="9959073" y="584199"/>
                  </a:moveTo>
                  <a:lnTo>
                    <a:pt x="9940036" y="584199"/>
                  </a:lnTo>
                  <a:lnTo>
                    <a:pt x="9940036" y="571499"/>
                  </a:lnTo>
                  <a:lnTo>
                    <a:pt x="9959073" y="571499"/>
                  </a:lnTo>
                  <a:lnTo>
                    <a:pt x="9959073" y="584199"/>
                  </a:lnTo>
                  <a:close/>
                </a:path>
                <a:path w="13754100" h="584200">
                  <a:moveTo>
                    <a:pt x="9984473" y="584199"/>
                  </a:moveTo>
                  <a:lnTo>
                    <a:pt x="9965423" y="584199"/>
                  </a:lnTo>
                  <a:lnTo>
                    <a:pt x="9965423" y="571499"/>
                  </a:lnTo>
                  <a:lnTo>
                    <a:pt x="9984473" y="571499"/>
                  </a:lnTo>
                  <a:lnTo>
                    <a:pt x="9984473" y="584199"/>
                  </a:lnTo>
                  <a:close/>
                </a:path>
                <a:path w="13754100" h="584200">
                  <a:moveTo>
                    <a:pt x="10009860" y="584199"/>
                  </a:moveTo>
                  <a:lnTo>
                    <a:pt x="9990823" y="584199"/>
                  </a:lnTo>
                  <a:lnTo>
                    <a:pt x="9990823" y="571499"/>
                  </a:lnTo>
                  <a:lnTo>
                    <a:pt x="10009860" y="571499"/>
                  </a:lnTo>
                  <a:lnTo>
                    <a:pt x="10009860" y="584199"/>
                  </a:lnTo>
                  <a:close/>
                </a:path>
                <a:path w="13754100" h="584200">
                  <a:moveTo>
                    <a:pt x="10035260" y="584199"/>
                  </a:moveTo>
                  <a:lnTo>
                    <a:pt x="10016210" y="584199"/>
                  </a:lnTo>
                  <a:lnTo>
                    <a:pt x="10016210" y="571499"/>
                  </a:lnTo>
                  <a:lnTo>
                    <a:pt x="10035260" y="571499"/>
                  </a:lnTo>
                  <a:lnTo>
                    <a:pt x="10035260" y="584199"/>
                  </a:lnTo>
                  <a:close/>
                </a:path>
                <a:path w="13754100" h="584200">
                  <a:moveTo>
                    <a:pt x="10060647" y="584199"/>
                  </a:moveTo>
                  <a:lnTo>
                    <a:pt x="10041610" y="584199"/>
                  </a:lnTo>
                  <a:lnTo>
                    <a:pt x="10041610" y="571499"/>
                  </a:lnTo>
                  <a:lnTo>
                    <a:pt x="10060647" y="571499"/>
                  </a:lnTo>
                  <a:lnTo>
                    <a:pt x="10060647" y="584199"/>
                  </a:lnTo>
                  <a:close/>
                </a:path>
                <a:path w="13754100" h="584200">
                  <a:moveTo>
                    <a:pt x="10086047" y="584199"/>
                  </a:moveTo>
                  <a:lnTo>
                    <a:pt x="10066997" y="584199"/>
                  </a:lnTo>
                  <a:lnTo>
                    <a:pt x="10066997" y="571499"/>
                  </a:lnTo>
                  <a:lnTo>
                    <a:pt x="10086047" y="571499"/>
                  </a:lnTo>
                  <a:lnTo>
                    <a:pt x="10086047" y="584199"/>
                  </a:lnTo>
                  <a:close/>
                </a:path>
                <a:path w="13754100" h="584200">
                  <a:moveTo>
                    <a:pt x="10111435" y="584199"/>
                  </a:moveTo>
                  <a:lnTo>
                    <a:pt x="10092397" y="584199"/>
                  </a:lnTo>
                  <a:lnTo>
                    <a:pt x="10092397" y="571499"/>
                  </a:lnTo>
                  <a:lnTo>
                    <a:pt x="10111435" y="571499"/>
                  </a:lnTo>
                  <a:lnTo>
                    <a:pt x="10111435" y="584199"/>
                  </a:lnTo>
                  <a:close/>
                </a:path>
                <a:path w="13754100" h="584200">
                  <a:moveTo>
                    <a:pt x="10136835" y="584199"/>
                  </a:moveTo>
                  <a:lnTo>
                    <a:pt x="10117785" y="584199"/>
                  </a:lnTo>
                  <a:lnTo>
                    <a:pt x="10117785" y="571499"/>
                  </a:lnTo>
                  <a:lnTo>
                    <a:pt x="10136835" y="571499"/>
                  </a:lnTo>
                  <a:lnTo>
                    <a:pt x="10136835" y="584199"/>
                  </a:lnTo>
                  <a:close/>
                </a:path>
                <a:path w="13754100" h="584200">
                  <a:moveTo>
                    <a:pt x="10162222" y="584199"/>
                  </a:moveTo>
                  <a:lnTo>
                    <a:pt x="10143185" y="584199"/>
                  </a:lnTo>
                  <a:lnTo>
                    <a:pt x="10143185" y="571499"/>
                  </a:lnTo>
                  <a:lnTo>
                    <a:pt x="10162222" y="571499"/>
                  </a:lnTo>
                  <a:lnTo>
                    <a:pt x="10162222" y="584199"/>
                  </a:lnTo>
                  <a:close/>
                </a:path>
                <a:path w="13754100" h="584200">
                  <a:moveTo>
                    <a:pt x="10187622" y="584199"/>
                  </a:moveTo>
                  <a:lnTo>
                    <a:pt x="10168572" y="584199"/>
                  </a:lnTo>
                  <a:lnTo>
                    <a:pt x="10168572" y="571499"/>
                  </a:lnTo>
                  <a:lnTo>
                    <a:pt x="10187622" y="571499"/>
                  </a:lnTo>
                  <a:lnTo>
                    <a:pt x="10187622" y="584199"/>
                  </a:lnTo>
                  <a:close/>
                </a:path>
                <a:path w="13754100" h="584200">
                  <a:moveTo>
                    <a:pt x="10213009" y="584199"/>
                  </a:moveTo>
                  <a:lnTo>
                    <a:pt x="10193972" y="584199"/>
                  </a:lnTo>
                  <a:lnTo>
                    <a:pt x="10193972" y="571499"/>
                  </a:lnTo>
                  <a:lnTo>
                    <a:pt x="10213009" y="571499"/>
                  </a:lnTo>
                  <a:lnTo>
                    <a:pt x="10213009" y="584199"/>
                  </a:lnTo>
                  <a:close/>
                </a:path>
                <a:path w="13754100" h="584200">
                  <a:moveTo>
                    <a:pt x="10238409" y="584199"/>
                  </a:moveTo>
                  <a:lnTo>
                    <a:pt x="10219359" y="584199"/>
                  </a:lnTo>
                  <a:lnTo>
                    <a:pt x="10219359" y="571499"/>
                  </a:lnTo>
                  <a:lnTo>
                    <a:pt x="10238409" y="571499"/>
                  </a:lnTo>
                  <a:lnTo>
                    <a:pt x="10238409" y="584199"/>
                  </a:lnTo>
                  <a:close/>
                </a:path>
                <a:path w="13754100" h="584200">
                  <a:moveTo>
                    <a:pt x="10263797" y="584199"/>
                  </a:moveTo>
                  <a:lnTo>
                    <a:pt x="10244759" y="584199"/>
                  </a:lnTo>
                  <a:lnTo>
                    <a:pt x="10244759" y="571499"/>
                  </a:lnTo>
                  <a:lnTo>
                    <a:pt x="10263797" y="571499"/>
                  </a:lnTo>
                  <a:lnTo>
                    <a:pt x="10263797" y="584199"/>
                  </a:lnTo>
                  <a:close/>
                </a:path>
                <a:path w="13754100" h="584200">
                  <a:moveTo>
                    <a:pt x="10289197" y="584199"/>
                  </a:moveTo>
                  <a:lnTo>
                    <a:pt x="10270147" y="584199"/>
                  </a:lnTo>
                  <a:lnTo>
                    <a:pt x="10270147" y="571499"/>
                  </a:lnTo>
                  <a:lnTo>
                    <a:pt x="10289197" y="571499"/>
                  </a:lnTo>
                  <a:lnTo>
                    <a:pt x="10289197" y="584199"/>
                  </a:lnTo>
                  <a:close/>
                </a:path>
                <a:path w="13754100" h="584200">
                  <a:moveTo>
                    <a:pt x="10314584" y="584199"/>
                  </a:moveTo>
                  <a:lnTo>
                    <a:pt x="10295547" y="584199"/>
                  </a:lnTo>
                  <a:lnTo>
                    <a:pt x="10295547" y="571499"/>
                  </a:lnTo>
                  <a:lnTo>
                    <a:pt x="10314584" y="571499"/>
                  </a:lnTo>
                  <a:lnTo>
                    <a:pt x="10314584" y="584199"/>
                  </a:lnTo>
                  <a:close/>
                </a:path>
                <a:path w="13754100" h="584200">
                  <a:moveTo>
                    <a:pt x="10339984" y="584199"/>
                  </a:moveTo>
                  <a:lnTo>
                    <a:pt x="10320934" y="584199"/>
                  </a:lnTo>
                  <a:lnTo>
                    <a:pt x="10320934" y="571499"/>
                  </a:lnTo>
                  <a:lnTo>
                    <a:pt x="10339984" y="571499"/>
                  </a:lnTo>
                  <a:lnTo>
                    <a:pt x="10339984" y="584199"/>
                  </a:lnTo>
                  <a:close/>
                </a:path>
                <a:path w="13754100" h="584200">
                  <a:moveTo>
                    <a:pt x="10365371" y="584199"/>
                  </a:moveTo>
                  <a:lnTo>
                    <a:pt x="10346334" y="584199"/>
                  </a:lnTo>
                  <a:lnTo>
                    <a:pt x="10346334" y="571499"/>
                  </a:lnTo>
                  <a:lnTo>
                    <a:pt x="10365371" y="571499"/>
                  </a:lnTo>
                  <a:lnTo>
                    <a:pt x="10365371" y="584199"/>
                  </a:lnTo>
                  <a:close/>
                </a:path>
                <a:path w="13754100" h="584200">
                  <a:moveTo>
                    <a:pt x="10390771" y="584199"/>
                  </a:moveTo>
                  <a:lnTo>
                    <a:pt x="10371721" y="584199"/>
                  </a:lnTo>
                  <a:lnTo>
                    <a:pt x="10371721" y="571499"/>
                  </a:lnTo>
                  <a:lnTo>
                    <a:pt x="10390771" y="571499"/>
                  </a:lnTo>
                  <a:lnTo>
                    <a:pt x="10390771" y="584199"/>
                  </a:lnTo>
                  <a:close/>
                </a:path>
                <a:path w="13754100" h="584200">
                  <a:moveTo>
                    <a:pt x="10416159" y="584199"/>
                  </a:moveTo>
                  <a:lnTo>
                    <a:pt x="10397121" y="584199"/>
                  </a:lnTo>
                  <a:lnTo>
                    <a:pt x="10397121" y="571499"/>
                  </a:lnTo>
                  <a:lnTo>
                    <a:pt x="10416159" y="571499"/>
                  </a:lnTo>
                  <a:lnTo>
                    <a:pt x="10416159" y="584199"/>
                  </a:lnTo>
                  <a:close/>
                </a:path>
                <a:path w="13754100" h="584200">
                  <a:moveTo>
                    <a:pt x="10441559" y="584199"/>
                  </a:moveTo>
                  <a:lnTo>
                    <a:pt x="10422509" y="584199"/>
                  </a:lnTo>
                  <a:lnTo>
                    <a:pt x="10422509" y="571499"/>
                  </a:lnTo>
                  <a:lnTo>
                    <a:pt x="10441559" y="571499"/>
                  </a:lnTo>
                  <a:lnTo>
                    <a:pt x="10441559" y="584199"/>
                  </a:lnTo>
                  <a:close/>
                </a:path>
                <a:path w="13754100" h="584200">
                  <a:moveTo>
                    <a:pt x="10466946" y="584199"/>
                  </a:moveTo>
                  <a:lnTo>
                    <a:pt x="10447909" y="584199"/>
                  </a:lnTo>
                  <a:lnTo>
                    <a:pt x="10447909" y="571499"/>
                  </a:lnTo>
                  <a:lnTo>
                    <a:pt x="10466946" y="571499"/>
                  </a:lnTo>
                  <a:lnTo>
                    <a:pt x="10466946" y="584199"/>
                  </a:lnTo>
                  <a:close/>
                </a:path>
                <a:path w="13754100" h="584200">
                  <a:moveTo>
                    <a:pt x="10492346" y="584199"/>
                  </a:moveTo>
                  <a:lnTo>
                    <a:pt x="10473296" y="584199"/>
                  </a:lnTo>
                  <a:lnTo>
                    <a:pt x="10473296" y="571499"/>
                  </a:lnTo>
                  <a:lnTo>
                    <a:pt x="10492346" y="571499"/>
                  </a:lnTo>
                  <a:lnTo>
                    <a:pt x="10492346" y="584199"/>
                  </a:lnTo>
                  <a:close/>
                </a:path>
                <a:path w="13754100" h="584200">
                  <a:moveTo>
                    <a:pt x="10517746" y="584199"/>
                  </a:moveTo>
                  <a:lnTo>
                    <a:pt x="10498696" y="584199"/>
                  </a:lnTo>
                  <a:lnTo>
                    <a:pt x="10498696" y="571499"/>
                  </a:lnTo>
                  <a:lnTo>
                    <a:pt x="10517746" y="571499"/>
                  </a:lnTo>
                  <a:lnTo>
                    <a:pt x="10517746" y="584199"/>
                  </a:lnTo>
                  <a:close/>
                </a:path>
                <a:path w="13754100" h="584200">
                  <a:moveTo>
                    <a:pt x="10543133" y="584199"/>
                  </a:moveTo>
                  <a:lnTo>
                    <a:pt x="10524083" y="584199"/>
                  </a:lnTo>
                  <a:lnTo>
                    <a:pt x="10524083" y="571499"/>
                  </a:lnTo>
                  <a:lnTo>
                    <a:pt x="10543133" y="571499"/>
                  </a:lnTo>
                  <a:lnTo>
                    <a:pt x="10543133" y="584199"/>
                  </a:lnTo>
                  <a:close/>
                </a:path>
                <a:path w="13754100" h="584200">
                  <a:moveTo>
                    <a:pt x="10568533" y="584199"/>
                  </a:moveTo>
                  <a:lnTo>
                    <a:pt x="10549483" y="584199"/>
                  </a:lnTo>
                  <a:lnTo>
                    <a:pt x="10549483" y="571499"/>
                  </a:lnTo>
                  <a:lnTo>
                    <a:pt x="10568533" y="571499"/>
                  </a:lnTo>
                  <a:lnTo>
                    <a:pt x="10568533" y="584199"/>
                  </a:lnTo>
                  <a:close/>
                </a:path>
                <a:path w="13754100" h="584200">
                  <a:moveTo>
                    <a:pt x="10593920" y="584199"/>
                  </a:moveTo>
                  <a:lnTo>
                    <a:pt x="10574870" y="584199"/>
                  </a:lnTo>
                  <a:lnTo>
                    <a:pt x="10574870" y="571499"/>
                  </a:lnTo>
                  <a:lnTo>
                    <a:pt x="10593920" y="571499"/>
                  </a:lnTo>
                  <a:lnTo>
                    <a:pt x="10593920" y="584199"/>
                  </a:lnTo>
                  <a:close/>
                </a:path>
                <a:path w="13754100" h="584200">
                  <a:moveTo>
                    <a:pt x="10619320" y="584199"/>
                  </a:moveTo>
                  <a:lnTo>
                    <a:pt x="10600270" y="584199"/>
                  </a:lnTo>
                  <a:lnTo>
                    <a:pt x="10600270" y="571499"/>
                  </a:lnTo>
                  <a:lnTo>
                    <a:pt x="10619320" y="571499"/>
                  </a:lnTo>
                  <a:lnTo>
                    <a:pt x="10619320" y="584199"/>
                  </a:lnTo>
                  <a:close/>
                </a:path>
                <a:path w="13754100" h="584200">
                  <a:moveTo>
                    <a:pt x="10644708" y="584199"/>
                  </a:moveTo>
                  <a:lnTo>
                    <a:pt x="10625658" y="584199"/>
                  </a:lnTo>
                  <a:lnTo>
                    <a:pt x="10625658" y="571499"/>
                  </a:lnTo>
                  <a:lnTo>
                    <a:pt x="10644708" y="571499"/>
                  </a:lnTo>
                  <a:lnTo>
                    <a:pt x="10644708" y="584199"/>
                  </a:lnTo>
                  <a:close/>
                </a:path>
                <a:path w="13754100" h="584200">
                  <a:moveTo>
                    <a:pt x="10670108" y="584199"/>
                  </a:moveTo>
                  <a:lnTo>
                    <a:pt x="10651058" y="584199"/>
                  </a:lnTo>
                  <a:lnTo>
                    <a:pt x="10651058" y="571499"/>
                  </a:lnTo>
                  <a:lnTo>
                    <a:pt x="10670108" y="571499"/>
                  </a:lnTo>
                  <a:lnTo>
                    <a:pt x="10670108" y="584199"/>
                  </a:lnTo>
                  <a:close/>
                </a:path>
                <a:path w="13754100" h="584200">
                  <a:moveTo>
                    <a:pt x="10695495" y="584199"/>
                  </a:moveTo>
                  <a:lnTo>
                    <a:pt x="10676445" y="584199"/>
                  </a:lnTo>
                  <a:lnTo>
                    <a:pt x="10676445" y="571499"/>
                  </a:lnTo>
                  <a:lnTo>
                    <a:pt x="10695495" y="571499"/>
                  </a:lnTo>
                  <a:lnTo>
                    <a:pt x="10695495" y="584199"/>
                  </a:lnTo>
                  <a:close/>
                </a:path>
                <a:path w="13754100" h="584200">
                  <a:moveTo>
                    <a:pt x="10720895" y="584199"/>
                  </a:moveTo>
                  <a:lnTo>
                    <a:pt x="10701845" y="584199"/>
                  </a:lnTo>
                  <a:lnTo>
                    <a:pt x="10701845" y="571499"/>
                  </a:lnTo>
                  <a:lnTo>
                    <a:pt x="10720895" y="571499"/>
                  </a:lnTo>
                  <a:lnTo>
                    <a:pt x="10720895" y="584199"/>
                  </a:lnTo>
                  <a:close/>
                </a:path>
                <a:path w="13754100" h="584200">
                  <a:moveTo>
                    <a:pt x="10746282" y="584199"/>
                  </a:moveTo>
                  <a:lnTo>
                    <a:pt x="10727245" y="584199"/>
                  </a:lnTo>
                  <a:lnTo>
                    <a:pt x="10727245" y="571499"/>
                  </a:lnTo>
                  <a:lnTo>
                    <a:pt x="10746282" y="571499"/>
                  </a:lnTo>
                  <a:lnTo>
                    <a:pt x="10746282" y="584199"/>
                  </a:lnTo>
                  <a:close/>
                </a:path>
                <a:path w="13754100" h="584200">
                  <a:moveTo>
                    <a:pt x="10771682" y="584199"/>
                  </a:moveTo>
                  <a:lnTo>
                    <a:pt x="10752632" y="584199"/>
                  </a:lnTo>
                  <a:lnTo>
                    <a:pt x="10752632" y="571499"/>
                  </a:lnTo>
                  <a:lnTo>
                    <a:pt x="10771682" y="571499"/>
                  </a:lnTo>
                  <a:lnTo>
                    <a:pt x="10771682" y="584199"/>
                  </a:lnTo>
                  <a:close/>
                </a:path>
                <a:path w="13754100" h="584200">
                  <a:moveTo>
                    <a:pt x="10797070" y="584199"/>
                  </a:moveTo>
                  <a:lnTo>
                    <a:pt x="10778032" y="584199"/>
                  </a:lnTo>
                  <a:lnTo>
                    <a:pt x="10778032" y="571499"/>
                  </a:lnTo>
                  <a:lnTo>
                    <a:pt x="10797070" y="571499"/>
                  </a:lnTo>
                  <a:lnTo>
                    <a:pt x="10797070" y="584199"/>
                  </a:lnTo>
                  <a:close/>
                </a:path>
                <a:path w="13754100" h="584200">
                  <a:moveTo>
                    <a:pt x="10822470" y="584199"/>
                  </a:moveTo>
                  <a:lnTo>
                    <a:pt x="10803420" y="584199"/>
                  </a:lnTo>
                  <a:lnTo>
                    <a:pt x="10803420" y="571499"/>
                  </a:lnTo>
                  <a:lnTo>
                    <a:pt x="10822470" y="571499"/>
                  </a:lnTo>
                  <a:lnTo>
                    <a:pt x="10822470" y="584199"/>
                  </a:lnTo>
                  <a:close/>
                </a:path>
                <a:path w="13754100" h="584200">
                  <a:moveTo>
                    <a:pt x="10847857" y="584199"/>
                  </a:moveTo>
                  <a:lnTo>
                    <a:pt x="10828820" y="584199"/>
                  </a:lnTo>
                  <a:lnTo>
                    <a:pt x="10828820" y="571499"/>
                  </a:lnTo>
                  <a:lnTo>
                    <a:pt x="10847857" y="571499"/>
                  </a:lnTo>
                  <a:lnTo>
                    <a:pt x="10847857" y="584199"/>
                  </a:lnTo>
                  <a:close/>
                </a:path>
                <a:path w="13754100" h="584200">
                  <a:moveTo>
                    <a:pt x="10873257" y="584199"/>
                  </a:moveTo>
                  <a:lnTo>
                    <a:pt x="10854207" y="584199"/>
                  </a:lnTo>
                  <a:lnTo>
                    <a:pt x="10854207" y="571499"/>
                  </a:lnTo>
                  <a:lnTo>
                    <a:pt x="10873257" y="571499"/>
                  </a:lnTo>
                  <a:lnTo>
                    <a:pt x="10873257" y="584199"/>
                  </a:lnTo>
                  <a:close/>
                </a:path>
                <a:path w="13754100" h="584200">
                  <a:moveTo>
                    <a:pt x="10898644" y="584199"/>
                  </a:moveTo>
                  <a:lnTo>
                    <a:pt x="10879607" y="584199"/>
                  </a:lnTo>
                  <a:lnTo>
                    <a:pt x="10879607" y="571499"/>
                  </a:lnTo>
                  <a:lnTo>
                    <a:pt x="10898644" y="571499"/>
                  </a:lnTo>
                  <a:lnTo>
                    <a:pt x="10898644" y="584199"/>
                  </a:lnTo>
                  <a:close/>
                </a:path>
                <a:path w="13754100" h="584200">
                  <a:moveTo>
                    <a:pt x="10924044" y="584199"/>
                  </a:moveTo>
                  <a:lnTo>
                    <a:pt x="10904994" y="584199"/>
                  </a:lnTo>
                  <a:lnTo>
                    <a:pt x="10904994" y="571499"/>
                  </a:lnTo>
                  <a:lnTo>
                    <a:pt x="10924044" y="571499"/>
                  </a:lnTo>
                  <a:lnTo>
                    <a:pt x="10924044" y="584199"/>
                  </a:lnTo>
                  <a:close/>
                </a:path>
                <a:path w="13754100" h="584200">
                  <a:moveTo>
                    <a:pt x="10949432" y="584199"/>
                  </a:moveTo>
                  <a:lnTo>
                    <a:pt x="10930394" y="584199"/>
                  </a:lnTo>
                  <a:lnTo>
                    <a:pt x="10930394" y="571499"/>
                  </a:lnTo>
                  <a:lnTo>
                    <a:pt x="10949432" y="571499"/>
                  </a:lnTo>
                  <a:lnTo>
                    <a:pt x="10949432" y="584199"/>
                  </a:lnTo>
                  <a:close/>
                </a:path>
                <a:path w="13754100" h="584200">
                  <a:moveTo>
                    <a:pt x="10974832" y="584199"/>
                  </a:moveTo>
                  <a:lnTo>
                    <a:pt x="10955782" y="584199"/>
                  </a:lnTo>
                  <a:lnTo>
                    <a:pt x="10955782" y="571499"/>
                  </a:lnTo>
                  <a:lnTo>
                    <a:pt x="10974832" y="571499"/>
                  </a:lnTo>
                  <a:lnTo>
                    <a:pt x="10974832" y="584199"/>
                  </a:lnTo>
                  <a:close/>
                </a:path>
                <a:path w="13754100" h="584200">
                  <a:moveTo>
                    <a:pt x="11000219" y="584199"/>
                  </a:moveTo>
                  <a:lnTo>
                    <a:pt x="10981182" y="584199"/>
                  </a:lnTo>
                  <a:lnTo>
                    <a:pt x="10981182" y="571499"/>
                  </a:lnTo>
                  <a:lnTo>
                    <a:pt x="11000219" y="571499"/>
                  </a:lnTo>
                  <a:lnTo>
                    <a:pt x="11000219" y="584199"/>
                  </a:lnTo>
                  <a:close/>
                </a:path>
                <a:path w="13754100" h="584200">
                  <a:moveTo>
                    <a:pt x="11025619" y="584199"/>
                  </a:moveTo>
                  <a:lnTo>
                    <a:pt x="11006569" y="584199"/>
                  </a:lnTo>
                  <a:lnTo>
                    <a:pt x="11006569" y="571499"/>
                  </a:lnTo>
                  <a:lnTo>
                    <a:pt x="11025619" y="571499"/>
                  </a:lnTo>
                  <a:lnTo>
                    <a:pt x="11025619" y="584199"/>
                  </a:lnTo>
                  <a:close/>
                </a:path>
                <a:path w="13754100" h="584200">
                  <a:moveTo>
                    <a:pt x="11051006" y="584199"/>
                  </a:moveTo>
                  <a:lnTo>
                    <a:pt x="11031969" y="584199"/>
                  </a:lnTo>
                  <a:lnTo>
                    <a:pt x="11031969" y="571499"/>
                  </a:lnTo>
                  <a:lnTo>
                    <a:pt x="11051006" y="571499"/>
                  </a:lnTo>
                  <a:lnTo>
                    <a:pt x="11051006" y="584199"/>
                  </a:lnTo>
                  <a:close/>
                </a:path>
                <a:path w="13754100" h="584200">
                  <a:moveTo>
                    <a:pt x="11076406" y="584199"/>
                  </a:moveTo>
                  <a:lnTo>
                    <a:pt x="11057356" y="584199"/>
                  </a:lnTo>
                  <a:lnTo>
                    <a:pt x="11057356" y="571499"/>
                  </a:lnTo>
                  <a:lnTo>
                    <a:pt x="11076406" y="571499"/>
                  </a:lnTo>
                  <a:lnTo>
                    <a:pt x="11076406" y="584199"/>
                  </a:lnTo>
                  <a:close/>
                </a:path>
                <a:path w="13754100" h="584200">
                  <a:moveTo>
                    <a:pt x="11101793" y="584199"/>
                  </a:moveTo>
                  <a:lnTo>
                    <a:pt x="11082756" y="584199"/>
                  </a:lnTo>
                  <a:lnTo>
                    <a:pt x="11082756" y="571499"/>
                  </a:lnTo>
                  <a:lnTo>
                    <a:pt x="11101793" y="571499"/>
                  </a:lnTo>
                  <a:lnTo>
                    <a:pt x="11101793" y="584199"/>
                  </a:lnTo>
                  <a:close/>
                </a:path>
                <a:path w="13754100" h="584200">
                  <a:moveTo>
                    <a:pt x="11127193" y="584199"/>
                  </a:moveTo>
                  <a:lnTo>
                    <a:pt x="11108143" y="584199"/>
                  </a:lnTo>
                  <a:lnTo>
                    <a:pt x="11108143" y="571499"/>
                  </a:lnTo>
                  <a:lnTo>
                    <a:pt x="11127193" y="571499"/>
                  </a:lnTo>
                  <a:lnTo>
                    <a:pt x="11127193" y="584199"/>
                  </a:lnTo>
                  <a:close/>
                </a:path>
                <a:path w="13754100" h="584200">
                  <a:moveTo>
                    <a:pt x="11152581" y="584199"/>
                  </a:moveTo>
                  <a:lnTo>
                    <a:pt x="11133543" y="584199"/>
                  </a:lnTo>
                  <a:lnTo>
                    <a:pt x="11133543" y="571499"/>
                  </a:lnTo>
                  <a:lnTo>
                    <a:pt x="11152581" y="571499"/>
                  </a:lnTo>
                  <a:lnTo>
                    <a:pt x="11152581" y="584199"/>
                  </a:lnTo>
                  <a:close/>
                </a:path>
                <a:path w="13754100" h="584200">
                  <a:moveTo>
                    <a:pt x="11177981" y="584199"/>
                  </a:moveTo>
                  <a:lnTo>
                    <a:pt x="11158931" y="584199"/>
                  </a:lnTo>
                  <a:lnTo>
                    <a:pt x="11158931" y="571499"/>
                  </a:lnTo>
                  <a:lnTo>
                    <a:pt x="11177981" y="571499"/>
                  </a:lnTo>
                  <a:lnTo>
                    <a:pt x="11177981" y="584199"/>
                  </a:lnTo>
                  <a:close/>
                </a:path>
                <a:path w="13754100" h="584200">
                  <a:moveTo>
                    <a:pt x="11203368" y="584199"/>
                  </a:moveTo>
                  <a:lnTo>
                    <a:pt x="11184331" y="584199"/>
                  </a:lnTo>
                  <a:lnTo>
                    <a:pt x="11184331" y="571499"/>
                  </a:lnTo>
                  <a:lnTo>
                    <a:pt x="11203368" y="571499"/>
                  </a:lnTo>
                  <a:lnTo>
                    <a:pt x="11203368" y="584199"/>
                  </a:lnTo>
                  <a:close/>
                </a:path>
                <a:path w="13754100" h="584200">
                  <a:moveTo>
                    <a:pt x="11228768" y="584199"/>
                  </a:moveTo>
                  <a:lnTo>
                    <a:pt x="11209718" y="584199"/>
                  </a:lnTo>
                  <a:lnTo>
                    <a:pt x="11209718" y="571499"/>
                  </a:lnTo>
                  <a:lnTo>
                    <a:pt x="11228768" y="571499"/>
                  </a:lnTo>
                  <a:lnTo>
                    <a:pt x="11228768" y="584199"/>
                  </a:lnTo>
                  <a:close/>
                </a:path>
                <a:path w="13754100" h="584200">
                  <a:moveTo>
                    <a:pt x="11254155" y="584199"/>
                  </a:moveTo>
                  <a:lnTo>
                    <a:pt x="11235118" y="584199"/>
                  </a:lnTo>
                  <a:lnTo>
                    <a:pt x="11235118" y="571499"/>
                  </a:lnTo>
                  <a:lnTo>
                    <a:pt x="11254155" y="571499"/>
                  </a:lnTo>
                  <a:lnTo>
                    <a:pt x="11254155" y="584199"/>
                  </a:lnTo>
                  <a:close/>
                </a:path>
                <a:path w="13754100" h="584200">
                  <a:moveTo>
                    <a:pt x="11279555" y="584199"/>
                  </a:moveTo>
                  <a:lnTo>
                    <a:pt x="11260505" y="584199"/>
                  </a:lnTo>
                  <a:lnTo>
                    <a:pt x="11260505" y="571499"/>
                  </a:lnTo>
                  <a:lnTo>
                    <a:pt x="11279555" y="571499"/>
                  </a:lnTo>
                  <a:lnTo>
                    <a:pt x="11279555" y="584199"/>
                  </a:lnTo>
                  <a:close/>
                </a:path>
                <a:path w="13754100" h="584200">
                  <a:moveTo>
                    <a:pt x="11304943" y="584199"/>
                  </a:moveTo>
                  <a:lnTo>
                    <a:pt x="11285905" y="584199"/>
                  </a:lnTo>
                  <a:lnTo>
                    <a:pt x="11285905" y="571499"/>
                  </a:lnTo>
                  <a:lnTo>
                    <a:pt x="11304943" y="571499"/>
                  </a:lnTo>
                  <a:lnTo>
                    <a:pt x="11304943" y="584199"/>
                  </a:lnTo>
                  <a:close/>
                </a:path>
                <a:path w="13754100" h="584200">
                  <a:moveTo>
                    <a:pt x="11330343" y="584199"/>
                  </a:moveTo>
                  <a:lnTo>
                    <a:pt x="11311293" y="584199"/>
                  </a:lnTo>
                  <a:lnTo>
                    <a:pt x="11311293" y="571499"/>
                  </a:lnTo>
                  <a:lnTo>
                    <a:pt x="11330343" y="571499"/>
                  </a:lnTo>
                  <a:lnTo>
                    <a:pt x="11330343" y="584199"/>
                  </a:lnTo>
                  <a:close/>
                </a:path>
                <a:path w="13754100" h="584200">
                  <a:moveTo>
                    <a:pt x="11355730" y="584199"/>
                  </a:moveTo>
                  <a:lnTo>
                    <a:pt x="11336693" y="584199"/>
                  </a:lnTo>
                  <a:lnTo>
                    <a:pt x="11336693" y="571499"/>
                  </a:lnTo>
                  <a:lnTo>
                    <a:pt x="11355730" y="571499"/>
                  </a:lnTo>
                  <a:lnTo>
                    <a:pt x="11355730" y="584199"/>
                  </a:lnTo>
                  <a:close/>
                </a:path>
                <a:path w="13754100" h="584200">
                  <a:moveTo>
                    <a:pt x="11381130" y="584199"/>
                  </a:moveTo>
                  <a:lnTo>
                    <a:pt x="11362080" y="584199"/>
                  </a:lnTo>
                  <a:lnTo>
                    <a:pt x="11362080" y="571499"/>
                  </a:lnTo>
                  <a:lnTo>
                    <a:pt x="11381130" y="571499"/>
                  </a:lnTo>
                  <a:lnTo>
                    <a:pt x="11381130" y="584199"/>
                  </a:lnTo>
                  <a:close/>
                </a:path>
                <a:path w="13754100" h="584200">
                  <a:moveTo>
                    <a:pt x="11406517" y="584199"/>
                  </a:moveTo>
                  <a:lnTo>
                    <a:pt x="11387480" y="584199"/>
                  </a:lnTo>
                  <a:lnTo>
                    <a:pt x="11387480" y="571499"/>
                  </a:lnTo>
                  <a:lnTo>
                    <a:pt x="11406517" y="571499"/>
                  </a:lnTo>
                  <a:lnTo>
                    <a:pt x="11406517" y="584199"/>
                  </a:lnTo>
                  <a:close/>
                </a:path>
                <a:path w="13754100" h="584200">
                  <a:moveTo>
                    <a:pt x="11431917" y="584199"/>
                  </a:moveTo>
                  <a:lnTo>
                    <a:pt x="11412867" y="584199"/>
                  </a:lnTo>
                  <a:lnTo>
                    <a:pt x="11412867" y="571499"/>
                  </a:lnTo>
                  <a:lnTo>
                    <a:pt x="11431917" y="571499"/>
                  </a:lnTo>
                  <a:lnTo>
                    <a:pt x="11431917" y="584199"/>
                  </a:lnTo>
                  <a:close/>
                </a:path>
                <a:path w="13754100" h="584200">
                  <a:moveTo>
                    <a:pt x="11457305" y="584199"/>
                  </a:moveTo>
                  <a:lnTo>
                    <a:pt x="11438267" y="584199"/>
                  </a:lnTo>
                  <a:lnTo>
                    <a:pt x="11438267" y="571499"/>
                  </a:lnTo>
                  <a:lnTo>
                    <a:pt x="11457305" y="571499"/>
                  </a:lnTo>
                  <a:lnTo>
                    <a:pt x="11457305" y="584199"/>
                  </a:lnTo>
                  <a:close/>
                </a:path>
                <a:path w="13754100" h="584200">
                  <a:moveTo>
                    <a:pt x="11482705" y="584199"/>
                  </a:moveTo>
                  <a:lnTo>
                    <a:pt x="11463655" y="584199"/>
                  </a:lnTo>
                  <a:lnTo>
                    <a:pt x="11463655" y="571499"/>
                  </a:lnTo>
                  <a:lnTo>
                    <a:pt x="11482705" y="571499"/>
                  </a:lnTo>
                  <a:lnTo>
                    <a:pt x="11482705" y="584199"/>
                  </a:lnTo>
                  <a:close/>
                </a:path>
                <a:path w="13754100" h="584200">
                  <a:moveTo>
                    <a:pt x="11508092" y="584199"/>
                  </a:moveTo>
                  <a:lnTo>
                    <a:pt x="11489055" y="584199"/>
                  </a:lnTo>
                  <a:lnTo>
                    <a:pt x="11489055" y="571499"/>
                  </a:lnTo>
                  <a:lnTo>
                    <a:pt x="11508092" y="571499"/>
                  </a:lnTo>
                  <a:lnTo>
                    <a:pt x="11508092" y="584199"/>
                  </a:lnTo>
                  <a:close/>
                </a:path>
                <a:path w="13754100" h="584200">
                  <a:moveTo>
                    <a:pt x="11533492" y="584199"/>
                  </a:moveTo>
                  <a:lnTo>
                    <a:pt x="11514442" y="584199"/>
                  </a:lnTo>
                  <a:lnTo>
                    <a:pt x="11514442" y="571499"/>
                  </a:lnTo>
                  <a:lnTo>
                    <a:pt x="11533492" y="571499"/>
                  </a:lnTo>
                  <a:lnTo>
                    <a:pt x="11533492" y="584199"/>
                  </a:lnTo>
                  <a:close/>
                </a:path>
                <a:path w="13754100" h="584200">
                  <a:moveTo>
                    <a:pt x="11558892" y="584199"/>
                  </a:moveTo>
                  <a:lnTo>
                    <a:pt x="11539842" y="584199"/>
                  </a:lnTo>
                  <a:lnTo>
                    <a:pt x="11539842" y="571499"/>
                  </a:lnTo>
                  <a:lnTo>
                    <a:pt x="11558892" y="571499"/>
                  </a:lnTo>
                  <a:lnTo>
                    <a:pt x="11558892" y="584199"/>
                  </a:lnTo>
                  <a:close/>
                </a:path>
                <a:path w="13754100" h="584200">
                  <a:moveTo>
                    <a:pt x="11584279" y="584199"/>
                  </a:moveTo>
                  <a:lnTo>
                    <a:pt x="11565229" y="584199"/>
                  </a:lnTo>
                  <a:lnTo>
                    <a:pt x="11565229" y="571499"/>
                  </a:lnTo>
                  <a:lnTo>
                    <a:pt x="11584279" y="571499"/>
                  </a:lnTo>
                  <a:lnTo>
                    <a:pt x="11584279" y="584199"/>
                  </a:lnTo>
                  <a:close/>
                </a:path>
                <a:path w="13754100" h="584200">
                  <a:moveTo>
                    <a:pt x="11609679" y="584199"/>
                  </a:moveTo>
                  <a:lnTo>
                    <a:pt x="11590629" y="584199"/>
                  </a:lnTo>
                  <a:lnTo>
                    <a:pt x="11590629" y="571499"/>
                  </a:lnTo>
                  <a:lnTo>
                    <a:pt x="11609679" y="571499"/>
                  </a:lnTo>
                  <a:lnTo>
                    <a:pt x="11609679" y="584199"/>
                  </a:lnTo>
                  <a:close/>
                </a:path>
                <a:path w="13754100" h="584200">
                  <a:moveTo>
                    <a:pt x="11635066" y="584199"/>
                  </a:moveTo>
                  <a:lnTo>
                    <a:pt x="11616016" y="584199"/>
                  </a:lnTo>
                  <a:lnTo>
                    <a:pt x="11616016" y="571499"/>
                  </a:lnTo>
                  <a:lnTo>
                    <a:pt x="11635066" y="571499"/>
                  </a:lnTo>
                  <a:lnTo>
                    <a:pt x="11635066" y="584199"/>
                  </a:lnTo>
                  <a:close/>
                </a:path>
                <a:path w="13754100" h="584200">
                  <a:moveTo>
                    <a:pt x="11660466" y="584199"/>
                  </a:moveTo>
                  <a:lnTo>
                    <a:pt x="11641416" y="584199"/>
                  </a:lnTo>
                  <a:lnTo>
                    <a:pt x="11641416" y="571499"/>
                  </a:lnTo>
                  <a:lnTo>
                    <a:pt x="11660466" y="571499"/>
                  </a:lnTo>
                  <a:lnTo>
                    <a:pt x="11660466" y="584199"/>
                  </a:lnTo>
                  <a:close/>
                </a:path>
                <a:path w="13754100" h="584200">
                  <a:moveTo>
                    <a:pt x="11685854" y="584199"/>
                  </a:moveTo>
                  <a:lnTo>
                    <a:pt x="11666804" y="584199"/>
                  </a:lnTo>
                  <a:lnTo>
                    <a:pt x="11666804" y="571499"/>
                  </a:lnTo>
                  <a:lnTo>
                    <a:pt x="11685854" y="571499"/>
                  </a:lnTo>
                  <a:lnTo>
                    <a:pt x="11685854" y="584199"/>
                  </a:lnTo>
                  <a:close/>
                </a:path>
                <a:path w="13754100" h="584200">
                  <a:moveTo>
                    <a:pt x="11711254" y="584199"/>
                  </a:moveTo>
                  <a:lnTo>
                    <a:pt x="11692204" y="584199"/>
                  </a:lnTo>
                  <a:lnTo>
                    <a:pt x="11692204" y="571499"/>
                  </a:lnTo>
                  <a:lnTo>
                    <a:pt x="11711254" y="571499"/>
                  </a:lnTo>
                  <a:lnTo>
                    <a:pt x="11711254" y="584199"/>
                  </a:lnTo>
                  <a:close/>
                </a:path>
                <a:path w="13754100" h="584200">
                  <a:moveTo>
                    <a:pt x="11736641" y="584199"/>
                  </a:moveTo>
                  <a:lnTo>
                    <a:pt x="11717591" y="584199"/>
                  </a:lnTo>
                  <a:lnTo>
                    <a:pt x="11717591" y="571499"/>
                  </a:lnTo>
                  <a:lnTo>
                    <a:pt x="11736641" y="571499"/>
                  </a:lnTo>
                  <a:lnTo>
                    <a:pt x="11736641" y="584199"/>
                  </a:lnTo>
                  <a:close/>
                </a:path>
                <a:path w="13754100" h="584200">
                  <a:moveTo>
                    <a:pt x="11762041" y="584199"/>
                  </a:moveTo>
                  <a:lnTo>
                    <a:pt x="11742991" y="584199"/>
                  </a:lnTo>
                  <a:lnTo>
                    <a:pt x="11742991" y="571499"/>
                  </a:lnTo>
                  <a:lnTo>
                    <a:pt x="11762041" y="571499"/>
                  </a:lnTo>
                  <a:lnTo>
                    <a:pt x="11762041" y="584199"/>
                  </a:lnTo>
                  <a:close/>
                </a:path>
                <a:path w="13754100" h="584200">
                  <a:moveTo>
                    <a:pt x="11787428" y="584199"/>
                  </a:moveTo>
                  <a:lnTo>
                    <a:pt x="11768391" y="584199"/>
                  </a:lnTo>
                  <a:lnTo>
                    <a:pt x="11768391" y="571499"/>
                  </a:lnTo>
                  <a:lnTo>
                    <a:pt x="11787428" y="571499"/>
                  </a:lnTo>
                  <a:lnTo>
                    <a:pt x="11787428" y="584199"/>
                  </a:lnTo>
                  <a:close/>
                </a:path>
                <a:path w="13754100" h="584200">
                  <a:moveTo>
                    <a:pt x="11812828" y="584199"/>
                  </a:moveTo>
                  <a:lnTo>
                    <a:pt x="11793778" y="584199"/>
                  </a:lnTo>
                  <a:lnTo>
                    <a:pt x="11793778" y="571499"/>
                  </a:lnTo>
                  <a:lnTo>
                    <a:pt x="11812828" y="571499"/>
                  </a:lnTo>
                  <a:lnTo>
                    <a:pt x="11812828" y="584199"/>
                  </a:lnTo>
                  <a:close/>
                </a:path>
                <a:path w="13754100" h="584200">
                  <a:moveTo>
                    <a:pt x="11838216" y="584199"/>
                  </a:moveTo>
                  <a:lnTo>
                    <a:pt x="11819166" y="584199"/>
                  </a:lnTo>
                  <a:lnTo>
                    <a:pt x="11819166" y="571499"/>
                  </a:lnTo>
                  <a:lnTo>
                    <a:pt x="11838216" y="571499"/>
                  </a:lnTo>
                  <a:lnTo>
                    <a:pt x="11838216" y="584199"/>
                  </a:lnTo>
                  <a:close/>
                </a:path>
                <a:path w="13754100" h="584200">
                  <a:moveTo>
                    <a:pt x="11863616" y="584199"/>
                  </a:moveTo>
                  <a:lnTo>
                    <a:pt x="11844566" y="584199"/>
                  </a:lnTo>
                  <a:lnTo>
                    <a:pt x="11844566" y="571499"/>
                  </a:lnTo>
                  <a:lnTo>
                    <a:pt x="11863616" y="571499"/>
                  </a:lnTo>
                  <a:lnTo>
                    <a:pt x="11863616" y="584199"/>
                  </a:lnTo>
                  <a:close/>
                </a:path>
                <a:path w="13754100" h="584200">
                  <a:moveTo>
                    <a:pt x="11889003" y="584199"/>
                  </a:moveTo>
                  <a:lnTo>
                    <a:pt x="11869966" y="584199"/>
                  </a:lnTo>
                  <a:lnTo>
                    <a:pt x="11869966" y="571499"/>
                  </a:lnTo>
                  <a:lnTo>
                    <a:pt x="11889003" y="571499"/>
                  </a:lnTo>
                  <a:lnTo>
                    <a:pt x="11889003" y="584199"/>
                  </a:lnTo>
                  <a:close/>
                </a:path>
                <a:path w="13754100" h="584200">
                  <a:moveTo>
                    <a:pt x="11914403" y="584199"/>
                  </a:moveTo>
                  <a:lnTo>
                    <a:pt x="11895353" y="584199"/>
                  </a:lnTo>
                  <a:lnTo>
                    <a:pt x="11895353" y="571499"/>
                  </a:lnTo>
                  <a:lnTo>
                    <a:pt x="11914403" y="571499"/>
                  </a:lnTo>
                  <a:lnTo>
                    <a:pt x="11914403" y="584199"/>
                  </a:lnTo>
                  <a:close/>
                </a:path>
                <a:path w="13754100" h="584200">
                  <a:moveTo>
                    <a:pt x="11939790" y="584199"/>
                  </a:moveTo>
                  <a:lnTo>
                    <a:pt x="11920753" y="584199"/>
                  </a:lnTo>
                  <a:lnTo>
                    <a:pt x="11920753" y="571499"/>
                  </a:lnTo>
                  <a:lnTo>
                    <a:pt x="11939790" y="571499"/>
                  </a:lnTo>
                  <a:lnTo>
                    <a:pt x="11939790" y="584199"/>
                  </a:lnTo>
                  <a:close/>
                </a:path>
                <a:path w="13754100" h="584200">
                  <a:moveTo>
                    <a:pt x="11965190" y="584199"/>
                  </a:moveTo>
                  <a:lnTo>
                    <a:pt x="11946140" y="584199"/>
                  </a:lnTo>
                  <a:lnTo>
                    <a:pt x="11946140" y="571499"/>
                  </a:lnTo>
                  <a:lnTo>
                    <a:pt x="11965190" y="571499"/>
                  </a:lnTo>
                  <a:lnTo>
                    <a:pt x="11965190" y="584199"/>
                  </a:lnTo>
                  <a:close/>
                </a:path>
                <a:path w="13754100" h="584200">
                  <a:moveTo>
                    <a:pt x="11990578" y="584199"/>
                  </a:moveTo>
                  <a:lnTo>
                    <a:pt x="11971540" y="584199"/>
                  </a:lnTo>
                  <a:lnTo>
                    <a:pt x="11971540" y="571499"/>
                  </a:lnTo>
                  <a:lnTo>
                    <a:pt x="11990578" y="571499"/>
                  </a:lnTo>
                  <a:lnTo>
                    <a:pt x="11990578" y="584199"/>
                  </a:lnTo>
                  <a:close/>
                </a:path>
                <a:path w="13754100" h="584200">
                  <a:moveTo>
                    <a:pt x="12015978" y="584199"/>
                  </a:moveTo>
                  <a:lnTo>
                    <a:pt x="11996928" y="584199"/>
                  </a:lnTo>
                  <a:lnTo>
                    <a:pt x="11996928" y="571499"/>
                  </a:lnTo>
                  <a:lnTo>
                    <a:pt x="12015978" y="571499"/>
                  </a:lnTo>
                  <a:lnTo>
                    <a:pt x="12015978" y="584199"/>
                  </a:lnTo>
                  <a:close/>
                </a:path>
                <a:path w="13754100" h="584200">
                  <a:moveTo>
                    <a:pt x="12041365" y="584199"/>
                  </a:moveTo>
                  <a:lnTo>
                    <a:pt x="12022328" y="584199"/>
                  </a:lnTo>
                  <a:lnTo>
                    <a:pt x="12022328" y="571499"/>
                  </a:lnTo>
                  <a:lnTo>
                    <a:pt x="12041365" y="571499"/>
                  </a:lnTo>
                  <a:lnTo>
                    <a:pt x="12041365" y="584199"/>
                  </a:lnTo>
                  <a:close/>
                </a:path>
                <a:path w="13754100" h="584200">
                  <a:moveTo>
                    <a:pt x="12066765" y="584199"/>
                  </a:moveTo>
                  <a:lnTo>
                    <a:pt x="12047715" y="584199"/>
                  </a:lnTo>
                  <a:lnTo>
                    <a:pt x="12047715" y="571499"/>
                  </a:lnTo>
                  <a:lnTo>
                    <a:pt x="12066765" y="571499"/>
                  </a:lnTo>
                  <a:lnTo>
                    <a:pt x="12066765" y="584199"/>
                  </a:lnTo>
                  <a:close/>
                </a:path>
                <a:path w="13754100" h="584200">
                  <a:moveTo>
                    <a:pt x="12092152" y="584199"/>
                  </a:moveTo>
                  <a:lnTo>
                    <a:pt x="12073115" y="584199"/>
                  </a:lnTo>
                  <a:lnTo>
                    <a:pt x="12073115" y="571499"/>
                  </a:lnTo>
                  <a:lnTo>
                    <a:pt x="12092152" y="571499"/>
                  </a:lnTo>
                  <a:lnTo>
                    <a:pt x="12092152" y="584199"/>
                  </a:lnTo>
                  <a:close/>
                </a:path>
                <a:path w="13754100" h="584200">
                  <a:moveTo>
                    <a:pt x="12117552" y="584199"/>
                  </a:moveTo>
                  <a:lnTo>
                    <a:pt x="12098502" y="584199"/>
                  </a:lnTo>
                  <a:lnTo>
                    <a:pt x="12098502" y="571499"/>
                  </a:lnTo>
                  <a:lnTo>
                    <a:pt x="12117552" y="571499"/>
                  </a:lnTo>
                  <a:lnTo>
                    <a:pt x="12117552" y="584199"/>
                  </a:lnTo>
                  <a:close/>
                </a:path>
                <a:path w="13754100" h="584200">
                  <a:moveTo>
                    <a:pt x="12142939" y="584199"/>
                  </a:moveTo>
                  <a:lnTo>
                    <a:pt x="12123902" y="584199"/>
                  </a:lnTo>
                  <a:lnTo>
                    <a:pt x="12123902" y="571499"/>
                  </a:lnTo>
                  <a:lnTo>
                    <a:pt x="12142939" y="571499"/>
                  </a:lnTo>
                  <a:lnTo>
                    <a:pt x="12142939" y="584199"/>
                  </a:lnTo>
                  <a:close/>
                </a:path>
                <a:path w="13754100" h="584200">
                  <a:moveTo>
                    <a:pt x="12168339" y="584199"/>
                  </a:moveTo>
                  <a:lnTo>
                    <a:pt x="12149289" y="584199"/>
                  </a:lnTo>
                  <a:lnTo>
                    <a:pt x="12149289" y="571499"/>
                  </a:lnTo>
                  <a:lnTo>
                    <a:pt x="12168339" y="571499"/>
                  </a:lnTo>
                  <a:lnTo>
                    <a:pt x="12168339" y="584199"/>
                  </a:lnTo>
                  <a:close/>
                </a:path>
                <a:path w="13754100" h="584200">
                  <a:moveTo>
                    <a:pt x="12193727" y="584199"/>
                  </a:moveTo>
                  <a:lnTo>
                    <a:pt x="12174689" y="584199"/>
                  </a:lnTo>
                  <a:lnTo>
                    <a:pt x="12174689" y="571499"/>
                  </a:lnTo>
                  <a:lnTo>
                    <a:pt x="12193727" y="571499"/>
                  </a:lnTo>
                  <a:lnTo>
                    <a:pt x="12193727" y="584199"/>
                  </a:lnTo>
                  <a:close/>
                </a:path>
                <a:path w="13754100" h="584200">
                  <a:moveTo>
                    <a:pt x="12219127" y="584199"/>
                  </a:moveTo>
                  <a:lnTo>
                    <a:pt x="12200077" y="584199"/>
                  </a:lnTo>
                  <a:lnTo>
                    <a:pt x="12200077" y="571499"/>
                  </a:lnTo>
                  <a:lnTo>
                    <a:pt x="12219127" y="571499"/>
                  </a:lnTo>
                  <a:lnTo>
                    <a:pt x="12219127" y="584199"/>
                  </a:lnTo>
                  <a:close/>
                </a:path>
                <a:path w="13754100" h="584200">
                  <a:moveTo>
                    <a:pt x="12244514" y="584199"/>
                  </a:moveTo>
                  <a:lnTo>
                    <a:pt x="12225477" y="584199"/>
                  </a:lnTo>
                  <a:lnTo>
                    <a:pt x="12225477" y="571499"/>
                  </a:lnTo>
                  <a:lnTo>
                    <a:pt x="12244514" y="571499"/>
                  </a:lnTo>
                  <a:lnTo>
                    <a:pt x="12244514" y="584199"/>
                  </a:lnTo>
                  <a:close/>
                </a:path>
                <a:path w="13754100" h="584200">
                  <a:moveTo>
                    <a:pt x="12269914" y="584199"/>
                  </a:moveTo>
                  <a:lnTo>
                    <a:pt x="12250864" y="584199"/>
                  </a:lnTo>
                  <a:lnTo>
                    <a:pt x="12250864" y="571499"/>
                  </a:lnTo>
                  <a:lnTo>
                    <a:pt x="12269914" y="571499"/>
                  </a:lnTo>
                  <a:lnTo>
                    <a:pt x="12269914" y="584199"/>
                  </a:lnTo>
                  <a:close/>
                </a:path>
                <a:path w="13754100" h="584200">
                  <a:moveTo>
                    <a:pt x="12295301" y="584199"/>
                  </a:moveTo>
                  <a:lnTo>
                    <a:pt x="12276264" y="584199"/>
                  </a:lnTo>
                  <a:lnTo>
                    <a:pt x="12276264" y="571499"/>
                  </a:lnTo>
                  <a:lnTo>
                    <a:pt x="12295301" y="571499"/>
                  </a:lnTo>
                  <a:lnTo>
                    <a:pt x="12295301" y="584199"/>
                  </a:lnTo>
                  <a:close/>
                </a:path>
                <a:path w="13754100" h="584200">
                  <a:moveTo>
                    <a:pt x="12320701" y="584199"/>
                  </a:moveTo>
                  <a:lnTo>
                    <a:pt x="12301651" y="584199"/>
                  </a:lnTo>
                  <a:lnTo>
                    <a:pt x="12301651" y="571499"/>
                  </a:lnTo>
                  <a:lnTo>
                    <a:pt x="12320701" y="571499"/>
                  </a:lnTo>
                  <a:lnTo>
                    <a:pt x="12320701" y="584199"/>
                  </a:lnTo>
                  <a:close/>
                </a:path>
                <a:path w="13754100" h="584200">
                  <a:moveTo>
                    <a:pt x="12346089" y="584199"/>
                  </a:moveTo>
                  <a:lnTo>
                    <a:pt x="12327051" y="584199"/>
                  </a:lnTo>
                  <a:lnTo>
                    <a:pt x="12327051" y="571499"/>
                  </a:lnTo>
                  <a:lnTo>
                    <a:pt x="12346089" y="571499"/>
                  </a:lnTo>
                  <a:lnTo>
                    <a:pt x="12346089" y="584199"/>
                  </a:lnTo>
                  <a:close/>
                </a:path>
                <a:path w="13754100" h="584200">
                  <a:moveTo>
                    <a:pt x="12371489" y="584199"/>
                  </a:moveTo>
                  <a:lnTo>
                    <a:pt x="12352439" y="584199"/>
                  </a:lnTo>
                  <a:lnTo>
                    <a:pt x="12352439" y="571499"/>
                  </a:lnTo>
                  <a:lnTo>
                    <a:pt x="12371489" y="571499"/>
                  </a:lnTo>
                  <a:lnTo>
                    <a:pt x="12371489" y="584199"/>
                  </a:lnTo>
                  <a:close/>
                </a:path>
                <a:path w="13754100" h="584200">
                  <a:moveTo>
                    <a:pt x="12396876" y="584199"/>
                  </a:moveTo>
                  <a:lnTo>
                    <a:pt x="12377839" y="584199"/>
                  </a:lnTo>
                  <a:lnTo>
                    <a:pt x="12377839" y="571499"/>
                  </a:lnTo>
                  <a:lnTo>
                    <a:pt x="12396876" y="571499"/>
                  </a:lnTo>
                  <a:lnTo>
                    <a:pt x="12396876" y="584199"/>
                  </a:lnTo>
                  <a:close/>
                </a:path>
                <a:path w="13754100" h="584200">
                  <a:moveTo>
                    <a:pt x="12422276" y="584199"/>
                  </a:moveTo>
                  <a:lnTo>
                    <a:pt x="12403226" y="584199"/>
                  </a:lnTo>
                  <a:lnTo>
                    <a:pt x="12403226" y="571499"/>
                  </a:lnTo>
                  <a:lnTo>
                    <a:pt x="12422276" y="571499"/>
                  </a:lnTo>
                  <a:lnTo>
                    <a:pt x="12422276" y="584199"/>
                  </a:lnTo>
                  <a:close/>
                </a:path>
                <a:path w="13754100" h="584200">
                  <a:moveTo>
                    <a:pt x="12447663" y="584199"/>
                  </a:moveTo>
                  <a:lnTo>
                    <a:pt x="12428626" y="584199"/>
                  </a:lnTo>
                  <a:lnTo>
                    <a:pt x="12428626" y="571499"/>
                  </a:lnTo>
                  <a:lnTo>
                    <a:pt x="12447663" y="571499"/>
                  </a:lnTo>
                  <a:lnTo>
                    <a:pt x="12447663" y="584199"/>
                  </a:lnTo>
                  <a:close/>
                </a:path>
                <a:path w="13754100" h="584200">
                  <a:moveTo>
                    <a:pt x="12473063" y="584199"/>
                  </a:moveTo>
                  <a:lnTo>
                    <a:pt x="12454013" y="584199"/>
                  </a:lnTo>
                  <a:lnTo>
                    <a:pt x="12454013" y="571499"/>
                  </a:lnTo>
                  <a:lnTo>
                    <a:pt x="12473063" y="571499"/>
                  </a:lnTo>
                  <a:lnTo>
                    <a:pt x="12473063" y="584199"/>
                  </a:lnTo>
                  <a:close/>
                </a:path>
                <a:path w="13754100" h="584200">
                  <a:moveTo>
                    <a:pt x="12498451" y="584199"/>
                  </a:moveTo>
                  <a:lnTo>
                    <a:pt x="12479413" y="584199"/>
                  </a:lnTo>
                  <a:lnTo>
                    <a:pt x="12479413" y="571499"/>
                  </a:lnTo>
                  <a:lnTo>
                    <a:pt x="12498451" y="571499"/>
                  </a:lnTo>
                  <a:lnTo>
                    <a:pt x="12498451" y="584199"/>
                  </a:lnTo>
                  <a:close/>
                </a:path>
                <a:path w="13754100" h="584200">
                  <a:moveTo>
                    <a:pt x="12523851" y="584199"/>
                  </a:moveTo>
                  <a:lnTo>
                    <a:pt x="12504801" y="584199"/>
                  </a:lnTo>
                  <a:lnTo>
                    <a:pt x="12504801" y="571499"/>
                  </a:lnTo>
                  <a:lnTo>
                    <a:pt x="12523851" y="571499"/>
                  </a:lnTo>
                  <a:lnTo>
                    <a:pt x="12523851" y="584199"/>
                  </a:lnTo>
                  <a:close/>
                </a:path>
                <a:path w="13754100" h="584200">
                  <a:moveTo>
                    <a:pt x="12549251" y="584199"/>
                  </a:moveTo>
                  <a:lnTo>
                    <a:pt x="12530201" y="584199"/>
                  </a:lnTo>
                  <a:lnTo>
                    <a:pt x="12530201" y="571499"/>
                  </a:lnTo>
                  <a:lnTo>
                    <a:pt x="12549251" y="571499"/>
                  </a:lnTo>
                  <a:lnTo>
                    <a:pt x="12549251" y="584199"/>
                  </a:lnTo>
                  <a:close/>
                </a:path>
                <a:path w="13754100" h="584200">
                  <a:moveTo>
                    <a:pt x="12574638" y="584199"/>
                  </a:moveTo>
                  <a:lnTo>
                    <a:pt x="12555588" y="584199"/>
                  </a:lnTo>
                  <a:lnTo>
                    <a:pt x="12555588" y="571499"/>
                  </a:lnTo>
                  <a:lnTo>
                    <a:pt x="12574638" y="571499"/>
                  </a:lnTo>
                  <a:lnTo>
                    <a:pt x="12574638" y="584199"/>
                  </a:lnTo>
                  <a:close/>
                </a:path>
                <a:path w="13754100" h="584200">
                  <a:moveTo>
                    <a:pt x="12600038" y="584199"/>
                  </a:moveTo>
                  <a:lnTo>
                    <a:pt x="12580988" y="584199"/>
                  </a:lnTo>
                  <a:lnTo>
                    <a:pt x="12580988" y="571499"/>
                  </a:lnTo>
                  <a:lnTo>
                    <a:pt x="12600038" y="571499"/>
                  </a:lnTo>
                  <a:lnTo>
                    <a:pt x="12600038" y="584199"/>
                  </a:lnTo>
                  <a:close/>
                </a:path>
                <a:path w="13754100" h="584200">
                  <a:moveTo>
                    <a:pt x="12625425" y="584199"/>
                  </a:moveTo>
                  <a:lnTo>
                    <a:pt x="12606375" y="584199"/>
                  </a:lnTo>
                  <a:lnTo>
                    <a:pt x="12606375" y="571499"/>
                  </a:lnTo>
                  <a:lnTo>
                    <a:pt x="12625425" y="571499"/>
                  </a:lnTo>
                  <a:lnTo>
                    <a:pt x="12625425" y="584199"/>
                  </a:lnTo>
                  <a:close/>
                </a:path>
                <a:path w="13754100" h="584200">
                  <a:moveTo>
                    <a:pt x="12650825" y="584199"/>
                  </a:moveTo>
                  <a:lnTo>
                    <a:pt x="12631775" y="584199"/>
                  </a:lnTo>
                  <a:lnTo>
                    <a:pt x="12631775" y="571499"/>
                  </a:lnTo>
                  <a:lnTo>
                    <a:pt x="12650825" y="571499"/>
                  </a:lnTo>
                  <a:lnTo>
                    <a:pt x="12650825" y="584199"/>
                  </a:lnTo>
                  <a:close/>
                </a:path>
                <a:path w="13754100" h="584200">
                  <a:moveTo>
                    <a:pt x="12676212" y="584199"/>
                  </a:moveTo>
                  <a:lnTo>
                    <a:pt x="12657162" y="584199"/>
                  </a:lnTo>
                  <a:lnTo>
                    <a:pt x="12657162" y="571499"/>
                  </a:lnTo>
                  <a:lnTo>
                    <a:pt x="12676212" y="571499"/>
                  </a:lnTo>
                  <a:lnTo>
                    <a:pt x="12676212" y="584199"/>
                  </a:lnTo>
                  <a:close/>
                </a:path>
                <a:path w="13754100" h="584200">
                  <a:moveTo>
                    <a:pt x="12701612" y="584199"/>
                  </a:moveTo>
                  <a:lnTo>
                    <a:pt x="12682562" y="584199"/>
                  </a:lnTo>
                  <a:lnTo>
                    <a:pt x="12682562" y="571499"/>
                  </a:lnTo>
                  <a:lnTo>
                    <a:pt x="12701612" y="571499"/>
                  </a:lnTo>
                  <a:lnTo>
                    <a:pt x="12701612" y="584199"/>
                  </a:lnTo>
                  <a:close/>
                </a:path>
                <a:path w="13754100" h="584200">
                  <a:moveTo>
                    <a:pt x="12727000" y="584199"/>
                  </a:moveTo>
                  <a:lnTo>
                    <a:pt x="12707950" y="584199"/>
                  </a:lnTo>
                  <a:lnTo>
                    <a:pt x="12707950" y="571499"/>
                  </a:lnTo>
                  <a:lnTo>
                    <a:pt x="12727000" y="571499"/>
                  </a:lnTo>
                  <a:lnTo>
                    <a:pt x="12727000" y="584199"/>
                  </a:lnTo>
                  <a:close/>
                </a:path>
                <a:path w="13754100" h="584200">
                  <a:moveTo>
                    <a:pt x="12752400" y="584199"/>
                  </a:moveTo>
                  <a:lnTo>
                    <a:pt x="12733350" y="584199"/>
                  </a:lnTo>
                  <a:lnTo>
                    <a:pt x="12733350" y="571499"/>
                  </a:lnTo>
                  <a:lnTo>
                    <a:pt x="12752400" y="571499"/>
                  </a:lnTo>
                  <a:lnTo>
                    <a:pt x="12752400" y="584199"/>
                  </a:lnTo>
                  <a:close/>
                </a:path>
                <a:path w="13754100" h="584200">
                  <a:moveTo>
                    <a:pt x="12777787" y="584199"/>
                  </a:moveTo>
                  <a:lnTo>
                    <a:pt x="12758737" y="584199"/>
                  </a:lnTo>
                  <a:lnTo>
                    <a:pt x="12758737" y="571499"/>
                  </a:lnTo>
                  <a:lnTo>
                    <a:pt x="12777787" y="571499"/>
                  </a:lnTo>
                  <a:lnTo>
                    <a:pt x="12777787" y="584199"/>
                  </a:lnTo>
                  <a:close/>
                </a:path>
                <a:path w="13754100" h="584200">
                  <a:moveTo>
                    <a:pt x="12803187" y="584199"/>
                  </a:moveTo>
                  <a:lnTo>
                    <a:pt x="12784137" y="584199"/>
                  </a:lnTo>
                  <a:lnTo>
                    <a:pt x="12784137" y="571499"/>
                  </a:lnTo>
                  <a:lnTo>
                    <a:pt x="12803187" y="571499"/>
                  </a:lnTo>
                  <a:lnTo>
                    <a:pt x="12803187" y="584199"/>
                  </a:lnTo>
                  <a:close/>
                </a:path>
                <a:path w="13754100" h="584200">
                  <a:moveTo>
                    <a:pt x="12828574" y="584199"/>
                  </a:moveTo>
                  <a:lnTo>
                    <a:pt x="12809537" y="584199"/>
                  </a:lnTo>
                  <a:lnTo>
                    <a:pt x="12809537" y="571499"/>
                  </a:lnTo>
                  <a:lnTo>
                    <a:pt x="12828574" y="571499"/>
                  </a:lnTo>
                  <a:lnTo>
                    <a:pt x="12828574" y="584199"/>
                  </a:lnTo>
                  <a:close/>
                </a:path>
                <a:path w="13754100" h="584200">
                  <a:moveTo>
                    <a:pt x="12853974" y="584199"/>
                  </a:moveTo>
                  <a:lnTo>
                    <a:pt x="12834924" y="584199"/>
                  </a:lnTo>
                  <a:lnTo>
                    <a:pt x="12834924" y="571499"/>
                  </a:lnTo>
                  <a:lnTo>
                    <a:pt x="12853974" y="571499"/>
                  </a:lnTo>
                  <a:lnTo>
                    <a:pt x="12853974" y="584199"/>
                  </a:lnTo>
                  <a:close/>
                </a:path>
                <a:path w="13754100" h="584200">
                  <a:moveTo>
                    <a:pt x="12879362" y="584199"/>
                  </a:moveTo>
                  <a:lnTo>
                    <a:pt x="12860312" y="584199"/>
                  </a:lnTo>
                  <a:lnTo>
                    <a:pt x="12860312" y="571499"/>
                  </a:lnTo>
                  <a:lnTo>
                    <a:pt x="12879362" y="571499"/>
                  </a:lnTo>
                  <a:lnTo>
                    <a:pt x="12879362" y="584199"/>
                  </a:lnTo>
                  <a:close/>
                </a:path>
                <a:path w="13754100" h="584200">
                  <a:moveTo>
                    <a:pt x="12904762" y="584199"/>
                  </a:moveTo>
                  <a:lnTo>
                    <a:pt x="12885712" y="584199"/>
                  </a:lnTo>
                  <a:lnTo>
                    <a:pt x="12885712" y="571499"/>
                  </a:lnTo>
                  <a:lnTo>
                    <a:pt x="12904762" y="571499"/>
                  </a:lnTo>
                  <a:lnTo>
                    <a:pt x="12904762" y="584199"/>
                  </a:lnTo>
                  <a:close/>
                </a:path>
                <a:path w="13754100" h="584200">
                  <a:moveTo>
                    <a:pt x="12930149" y="584199"/>
                  </a:moveTo>
                  <a:lnTo>
                    <a:pt x="12911099" y="584199"/>
                  </a:lnTo>
                  <a:lnTo>
                    <a:pt x="12911099" y="571499"/>
                  </a:lnTo>
                  <a:lnTo>
                    <a:pt x="12930149" y="571499"/>
                  </a:lnTo>
                  <a:lnTo>
                    <a:pt x="12930149" y="584199"/>
                  </a:lnTo>
                  <a:close/>
                </a:path>
                <a:path w="13754100" h="584200">
                  <a:moveTo>
                    <a:pt x="12955549" y="584199"/>
                  </a:moveTo>
                  <a:lnTo>
                    <a:pt x="12936499" y="584199"/>
                  </a:lnTo>
                  <a:lnTo>
                    <a:pt x="12936499" y="571499"/>
                  </a:lnTo>
                  <a:lnTo>
                    <a:pt x="12955549" y="571499"/>
                  </a:lnTo>
                  <a:lnTo>
                    <a:pt x="12955549" y="584199"/>
                  </a:lnTo>
                  <a:close/>
                </a:path>
                <a:path w="13754100" h="584200">
                  <a:moveTo>
                    <a:pt x="12980936" y="584199"/>
                  </a:moveTo>
                  <a:lnTo>
                    <a:pt x="12961899" y="584199"/>
                  </a:lnTo>
                  <a:lnTo>
                    <a:pt x="12961899" y="571499"/>
                  </a:lnTo>
                  <a:lnTo>
                    <a:pt x="12980936" y="571499"/>
                  </a:lnTo>
                  <a:lnTo>
                    <a:pt x="12980936" y="584199"/>
                  </a:lnTo>
                  <a:close/>
                </a:path>
                <a:path w="13754100" h="584200">
                  <a:moveTo>
                    <a:pt x="13006336" y="584199"/>
                  </a:moveTo>
                  <a:lnTo>
                    <a:pt x="12987286" y="584199"/>
                  </a:lnTo>
                  <a:lnTo>
                    <a:pt x="12987286" y="571499"/>
                  </a:lnTo>
                  <a:lnTo>
                    <a:pt x="13006336" y="571499"/>
                  </a:lnTo>
                  <a:lnTo>
                    <a:pt x="13006336" y="584199"/>
                  </a:lnTo>
                  <a:close/>
                </a:path>
                <a:path w="13754100" h="584200">
                  <a:moveTo>
                    <a:pt x="13031723" y="584199"/>
                  </a:moveTo>
                  <a:lnTo>
                    <a:pt x="13012673" y="584199"/>
                  </a:lnTo>
                  <a:lnTo>
                    <a:pt x="13012673" y="571499"/>
                  </a:lnTo>
                  <a:lnTo>
                    <a:pt x="13031723" y="571499"/>
                  </a:lnTo>
                  <a:lnTo>
                    <a:pt x="13031723" y="584199"/>
                  </a:lnTo>
                  <a:close/>
                </a:path>
                <a:path w="13754100" h="584200">
                  <a:moveTo>
                    <a:pt x="13057123" y="584199"/>
                  </a:moveTo>
                  <a:lnTo>
                    <a:pt x="13038073" y="584199"/>
                  </a:lnTo>
                  <a:lnTo>
                    <a:pt x="13038073" y="571499"/>
                  </a:lnTo>
                  <a:lnTo>
                    <a:pt x="13057123" y="571499"/>
                  </a:lnTo>
                  <a:lnTo>
                    <a:pt x="13057123" y="584199"/>
                  </a:lnTo>
                  <a:close/>
                </a:path>
                <a:path w="13754100" h="584200">
                  <a:moveTo>
                    <a:pt x="13082511" y="584199"/>
                  </a:moveTo>
                  <a:lnTo>
                    <a:pt x="13063473" y="584199"/>
                  </a:lnTo>
                  <a:lnTo>
                    <a:pt x="13063473" y="571499"/>
                  </a:lnTo>
                  <a:lnTo>
                    <a:pt x="13082511" y="571499"/>
                  </a:lnTo>
                  <a:lnTo>
                    <a:pt x="13082511" y="584199"/>
                  </a:lnTo>
                  <a:close/>
                </a:path>
                <a:path w="13754100" h="584200">
                  <a:moveTo>
                    <a:pt x="13107911" y="584199"/>
                  </a:moveTo>
                  <a:lnTo>
                    <a:pt x="13088861" y="584199"/>
                  </a:lnTo>
                  <a:lnTo>
                    <a:pt x="13088861" y="571499"/>
                  </a:lnTo>
                  <a:lnTo>
                    <a:pt x="13107911" y="571499"/>
                  </a:lnTo>
                  <a:lnTo>
                    <a:pt x="13107911" y="584199"/>
                  </a:lnTo>
                  <a:close/>
                </a:path>
                <a:path w="13754100" h="584200">
                  <a:moveTo>
                    <a:pt x="13133298" y="584199"/>
                  </a:moveTo>
                  <a:lnTo>
                    <a:pt x="13114261" y="584199"/>
                  </a:lnTo>
                  <a:lnTo>
                    <a:pt x="13114261" y="571499"/>
                  </a:lnTo>
                  <a:lnTo>
                    <a:pt x="13133298" y="571499"/>
                  </a:lnTo>
                  <a:lnTo>
                    <a:pt x="13133298" y="584199"/>
                  </a:lnTo>
                  <a:close/>
                </a:path>
                <a:path w="13754100" h="584200">
                  <a:moveTo>
                    <a:pt x="13158698" y="584199"/>
                  </a:moveTo>
                  <a:lnTo>
                    <a:pt x="13139648" y="584199"/>
                  </a:lnTo>
                  <a:lnTo>
                    <a:pt x="13139648" y="571499"/>
                  </a:lnTo>
                  <a:lnTo>
                    <a:pt x="13158698" y="571499"/>
                  </a:lnTo>
                  <a:lnTo>
                    <a:pt x="13158698" y="584199"/>
                  </a:lnTo>
                  <a:close/>
                </a:path>
                <a:path w="13754100" h="584200">
                  <a:moveTo>
                    <a:pt x="13184085" y="584199"/>
                  </a:moveTo>
                  <a:lnTo>
                    <a:pt x="13165048" y="584199"/>
                  </a:lnTo>
                  <a:lnTo>
                    <a:pt x="13165048" y="571499"/>
                  </a:lnTo>
                  <a:lnTo>
                    <a:pt x="13184085" y="571499"/>
                  </a:lnTo>
                  <a:lnTo>
                    <a:pt x="13184085" y="584199"/>
                  </a:lnTo>
                  <a:close/>
                </a:path>
                <a:path w="13754100" h="584200">
                  <a:moveTo>
                    <a:pt x="13209485" y="584199"/>
                  </a:moveTo>
                  <a:lnTo>
                    <a:pt x="13190435" y="584199"/>
                  </a:lnTo>
                  <a:lnTo>
                    <a:pt x="13190435" y="571499"/>
                  </a:lnTo>
                  <a:lnTo>
                    <a:pt x="13209485" y="571499"/>
                  </a:lnTo>
                  <a:lnTo>
                    <a:pt x="13209485" y="584199"/>
                  </a:lnTo>
                  <a:close/>
                </a:path>
                <a:path w="13754100" h="584200">
                  <a:moveTo>
                    <a:pt x="13234873" y="584199"/>
                  </a:moveTo>
                  <a:lnTo>
                    <a:pt x="13215835" y="584199"/>
                  </a:lnTo>
                  <a:lnTo>
                    <a:pt x="13215835" y="571499"/>
                  </a:lnTo>
                  <a:lnTo>
                    <a:pt x="13234873" y="571499"/>
                  </a:lnTo>
                  <a:lnTo>
                    <a:pt x="13234873" y="584199"/>
                  </a:lnTo>
                  <a:close/>
                </a:path>
                <a:path w="13754100" h="584200">
                  <a:moveTo>
                    <a:pt x="13260273" y="584199"/>
                  </a:moveTo>
                  <a:lnTo>
                    <a:pt x="13241223" y="584199"/>
                  </a:lnTo>
                  <a:lnTo>
                    <a:pt x="13241223" y="571499"/>
                  </a:lnTo>
                  <a:lnTo>
                    <a:pt x="13260273" y="571499"/>
                  </a:lnTo>
                  <a:lnTo>
                    <a:pt x="13260273" y="584199"/>
                  </a:lnTo>
                  <a:close/>
                </a:path>
                <a:path w="13754100" h="584200">
                  <a:moveTo>
                    <a:pt x="13285660" y="584199"/>
                  </a:moveTo>
                  <a:lnTo>
                    <a:pt x="13266623" y="584199"/>
                  </a:lnTo>
                  <a:lnTo>
                    <a:pt x="13266623" y="571499"/>
                  </a:lnTo>
                  <a:lnTo>
                    <a:pt x="13285660" y="571499"/>
                  </a:lnTo>
                  <a:lnTo>
                    <a:pt x="13285660" y="584199"/>
                  </a:lnTo>
                  <a:close/>
                </a:path>
                <a:path w="13754100" h="584200">
                  <a:moveTo>
                    <a:pt x="13311060" y="584199"/>
                  </a:moveTo>
                  <a:lnTo>
                    <a:pt x="13292010" y="584199"/>
                  </a:lnTo>
                  <a:lnTo>
                    <a:pt x="13292010" y="571499"/>
                  </a:lnTo>
                  <a:lnTo>
                    <a:pt x="13311060" y="571499"/>
                  </a:lnTo>
                  <a:lnTo>
                    <a:pt x="13311060" y="584199"/>
                  </a:lnTo>
                  <a:close/>
                </a:path>
                <a:path w="13754100" h="584200">
                  <a:moveTo>
                    <a:pt x="13336447" y="584199"/>
                  </a:moveTo>
                  <a:lnTo>
                    <a:pt x="13317410" y="584199"/>
                  </a:lnTo>
                  <a:lnTo>
                    <a:pt x="13317410" y="571499"/>
                  </a:lnTo>
                  <a:lnTo>
                    <a:pt x="13336447" y="571499"/>
                  </a:lnTo>
                  <a:lnTo>
                    <a:pt x="13336447" y="584199"/>
                  </a:lnTo>
                  <a:close/>
                </a:path>
                <a:path w="13754100" h="584200">
                  <a:moveTo>
                    <a:pt x="13361847" y="584199"/>
                  </a:moveTo>
                  <a:lnTo>
                    <a:pt x="13342797" y="584199"/>
                  </a:lnTo>
                  <a:lnTo>
                    <a:pt x="13342797" y="571499"/>
                  </a:lnTo>
                  <a:lnTo>
                    <a:pt x="13361847" y="571499"/>
                  </a:lnTo>
                  <a:lnTo>
                    <a:pt x="13361847" y="584199"/>
                  </a:lnTo>
                  <a:close/>
                </a:path>
                <a:path w="13754100" h="584200">
                  <a:moveTo>
                    <a:pt x="13387235" y="584199"/>
                  </a:moveTo>
                  <a:lnTo>
                    <a:pt x="13368197" y="584199"/>
                  </a:lnTo>
                  <a:lnTo>
                    <a:pt x="13368197" y="571499"/>
                  </a:lnTo>
                  <a:lnTo>
                    <a:pt x="13387235" y="571499"/>
                  </a:lnTo>
                  <a:lnTo>
                    <a:pt x="13387235" y="584199"/>
                  </a:lnTo>
                  <a:close/>
                </a:path>
                <a:path w="13754100" h="584200">
                  <a:moveTo>
                    <a:pt x="13412635" y="584199"/>
                  </a:moveTo>
                  <a:lnTo>
                    <a:pt x="13393585" y="584199"/>
                  </a:lnTo>
                  <a:lnTo>
                    <a:pt x="13393585" y="571499"/>
                  </a:lnTo>
                  <a:lnTo>
                    <a:pt x="13412635" y="571499"/>
                  </a:lnTo>
                  <a:lnTo>
                    <a:pt x="13412635" y="584199"/>
                  </a:lnTo>
                  <a:close/>
                </a:path>
                <a:path w="13754100" h="584200">
                  <a:moveTo>
                    <a:pt x="13438022" y="584199"/>
                  </a:moveTo>
                  <a:lnTo>
                    <a:pt x="13418985" y="584199"/>
                  </a:lnTo>
                  <a:lnTo>
                    <a:pt x="13418985" y="571499"/>
                  </a:lnTo>
                  <a:lnTo>
                    <a:pt x="13438022" y="571499"/>
                  </a:lnTo>
                  <a:lnTo>
                    <a:pt x="13438022" y="584199"/>
                  </a:lnTo>
                  <a:close/>
                </a:path>
                <a:path w="13754100" h="584200">
                  <a:moveTo>
                    <a:pt x="13463422" y="584199"/>
                  </a:moveTo>
                  <a:lnTo>
                    <a:pt x="13444372" y="584199"/>
                  </a:lnTo>
                  <a:lnTo>
                    <a:pt x="13444372" y="571499"/>
                  </a:lnTo>
                  <a:lnTo>
                    <a:pt x="13463422" y="571499"/>
                  </a:lnTo>
                  <a:lnTo>
                    <a:pt x="13463422" y="584199"/>
                  </a:lnTo>
                  <a:close/>
                </a:path>
                <a:path w="13754100" h="584200">
                  <a:moveTo>
                    <a:pt x="13488809" y="584199"/>
                  </a:moveTo>
                  <a:lnTo>
                    <a:pt x="13469772" y="584199"/>
                  </a:lnTo>
                  <a:lnTo>
                    <a:pt x="13469772" y="571499"/>
                  </a:lnTo>
                  <a:lnTo>
                    <a:pt x="13488809" y="571499"/>
                  </a:lnTo>
                  <a:lnTo>
                    <a:pt x="13488809" y="584199"/>
                  </a:lnTo>
                  <a:close/>
                </a:path>
                <a:path w="13754100" h="584200">
                  <a:moveTo>
                    <a:pt x="13504646" y="584136"/>
                  </a:moveTo>
                  <a:lnTo>
                    <a:pt x="13495159" y="584136"/>
                  </a:lnTo>
                  <a:lnTo>
                    <a:pt x="13495159" y="571436"/>
                  </a:lnTo>
                  <a:lnTo>
                    <a:pt x="13504646" y="571436"/>
                  </a:lnTo>
                  <a:lnTo>
                    <a:pt x="13504646" y="584136"/>
                  </a:lnTo>
                  <a:close/>
                </a:path>
                <a:path w="13754100" h="584200">
                  <a:moveTo>
                    <a:pt x="13514260" y="584136"/>
                  </a:moveTo>
                  <a:lnTo>
                    <a:pt x="13504646" y="584136"/>
                  </a:lnTo>
                  <a:lnTo>
                    <a:pt x="13504646" y="571436"/>
                  </a:lnTo>
                  <a:lnTo>
                    <a:pt x="13514069" y="571436"/>
                  </a:lnTo>
                  <a:lnTo>
                    <a:pt x="13514158" y="577786"/>
                  </a:lnTo>
                  <a:lnTo>
                    <a:pt x="13514260" y="584136"/>
                  </a:lnTo>
                  <a:close/>
                </a:path>
                <a:path w="13754100" h="584200">
                  <a:moveTo>
                    <a:pt x="13520648" y="584009"/>
                  </a:moveTo>
                  <a:lnTo>
                    <a:pt x="13520331" y="571309"/>
                  </a:lnTo>
                  <a:lnTo>
                    <a:pt x="13526668" y="571144"/>
                  </a:lnTo>
                  <a:lnTo>
                    <a:pt x="13532929" y="570890"/>
                  </a:lnTo>
                  <a:lnTo>
                    <a:pt x="13539114" y="570547"/>
                  </a:lnTo>
                  <a:lnTo>
                    <a:pt x="13539825" y="583222"/>
                  </a:lnTo>
                  <a:lnTo>
                    <a:pt x="13533513" y="583577"/>
                  </a:lnTo>
                  <a:lnTo>
                    <a:pt x="13527112" y="583844"/>
                  </a:lnTo>
                  <a:lnTo>
                    <a:pt x="13520648" y="584009"/>
                  </a:lnTo>
                  <a:close/>
                </a:path>
                <a:path w="13754100" h="584200">
                  <a:moveTo>
                    <a:pt x="13546226" y="582828"/>
                  </a:moveTo>
                  <a:lnTo>
                    <a:pt x="13545375" y="570153"/>
                  </a:lnTo>
                  <a:lnTo>
                    <a:pt x="13551700" y="569734"/>
                  </a:lnTo>
                  <a:lnTo>
                    <a:pt x="13557935" y="569213"/>
                  </a:lnTo>
                  <a:lnTo>
                    <a:pt x="13564082" y="568604"/>
                  </a:lnTo>
                  <a:lnTo>
                    <a:pt x="13565339" y="581240"/>
                  </a:lnTo>
                  <a:lnTo>
                    <a:pt x="13559066" y="581863"/>
                  </a:lnTo>
                  <a:lnTo>
                    <a:pt x="13552678" y="582396"/>
                  </a:lnTo>
                  <a:lnTo>
                    <a:pt x="13546226" y="582828"/>
                  </a:lnTo>
                  <a:close/>
                </a:path>
                <a:path w="13754100" h="584200">
                  <a:moveTo>
                    <a:pt x="13571728" y="580567"/>
                  </a:moveTo>
                  <a:lnTo>
                    <a:pt x="13570331" y="567943"/>
                  </a:lnTo>
                  <a:lnTo>
                    <a:pt x="13576642" y="567245"/>
                  </a:lnTo>
                  <a:lnTo>
                    <a:pt x="13582853" y="566445"/>
                  </a:lnTo>
                  <a:lnTo>
                    <a:pt x="13588936" y="565556"/>
                  </a:lnTo>
                  <a:lnTo>
                    <a:pt x="13590778" y="578116"/>
                  </a:lnTo>
                  <a:lnTo>
                    <a:pt x="13584542" y="579031"/>
                  </a:lnTo>
                  <a:lnTo>
                    <a:pt x="13578192" y="579856"/>
                  </a:lnTo>
                  <a:lnTo>
                    <a:pt x="13571728" y="580567"/>
                  </a:lnTo>
                  <a:close/>
                </a:path>
                <a:path w="13754100" h="584200">
                  <a:moveTo>
                    <a:pt x="13597128" y="577151"/>
                  </a:moveTo>
                  <a:lnTo>
                    <a:pt x="13595134" y="564603"/>
                  </a:lnTo>
                  <a:lnTo>
                    <a:pt x="13601420" y="563600"/>
                  </a:lnTo>
                  <a:lnTo>
                    <a:pt x="13607580" y="562508"/>
                  </a:lnTo>
                  <a:lnTo>
                    <a:pt x="13613587" y="561301"/>
                  </a:lnTo>
                  <a:lnTo>
                    <a:pt x="13616076" y="573760"/>
                  </a:lnTo>
                  <a:lnTo>
                    <a:pt x="13609904" y="574992"/>
                  </a:lnTo>
                  <a:lnTo>
                    <a:pt x="13603579" y="576122"/>
                  </a:lnTo>
                  <a:lnTo>
                    <a:pt x="13597128" y="577151"/>
                  </a:lnTo>
                  <a:close/>
                </a:path>
                <a:path w="13754100" h="584200">
                  <a:moveTo>
                    <a:pt x="13622337" y="572465"/>
                  </a:moveTo>
                  <a:lnTo>
                    <a:pt x="13619683" y="560044"/>
                  </a:lnTo>
                  <a:lnTo>
                    <a:pt x="13625931" y="558711"/>
                  </a:lnTo>
                  <a:lnTo>
                    <a:pt x="13632002" y="557263"/>
                  </a:lnTo>
                  <a:lnTo>
                    <a:pt x="13637894" y="555726"/>
                  </a:lnTo>
                  <a:lnTo>
                    <a:pt x="13641108" y="568007"/>
                  </a:lnTo>
                  <a:lnTo>
                    <a:pt x="13635024" y="569594"/>
                  </a:lnTo>
                  <a:lnTo>
                    <a:pt x="13628763" y="571080"/>
                  </a:lnTo>
                  <a:lnTo>
                    <a:pt x="13622337" y="572465"/>
                  </a:lnTo>
                  <a:close/>
                </a:path>
                <a:path w="13754100" h="584200">
                  <a:moveTo>
                    <a:pt x="13647343" y="566318"/>
                  </a:moveTo>
                  <a:lnTo>
                    <a:pt x="13643927" y="554088"/>
                  </a:lnTo>
                  <a:lnTo>
                    <a:pt x="13650099" y="552361"/>
                  </a:lnTo>
                  <a:lnTo>
                    <a:pt x="13656043" y="550532"/>
                  </a:lnTo>
                  <a:lnTo>
                    <a:pt x="13661745" y="548601"/>
                  </a:lnTo>
                  <a:lnTo>
                    <a:pt x="13665822" y="560616"/>
                  </a:lnTo>
                  <a:lnTo>
                    <a:pt x="13659891" y="562635"/>
                  </a:lnTo>
                  <a:lnTo>
                    <a:pt x="13653731" y="564540"/>
                  </a:lnTo>
                  <a:lnTo>
                    <a:pt x="13647343" y="566318"/>
                  </a:lnTo>
                  <a:close/>
                </a:path>
                <a:path w="13754100" h="584200">
                  <a:moveTo>
                    <a:pt x="13671905" y="558482"/>
                  </a:moveTo>
                  <a:lnTo>
                    <a:pt x="13667574" y="546544"/>
                  </a:lnTo>
                  <a:lnTo>
                    <a:pt x="13673632" y="544347"/>
                  </a:lnTo>
                  <a:lnTo>
                    <a:pt x="13679373" y="542035"/>
                  </a:lnTo>
                  <a:lnTo>
                    <a:pt x="13684783" y="539622"/>
                  </a:lnTo>
                  <a:lnTo>
                    <a:pt x="13689965" y="551218"/>
                  </a:lnTo>
                  <a:lnTo>
                    <a:pt x="13684250" y="553770"/>
                  </a:lnTo>
                  <a:lnTo>
                    <a:pt x="13678230" y="556196"/>
                  </a:lnTo>
                  <a:lnTo>
                    <a:pt x="13671905" y="558482"/>
                  </a:lnTo>
                  <a:close/>
                </a:path>
                <a:path w="13754100" h="584200">
                  <a:moveTo>
                    <a:pt x="13739088" y="518071"/>
                  </a:moveTo>
                  <a:lnTo>
                    <a:pt x="13729589" y="509650"/>
                  </a:lnTo>
                  <a:lnTo>
                    <a:pt x="13733741" y="504977"/>
                  </a:lnTo>
                  <a:lnTo>
                    <a:pt x="13736671" y="500418"/>
                  </a:lnTo>
                  <a:lnTo>
                    <a:pt x="13736777" y="500252"/>
                  </a:lnTo>
                  <a:lnTo>
                    <a:pt x="13738720" y="495553"/>
                  </a:lnTo>
                  <a:lnTo>
                    <a:pt x="13750455" y="500418"/>
                  </a:lnTo>
                  <a:lnTo>
                    <a:pt x="13747877" y="506641"/>
                  </a:lnTo>
                  <a:lnTo>
                    <a:pt x="13744003" y="512533"/>
                  </a:lnTo>
                  <a:lnTo>
                    <a:pt x="13739088" y="518071"/>
                  </a:lnTo>
                  <a:close/>
                </a:path>
                <a:path w="13754100" h="584200">
                  <a:moveTo>
                    <a:pt x="13718705" y="535533"/>
                  </a:moveTo>
                  <a:lnTo>
                    <a:pt x="13711580" y="525017"/>
                  </a:lnTo>
                  <a:lnTo>
                    <a:pt x="13716939" y="521398"/>
                  </a:lnTo>
                  <a:lnTo>
                    <a:pt x="13721600" y="517664"/>
                  </a:lnTo>
                  <a:lnTo>
                    <a:pt x="13725550" y="513854"/>
                  </a:lnTo>
                  <a:lnTo>
                    <a:pt x="13734364" y="522998"/>
                  </a:lnTo>
                  <a:lnTo>
                    <a:pt x="13729804" y="527392"/>
                  </a:lnTo>
                  <a:lnTo>
                    <a:pt x="13724559" y="531571"/>
                  </a:lnTo>
                  <a:lnTo>
                    <a:pt x="13718705" y="535533"/>
                  </a:lnTo>
                  <a:close/>
                </a:path>
                <a:path w="13754100" h="584200">
                  <a:moveTo>
                    <a:pt x="13695857" y="548487"/>
                  </a:moveTo>
                  <a:lnTo>
                    <a:pt x="13690358" y="537044"/>
                  </a:lnTo>
                  <a:lnTo>
                    <a:pt x="13696188" y="534250"/>
                  </a:lnTo>
                  <a:lnTo>
                    <a:pt x="13701572" y="531317"/>
                  </a:lnTo>
                  <a:lnTo>
                    <a:pt x="13706487" y="528294"/>
                  </a:lnTo>
                  <a:lnTo>
                    <a:pt x="13713142" y="539114"/>
                  </a:lnTo>
                  <a:lnTo>
                    <a:pt x="13707821" y="542391"/>
                  </a:lnTo>
                  <a:lnTo>
                    <a:pt x="13702042" y="545528"/>
                  </a:lnTo>
                  <a:lnTo>
                    <a:pt x="13695857" y="548487"/>
                  </a:lnTo>
                  <a:close/>
                </a:path>
                <a:path w="13754100" h="584200">
                  <a:moveTo>
                    <a:pt x="13752741" y="493534"/>
                  </a:moveTo>
                  <a:lnTo>
                    <a:pt x="13740422" y="490448"/>
                  </a:lnTo>
                  <a:lnTo>
                    <a:pt x="13741069" y="487845"/>
                  </a:lnTo>
                  <a:lnTo>
                    <a:pt x="13741400" y="485228"/>
                  </a:lnTo>
                  <a:lnTo>
                    <a:pt x="13741400" y="473062"/>
                  </a:lnTo>
                  <a:lnTo>
                    <a:pt x="13754100" y="473062"/>
                  </a:lnTo>
                  <a:lnTo>
                    <a:pt x="13754100" y="486295"/>
                  </a:lnTo>
                  <a:lnTo>
                    <a:pt x="13753642" y="489940"/>
                  </a:lnTo>
                  <a:lnTo>
                    <a:pt x="13752741" y="493534"/>
                  </a:lnTo>
                  <a:close/>
                </a:path>
                <a:path w="13754100" h="584200">
                  <a:moveTo>
                    <a:pt x="13754100" y="466699"/>
                  </a:moveTo>
                  <a:lnTo>
                    <a:pt x="13741400" y="466699"/>
                  </a:lnTo>
                  <a:lnTo>
                    <a:pt x="13741400" y="447649"/>
                  </a:lnTo>
                  <a:lnTo>
                    <a:pt x="13754100" y="447649"/>
                  </a:lnTo>
                  <a:lnTo>
                    <a:pt x="13754100" y="466699"/>
                  </a:lnTo>
                  <a:close/>
                </a:path>
                <a:path w="13754100" h="584200">
                  <a:moveTo>
                    <a:pt x="13754100" y="441299"/>
                  </a:moveTo>
                  <a:lnTo>
                    <a:pt x="13741400" y="441299"/>
                  </a:lnTo>
                  <a:lnTo>
                    <a:pt x="13741400" y="422249"/>
                  </a:lnTo>
                  <a:lnTo>
                    <a:pt x="13754100" y="422249"/>
                  </a:lnTo>
                  <a:lnTo>
                    <a:pt x="13754100" y="441299"/>
                  </a:lnTo>
                  <a:close/>
                </a:path>
                <a:path w="13754100" h="584200">
                  <a:moveTo>
                    <a:pt x="13754100" y="415899"/>
                  </a:moveTo>
                  <a:lnTo>
                    <a:pt x="13741400" y="415899"/>
                  </a:lnTo>
                  <a:lnTo>
                    <a:pt x="13741400" y="396836"/>
                  </a:lnTo>
                  <a:lnTo>
                    <a:pt x="13754100" y="396836"/>
                  </a:lnTo>
                  <a:lnTo>
                    <a:pt x="13754100" y="415899"/>
                  </a:lnTo>
                  <a:close/>
                </a:path>
                <a:path w="13754100" h="584200">
                  <a:moveTo>
                    <a:pt x="13754100" y="390486"/>
                  </a:moveTo>
                  <a:lnTo>
                    <a:pt x="13741400" y="390486"/>
                  </a:lnTo>
                  <a:lnTo>
                    <a:pt x="13741400" y="371436"/>
                  </a:lnTo>
                  <a:lnTo>
                    <a:pt x="13754100" y="371436"/>
                  </a:lnTo>
                  <a:lnTo>
                    <a:pt x="13754100" y="390486"/>
                  </a:lnTo>
                  <a:close/>
                </a:path>
                <a:path w="13754100" h="584200">
                  <a:moveTo>
                    <a:pt x="13754100" y="365086"/>
                  </a:moveTo>
                  <a:lnTo>
                    <a:pt x="13741400" y="365086"/>
                  </a:lnTo>
                  <a:lnTo>
                    <a:pt x="13741400" y="346024"/>
                  </a:lnTo>
                  <a:lnTo>
                    <a:pt x="13754100" y="346024"/>
                  </a:lnTo>
                  <a:lnTo>
                    <a:pt x="13754100" y="365086"/>
                  </a:lnTo>
                  <a:close/>
                </a:path>
                <a:path w="13754100" h="584200">
                  <a:moveTo>
                    <a:pt x="13754100" y="339674"/>
                  </a:moveTo>
                  <a:lnTo>
                    <a:pt x="13741400" y="339674"/>
                  </a:lnTo>
                  <a:lnTo>
                    <a:pt x="13741400" y="320624"/>
                  </a:lnTo>
                  <a:lnTo>
                    <a:pt x="13754100" y="320624"/>
                  </a:lnTo>
                  <a:lnTo>
                    <a:pt x="13754100" y="339674"/>
                  </a:lnTo>
                  <a:close/>
                </a:path>
                <a:path w="13754100" h="584200">
                  <a:moveTo>
                    <a:pt x="13754100" y="314274"/>
                  </a:moveTo>
                  <a:lnTo>
                    <a:pt x="13741400" y="314274"/>
                  </a:lnTo>
                  <a:lnTo>
                    <a:pt x="13741400" y="295211"/>
                  </a:lnTo>
                  <a:lnTo>
                    <a:pt x="13754100" y="295211"/>
                  </a:lnTo>
                  <a:lnTo>
                    <a:pt x="13754100" y="314274"/>
                  </a:lnTo>
                  <a:close/>
                </a:path>
                <a:path w="13754100" h="584200">
                  <a:moveTo>
                    <a:pt x="13754100" y="288861"/>
                  </a:moveTo>
                  <a:lnTo>
                    <a:pt x="13741400" y="288861"/>
                  </a:lnTo>
                  <a:lnTo>
                    <a:pt x="13741400" y="269811"/>
                  </a:lnTo>
                  <a:lnTo>
                    <a:pt x="13754100" y="269811"/>
                  </a:lnTo>
                  <a:lnTo>
                    <a:pt x="13754100" y="288861"/>
                  </a:lnTo>
                  <a:close/>
                </a:path>
                <a:path w="13754100" h="584200">
                  <a:moveTo>
                    <a:pt x="13754100" y="263461"/>
                  </a:moveTo>
                  <a:lnTo>
                    <a:pt x="13741400" y="263461"/>
                  </a:lnTo>
                  <a:lnTo>
                    <a:pt x="13741400" y="244411"/>
                  </a:lnTo>
                  <a:lnTo>
                    <a:pt x="13754100" y="244411"/>
                  </a:lnTo>
                  <a:lnTo>
                    <a:pt x="13754100" y="263461"/>
                  </a:lnTo>
                  <a:close/>
                </a:path>
                <a:path w="13754100" h="584200">
                  <a:moveTo>
                    <a:pt x="13754100" y="238048"/>
                  </a:moveTo>
                  <a:lnTo>
                    <a:pt x="13741400" y="238048"/>
                  </a:lnTo>
                  <a:lnTo>
                    <a:pt x="13741400" y="218998"/>
                  </a:lnTo>
                  <a:lnTo>
                    <a:pt x="13754100" y="218998"/>
                  </a:lnTo>
                  <a:lnTo>
                    <a:pt x="13754100" y="238048"/>
                  </a:lnTo>
                  <a:close/>
                </a:path>
                <a:path w="13754100" h="584200">
                  <a:moveTo>
                    <a:pt x="13754100" y="212648"/>
                  </a:moveTo>
                  <a:lnTo>
                    <a:pt x="13741400" y="212648"/>
                  </a:lnTo>
                  <a:lnTo>
                    <a:pt x="13741400" y="193598"/>
                  </a:lnTo>
                  <a:lnTo>
                    <a:pt x="13754100" y="193598"/>
                  </a:lnTo>
                  <a:lnTo>
                    <a:pt x="13754100" y="212648"/>
                  </a:lnTo>
                  <a:close/>
                </a:path>
                <a:path w="13754100" h="584200">
                  <a:moveTo>
                    <a:pt x="13754100" y="187248"/>
                  </a:moveTo>
                  <a:lnTo>
                    <a:pt x="13741400" y="187248"/>
                  </a:lnTo>
                  <a:lnTo>
                    <a:pt x="13741400" y="168186"/>
                  </a:lnTo>
                  <a:lnTo>
                    <a:pt x="13754100" y="168186"/>
                  </a:lnTo>
                  <a:lnTo>
                    <a:pt x="13754100" y="187248"/>
                  </a:lnTo>
                  <a:close/>
                </a:path>
                <a:path w="13754100" h="584200">
                  <a:moveTo>
                    <a:pt x="13754100" y="161836"/>
                  </a:moveTo>
                  <a:lnTo>
                    <a:pt x="13741400" y="161836"/>
                  </a:lnTo>
                  <a:lnTo>
                    <a:pt x="13741400" y="142786"/>
                  </a:lnTo>
                  <a:lnTo>
                    <a:pt x="13754100" y="142786"/>
                  </a:lnTo>
                  <a:lnTo>
                    <a:pt x="13754100" y="161836"/>
                  </a:lnTo>
                  <a:close/>
                </a:path>
                <a:path w="13754100" h="584200">
                  <a:moveTo>
                    <a:pt x="13754100" y="136436"/>
                  </a:moveTo>
                  <a:lnTo>
                    <a:pt x="13741400" y="136436"/>
                  </a:lnTo>
                  <a:lnTo>
                    <a:pt x="13741400" y="117373"/>
                  </a:lnTo>
                  <a:lnTo>
                    <a:pt x="13754100" y="117373"/>
                  </a:lnTo>
                  <a:lnTo>
                    <a:pt x="13754100" y="136436"/>
                  </a:lnTo>
                  <a:close/>
                </a:path>
                <a:path w="13754100" h="584200">
                  <a:moveTo>
                    <a:pt x="13754100" y="111023"/>
                  </a:moveTo>
                  <a:lnTo>
                    <a:pt x="13741400" y="111023"/>
                  </a:lnTo>
                  <a:lnTo>
                    <a:pt x="13741400" y="98856"/>
                  </a:lnTo>
                  <a:lnTo>
                    <a:pt x="13741069" y="96240"/>
                  </a:lnTo>
                  <a:lnTo>
                    <a:pt x="13740545" y="94132"/>
                  </a:lnTo>
                  <a:lnTo>
                    <a:pt x="13740422" y="93637"/>
                  </a:lnTo>
                  <a:lnTo>
                    <a:pt x="13752741" y="90550"/>
                  </a:lnTo>
                  <a:lnTo>
                    <a:pt x="13753518" y="93637"/>
                  </a:lnTo>
                  <a:lnTo>
                    <a:pt x="13753642" y="94132"/>
                  </a:lnTo>
                  <a:lnTo>
                    <a:pt x="13754100" y="97789"/>
                  </a:lnTo>
                  <a:lnTo>
                    <a:pt x="13754100" y="111023"/>
                  </a:lnTo>
                  <a:close/>
                </a:path>
                <a:path w="13754100" h="584200">
                  <a:moveTo>
                    <a:pt x="13706487" y="55816"/>
                  </a:moveTo>
                  <a:lnTo>
                    <a:pt x="13701572" y="52793"/>
                  </a:lnTo>
                  <a:lnTo>
                    <a:pt x="13696175" y="49872"/>
                  </a:lnTo>
                  <a:lnTo>
                    <a:pt x="13690346" y="47078"/>
                  </a:lnTo>
                  <a:lnTo>
                    <a:pt x="13695832" y="35623"/>
                  </a:lnTo>
                  <a:lnTo>
                    <a:pt x="13702017" y="38595"/>
                  </a:lnTo>
                  <a:lnTo>
                    <a:pt x="13707795" y="41719"/>
                  </a:lnTo>
                  <a:lnTo>
                    <a:pt x="13713129" y="44996"/>
                  </a:lnTo>
                  <a:lnTo>
                    <a:pt x="13706487" y="55816"/>
                  </a:lnTo>
                  <a:close/>
                </a:path>
                <a:path w="13754100" h="584200">
                  <a:moveTo>
                    <a:pt x="13725537" y="70243"/>
                  </a:moveTo>
                  <a:lnTo>
                    <a:pt x="13721588" y="66433"/>
                  </a:lnTo>
                  <a:lnTo>
                    <a:pt x="13716927" y="62712"/>
                  </a:lnTo>
                  <a:lnTo>
                    <a:pt x="13711580" y="59093"/>
                  </a:lnTo>
                  <a:lnTo>
                    <a:pt x="13718679" y="48564"/>
                  </a:lnTo>
                  <a:lnTo>
                    <a:pt x="13724547" y="52527"/>
                  </a:lnTo>
                  <a:lnTo>
                    <a:pt x="13729804" y="56705"/>
                  </a:lnTo>
                  <a:lnTo>
                    <a:pt x="13734351" y="61086"/>
                  </a:lnTo>
                  <a:lnTo>
                    <a:pt x="13725537" y="70243"/>
                  </a:lnTo>
                  <a:close/>
                </a:path>
                <a:path w="13754100" h="584200">
                  <a:moveTo>
                    <a:pt x="13738720" y="88531"/>
                  </a:moveTo>
                  <a:lnTo>
                    <a:pt x="13736777" y="83832"/>
                  </a:lnTo>
                  <a:lnTo>
                    <a:pt x="13733741" y="79120"/>
                  </a:lnTo>
                  <a:lnTo>
                    <a:pt x="13729589" y="74447"/>
                  </a:lnTo>
                  <a:lnTo>
                    <a:pt x="13739088" y="66014"/>
                  </a:lnTo>
                  <a:lnTo>
                    <a:pt x="13744003" y="71551"/>
                  </a:lnTo>
                  <a:lnTo>
                    <a:pt x="13747864" y="77444"/>
                  </a:lnTo>
                  <a:lnTo>
                    <a:pt x="13750455" y="83667"/>
                  </a:lnTo>
                  <a:lnTo>
                    <a:pt x="13738720" y="88531"/>
                  </a:lnTo>
                  <a:close/>
                </a:path>
                <a:path w="13754100" h="584200">
                  <a:moveTo>
                    <a:pt x="13684783" y="44513"/>
                  </a:moveTo>
                  <a:lnTo>
                    <a:pt x="13679360" y="42100"/>
                  </a:lnTo>
                  <a:lnTo>
                    <a:pt x="13673620" y="39789"/>
                  </a:lnTo>
                  <a:lnTo>
                    <a:pt x="13667562" y="37591"/>
                  </a:lnTo>
                  <a:lnTo>
                    <a:pt x="13671892" y="25653"/>
                  </a:lnTo>
                  <a:lnTo>
                    <a:pt x="13678204" y="27939"/>
                  </a:lnTo>
                  <a:lnTo>
                    <a:pt x="13684237" y="30365"/>
                  </a:lnTo>
                  <a:lnTo>
                    <a:pt x="13689939" y="32905"/>
                  </a:lnTo>
                  <a:lnTo>
                    <a:pt x="13684783" y="44513"/>
                  </a:lnTo>
                  <a:close/>
                </a:path>
                <a:path w="13754100" h="584200">
                  <a:moveTo>
                    <a:pt x="13661732" y="35547"/>
                  </a:moveTo>
                  <a:lnTo>
                    <a:pt x="13656030" y="33616"/>
                  </a:lnTo>
                  <a:lnTo>
                    <a:pt x="13650087" y="31788"/>
                  </a:lnTo>
                  <a:lnTo>
                    <a:pt x="13643902" y="30073"/>
                  </a:lnTo>
                  <a:lnTo>
                    <a:pt x="13647318" y="17830"/>
                  </a:lnTo>
                  <a:lnTo>
                    <a:pt x="13653706" y="19621"/>
                  </a:lnTo>
                  <a:lnTo>
                    <a:pt x="13659866" y="21513"/>
                  </a:lnTo>
                  <a:lnTo>
                    <a:pt x="13665809" y="23520"/>
                  </a:lnTo>
                  <a:lnTo>
                    <a:pt x="13661732" y="35547"/>
                  </a:lnTo>
                  <a:close/>
                </a:path>
                <a:path w="13754100" h="584200">
                  <a:moveTo>
                    <a:pt x="13637882" y="28435"/>
                  </a:moveTo>
                  <a:lnTo>
                    <a:pt x="13631989" y="26898"/>
                  </a:lnTo>
                  <a:lnTo>
                    <a:pt x="13625918" y="25463"/>
                  </a:lnTo>
                  <a:lnTo>
                    <a:pt x="13619670" y="24129"/>
                  </a:lnTo>
                  <a:lnTo>
                    <a:pt x="13622312" y="11709"/>
                  </a:lnTo>
                  <a:lnTo>
                    <a:pt x="13628751" y="13080"/>
                  </a:lnTo>
                  <a:lnTo>
                    <a:pt x="13635012" y="14566"/>
                  </a:lnTo>
                  <a:lnTo>
                    <a:pt x="13641082" y="16154"/>
                  </a:lnTo>
                  <a:lnTo>
                    <a:pt x="13637882" y="28435"/>
                  </a:lnTo>
                  <a:close/>
                </a:path>
                <a:path w="13754100" h="584200">
                  <a:moveTo>
                    <a:pt x="13613574" y="22872"/>
                  </a:moveTo>
                  <a:lnTo>
                    <a:pt x="13607567" y="21678"/>
                  </a:lnTo>
                  <a:lnTo>
                    <a:pt x="13601407" y="20573"/>
                  </a:lnTo>
                  <a:lnTo>
                    <a:pt x="13595121" y="19583"/>
                  </a:lnTo>
                  <a:lnTo>
                    <a:pt x="13597115" y="7035"/>
                  </a:lnTo>
                  <a:lnTo>
                    <a:pt x="13603566" y="8064"/>
                  </a:lnTo>
                  <a:lnTo>
                    <a:pt x="13609878" y="9194"/>
                  </a:lnTo>
                  <a:lnTo>
                    <a:pt x="13616051" y="10413"/>
                  </a:lnTo>
                  <a:lnTo>
                    <a:pt x="13613574" y="22872"/>
                  </a:lnTo>
                  <a:close/>
                </a:path>
                <a:path w="13754100" h="584200">
                  <a:moveTo>
                    <a:pt x="13588923" y="18630"/>
                  </a:moveTo>
                  <a:lnTo>
                    <a:pt x="13582840" y="17741"/>
                  </a:lnTo>
                  <a:lnTo>
                    <a:pt x="13576630" y="16941"/>
                  </a:lnTo>
                  <a:lnTo>
                    <a:pt x="13570318" y="16243"/>
                  </a:lnTo>
                  <a:lnTo>
                    <a:pt x="13571445" y="6070"/>
                  </a:lnTo>
                  <a:lnTo>
                    <a:pt x="13571546" y="5156"/>
                  </a:lnTo>
                  <a:lnTo>
                    <a:pt x="13571636" y="4343"/>
                  </a:lnTo>
                  <a:lnTo>
                    <a:pt x="13571715" y="3632"/>
                  </a:lnTo>
                  <a:lnTo>
                    <a:pt x="13578179" y="4343"/>
                  </a:lnTo>
                  <a:lnTo>
                    <a:pt x="13584529" y="5156"/>
                  </a:lnTo>
                  <a:lnTo>
                    <a:pt x="13590765" y="6070"/>
                  </a:lnTo>
                  <a:lnTo>
                    <a:pt x="13588923" y="18630"/>
                  </a:lnTo>
                  <a:close/>
                </a:path>
                <a:path w="13754100" h="584200">
                  <a:moveTo>
                    <a:pt x="13564069" y="15595"/>
                  </a:moveTo>
                  <a:lnTo>
                    <a:pt x="13557935" y="14985"/>
                  </a:lnTo>
                  <a:lnTo>
                    <a:pt x="13551700" y="14465"/>
                  </a:lnTo>
                  <a:lnTo>
                    <a:pt x="13545362" y="14046"/>
                  </a:lnTo>
                  <a:lnTo>
                    <a:pt x="13546107" y="2959"/>
                  </a:lnTo>
                  <a:lnTo>
                    <a:pt x="13546213" y="1371"/>
                  </a:lnTo>
                  <a:lnTo>
                    <a:pt x="13552678" y="1803"/>
                  </a:lnTo>
                  <a:lnTo>
                    <a:pt x="13559053" y="2336"/>
                  </a:lnTo>
                  <a:lnTo>
                    <a:pt x="13565327" y="2959"/>
                  </a:lnTo>
                  <a:lnTo>
                    <a:pt x="13564225" y="14046"/>
                  </a:lnTo>
                  <a:lnTo>
                    <a:pt x="13564131" y="14985"/>
                  </a:lnTo>
                  <a:lnTo>
                    <a:pt x="13564069" y="15595"/>
                  </a:lnTo>
                  <a:close/>
                </a:path>
                <a:path w="13754100" h="584200">
                  <a:moveTo>
                    <a:pt x="13539114" y="13665"/>
                  </a:moveTo>
                  <a:lnTo>
                    <a:pt x="13532916" y="13309"/>
                  </a:lnTo>
                  <a:lnTo>
                    <a:pt x="13526655" y="13055"/>
                  </a:lnTo>
                  <a:lnTo>
                    <a:pt x="13520331" y="12903"/>
                  </a:lnTo>
                  <a:lnTo>
                    <a:pt x="13520629" y="977"/>
                  </a:lnTo>
                  <a:lnTo>
                    <a:pt x="13520648" y="203"/>
                  </a:lnTo>
                  <a:lnTo>
                    <a:pt x="13527112" y="368"/>
                  </a:lnTo>
                  <a:lnTo>
                    <a:pt x="13533501" y="622"/>
                  </a:lnTo>
                  <a:lnTo>
                    <a:pt x="13539812" y="977"/>
                  </a:lnTo>
                  <a:lnTo>
                    <a:pt x="13539155" y="12903"/>
                  </a:lnTo>
                  <a:lnTo>
                    <a:pt x="13539114" y="13665"/>
                  </a:lnTo>
                  <a:close/>
                </a:path>
                <a:path w="13754100" h="584200">
                  <a:moveTo>
                    <a:pt x="13504646" y="12699"/>
                  </a:moveTo>
                  <a:lnTo>
                    <a:pt x="13495121" y="12699"/>
                  </a:lnTo>
                  <a:lnTo>
                    <a:pt x="13495121" y="0"/>
                  </a:lnTo>
                  <a:lnTo>
                    <a:pt x="13504646" y="0"/>
                  </a:lnTo>
                  <a:lnTo>
                    <a:pt x="13504646" y="12699"/>
                  </a:lnTo>
                  <a:close/>
                </a:path>
                <a:path w="13754100" h="584200">
                  <a:moveTo>
                    <a:pt x="13514058" y="12699"/>
                  </a:moveTo>
                  <a:lnTo>
                    <a:pt x="13504646" y="12699"/>
                  </a:lnTo>
                  <a:lnTo>
                    <a:pt x="13504646" y="0"/>
                  </a:lnTo>
                  <a:lnTo>
                    <a:pt x="13514261" y="0"/>
                  </a:lnTo>
                  <a:lnTo>
                    <a:pt x="13514160" y="6349"/>
                  </a:lnTo>
                  <a:lnTo>
                    <a:pt x="13514058" y="12699"/>
                  </a:lnTo>
                  <a:close/>
                </a:path>
                <a:path w="13754100" h="584200">
                  <a:moveTo>
                    <a:pt x="13488771" y="12699"/>
                  </a:moveTo>
                  <a:lnTo>
                    <a:pt x="13469734" y="12699"/>
                  </a:lnTo>
                  <a:lnTo>
                    <a:pt x="13469734" y="0"/>
                  </a:lnTo>
                  <a:lnTo>
                    <a:pt x="13488771" y="0"/>
                  </a:lnTo>
                  <a:lnTo>
                    <a:pt x="13488771" y="12699"/>
                  </a:lnTo>
                  <a:close/>
                </a:path>
                <a:path w="13754100" h="584200">
                  <a:moveTo>
                    <a:pt x="13463384" y="12699"/>
                  </a:moveTo>
                  <a:lnTo>
                    <a:pt x="13444334" y="12699"/>
                  </a:lnTo>
                  <a:lnTo>
                    <a:pt x="13444334" y="0"/>
                  </a:lnTo>
                  <a:lnTo>
                    <a:pt x="13463384" y="0"/>
                  </a:lnTo>
                  <a:lnTo>
                    <a:pt x="13463384" y="12699"/>
                  </a:lnTo>
                  <a:close/>
                </a:path>
                <a:path w="13754100" h="584200">
                  <a:moveTo>
                    <a:pt x="13437984" y="12699"/>
                  </a:moveTo>
                  <a:lnTo>
                    <a:pt x="13418946" y="12699"/>
                  </a:lnTo>
                  <a:lnTo>
                    <a:pt x="13418946" y="0"/>
                  </a:lnTo>
                  <a:lnTo>
                    <a:pt x="13437984" y="0"/>
                  </a:lnTo>
                  <a:lnTo>
                    <a:pt x="13437984" y="12699"/>
                  </a:lnTo>
                  <a:close/>
                </a:path>
                <a:path w="13754100" h="584200">
                  <a:moveTo>
                    <a:pt x="13412596" y="12699"/>
                  </a:moveTo>
                  <a:lnTo>
                    <a:pt x="13393546" y="12699"/>
                  </a:lnTo>
                  <a:lnTo>
                    <a:pt x="13393546" y="0"/>
                  </a:lnTo>
                  <a:lnTo>
                    <a:pt x="13412596" y="0"/>
                  </a:lnTo>
                  <a:lnTo>
                    <a:pt x="13412596" y="12699"/>
                  </a:lnTo>
                  <a:close/>
                </a:path>
                <a:path w="13754100" h="584200">
                  <a:moveTo>
                    <a:pt x="13387196" y="12699"/>
                  </a:moveTo>
                  <a:lnTo>
                    <a:pt x="13368159" y="12699"/>
                  </a:lnTo>
                  <a:lnTo>
                    <a:pt x="13368159" y="0"/>
                  </a:lnTo>
                  <a:lnTo>
                    <a:pt x="13387196" y="0"/>
                  </a:lnTo>
                  <a:lnTo>
                    <a:pt x="13387196" y="12699"/>
                  </a:lnTo>
                  <a:close/>
                </a:path>
                <a:path w="13754100" h="584200">
                  <a:moveTo>
                    <a:pt x="13361809" y="12699"/>
                  </a:moveTo>
                  <a:lnTo>
                    <a:pt x="13342759" y="12699"/>
                  </a:lnTo>
                  <a:lnTo>
                    <a:pt x="13342759" y="0"/>
                  </a:lnTo>
                  <a:lnTo>
                    <a:pt x="13361809" y="0"/>
                  </a:lnTo>
                  <a:lnTo>
                    <a:pt x="13361809" y="12699"/>
                  </a:lnTo>
                  <a:close/>
                </a:path>
                <a:path w="13754100" h="584200">
                  <a:moveTo>
                    <a:pt x="13336409" y="12699"/>
                  </a:moveTo>
                  <a:lnTo>
                    <a:pt x="13317372" y="12699"/>
                  </a:lnTo>
                  <a:lnTo>
                    <a:pt x="13317372" y="0"/>
                  </a:lnTo>
                  <a:lnTo>
                    <a:pt x="13336409" y="0"/>
                  </a:lnTo>
                  <a:lnTo>
                    <a:pt x="13336409" y="12699"/>
                  </a:lnTo>
                  <a:close/>
                </a:path>
                <a:path w="13754100" h="584200">
                  <a:moveTo>
                    <a:pt x="13311022" y="12699"/>
                  </a:moveTo>
                  <a:lnTo>
                    <a:pt x="13291972" y="12699"/>
                  </a:lnTo>
                  <a:lnTo>
                    <a:pt x="13291972" y="0"/>
                  </a:lnTo>
                  <a:lnTo>
                    <a:pt x="13311022" y="0"/>
                  </a:lnTo>
                  <a:lnTo>
                    <a:pt x="13311022" y="12699"/>
                  </a:lnTo>
                  <a:close/>
                </a:path>
                <a:path w="13754100" h="584200">
                  <a:moveTo>
                    <a:pt x="13285622" y="12699"/>
                  </a:moveTo>
                  <a:lnTo>
                    <a:pt x="13266585" y="12699"/>
                  </a:lnTo>
                  <a:lnTo>
                    <a:pt x="13266585" y="0"/>
                  </a:lnTo>
                  <a:lnTo>
                    <a:pt x="13285622" y="0"/>
                  </a:lnTo>
                  <a:lnTo>
                    <a:pt x="13285622" y="12699"/>
                  </a:lnTo>
                  <a:close/>
                </a:path>
                <a:path w="13754100" h="584200">
                  <a:moveTo>
                    <a:pt x="13260235" y="12699"/>
                  </a:moveTo>
                  <a:lnTo>
                    <a:pt x="13241185" y="12699"/>
                  </a:lnTo>
                  <a:lnTo>
                    <a:pt x="13241185" y="0"/>
                  </a:lnTo>
                  <a:lnTo>
                    <a:pt x="13260235" y="0"/>
                  </a:lnTo>
                  <a:lnTo>
                    <a:pt x="13260235" y="12699"/>
                  </a:lnTo>
                  <a:close/>
                </a:path>
                <a:path w="13754100" h="584200">
                  <a:moveTo>
                    <a:pt x="13234835" y="12699"/>
                  </a:moveTo>
                  <a:lnTo>
                    <a:pt x="13215797" y="12699"/>
                  </a:lnTo>
                  <a:lnTo>
                    <a:pt x="13215797" y="0"/>
                  </a:lnTo>
                  <a:lnTo>
                    <a:pt x="13234835" y="0"/>
                  </a:lnTo>
                  <a:lnTo>
                    <a:pt x="13234835" y="12699"/>
                  </a:lnTo>
                  <a:close/>
                </a:path>
                <a:path w="13754100" h="584200">
                  <a:moveTo>
                    <a:pt x="13209447" y="12699"/>
                  </a:moveTo>
                  <a:lnTo>
                    <a:pt x="13190397" y="12699"/>
                  </a:lnTo>
                  <a:lnTo>
                    <a:pt x="13190397" y="0"/>
                  </a:lnTo>
                  <a:lnTo>
                    <a:pt x="13209447" y="0"/>
                  </a:lnTo>
                  <a:lnTo>
                    <a:pt x="13209447" y="12699"/>
                  </a:lnTo>
                  <a:close/>
                </a:path>
                <a:path w="13754100" h="584200">
                  <a:moveTo>
                    <a:pt x="13184047" y="12699"/>
                  </a:moveTo>
                  <a:lnTo>
                    <a:pt x="13165010" y="12699"/>
                  </a:lnTo>
                  <a:lnTo>
                    <a:pt x="13165010" y="0"/>
                  </a:lnTo>
                  <a:lnTo>
                    <a:pt x="13184047" y="0"/>
                  </a:lnTo>
                  <a:lnTo>
                    <a:pt x="13184047" y="12699"/>
                  </a:lnTo>
                  <a:close/>
                </a:path>
                <a:path w="13754100" h="584200">
                  <a:moveTo>
                    <a:pt x="13158660" y="12699"/>
                  </a:moveTo>
                  <a:lnTo>
                    <a:pt x="13139610" y="12699"/>
                  </a:lnTo>
                  <a:lnTo>
                    <a:pt x="13139610" y="0"/>
                  </a:lnTo>
                  <a:lnTo>
                    <a:pt x="13158660" y="0"/>
                  </a:lnTo>
                  <a:lnTo>
                    <a:pt x="13158660" y="12699"/>
                  </a:lnTo>
                  <a:close/>
                </a:path>
                <a:path w="13754100" h="584200">
                  <a:moveTo>
                    <a:pt x="13133260" y="12699"/>
                  </a:moveTo>
                  <a:lnTo>
                    <a:pt x="13114223" y="12699"/>
                  </a:lnTo>
                  <a:lnTo>
                    <a:pt x="13114223" y="0"/>
                  </a:lnTo>
                  <a:lnTo>
                    <a:pt x="13133260" y="0"/>
                  </a:lnTo>
                  <a:lnTo>
                    <a:pt x="13133260" y="12699"/>
                  </a:lnTo>
                  <a:close/>
                </a:path>
                <a:path w="13754100" h="584200">
                  <a:moveTo>
                    <a:pt x="13107873" y="12699"/>
                  </a:moveTo>
                  <a:lnTo>
                    <a:pt x="13088823" y="12699"/>
                  </a:lnTo>
                  <a:lnTo>
                    <a:pt x="13088823" y="0"/>
                  </a:lnTo>
                  <a:lnTo>
                    <a:pt x="13107873" y="0"/>
                  </a:lnTo>
                  <a:lnTo>
                    <a:pt x="13107873" y="12699"/>
                  </a:lnTo>
                  <a:close/>
                </a:path>
                <a:path w="13754100" h="584200">
                  <a:moveTo>
                    <a:pt x="13082473" y="12699"/>
                  </a:moveTo>
                  <a:lnTo>
                    <a:pt x="13063435" y="12699"/>
                  </a:lnTo>
                  <a:lnTo>
                    <a:pt x="13063435" y="0"/>
                  </a:lnTo>
                  <a:lnTo>
                    <a:pt x="13082473" y="0"/>
                  </a:lnTo>
                  <a:lnTo>
                    <a:pt x="13082473" y="12699"/>
                  </a:lnTo>
                  <a:close/>
                </a:path>
                <a:path w="13754100" h="584200">
                  <a:moveTo>
                    <a:pt x="13057085" y="12699"/>
                  </a:moveTo>
                  <a:lnTo>
                    <a:pt x="13038035" y="12699"/>
                  </a:lnTo>
                  <a:lnTo>
                    <a:pt x="13038035" y="0"/>
                  </a:lnTo>
                  <a:lnTo>
                    <a:pt x="13057085" y="0"/>
                  </a:lnTo>
                  <a:lnTo>
                    <a:pt x="13057085" y="12699"/>
                  </a:lnTo>
                  <a:close/>
                </a:path>
                <a:path w="13754100" h="584200">
                  <a:moveTo>
                    <a:pt x="13031685" y="12699"/>
                  </a:moveTo>
                  <a:lnTo>
                    <a:pt x="13012648" y="12699"/>
                  </a:lnTo>
                  <a:lnTo>
                    <a:pt x="13012648" y="0"/>
                  </a:lnTo>
                  <a:lnTo>
                    <a:pt x="13031685" y="0"/>
                  </a:lnTo>
                  <a:lnTo>
                    <a:pt x="13031685" y="12699"/>
                  </a:lnTo>
                  <a:close/>
                </a:path>
                <a:path w="13754100" h="584200">
                  <a:moveTo>
                    <a:pt x="13006298" y="12699"/>
                  </a:moveTo>
                  <a:lnTo>
                    <a:pt x="12987248" y="12699"/>
                  </a:lnTo>
                  <a:lnTo>
                    <a:pt x="12987248" y="0"/>
                  </a:lnTo>
                  <a:lnTo>
                    <a:pt x="13006298" y="0"/>
                  </a:lnTo>
                  <a:lnTo>
                    <a:pt x="13006298" y="12699"/>
                  </a:lnTo>
                  <a:close/>
                </a:path>
                <a:path w="13754100" h="584200">
                  <a:moveTo>
                    <a:pt x="12980898" y="12699"/>
                  </a:moveTo>
                  <a:lnTo>
                    <a:pt x="12961861" y="12699"/>
                  </a:lnTo>
                  <a:lnTo>
                    <a:pt x="12961861" y="0"/>
                  </a:lnTo>
                  <a:lnTo>
                    <a:pt x="12980898" y="0"/>
                  </a:lnTo>
                  <a:lnTo>
                    <a:pt x="12980898" y="12699"/>
                  </a:lnTo>
                  <a:close/>
                </a:path>
                <a:path w="13754100" h="584200">
                  <a:moveTo>
                    <a:pt x="12955511" y="12699"/>
                  </a:moveTo>
                  <a:lnTo>
                    <a:pt x="12936461" y="12699"/>
                  </a:lnTo>
                  <a:lnTo>
                    <a:pt x="12936461" y="0"/>
                  </a:lnTo>
                  <a:lnTo>
                    <a:pt x="12955511" y="0"/>
                  </a:lnTo>
                  <a:lnTo>
                    <a:pt x="12955511" y="12699"/>
                  </a:lnTo>
                  <a:close/>
                </a:path>
                <a:path w="13754100" h="584200">
                  <a:moveTo>
                    <a:pt x="12930111" y="12699"/>
                  </a:moveTo>
                  <a:lnTo>
                    <a:pt x="12911074" y="12699"/>
                  </a:lnTo>
                  <a:lnTo>
                    <a:pt x="12911074" y="0"/>
                  </a:lnTo>
                  <a:lnTo>
                    <a:pt x="12930111" y="0"/>
                  </a:lnTo>
                  <a:lnTo>
                    <a:pt x="12930111" y="12699"/>
                  </a:lnTo>
                  <a:close/>
                </a:path>
                <a:path w="13754100" h="584200">
                  <a:moveTo>
                    <a:pt x="12904724" y="12699"/>
                  </a:moveTo>
                  <a:lnTo>
                    <a:pt x="12885674" y="12699"/>
                  </a:lnTo>
                  <a:lnTo>
                    <a:pt x="12885674" y="0"/>
                  </a:lnTo>
                  <a:lnTo>
                    <a:pt x="12904724" y="0"/>
                  </a:lnTo>
                  <a:lnTo>
                    <a:pt x="12904724" y="12699"/>
                  </a:lnTo>
                  <a:close/>
                </a:path>
                <a:path w="13754100" h="584200">
                  <a:moveTo>
                    <a:pt x="12879324" y="12699"/>
                  </a:moveTo>
                  <a:lnTo>
                    <a:pt x="12860286" y="12699"/>
                  </a:lnTo>
                  <a:lnTo>
                    <a:pt x="12860286" y="0"/>
                  </a:lnTo>
                  <a:lnTo>
                    <a:pt x="12879324" y="0"/>
                  </a:lnTo>
                  <a:lnTo>
                    <a:pt x="12879324" y="12699"/>
                  </a:lnTo>
                  <a:close/>
                </a:path>
                <a:path w="13754100" h="584200">
                  <a:moveTo>
                    <a:pt x="12853936" y="12699"/>
                  </a:moveTo>
                  <a:lnTo>
                    <a:pt x="12834886" y="12699"/>
                  </a:lnTo>
                  <a:lnTo>
                    <a:pt x="12834886" y="0"/>
                  </a:lnTo>
                  <a:lnTo>
                    <a:pt x="12853936" y="0"/>
                  </a:lnTo>
                  <a:lnTo>
                    <a:pt x="12853936" y="12699"/>
                  </a:lnTo>
                  <a:close/>
                </a:path>
                <a:path w="13754100" h="584200">
                  <a:moveTo>
                    <a:pt x="12828536" y="12699"/>
                  </a:moveTo>
                  <a:lnTo>
                    <a:pt x="12809499" y="12699"/>
                  </a:lnTo>
                  <a:lnTo>
                    <a:pt x="12809499" y="0"/>
                  </a:lnTo>
                  <a:lnTo>
                    <a:pt x="12828536" y="0"/>
                  </a:lnTo>
                  <a:lnTo>
                    <a:pt x="12828536" y="12699"/>
                  </a:lnTo>
                  <a:close/>
                </a:path>
                <a:path w="13754100" h="584200">
                  <a:moveTo>
                    <a:pt x="12803149" y="12699"/>
                  </a:moveTo>
                  <a:lnTo>
                    <a:pt x="12784099" y="12699"/>
                  </a:lnTo>
                  <a:lnTo>
                    <a:pt x="12784099" y="0"/>
                  </a:lnTo>
                  <a:lnTo>
                    <a:pt x="12803149" y="0"/>
                  </a:lnTo>
                  <a:lnTo>
                    <a:pt x="12803149" y="12699"/>
                  </a:lnTo>
                  <a:close/>
                </a:path>
                <a:path w="13754100" h="584200">
                  <a:moveTo>
                    <a:pt x="12777749" y="12699"/>
                  </a:moveTo>
                  <a:lnTo>
                    <a:pt x="12758712" y="12699"/>
                  </a:lnTo>
                  <a:lnTo>
                    <a:pt x="12758712" y="0"/>
                  </a:lnTo>
                  <a:lnTo>
                    <a:pt x="12777749" y="0"/>
                  </a:lnTo>
                  <a:lnTo>
                    <a:pt x="12777749" y="12699"/>
                  </a:lnTo>
                  <a:close/>
                </a:path>
                <a:path w="13754100" h="584200">
                  <a:moveTo>
                    <a:pt x="12752362" y="12699"/>
                  </a:moveTo>
                  <a:lnTo>
                    <a:pt x="12733312" y="12699"/>
                  </a:lnTo>
                  <a:lnTo>
                    <a:pt x="12733312" y="0"/>
                  </a:lnTo>
                  <a:lnTo>
                    <a:pt x="12752362" y="0"/>
                  </a:lnTo>
                  <a:lnTo>
                    <a:pt x="12752362" y="12699"/>
                  </a:lnTo>
                  <a:close/>
                </a:path>
                <a:path w="13754100" h="584200">
                  <a:moveTo>
                    <a:pt x="12726962" y="12699"/>
                  </a:moveTo>
                  <a:lnTo>
                    <a:pt x="12707924" y="12699"/>
                  </a:lnTo>
                  <a:lnTo>
                    <a:pt x="12707924" y="0"/>
                  </a:lnTo>
                  <a:lnTo>
                    <a:pt x="12726962" y="0"/>
                  </a:lnTo>
                  <a:lnTo>
                    <a:pt x="12726962" y="12699"/>
                  </a:lnTo>
                  <a:close/>
                </a:path>
                <a:path w="13754100" h="584200">
                  <a:moveTo>
                    <a:pt x="12701574" y="12699"/>
                  </a:moveTo>
                  <a:lnTo>
                    <a:pt x="12682524" y="12699"/>
                  </a:lnTo>
                  <a:lnTo>
                    <a:pt x="12682524" y="0"/>
                  </a:lnTo>
                  <a:lnTo>
                    <a:pt x="12701574" y="0"/>
                  </a:lnTo>
                  <a:lnTo>
                    <a:pt x="12701574" y="12699"/>
                  </a:lnTo>
                  <a:close/>
                </a:path>
                <a:path w="13754100" h="584200">
                  <a:moveTo>
                    <a:pt x="12676174" y="12699"/>
                  </a:moveTo>
                  <a:lnTo>
                    <a:pt x="12657137" y="12699"/>
                  </a:lnTo>
                  <a:lnTo>
                    <a:pt x="12657137" y="0"/>
                  </a:lnTo>
                  <a:lnTo>
                    <a:pt x="12676174" y="0"/>
                  </a:lnTo>
                  <a:lnTo>
                    <a:pt x="12676174" y="12699"/>
                  </a:lnTo>
                  <a:close/>
                </a:path>
                <a:path w="13754100" h="584200">
                  <a:moveTo>
                    <a:pt x="12650787" y="12699"/>
                  </a:moveTo>
                  <a:lnTo>
                    <a:pt x="12631737" y="12699"/>
                  </a:lnTo>
                  <a:lnTo>
                    <a:pt x="12631737" y="0"/>
                  </a:lnTo>
                  <a:lnTo>
                    <a:pt x="12650787" y="0"/>
                  </a:lnTo>
                  <a:lnTo>
                    <a:pt x="12650787" y="12699"/>
                  </a:lnTo>
                  <a:close/>
                </a:path>
                <a:path w="13754100" h="584200">
                  <a:moveTo>
                    <a:pt x="12625387" y="12699"/>
                  </a:moveTo>
                  <a:lnTo>
                    <a:pt x="12606350" y="12699"/>
                  </a:lnTo>
                  <a:lnTo>
                    <a:pt x="12606350" y="0"/>
                  </a:lnTo>
                  <a:lnTo>
                    <a:pt x="12625387" y="0"/>
                  </a:lnTo>
                  <a:lnTo>
                    <a:pt x="12625387" y="12699"/>
                  </a:lnTo>
                  <a:close/>
                </a:path>
                <a:path w="13754100" h="584200">
                  <a:moveTo>
                    <a:pt x="12600000" y="12699"/>
                  </a:moveTo>
                  <a:lnTo>
                    <a:pt x="12580950" y="12699"/>
                  </a:lnTo>
                  <a:lnTo>
                    <a:pt x="12580950" y="0"/>
                  </a:lnTo>
                  <a:lnTo>
                    <a:pt x="12600000" y="0"/>
                  </a:lnTo>
                  <a:lnTo>
                    <a:pt x="12600000" y="12699"/>
                  </a:lnTo>
                  <a:close/>
                </a:path>
                <a:path w="13754100" h="584200">
                  <a:moveTo>
                    <a:pt x="12574600" y="12699"/>
                  </a:moveTo>
                  <a:lnTo>
                    <a:pt x="12555562" y="12699"/>
                  </a:lnTo>
                  <a:lnTo>
                    <a:pt x="12555562" y="0"/>
                  </a:lnTo>
                  <a:lnTo>
                    <a:pt x="12574600" y="0"/>
                  </a:lnTo>
                  <a:lnTo>
                    <a:pt x="12574600" y="12699"/>
                  </a:lnTo>
                  <a:close/>
                </a:path>
                <a:path w="13754100" h="584200">
                  <a:moveTo>
                    <a:pt x="12549212" y="12699"/>
                  </a:moveTo>
                  <a:lnTo>
                    <a:pt x="12530162" y="12699"/>
                  </a:lnTo>
                  <a:lnTo>
                    <a:pt x="12530162" y="0"/>
                  </a:lnTo>
                  <a:lnTo>
                    <a:pt x="12549212" y="0"/>
                  </a:lnTo>
                  <a:lnTo>
                    <a:pt x="12549212" y="12699"/>
                  </a:lnTo>
                  <a:close/>
                </a:path>
                <a:path w="13754100" h="584200">
                  <a:moveTo>
                    <a:pt x="12523812" y="12699"/>
                  </a:moveTo>
                  <a:lnTo>
                    <a:pt x="12504775" y="12699"/>
                  </a:lnTo>
                  <a:lnTo>
                    <a:pt x="12504775" y="0"/>
                  </a:lnTo>
                  <a:lnTo>
                    <a:pt x="12523812" y="0"/>
                  </a:lnTo>
                  <a:lnTo>
                    <a:pt x="12523812" y="12699"/>
                  </a:lnTo>
                  <a:close/>
                </a:path>
                <a:path w="13754100" h="584200">
                  <a:moveTo>
                    <a:pt x="12498425" y="12699"/>
                  </a:moveTo>
                  <a:lnTo>
                    <a:pt x="12479375" y="12699"/>
                  </a:lnTo>
                  <a:lnTo>
                    <a:pt x="12479375" y="0"/>
                  </a:lnTo>
                  <a:lnTo>
                    <a:pt x="12498425" y="0"/>
                  </a:lnTo>
                  <a:lnTo>
                    <a:pt x="12498425" y="12699"/>
                  </a:lnTo>
                  <a:close/>
                </a:path>
                <a:path w="13754100" h="584200">
                  <a:moveTo>
                    <a:pt x="12473025" y="12699"/>
                  </a:moveTo>
                  <a:lnTo>
                    <a:pt x="12453988" y="12699"/>
                  </a:lnTo>
                  <a:lnTo>
                    <a:pt x="12453988" y="0"/>
                  </a:lnTo>
                  <a:lnTo>
                    <a:pt x="12473025" y="0"/>
                  </a:lnTo>
                  <a:lnTo>
                    <a:pt x="12473025" y="12699"/>
                  </a:lnTo>
                  <a:close/>
                </a:path>
                <a:path w="13754100" h="584200">
                  <a:moveTo>
                    <a:pt x="12447638" y="12699"/>
                  </a:moveTo>
                  <a:lnTo>
                    <a:pt x="12428588" y="12699"/>
                  </a:lnTo>
                  <a:lnTo>
                    <a:pt x="12428588" y="0"/>
                  </a:lnTo>
                  <a:lnTo>
                    <a:pt x="12447638" y="0"/>
                  </a:lnTo>
                  <a:lnTo>
                    <a:pt x="12447638" y="12699"/>
                  </a:lnTo>
                  <a:close/>
                </a:path>
                <a:path w="13754100" h="584200">
                  <a:moveTo>
                    <a:pt x="12422238" y="12699"/>
                  </a:moveTo>
                  <a:lnTo>
                    <a:pt x="12403201" y="12699"/>
                  </a:lnTo>
                  <a:lnTo>
                    <a:pt x="12403201" y="0"/>
                  </a:lnTo>
                  <a:lnTo>
                    <a:pt x="12422238" y="0"/>
                  </a:lnTo>
                  <a:lnTo>
                    <a:pt x="12422238" y="12699"/>
                  </a:lnTo>
                  <a:close/>
                </a:path>
                <a:path w="13754100" h="584200">
                  <a:moveTo>
                    <a:pt x="12396851" y="12699"/>
                  </a:moveTo>
                  <a:lnTo>
                    <a:pt x="12377801" y="12699"/>
                  </a:lnTo>
                  <a:lnTo>
                    <a:pt x="12377801" y="0"/>
                  </a:lnTo>
                  <a:lnTo>
                    <a:pt x="12396851" y="0"/>
                  </a:lnTo>
                  <a:lnTo>
                    <a:pt x="12396851" y="12699"/>
                  </a:lnTo>
                  <a:close/>
                </a:path>
                <a:path w="13754100" h="584200">
                  <a:moveTo>
                    <a:pt x="12371451" y="12699"/>
                  </a:moveTo>
                  <a:lnTo>
                    <a:pt x="12352413" y="12699"/>
                  </a:lnTo>
                  <a:lnTo>
                    <a:pt x="12352413" y="0"/>
                  </a:lnTo>
                  <a:lnTo>
                    <a:pt x="12371451" y="0"/>
                  </a:lnTo>
                  <a:lnTo>
                    <a:pt x="12371451" y="12699"/>
                  </a:lnTo>
                  <a:close/>
                </a:path>
                <a:path w="13754100" h="584200">
                  <a:moveTo>
                    <a:pt x="12346063" y="12699"/>
                  </a:moveTo>
                  <a:lnTo>
                    <a:pt x="12327013" y="12699"/>
                  </a:lnTo>
                  <a:lnTo>
                    <a:pt x="12327013" y="0"/>
                  </a:lnTo>
                  <a:lnTo>
                    <a:pt x="12346063" y="0"/>
                  </a:lnTo>
                  <a:lnTo>
                    <a:pt x="12346063" y="12699"/>
                  </a:lnTo>
                  <a:close/>
                </a:path>
                <a:path w="13754100" h="584200">
                  <a:moveTo>
                    <a:pt x="12320663" y="12699"/>
                  </a:moveTo>
                  <a:lnTo>
                    <a:pt x="12301626" y="12699"/>
                  </a:lnTo>
                  <a:lnTo>
                    <a:pt x="12301626" y="0"/>
                  </a:lnTo>
                  <a:lnTo>
                    <a:pt x="12320663" y="0"/>
                  </a:lnTo>
                  <a:lnTo>
                    <a:pt x="12320663" y="12699"/>
                  </a:lnTo>
                  <a:close/>
                </a:path>
                <a:path w="13754100" h="584200">
                  <a:moveTo>
                    <a:pt x="12295276" y="12699"/>
                  </a:moveTo>
                  <a:lnTo>
                    <a:pt x="12276226" y="12699"/>
                  </a:lnTo>
                  <a:lnTo>
                    <a:pt x="12276226" y="0"/>
                  </a:lnTo>
                  <a:lnTo>
                    <a:pt x="12295276" y="0"/>
                  </a:lnTo>
                  <a:lnTo>
                    <a:pt x="12295276" y="12699"/>
                  </a:lnTo>
                  <a:close/>
                </a:path>
                <a:path w="13754100" h="584200">
                  <a:moveTo>
                    <a:pt x="12269876" y="12699"/>
                  </a:moveTo>
                  <a:lnTo>
                    <a:pt x="12250839" y="12699"/>
                  </a:lnTo>
                  <a:lnTo>
                    <a:pt x="12250839" y="0"/>
                  </a:lnTo>
                  <a:lnTo>
                    <a:pt x="12269876" y="0"/>
                  </a:lnTo>
                  <a:lnTo>
                    <a:pt x="12269876" y="12699"/>
                  </a:lnTo>
                  <a:close/>
                </a:path>
                <a:path w="13754100" h="584200">
                  <a:moveTo>
                    <a:pt x="12244489" y="12699"/>
                  </a:moveTo>
                  <a:lnTo>
                    <a:pt x="12225439" y="12699"/>
                  </a:lnTo>
                  <a:lnTo>
                    <a:pt x="12225439" y="0"/>
                  </a:lnTo>
                  <a:lnTo>
                    <a:pt x="12244489" y="0"/>
                  </a:lnTo>
                  <a:lnTo>
                    <a:pt x="12244489" y="12699"/>
                  </a:lnTo>
                  <a:close/>
                </a:path>
                <a:path w="13754100" h="584200">
                  <a:moveTo>
                    <a:pt x="12219089" y="12699"/>
                  </a:moveTo>
                  <a:lnTo>
                    <a:pt x="12200051" y="12699"/>
                  </a:lnTo>
                  <a:lnTo>
                    <a:pt x="12200051" y="0"/>
                  </a:lnTo>
                  <a:lnTo>
                    <a:pt x="12219089" y="0"/>
                  </a:lnTo>
                  <a:lnTo>
                    <a:pt x="12219089" y="12699"/>
                  </a:lnTo>
                  <a:close/>
                </a:path>
                <a:path w="13754100" h="584200">
                  <a:moveTo>
                    <a:pt x="12193701" y="12699"/>
                  </a:moveTo>
                  <a:lnTo>
                    <a:pt x="12174651" y="12699"/>
                  </a:lnTo>
                  <a:lnTo>
                    <a:pt x="12174651" y="0"/>
                  </a:lnTo>
                  <a:lnTo>
                    <a:pt x="12193701" y="0"/>
                  </a:lnTo>
                  <a:lnTo>
                    <a:pt x="12193701" y="12699"/>
                  </a:lnTo>
                  <a:close/>
                </a:path>
                <a:path w="13754100" h="584200">
                  <a:moveTo>
                    <a:pt x="12168301" y="12699"/>
                  </a:moveTo>
                  <a:lnTo>
                    <a:pt x="12149264" y="12699"/>
                  </a:lnTo>
                  <a:lnTo>
                    <a:pt x="12149264" y="0"/>
                  </a:lnTo>
                  <a:lnTo>
                    <a:pt x="12168301" y="0"/>
                  </a:lnTo>
                  <a:lnTo>
                    <a:pt x="12168301" y="12699"/>
                  </a:lnTo>
                  <a:close/>
                </a:path>
                <a:path w="13754100" h="584200">
                  <a:moveTo>
                    <a:pt x="12142914" y="12699"/>
                  </a:moveTo>
                  <a:lnTo>
                    <a:pt x="12123864" y="12699"/>
                  </a:lnTo>
                  <a:lnTo>
                    <a:pt x="12123864" y="0"/>
                  </a:lnTo>
                  <a:lnTo>
                    <a:pt x="12142914" y="0"/>
                  </a:lnTo>
                  <a:lnTo>
                    <a:pt x="12142914" y="12699"/>
                  </a:lnTo>
                  <a:close/>
                </a:path>
                <a:path w="13754100" h="584200">
                  <a:moveTo>
                    <a:pt x="12117514" y="12699"/>
                  </a:moveTo>
                  <a:lnTo>
                    <a:pt x="12098464" y="12699"/>
                  </a:lnTo>
                  <a:lnTo>
                    <a:pt x="12098464" y="0"/>
                  </a:lnTo>
                  <a:lnTo>
                    <a:pt x="12117514" y="0"/>
                  </a:lnTo>
                  <a:lnTo>
                    <a:pt x="12117514" y="12699"/>
                  </a:lnTo>
                  <a:close/>
                </a:path>
                <a:path w="13754100" h="584200">
                  <a:moveTo>
                    <a:pt x="12092127" y="12699"/>
                  </a:moveTo>
                  <a:lnTo>
                    <a:pt x="12073077" y="12699"/>
                  </a:lnTo>
                  <a:lnTo>
                    <a:pt x="12073077" y="0"/>
                  </a:lnTo>
                  <a:lnTo>
                    <a:pt x="12092127" y="0"/>
                  </a:lnTo>
                  <a:lnTo>
                    <a:pt x="12092127" y="12699"/>
                  </a:lnTo>
                  <a:close/>
                </a:path>
                <a:path w="13754100" h="584200">
                  <a:moveTo>
                    <a:pt x="12066727" y="12699"/>
                  </a:moveTo>
                  <a:lnTo>
                    <a:pt x="12047677" y="12699"/>
                  </a:lnTo>
                  <a:lnTo>
                    <a:pt x="12047677" y="0"/>
                  </a:lnTo>
                  <a:lnTo>
                    <a:pt x="12066727" y="0"/>
                  </a:lnTo>
                  <a:lnTo>
                    <a:pt x="12066727" y="12699"/>
                  </a:lnTo>
                  <a:close/>
                </a:path>
                <a:path w="13754100" h="584200">
                  <a:moveTo>
                    <a:pt x="12041339" y="12699"/>
                  </a:moveTo>
                  <a:lnTo>
                    <a:pt x="12022289" y="12699"/>
                  </a:lnTo>
                  <a:lnTo>
                    <a:pt x="12022289" y="0"/>
                  </a:lnTo>
                  <a:lnTo>
                    <a:pt x="12041339" y="0"/>
                  </a:lnTo>
                  <a:lnTo>
                    <a:pt x="12041339" y="12699"/>
                  </a:lnTo>
                  <a:close/>
                </a:path>
                <a:path w="13754100" h="584200">
                  <a:moveTo>
                    <a:pt x="12015939" y="12699"/>
                  </a:moveTo>
                  <a:lnTo>
                    <a:pt x="11996902" y="12699"/>
                  </a:lnTo>
                  <a:lnTo>
                    <a:pt x="11996902" y="0"/>
                  </a:lnTo>
                  <a:lnTo>
                    <a:pt x="12015939" y="0"/>
                  </a:lnTo>
                  <a:lnTo>
                    <a:pt x="12015939" y="12699"/>
                  </a:lnTo>
                  <a:close/>
                </a:path>
                <a:path w="13754100" h="584200">
                  <a:moveTo>
                    <a:pt x="11990552" y="12699"/>
                  </a:moveTo>
                  <a:lnTo>
                    <a:pt x="11971502" y="12699"/>
                  </a:lnTo>
                  <a:lnTo>
                    <a:pt x="11971502" y="0"/>
                  </a:lnTo>
                  <a:lnTo>
                    <a:pt x="11990552" y="0"/>
                  </a:lnTo>
                  <a:lnTo>
                    <a:pt x="11990552" y="12699"/>
                  </a:lnTo>
                  <a:close/>
                </a:path>
                <a:path w="13754100" h="584200">
                  <a:moveTo>
                    <a:pt x="11965152" y="12699"/>
                  </a:moveTo>
                  <a:lnTo>
                    <a:pt x="11946102" y="12699"/>
                  </a:lnTo>
                  <a:lnTo>
                    <a:pt x="11946102" y="0"/>
                  </a:lnTo>
                  <a:lnTo>
                    <a:pt x="11965152" y="0"/>
                  </a:lnTo>
                  <a:lnTo>
                    <a:pt x="11965152" y="12699"/>
                  </a:lnTo>
                  <a:close/>
                </a:path>
                <a:path w="13754100" h="584200">
                  <a:moveTo>
                    <a:pt x="11939765" y="12699"/>
                  </a:moveTo>
                  <a:lnTo>
                    <a:pt x="11920715" y="12699"/>
                  </a:lnTo>
                  <a:lnTo>
                    <a:pt x="11920715" y="0"/>
                  </a:lnTo>
                  <a:lnTo>
                    <a:pt x="11939765" y="0"/>
                  </a:lnTo>
                  <a:lnTo>
                    <a:pt x="11939765" y="12699"/>
                  </a:lnTo>
                  <a:close/>
                </a:path>
                <a:path w="13754100" h="584200">
                  <a:moveTo>
                    <a:pt x="11914365" y="12699"/>
                  </a:moveTo>
                  <a:lnTo>
                    <a:pt x="11895315" y="12699"/>
                  </a:lnTo>
                  <a:lnTo>
                    <a:pt x="11895315" y="0"/>
                  </a:lnTo>
                  <a:lnTo>
                    <a:pt x="11914365" y="0"/>
                  </a:lnTo>
                  <a:lnTo>
                    <a:pt x="11914365" y="12699"/>
                  </a:lnTo>
                  <a:close/>
                </a:path>
                <a:path w="13754100" h="584200">
                  <a:moveTo>
                    <a:pt x="11888978" y="12699"/>
                  </a:moveTo>
                  <a:lnTo>
                    <a:pt x="11869928" y="12699"/>
                  </a:lnTo>
                  <a:lnTo>
                    <a:pt x="11869928" y="0"/>
                  </a:lnTo>
                  <a:lnTo>
                    <a:pt x="11888978" y="0"/>
                  </a:lnTo>
                  <a:lnTo>
                    <a:pt x="11888978" y="12699"/>
                  </a:lnTo>
                  <a:close/>
                </a:path>
                <a:path w="13754100" h="584200">
                  <a:moveTo>
                    <a:pt x="11863578" y="12699"/>
                  </a:moveTo>
                  <a:lnTo>
                    <a:pt x="11844528" y="12699"/>
                  </a:lnTo>
                  <a:lnTo>
                    <a:pt x="11844528" y="0"/>
                  </a:lnTo>
                  <a:lnTo>
                    <a:pt x="11863578" y="0"/>
                  </a:lnTo>
                  <a:lnTo>
                    <a:pt x="11863578" y="12699"/>
                  </a:lnTo>
                  <a:close/>
                </a:path>
                <a:path w="13754100" h="584200">
                  <a:moveTo>
                    <a:pt x="11838190" y="12699"/>
                  </a:moveTo>
                  <a:lnTo>
                    <a:pt x="11819140" y="12699"/>
                  </a:lnTo>
                  <a:lnTo>
                    <a:pt x="11819140" y="0"/>
                  </a:lnTo>
                  <a:lnTo>
                    <a:pt x="11838190" y="0"/>
                  </a:lnTo>
                  <a:lnTo>
                    <a:pt x="11838190" y="12699"/>
                  </a:lnTo>
                  <a:close/>
                </a:path>
                <a:path w="13754100" h="584200">
                  <a:moveTo>
                    <a:pt x="11812790" y="12699"/>
                  </a:moveTo>
                  <a:lnTo>
                    <a:pt x="11793740" y="12699"/>
                  </a:lnTo>
                  <a:lnTo>
                    <a:pt x="11793740" y="0"/>
                  </a:lnTo>
                  <a:lnTo>
                    <a:pt x="11812790" y="0"/>
                  </a:lnTo>
                  <a:lnTo>
                    <a:pt x="11812790" y="12699"/>
                  </a:lnTo>
                  <a:close/>
                </a:path>
                <a:path w="13754100" h="584200">
                  <a:moveTo>
                    <a:pt x="11787403" y="12699"/>
                  </a:moveTo>
                  <a:lnTo>
                    <a:pt x="11768353" y="12699"/>
                  </a:lnTo>
                  <a:lnTo>
                    <a:pt x="11768353" y="0"/>
                  </a:lnTo>
                  <a:lnTo>
                    <a:pt x="11787403" y="0"/>
                  </a:lnTo>
                  <a:lnTo>
                    <a:pt x="11787403" y="12699"/>
                  </a:lnTo>
                  <a:close/>
                </a:path>
                <a:path w="13754100" h="584200">
                  <a:moveTo>
                    <a:pt x="11762003" y="12699"/>
                  </a:moveTo>
                  <a:lnTo>
                    <a:pt x="11742953" y="12699"/>
                  </a:lnTo>
                  <a:lnTo>
                    <a:pt x="11742953" y="0"/>
                  </a:lnTo>
                  <a:lnTo>
                    <a:pt x="11762003" y="0"/>
                  </a:lnTo>
                  <a:lnTo>
                    <a:pt x="11762003" y="12699"/>
                  </a:lnTo>
                  <a:close/>
                </a:path>
                <a:path w="13754100" h="584200">
                  <a:moveTo>
                    <a:pt x="11736616" y="12699"/>
                  </a:moveTo>
                  <a:lnTo>
                    <a:pt x="11717566" y="12699"/>
                  </a:lnTo>
                  <a:lnTo>
                    <a:pt x="11717566" y="0"/>
                  </a:lnTo>
                  <a:lnTo>
                    <a:pt x="11736616" y="0"/>
                  </a:lnTo>
                  <a:lnTo>
                    <a:pt x="11736616" y="12699"/>
                  </a:lnTo>
                  <a:close/>
                </a:path>
                <a:path w="13754100" h="584200">
                  <a:moveTo>
                    <a:pt x="11711216" y="12699"/>
                  </a:moveTo>
                  <a:lnTo>
                    <a:pt x="11692166" y="12699"/>
                  </a:lnTo>
                  <a:lnTo>
                    <a:pt x="11692166" y="0"/>
                  </a:lnTo>
                  <a:lnTo>
                    <a:pt x="11711216" y="0"/>
                  </a:lnTo>
                  <a:lnTo>
                    <a:pt x="11711216" y="12699"/>
                  </a:lnTo>
                  <a:close/>
                </a:path>
                <a:path w="13754100" h="584200">
                  <a:moveTo>
                    <a:pt x="11685816" y="12699"/>
                  </a:moveTo>
                  <a:lnTo>
                    <a:pt x="11666778" y="12699"/>
                  </a:lnTo>
                  <a:lnTo>
                    <a:pt x="11666778" y="0"/>
                  </a:lnTo>
                  <a:lnTo>
                    <a:pt x="11685816" y="0"/>
                  </a:lnTo>
                  <a:lnTo>
                    <a:pt x="11685816" y="12699"/>
                  </a:lnTo>
                  <a:close/>
                </a:path>
                <a:path w="13754100" h="584200">
                  <a:moveTo>
                    <a:pt x="11660428" y="12699"/>
                  </a:moveTo>
                  <a:lnTo>
                    <a:pt x="11641378" y="12699"/>
                  </a:lnTo>
                  <a:lnTo>
                    <a:pt x="11641378" y="0"/>
                  </a:lnTo>
                  <a:lnTo>
                    <a:pt x="11660428" y="0"/>
                  </a:lnTo>
                  <a:lnTo>
                    <a:pt x="11660428" y="12699"/>
                  </a:lnTo>
                  <a:close/>
                </a:path>
                <a:path w="13754100" h="584200">
                  <a:moveTo>
                    <a:pt x="11635028" y="12699"/>
                  </a:moveTo>
                  <a:lnTo>
                    <a:pt x="11615991" y="12699"/>
                  </a:lnTo>
                  <a:lnTo>
                    <a:pt x="11615991" y="0"/>
                  </a:lnTo>
                  <a:lnTo>
                    <a:pt x="11635028" y="0"/>
                  </a:lnTo>
                  <a:lnTo>
                    <a:pt x="11635028" y="12699"/>
                  </a:lnTo>
                  <a:close/>
                </a:path>
                <a:path w="13754100" h="584200">
                  <a:moveTo>
                    <a:pt x="11609641" y="12699"/>
                  </a:moveTo>
                  <a:lnTo>
                    <a:pt x="11590591" y="12699"/>
                  </a:lnTo>
                  <a:lnTo>
                    <a:pt x="11590591" y="0"/>
                  </a:lnTo>
                  <a:lnTo>
                    <a:pt x="11609641" y="0"/>
                  </a:lnTo>
                  <a:lnTo>
                    <a:pt x="11609641" y="12699"/>
                  </a:lnTo>
                  <a:close/>
                </a:path>
                <a:path w="13754100" h="584200">
                  <a:moveTo>
                    <a:pt x="11584241" y="12699"/>
                  </a:moveTo>
                  <a:lnTo>
                    <a:pt x="11565204" y="12699"/>
                  </a:lnTo>
                  <a:lnTo>
                    <a:pt x="11565204" y="0"/>
                  </a:lnTo>
                  <a:lnTo>
                    <a:pt x="11584241" y="0"/>
                  </a:lnTo>
                  <a:lnTo>
                    <a:pt x="11584241" y="12699"/>
                  </a:lnTo>
                  <a:close/>
                </a:path>
                <a:path w="13754100" h="584200">
                  <a:moveTo>
                    <a:pt x="11558854" y="12699"/>
                  </a:moveTo>
                  <a:lnTo>
                    <a:pt x="11539804" y="12699"/>
                  </a:lnTo>
                  <a:lnTo>
                    <a:pt x="11539804" y="0"/>
                  </a:lnTo>
                  <a:lnTo>
                    <a:pt x="11558854" y="0"/>
                  </a:lnTo>
                  <a:lnTo>
                    <a:pt x="11558854" y="12699"/>
                  </a:lnTo>
                  <a:close/>
                </a:path>
                <a:path w="13754100" h="584200">
                  <a:moveTo>
                    <a:pt x="11533454" y="12699"/>
                  </a:moveTo>
                  <a:lnTo>
                    <a:pt x="11514416" y="12699"/>
                  </a:lnTo>
                  <a:lnTo>
                    <a:pt x="11514416" y="0"/>
                  </a:lnTo>
                  <a:lnTo>
                    <a:pt x="11533454" y="0"/>
                  </a:lnTo>
                  <a:lnTo>
                    <a:pt x="11533454" y="12699"/>
                  </a:lnTo>
                  <a:close/>
                </a:path>
                <a:path w="13754100" h="584200">
                  <a:moveTo>
                    <a:pt x="11508066" y="12699"/>
                  </a:moveTo>
                  <a:lnTo>
                    <a:pt x="11489016" y="12699"/>
                  </a:lnTo>
                  <a:lnTo>
                    <a:pt x="11489016" y="0"/>
                  </a:lnTo>
                  <a:lnTo>
                    <a:pt x="11508066" y="0"/>
                  </a:lnTo>
                  <a:lnTo>
                    <a:pt x="11508066" y="12699"/>
                  </a:lnTo>
                  <a:close/>
                </a:path>
                <a:path w="13754100" h="584200">
                  <a:moveTo>
                    <a:pt x="11482666" y="12699"/>
                  </a:moveTo>
                  <a:lnTo>
                    <a:pt x="11463629" y="12699"/>
                  </a:lnTo>
                  <a:lnTo>
                    <a:pt x="11463629" y="0"/>
                  </a:lnTo>
                  <a:lnTo>
                    <a:pt x="11482666" y="0"/>
                  </a:lnTo>
                  <a:lnTo>
                    <a:pt x="11482666" y="12699"/>
                  </a:lnTo>
                  <a:close/>
                </a:path>
                <a:path w="13754100" h="584200">
                  <a:moveTo>
                    <a:pt x="11457279" y="12699"/>
                  </a:moveTo>
                  <a:lnTo>
                    <a:pt x="11438229" y="12699"/>
                  </a:lnTo>
                  <a:lnTo>
                    <a:pt x="11438229" y="0"/>
                  </a:lnTo>
                  <a:lnTo>
                    <a:pt x="11457279" y="0"/>
                  </a:lnTo>
                  <a:lnTo>
                    <a:pt x="11457279" y="12699"/>
                  </a:lnTo>
                  <a:close/>
                </a:path>
                <a:path w="13754100" h="584200">
                  <a:moveTo>
                    <a:pt x="11431879" y="12699"/>
                  </a:moveTo>
                  <a:lnTo>
                    <a:pt x="11412842" y="12699"/>
                  </a:lnTo>
                  <a:lnTo>
                    <a:pt x="11412842" y="0"/>
                  </a:lnTo>
                  <a:lnTo>
                    <a:pt x="11431879" y="0"/>
                  </a:lnTo>
                  <a:lnTo>
                    <a:pt x="11431879" y="12699"/>
                  </a:lnTo>
                  <a:close/>
                </a:path>
                <a:path w="13754100" h="584200">
                  <a:moveTo>
                    <a:pt x="11406492" y="12699"/>
                  </a:moveTo>
                  <a:lnTo>
                    <a:pt x="11387442" y="12699"/>
                  </a:lnTo>
                  <a:lnTo>
                    <a:pt x="11387442" y="0"/>
                  </a:lnTo>
                  <a:lnTo>
                    <a:pt x="11406492" y="0"/>
                  </a:lnTo>
                  <a:lnTo>
                    <a:pt x="11406492" y="12699"/>
                  </a:lnTo>
                  <a:close/>
                </a:path>
                <a:path w="13754100" h="584200">
                  <a:moveTo>
                    <a:pt x="11381092" y="12699"/>
                  </a:moveTo>
                  <a:lnTo>
                    <a:pt x="11362055" y="12699"/>
                  </a:lnTo>
                  <a:lnTo>
                    <a:pt x="11362055" y="0"/>
                  </a:lnTo>
                  <a:lnTo>
                    <a:pt x="11381092" y="0"/>
                  </a:lnTo>
                  <a:lnTo>
                    <a:pt x="11381092" y="12699"/>
                  </a:lnTo>
                  <a:close/>
                </a:path>
                <a:path w="13754100" h="584200">
                  <a:moveTo>
                    <a:pt x="11355705" y="12699"/>
                  </a:moveTo>
                  <a:lnTo>
                    <a:pt x="11336655" y="12699"/>
                  </a:lnTo>
                  <a:lnTo>
                    <a:pt x="11336655" y="0"/>
                  </a:lnTo>
                  <a:lnTo>
                    <a:pt x="11355705" y="0"/>
                  </a:lnTo>
                  <a:lnTo>
                    <a:pt x="11355705" y="12699"/>
                  </a:lnTo>
                  <a:close/>
                </a:path>
                <a:path w="13754100" h="584200">
                  <a:moveTo>
                    <a:pt x="11330305" y="12699"/>
                  </a:moveTo>
                  <a:lnTo>
                    <a:pt x="11311267" y="12699"/>
                  </a:lnTo>
                  <a:lnTo>
                    <a:pt x="11311267" y="0"/>
                  </a:lnTo>
                  <a:lnTo>
                    <a:pt x="11330305" y="0"/>
                  </a:lnTo>
                  <a:lnTo>
                    <a:pt x="11330305" y="12699"/>
                  </a:lnTo>
                  <a:close/>
                </a:path>
                <a:path w="13754100" h="584200">
                  <a:moveTo>
                    <a:pt x="11304917" y="12699"/>
                  </a:moveTo>
                  <a:lnTo>
                    <a:pt x="11285867" y="12699"/>
                  </a:lnTo>
                  <a:lnTo>
                    <a:pt x="11285867" y="0"/>
                  </a:lnTo>
                  <a:lnTo>
                    <a:pt x="11304917" y="0"/>
                  </a:lnTo>
                  <a:lnTo>
                    <a:pt x="11304917" y="12699"/>
                  </a:lnTo>
                  <a:close/>
                </a:path>
                <a:path w="13754100" h="584200">
                  <a:moveTo>
                    <a:pt x="11279517" y="12699"/>
                  </a:moveTo>
                  <a:lnTo>
                    <a:pt x="11260480" y="12699"/>
                  </a:lnTo>
                  <a:lnTo>
                    <a:pt x="11260480" y="0"/>
                  </a:lnTo>
                  <a:lnTo>
                    <a:pt x="11279517" y="0"/>
                  </a:lnTo>
                  <a:lnTo>
                    <a:pt x="11279517" y="12699"/>
                  </a:lnTo>
                  <a:close/>
                </a:path>
                <a:path w="13754100" h="584200">
                  <a:moveTo>
                    <a:pt x="11254130" y="12699"/>
                  </a:moveTo>
                  <a:lnTo>
                    <a:pt x="11235080" y="12699"/>
                  </a:lnTo>
                  <a:lnTo>
                    <a:pt x="11235080" y="0"/>
                  </a:lnTo>
                  <a:lnTo>
                    <a:pt x="11254130" y="0"/>
                  </a:lnTo>
                  <a:lnTo>
                    <a:pt x="11254130" y="12699"/>
                  </a:lnTo>
                  <a:close/>
                </a:path>
                <a:path w="13754100" h="584200">
                  <a:moveTo>
                    <a:pt x="11228730" y="12699"/>
                  </a:moveTo>
                  <a:lnTo>
                    <a:pt x="11209693" y="12699"/>
                  </a:lnTo>
                  <a:lnTo>
                    <a:pt x="11209693" y="0"/>
                  </a:lnTo>
                  <a:lnTo>
                    <a:pt x="11228730" y="0"/>
                  </a:lnTo>
                  <a:lnTo>
                    <a:pt x="11228730" y="12699"/>
                  </a:lnTo>
                  <a:close/>
                </a:path>
                <a:path w="13754100" h="584200">
                  <a:moveTo>
                    <a:pt x="11203343" y="12699"/>
                  </a:moveTo>
                  <a:lnTo>
                    <a:pt x="11184293" y="12699"/>
                  </a:lnTo>
                  <a:lnTo>
                    <a:pt x="11184293" y="0"/>
                  </a:lnTo>
                  <a:lnTo>
                    <a:pt x="11203343" y="0"/>
                  </a:lnTo>
                  <a:lnTo>
                    <a:pt x="11203343" y="12699"/>
                  </a:lnTo>
                  <a:close/>
                </a:path>
                <a:path w="13754100" h="584200">
                  <a:moveTo>
                    <a:pt x="11177943" y="12699"/>
                  </a:moveTo>
                  <a:lnTo>
                    <a:pt x="11158905" y="12699"/>
                  </a:lnTo>
                  <a:lnTo>
                    <a:pt x="11158905" y="0"/>
                  </a:lnTo>
                  <a:lnTo>
                    <a:pt x="11177943" y="0"/>
                  </a:lnTo>
                  <a:lnTo>
                    <a:pt x="11177943" y="12699"/>
                  </a:lnTo>
                  <a:close/>
                </a:path>
                <a:path w="13754100" h="584200">
                  <a:moveTo>
                    <a:pt x="11152555" y="12699"/>
                  </a:moveTo>
                  <a:lnTo>
                    <a:pt x="11133505" y="12699"/>
                  </a:lnTo>
                  <a:lnTo>
                    <a:pt x="11133505" y="0"/>
                  </a:lnTo>
                  <a:lnTo>
                    <a:pt x="11152555" y="0"/>
                  </a:lnTo>
                  <a:lnTo>
                    <a:pt x="11152555" y="12699"/>
                  </a:lnTo>
                  <a:close/>
                </a:path>
                <a:path w="13754100" h="584200">
                  <a:moveTo>
                    <a:pt x="11127155" y="12699"/>
                  </a:moveTo>
                  <a:lnTo>
                    <a:pt x="11108118" y="12699"/>
                  </a:lnTo>
                  <a:lnTo>
                    <a:pt x="11108118" y="0"/>
                  </a:lnTo>
                  <a:lnTo>
                    <a:pt x="11127155" y="0"/>
                  </a:lnTo>
                  <a:lnTo>
                    <a:pt x="11127155" y="12699"/>
                  </a:lnTo>
                  <a:close/>
                </a:path>
                <a:path w="13754100" h="584200">
                  <a:moveTo>
                    <a:pt x="11101768" y="12699"/>
                  </a:moveTo>
                  <a:lnTo>
                    <a:pt x="11082718" y="12699"/>
                  </a:lnTo>
                  <a:lnTo>
                    <a:pt x="11082718" y="0"/>
                  </a:lnTo>
                  <a:lnTo>
                    <a:pt x="11101768" y="0"/>
                  </a:lnTo>
                  <a:lnTo>
                    <a:pt x="11101768" y="12699"/>
                  </a:lnTo>
                  <a:close/>
                </a:path>
                <a:path w="13754100" h="584200">
                  <a:moveTo>
                    <a:pt x="11076368" y="12699"/>
                  </a:moveTo>
                  <a:lnTo>
                    <a:pt x="11057331" y="12699"/>
                  </a:lnTo>
                  <a:lnTo>
                    <a:pt x="11057331" y="0"/>
                  </a:lnTo>
                  <a:lnTo>
                    <a:pt x="11076368" y="0"/>
                  </a:lnTo>
                  <a:lnTo>
                    <a:pt x="11076368" y="12699"/>
                  </a:lnTo>
                  <a:close/>
                </a:path>
                <a:path w="13754100" h="584200">
                  <a:moveTo>
                    <a:pt x="11050981" y="12699"/>
                  </a:moveTo>
                  <a:lnTo>
                    <a:pt x="11031931" y="12699"/>
                  </a:lnTo>
                  <a:lnTo>
                    <a:pt x="11031931" y="0"/>
                  </a:lnTo>
                  <a:lnTo>
                    <a:pt x="11050981" y="0"/>
                  </a:lnTo>
                  <a:lnTo>
                    <a:pt x="11050981" y="12699"/>
                  </a:lnTo>
                  <a:close/>
                </a:path>
                <a:path w="13754100" h="584200">
                  <a:moveTo>
                    <a:pt x="11025581" y="12699"/>
                  </a:moveTo>
                  <a:lnTo>
                    <a:pt x="11006543" y="12699"/>
                  </a:lnTo>
                  <a:lnTo>
                    <a:pt x="11006543" y="0"/>
                  </a:lnTo>
                  <a:lnTo>
                    <a:pt x="11025581" y="0"/>
                  </a:lnTo>
                  <a:lnTo>
                    <a:pt x="11025581" y="12699"/>
                  </a:lnTo>
                  <a:close/>
                </a:path>
                <a:path w="13754100" h="584200">
                  <a:moveTo>
                    <a:pt x="11000193" y="12699"/>
                  </a:moveTo>
                  <a:lnTo>
                    <a:pt x="10981143" y="12699"/>
                  </a:lnTo>
                  <a:lnTo>
                    <a:pt x="10981143" y="0"/>
                  </a:lnTo>
                  <a:lnTo>
                    <a:pt x="11000193" y="0"/>
                  </a:lnTo>
                  <a:lnTo>
                    <a:pt x="11000193" y="12699"/>
                  </a:lnTo>
                  <a:close/>
                </a:path>
                <a:path w="13754100" h="584200">
                  <a:moveTo>
                    <a:pt x="10974793" y="12699"/>
                  </a:moveTo>
                  <a:lnTo>
                    <a:pt x="10955756" y="12699"/>
                  </a:lnTo>
                  <a:lnTo>
                    <a:pt x="10955756" y="0"/>
                  </a:lnTo>
                  <a:lnTo>
                    <a:pt x="10974793" y="0"/>
                  </a:lnTo>
                  <a:lnTo>
                    <a:pt x="10974793" y="12699"/>
                  </a:lnTo>
                  <a:close/>
                </a:path>
                <a:path w="13754100" h="584200">
                  <a:moveTo>
                    <a:pt x="10949406" y="12699"/>
                  </a:moveTo>
                  <a:lnTo>
                    <a:pt x="10930356" y="12699"/>
                  </a:lnTo>
                  <a:lnTo>
                    <a:pt x="10930356" y="0"/>
                  </a:lnTo>
                  <a:lnTo>
                    <a:pt x="10949406" y="0"/>
                  </a:lnTo>
                  <a:lnTo>
                    <a:pt x="10949406" y="12699"/>
                  </a:lnTo>
                  <a:close/>
                </a:path>
                <a:path w="13754100" h="584200">
                  <a:moveTo>
                    <a:pt x="10924006" y="12699"/>
                  </a:moveTo>
                  <a:lnTo>
                    <a:pt x="10904969" y="12699"/>
                  </a:lnTo>
                  <a:lnTo>
                    <a:pt x="10904969" y="0"/>
                  </a:lnTo>
                  <a:lnTo>
                    <a:pt x="10924006" y="0"/>
                  </a:lnTo>
                  <a:lnTo>
                    <a:pt x="10924006" y="12699"/>
                  </a:lnTo>
                  <a:close/>
                </a:path>
                <a:path w="13754100" h="584200">
                  <a:moveTo>
                    <a:pt x="10898619" y="12699"/>
                  </a:moveTo>
                  <a:lnTo>
                    <a:pt x="10879569" y="12699"/>
                  </a:lnTo>
                  <a:lnTo>
                    <a:pt x="10879569" y="0"/>
                  </a:lnTo>
                  <a:lnTo>
                    <a:pt x="10898619" y="0"/>
                  </a:lnTo>
                  <a:lnTo>
                    <a:pt x="10898619" y="12699"/>
                  </a:lnTo>
                  <a:close/>
                </a:path>
                <a:path w="13754100" h="584200">
                  <a:moveTo>
                    <a:pt x="10873219" y="12699"/>
                  </a:moveTo>
                  <a:lnTo>
                    <a:pt x="10854169" y="12699"/>
                  </a:lnTo>
                  <a:lnTo>
                    <a:pt x="10854169" y="0"/>
                  </a:lnTo>
                  <a:lnTo>
                    <a:pt x="10873219" y="0"/>
                  </a:lnTo>
                  <a:lnTo>
                    <a:pt x="10873219" y="12699"/>
                  </a:lnTo>
                  <a:close/>
                </a:path>
                <a:path w="13754100" h="584200">
                  <a:moveTo>
                    <a:pt x="10847832" y="12699"/>
                  </a:moveTo>
                  <a:lnTo>
                    <a:pt x="10828782" y="12699"/>
                  </a:lnTo>
                  <a:lnTo>
                    <a:pt x="10828782" y="0"/>
                  </a:lnTo>
                  <a:lnTo>
                    <a:pt x="10847832" y="0"/>
                  </a:lnTo>
                  <a:lnTo>
                    <a:pt x="10847832" y="12699"/>
                  </a:lnTo>
                  <a:close/>
                </a:path>
                <a:path w="13754100" h="584200">
                  <a:moveTo>
                    <a:pt x="10822432" y="12699"/>
                  </a:moveTo>
                  <a:lnTo>
                    <a:pt x="10803382" y="12699"/>
                  </a:lnTo>
                  <a:lnTo>
                    <a:pt x="10803382" y="0"/>
                  </a:lnTo>
                  <a:lnTo>
                    <a:pt x="10822432" y="0"/>
                  </a:lnTo>
                  <a:lnTo>
                    <a:pt x="10822432" y="12699"/>
                  </a:lnTo>
                  <a:close/>
                </a:path>
                <a:path w="13754100" h="584200">
                  <a:moveTo>
                    <a:pt x="10797044" y="12699"/>
                  </a:moveTo>
                  <a:lnTo>
                    <a:pt x="10777994" y="12699"/>
                  </a:lnTo>
                  <a:lnTo>
                    <a:pt x="10777994" y="0"/>
                  </a:lnTo>
                  <a:lnTo>
                    <a:pt x="10797044" y="0"/>
                  </a:lnTo>
                  <a:lnTo>
                    <a:pt x="10797044" y="12699"/>
                  </a:lnTo>
                  <a:close/>
                </a:path>
                <a:path w="13754100" h="584200">
                  <a:moveTo>
                    <a:pt x="10771644" y="12699"/>
                  </a:moveTo>
                  <a:lnTo>
                    <a:pt x="10752594" y="12699"/>
                  </a:lnTo>
                  <a:lnTo>
                    <a:pt x="10752594" y="0"/>
                  </a:lnTo>
                  <a:lnTo>
                    <a:pt x="10771644" y="0"/>
                  </a:lnTo>
                  <a:lnTo>
                    <a:pt x="10771644" y="12699"/>
                  </a:lnTo>
                  <a:close/>
                </a:path>
                <a:path w="13754100" h="584200">
                  <a:moveTo>
                    <a:pt x="10746257" y="12699"/>
                  </a:moveTo>
                  <a:lnTo>
                    <a:pt x="10727207" y="12699"/>
                  </a:lnTo>
                  <a:lnTo>
                    <a:pt x="10727207" y="0"/>
                  </a:lnTo>
                  <a:lnTo>
                    <a:pt x="10746257" y="0"/>
                  </a:lnTo>
                  <a:lnTo>
                    <a:pt x="10746257" y="12699"/>
                  </a:lnTo>
                  <a:close/>
                </a:path>
                <a:path w="13754100" h="584200">
                  <a:moveTo>
                    <a:pt x="10720857" y="12699"/>
                  </a:moveTo>
                  <a:lnTo>
                    <a:pt x="10701807" y="12699"/>
                  </a:lnTo>
                  <a:lnTo>
                    <a:pt x="10701807" y="0"/>
                  </a:lnTo>
                  <a:lnTo>
                    <a:pt x="10720857" y="0"/>
                  </a:lnTo>
                  <a:lnTo>
                    <a:pt x="10720857" y="12699"/>
                  </a:lnTo>
                  <a:close/>
                </a:path>
                <a:path w="13754100" h="584200">
                  <a:moveTo>
                    <a:pt x="10695470" y="12699"/>
                  </a:moveTo>
                  <a:lnTo>
                    <a:pt x="10676420" y="12699"/>
                  </a:lnTo>
                  <a:lnTo>
                    <a:pt x="10676420" y="0"/>
                  </a:lnTo>
                  <a:lnTo>
                    <a:pt x="10695470" y="0"/>
                  </a:lnTo>
                  <a:lnTo>
                    <a:pt x="10695470" y="12699"/>
                  </a:lnTo>
                  <a:close/>
                </a:path>
                <a:path w="13754100" h="584200">
                  <a:moveTo>
                    <a:pt x="10670070" y="12699"/>
                  </a:moveTo>
                  <a:lnTo>
                    <a:pt x="10651020" y="12699"/>
                  </a:lnTo>
                  <a:lnTo>
                    <a:pt x="10651020" y="0"/>
                  </a:lnTo>
                  <a:lnTo>
                    <a:pt x="10670070" y="0"/>
                  </a:lnTo>
                  <a:lnTo>
                    <a:pt x="10670070" y="12699"/>
                  </a:lnTo>
                  <a:close/>
                </a:path>
                <a:path w="13754100" h="584200">
                  <a:moveTo>
                    <a:pt x="10644682" y="12699"/>
                  </a:moveTo>
                  <a:lnTo>
                    <a:pt x="10625632" y="12699"/>
                  </a:lnTo>
                  <a:lnTo>
                    <a:pt x="10625632" y="0"/>
                  </a:lnTo>
                  <a:lnTo>
                    <a:pt x="10644682" y="0"/>
                  </a:lnTo>
                  <a:lnTo>
                    <a:pt x="10644682" y="12699"/>
                  </a:lnTo>
                  <a:close/>
                </a:path>
                <a:path w="13754100" h="584200">
                  <a:moveTo>
                    <a:pt x="10619282" y="12699"/>
                  </a:moveTo>
                  <a:lnTo>
                    <a:pt x="10600232" y="12699"/>
                  </a:lnTo>
                  <a:lnTo>
                    <a:pt x="10600232" y="0"/>
                  </a:lnTo>
                  <a:lnTo>
                    <a:pt x="10619282" y="0"/>
                  </a:lnTo>
                  <a:lnTo>
                    <a:pt x="10619282" y="12699"/>
                  </a:lnTo>
                  <a:close/>
                </a:path>
                <a:path w="13754100" h="584200">
                  <a:moveTo>
                    <a:pt x="10593882" y="12699"/>
                  </a:moveTo>
                  <a:lnTo>
                    <a:pt x="10574845" y="12699"/>
                  </a:lnTo>
                  <a:lnTo>
                    <a:pt x="10574845" y="0"/>
                  </a:lnTo>
                  <a:lnTo>
                    <a:pt x="10593882" y="0"/>
                  </a:lnTo>
                  <a:lnTo>
                    <a:pt x="10593882" y="12699"/>
                  </a:lnTo>
                  <a:close/>
                </a:path>
                <a:path w="13754100" h="584200">
                  <a:moveTo>
                    <a:pt x="10568495" y="12699"/>
                  </a:moveTo>
                  <a:lnTo>
                    <a:pt x="10549445" y="12699"/>
                  </a:lnTo>
                  <a:lnTo>
                    <a:pt x="10549445" y="0"/>
                  </a:lnTo>
                  <a:lnTo>
                    <a:pt x="10568495" y="0"/>
                  </a:lnTo>
                  <a:lnTo>
                    <a:pt x="10568495" y="12699"/>
                  </a:lnTo>
                  <a:close/>
                </a:path>
                <a:path w="13754100" h="584200">
                  <a:moveTo>
                    <a:pt x="10543095" y="12699"/>
                  </a:moveTo>
                  <a:lnTo>
                    <a:pt x="10524058" y="12699"/>
                  </a:lnTo>
                  <a:lnTo>
                    <a:pt x="10524058" y="0"/>
                  </a:lnTo>
                  <a:lnTo>
                    <a:pt x="10543095" y="0"/>
                  </a:lnTo>
                  <a:lnTo>
                    <a:pt x="10543095" y="12699"/>
                  </a:lnTo>
                  <a:close/>
                </a:path>
                <a:path w="13754100" h="584200">
                  <a:moveTo>
                    <a:pt x="10517708" y="12699"/>
                  </a:moveTo>
                  <a:lnTo>
                    <a:pt x="10498658" y="12699"/>
                  </a:lnTo>
                  <a:lnTo>
                    <a:pt x="10498658" y="0"/>
                  </a:lnTo>
                  <a:lnTo>
                    <a:pt x="10517708" y="0"/>
                  </a:lnTo>
                  <a:lnTo>
                    <a:pt x="10517708" y="12699"/>
                  </a:lnTo>
                  <a:close/>
                </a:path>
                <a:path w="13754100" h="584200">
                  <a:moveTo>
                    <a:pt x="10492308" y="12699"/>
                  </a:moveTo>
                  <a:lnTo>
                    <a:pt x="10473270" y="12699"/>
                  </a:lnTo>
                  <a:lnTo>
                    <a:pt x="10473270" y="0"/>
                  </a:lnTo>
                  <a:lnTo>
                    <a:pt x="10492308" y="0"/>
                  </a:lnTo>
                  <a:lnTo>
                    <a:pt x="10492308" y="12699"/>
                  </a:lnTo>
                  <a:close/>
                </a:path>
                <a:path w="13754100" h="584200">
                  <a:moveTo>
                    <a:pt x="10466920" y="12699"/>
                  </a:moveTo>
                  <a:lnTo>
                    <a:pt x="10447870" y="12699"/>
                  </a:lnTo>
                  <a:lnTo>
                    <a:pt x="10447870" y="0"/>
                  </a:lnTo>
                  <a:lnTo>
                    <a:pt x="10466920" y="0"/>
                  </a:lnTo>
                  <a:lnTo>
                    <a:pt x="10466920" y="12699"/>
                  </a:lnTo>
                  <a:close/>
                </a:path>
                <a:path w="13754100" h="584200">
                  <a:moveTo>
                    <a:pt x="10441520" y="12699"/>
                  </a:moveTo>
                  <a:lnTo>
                    <a:pt x="10422483" y="12699"/>
                  </a:lnTo>
                  <a:lnTo>
                    <a:pt x="10422483" y="0"/>
                  </a:lnTo>
                  <a:lnTo>
                    <a:pt x="10441520" y="0"/>
                  </a:lnTo>
                  <a:lnTo>
                    <a:pt x="10441520" y="12699"/>
                  </a:lnTo>
                  <a:close/>
                </a:path>
                <a:path w="13754100" h="584200">
                  <a:moveTo>
                    <a:pt x="10416133" y="12699"/>
                  </a:moveTo>
                  <a:lnTo>
                    <a:pt x="10397083" y="12699"/>
                  </a:lnTo>
                  <a:lnTo>
                    <a:pt x="10397083" y="0"/>
                  </a:lnTo>
                  <a:lnTo>
                    <a:pt x="10416133" y="0"/>
                  </a:lnTo>
                  <a:lnTo>
                    <a:pt x="10416133" y="12699"/>
                  </a:lnTo>
                  <a:close/>
                </a:path>
                <a:path w="13754100" h="584200">
                  <a:moveTo>
                    <a:pt x="10390733" y="12699"/>
                  </a:moveTo>
                  <a:lnTo>
                    <a:pt x="10371696" y="12699"/>
                  </a:lnTo>
                  <a:lnTo>
                    <a:pt x="10371696" y="0"/>
                  </a:lnTo>
                  <a:lnTo>
                    <a:pt x="10390733" y="0"/>
                  </a:lnTo>
                  <a:lnTo>
                    <a:pt x="10390733" y="12699"/>
                  </a:lnTo>
                  <a:close/>
                </a:path>
                <a:path w="13754100" h="584200">
                  <a:moveTo>
                    <a:pt x="10365346" y="12699"/>
                  </a:moveTo>
                  <a:lnTo>
                    <a:pt x="10346296" y="12699"/>
                  </a:lnTo>
                  <a:lnTo>
                    <a:pt x="10346296" y="0"/>
                  </a:lnTo>
                  <a:lnTo>
                    <a:pt x="10365346" y="0"/>
                  </a:lnTo>
                  <a:lnTo>
                    <a:pt x="10365346" y="12699"/>
                  </a:lnTo>
                  <a:close/>
                </a:path>
                <a:path w="13754100" h="584200">
                  <a:moveTo>
                    <a:pt x="10339946" y="12699"/>
                  </a:moveTo>
                  <a:lnTo>
                    <a:pt x="10320909" y="12699"/>
                  </a:lnTo>
                  <a:lnTo>
                    <a:pt x="10320909" y="0"/>
                  </a:lnTo>
                  <a:lnTo>
                    <a:pt x="10339946" y="0"/>
                  </a:lnTo>
                  <a:lnTo>
                    <a:pt x="10339946" y="12699"/>
                  </a:lnTo>
                  <a:close/>
                </a:path>
                <a:path w="13754100" h="584200">
                  <a:moveTo>
                    <a:pt x="10314559" y="12699"/>
                  </a:moveTo>
                  <a:lnTo>
                    <a:pt x="10295509" y="12699"/>
                  </a:lnTo>
                  <a:lnTo>
                    <a:pt x="10295509" y="0"/>
                  </a:lnTo>
                  <a:lnTo>
                    <a:pt x="10314559" y="0"/>
                  </a:lnTo>
                  <a:lnTo>
                    <a:pt x="10314559" y="12699"/>
                  </a:lnTo>
                  <a:close/>
                </a:path>
                <a:path w="13754100" h="584200">
                  <a:moveTo>
                    <a:pt x="10289159" y="12699"/>
                  </a:moveTo>
                  <a:lnTo>
                    <a:pt x="10270121" y="12699"/>
                  </a:lnTo>
                  <a:lnTo>
                    <a:pt x="10270121" y="0"/>
                  </a:lnTo>
                  <a:lnTo>
                    <a:pt x="10289159" y="0"/>
                  </a:lnTo>
                  <a:lnTo>
                    <a:pt x="10289159" y="12699"/>
                  </a:lnTo>
                  <a:close/>
                </a:path>
                <a:path w="13754100" h="584200">
                  <a:moveTo>
                    <a:pt x="10263771" y="12699"/>
                  </a:moveTo>
                  <a:lnTo>
                    <a:pt x="10244721" y="12699"/>
                  </a:lnTo>
                  <a:lnTo>
                    <a:pt x="10244721" y="0"/>
                  </a:lnTo>
                  <a:lnTo>
                    <a:pt x="10263771" y="0"/>
                  </a:lnTo>
                  <a:lnTo>
                    <a:pt x="10263771" y="12699"/>
                  </a:lnTo>
                  <a:close/>
                </a:path>
                <a:path w="13754100" h="584200">
                  <a:moveTo>
                    <a:pt x="10238371" y="12699"/>
                  </a:moveTo>
                  <a:lnTo>
                    <a:pt x="10219334" y="12699"/>
                  </a:lnTo>
                  <a:lnTo>
                    <a:pt x="10219334" y="0"/>
                  </a:lnTo>
                  <a:lnTo>
                    <a:pt x="10238371" y="0"/>
                  </a:lnTo>
                  <a:lnTo>
                    <a:pt x="10238371" y="12699"/>
                  </a:lnTo>
                  <a:close/>
                </a:path>
                <a:path w="13754100" h="584200">
                  <a:moveTo>
                    <a:pt x="10212984" y="12699"/>
                  </a:moveTo>
                  <a:lnTo>
                    <a:pt x="10193934" y="12699"/>
                  </a:lnTo>
                  <a:lnTo>
                    <a:pt x="10193934" y="0"/>
                  </a:lnTo>
                  <a:lnTo>
                    <a:pt x="10212984" y="0"/>
                  </a:lnTo>
                  <a:lnTo>
                    <a:pt x="10212984" y="12699"/>
                  </a:lnTo>
                  <a:close/>
                </a:path>
                <a:path w="13754100" h="584200">
                  <a:moveTo>
                    <a:pt x="10187584" y="12699"/>
                  </a:moveTo>
                  <a:lnTo>
                    <a:pt x="10168547" y="12699"/>
                  </a:lnTo>
                  <a:lnTo>
                    <a:pt x="10168547" y="0"/>
                  </a:lnTo>
                  <a:lnTo>
                    <a:pt x="10187584" y="0"/>
                  </a:lnTo>
                  <a:lnTo>
                    <a:pt x="10187584" y="12699"/>
                  </a:lnTo>
                  <a:close/>
                </a:path>
                <a:path w="13754100" h="584200">
                  <a:moveTo>
                    <a:pt x="10162197" y="12699"/>
                  </a:moveTo>
                  <a:lnTo>
                    <a:pt x="10143147" y="12699"/>
                  </a:lnTo>
                  <a:lnTo>
                    <a:pt x="10143147" y="0"/>
                  </a:lnTo>
                  <a:lnTo>
                    <a:pt x="10162197" y="0"/>
                  </a:lnTo>
                  <a:lnTo>
                    <a:pt x="10162197" y="12699"/>
                  </a:lnTo>
                  <a:close/>
                </a:path>
                <a:path w="13754100" h="584200">
                  <a:moveTo>
                    <a:pt x="10136797" y="12699"/>
                  </a:moveTo>
                  <a:lnTo>
                    <a:pt x="10117759" y="12699"/>
                  </a:lnTo>
                  <a:lnTo>
                    <a:pt x="10117759" y="0"/>
                  </a:lnTo>
                  <a:lnTo>
                    <a:pt x="10136797" y="0"/>
                  </a:lnTo>
                  <a:lnTo>
                    <a:pt x="10136797" y="12699"/>
                  </a:lnTo>
                  <a:close/>
                </a:path>
                <a:path w="13754100" h="584200">
                  <a:moveTo>
                    <a:pt x="10111409" y="12699"/>
                  </a:moveTo>
                  <a:lnTo>
                    <a:pt x="10092359" y="12699"/>
                  </a:lnTo>
                  <a:lnTo>
                    <a:pt x="10092359" y="0"/>
                  </a:lnTo>
                  <a:lnTo>
                    <a:pt x="10111409" y="0"/>
                  </a:lnTo>
                  <a:lnTo>
                    <a:pt x="10111409" y="12699"/>
                  </a:lnTo>
                  <a:close/>
                </a:path>
                <a:path w="13754100" h="584200">
                  <a:moveTo>
                    <a:pt x="10086009" y="12699"/>
                  </a:moveTo>
                  <a:lnTo>
                    <a:pt x="10066972" y="12699"/>
                  </a:lnTo>
                  <a:lnTo>
                    <a:pt x="10066972" y="0"/>
                  </a:lnTo>
                  <a:lnTo>
                    <a:pt x="10086009" y="0"/>
                  </a:lnTo>
                  <a:lnTo>
                    <a:pt x="10086009" y="12699"/>
                  </a:lnTo>
                  <a:close/>
                </a:path>
                <a:path w="13754100" h="584200">
                  <a:moveTo>
                    <a:pt x="10060622" y="12699"/>
                  </a:moveTo>
                  <a:lnTo>
                    <a:pt x="10041572" y="12699"/>
                  </a:lnTo>
                  <a:lnTo>
                    <a:pt x="10041572" y="0"/>
                  </a:lnTo>
                  <a:lnTo>
                    <a:pt x="10060622" y="0"/>
                  </a:lnTo>
                  <a:lnTo>
                    <a:pt x="10060622" y="12699"/>
                  </a:lnTo>
                  <a:close/>
                </a:path>
                <a:path w="13754100" h="584200">
                  <a:moveTo>
                    <a:pt x="10035222" y="12699"/>
                  </a:moveTo>
                  <a:lnTo>
                    <a:pt x="10016185" y="12699"/>
                  </a:lnTo>
                  <a:lnTo>
                    <a:pt x="10016185" y="0"/>
                  </a:lnTo>
                  <a:lnTo>
                    <a:pt x="10035222" y="0"/>
                  </a:lnTo>
                  <a:lnTo>
                    <a:pt x="10035222" y="12699"/>
                  </a:lnTo>
                  <a:close/>
                </a:path>
                <a:path w="13754100" h="584200">
                  <a:moveTo>
                    <a:pt x="10009835" y="12699"/>
                  </a:moveTo>
                  <a:lnTo>
                    <a:pt x="9990785" y="12699"/>
                  </a:lnTo>
                  <a:lnTo>
                    <a:pt x="9990785" y="0"/>
                  </a:lnTo>
                  <a:lnTo>
                    <a:pt x="10009835" y="0"/>
                  </a:lnTo>
                  <a:lnTo>
                    <a:pt x="10009835" y="12699"/>
                  </a:lnTo>
                  <a:close/>
                </a:path>
                <a:path w="13754100" h="584200">
                  <a:moveTo>
                    <a:pt x="9984435" y="12699"/>
                  </a:moveTo>
                  <a:lnTo>
                    <a:pt x="9965397" y="12699"/>
                  </a:lnTo>
                  <a:lnTo>
                    <a:pt x="9965397" y="0"/>
                  </a:lnTo>
                  <a:lnTo>
                    <a:pt x="9984435" y="0"/>
                  </a:lnTo>
                  <a:lnTo>
                    <a:pt x="9984435" y="12699"/>
                  </a:lnTo>
                  <a:close/>
                </a:path>
                <a:path w="13754100" h="584200">
                  <a:moveTo>
                    <a:pt x="9959047" y="12699"/>
                  </a:moveTo>
                  <a:lnTo>
                    <a:pt x="9939997" y="12699"/>
                  </a:lnTo>
                  <a:lnTo>
                    <a:pt x="9939997" y="0"/>
                  </a:lnTo>
                  <a:lnTo>
                    <a:pt x="9959047" y="0"/>
                  </a:lnTo>
                  <a:lnTo>
                    <a:pt x="9959047" y="12699"/>
                  </a:lnTo>
                  <a:close/>
                </a:path>
                <a:path w="13754100" h="584200">
                  <a:moveTo>
                    <a:pt x="9933647" y="12699"/>
                  </a:moveTo>
                  <a:lnTo>
                    <a:pt x="9914610" y="12699"/>
                  </a:lnTo>
                  <a:lnTo>
                    <a:pt x="9914610" y="0"/>
                  </a:lnTo>
                  <a:lnTo>
                    <a:pt x="9933647" y="0"/>
                  </a:lnTo>
                  <a:lnTo>
                    <a:pt x="9933647" y="12699"/>
                  </a:lnTo>
                  <a:close/>
                </a:path>
                <a:path w="13754100" h="584200">
                  <a:moveTo>
                    <a:pt x="9908260" y="12699"/>
                  </a:moveTo>
                  <a:lnTo>
                    <a:pt x="9889210" y="12699"/>
                  </a:lnTo>
                  <a:lnTo>
                    <a:pt x="9889210" y="0"/>
                  </a:lnTo>
                  <a:lnTo>
                    <a:pt x="9908260" y="0"/>
                  </a:lnTo>
                  <a:lnTo>
                    <a:pt x="9908260" y="12699"/>
                  </a:lnTo>
                  <a:close/>
                </a:path>
                <a:path w="13754100" h="584200">
                  <a:moveTo>
                    <a:pt x="9882860" y="12699"/>
                  </a:moveTo>
                  <a:lnTo>
                    <a:pt x="9863823" y="12699"/>
                  </a:lnTo>
                  <a:lnTo>
                    <a:pt x="9863823" y="0"/>
                  </a:lnTo>
                  <a:lnTo>
                    <a:pt x="9882860" y="0"/>
                  </a:lnTo>
                  <a:lnTo>
                    <a:pt x="9882860" y="12699"/>
                  </a:lnTo>
                  <a:close/>
                </a:path>
                <a:path w="13754100" h="584200">
                  <a:moveTo>
                    <a:pt x="9857473" y="12699"/>
                  </a:moveTo>
                  <a:lnTo>
                    <a:pt x="9838423" y="12699"/>
                  </a:lnTo>
                  <a:lnTo>
                    <a:pt x="9838423" y="0"/>
                  </a:lnTo>
                  <a:lnTo>
                    <a:pt x="9857473" y="0"/>
                  </a:lnTo>
                  <a:lnTo>
                    <a:pt x="9857473" y="12699"/>
                  </a:lnTo>
                  <a:close/>
                </a:path>
                <a:path w="13754100" h="584200">
                  <a:moveTo>
                    <a:pt x="9832073" y="12699"/>
                  </a:moveTo>
                  <a:lnTo>
                    <a:pt x="9813036" y="12699"/>
                  </a:lnTo>
                  <a:lnTo>
                    <a:pt x="9813036" y="0"/>
                  </a:lnTo>
                  <a:lnTo>
                    <a:pt x="9832073" y="0"/>
                  </a:lnTo>
                  <a:lnTo>
                    <a:pt x="9832073" y="12699"/>
                  </a:lnTo>
                  <a:close/>
                </a:path>
                <a:path w="13754100" h="584200">
                  <a:moveTo>
                    <a:pt x="9806686" y="12699"/>
                  </a:moveTo>
                  <a:lnTo>
                    <a:pt x="9787636" y="12699"/>
                  </a:lnTo>
                  <a:lnTo>
                    <a:pt x="9787636" y="0"/>
                  </a:lnTo>
                  <a:lnTo>
                    <a:pt x="9806686" y="0"/>
                  </a:lnTo>
                  <a:lnTo>
                    <a:pt x="9806686" y="12699"/>
                  </a:lnTo>
                  <a:close/>
                </a:path>
                <a:path w="13754100" h="584200">
                  <a:moveTo>
                    <a:pt x="9781286" y="12699"/>
                  </a:moveTo>
                  <a:lnTo>
                    <a:pt x="9762236" y="12699"/>
                  </a:lnTo>
                  <a:lnTo>
                    <a:pt x="9762236" y="0"/>
                  </a:lnTo>
                  <a:lnTo>
                    <a:pt x="9781286" y="0"/>
                  </a:lnTo>
                  <a:lnTo>
                    <a:pt x="9781286" y="12699"/>
                  </a:lnTo>
                  <a:close/>
                </a:path>
                <a:path w="13754100" h="584200">
                  <a:moveTo>
                    <a:pt x="9755898" y="12699"/>
                  </a:moveTo>
                  <a:lnTo>
                    <a:pt x="9736848" y="12699"/>
                  </a:lnTo>
                  <a:lnTo>
                    <a:pt x="9736848" y="0"/>
                  </a:lnTo>
                  <a:lnTo>
                    <a:pt x="9755898" y="0"/>
                  </a:lnTo>
                  <a:lnTo>
                    <a:pt x="9755898" y="12699"/>
                  </a:lnTo>
                  <a:close/>
                </a:path>
                <a:path w="13754100" h="584200">
                  <a:moveTo>
                    <a:pt x="9730498" y="12699"/>
                  </a:moveTo>
                  <a:lnTo>
                    <a:pt x="9711448" y="12699"/>
                  </a:lnTo>
                  <a:lnTo>
                    <a:pt x="9711448" y="0"/>
                  </a:lnTo>
                  <a:lnTo>
                    <a:pt x="9730498" y="0"/>
                  </a:lnTo>
                  <a:lnTo>
                    <a:pt x="9730498" y="12699"/>
                  </a:lnTo>
                  <a:close/>
                </a:path>
                <a:path w="13754100" h="584200">
                  <a:moveTo>
                    <a:pt x="9705111" y="12699"/>
                  </a:moveTo>
                  <a:lnTo>
                    <a:pt x="9686061" y="12699"/>
                  </a:lnTo>
                  <a:lnTo>
                    <a:pt x="9686061" y="0"/>
                  </a:lnTo>
                  <a:lnTo>
                    <a:pt x="9705111" y="0"/>
                  </a:lnTo>
                  <a:lnTo>
                    <a:pt x="9705111" y="12699"/>
                  </a:lnTo>
                  <a:close/>
                </a:path>
                <a:path w="13754100" h="584200">
                  <a:moveTo>
                    <a:pt x="9679711" y="12699"/>
                  </a:moveTo>
                  <a:lnTo>
                    <a:pt x="9660661" y="12699"/>
                  </a:lnTo>
                  <a:lnTo>
                    <a:pt x="9660661" y="0"/>
                  </a:lnTo>
                  <a:lnTo>
                    <a:pt x="9679711" y="0"/>
                  </a:lnTo>
                  <a:lnTo>
                    <a:pt x="9679711" y="12699"/>
                  </a:lnTo>
                  <a:close/>
                </a:path>
                <a:path w="13754100" h="584200">
                  <a:moveTo>
                    <a:pt x="9654324" y="12699"/>
                  </a:moveTo>
                  <a:lnTo>
                    <a:pt x="9635274" y="12699"/>
                  </a:lnTo>
                  <a:lnTo>
                    <a:pt x="9635274" y="0"/>
                  </a:lnTo>
                  <a:lnTo>
                    <a:pt x="9654324" y="0"/>
                  </a:lnTo>
                  <a:lnTo>
                    <a:pt x="9654324" y="12699"/>
                  </a:lnTo>
                  <a:close/>
                </a:path>
                <a:path w="13754100" h="584200">
                  <a:moveTo>
                    <a:pt x="9628924" y="12699"/>
                  </a:moveTo>
                  <a:lnTo>
                    <a:pt x="9609874" y="12699"/>
                  </a:lnTo>
                  <a:lnTo>
                    <a:pt x="9609874" y="0"/>
                  </a:lnTo>
                  <a:lnTo>
                    <a:pt x="9628924" y="0"/>
                  </a:lnTo>
                  <a:lnTo>
                    <a:pt x="9628924" y="12699"/>
                  </a:lnTo>
                  <a:close/>
                </a:path>
                <a:path w="13754100" h="584200">
                  <a:moveTo>
                    <a:pt x="9603536" y="12699"/>
                  </a:moveTo>
                  <a:lnTo>
                    <a:pt x="9584486" y="12699"/>
                  </a:lnTo>
                  <a:lnTo>
                    <a:pt x="9584486" y="0"/>
                  </a:lnTo>
                  <a:lnTo>
                    <a:pt x="9603536" y="0"/>
                  </a:lnTo>
                  <a:lnTo>
                    <a:pt x="9603536" y="12699"/>
                  </a:lnTo>
                  <a:close/>
                </a:path>
                <a:path w="13754100" h="584200">
                  <a:moveTo>
                    <a:pt x="9578136" y="12699"/>
                  </a:moveTo>
                  <a:lnTo>
                    <a:pt x="9559086" y="12699"/>
                  </a:lnTo>
                  <a:lnTo>
                    <a:pt x="9559086" y="0"/>
                  </a:lnTo>
                  <a:lnTo>
                    <a:pt x="9578136" y="0"/>
                  </a:lnTo>
                  <a:lnTo>
                    <a:pt x="9578136" y="12699"/>
                  </a:lnTo>
                  <a:close/>
                </a:path>
                <a:path w="13754100" h="584200">
                  <a:moveTo>
                    <a:pt x="9552749" y="12699"/>
                  </a:moveTo>
                  <a:lnTo>
                    <a:pt x="9533699" y="12699"/>
                  </a:lnTo>
                  <a:lnTo>
                    <a:pt x="9533699" y="0"/>
                  </a:lnTo>
                  <a:lnTo>
                    <a:pt x="9552749" y="0"/>
                  </a:lnTo>
                  <a:lnTo>
                    <a:pt x="9552749" y="12699"/>
                  </a:lnTo>
                  <a:close/>
                </a:path>
                <a:path w="13754100" h="584200">
                  <a:moveTo>
                    <a:pt x="9527349" y="12699"/>
                  </a:moveTo>
                  <a:lnTo>
                    <a:pt x="9508299" y="12699"/>
                  </a:lnTo>
                  <a:lnTo>
                    <a:pt x="9508299" y="0"/>
                  </a:lnTo>
                  <a:lnTo>
                    <a:pt x="9527349" y="0"/>
                  </a:lnTo>
                  <a:lnTo>
                    <a:pt x="9527349" y="12699"/>
                  </a:lnTo>
                  <a:close/>
                </a:path>
                <a:path w="13754100" h="584200">
                  <a:moveTo>
                    <a:pt x="9501949" y="12699"/>
                  </a:moveTo>
                  <a:lnTo>
                    <a:pt x="9482912" y="12699"/>
                  </a:lnTo>
                  <a:lnTo>
                    <a:pt x="9482912" y="0"/>
                  </a:lnTo>
                  <a:lnTo>
                    <a:pt x="9501949" y="0"/>
                  </a:lnTo>
                  <a:lnTo>
                    <a:pt x="9501949" y="12699"/>
                  </a:lnTo>
                  <a:close/>
                </a:path>
                <a:path w="13754100" h="584200">
                  <a:moveTo>
                    <a:pt x="9476562" y="12699"/>
                  </a:moveTo>
                  <a:lnTo>
                    <a:pt x="9457512" y="12699"/>
                  </a:lnTo>
                  <a:lnTo>
                    <a:pt x="9457512" y="0"/>
                  </a:lnTo>
                  <a:lnTo>
                    <a:pt x="9476562" y="0"/>
                  </a:lnTo>
                  <a:lnTo>
                    <a:pt x="9476562" y="12699"/>
                  </a:lnTo>
                  <a:close/>
                </a:path>
                <a:path w="13754100" h="584200">
                  <a:moveTo>
                    <a:pt x="9451162" y="12699"/>
                  </a:moveTo>
                  <a:lnTo>
                    <a:pt x="9432124" y="12699"/>
                  </a:lnTo>
                  <a:lnTo>
                    <a:pt x="9432124" y="0"/>
                  </a:lnTo>
                  <a:lnTo>
                    <a:pt x="9451162" y="0"/>
                  </a:lnTo>
                  <a:lnTo>
                    <a:pt x="9451162" y="12699"/>
                  </a:lnTo>
                  <a:close/>
                </a:path>
                <a:path w="13754100" h="584200">
                  <a:moveTo>
                    <a:pt x="9425774" y="12699"/>
                  </a:moveTo>
                  <a:lnTo>
                    <a:pt x="9406724" y="12699"/>
                  </a:lnTo>
                  <a:lnTo>
                    <a:pt x="9406724" y="0"/>
                  </a:lnTo>
                  <a:lnTo>
                    <a:pt x="9425774" y="0"/>
                  </a:lnTo>
                  <a:lnTo>
                    <a:pt x="9425774" y="12699"/>
                  </a:lnTo>
                  <a:close/>
                </a:path>
                <a:path w="13754100" h="584200">
                  <a:moveTo>
                    <a:pt x="9400374" y="12699"/>
                  </a:moveTo>
                  <a:lnTo>
                    <a:pt x="9381337" y="12699"/>
                  </a:lnTo>
                  <a:lnTo>
                    <a:pt x="9381337" y="0"/>
                  </a:lnTo>
                  <a:lnTo>
                    <a:pt x="9400374" y="0"/>
                  </a:lnTo>
                  <a:lnTo>
                    <a:pt x="9400374" y="12699"/>
                  </a:lnTo>
                  <a:close/>
                </a:path>
                <a:path w="13754100" h="584200">
                  <a:moveTo>
                    <a:pt x="9374987" y="12699"/>
                  </a:moveTo>
                  <a:lnTo>
                    <a:pt x="9355937" y="12699"/>
                  </a:lnTo>
                  <a:lnTo>
                    <a:pt x="9355937" y="0"/>
                  </a:lnTo>
                  <a:lnTo>
                    <a:pt x="9374987" y="0"/>
                  </a:lnTo>
                  <a:lnTo>
                    <a:pt x="9374987" y="12699"/>
                  </a:lnTo>
                  <a:close/>
                </a:path>
                <a:path w="13754100" h="584200">
                  <a:moveTo>
                    <a:pt x="9349587" y="12699"/>
                  </a:moveTo>
                  <a:lnTo>
                    <a:pt x="9330550" y="12699"/>
                  </a:lnTo>
                  <a:lnTo>
                    <a:pt x="9330550" y="0"/>
                  </a:lnTo>
                  <a:lnTo>
                    <a:pt x="9349587" y="0"/>
                  </a:lnTo>
                  <a:lnTo>
                    <a:pt x="9349587" y="12699"/>
                  </a:lnTo>
                  <a:close/>
                </a:path>
                <a:path w="13754100" h="584200">
                  <a:moveTo>
                    <a:pt x="9324200" y="12699"/>
                  </a:moveTo>
                  <a:lnTo>
                    <a:pt x="9305150" y="12699"/>
                  </a:lnTo>
                  <a:lnTo>
                    <a:pt x="9305150" y="0"/>
                  </a:lnTo>
                  <a:lnTo>
                    <a:pt x="9324200" y="0"/>
                  </a:lnTo>
                  <a:lnTo>
                    <a:pt x="9324200" y="12699"/>
                  </a:lnTo>
                  <a:close/>
                </a:path>
                <a:path w="13754100" h="584200">
                  <a:moveTo>
                    <a:pt x="9298800" y="12699"/>
                  </a:moveTo>
                  <a:lnTo>
                    <a:pt x="9279763" y="12699"/>
                  </a:lnTo>
                  <a:lnTo>
                    <a:pt x="9279763" y="0"/>
                  </a:lnTo>
                  <a:lnTo>
                    <a:pt x="9298800" y="0"/>
                  </a:lnTo>
                  <a:lnTo>
                    <a:pt x="9298800" y="12699"/>
                  </a:lnTo>
                  <a:close/>
                </a:path>
                <a:path w="13754100" h="584200">
                  <a:moveTo>
                    <a:pt x="9273413" y="12699"/>
                  </a:moveTo>
                  <a:lnTo>
                    <a:pt x="9254363" y="12699"/>
                  </a:lnTo>
                  <a:lnTo>
                    <a:pt x="9254363" y="0"/>
                  </a:lnTo>
                  <a:lnTo>
                    <a:pt x="9273413" y="0"/>
                  </a:lnTo>
                  <a:lnTo>
                    <a:pt x="9273413" y="12699"/>
                  </a:lnTo>
                  <a:close/>
                </a:path>
                <a:path w="13754100" h="584200">
                  <a:moveTo>
                    <a:pt x="9248013" y="12699"/>
                  </a:moveTo>
                  <a:lnTo>
                    <a:pt x="9228975" y="12699"/>
                  </a:lnTo>
                  <a:lnTo>
                    <a:pt x="9228975" y="0"/>
                  </a:lnTo>
                  <a:lnTo>
                    <a:pt x="9248013" y="0"/>
                  </a:lnTo>
                  <a:lnTo>
                    <a:pt x="9248013" y="12699"/>
                  </a:lnTo>
                  <a:close/>
                </a:path>
                <a:path w="13754100" h="584200">
                  <a:moveTo>
                    <a:pt x="9222625" y="12699"/>
                  </a:moveTo>
                  <a:lnTo>
                    <a:pt x="9203575" y="12699"/>
                  </a:lnTo>
                  <a:lnTo>
                    <a:pt x="9203575" y="0"/>
                  </a:lnTo>
                  <a:lnTo>
                    <a:pt x="9222625" y="0"/>
                  </a:lnTo>
                  <a:lnTo>
                    <a:pt x="9222625" y="12699"/>
                  </a:lnTo>
                  <a:close/>
                </a:path>
                <a:path w="13754100" h="584200">
                  <a:moveTo>
                    <a:pt x="9197225" y="12699"/>
                  </a:moveTo>
                  <a:lnTo>
                    <a:pt x="9178188" y="12699"/>
                  </a:lnTo>
                  <a:lnTo>
                    <a:pt x="9178188" y="0"/>
                  </a:lnTo>
                  <a:lnTo>
                    <a:pt x="9197225" y="0"/>
                  </a:lnTo>
                  <a:lnTo>
                    <a:pt x="9197225" y="12699"/>
                  </a:lnTo>
                  <a:close/>
                </a:path>
                <a:path w="13754100" h="584200">
                  <a:moveTo>
                    <a:pt x="9171838" y="12699"/>
                  </a:moveTo>
                  <a:lnTo>
                    <a:pt x="9152788" y="12699"/>
                  </a:lnTo>
                  <a:lnTo>
                    <a:pt x="9152788" y="0"/>
                  </a:lnTo>
                  <a:lnTo>
                    <a:pt x="9171838" y="0"/>
                  </a:lnTo>
                  <a:lnTo>
                    <a:pt x="9171838" y="12699"/>
                  </a:lnTo>
                  <a:close/>
                </a:path>
                <a:path w="13754100" h="584200">
                  <a:moveTo>
                    <a:pt x="9146438" y="12699"/>
                  </a:moveTo>
                  <a:lnTo>
                    <a:pt x="9127401" y="12699"/>
                  </a:lnTo>
                  <a:lnTo>
                    <a:pt x="9127401" y="0"/>
                  </a:lnTo>
                  <a:lnTo>
                    <a:pt x="9146438" y="0"/>
                  </a:lnTo>
                  <a:lnTo>
                    <a:pt x="9146438" y="12699"/>
                  </a:lnTo>
                  <a:close/>
                </a:path>
                <a:path w="13754100" h="584200">
                  <a:moveTo>
                    <a:pt x="9121051" y="12699"/>
                  </a:moveTo>
                  <a:lnTo>
                    <a:pt x="9102001" y="12699"/>
                  </a:lnTo>
                  <a:lnTo>
                    <a:pt x="9102001" y="0"/>
                  </a:lnTo>
                  <a:lnTo>
                    <a:pt x="9121051" y="0"/>
                  </a:lnTo>
                  <a:lnTo>
                    <a:pt x="9121051" y="12699"/>
                  </a:lnTo>
                  <a:close/>
                </a:path>
                <a:path w="13754100" h="584200">
                  <a:moveTo>
                    <a:pt x="9095651" y="12699"/>
                  </a:moveTo>
                  <a:lnTo>
                    <a:pt x="9076613" y="12699"/>
                  </a:lnTo>
                  <a:lnTo>
                    <a:pt x="9076613" y="0"/>
                  </a:lnTo>
                  <a:lnTo>
                    <a:pt x="9095651" y="0"/>
                  </a:lnTo>
                  <a:lnTo>
                    <a:pt x="9095651" y="12699"/>
                  </a:lnTo>
                  <a:close/>
                </a:path>
                <a:path w="13754100" h="584200">
                  <a:moveTo>
                    <a:pt x="9070263" y="12699"/>
                  </a:moveTo>
                  <a:lnTo>
                    <a:pt x="9051213" y="12699"/>
                  </a:lnTo>
                  <a:lnTo>
                    <a:pt x="9051213" y="0"/>
                  </a:lnTo>
                  <a:lnTo>
                    <a:pt x="9070263" y="0"/>
                  </a:lnTo>
                  <a:lnTo>
                    <a:pt x="9070263" y="12699"/>
                  </a:lnTo>
                  <a:close/>
                </a:path>
                <a:path w="13754100" h="584200">
                  <a:moveTo>
                    <a:pt x="9044863" y="12699"/>
                  </a:moveTo>
                  <a:lnTo>
                    <a:pt x="9025826" y="12699"/>
                  </a:lnTo>
                  <a:lnTo>
                    <a:pt x="9025826" y="0"/>
                  </a:lnTo>
                  <a:lnTo>
                    <a:pt x="9044863" y="0"/>
                  </a:lnTo>
                  <a:lnTo>
                    <a:pt x="9044863" y="12699"/>
                  </a:lnTo>
                  <a:close/>
                </a:path>
                <a:path w="13754100" h="584200">
                  <a:moveTo>
                    <a:pt x="9019476" y="12699"/>
                  </a:moveTo>
                  <a:lnTo>
                    <a:pt x="9000426" y="12699"/>
                  </a:lnTo>
                  <a:lnTo>
                    <a:pt x="9000426" y="0"/>
                  </a:lnTo>
                  <a:lnTo>
                    <a:pt x="9019476" y="0"/>
                  </a:lnTo>
                  <a:lnTo>
                    <a:pt x="9019476" y="12699"/>
                  </a:lnTo>
                  <a:close/>
                </a:path>
                <a:path w="13754100" h="584200">
                  <a:moveTo>
                    <a:pt x="8994076" y="12699"/>
                  </a:moveTo>
                  <a:lnTo>
                    <a:pt x="8975039" y="12699"/>
                  </a:lnTo>
                  <a:lnTo>
                    <a:pt x="8975039" y="0"/>
                  </a:lnTo>
                  <a:lnTo>
                    <a:pt x="8994076" y="0"/>
                  </a:lnTo>
                  <a:lnTo>
                    <a:pt x="8994076" y="12699"/>
                  </a:lnTo>
                  <a:close/>
                </a:path>
                <a:path w="13754100" h="584200">
                  <a:moveTo>
                    <a:pt x="8968689" y="12699"/>
                  </a:moveTo>
                  <a:lnTo>
                    <a:pt x="8949639" y="12699"/>
                  </a:lnTo>
                  <a:lnTo>
                    <a:pt x="8949639" y="0"/>
                  </a:lnTo>
                  <a:lnTo>
                    <a:pt x="8968689" y="0"/>
                  </a:lnTo>
                  <a:lnTo>
                    <a:pt x="8968689" y="12699"/>
                  </a:lnTo>
                  <a:close/>
                </a:path>
                <a:path w="13754100" h="584200">
                  <a:moveTo>
                    <a:pt x="8943289" y="12699"/>
                  </a:moveTo>
                  <a:lnTo>
                    <a:pt x="8924251" y="12699"/>
                  </a:lnTo>
                  <a:lnTo>
                    <a:pt x="8924251" y="0"/>
                  </a:lnTo>
                  <a:lnTo>
                    <a:pt x="8943289" y="0"/>
                  </a:lnTo>
                  <a:lnTo>
                    <a:pt x="8943289" y="12699"/>
                  </a:lnTo>
                  <a:close/>
                </a:path>
                <a:path w="13754100" h="584200">
                  <a:moveTo>
                    <a:pt x="8917901" y="12699"/>
                  </a:moveTo>
                  <a:lnTo>
                    <a:pt x="8898851" y="12699"/>
                  </a:lnTo>
                  <a:lnTo>
                    <a:pt x="8898851" y="0"/>
                  </a:lnTo>
                  <a:lnTo>
                    <a:pt x="8917901" y="0"/>
                  </a:lnTo>
                  <a:lnTo>
                    <a:pt x="8917901" y="12699"/>
                  </a:lnTo>
                  <a:close/>
                </a:path>
                <a:path w="13754100" h="584200">
                  <a:moveTo>
                    <a:pt x="8892501" y="12699"/>
                  </a:moveTo>
                  <a:lnTo>
                    <a:pt x="8873464" y="12699"/>
                  </a:lnTo>
                  <a:lnTo>
                    <a:pt x="8873464" y="0"/>
                  </a:lnTo>
                  <a:lnTo>
                    <a:pt x="8892501" y="0"/>
                  </a:lnTo>
                  <a:lnTo>
                    <a:pt x="8892501" y="12699"/>
                  </a:lnTo>
                  <a:close/>
                </a:path>
                <a:path w="13754100" h="584200">
                  <a:moveTo>
                    <a:pt x="8867114" y="12699"/>
                  </a:moveTo>
                  <a:lnTo>
                    <a:pt x="8848064" y="12699"/>
                  </a:lnTo>
                  <a:lnTo>
                    <a:pt x="8848064" y="0"/>
                  </a:lnTo>
                  <a:lnTo>
                    <a:pt x="8867114" y="0"/>
                  </a:lnTo>
                  <a:lnTo>
                    <a:pt x="8867114" y="12699"/>
                  </a:lnTo>
                  <a:close/>
                </a:path>
                <a:path w="13754100" h="584200">
                  <a:moveTo>
                    <a:pt x="8841714" y="12699"/>
                  </a:moveTo>
                  <a:lnTo>
                    <a:pt x="8822677" y="12699"/>
                  </a:lnTo>
                  <a:lnTo>
                    <a:pt x="8822677" y="0"/>
                  </a:lnTo>
                  <a:lnTo>
                    <a:pt x="8841714" y="0"/>
                  </a:lnTo>
                  <a:lnTo>
                    <a:pt x="8841714" y="12699"/>
                  </a:lnTo>
                  <a:close/>
                </a:path>
                <a:path w="13754100" h="584200">
                  <a:moveTo>
                    <a:pt x="8816327" y="12699"/>
                  </a:moveTo>
                  <a:lnTo>
                    <a:pt x="8797277" y="12699"/>
                  </a:lnTo>
                  <a:lnTo>
                    <a:pt x="8797277" y="0"/>
                  </a:lnTo>
                  <a:lnTo>
                    <a:pt x="8816327" y="0"/>
                  </a:lnTo>
                  <a:lnTo>
                    <a:pt x="8816327" y="12699"/>
                  </a:lnTo>
                  <a:close/>
                </a:path>
                <a:path w="13754100" h="584200">
                  <a:moveTo>
                    <a:pt x="8790927" y="12699"/>
                  </a:moveTo>
                  <a:lnTo>
                    <a:pt x="8771890" y="12699"/>
                  </a:lnTo>
                  <a:lnTo>
                    <a:pt x="8771890" y="0"/>
                  </a:lnTo>
                  <a:lnTo>
                    <a:pt x="8790927" y="0"/>
                  </a:lnTo>
                  <a:lnTo>
                    <a:pt x="8790927" y="12699"/>
                  </a:lnTo>
                  <a:close/>
                </a:path>
                <a:path w="13754100" h="584200">
                  <a:moveTo>
                    <a:pt x="8765540" y="12699"/>
                  </a:moveTo>
                  <a:lnTo>
                    <a:pt x="8746490" y="12699"/>
                  </a:lnTo>
                  <a:lnTo>
                    <a:pt x="8746490" y="0"/>
                  </a:lnTo>
                  <a:lnTo>
                    <a:pt x="8765540" y="0"/>
                  </a:lnTo>
                  <a:lnTo>
                    <a:pt x="8765540" y="12699"/>
                  </a:lnTo>
                  <a:close/>
                </a:path>
                <a:path w="13754100" h="584200">
                  <a:moveTo>
                    <a:pt x="8740140" y="12699"/>
                  </a:moveTo>
                  <a:lnTo>
                    <a:pt x="8721102" y="12699"/>
                  </a:lnTo>
                  <a:lnTo>
                    <a:pt x="8721102" y="0"/>
                  </a:lnTo>
                  <a:lnTo>
                    <a:pt x="8740140" y="0"/>
                  </a:lnTo>
                  <a:lnTo>
                    <a:pt x="8740140" y="12699"/>
                  </a:lnTo>
                  <a:close/>
                </a:path>
                <a:path w="13754100" h="584200">
                  <a:moveTo>
                    <a:pt x="8714752" y="12699"/>
                  </a:moveTo>
                  <a:lnTo>
                    <a:pt x="8695702" y="12699"/>
                  </a:lnTo>
                  <a:lnTo>
                    <a:pt x="8695702" y="0"/>
                  </a:lnTo>
                  <a:lnTo>
                    <a:pt x="8714752" y="0"/>
                  </a:lnTo>
                  <a:lnTo>
                    <a:pt x="8714752" y="12699"/>
                  </a:lnTo>
                  <a:close/>
                </a:path>
                <a:path w="13754100" h="584200">
                  <a:moveTo>
                    <a:pt x="8689352" y="12699"/>
                  </a:moveTo>
                  <a:lnTo>
                    <a:pt x="8670302" y="12699"/>
                  </a:lnTo>
                  <a:lnTo>
                    <a:pt x="8670302" y="0"/>
                  </a:lnTo>
                  <a:lnTo>
                    <a:pt x="8689352" y="0"/>
                  </a:lnTo>
                  <a:lnTo>
                    <a:pt x="8689352" y="12699"/>
                  </a:lnTo>
                  <a:close/>
                </a:path>
                <a:path w="13754100" h="584200">
                  <a:moveTo>
                    <a:pt x="8663965" y="12699"/>
                  </a:moveTo>
                  <a:lnTo>
                    <a:pt x="8644915" y="12699"/>
                  </a:lnTo>
                  <a:lnTo>
                    <a:pt x="8644915" y="0"/>
                  </a:lnTo>
                  <a:lnTo>
                    <a:pt x="8663965" y="0"/>
                  </a:lnTo>
                  <a:lnTo>
                    <a:pt x="8663965" y="12699"/>
                  </a:lnTo>
                  <a:close/>
                </a:path>
                <a:path w="13754100" h="584200">
                  <a:moveTo>
                    <a:pt x="8638565" y="12699"/>
                  </a:moveTo>
                  <a:lnTo>
                    <a:pt x="8619515" y="12699"/>
                  </a:lnTo>
                  <a:lnTo>
                    <a:pt x="8619515" y="0"/>
                  </a:lnTo>
                  <a:lnTo>
                    <a:pt x="8638565" y="0"/>
                  </a:lnTo>
                  <a:lnTo>
                    <a:pt x="8638565" y="12699"/>
                  </a:lnTo>
                  <a:close/>
                </a:path>
                <a:path w="13754100" h="584200">
                  <a:moveTo>
                    <a:pt x="8613178" y="12699"/>
                  </a:moveTo>
                  <a:lnTo>
                    <a:pt x="8594128" y="12699"/>
                  </a:lnTo>
                  <a:lnTo>
                    <a:pt x="8594128" y="0"/>
                  </a:lnTo>
                  <a:lnTo>
                    <a:pt x="8613178" y="0"/>
                  </a:lnTo>
                  <a:lnTo>
                    <a:pt x="8613178" y="12699"/>
                  </a:lnTo>
                  <a:close/>
                </a:path>
                <a:path w="13754100" h="584200">
                  <a:moveTo>
                    <a:pt x="8587778" y="12699"/>
                  </a:moveTo>
                  <a:lnTo>
                    <a:pt x="8568728" y="12699"/>
                  </a:lnTo>
                  <a:lnTo>
                    <a:pt x="8568728" y="0"/>
                  </a:lnTo>
                  <a:lnTo>
                    <a:pt x="8587778" y="0"/>
                  </a:lnTo>
                  <a:lnTo>
                    <a:pt x="8587778" y="12699"/>
                  </a:lnTo>
                  <a:close/>
                </a:path>
                <a:path w="13754100" h="584200">
                  <a:moveTo>
                    <a:pt x="8562390" y="12699"/>
                  </a:moveTo>
                  <a:lnTo>
                    <a:pt x="8543340" y="12699"/>
                  </a:lnTo>
                  <a:lnTo>
                    <a:pt x="8543340" y="0"/>
                  </a:lnTo>
                  <a:lnTo>
                    <a:pt x="8562390" y="0"/>
                  </a:lnTo>
                  <a:lnTo>
                    <a:pt x="8562390" y="12699"/>
                  </a:lnTo>
                  <a:close/>
                </a:path>
                <a:path w="13754100" h="584200">
                  <a:moveTo>
                    <a:pt x="8536990" y="12699"/>
                  </a:moveTo>
                  <a:lnTo>
                    <a:pt x="8517940" y="12699"/>
                  </a:lnTo>
                  <a:lnTo>
                    <a:pt x="8517940" y="0"/>
                  </a:lnTo>
                  <a:lnTo>
                    <a:pt x="8536990" y="0"/>
                  </a:lnTo>
                  <a:lnTo>
                    <a:pt x="8536990" y="12699"/>
                  </a:lnTo>
                  <a:close/>
                </a:path>
                <a:path w="13754100" h="584200">
                  <a:moveTo>
                    <a:pt x="8511603" y="12699"/>
                  </a:moveTo>
                  <a:lnTo>
                    <a:pt x="8492553" y="12699"/>
                  </a:lnTo>
                  <a:lnTo>
                    <a:pt x="8492553" y="0"/>
                  </a:lnTo>
                  <a:lnTo>
                    <a:pt x="8511603" y="0"/>
                  </a:lnTo>
                  <a:lnTo>
                    <a:pt x="8511603" y="12699"/>
                  </a:lnTo>
                  <a:close/>
                </a:path>
                <a:path w="13754100" h="584200">
                  <a:moveTo>
                    <a:pt x="8486203" y="12699"/>
                  </a:moveTo>
                  <a:lnTo>
                    <a:pt x="8467153" y="12699"/>
                  </a:lnTo>
                  <a:lnTo>
                    <a:pt x="8467153" y="0"/>
                  </a:lnTo>
                  <a:lnTo>
                    <a:pt x="8486203" y="0"/>
                  </a:lnTo>
                  <a:lnTo>
                    <a:pt x="8486203" y="12699"/>
                  </a:lnTo>
                  <a:close/>
                </a:path>
                <a:path w="13754100" h="584200">
                  <a:moveTo>
                    <a:pt x="8460816" y="12699"/>
                  </a:moveTo>
                  <a:lnTo>
                    <a:pt x="8441766" y="12699"/>
                  </a:lnTo>
                  <a:lnTo>
                    <a:pt x="8441766" y="0"/>
                  </a:lnTo>
                  <a:lnTo>
                    <a:pt x="8460816" y="0"/>
                  </a:lnTo>
                  <a:lnTo>
                    <a:pt x="8460816" y="12699"/>
                  </a:lnTo>
                  <a:close/>
                </a:path>
                <a:path w="13754100" h="584200">
                  <a:moveTo>
                    <a:pt x="8435416" y="12699"/>
                  </a:moveTo>
                  <a:lnTo>
                    <a:pt x="8416366" y="12699"/>
                  </a:lnTo>
                  <a:lnTo>
                    <a:pt x="8416366" y="0"/>
                  </a:lnTo>
                  <a:lnTo>
                    <a:pt x="8435416" y="0"/>
                  </a:lnTo>
                  <a:lnTo>
                    <a:pt x="8435416" y="12699"/>
                  </a:lnTo>
                  <a:close/>
                </a:path>
                <a:path w="13754100" h="584200">
                  <a:moveTo>
                    <a:pt x="8410016" y="12699"/>
                  </a:moveTo>
                  <a:lnTo>
                    <a:pt x="8390978" y="12699"/>
                  </a:lnTo>
                  <a:lnTo>
                    <a:pt x="8390978" y="0"/>
                  </a:lnTo>
                  <a:lnTo>
                    <a:pt x="8410016" y="0"/>
                  </a:lnTo>
                  <a:lnTo>
                    <a:pt x="8410016" y="12699"/>
                  </a:lnTo>
                  <a:close/>
                </a:path>
                <a:path w="13754100" h="584200">
                  <a:moveTo>
                    <a:pt x="8384628" y="12699"/>
                  </a:moveTo>
                  <a:lnTo>
                    <a:pt x="8365578" y="12699"/>
                  </a:lnTo>
                  <a:lnTo>
                    <a:pt x="8365578" y="0"/>
                  </a:lnTo>
                  <a:lnTo>
                    <a:pt x="8384628" y="0"/>
                  </a:lnTo>
                  <a:lnTo>
                    <a:pt x="8384628" y="12699"/>
                  </a:lnTo>
                  <a:close/>
                </a:path>
                <a:path w="13754100" h="584200">
                  <a:moveTo>
                    <a:pt x="8359228" y="12699"/>
                  </a:moveTo>
                  <a:lnTo>
                    <a:pt x="8340191" y="12699"/>
                  </a:lnTo>
                  <a:lnTo>
                    <a:pt x="8340191" y="0"/>
                  </a:lnTo>
                  <a:lnTo>
                    <a:pt x="8359228" y="0"/>
                  </a:lnTo>
                  <a:lnTo>
                    <a:pt x="8359228" y="12699"/>
                  </a:lnTo>
                  <a:close/>
                </a:path>
                <a:path w="13754100" h="584200">
                  <a:moveTo>
                    <a:pt x="8333841" y="12699"/>
                  </a:moveTo>
                  <a:lnTo>
                    <a:pt x="8314791" y="12699"/>
                  </a:lnTo>
                  <a:lnTo>
                    <a:pt x="8314791" y="0"/>
                  </a:lnTo>
                  <a:lnTo>
                    <a:pt x="8333841" y="0"/>
                  </a:lnTo>
                  <a:lnTo>
                    <a:pt x="8333841" y="12699"/>
                  </a:lnTo>
                  <a:close/>
                </a:path>
                <a:path w="13754100" h="584200">
                  <a:moveTo>
                    <a:pt x="8308441" y="12699"/>
                  </a:moveTo>
                  <a:lnTo>
                    <a:pt x="8289404" y="12699"/>
                  </a:lnTo>
                  <a:lnTo>
                    <a:pt x="8289404" y="0"/>
                  </a:lnTo>
                  <a:lnTo>
                    <a:pt x="8308441" y="0"/>
                  </a:lnTo>
                  <a:lnTo>
                    <a:pt x="8308441" y="12699"/>
                  </a:lnTo>
                  <a:close/>
                </a:path>
                <a:path w="13754100" h="584200">
                  <a:moveTo>
                    <a:pt x="8283054" y="12699"/>
                  </a:moveTo>
                  <a:lnTo>
                    <a:pt x="8264004" y="12699"/>
                  </a:lnTo>
                  <a:lnTo>
                    <a:pt x="8264004" y="0"/>
                  </a:lnTo>
                  <a:lnTo>
                    <a:pt x="8283054" y="0"/>
                  </a:lnTo>
                  <a:lnTo>
                    <a:pt x="8283054" y="12699"/>
                  </a:lnTo>
                  <a:close/>
                </a:path>
                <a:path w="13754100" h="584200">
                  <a:moveTo>
                    <a:pt x="8257654" y="12699"/>
                  </a:moveTo>
                  <a:lnTo>
                    <a:pt x="8238617" y="12699"/>
                  </a:lnTo>
                  <a:lnTo>
                    <a:pt x="8238617" y="0"/>
                  </a:lnTo>
                  <a:lnTo>
                    <a:pt x="8257654" y="0"/>
                  </a:lnTo>
                  <a:lnTo>
                    <a:pt x="8257654" y="12699"/>
                  </a:lnTo>
                  <a:close/>
                </a:path>
                <a:path w="13754100" h="584200">
                  <a:moveTo>
                    <a:pt x="8232267" y="12699"/>
                  </a:moveTo>
                  <a:lnTo>
                    <a:pt x="8213217" y="12699"/>
                  </a:lnTo>
                  <a:lnTo>
                    <a:pt x="8213217" y="0"/>
                  </a:lnTo>
                  <a:lnTo>
                    <a:pt x="8232267" y="0"/>
                  </a:lnTo>
                  <a:lnTo>
                    <a:pt x="8232267" y="12699"/>
                  </a:lnTo>
                  <a:close/>
                </a:path>
                <a:path w="13754100" h="584200">
                  <a:moveTo>
                    <a:pt x="8206867" y="12699"/>
                  </a:moveTo>
                  <a:lnTo>
                    <a:pt x="8187829" y="12699"/>
                  </a:lnTo>
                  <a:lnTo>
                    <a:pt x="8187829" y="0"/>
                  </a:lnTo>
                  <a:lnTo>
                    <a:pt x="8206867" y="0"/>
                  </a:lnTo>
                  <a:lnTo>
                    <a:pt x="8206867" y="12699"/>
                  </a:lnTo>
                  <a:close/>
                </a:path>
                <a:path w="13754100" h="584200">
                  <a:moveTo>
                    <a:pt x="8181479" y="12699"/>
                  </a:moveTo>
                  <a:lnTo>
                    <a:pt x="8162429" y="12699"/>
                  </a:lnTo>
                  <a:lnTo>
                    <a:pt x="8162429" y="0"/>
                  </a:lnTo>
                  <a:lnTo>
                    <a:pt x="8181479" y="0"/>
                  </a:lnTo>
                  <a:lnTo>
                    <a:pt x="8181479" y="12699"/>
                  </a:lnTo>
                  <a:close/>
                </a:path>
                <a:path w="13754100" h="584200">
                  <a:moveTo>
                    <a:pt x="8156079" y="12699"/>
                  </a:moveTo>
                  <a:lnTo>
                    <a:pt x="8137042" y="12699"/>
                  </a:lnTo>
                  <a:lnTo>
                    <a:pt x="8137042" y="0"/>
                  </a:lnTo>
                  <a:lnTo>
                    <a:pt x="8156079" y="0"/>
                  </a:lnTo>
                  <a:lnTo>
                    <a:pt x="8156079" y="12699"/>
                  </a:lnTo>
                  <a:close/>
                </a:path>
                <a:path w="13754100" h="584200">
                  <a:moveTo>
                    <a:pt x="8130692" y="12699"/>
                  </a:moveTo>
                  <a:lnTo>
                    <a:pt x="8111642" y="12699"/>
                  </a:lnTo>
                  <a:lnTo>
                    <a:pt x="8111642" y="0"/>
                  </a:lnTo>
                  <a:lnTo>
                    <a:pt x="8130692" y="0"/>
                  </a:lnTo>
                  <a:lnTo>
                    <a:pt x="8130692" y="12699"/>
                  </a:lnTo>
                  <a:close/>
                </a:path>
                <a:path w="13754100" h="584200">
                  <a:moveTo>
                    <a:pt x="8105292" y="12699"/>
                  </a:moveTo>
                  <a:lnTo>
                    <a:pt x="8086255" y="12699"/>
                  </a:lnTo>
                  <a:lnTo>
                    <a:pt x="8086255" y="0"/>
                  </a:lnTo>
                  <a:lnTo>
                    <a:pt x="8105292" y="0"/>
                  </a:lnTo>
                  <a:lnTo>
                    <a:pt x="8105292" y="12699"/>
                  </a:lnTo>
                  <a:close/>
                </a:path>
                <a:path w="13754100" h="584200">
                  <a:moveTo>
                    <a:pt x="8079905" y="12699"/>
                  </a:moveTo>
                  <a:lnTo>
                    <a:pt x="8060855" y="12699"/>
                  </a:lnTo>
                  <a:lnTo>
                    <a:pt x="8060855" y="0"/>
                  </a:lnTo>
                  <a:lnTo>
                    <a:pt x="8079905" y="0"/>
                  </a:lnTo>
                  <a:lnTo>
                    <a:pt x="8079905" y="12699"/>
                  </a:lnTo>
                  <a:close/>
                </a:path>
                <a:path w="13754100" h="584200">
                  <a:moveTo>
                    <a:pt x="8054505" y="12699"/>
                  </a:moveTo>
                  <a:lnTo>
                    <a:pt x="8035467" y="12699"/>
                  </a:lnTo>
                  <a:lnTo>
                    <a:pt x="8035467" y="0"/>
                  </a:lnTo>
                  <a:lnTo>
                    <a:pt x="8054505" y="0"/>
                  </a:lnTo>
                  <a:lnTo>
                    <a:pt x="8054505" y="12699"/>
                  </a:lnTo>
                  <a:close/>
                </a:path>
                <a:path w="13754100" h="584200">
                  <a:moveTo>
                    <a:pt x="8029117" y="12699"/>
                  </a:moveTo>
                  <a:lnTo>
                    <a:pt x="8010067" y="12699"/>
                  </a:lnTo>
                  <a:lnTo>
                    <a:pt x="8010067" y="0"/>
                  </a:lnTo>
                  <a:lnTo>
                    <a:pt x="8029117" y="0"/>
                  </a:lnTo>
                  <a:lnTo>
                    <a:pt x="8029117" y="12699"/>
                  </a:lnTo>
                  <a:close/>
                </a:path>
                <a:path w="13754100" h="584200">
                  <a:moveTo>
                    <a:pt x="8003717" y="12699"/>
                  </a:moveTo>
                  <a:lnTo>
                    <a:pt x="7984680" y="12699"/>
                  </a:lnTo>
                  <a:lnTo>
                    <a:pt x="7984680" y="0"/>
                  </a:lnTo>
                  <a:lnTo>
                    <a:pt x="8003717" y="0"/>
                  </a:lnTo>
                  <a:lnTo>
                    <a:pt x="8003717" y="12699"/>
                  </a:lnTo>
                  <a:close/>
                </a:path>
                <a:path w="13754100" h="584200">
                  <a:moveTo>
                    <a:pt x="7978330" y="12699"/>
                  </a:moveTo>
                  <a:lnTo>
                    <a:pt x="7959280" y="12699"/>
                  </a:lnTo>
                  <a:lnTo>
                    <a:pt x="7959280" y="0"/>
                  </a:lnTo>
                  <a:lnTo>
                    <a:pt x="7978330" y="0"/>
                  </a:lnTo>
                  <a:lnTo>
                    <a:pt x="7978330" y="12699"/>
                  </a:lnTo>
                  <a:close/>
                </a:path>
                <a:path w="13754100" h="584200">
                  <a:moveTo>
                    <a:pt x="7952930" y="12699"/>
                  </a:moveTo>
                  <a:lnTo>
                    <a:pt x="7933893" y="12699"/>
                  </a:lnTo>
                  <a:lnTo>
                    <a:pt x="7933893" y="0"/>
                  </a:lnTo>
                  <a:lnTo>
                    <a:pt x="7952930" y="0"/>
                  </a:lnTo>
                  <a:lnTo>
                    <a:pt x="7952930" y="12699"/>
                  </a:lnTo>
                  <a:close/>
                </a:path>
                <a:path w="13754100" h="584200">
                  <a:moveTo>
                    <a:pt x="7927543" y="12699"/>
                  </a:moveTo>
                  <a:lnTo>
                    <a:pt x="7908493" y="12699"/>
                  </a:lnTo>
                  <a:lnTo>
                    <a:pt x="7908493" y="0"/>
                  </a:lnTo>
                  <a:lnTo>
                    <a:pt x="7927543" y="0"/>
                  </a:lnTo>
                  <a:lnTo>
                    <a:pt x="7927543" y="12699"/>
                  </a:lnTo>
                  <a:close/>
                </a:path>
                <a:path w="13754100" h="584200">
                  <a:moveTo>
                    <a:pt x="7902143" y="12699"/>
                  </a:moveTo>
                  <a:lnTo>
                    <a:pt x="7883105" y="12699"/>
                  </a:lnTo>
                  <a:lnTo>
                    <a:pt x="7883105" y="0"/>
                  </a:lnTo>
                  <a:lnTo>
                    <a:pt x="7902143" y="0"/>
                  </a:lnTo>
                  <a:lnTo>
                    <a:pt x="7902143" y="12699"/>
                  </a:lnTo>
                  <a:close/>
                </a:path>
                <a:path w="13754100" h="584200">
                  <a:moveTo>
                    <a:pt x="7876755" y="12699"/>
                  </a:moveTo>
                  <a:lnTo>
                    <a:pt x="7857705" y="12699"/>
                  </a:lnTo>
                  <a:lnTo>
                    <a:pt x="7857705" y="0"/>
                  </a:lnTo>
                  <a:lnTo>
                    <a:pt x="7876755" y="0"/>
                  </a:lnTo>
                  <a:lnTo>
                    <a:pt x="7876755" y="12699"/>
                  </a:lnTo>
                  <a:close/>
                </a:path>
                <a:path w="13754100" h="584200">
                  <a:moveTo>
                    <a:pt x="7851355" y="12699"/>
                  </a:moveTo>
                  <a:lnTo>
                    <a:pt x="7832318" y="12699"/>
                  </a:lnTo>
                  <a:lnTo>
                    <a:pt x="7832318" y="0"/>
                  </a:lnTo>
                  <a:lnTo>
                    <a:pt x="7851355" y="0"/>
                  </a:lnTo>
                  <a:lnTo>
                    <a:pt x="7851355" y="12699"/>
                  </a:lnTo>
                  <a:close/>
                </a:path>
                <a:path w="13754100" h="584200">
                  <a:moveTo>
                    <a:pt x="7825968" y="12699"/>
                  </a:moveTo>
                  <a:lnTo>
                    <a:pt x="7806918" y="12699"/>
                  </a:lnTo>
                  <a:lnTo>
                    <a:pt x="7806918" y="0"/>
                  </a:lnTo>
                  <a:lnTo>
                    <a:pt x="7825968" y="0"/>
                  </a:lnTo>
                  <a:lnTo>
                    <a:pt x="7825968" y="12699"/>
                  </a:lnTo>
                  <a:close/>
                </a:path>
                <a:path w="13754100" h="584200">
                  <a:moveTo>
                    <a:pt x="7800568" y="12699"/>
                  </a:moveTo>
                  <a:lnTo>
                    <a:pt x="7781531" y="12699"/>
                  </a:lnTo>
                  <a:lnTo>
                    <a:pt x="7781531" y="0"/>
                  </a:lnTo>
                  <a:lnTo>
                    <a:pt x="7800568" y="0"/>
                  </a:lnTo>
                  <a:lnTo>
                    <a:pt x="7800568" y="12699"/>
                  </a:lnTo>
                  <a:close/>
                </a:path>
                <a:path w="13754100" h="584200">
                  <a:moveTo>
                    <a:pt x="7775181" y="12699"/>
                  </a:moveTo>
                  <a:lnTo>
                    <a:pt x="7756131" y="12699"/>
                  </a:lnTo>
                  <a:lnTo>
                    <a:pt x="7756131" y="0"/>
                  </a:lnTo>
                  <a:lnTo>
                    <a:pt x="7775181" y="0"/>
                  </a:lnTo>
                  <a:lnTo>
                    <a:pt x="7775181" y="12699"/>
                  </a:lnTo>
                  <a:close/>
                </a:path>
                <a:path w="13754100" h="584200">
                  <a:moveTo>
                    <a:pt x="7749781" y="12699"/>
                  </a:moveTo>
                  <a:lnTo>
                    <a:pt x="7730744" y="12699"/>
                  </a:lnTo>
                  <a:lnTo>
                    <a:pt x="7730744" y="0"/>
                  </a:lnTo>
                  <a:lnTo>
                    <a:pt x="7749781" y="0"/>
                  </a:lnTo>
                  <a:lnTo>
                    <a:pt x="7749781" y="12699"/>
                  </a:lnTo>
                  <a:close/>
                </a:path>
                <a:path w="13754100" h="584200">
                  <a:moveTo>
                    <a:pt x="7724394" y="12699"/>
                  </a:moveTo>
                  <a:lnTo>
                    <a:pt x="7705344" y="12699"/>
                  </a:lnTo>
                  <a:lnTo>
                    <a:pt x="7705344" y="0"/>
                  </a:lnTo>
                  <a:lnTo>
                    <a:pt x="7724394" y="0"/>
                  </a:lnTo>
                  <a:lnTo>
                    <a:pt x="7724394" y="12699"/>
                  </a:lnTo>
                  <a:close/>
                </a:path>
                <a:path w="13754100" h="584200">
                  <a:moveTo>
                    <a:pt x="7698994" y="12699"/>
                  </a:moveTo>
                  <a:lnTo>
                    <a:pt x="7679956" y="12699"/>
                  </a:lnTo>
                  <a:lnTo>
                    <a:pt x="7679956" y="0"/>
                  </a:lnTo>
                  <a:lnTo>
                    <a:pt x="7698994" y="0"/>
                  </a:lnTo>
                  <a:lnTo>
                    <a:pt x="7698994" y="12699"/>
                  </a:lnTo>
                  <a:close/>
                </a:path>
                <a:path w="13754100" h="584200">
                  <a:moveTo>
                    <a:pt x="7673606" y="12699"/>
                  </a:moveTo>
                  <a:lnTo>
                    <a:pt x="7654556" y="12699"/>
                  </a:lnTo>
                  <a:lnTo>
                    <a:pt x="7654556" y="0"/>
                  </a:lnTo>
                  <a:lnTo>
                    <a:pt x="7673606" y="0"/>
                  </a:lnTo>
                  <a:lnTo>
                    <a:pt x="7673606" y="12699"/>
                  </a:lnTo>
                  <a:close/>
                </a:path>
                <a:path w="13754100" h="584200">
                  <a:moveTo>
                    <a:pt x="7648206" y="12699"/>
                  </a:moveTo>
                  <a:lnTo>
                    <a:pt x="7629156" y="12699"/>
                  </a:lnTo>
                  <a:lnTo>
                    <a:pt x="7629156" y="0"/>
                  </a:lnTo>
                  <a:lnTo>
                    <a:pt x="7648206" y="0"/>
                  </a:lnTo>
                  <a:lnTo>
                    <a:pt x="7648206" y="12699"/>
                  </a:lnTo>
                  <a:close/>
                </a:path>
                <a:path w="13754100" h="584200">
                  <a:moveTo>
                    <a:pt x="7622819" y="12699"/>
                  </a:moveTo>
                  <a:lnTo>
                    <a:pt x="7603769" y="12699"/>
                  </a:lnTo>
                  <a:lnTo>
                    <a:pt x="7603769" y="0"/>
                  </a:lnTo>
                  <a:lnTo>
                    <a:pt x="7622819" y="0"/>
                  </a:lnTo>
                  <a:lnTo>
                    <a:pt x="7622819" y="12699"/>
                  </a:lnTo>
                  <a:close/>
                </a:path>
                <a:path w="13754100" h="584200">
                  <a:moveTo>
                    <a:pt x="7597419" y="12699"/>
                  </a:moveTo>
                  <a:lnTo>
                    <a:pt x="7578369" y="12699"/>
                  </a:lnTo>
                  <a:lnTo>
                    <a:pt x="7578369" y="0"/>
                  </a:lnTo>
                  <a:lnTo>
                    <a:pt x="7597419" y="0"/>
                  </a:lnTo>
                  <a:lnTo>
                    <a:pt x="7597419" y="12699"/>
                  </a:lnTo>
                  <a:close/>
                </a:path>
                <a:path w="13754100" h="584200">
                  <a:moveTo>
                    <a:pt x="7572032" y="12699"/>
                  </a:moveTo>
                  <a:lnTo>
                    <a:pt x="7552982" y="12699"/>
                  </a:lnTo>
                  <a:lnTo>
                    <a:pt x="7552982" y="0"/>
                  </a:lnTo>
                  <a:lnTo>
                    <a:pt x="7572032" y="0"/>
                  </a:lnTo>
                  <a:lnTo>
                    <a:pt x="7572032" y="12699"/>
                  </a:lnTo>
                  <a:close/>
                </a:path>
                <a:path w="13754100" h="584200">
                  <a:moveTo>
                    <a:pt x="7546632" y="12699"/>
                  </a:moveTo>
                  <a:lnTo>
                    <a:pt x="7527582" y="12699"/>
                  </a:lnTo>
                  <a:lnTo>
                    <a:pt x="7527582" y="0"/>
                  </a:lnTo>
                  <a:lnTo>
                    <a:pt x="7546632" y="0"/>
                  </a:lnTo>
                  <a:lnTo>
                    <a:pt x="7546632" y="12699"/>
                  </a:lnTo>
                  <a:close/>
                </a:path>
                <a:path w="13754100" h="584200">
                  <a:moveTo>
                    <a:pt x="7521244" y="12699"/>
                  </a:moveTo>
                  <a:lnTo>
                    <a:pt x="7502194" y="12699"/>
                  </a:lnTo>
                  <a:lnTo>
                    <a:pt x="7502194" y="0"/>
                  </a:lnTo>
                  <a:lnTo>
                    <a:pt x="7521244" y="0"/>
                  </a:lnTo>
                  <a:lnTo>
                    <a:pt x="7521244" y="12699"/>
                  </a:lnTo>
                  <a:close/>
                </a:path>
                <a:path w="13754100" h="584200">
                  <a:moveTo>
                    <a:pt x="7495844" y="12699"/>
                  </a:moveTo>
                  <a:lnTo>
                    <a:pt x="7476794" y="12699"/>
                  </a:lnTo>
                  <a:lnTo>
                    <a:pt x="7476794" y="0"/>
                  </a:lnTo>
                  <a:lnTo>
                    <a:pt x="7495844" y="0"/>
                  </a:lnTo>
                  <a:lnTo>
                    <a:pt x="7495844" y="12699"/>
                  </a:lnTo>
                  <a:close/>
                </a:path>
                <a:path w="13754100" h="584200">
                  <a:moveTo>
                    <a:pt x="7470457" y="12699"/>
                  </a:moveTo>
                  <a:lnTo>
                    <a:pt x="7451407" y="12699"/>
                  </a:lnTo>
                  <a:lnTo>
                    <a:pt x="7451407" y="0"/>
                  </a:lnTo>
                  <a:lnTo>
                    <a:pt x="7470457" y="0"/>
                  </a:lnTo>
                  <a:lnTo>
                    <a:pt x="7470457" y="12699"/>
                  </a:lnTo>
                  <a:close/>
                </a:path>
                <a:path w="13754100" h="584200">
                  <a:moveTo>
                    <a:pt x="7445057" y="12699"/>
                  </a:moveTo>
                  <a:lnTo>
                    <a:pt x="7426007" y="12699"/>
                  </a:lnTo>
                  <a:lnTo>
                    <a:pt x="7426007" y="0"/>
                  </a:lnTo>
                  <a:lnTo>
                    <a:pt x="7445057" y="0"/>
                  </a:lnTo>
                  <a:lnTo>
                    <a:pt x="7445057" y="12699"/>
                  </a:lnTo>
                  <a:close/>
                </a:path>
                <a:path w="13754100" h="584200">
                  <a:moveTo>
                    <a:pt x="7419670" y="12699"/>
                  </a:moveTo>
                  <a:lnTo>
                    <a:pt x="7400620" y="12699"/>
                  </a:lnTo>
                  <a:lnTo>
                    <a:pt x="7400620" y="0"/>
                  </a:lnTo>
                  <a:lnTo>
                    <a:pt x="7419670" y="0"/>
                  </a:lnTo>
                  <a:lnTo>
                    <a:pt x="7419670" y="12699"/>
                  </a:lnTo>
                  <a:close/>
                </a:path>
                <a:path w="13754100" h="584200">
                  <a:moveTo>
                    <a:pt x="7394270" y="12699"/>
                  </a:moveTo>
                  <a:lnTo>
                    <a:pt x="7375220" y="12699"/>
                  </a:lnTo>
                  <a:lnTo>
                    <a:pt x="7375220" y="0"/>
                  </a:lnTo>
                  <a:lnTo>
                    <a:pt x="7394270" y="0"/>
                  </a:lnTo>
                  <a:lnTo>
                    <a:pt x="7394270" y="12699"/>
                  </a:lnTo>
                  <a:close/>
                </a:path>
                <a:path w="13754100" h="584200">
                  <a:moveTo>
                    <a:pt x="7368882" y="12699"/>
                  </a:moveTo>
                  <a:lnTo>
                    <a:pt x="7349832" y="12699"/>
                  </a:lnTo>
                  <a:lnTo>
                    <a:pt x="7349832" y="0"/>
                  </a:lnTo>
                  <a:lnTo>
                    <a:pt x="7368882" y="0"/>
                  </a:lnTo>
                  <a:lnTo>
                    <a:pt x="7368882" y="12699"/>
                  </a:lnTo>
                  <a:close/>
                </a:path>
                <a:path w="13754100" h="584200">
                  <a:moveTo>
                    <a:pt x="7343482" y="12699"/>
                  </a:moveTo>
                  <a:lnTo>
                    <a:pt x="7324432" y="12699"/>
                  </a:lnTo>
                  <a:lnTo>
                    <a:pt x="7324432" y="0"/>
                  </a:lnTo>
                  <a:lnTo>
                    <a:pt x="7343482" y="0"/>
                  </a:lnTo>
                  <a:lnTo>
                    <a:pt x="7343482" y="12699"/>
                  </a:lnTo>
                  <a:close/>
                </a:path>
                <a:path w="13754100" h="584200">
                  <a:moveTo>
                    <a:pt x="7318082" y="12699"/>
                  </a:moveTo>
                  <a:lnTo>
                    <a:pt x="7299045" y="12699"/>
                  </a:lnTo>
                  <a:lnTo>
                    <a:pt x="7299045" y="0"/>
                  </a:lnTo>
                  <a:lnTo>
                    <a:pt x="7318082" y="0"/>
                  </a:lnTo>
                  <a:lnTo>
                    <a:pt x="7318082" y="12699"/>
                  </a:lnTo>
                  <a:close/>
                </a:path>
                <a:path w="13754100" h="584200">
                  <a:moveTo>
                    <a:pt x="7292695" y="12699"/>
                  </a:moveTo>
                  <a:lnTo>
                    <a:pt x="7273645" y="12699"/>
                  </a:lnTo>
                  <a:lnTo>
                    <a:pt x="7273645" y="0"/>
                  </a:lnTo>
                  <a:lnTo>
                    <a:pt x="7292695" y="0"/>
                  </a:lnTo>
                  <a:lnTo>
                    <a:pt x="7292695" y="12699"/>
                  </a:lnTo>
                  <a:close/>
                </a:path>
                <a:path w="13754100" h="584200">
                  <a:moveTo>
                    <a:pt x="7267295" y="12699"/>
                  </a:moveTo>
                  <a:lnTo>
                    <a:pt x="7248258" y="12699"/>
                  </a:lnTo>
                  <a:lnTo>
                    <a:pt x="7248258" y="0"/>
                  </a:lnTo>
                  <a:lnTo>
                    <a:pt x="7267295" y="0"/>
                  </a:lnTo>
                  <a:lnTo>
                    <a:pt x="7267295" y="12699"/>
                  </a:lnTo>
                  <a:close/>
                </a:path>
                <a:path w="13754100" h="584200">
                  <a:moveTo>
                    <a:pt x="7241908" y="12699"/>
                  </a:moveTo>
                  <a:lnTo>
                    <a:pt x="7222858" y="12699"/>
                  </a:lnTo>
                  <a:lnTo>
                    <a:pt x="7222858" y="0"/>
                  </a:lnTo>
                  <a:lnTo>
                    <a:pt x="7241908" y="0"/>
                  </a:lnTo>
                  <a:lnTo>
                    <a:pt x="7241908" y="12699"/>
                  </a:lnTo>
                  <a:close/>
                </a:path>
                <a:path w="13754100" h="584200">
                  <a:moveTo>
                    <a:pt x="7216508" y="12699"/>
                  </a:moveTo>
                  <a:lnTo>
                    <a:pt x="7197471" y="12699"/>
                  </a:lnTo>
                  <a:lnTo>
                    <a:pt x="7197471" y="0"/>
                  </a:lnTo>
                  <a:lnTo>
                    <a:pt x="7216508" y="0"/>
                  </a:lnTo>
                  <a:lnTo>
                    <a:pt x="7216508" y="12699"/>
                  </a:lnTo>
                  <a:close/>
                </a:path>
                <a:path w="13754100" h="584200">
                  <a:moveTo>
                    <a:pt x="7191121" y="12699"/>
                  </a:moveTo>
                  <a:lnTo>
                    <a:pt x="7172071" y="12699"/>
                  </a:lnTo>
                  <a:lnTo>
                    <a:pt x="7172071" y="0"/>
                  </a:lnTo>
                  <a:lnTo>
                    <a:pt x="7191121" y="0"/>
                  </a:lnTo>
                  <a:lnTo>
                    <a:pt x="7191121" y="12699"/>
                  </a:lnTo>
                  <a:close/>
                </a:path>
                <a:path w="13754100" h="584200">
                  <a:moveTo>
                    <a:pt x="7165721" y="12699"/>
                  </a:moveTo>
                  <a:lnTo>
                    <a:pt x="7146683" y="12699"/>
                  </a:lnTo>
                  <a:lnTo>
                    <a:pt x="7146683" y="0"/>
                  </a:lnTo>
                  <a:lnTo>
                    <a:pt x="7165721" y="0"/>
                  </a:lnTo>
                  <a:lnTo>
                    <a:pt x="7165721" y="12699"/>
                  </a:lnTo>
                  <a:close/>
                </a:path>
                <a:path w="13754100" h="584200">
                  <a:moveTo>
                    <a:pt x="7140333" y="12699"/>
                  </a:moveTo>
                  <a:lnTo>
                    <a:pt x="7121283" y="12699"/>
                  </a:lnTo>
                  <a:lnTo>
                    <a:pt x="7121283" y="0"/>
                  </a:lnTo>
                  <a:lnTo>
                    <a:pt x="7140333" y="0"/>
                  </a:lnTo>
                  <a:lnTo>
                    <a:pt x="7140333" y="12699"/>
                  </a:lnTo>
                  <a:close/>
                </a:path>
                <a:path w="13754100" h="584200">
                  <a:moveTo>
                    <a:pt x="7114933" y="12699"/>
                  </a:moveTo>
                  <a:lnTo>
                    <a:pt x="7095896" y="12699"/>
                  </a:lnTo>
                  <a:lnTo>
                    <a:pt x="7095896" y="0"/>
                  </a:lnTo>
                  <a:lnTo>
                    <a:pt x="7114933" y="0"/>
                  </a:lnTo>
                  <a:lnTo>
                    <a:pt x="7114933" y="12699"/>
                  </a:lnTo>
                  <a:close/>
                </a:path>
                <a:path w="13754100" h="584200">
                  <a:moveTo>
                    <a:pt x="7089546" y="12699"/>
                  </a:moveTo>
                  <a:lnTo>
                    <a:pt x="7070496" y="12699"/>
                  </a:lnTo>
                  <a:lnTo>
                    <a:pt x="7070496" y="0"/>
                  </a:lnTo>
                  <a:lnTo>
                    <a:pt x="7089546" y="0"/>
                  </a:lnTo>
                  <a:lnTo>
                    <a:pt x="7089546" y="12699"/>
                  </a:lnTo>
                  <a:close/>
                </a:path>
                <a:path w="13754100" h="584200">
                  <a:moveTo>
                    <a:pt x="7064146" y="12699"/>
                  </a:moveTo>
                  <a:lnTo>
                    <a:pt x="7045109" y="12699"/>
                  </a:lnTo>
                  <a:lnTo>
                    <a:pt x="7045109" y="0"/>
                  </a:lnTo>
                  <a:lnTo>
                    <a:pt x="7064146" y="0"/>
                  </a:lnTo>
                  <a:lnTo>
                    <a:pt x="7064146" y="12699"/>
                  </a:lnTo>
                  <a:close/>
                </a:path>
                <a:path w="13754100" h="584200">
                  <a:moveTo>
                    <a:pt x="7038759" y="12699"/>
                  </a:moveTo>
                  <a:lnTo>
                    <a:pt x="7019709" y="12699"/>
                  </a:lnTo>
                  <a:lnTo>
                    <a:pt x="7019709" y="0"/>
                  </a:lnTo>
                  <a:lnTo>
                    <a:pt x="7038759" y="0"/>
                  </a:lnTo>
                  <a:lnTo>
                    <a:pt x="7038759" y="12699"/>
                  </a:lnTo>
                  <a:close/>
                </a:path>
                <a:path w="13754100" h="584200">
                  <a:moveTo>
                    <a:pt x="7013359" y="12699"/>
                  </a:moveTo>
                  <a:lnTo>
                    <a:pt x="6994321" y="12699"/>
                  </a:lnTo>
                  <a:lnTo>
                    <a:pt x="6994321" y="0"/>
                  </a:lnTo>
                  <a:lnTo>
                    <a:pt x="7013359" y="0"/>
                  </a:lnTo>
                  <a:lnTo>
                    <a:pt x="7013359" y="12699"/>
                  </a:lnTo>
                  <a:close/>
                </a:path>
                <a:path w="13754100" h="584200">
                  <a:moveTo>
                    <a:pt x="6987971" y="12699"/>
                  </a:moveTo>
                  <a:lnTo>
                    <a:pt x="6968921" y="12699"/>
                  </a:lnTo>
                  <a:lnTo>
                    <a:pt x="6968921" y="0"/>
                  </a:lnTo>
                  <a:lnTo>
                    <a:pt x="6987971" y="0"/>
                  </a:lnTo>
                  <a:lnTo>
                    <a:pt x="6987971" y="12699"/>
                  </a:lnTo>
                  <a:close/>
                </a:path>
                <a:path w="13754100" h="584200">
                  <a:moveTo>
                    <a:pt x="6962571" y="12699"/>
                  </a:moveTo>
                  <a:lnTo>
                    <a:pt x="6943534" y="12699"/>
                  </a:lnTo>
                  <a:lnTo>
                    <a:pt x="6943534" y="0"/>
                  </a:lnTo>
                  <a:lnTo>
                    <a:pt x="6962571" y="0"/>
                  </a:lnTo>
                  <a:lnTo>
                    <a:pt x="6962571" y="12699"/>
                  </a:lnTo>
                  <a:close/>
                </a:path>
                <a:path w="13754100" h="584200">
                  <a:moveTo>
                    <a:pt x="6937184" y="12699"/>
                  </a:moveTo>
                  <a:lnTo>
                    <a:pt x="6918134" y="12699"/>
                  </a:lnTo>
                  <a:lnTo>
                    <a:pt x="6918134" y="0"/>
                  </a:lnTo>
                  <a:lnTo>
                    <a:pt x="6937184" y="0"/>
                  </a:lnTo>
                  <a:lnTo>
                    <a:pt x="6937184" y="12699"/>
                  </a:lnTo>
                  <a:close/>
                </a:path>
                <a:path w="13754100" h="584200">
                  <a:moveTo>
                    <a:pt x="6911784" y="12699"/>
                  </a:moveTo>
                  <a:lnTo>
                    <a:pt x="6892747" y="12699"/>
                  </a:lnTo>
                  <a:lnTo>
                    <a:pt x="6892747" y="0"/>
                  </a:lnTo>
                  <a:lnTo>
                    <a:pt x="6911784" y="0"/>
                  </a:lnTo>
                  <a:lnTo>
                    <a:pt x="6911784" y="12699"/>
                  </a:lnTo>
                  <a:close/>
                </a:path>
                <a:path w="13754100" h="584200">
                  <a:moveTo>
                    <a:pt x="6886397" y="12699"/>
                  </a:moveTo>
                  <a:lnTo>
                    <a:pt x="6867347" y="12699"/>
                  </a:lnTo>
                  <a:lnTo>
                    <a:pt x="6867347" y="0"/>
                  </a:lnTo>
                  <a:lnTo>
                    <a:pt x="6886397" y="0"/>
                  </a:lnTo>
                  <a:lnTo>
                    <a:pt x="6886397" y="12699"/>
                  </a:lnTo>
                  <a:close/>
                </a:path>
                <a:path w="13754100" h="584200">
                  <a:moveTo>
                    <a:pt x="6860997" y="12699"/>
                  </a:moveTo>
                  <a:lnTo>
                    <a:pt x="6841959" y="12699"/>
                  </a:lnTo>
                  <a:lnTo>
                    <a:pt x="6841959" y="0"/>
                  </a:lnTo>
                  <a:lnTo>
                    <a:pt x="6860997" y="0"/>
                  </a:lnTo>
                  <a:lnTo>
                    <a:pt x="6860997" y="12699"/>
                  </a:lnTo>
                  <a:close/>
                </a:path>
                <a:path w="13754100" h="584200">
                  <a:moveTo>
                    <a:pt x="6835609" y="12699"/>
                  </a:moveTo>
                  <a:lnTo>
                    <a:pt x="6816559" y="12699"/>
                  </a:lnTo>
                  <a:lnTo>
                    <a:pt x="6816559" y="0"/>
                  </a:lnTo>
                  <a:lnTo>
                    <a:pt x="6835609" y="0"/>
                  </a:lnTo>
                  <a:lnTo>
                    <a:pt x="6835609" y="12699"/>
                  </a:lnTo>
                  <a:close/>
                </a:path>
                <a:path w="13754100" h="584200">
                  <a:moveTo>
                    <a:pt x="6810209" y="12699"/>
                  </a:moveTo>
                  <a:lnTo>
                    <a:pt x="6791172" y="12699"/>
                  </a:lnTo>
                  <a:lnTo>
                    <a:pt x="6791172" y="0"/>
                  </a:lnTo>
                  <a:lnTo>
                    <a:pt x="6810209" y="0"/>
                  </a:lnTo>
                  <a:lnTo>
                    <a:pt x="6810209" y="12699"/>
                  </a:lnTo>
                  <a:close/>
                </a:path>
                <a:path w="13754100" h="584200">
                  <a:moveTo>
                    <a:pt x="6784822" y="12699"/>
                  </a:moveTo>
                  <a:lnTo>
                    <a:pt x="6765772" y="12699"/>
                  </a:lnTo>
                  <a:lnTo>
                    <a:pt x="6765772" y="0"/>
                  </a:lnTo>
                  <a:lnTo>
                    <a:pt x="6784822" y="0"/>
                  </a:lnTo>
                  <a:lnTo>
                    <a:pt x="6784822" y="12699"/>
                  </a:lnTo>
                  <a:close/>
                </a:path>
                <a:path w="13754100" h="584200">
                  <a:moveTo>
                    <a:pt x="6759422" y="12699"/>
                  </a:moveTo>
                  <a:lnTo>
                    <a:pt x="6740385" y="12699"/>
                  </a:lnTo>
                  <a:lnTo>
                    <a:pt x="6740385" y="0"/>
                  </a:lnTo>
                  <a:lnTo>
                    <a:pt x="6759422" y="0"/>
                  </a:lnTo>
                  <a:lnTo>
                    <a:pt x="6759422" y="12699"/>
                  </a:lnTo>
                  <a:close/>
                </a:path>
                <a:path w="13754100" h="584200">
                  <a:moveTo>
                    <a:pt x="6734035" y="12699"/>
                  </a:moveTo>
                  <a:lnTo>
                    <a:pt x="6714985" y="12699"/>
                  </a:lnTo>
                  <a:lnTo>
                    <a:pt x="6714985" y="0"/>
                  </a:lnTo>
                  <a:lnTo>
                    <a:pt x="6734035" y="0"/>
                  </a:lnTo>
                  <a:lnTo>
                    <a:pt x="6734035" y="12699"/>
                  </a:lnTo>
                  <a:close/>
                </a:path>
                <a:path w="13754100" h="584200">
                  <a:moveTo>
                    <a:pt x="6708635" y="12699"/>
                  </a:moveTo>
                  <a:lnTo>
                    <a:pt x="6689598" y="12699"/>
                  </a:lnTo>
                  <a:lnTo>
                    <a:pt x="6689598" y="0"/>
                  </a:lnTo>
                  <a:lnTo>
                    <a:pt x="6708635" y="0"/>
                  </a:lnTo>
                  <a:lnTo>
                    <a:pt x="6708635" y="12699"/>
                  </a:lnTo>
                  <a:close/>
                </a:path>
                <a:path w="13754100" h="584200">
                  <a:moveTo>
                    <a:pt x="6683248" y="12699"/>
                  </a:moveTo>
                  <a:lnTo>
                    <a:pt x="6664198" y="12699"/>
                  </a:lnTo>
                  <a:lnTo>
                    <a:pt x="6664198" y="0"/>
                  </a:lnTo>
                  <a:lnTo>
                    <a:pt x="6683248" y="0"/>
                  </a:lnTo>
                  <a:lnTo>
                    <a:pt x="6683248" y="12699"/>
                  </a:lnTo>
                  <a:close/>
                </a:path>
                <a:path w="13754100" h="584200">
                  <a:moveTo>
                    <a:pt x="6657848" y="12699"/>
                  </a:moveTo>
                  <a:lnTo>
                    <a:pt x="6638810" y="12699"/>
                  </a:lnTo>
                  <a:lnTo>
                    <a:pt x="6638810" y="0"/>
                  </a:lnTo>
                  <a:lnTo>
                    <a:pt x="6657848" y="0"/>
                  </a:lnTo>
                  <a:lnTo>
                    <a:pt x="6657848" y="12699"/>
                  </a:lnTo>
                  <a:close/>
                </a:path>
                <a:path w="13754100" h="584200">
                  <a:moveTo>
                    <a:pt x="6632460" y="12699"/>
                  </a:moveTo>
                  <a:lnTo>
                    <a:pt x="6613410" y="12699"/>
                  </a:lnTo>
                  <a:lnTo>
                    <a:pt x="6613410" y="0"/>
                  </a:lnTo>
                  <a:lnTo>
                    <a:pt x="6632460" y="0"/>
                  </a:lnTo>
                  <a:lnTo>
                    <a:pt x="6632460" y="12699"/>
                  </a:lnTo>
                  <a:close/>
                </a:path>
                <a:path w="13754100" h="584200">
                  <a:moveTo>
                    <a:pt x="6607060" y="12699"/>
                  </a:moveTo>
                  <a:lnTo>
                    <a:pt x="6588023" y="12699"/>
                  </a:lnTo>
                  <a:lnTo>
                    <a:pt x="6588023" y="0"/>
                  </a:lnTo>
                  <a:lnTo>
                    <a:pt x="6607060" y="0"/>
                  </a:lnTo>
                  <a:lnTo>
                    <a:pt x="6607060" y="12699"/>
                  </a:lnTo>
                  <a:close/>
                </a:path>
                <a:path w="13754100" h="584200">
                  <a:moveTo>
                    <a:pt x="6581673" y="12699"/>
                  </a:moveTo>
                  <a:lnTo>
                    <a:pt x="6562623" y="12699"/>
                  </a:lnTo>
                  <a:lnTo>
                    <a:pt x="6562623" y="0"/>
                  </a:lnTo>
                  <a:lnTo>
                    <a:pt x="6581673" y="0"/>
                  </a:lnTo>
                  <a:lnTo>
                    <a:pt x="6581673" y="12699"/>
                  </a:lnTo>
                  <a:close/>
                </a:path>
                <a:path w="13754100" h="584200">
                  <a:moveTo>
                    <a:pt x="6556273" y="12699"/>
                  </a:moveTo>
                  <a:lnTo>
                    <a:pt x="6537223" y="12699"/>
                  </a:lnTo>
                  <a:lnTo>
                    <a:pt x="6537223" y="0"/>
                  </a:lnTo>
                  <a:lnTo>
                    <a:pt x="6556273" y="0"/>
                  </a:lnTo>
                  <a:lnTo>
                    <a:pt x="6556273" y="12699"/>
                  </a:lnTo>
                  <a:close/>
                </a:path>
                <a:path w="13754100" h="584200">
                  <a:moveTo>
                    <a:pt x="6530886" y="12699"/>
                  </a:moveTo>
                  <a:lnTo>
                    <a:pt x="6511836" y="12699"/>
                  </a:lnTo>
                  <a:lnTo>
                    <a:pt x="6511836" y="0"/>
                  </a:lnTo>
                  <a:lnTo>
                    <a:pt x="6530886" y="0"/>
                  </a:lnTo>
                  <a:lnTo>
                    <a:pt x="6530886" y="12699"/>
                  </a:lnTo>
                  <a:close/>
                </a:path>
                <a:path w="13754100" h="584200">
                  <a:moveTo>
                    <a:pt x="6505486" y="12699"/>
                  </a:moveTo>
                  <a:lnTo>
                    <a:pt x="6486436" y="12699"/>
                  </a:lnTo>
                  <a:lnTo>
                    <a:pt x="6486436" y="0"/>
                  </a:lnTo>
                  <a:lnTo>
                    <a:pt x="6505486" y="0"/>
                  </a:lnTo>
                  <a:lnTo>
                    <a:pt x="6505486" y="12699"/>
                  </a:lnTo>
                  <a:close/>
                </a:path>
                <a:path w="13754100" h="584200">
                  <a:moveTo>
                    <a:pt x="6480098" y="12699"/>
                  </a:moveTo>
                  <a:lnTo>
                    <a:pt x="6461048" y="12699"/>
                  </a:lnTo>
                  <a:lnTo>
                    <a:pt x="6461048" y="0"/>
                  </a:lnTo>
                  <a:lnTo>
                    <a:pt x="6480098" y="0"/>
                  </a:lnTo>
                  <a:lnTo>
                    <a:pt x="6480098" y="12699"/>
                  </a:lnTo>
                  <a:close/>
                </a:path>
                <a:path w="13754100" h="584200">
                  <a:moveTo>
                    <a:pt x="6454698" y="12699"/>
                  </a:moveTo>
                  <a:lnTo>
                    <a:pt x="6435648" y="12699"/>
                  </a:lnTo>
                  <a:lnTo>
                    <a:pt x="6435648" y="0"/>
                  </a:lnTo>
                  <a:lnTo>
                    <a:pt x="6454698" y="0"/>
                  </a:lnTo>
                  <a:lnTo>
                    <a:pt x="6454698" y="12699"/>
                  </a:lnTo>
                  <a:close/>
                </a:path>
                <a:path w="13754100" h="584200">
                  <a:moveTo>
                    <a:pt x="6429311" y="12699"/>
                  </a:moveTo>
                  <a:lnTo>
                    <a:pt x="6410261" y="12699"/>
                  </a:lnTo>
                  <a:lnTo>
                    <a:pt x="6410261" y="0"/>
                  </a:lnTo>
                  <a:lnTo>
                    <a:pt x="6429311" y="0"/>
                  </a:lnTo>
                  <a:lnTo>
                    <a:pt x="6429311" y="12699"/>
                  </a:lnTo>
                  <a:close/>
                </a:path>
                <a:path w="13754100" h="584200">
                  <a:moveTo>
                    <a:pt x="6403911" y="12699"/>
                  </a:moveTo>
                  <a:lnTo>
                    <a:pt x="6384861" y="12699"/>
                  </a:lnTo>
                  <a:lnTo>
                    <a:pt x="6384861" y="0"/>
                  </a:lnTo>
                  <a:lnTo>
                    <a:pt x="6403911" y="0"/>
                  </a:lnTo>
                  <a:lnTo>
                    <a:pt x="6403911" y="12699"/>
                  </a:lnTo>
                  <a:close/>
                </a:path>
                <a:path w="13754100" h="584200">
                  <a:moveTo>
                    <a:pt x="6378524" y="12699"/>
                  </a:moveTo>
                  <a:lnTo>
                    <a:pt x="6359474" y="12699"/>
                  </a:lnTo>
                  <a:lnTo>
                    <a:pt x="6359474" y="0"/>
                  </a:lnTo>
                  <a:lnTo>
                    <a:pt x="6378524" y="0"/>
                  </a:lnTo>
                  <a:lnTo>
                    <a:pt x="6378524" y="12699"/>
                  </a:lnTo>
                  <a:close/>
                </a:path>
                <a:path w="13754100" h="584200">
                  <a:moveTo>
                    <a:pt x="6353124" y="12699"/>
                  </a:moveTo>
                  <a:lnTo>
                    <a:pt x="6334074" y="12699"/>
                  </a:lnTo>
                  <a:lnTo>
                    <a:pt x="6334074" y="0"/>
                  </a:lnTo>
                  <a:lnTo>
                    <a:pt x="6353124" y="0"/>
                  </a:lnTo>
                  <a:lnTo>
                    <a:pt x="6353124" y="12699"/>
                  </a:lnTo>
                  <a:close/>
                </a:path>
                <a:path w="13754100" h="584200">
                  <a:moveTo>
                    <a:pt x="6327736" y="12699"/>
                  </a:moveTo>
                  <a:lnTo>
                    <a:pt x="6308686" y="12699"/>
                  </a:lnTo>
                  <a:lnTo>
                    <a:pt x="6308686" y="0"/>
                  </a:lnTo>
                  <a:lnTo>
                    <a:pt x="6327736" y="0"/>
                  </a:lnTo>
                  <a:lnTo>
                    <a:pt x="6327736" y="12699"/>
                  </a:lnTo>
                  <a:close/>
                </a:path>
                <a:path w="13754100" h="584200">
                  <a:moveTo>
                    <a:pt x="6302336" y="12699"/>
                  </a:moveTo>
                  <a:lnTo>
                    <a:pt x="6283286" y="12699"/>
                  </a:lnTo>
                  <a:lnTo>
                    <a:pt x="6283286" y="0"/>
                  </a:lnTo>
                  <a:lnTo>
                    <a:pt x="6302336" y="0"/>
                  </a:lnTo>
                  <a:lnTo>
                    <a:pt x="6302336" y="12699"/>
                  </a:lnTo>
                  <a:close/>
                </a:path>
                <a:path w="13754100" h="584200">
                  <a:moveTo>
                    <a:pt x="6276936" y="12699"/>
                  </a:moveTo>
                  <a:lnTo>
                    <a:pt x="6257899" y="12699"/>
                  </a:lnTo>
                  <a:lnTo>
                    <a:pt x="6257899" y="0"/>
                  </a:lnTo>
                  <a:lnTo>
                    <a:pt x="6276936" y="0"/>
                  </a:lnTo>
                  <a:lnTo>
                    <a:pt x="6276936" y="12699"/>
                  </a:lnTo>
                  <a:close/>
                </a:path>
                <a:path w="13754100" h="584200">
                  <a:moveTo>
                    <a:pt x="6251549" y="12699"/>
                  </a:moveTo>
                  <a:lnTo>
                    <a:pt x="6232499" y="12699"/>
                  </a:lnTo>
                  <a:lnTo>
                    <a:pt x="6232499" y="0"/>
                  </a:lnTo>
                  <a:lnTo>
                    <a:pt x="6251549" y="0"/>
                  </a:lnTo>
                  <a:lnTo>
                    <a:pt x="6251549" y="12699"/>
                  </a:lnTo>
                  <a:close/>
                </a:path>
                <a:path w="13754100" h="584200">
                  <a:moveTo>
                    <a:pt x="6226162" y="12699"/>
                  </a:moveTo>
                  <a:lnTo>
                    <a:pt x="6207112" y="12699"/>
                  </a:lnTo>
                  <a:lnTo>
                    <a:pt x="6207112" y="0"/>
                  </a:lnTo>
                  <a:lnTo>
                    <a:pt x="6226162" y="0"/>
                  </a:lnTo>
                  <a:lnTo>
                    <a:pt x="6226162" y="12699"/>
                  </a:lnTo>
                  <a:close/>
                </a:path>
                <a:path w="13754100" h="584200">
                  <a:moveTo>
                    <a:pt x="6200762" y="12699"/>
                  </a:moveTo>
                  <a:lnTo>
                    <a:pt x="6181712" y="12699"/>
                  </a:lnTo>
                  <a:lnTo>
                    <a:pt x="6181712" y="0"/>
                  </a:lnTo>
                  <a:lnTo>
                    <a:pt x="6200762" y="0"/>
                  </a:lnTo>
                  <a:lnTo>
                    <a:pt x="6200762" y="12699"/>
                  </a:lnTo>
                  <a:close/>
                </a:path>
                <a:path w="13754100" h="584200">
                  <a:moveTo>
                    <a:pt x="6175362" y="12699"/>
                  </a:moveTo>
                  <a:lnTo>
                    <a:pt x="6156325" y="12699"/>
                  </a:lnTo>
                  <a:lnTo>
                    <a:pt x="6156325" y="0"/>
                  </a:lnTo>
                  <a:lnTo>
                    <a:pt x="6175362" y="0"/>
                  </a:lnTo>
                  <a:lnTo>
                    <a:pt x="6175362" y="12699"/>
                  </a:lnTo>
                  <a:close/>
                </a:path>
                <a:path w="13754100" h="584200">
                  <a:moveTo>
                    <a:pt x="6149975" y="12699"/>
                  </a:moveTo>
                  <a:lnTo>
                    <a:pt x="6130925" y="12699"/>
                  </a:lnTo>
                  <a:lnTo>
                    <a:pt x="6130925" y="0"/>
                  </a:lnTo>
                  <a:lnTo>
                    <a:pt x="6149975" y="0"/>
                  </a:lnTo>
                  <a:lnTo>
                    <a:pt x="6149975" y="12699"/>
                  </a:lnTo>
                  <a:close/>
                </a:path>
                <a:path w="13754100" h="584200">
                  <a:moveTo>
                    <a:pt x="6124575" y="12699"/>
                  </a:moveTo>
                  <a:lnTo>
                    <a:pt x="6105537" y="12699"/>
                  </a:lnTo>
                  <a:lnTo>
                    <a:pt x="6105537" y="0"/>
                  </a:lnTo>
                  <a:lnTo>
                    <a:pt x="6124575" y="0"/>
                  </a:lnTo>
                  <a:lnTo>
                    <a:pt x="6124575" y="12699"/>
                  </a:lnTo>
                  <a:close/>
                </a:path>
                <a:path w="13754100" h="584200">
                  <a:moveTo>
                    <a:pt x="6099187" y="12699"/>
                  </a:moveTo>
                  <a:lnTo>
                    <a:pt x="6080137" y="12699"/>
                  </a:lnTo>
                  <a:lnTo>
                    <a:pt x="6080137" y="0"/>
                  </a:lnTo>
                  <a:lnTo>
                    <a:pt x="6099187" y="0"/>
                  </a:lnTo>
                  <a:lnTo>
                    <a:pt x="6099187" y="12699"/>
                  </a:lnTo>
                  <a:close/>
                </a:path>
                <a:path w="13754100" h="584200">
                  <a:moveTo>
                    <a:pt x="6073787" y="12699"/>
                  </a:moveTo>
                  <a:lnTo>
                    <a:pt x="6054750" y="12699"/>
                  </a:lnTo>
                  <a:lnTo>
                    <a:pt x="6054750" y="0"/>
                  </a:lnTo>
                  <a:lnTo>
                    <a:pt x="6073787" y="0"/>
                  </a:lnTo>
                  <a:lnTo>
                    <a:pt x="6073787" y="12699"/>
                  </a:lnTo>
                  <a:close/>
                </a:path>
                <a:path w="13754100" h="584200">
                  <a:moveTo>
                    <a:pt x="6048400" y="12699"/>
                  </a:moveTo>
                  <a:lnTo>
                    <a:pt x="6029350" y="12699"/>
                  </a:lnTo>
                  <a:lnTo>
                    <a:pt x="6029350" y="0"/>
                  </a:lnTo>
                  <a:lnTo>
                    <a:pt x="6048400" y="0"/>
                  </a:lnTo>
                  <a:lnTo>
                    <a:pt x="6048400" y="12699"/>
                  </a:lnTo>
                  <a:close/>
                </a:path>
                <a:path w="13754100" h="584200">
                  <a:moveTo>
                    <a:pt x="6023000" y="12699"/>
                  </a:moveTo>
                  <a:lnTo>
                    <a:pt x="6003963" y="12699"/>
                  </a:lnTo>
                  <a:lnTo>
                    <a:pt x="6003963" y="0"/>
                  </a:lnTo>
                  <a:lnTo>
                    <a:pt x="6023000" y="0"/>
                  </a:lnTo>
                  <a:lnTo>
                    <a:pt x="6023000" y="12699"/>
                  </a:lnTo>
                  <a:close/>
                </a:path>
                <a:path w="13754100" h="584200">
                  <a:moveTo>
                    <a:pt x="5997613" y="12699"/>
                  </a:moveTo>
                  <a:lnTo>
                    <a:pt x="5978563" y="12699"/>
                  </a:lnTo>
                  <a:lnTo>
                    <a:pt x="5978563" y="0"/>
                  </a:lnTo>
                  <a:lnTo>
                    <a:pt x="5997613" y="0"/>
                  </a:lnTo>
                  <a:lnTo>
                    <a:pt x="5997613" y="12699"/>
                  </a:lnTo>
                  <a:close/>
                </a:path>
                <a:path w="13754100" h="584200">
                  <a:moveTo>
                    <a:pt x="5972213" y="12699"/>
                  </a:moveTo>
                  <a:lnTo>
                    <a:pt x="5953175" y="12699"/>
                  </a:lnTo>
                  <a:lnTo>
                    <a:pt x="5953175" y="0"/>
                  </a:lnTo>
                  <a:lnTo>
                    <a:pt x="5972213" y="0"/>
                  </a:lnTo>
                  <a:lnTo>
                    <a:pt x="5972213" y="12699"/>
                  </a:lnTo>
                  <a:close/>
                </a:path>
                <a:path w="13754100" h="584200">
                  <a:moveTo>
                    <a:pt x="5946825" y="12699"/>
                  </a:moveTo>
                  <a:lnTo>
                    <a:pt x="5927775" y="12699"/>
                  </a:lnTo>
                  <a:lnTo>
                    <a:pt x="5927775" y="0"/>
                  </a:lnTo>
                  <a:lnTo>
                    <a:pt x="5946825" y="0"/>
                  </a:lnTo>
                  <a:lnTo>
                    <a:pt x="5946825" y="12699"/>
                  </a:lnTo>
                  <a:close/>
                </a:path>
                <a:path w="13754100" h="584200">
                  <a:moveTo>
                    <a:pt x="5921425" y="12699"/>
                  </a:moveTo>
                  <a:lnTo>
                    <a:pt x="5902388" y="12699"/>
                  </a:lnTo>
                  <a:lnTo>
                    <a:pt x="5902388" y="0"/>
                  </a:lnTo>
                  <a:lnTo>
                    <a:pt x="5921425" y="0"/>
                  </a:lnTo>
                  <a:lnTo>
                    <a:pt x="5921425" y="12699"/>
                  </a:lnTo>
                  <a:close/>
                </a:path>
                <a:path w="13754100" h="584200">
                  <a:moveTo>
                    <a:pt x="5896038" y="12699"/>
                  </a:moveTo>
                  <a:lnTo>
                    <a:pt x="5876988" y="12699"/>
                  </a:lnTo>
                  <a:lnTo>
                    <a:pt x="5876988" y="0"/>
                  </a:lnTo>
                  <a:lnTo>
                    <a:pt x="5896038" y="0"/>
                  </a:lnTo>
                  <a:lnTo>
                    <a:pt x="5896038" y="12699"/>
                  </a:lnTo>
                  <a:close/>
                </a:path>
                <a:path w="13754100" h="584200">
                  <a:moveTo>
                    <a:pt x="5870638" y="12699"/>
                  </a:moveTo>
                  <a:lnTo>
                    <a:pt x="5851601" y="12699"/>
                  </a:lnTo>
                  <a:lnTo>
                    <a:pt x="5851601" y="0"/>
                  </a:lnTo>
                  <a:lnTo>
                    <a:pt x="5870638" y="0"/>
                  </a:lnTo>
                  <a:lnTo>
                    <a:pt x="5870638" y="12699"/>
                  </a:lnTo>
                  <a:close/>
                </a:path>
                <a:path w="13754100" h="584200">
                  <a:moveTo>
                    <a:pt x="5845251" y="12699"/>
                  </a:moveTo>
                  <a:lnTo>
                    <a:pt x="5826201" y="12699"/>
                  </a:lnTo>
                  <a:lnTo>
                    <a:pt x="5826201" y="0"/>
                  </a:lnTo>
                  <a:lnTo>
                    <a:pt x="5845251" y="0"/>
                  </a:lnTo>
                  <a:lnTo>
                    <a:pt x="5845251" y="12699"/>
                  </a:lnTo>
                  <a:close/>
                </a:path>
                <a:path w="13754100" h="584200">
                  <a:moveTo>
                    <a:pt x="5819851" y="12699"/>
                  </a:moveTo>
                  <a:lnTo>
                    <a:pt x="5800813" y="12699"/>
                  </a:lnTo>
                  <a:lnTo>
                    <a:pt x="5800813" y="0"/>
                  </a:lnTo>
                  <a:lnTo>
                    <a:pt x="5819851" y="0"/>
                  </a:lnTo>
                  <a:lnTo>
                    <a:pt x="5819851" y="12699"/>
                  </a:lnTo>
                  <a:close/>
                </a:path>
                <a:path w="13754100" h="584200">
                  <a:moveTo>
                    <a:pt x="5794463" y="12699"/>
                  </a:moveTo>
                  <a:lnTo>
                    <a:pt x="5775413" y="12699"/>
                  </a:lnTo>
                  <a:lnTo>
                    <a:pt x="5775413" y="0"/>
                  </a:lnTo>
                  <a:lnTo>
                    <a:pt x="5794463" y="0"/>
                  </a:lnTo>
                  <a:lnTo>
                    <a:pt x="5794463" y="12699"/>
                  </a:lnTo>
                  <a:close/>
                </a:path>
                <a:path w="13754100" h="584200">
                  <a:moveTo>
                    <a:pt x="5769063" y="12699"/>
                  </a:moveTo>
                  <a:lnTo>
                    <a:pt x="5750026" y="12699"/>
                  </a:lnTo>
                  <a:lnTo>
                    <a:pt x="5750026" y="0"/>
                  </a:lnTo>
                  <a:lnTo>
                    <a:pt x="5769063" y="0"/>
                  </a:lnTo>
                  <a:lnTo>
                    <a:pt x="5769063" y="12699"/>
                  </a:lnTo>
                  <a:close/>
                </a:path>
                <a:path w="13754100" h="584200">
                  <a:moveTo>
                    <a:pt x="5743676" y="12699"/>
                  </a:moveTo>
                  <a:lnTo>
                    <a:pt x="5724626" y="12699"/>
                  </a:lnTo>
                  <a:lnTo>
                    <a:pt x="5724626" y="0"/>
                  </a:lnTo>
                  <a:lnTo>
                    <a:pt x="5743676" y="0"/>
                  </a:lnTo>
                  <a:lnTo>
                    <a:pt x="5743676" y="12699"/>
                  </a:lnTo>
                  <a:close/>
                </a:path>
                <a:path w="13754100" h="584200">
                  <a:moveTo>
                    <a:pt x="5718276" y="12699"/>
                  </a:moveTo>
                  <a:lnTo>
                    <a:pt x="5699239" y="12699"/>
                  </a:lnTo>
                  <a:lnTo>
                    <a:pt x="5699239" y="0"/>
                  </a:lnTo>
                  <a:lnTo>
                    <a:pt x="5718276" y="0"/>
                  </a:lnTo>
                  <a:lnTo>
                    <a:pt x="5718276" y="12699"/>
                  </a:lnTo>
                  <a:close/>
                </a:path>
                <a:path w="13754100" h="584200">
                  <a:moveTo>
                    <a:pt x="5692889" y="12699"/>
                  </a:moveTo>
                  <a:lnTo>
                    <a:pt x="5673839" y="12699"/>
                  </a:lnTo>
                  <a:lnTo>
                    <a:pt x="5673839" y="0"/>
                  </a:lnTo>
                  <a:lnTo>
                    <a:pt x="5692889" y="0"/>
                  </a:lnTo>
                  <a:lnTo>
                    <a:pt x="5692889" y="12699"/>
                  </a:lnTo>
                  <a:close/>
                </a:path>
                <a:path w="13754100" h="584200">
                  <a:moveTo>
                    <a:pt x="5667489" y="12699"/>
                  </a:moveTo>
                  <a:lnTo>
                    <a:pt x="5648452" y="12699"/>
                  </a:lnTo>
                  <a:lnTo>
                    <a:pt x="5648452" y="0"/>
                  </a:lnTo>
                  <a:lnTo>
                    <a:pt x="5667489" y="0"/>
                  </a:lnTo>
                  <a:lnTo>
                    <a:pt x="5667489" y="12699"/>
                  </a:lnTo>
                  <a:close/>
                </a:path>
                <a:path w="13754100" h="584200">
                  <a:moveTo>
                    <a:pt x="5642102" y="12699"/>
                  </a:moveTo>
                  <a:lnTo>
                    <a:pt x="5623052" y="12699"/>
                  </a:lnTo>
                  <a:lnTo>
                    <a:pt x="5623052" y="0"/>
                  </a:lnTo>
                  <a:lnTo>
                    <a:pt x="5642102" y="0"/>
                  </a:lnTo>
                  <a:lnTo>
                    <a:pt x="5642102" y="12699"/>
                  </a:lnTo>
                  <a:close/>
                </a:path>
                <a:path w="13754100" h="584200">
                  <a:moveTo>
                    <a:pt x="5616702" y="12699"/>
                  </a:moveTo>
                  <a:lnTo>
                    <a:pt x="5597664" y="12699"/>
                  </a:lnTo>
                  <a:lnTo>
                    <a:pt x="5597664" y="0"/>
                  </a:lnTo>
                  <a:lnTo>
                    <a:pt x="5616702" y="0"/>
                  </a:lnTo>
                  <a:lnTo>
                    <a:pt x="5616702" y="12699"/>
                  </a:lnTo>
                  <a:close/>
                </a:path>
                <a:path w="13754100" h="584200">
                  <a:moveTo>
                    <a:pt x="5591314" y="12699"/>
                  </a:moveTo>
                  <a:lnTo>
                    <a:pt x="5572264" y="12699"/>
                  </a:lnTo>
                  <a:lnTo>
                    <a:pt x="5572264" y="0"/>
                  </a:lnTo>
                  <a:lnTo>
                    <a:pt x="5591314" y="0"/>
                  </a:lnTo>
                  <a:lnTo>
                    <a:pt x="5591314" y="12699"/>
                  </a:lnTo>
                  <a:close/>
                </a:path>
                <a:path w="13754100" h="584200">
                  <a:moveTo>
                    <a:pt x="5565914" y="12699"/>
                  </a:moveTo>
                  <a:lnTo>
                    <a:pt x="5546877" y="12699"/>
                  </a:lnTo>
                  <a:lnTo>
                    <a:pt x="5546877" y="0"/>
                  </a:lnTo>
                  <a:lnTo>
                    <a:pt x="5565914" y="0"/>
                  </a:lnTo>
                  <a:lnTo>
                    <a:pt x="5565914" y="12699"/>
                  </a:lnTo>
                  <a:close/>
                </a:path>
                <a:path w="13754100" h="584200">
                  <a:moveTo>
                    <a:pt x="5540527" y="12699"/>
                  </a:moveTo>
                  <a:lnTo>
                    <a:pt x="5521477" y="12699"/>
                  </a:lnTo>
                  <a:lnTo>
                    <a:pt x="5521477" y="0"/>
                  </a:lnTo>
                  <a:lnTo>
                    <a:pt x="5540527" y="0"/>
                  </a:lnTo>
                  <a:lnTo>
                    <a:pt x="5540527" y="12699"/>
                  </a:lnTo>
                  <a:close/>
                </a:path>
                <a:path w="13754100" h="584200">
                  <a:moveTo>
                    <a:pt x="5515127" y="12699"/>
                  </a:moveTo>
                  <a:lnTo>
                    <a:pt x="5496090" y="12699"/>
                  </a:lnTo>
                  <a:lnTo>
                    <a:pt x="5496090" y="0"/>
                  </a:lnTo>
                  <a:lnTo>
                    <a:pt x="5515127" y="0"/>
                  </a:lnTo>
                  <a:lnTo>
                    <a:pt x="5515127" y="12699"/>
                  </a:lnTo>
                  <a:close/>
                </a:path>
                <a:path w="13754100" h="584200">
                  <a:moveTo>
                    <a:pt x="5489740" y="12699"/>
                  </a:moveTo>
                  <a:lnTo>
                    <a:pt x="5470690" y="12699"/>
                  </a:lnTo>
                  <a:lnTo>
                    <a:pt x="5470690" y="0"/>
                  </a:lnTo>
                  <a:lnTo>
                    <a:pt x="5489740" y="0"/>
                  </a:lnTo>
                  <a:lnTo>
                    <a:pt x="5489740" y="12699"/>
                  </a:lnTo>
                  <a:close/>
                </a:path>
                <a:path w="13754100" h="584200">
                  <a:moveTo>
                    <a:pt x="5464340" y="12699"/>
                  </a:moveTo>
                  <a:lnTo>
                    <a:pt x="5445290" y="12699"/>
                  </a:lnTo>
                  <a:lnTo>
                    <a:pt x="5445290" y="0"/>
                  </a:lnTo>
                  <a:lnTo>
                    <a:pt x="5464340" y="0"/>
                  </a:lnTo>
                  <a:lnTo>
                    <a:pt x="5464340" y="12699"/>
                  </a:lnTo>
                  <a:close/>
                </a:path>
                <a:path w="13754100" h="584200">
                  <a:moveTo>
                    <a:pt x="5438952" y="12699"/>
                  </a:moveTo>
                  <a:lnTo>
                    <a:pt x="5419902" y="12699"/>
                  </a:lnTo>
                  <a:lnTo>
                    <a:pt x="5419902" y="0"/>
                  </a:lnTo>
                  <a:lnTo>
                    <a:pt x="5438952" y="0"/>
                  </a:lnTo>
                  <a:lnTo>
                    <a:pt x="5438952" y="12699"/>
                  </a:lnTo>
                  <a:close/>
                </a:path>
                <a:path w="13754100" h="584200">
                  <a:moveTo>
                    <a:pt x="5413552" y="12699"/>
                  </a:moveTo>
                  <a:lnTo>
                    <a:pt x="5394502" y="12699"/>
                  </a:lnTo>
                  <a:lnTo>
                    <a:pt x="5394502" y="0"/>
                  </a:lnTo>
                  <a:lnTo>
                    <a:pt x="5413552" y="0"/>
                  </a:lnTo>
                  <a:lnTo>
                    <a:pt x="5413552" y="12699"/>
                  </a:lnTo>
                  <a:close/>
                </a:path>
                <a:path w="13754100" h="584200">
                  <a:moveTo>
                    <a:pt x="5388165" y="12699"/>
                  </a:moveTo>
                  <a:lnTo>
                    <a:pt x="5369115" y="12699"/>
                  </a:lnTo>
                  <a:lnTo>
                    <a:pt x="5369115" y="0"/>
                  </a:lnTo>
                  <a:lnTo>
                    <a:pt x="5388165" y="0"/>
                  </a:lnTo>
                  <a:lnTo>
                    <a:pt x="5388165" y="12699"/>
                  </a:lnTo>
                  <a:close/>
                </a:path>
                <a:path w="13754100" h="584200">
                  <a:moveTo>
                    <a:pt x="5362765" y="12699"/>
                  </a:moveTo>
                  <a:lnTo>
                    <a:pt x="5343715" y="12699"/>
                  </a:lnTo>
                  <a:lnTo>
                    <a:pt x="5343715" y="0"/>
                  </a:lnTo>
                  <a:lnTo>
                    <a:pt x="5362765" y="0"/>
                  </a:lnTo>
                  <a:lnTo>
                    <a:pt x="5362765" y="12699"/>
                  </a:lnTo>
                  <a:close/>
                </a:path>
                <a:path w="13754100" h="584200">
                  <a:moveTo>
                    <a:pt x="5337378" y="12699"/>
                  </a:moveTo>
                  <a:lnTo>
                    <a:pt x="5318328" y="12699"/>
                  </a:lnTo>
                  <a:lnTo>
                    <a:pt x="5318328" y="0"/>
                  </a:lnTo>
                  <a:lnTo>
                    <a:pt x="5337378" y="0"/>
                  </a:lnTo>
                  <a:lnTo>
                    <a:pt x="5337378" y="12699"/>
                  </a:lnTo>
                  <a:close/>
                </a:path>
                <a:path w="13754100" h="584200">
                  <a:moveTo>
                    <a:pt x="5311978" y="12699"/>
                  </a:moveTo>
                  <a:lnTo>
                    <a:pt x="5292928" y="12699"/>
                  </a:lnTo>
                  <a:lnTo>
                    <a:pt x="5292928" y="0"/>
                  </a:lnTo>
                  <a:lnTo>
                    <a:pt x="5311978" y="0"/>
                  </a:lnTo>
                  <a:lnTo>
                    <a:pt x="5311978" y="12699"/>
                  </a:lnTo>
                  <a:close/>
                </a:path>
                <a:path w="13754100" h="584200">
                  <a:moveTo>
                    <a:pt x="5286590" y="12699"/>
                  </a:moveTo>
                  <a:lnTo>
                    <a:pt x="5267540" y="12699"/>
                  </a:lnTo>
                  <a:lnTo>
                    <a:pt x="5267540" y="0"/>
                  </a:lnTo>
                  <a:lnTo>
                    <a:pt x="5286590" y="0"/>
                  </a:lnTo>
                  <a:lnTo>
                    <a:pt x="5286590" y="12699"/>
                  </a:lnTo>
                  <a:close/>
                </a:path>
                <a:path w="13754100" h="584200">
                  <a:moveTo>
                    <a:pt x="5261190" y="12699"/>
                  </a:moveTo>
                  <a:lnTo>
                    <a:pt x="5242140" y="12699"/>
                  </a:lnTo>
                  <a:lnTo>
                    <a:pt x="5242140" y="0"/>
                  </a:lnTo>
                  <a:lnTo>
                    <a:pt x="5261190" y="0"/>
                  </a:lnTo>
                  <a:lnTo>
                    <a:pt x="5261190" y="12699"/>
                  </a:lnTo>
                  <a:close/>
                </a:path>
                <a:path w="13754100" h="584200">
                  <a:moveTo>
                    <a:pt x="5235803" y="12699"/>
                  </a:moveTo>
                  <a:lnTo>
                    <a:pt x="5216753" y="12699"/>
                  </a:lnTo>
                  <a:lnTo>
                    <a:pt x="5216753" y="0"/>
                  </a:lnTo>
                  <a:lnTo>
                    <a:pt x="5235803" y="0"/>
                  </a:lnTo>
                  <a:lnTo>
                    <a:pt x="5235803" y="12699"/>
                  </a:lnTo>
                  <a:close/>
                </a:path>
                <a:path w="13754100" h="584200">
                  <a:moveTo>
                    <a:pt x="5210403" y="12699"/>
                  </a:moveTo>
                  <a:lnTo>
                    <a:pt x="5191353" y="12699"/>
                  </a:lnTo>
                  <a:lnTo>
                    <a:pt x="5191353" y="0"/>
                  </a:lnTo>
                  <a:lnTo>
                    <a:pt x="5210403" y="0"/>
                  </a:lnTo>
                  <a:lnTo>
                    <a:pt x="5210403" y="12699"/>
                  </a:lnTo>
                  <a:close/>
                </a:path>
                <a:path w="13754100" h="584200">
                  <a:moveTo>
                    <a:pt x="5185016" y="12699"/>
                  </a:moveTo>
                  <a:lnTo>
                    <a:pt x="5165966" y="12699"/>
                  </a:lnTo>
                  <a:lnTo>
                    <a:pt x="5165966" y="0"/>
                  </a:lnTo>
                  <a:lnTo>
                    <a:pt x="5185016" y="0"/>
                  </a:lnTo>
                  <a:lnTo>
                    <a:pt x="5185016" y="12699"/>
                  </a:lnTo>
                  <a:close/>
                </a:path>
                <a:path w="13754100" h="584200">
                  <a:moveTo>
                    <a:pt x="5159616" y="12699"/>
                  </a:moveTo>
                  <a:lnTo>
                    <a:pt x="5140566" y="12699"/>
                  </a:lnTo>
                  <a:lnTo>
                    <a:pt x="5140566" y="0"/>
                  </a:lnTo>
                  <a:lnTo>
                    <a:pt x="5159616" y="0"/>
                  </a:lnTo>
                  <a:lnTo>
                    <a:pt x="5159616" y="12699"/>
                  </a:lnTo>
                  <a:close/>
                </a:path>
                <a:path w="13754100" h="584200">
                  <a:moveTo>
                    <a:pt x="5134216" y="12699"/>
                  </a:moveTo>
                  <a:lnTo>
                    <a:pt x="5115179" y="12699"/>
                  </a:lnTo>
                  <a:lnTo>
                    <a:pt x="5115179" y="0"/>
                  </a:lnTo>
                  <a:lnTo>
                    <a:pt x="5134216" y="0"/>
                  </a:lnTo>
                  <a:lnTo>
                    <a:pt x="5134216" y="12699"/>
                  </a:lnTo>
                  <a:close/>
                </a:path>
                <a:path w="13754100" h="584200">
                  <a:moveTo>
                    <a:pt x="5108829" y="12699"/>
                  </a:moveTo>
                  <a:lnTo>
                    <a:pt x="5089779" y="12699"/>
                  </a:lnTo>
                  <a:lnTo>
                    <a:pt x="5089779" y="0"/>
                  </a:lnTo>
                  <a:lnTo>
                    <a:pt x="5108829" y="0"/>
                  </a:lnTo>
                  <a:lnTo>
                    <a:pt x="5108829" y="12699"/>
                  </a:lnTo>
                  <a:close/>
                </a:path>
                <a:path w="13754100" h="584200">
                  <a:moveTo>
                    <a:pt x="5083429" y="12699"/>
                  </a:moveTo>
                  <a:lnTo>
                    <a:pt x="5064391" y="12699"/>
                  </a:lnTo>
                  <a:lnTo>
                    <a:pt x="5064391" y="0"/>
                  </a:lnTo>
                  <a:lnTo>
                    <a:pt x="5083429" y="0"/>
                  </a:lnTo>
                  <a:lnTo>
                    <a:pt x="5083429" y="12699"/>
                  </a:lnTo>
                  <a:close/>
                </a:path>
                <a:path w="13754100" h="584200">
                  <a:moveTo>
                    <a:pt x="5058041" y="12699"/>
                  </a:moveTo>
                  <a:lnTo>
                    <a:pt x="5038991" y="12699"/>
                  </a:lnTo>
                  <a:lnTo>
                    <a:pt x="5038991" y="0"/>
                  </a:lnTo>
                  <a:lnTo>
                    <a:pt x="5058041" y="0"/>
                  </a:lnTo>
                  <a:lnTo>
                    <a:pt x="5058041" y="12699"/>
                  </a:lnTo>
                  <a:close/>
                </a:path>
                <a:path w="13754100" h="584200">
                  <a:moveTo>
                    <a:pt x="5032641" y="12699"/>
                  </a:moveTo>
                  <a:lnTo>
                    <a:pt x="5013604" y="12699"/>
                  </a:lnTo>
                  <a:lnTo>
                    <a:pt x="5013604" y="0"/>
                  </a:lnTo>
                  <a:lnTo>
                    <a:pt x="5032641" y="0"/>
                  </a:lnTo>
                  <a:lnTo>
                    <a:pt x="5032641" y="12699"/>
                  </a:lnTo>
                  <a:close/>
                </a:path>
                <a:path w="13754100" h="584200">
                  <a:moveTo>
                    <a:pt x="5007254" y="12699"/>
                  </a:moveTo>
                  <a:lnTo>
                    <a:pt x="4988204" y="12699"/>
                  </a:lnTo>
                  <a:lnTo>
                    <a:pt x="4988204" y="0"/>
                  </a:lnTo>
                  <a:lnTo>
                    <a:pt x="5007254" y="0"/>
                  </a:lnTo>
                  <a:lnTo>
                    <a:pt x="5007254" y="12699"/>
                  </a:lnTo>
                  <a:close/>
                </a:path>
                <a:path w="13754100" h="584200">
                  <a:moveTo>
                    <a:pt x="4981854" y="12699"/>
                  </a:moveTo>
                  <a:lnTo>
                    <a:pt x="4962817" y="12699"/>
                  </a:lnTo>
                  <a:lnTo>
                    <a:pt x="4962817" y="0"/>
                  </a:lnTo>
                  <a:lnTo>
                    <a:pt x="4981854" y="0"/>
                  </a:lnTo>
                  <a:lnTo>
                    <a:pt x="4981854" y="12699"/>
                  </a:lnTo>
                  <a:close/>
                </a:path>
                <a:path w="13754100" h="584200">
                  <a:moveTo>
                    <a:pt x="4956467" y="12699"/>
                  </a:moveTo>
                  <a:lnTo>
                    <a:pt x="4937417" y="12699"/>
                  </a:lnTo>
                  <a:lnTo>
                    <a:pt x="4937417" y="0"/>
                  </a:lnTo>
                  <a:lnTo>
                    <a:pt x="4956467" y="0"/>
                  </a:lnTo>
                  <a:lnTo>
                    <a:pt x="4956467" y="12699"/>
                  </a:lnTo>
                  <a:close/>
                </a:path>
                <a:path w="13754100" h="584200">
                  <a:moveTo>
                    <a:pt x="4931067" y="12699"/>
                  </a:moveTo>
                  <a:lnTo>
                    <a:pt x="4912029" y="12699"/>
                  </a:lnTo>
                  <a:lnTo>
                    <a:pt x="4912029" y="0"/>
                  </a:lnTo>
                  <a:lnTo>
                    <a:pt x="4931067" y="0"/>
                  </a:lnTo>
                  <a:lnTo>
                    <a:pt x="4931067" y="12699"/>
                  </a:lnTo>
                  <a:close/>
                </a:path>
                <a:path w="13754100" h="584200">
                  <a:moveTo>
                    <a:pt x="4905679" y="12699"/>
                  </a:moveTo>
                  <a:lnTo>
                    <a:pt x="4886629" y="12699"/>
                  </a:lnTo>
                  <a:lnTo>
                    <a:pt x="4886629" y="0"/>
                  </a:lnTo>
                  <a:lnTo>
                    <a:pt x="4905679" y="0"/>
                  </a:lnTo>
                  <a:lnTo>
                    <a:pt x="4905679" y="12699"/>
                  </a:lnTo>
                  <a:close/>
                </a:path>
                <a:path w="13754100" h="584200">
                  <a:moveTo>
                    <a:pt x="4880279" y="12699"/>
                  </a:moveTo>
                  <a:lnTo>
                    <a:pt x="4861242" y="12699"/>
                  </a:lnTo>
                  <a:lnTo>
                    <a:pt x="4861242" y="0"/>
                  </a:lnTo>
                  <a:lnTo>
                    <a:pt x="4880279" y="0"/>
                  </a:lnTo>
                  <a:lnTo>
                    <a:pt x="4880279" y="12699"/>
                  </a:lnTo>
                  <a:close/>
                </a:path>
                <a:path w="13754100" h="584200">
                  <a:moveTo>
                    <a:pt x="4854892" y="12699"/>
                  </a:moveTo>
                  <a:lnTo>
                    <a:pt x="4835842" y="12699"/>
                  </a:lnTo>
                  <a:lnTo>
                    <a:pt x="4835842" y="0"/>
                  </a:lnTo>
                  <a:lnTo>
                    <a:pt x="4854892" y="0"/>
                  </a:lnTo>
                  <a:lnTo>
                    <a:pt x="4854892" y="12699"/>
                  </a:lnTo>
                  <a:close/>
                </a:path>
                <a:path w="13754100" h="584200">
                  <a:moveTo>
                    <a:pt x="4829492" y="12699"/>
                  </a:moveTo>
                  <a:lnTo>
                    <a:pt x="4810455" y="12699"/>
                  </a:lnTo>
                  <a:lnTo>
                    <a:pt x="4810455" y="0"/>
                  </a:lnTo>
                  <a:lnTo>
                    <a:pt x="4829492" y="0"/>
                  </a:lnTo>
                  <a:lnTo>
                    <a:pt x="4829492" y="12699"/>
                  </a:lnTo>
                  <a:close/>
                </a:path>
                <a:path w="13754100" h="584200">
                  <a:moveTo>
                    <a:pt x="4804105" y="12699"/>
                  </a:moveTo>
                  <a:lnTo>
                    <a:pt x="4785055" y="12699"/>
                  </a:lnTo>
                  <a:lnTo>
                    <a:pt x="4785055" y="0"/>
                  </a:lnTo>
                  <a:lnTo>
                    <a:pt x="4804105" y="0"/>
                  </a:lnTo>
                  <a:lnTo>
                    <a:pt x="4804105" y="12699"/>
                  </a:lnTo>
                  <a:close/>
                </a:path>
                <a:path w="13754100" h="584200">
                  <a:moveTo>
                    <a:pt x="4778705" y="12699"/>
                  </a:moveTo>
                  <a:lnTo>
                    <a:pt x="4759667" y="12699"/>
                  </a:lnTo>
                  <a:lnTo>
                    <a:pt x="4759667" y="0"/>
                  </a:lnTo>
                  <a:lnTo>
                    <a:pt x="4778705" y="0"/>
                  </a:lnTo>
                  <a:lnTo>
                    <a:pt x="4778705" y="12699"/>
                  </a:lnTo>
                  <a:close/>
                </a:path>
                <a:path w="13754100" h="584200">
                  <a:moveTo>
                    <a:pt x="4753317" y="12699"/>
                  </a:moveTo>
                  <a:lnTo>
                    <a:pt x="4734267" y="12699"/>
                  </a:lnTo>
                  <a:lnTo>
                    <a:pt x="4734267" y="0"/>
                  </a:lnTo>
                  <a:lnTo>
                    <a:pt x="4753317" y="0"/>
                  </a:lnTo>
                  <a:lnTo>
                    <a:pt x="4753317" y="12699"/>
                  </a:lnTo>
                  <a:close/>
                </a:path>
                <a:path w="13754100" h="584200">
                  <a:moveTo>
                    <a:pt x="4727917" y="12699"/>
                  </a:moveTo>
                  <a:lnTo>
                    <a:pt x="4708880" y="12699"/>
                  </a:lnTo>
                  <a:lnTo>
                    <a:pt x="4708880" y="0"/>
                  </a:lnTo>
                  <a:lnTo>
                    <a:pt x="4727917" y="0"/>
                  </a:lnTo>
                  <a:lnTo>
                    <a:pt x="4727917" y="12699"/>
                  </a:lnTo>
                  <a:close/>
                </a:path>
                <a:path w="13754100" h="584200">
                  <a:moveTo>
                    <a:pt x="4702530" y="12699"/>
                  </a:moveTo>
                  <a:lnTo>
                    <a:pt x="4683480" y="12699"/>
                  </a:lnTo>
                  <a:lnTo>
                    <a:pt x="4683480" y="0"/>
                  </a:lnTo>
                  <a:lnTo>
                    <a:pt x="4702530" y="0"/>
                  </a:lnTo>
                  <a:lnTo>
                    <a:pt x="4702530" y="12699"/>
                  </a:lnTo>
                  <a:close/>
                </a:path>
                <a:path w="13754100" h="584200">
                  <a:moveTo>
                    <a:pt x="4677130" y="12699"/>
                  </a:moveTo>
                  <a:lnTo>
                    <a:pt x="4658093" y="12699"/>
                  </a:lnTo>
                  <a:lnTo>
                    <a:pt x="4658093" y="0"/>
                  </a:lnTo>
                  <a:lnTo>
                    <a:pt x="4677130" y="0"/>
                  </a:lnTo>
                  <a:lnTo>
                    <a:pt x="4677130" y="12699"/>
                  </a:lnTo>
                  <a:close/>
                </a:path>
                <a:path w="13754100" h="584200">
                  <a:moveTo>
                    <a:pt x="4651743" y="12699"/>
                  </a:moveTo>
                  <a:lnTo>
                    <a:pt x="4632693" y="12699"/>
                  </a:lnTo>
                  <a:lnTo>
                    <a:pt x="4632693" y="0"/>
                  </a:lnTo>
                  <a:lnTo>
                    <a:pt x="4651743" y="0"/>
                  </a:lnTo>
                  <a:lnTo>
                    <a:pt x="4651743" y="12699"/>
                  </a:lnTo>
                  <a:close/>
                </a:path>
                <a:path w="13754100" h="584200">
                  <a:moveTo>
                    <a:pt x="4626343" y="12699"/>
                  </a:moveTo>
                  <a:lnTo>
                    <a:pt x="4607306" y="12699"/>
                  </a:lnTo>
                  <a:lnTo>
                    <a:pt x="4607306" y="0"/>
                  </a:lnTo>
                  <a:lnTo>
                    <a:pt x="4626343" y="0"/>
                  </a:lnTo>
                  <a:lnTo>
                    <a:pt x="4626343" y="12699"/>
                  </a:lnTo>
                  <a:close/>
                </a:path>
                <a:path w="13754100" h="584200">
                  <a:moveTo>
                    <a:pt x="4600956" y="12699"/>
                  </a:moveTo>
                  <a:lnTo>
                    <a:pt x="4581906" y="12699"/>
                  </a:lnTo>
                  <a:lnTo>
                    <a:pt x="4581906" y="0"/>
                  </a:lnTo>
                  <a:lnTo>
                    <a:pt x="4600956" y="0"/>
                  </a:lnTo>
                  <a:lnTo>
                    <a:pt x="4600956" y="12699"/>
                  </a:lnTo>
                  <a:close/>
                </a:path>
                <a:path w="13754100" h="584200">
                  <a:moveTo>
                    <a:pt x="4575556" y="12699"/>
                  </a:moveTo>
                  <a:lnTo>
                    <a:pt x="4556518" y="12699"/>
                  </a:lnTo>
                  <a:lnTo>
                    <a:pt x="4556518" y="0"/>
                  </a:lnTo>
                  <a:lnTo>
                    <a:pt x="4575556" y="0"/>
                  </a:lnTo>
                  <a:lnTo>
                    <a:pt x="4575556" y="12699"/>
                  </a:lnTo>
                  <a:close/>
                </a:path>
                <a:path w="13754100" h="584200">
                  <a:moveTo>
                    <a:pt x="4550168" y="12699"/>
                  </a:moveTo>
                  <a:lnTo>
                    <a:pt x="4531118" y="12699"/>
                  </a:lnTo>
                  <a:lnTo>
                    <a:pt x="4531118" y="0"/>
                  </a:lnTo>
                  <a:lnTo>
                    <a:pt x="4550168" y="0"/>
                  </a:lnTo>
                  <a:lnTo>
                    <a:pt x="4550168" y="12699"/>
                  </a:lnTo>
                  <a:close/>
                </a:path>
                <a:path w="13754100" h="584200">
                  <a:moveTo>
                    <a:pt x="4524768" y="12699"/>
                  </a:moveTo>
                  <a:lnTo>
                    <a:pt x="4505731" y="12699"/>
                  </a:lnTo>
                  <a:lnTo>
                    <a:pt x="4505731" y="0"/>
                  </a:lnTo>
                  <a:lnTo>
                    <a:pt x="4524768" y="0"/>
                  </a:lnTo>
                  <a:lnTo>
                    <a:pt x="4524768" y="12699"/>
                  </a:lnTo>
                  <a:close/>
                </a:path>
                <a:path w="13754100" h="584200">
                  <a:moveTo>
                    <a:pt x="4499381" y="12699"/>
                  </a:moveTo>
                  <a:lnTo>
                    <a:pt x="4480331" y="12699"/>
                  </a:lnTo>
                  <a:lnTo>
                    <a:pt x="4480331" y="0"/>
                  </a:lnTo>
                  <a:lnTo>
                    <a:pt x="4499381" y="0"/>
                  </a:lnTo>
                  <a:lnTo>
                    <a:pt x="4499381" y="12699"/>
                  </a:lnTo>
                  <a:close/>
                </a:path>
                <a:path w="13754100" h="584200">
                  <a:moveTo>
                    <a:pt x="4473981" y="12699"/>
                  </a:moveTo>
                  <a:lnTo>
                    <a:pt x="4454944" y="12699"/>
                  </a:lnTo>
                  <a:lnTo>
                    <a:pt x="4454944" y="0"/>
                  </a:lnTo>
                  <a:lnTo>
                    <a:pt x="4473981" y="0"/>
                  </a:lnTo>
                  <a:lnTo>
                    <a:pt x="4473981" y="12699"/>
                  </a:lnTo>
                  <a:close/>
                </a:path>
                <a:path w="13754100" h="584200">
                  <a:moveTo>
                    <a:pt x="4448594" y="12699"/>
                  </a:moveTo>
                  <a:lnTo>
                    <a:pt x="4429544" y="12699"/>
                  </a:lnTo>
                  <a:lnTo>
                    <a:pt x="4429544" y="0"/>
                  </a:lnTo>
                  <a:lnTo>
                    <a:pt x="4448594" y="0"/>
                  </a:lnTo>
                  <a:lnTo>
                    <a:pt x="4448594" y="12699"/>
                  </a:lnTo>
                  <a:close/>
                </a:path>
                <a:path w="13754100" h="584200">
                  <a:moveTo>
                    <a:pt x="4423194" y="12699"/>
                  </a:moveTo>
                  <a:lnTo>
                    <a:pt x="4404144" y="12699"/>
                  </a:lnTo>
                  <a:lnTo>
                    <a:pt x="4404144" y="0"/>
                  </a:lnTo>
                  <a:lnTo>
                    <a:pt x="4423194" y="0"/>
                  </a:lnTo>
                  <a:lnTo>
                    <a:pt x="4423194" y="12699"/>
                  </a:lnTo>
                  <a:close/>
                </a:path>
                <a:path w="13754100" h="584200">
                  <a:moveTo>
                    <a:pt x="4397806" y="12699"/>
                  </a:moveTo>
                  <a:lnTo>
                    <a:pt x="4378756" y="12699"/>
                  </a:lnTo>
                  <a:lnTo>
                    <a:pt x="4378756" y="0"/>
                  </a:lnTo>
                  <a:lnTo>
                    <a:pt x="4397806" y="0"/>
                  </a:lnTo>
                  <a:lnTo>
                    <a:pt x="4397806" y="12699"/>
                  </a:lnTo>
                  <a:close/>
                </a:path>
                <a:path w="13754100" h="584200">
                  <a:moveTo>
                    <a:pt x="4372406" y="12699"/>
                  </a:moveTo>
                  <a:lnTo>
                    <a:pt x="4353369" y="12699"/>
                  </a:lnTo>
                  <a:lnTo>
                    <a:pt x="4353369" y="0"/>
                  </a:lnTo>
                  <a:lnTo>
                    <a:pt x="4372406" y="0"/>
                  </a:lnTo>
                  <a:lnTo>
                    <a:pt x="4372406" y="12699"/>
                  </a:lnTo>
                  <a:close/>
                </a:path>
                <a:path w="13754100" h="584200">
                  <a:moveTo>
                    <a:pt x="4347019" y="12699"/>
                  </a:moveTo>
                  <a:lnTo>
                    <a:pt x="4327969" y="12699"/>
                  </a:lnTo>
                  <a:lnTo>
                    <a:pt x="4327969" y="0"/>
                  </a:lnTo>
                  <a:lnTo>
                    <a:pt x="4347019" y="0"/>
                  </a:lnTo>
                  <a:lnTo>
                    <a:pt x="4347019" y="12699"/>
                  </a:lnTo>
                  <a:close/>
                </a:path>
                <a:path w="13754100" h="584200">
                  <a:moveTo>
                    <a:pt x="4321619" y="12699"/>
                  </a:moveTo>
                  <a:lnTo>
                    <a:pt x="4302569" y="12699"/>
                  </a:lnTo>
                  <a:lnTo>
                    <a:pt x="4302569" y="0"/>
                  </a:lnTo>
                  <a:lnTo>
                    <a:pt x="4321619" y="0"/>
                  </a:lnTo>
                  <a:lnTo>
                    <a:pt x="4321619" y="12699"/>
                  </a:lnTo>
                  <a:close/>
                </a:path>
                <a:path w="13754100" h="584200">
                  <a:moveTo>
                    <a:pt x="4296232" y="12699"/>
                  </a:moveTo>
                  <a:lnTo>
                    <a:pt x="4277182" y="12699"/>
                  </a:lnTo>
                  <a:lnTo>
                    <a:pt x="4277182" y="0"/>
                  </a:lnTo>
                  <a:lnTo>
                    <a:pt x="4296232" y="0"/>
                  </a:lnTo>
                  <a:lnTo>
                    <a:pt x="4296232" y="12699"/>
                  </a:lnTo>
                  <a:close/>
                </a:path>
                <a:path w="13754100" h="584200">
                  <a:moveTo>
                    <a:pt x="4270832" y="12699"/>
                  </a:moveTo>
                  <a:lnTo>
                    <a:pt x="4251782" y="12699"/>
                  </a:lnTo>
                  <a:lnTo>
                    <a:pt x="4251782" y="0"/>
                  </a:lnTo>
                  <a:lnTo>
                    <a:pt x="4270832" y="0"/>
                  </a:lnTo>
                  <a:lnTo>
                    <a:pt x="4270832" y="12699"/>
                  </a:lnTo>
                  <a:close/>
                </a:path>
                <a:path w="13754100" h="584200">
                  <a:moveTo>
                    <a:pt x="4245444" y="12699"/>
                  </a:moveTo>
                  <a:lnTo>
                    <a:pt x="4226394" y="12699"/>
                  </a:lnTo>
                  <a:lnTo>
                    <a:pt x="4226394" y="0"/>
                  </a:lnTo>
                  <a:lnTo>
                    <a:pt x="4245444" y="0"/>
                  </a:lnTo>
                  <a:lnTo>
                    <a:pt x="4245444" y="12699"/>
                  </a:lnTo>
                  <a:close/>
                </a:path>
                <a:path w="13754100" h="584200">
                  <a:moveTo>
                    <a:pt x="4220044" y="12699"/>
                  </a:moveTo>
                  <a:lnTo>
                    <a:pt x="4200994" y="12699"/>
                  </a:lnTo>
                  <a:lnTo>
                    <a:pt x="4200994" y="0"/>
                  </a:lnTo>
                  <a:lnTo>
                    <a:pt x="4220044" y="0"/>
                  </a:lnTo>
                  <a:lnTo>
                    <a:pt x="4220044" y="12699"/>
                  </a:lnTo>
                  <a:close/>
                </a:path>
                <a:path w="13754100" h="584200">
                  <a:moveTo>
                    <a:pt x="4194657" y="12699"/>
                  </a:moveTo>
                  <a:lnTo>
                    <a:pt x="4175607" y="12699"/>
                  </a:lnTo>
                  <a:lnTo>
                    <a:pt x="4175607" y="0"/>
                  </a:lnTo>
                  <a:lnTo>
                    <a:pt x="4194657" y="0"/>
                  </a:lnTo>
                  <a:lnTo>
                    <a:pt x="4194657" y="12699"/>
                  </a:lnTo>
                  <a:close/>
                </a:path>
                <a:path w="13754100" h="584200">
                  <a:moveTo>
                    <a:pt x="4169257" y="12699"/>
                  </a:moveTo>
                  <a:lnTo>
                    <a:pt x="4150207" y="12699"/>
                  </a:lnTo>
                  <a:lnTo>
                    <a:pt x="4150207" y="0"/>
                  </a:lnTo>
                  <a:lnTo>
                    <a:pt x="4169257" y="0"/>
                  </a:lnTo>
                  <a:lnTo>
                    <a:pt x="4169257" y="12699"/>
                  </a:lnTo>
                  <a:close/>
                </a:path>
                <a:path w="13754100" h="584200">
                  <a:moveTo>
                    <a:pt x="4143870" y="12699"/>
                  </a:moveTo>
                  <a:lnTo>
                    <a:pt x="4124820" y="12699"/>
                  </a:lnTo>
                  <a:lnTo>
                    <a:pt x="4124820" y="0"/>
                  </a:lnTo>
                  <a:lnTo>
                    <a:pt x="4143870" y="0"/>
                  </a:lnTo>
                  <a:lnTo>
                    <a:pt x="4143870" y="12699"/>
                  </a:lnTo>
                  <a:close/>
                </a:path>
                <a:path w="13754100" h="584200">
                  <a:moveTo>
                    <a:pt x="4118470" y="12699"/>
                  </a:moveTo>
                  <a:lnTo>
                    <a:pt x="4099420" y="12699"/>
                  </a:lnTo>
                  <a:lnTo>
                    <a:pt x="4099420" y="0"/>
                  </a:lnTo>
                  <a:lnTo>
                    <a:pt x="4118470" y="0"/>
                  </a:lnTo>
                  <a:lnTo>
                    <a:pt x="4118470" y="12699"/>
                  </a:lnTo>
                  <a:close/>
                </a:path>
                <a:path w="13754100" h="584200">
                  <a:moveTo>
                    <a:pt x="4093070" y="12699"/>
                  </a:moveTo>
                  <a:lnTo>
                    <a:pt x="4074033" y="12699"/>
                  </a:lnTo>
                  <a:lnTo>
                    <a:pt x="4074033" y="0"/>
                  </a:lnTo>
                  <a:lnTo>
                    <a:pt x="4093070" y="0"/>
                  </a:lnTo>
                  <a:lnTo>
                    <a:pt x="4093070" y="12699"/>
                  </a:lnTo>
                  <a:close/>
                </a:path>
                <a:path w="13754100" h="584200">
                  <a:moveTo>
                    <a:pt x="4067683" y="12699"/>
                  </a:moveTo>
                  <a:lnTo>
                    <a:pt x="4048633" y="12699"/>
                  </a:lnTo>
                  <a:lnTo>
                    <a:pt x="4048633" y="0"/>
                  </a:lnTo>
                  <a:lnTo>
                    <a:pt x="4067683" y="0"/>
                  </a:lnTo>
                  <a:lnTo>
                    <a:pt x="4067683" y="12699"/>
                  </a:lnTo>
                  <a:close/>
                </a:path>
                <a:path w="13754100" h="584200">
                  <a:moveTo>
                    <a:pt x="4042283" y="12699"/>
                  </a:moveTo>
                  <a:lnTo>
                    <a:pt x="4023245" y="12699"/>
                  </a:lnTo>
                  <a:lnTo>
                    <a:pt x="4023245" y="0"/>
                  </a:lnTo>
                  <a:lnTo>
                    <a:pt x="4042283" y="0"/>
                  </a:lnTo>
                  <a:lnTo>
                    <a:pt x="4042283" y="12699"/>
                  </a:lnTo>
                  <a:close/>
                </a:path>
                <a:path w="13754100" h="584200">
                  <a:moveTo>
                    <a:pt x="4016895" y="12699"/>
                  </a:moveTo>
                  <a:lnTo>
                    <a:pt x="3997845" y="12699"/>
                  </a:lnTo>
                  <a:lnTo>
                    <a:pt x="3997845" y="0"/>
                  </a:lnTo>
                  <a:lnTo>
                    <a:pt x="4016895" y="0"/>
                  </a:lnTo>
                  <a:lnTo>
                    <a:pt x="4016895" y="12699"/>
                  </a:lnTo>
                  <a:close/>
                </a:path>
                <a:path w="13754100" h="584200">
                  <a:moveTo>
                    <a:pt x="3991495" y="12699"/>
                  </a:moveTo>
                  <a:lnTo>
                    <a:pt x="3972458" y="12699"/>
                  </a:lnTo>
                  <a:lnTo>
                    <a:pt x="3972458" y="0"/>
                  </a:lnTo>
                  <a:lnTo>
                    <a:pt x="3991495" y="0"/>
                  </a:lnTo>
                  <a:lnTo>
                    <a:pt x="3991495" y="12699"/>
                  </a:lnTo>
                  <a:close/>
                </a:path>
                <a:path w="13754100" h="584200">
                  <a:moveTo>
                    <a:pt x="3966108" y="12699"/>
                  </a:moveTo>
                  <a:lnTo>
                    <a:pt x="3947058" y="12699"/>
                  </a:lnTo>
                  <a:lnTo>
                    <a:pt x="3947058" y="0"/>
                  </a:lnTo>
                  <a:lnTo>
                    <a:pt x="3966108" y="0"/>
                  </a:lnTo>
                  <a:lnTo>
                    <a:pt x="3966108" y="12699"/>
                  </a:lnTo>
                  <a:close/>
                </a:path>
                <a:path w="13754100" h="584200">
                  <a:moveTo>
                    <a:pt x="3940708" y="12699"/>
                  </a:moveTo>
                  <a:lnTo>
                    <a:pt x="3921671" y="12699"/>
                  </a:lnTo>
                  <a:lnTo>
                    <a:pt x="3921671" y="0"/>
                  </a:lnTo>
                  <a:lnTo>
                    <a:pt x="3940708" y="0"/>
                  </a:lnTo>
                  <a:lnTo>
                    <a:pt x="3940708" y="12699"/>
                  </a:lnTo>
                  <a:close/>
                </a:path>
                <a:path w="13754100" h="584200">
                  <a:moveTo>
                    <a:pt x="3915321" y="12699"/>
                  </a:moveTo>
                  <a:lnTo>
                    <a:pt x="3896271" y="12699"/>
                  </a:lnTo>
                  <a:lnTo>
                    <a:pt x="3896271" y="0"/>
                  </a:lnTo>
                  <a:lnTo>
                    <a:pt x="3915321" y="0"/>
                  </a:lnTo>
                  <a:lnTo>
                    <a:pt x="3915321" y="12699"/>
                  </a:lnTo>
                  <a:close/>
                </a:path>
                <a:path w="13754100" h="584200">
                  <a:moveTo>
                    <a:pt x="3889921" y="12699"/>
                  </a:moveTo>
                  <a:lnTo>
                    <a:pt x="3870883" y="12699"/>
                  </a:lnTo>
                  <a:lnTo>
                    <a:pt x="3870883" y="0"/>
                  </a:lnTo>
                  <a:lnTo>
                    <a:pt x="3889921" y="0"/>
                  </a:lnTo>
                  <a:lnTo>
                    <a:pt x="3889921" y="12699"/>
                  </a:lnTo>
                  <a:close/>
                </a:path>
                <a:path w="13754100" h="584200">
                  <a:moveTo>
                    <a:pt x="3864533" y="12699"/>
                  </a:moveTo>
                  <a:lnTo>
                    <a:pt x="3845483" y="12699"/>
                  </a:lnTo>
                  <a:lnTo>
                    <a:pt x="3845483" y="0"/>
                  </a:lnTo>
                  <a:lnTo>
                    <a:pt x="3864533" y="0"/>
                  </a:lnTo>
                  <a:lnTo>
                    <a:pt x="3864533" y="12699"/>
                  </a:lnTo>
                  <a:close/>
                </a:path>
                <a:path w="13754100" h="584200">
                  <a:moveTo>
                    <a:pt x="3839133" y="12699"/>
                  </a:moveTo>
                  <a:lnTo>
                    <a:pt x="3820096" y="12699"/>
                  </a:lnTo>
                  <a:lnTo>
                    <a:pt x="3820096" y="0"/>
                  </a:lnTo>
                  <a:lnTo>
                    <a:pt x="3839133" y="0"/>
                  </a:lnTo>
                  <a:lnTo>
                    <a:pt x="3839133" y="12699"/>
                  </a:lnTo>
                  <a:close/>
                </a:path>
                <a:path w="13754100" h="584200">
                  <a:moveTo>
                    <a:pt x="3813746" y="12699"/>
                  </a:moveTo>
                  <a:lnTo>
                    <a:pt x="3794696" y="12699"/>
                  </a:lnTo>
                  <a:lnTo>
                    <a:pt x="3794696" y="0"/>
                  </a:lnTo>
                  <a:lnTo>
                    <a:pt x="3813746" y="0"/>
                  </a:lnTo>
                  <a:lnTo>
                    <a:pt x="3813746" y="12699"/>
                  </a:lnTo>
                  <a:close/>
                </a:path>
                <a:path w="13754100" h="584200">
                  <a:moveTo>
                    <a:pt x="3788346" y="12699"/>
                  </a:moveTo>
                  <a:lnTo>
                    <a:pt x="3769309" y="12699"/>
                  </a:lnTo>
                  <a:lnTo>
                    <a:pt x="3769309" y="0"/>
                  </a:lnTo>
                  <a:lnTo>
                    <a:pt x="3788346" y="0"/>
                  </a:lnTo>
                  <a:lnTo>
                    <a:pt x="3788346" y="12699"/>
                  </a:lnTo>
                  <a:close/>
                </a:path>
                <a:path w="13754100" h="584200">
                  <a:moveTo>
                    <a:pt x="3762959" y="12699"/>
                  </a:moveTo>
                  <a:lnTo>
                    <a:pt x="3743909" y="12699"/>
                  </a:lnTo>
                  <a:lnTo>
                    <a:pt x="3743909" y="0"/>
                  </a:lnTo>
                  <a:lnTo>
                    <a:pt x="3762959" y="0"/>
                  </a:lnTo>
                  <a:lnTo>
                    <a:pt x="3762959" y="12699"/>
                  </a:lnTo>
                  <a:close/>
                </a:path>
                <a:path w="13754100" h="584200">
                  <a:moveTo>
                    <a:pt x="3737559" y="12699"/>
                  </a:moveTo>
                  <a:lnTo>
                    <a:pt x="3718521" y="12699"/>
                  </a:lnTo>
                  <a:lnTo>
                    <a:pt x="3718521" y="0"/>
                  </a:lnTo>
                  <a:lnTo>
                    <a:pt x="3737559" y="0"/>
                  </a:lnTo>
                  <a:lnTo>
                    <a:pt x="3737559" y="12699"/>
                  </a:lnTo>
                  <a:close/>
                </a:path>
                <a:path w="13754100" h="584200">
                  <a:moveTo>
                    <a:pt x="3712171" y="12699"/>
                  </a:moveTo>
                  <a:lnTo>
                    <a:pt x="3693121" y="12699"/>
                  </a:lnTo>
                  <a:lnTo>
                    <a:pt x="3693121" y="0"/>
                  </a:lnTo>
                  <a:lnTo>
                    <a:pt x="3712171" y="0"/>
                  </a:lnTo>
                  <a:lnTo>
                    <a:pt x="3712171" y="12699"/>
                  </a:lnTo>
                  <a:close/>
                </a:path>
                <a:path w="13754100" h="584200">
                  <a:moveTo>
                    <a:pt x="3686771" y="12699"/>
                  </a:moveTo>
                  <a:lnTo>
                    <a:pt x="3667734" y="12699"/>
                  </a:lnTo>
                  <a:lnTo>
                    <a:pt x="3667734" y="0"/>
                  </a:lnTo>
                  <a:lnTo>
                    <a:pt x="3686771" y="0"/>
                  </a:lnTo>
                  <a:lnTo>
                    <a:pt x="3686771" y="12699"/>
                  </a:lnTo>
                  <a:close/>
                </a:path>
                <a:path w="13754100" h="584200">
                  <a:moveTo>
                    <a:pt x="3661384" y="12699"/>
                  </a:moveTo>
                  <a:lnTo>
                    <a:pt x="3642334" y="12699"/>
                  </a:lnTo>
                  <a:lnTo>
                    <a:pt x="3642334" y="0"/>
                  </a:lnTo>
                  <a:lnTo>
                    <a:pt x="3661384" y="0"/>
                  </a:lnTo>
                  <a:lnTo>
                    <a:pt x="3661384" y="12699"/>
                  </a:lnTo>
                  <a:close/>
                </a:path>
                <a:path w="13754100" h="584200">
                  <a:moveTo>
                    <a:pt x="3635984" y="12699"/>
                  </a:moveTo>
                  <a:lnTo>
                    <a:pt x="3616947" y="12699"/>
                  </a:lnTo>
                  <a:lnTo>
                    <a:pt x="3616947" y="0"/>
                  </a:lnTo>
                  <a:lnTo>
                    <a:pt x="3635984" y="0"/>
                  </a:lnTo>
                  <a:lnTo>
                    <a:pt x="3635984" y="12699"/>
                  </a:lnTo>
                  <a:close/>
                </a:path>
                <a:path w="13754100" h="584200">
                  <a:moveTo>
                    <a:pt x="3610597" y="12699"/>
                  </a:moveTo>
                  <a:lnTo>
                    <a:pt x="3591547" y="12699"/>
                  </a:lnTo>
                  <a:lnTo>
                    <a:pt x="3591547" y="0"/>
                  </a:lnTo>
                  <a:lnTo>
                    <a:pt x="3610597" y="0"/>
                  </a:lnTo>
                  <a:lnTo>
                    <a:pt x="3610597" y="12699"/>
                  </a:lnTo>
                  <a:close/>
                </a:path>
                <a:path w="13754100" h="584200">
                  <a:moveTo>
                    <a:pt x="3585197" y="12699"/>
                  </a:moveTo>
                  <a:lnTo>
                    <a:pt x="3566160" y="12699"/>
                  </a:lnTo>
                  <a:lnTo>
                    <a:pt x="3566160" y="0"/>
                  </a:lnTo>
                  <a:lnTo>
                    <a:pt x="3585197" y="0"/>
                  </a:lnTo>
                  <a:lnTo>
                    <a:pt x="3585197" y="12699"/>
                  </a:lnTo>
                  <a:close/>
                </a:path>
                <a:path w="13754100" h="584200">
                  <a:moveTo>
                    <a:pt x="3559810" y="12699"/>
                  </a:moveTo>
                  <a:lnTo>
                    <a:pt x="3540760" y="12699"/>
                  </a:lnTo>
                  <a:lnTo>
                    <a:pt x="3540760" y="0"/>
                  </a:lnTo>
                  <a:lnTo>
                    <a:pt x="3559810" y="0"/>
                  </a:lnTo>
                  <a:lnTo>
                    <a:pt x="3559810" y="12699"/>
                  </a:lnTo>
                  <a:close/>
                </a:path>
                <a:path w="13754100" h="584200">
                  <a:moveTo>
                    <a:pt x="3534410" y="12699"/>
                  </a:moveTo>
                  <a:lnTo>
                    <a:pt x="3515372" y="12699"/>
                  </a:lnTo>
                  <a:lnTo>
                    <a:pt x="3515372" y="0"/>
                  </a:lnTo>
                  <a:lnTo>
                    <a:pt x="3534410" y="0"/>
                  </a:lnTo>
                  <a:lnTo>
                    <a:pt x="3534410" y="12699"/>
                  </a:lnTo>
                  <a:close/>
                </a:path>
                <a:path w="13754100" h="584200">
                  <a:moveTo>
                    <a:pt x="3509022" y="12699"/>
                  </a:moveTo>
                  <a:lnTo>
                    <a:pt x="3489972" y="12699"/>
                  </a:lnTo>
                  <a:lnTo>
                    <a:pt x="3489972" y="0"/>
                  </a:lnTo>
                  <a:lnTo>
                    <a:pt x="3509022" y="0"/>
                  </a:lnTo>
                  <a:lnTo>
                    <a:pt x="3509022" y="12699"/>
                  </a:lnTo>
                  <a:close/>
                </a:path>
                <a:path w="13754100" h="584200">
                  <a:moveTo>
                    <a:pt x="3483622" y="12699"/>
                  </a:moveTo>
                  <a:lnTo>
                    <a:pt x="3464585" y="12699"/>
                  </a:lnTo>
                  <a:lnTo>
                    <a:pt x="3464585" y="0"/>
                  </a:lnTo>
                  <a:lnTo>
                    <a:pt x="3483622" y="0"/>
                  </a:lnTo>
                  <a:lnTo>
                    <a:pt x="3483622" y="12699"/>
                  </a:lnTo>
                  <a:close/>
                </a:path>
                <a:path w="13754100" h="584200">
                  <a:moveTo>
                    <a:pt x="3458235" y="12699"/>
                  </a:moveTo>
                  <a:lnTo>
                    <a:pt x="3439185" y="12699"/>
                  </a:lnTo>
                  <a:lnTo>
                    <a:pt x="3439185" y="0"/>
                  </a:lnTo>
                  <a:lnTo>
                    <a:pt x="3458235" y="0"/>
                  </a:lnTo>
                  <a:lnTo>
                    <a:pt x="3458235" y="12699"/>
                  </a:lnTo>
                  <a:close/>
                </a:path>
                <a:path w="13754100" h="584200">
                  <a:moveTo>
                    <a:pt x="3432835" y="12699"/>
                  </a:moveTo>
                  <a:lnTo>
                    <a:pt x="3413798" y="12699"/>
                  </a:lnTo>
                  <a:lnTo>
                    <a:pt x="3413798" y="0"/>
                  </a:lnTo>
                  <a:lnTo>
                    <a:pt x="3432835" y="0"/>
                  </a:lnTo>
                  <a:lnTo>
                    <a:pt x="3432835" y="12699"/>
                  </a:lnTo>
                  <a:close/>
                </a:path>
                <a:path w="13754100" h="584200">
                  <a:moveTo>
                    <a:pt x="3407448" y="12699"/>
                  </a:moveTo>
                  <a:lnTo>
                    <a:pt x="3388398" y="12699"/>
                  </a:lnTo>
                  <a:lnTo>
                    <a:pt x="3388398" y="0"/>
                  </a:lnTo>
                  <a:lnTo>
                    <a:pt x="3407448" y="0"/>
                  </a:lnTo>
                  <a:lnTo>
                    <a:pt x="3407448" y="12699"/>
                  </a:lnTo>
                  <a:close/>
                </a:path>
                <a:path w="13754100" h="584200">
                  <a:moveTo>
                    <a:pt x="3382048" y="12699"/>
                  </a:moveTo>
                  <a:lnTo>
                    <a:pt x="3362998" y="12699"/>
                  </a:lnTo>
                  <a:lnTo>
                    <a:pt x="3362998" y="0"/>
                  </a:lnTo>
                  <a:lnTo>
                    <a:pt x="3382048" y="0"/>
                  </a:lnTo>
                  <a:lnTo>
                    <a:pt x="3382048" y="12699"/>
                  </a:lnTo>
                  <a:close/>
                </a:path>
                <a:path w="13754100" h="584200">
                  <a:moveTo>
                    <a:pt x="3356660" y="12699"/>
                  </a:moveTo>
                  <a:lnTo>
                    <a:pt x="3337610" y="12699"/>
                  </a:lnTo>
                  <a:lnTo>
                    <a:pt x="3337610" y="0"/>
                  </a:lnTo>
                  <a:lnTo>
                    <a:pt x="3356660" y="0"/>
                  </a:lnTo>
                  <a:lnTo>
                    <a:pt x="3356660" y="12699"/>
                  </a:lnTo>
                  <a:close/>
                </a:path>
                <a:path w="13754100" h="584200">
                  <a:moveTo>
                    <a:pt x="3331260" y="12699"/>
                  </a:moveTo>
                  <a:lnTo>
                    <a:pt x="3312223" y="12699"/>
                  </a:lnTo>
                  <a:lnTo>
                    <a:pt x="3312223" y="0"/>
                  </a:lnTo>
                  <a:lnTo>
                    <a:pt x="3331260" y="0"/>
                  </a:lnTo>
                  <a:lnTo>
                    <a:pt x="3331260" y="12699"/>
                  </a:lnTo>
                  <a:close/>
                </a:path>
                <a:path w="13754100" h="584200">
                  <a:moveTo>
                    <a:pt x="3305873" y="12699"/>
                  </a:moveTo>
                  <a:lnTo>
                    <a:pt x="3286823" y="12699"/>
                  </a:lnTo>
                  <a:lnTo>
                    <a:pt x="3286823" y="0"/>
                  </a:lnTo>
                  <a:lnTo>
                    <a:pt x="3305873" y="0"/>
                  </a:lnTo>
                  <a:lnTo>
                    <a:pt x="3305873" y="12699"/>
                  </a:lnTo>
                  <a:close/>
                </a:path>
                <a:path w="13754100" h="584200">
                  <a:moveTo>
                    <a:pt x="3280473" y="12699"/>
                  </a:moveTo>
                  <a:lnTo>
                    <a:pt x="3261423" y="12699"/>
                  </a:lnTo>
                  <a:lnTo>
                    <a:pt x="3261423" y="0"/>
                  </a:lnTo>
                  <a:lnTo>
                    <a:pt x="3280473" y="0"/>
                  </a:lnTo>
                  <a:lnTo>
                    <a:pt x="3280473" y="12699"/>
                  </a:lnTo>
                  <a:close/>
                </a:path>
                <a:path w="13754100" h="584200">
                  <a:moveTo>
                    <a:pt x="3255086" y="12699"/>
                  </a:moveTo>
                  <a:lnTo>
                    <a:pt x="3236036" y="12699"/>
                  </a:lnTo>
                  <a:lnTo>
                    <a:pt x="3236036" y="0"/>
                  </a:lnTo>
                  <a:lnTo>
                    <a:pt x="3255086" y="0"/>
                  </a:lnTo>
                  <a:lnTo>
                    <a:pt x="3255086" y="12699"/>
                  </a:lnTo>
                  <a:close/>
                </a:path>
                <a:path w="13754100" h="584200">
                  <a:moveTo>
                    <a:pt x="3229686" y="12699"/>
                  </a:moveTo>
                  <a:lnTo>
                    <a:pt x="3210636" y="12699"/>
                  </a:lnTo>
                  <a:lnTo>
                    <a:pt x="3210636" y="0"/>
                  </a:lnTo>
                  <a:lnTo>
                    <a:pt x="3229686" y="0"/>
                  </a:lnTo>
                  <a:lnTo>
                    <a:pt x="3229686" y="12699"/>
                  </a:lnTo>
                  <a:close/>
                </a:path>
                <a:path w="13754100" h="584200">
                  <a:moveTo>
                    <a:pt x="3204298" y="12699"/>
                  </a:moveTo>
                  <a:lnTo>
                    <a:pt x="3185248" y="12699"/>
                  </a:lnTo>
                  <a:lnTo>
                    <a:pt x="3185248" y="0"/>
                  </a:lnTo>
                  <a:lnTo>
                    <a:pt x="3204298" y="0"/>
                  </a:lnTo>
                  <a:lnTo>
                    <a:pt x="3204298" y="12699"/>
                  </a:lnTo>
                  <a:close/>
                </a:path>
                <a:path w="13754100" h="584200">
                  <a:moveTo>
                    <a:pt x="3178898" y="12699"/>
                  </a:moveTo>
                  <a:lnTo>
                    <a:pt x="3159848" y="12699"/>
                  </a:lnTo>
                  <a:lnTo>
                    <a:pt x="3159848" y="0"/>
                  </a:lnTo>
                  <a:lnTo>
                    <a:pt x="3178898" y="0"/>
                  </a:lnTo>
                  <a:lnTo>
                    <a:pt x="3178898" y="12699"/>
                  </a:lnTo>
                  <a:close/>
                </a:path>
                <a:path w="13754100" h="584200">
                  <a:moveTo>
                    <a:pt x="3153511" y="12699"/>
                  </a:moveTo>
                  <a:lnTo>
                    <a:pt x="3134461" y="12699"/>
                  </a:lnTo>
                  <a:lnTo>
                    <a:pt x="3134461" y="0"/>
                  </a:lnTo>
                  <a:lnTo>
                    <a:pt x="3153511" y="0"/>
                  </a:lnTo>
                  <a:lnTo>
                    <a:pt x="3153511" y="12699"/>
                  </a:lnTo>
                  <a:close/>
                </a:path>
                <a:path w="13754100" h="584200">
                  <a:moveTo>
                    <a:pt x="3128111" y="12699"/>
                  </a:moveTo>
                  <a:lnTo>
                    <a:pt x="3109061" y="12699"/>
                  </a:lnTo>
                  <a:lnTo>
                    <a:pt x="3109061" y="0"/>
                  </a:lnTo>
                  <a:lnTo>
                    <a:pt x="3128111" y="0"/>
                  </a:lnTo>
                  <a:lnTo>
                    <a:pt x="3128111" y="12699"/>
                  </a:lnTo>
                  <a:close/>
                </a:path>
                <a:path w="13754100" h="584200">
                  <a:moveTo>
                    <a:pt x="3102724" y="12699"/>
                  </a:moveTo>
                  <a:lnTo>
                    <a:pt x="3083674" y="12699"/>
                  </a:lnTo>
                  <a:lnTo>
                    <a:pt x="3083674" y="0"/>
                  </a:lnTo>
                  <a:lnTo>
                    <a:pt x="3102724" y="0"/>
                  </a:lnTo>
                  <a:lnTo>
                    <a:pt x="3102724" y="12699"/>
                  </a:lnTo>
                  <a:close/>
                </a:path>
                <a:path w="13754100" h="584200">
                  <a:moveTo>
                    <a:pt x="3077324" y="12699"/>
                  </a:moveTo>
                  <a:lnTo>
                    <a:pt x="3058274" y="12699"/>
                  </a:lnTo>
                  <a:lnTo>
                    <a:pt x="3058274" y="0"/>
                  </a:lnTo>
                  <a:lnTo>
                    <a:pt x="3077324" y="0"/>
                  </a:lnTo>
                  <a:lnTo>
                    <a:pt x="3077324" y="12699"/>
                  </a:lnTo>
                  <a:close/>
                </a:path>
                <a:path w="13754100" h="584200">
                  <a:moveTo>
                    <a:pt x="3051937" y="12699"/>
                  </a:moveTo>
                  <a:lnTo>
                    <a:pt x="3032887" y="12699"/>
                  </a:lnTo>
                  <a:lnTo>
                    <a:pt x="3032887" y="0"/>
                  </a:lnTo>
                  <a:lnTo>
                    <a:pt x="3051937" y="0"/>
                  </a:lnTo>
                  <a:lnTo>
                    <a:pt x="3051937" y="12699"/>
                  </a:lnTo>
                  <a:close/>
                </a:path>
                <a:path w="13754100" h="584200">
                  <a:moveTo>
                    <a:pt x="3026537" y="12699"/>
                  </a:moveTo>
                  <a:lnTo>
                    <a:pt x="3007487" y="12699"/>
                  </a:lnTo>
                  <a:lnTo>
                    <a:pt x="3007487" y="0"/>
                  </a:lnTo>
                  <a:lnTo>
                    <a:pt x="3026537" y="0"/>
                  </a:lnTo>
                  <a:lnTo>
                    <a:pt x="3026537" y="12699"/>
                  </a:lnTo>
                  <a:close/>
                </a:path>
                <a:path w="13754100" h="584200">
                  <a:moveTo>
                    <a:pt x="3001137" y="12699"/>
                  </a:moveTo>
                  <a:lnTo>
                    <a:pt x="2982099" y="12699"/>
                  </a:lnTo>
                  <a:lnTo>
                    <a:pt x="2982099" y="0"/>
                  </a:lnTo>
                  <a:lnTo>
                    <a:pt x="3001137" y="0"/>
                  </a:lnTo>
                  <a:lnTo>
                    <a:pt x="3001137" y="12699"/>
                  </a:lnTo>
                  <a:close/>
                </a:path>
                <a:path w="13754100" h="584200">
                  <a:moveTo>
                    <a:pt x="2975749" y="12699"/>
                  </a:moveTo>
                  <a:lnTo>
                    <a:pt x="2956699" y="12699"/>
                  </a:lnTo>
                  <a:lnTo>
                    <a:pt x="2956699" y="0"/>
                  </a:lnTo>
                  <a:lnTo>
                    <a:pt x="2975749" y="0"/>
                  </a:lnTo>
                  <a:lnTo>
                    <a:pt x="2975749" y="12699"/>
                  </a:lnTo>
                  <a:close/>
                </a:path>
                <a:path w="13754100" h="584200">
                  <a:moveTo>
                    <a:pt x="2950349" y="12699"/>
                  </a:moveTo>
                  <a:lnTo>
                    <a:pt x="2931312" y="12699"/>
                  </a:lnTo>
                  <a:lnTo>
                    <a:pt x="2931312" y="0"/>
                  </a:lnTo>
                  <a:lnTo>
                    <a:pt x="2950349" y="0"/>
                  </a:lnTo>
                  <a:lnTo>
                    <a:pt x="2950349" y="12699"/>
                  </a:lnTo>
                  <a:close/>
                </a:path>
                <a:path w="13754100" h="584200">
                  <a:moveTo>
                    <a:pt x="2924962" y="12699"/>
                  </a:moveTo>
                  <a:lnTo>
                    <a:pt x="2905912" y="12699"/>
                  </a:lnTo>
                  <a:lnTo>
                    <a:pt x="2905912" y="0"/>
                  </a:lnTo>
                  <a:lnTo>
                    <a:pt x="2924962" y="0"/>
                  </a:lnTo>
                  <a:lnTo>
                    <a:pt x="2924962" y="12699"/>
                  </a:lnTo>
                  <a:close/>
                </a:path>
                <a:path w="13754100" h="584200">
                  <a:moveTo>
                    <a:pt x="2899562" y="12699"/>
                  </a:moveTo>
                  <a:lnTo>
                    <a:pt x="2880525" y="12699"/>
                  </a:lnTo>
                  <a:lnTo>
                    <a:pt x="2880525" y="0"/>
                  </a:lnTo>
                  <a:lnTo>
                    <a:pt x="2899562" y="0"/>
                  </a:lnTo>
                  <a:lnTo>
                    <a:pt x="2899562" y="12699"/>
                  </a:lnTo>
                  <a:close/>
                </a:path>
                <a:path w="13754100" h="584200">
                  <a:moveTo>
                    <a:pt x="2874175" y="12699"/>
                  </a:moveTo>
                  <a:lnTo>
                    <a:pt x="2855125" y="12699"/>
                  </a:lnTo>
                  <a:lnTo>
                    <a:pt x="2855125" y="0"/>
                  </a:lnTo>
                  <a:lnTo>
                    <a:pt x="2874175" y="0"/>
                  </a:lnTo>
                  <a:lnTo>
                    <a:pt x="2874175" y="12699"/>
                  </a:lnTo>
                  <a:close/>
                </a:path>
                <a:path w="13754100" h="584200">
                  <a:moveTo>
                    <a:pt x="2848775" y="12699"/>
                  </a:moveTo>
                  <a:lnTo>
                    <a:pt x="2829737" y="12699"/>
                  </a:lnTo>
                  <a:lnTo>
                    <a:pt x="2829737" y="0"/>
                  </a:lnTo>
                  <a:lnTo>
                    <a:pt x="2848775" y="0"/>
                  </a:lnTo>
                  <a:lnTo>
                    <a:pt x="2848775" y="12699"/>
                  </a:lnTo>
                  <a:close/>
                </a:path>
                <a:path w="13754100" h="584200">
                  <a:moveTo>
                    <a:pt x="2823387" y="12699"/>
                  </a:moveTo>
                  <a:lnTo>
                    <a:pt x="2804337" y="12699"/>
                  </a:lnTo>
                  <a:lnTo>
                    <a:pt x="2804337" y="0"/>
                  </a:lnTo>
                  <a:lnTo>
                    <a:pt x="2823387" y="0"/>
                  </a:lnTo>
                  <a:lnTo>
                    <a:pt x="2823387" y="12699"/>
                  </a:lnTo>
                  <a:close/>
                </a:path>
                <a:path w="13754100" h="584200">
                  <a:moveTo>
                    <a:pt x="2797987" y="12699"/>
                  </a:moveTo>
                  <a:lnTo>
                    <a:pt x="2778950" y="12699"/>
                  </a:lnTo>
                  <a:lnTo>
                    <a:pt x="2778950" y="0"/>
                  </a:lnTo>
                  <a:lnTo>
                    <a:pt x="2797987" y="0"/>
                  </a:lnTo>
                  <a:lnTo>
                    <a:pt x="2797987" y="12699"/>
                  </a:lnTo>
                  <a:close/>
                </a:path>
                <a:path w="13754100" h="584200">
                  <a:moveTo>
                    <a:pt x="2772600" y="12699"/>
                  </a:moveTo>
                  <a:lnTo>
                    <a:pt x="2753550" y="12699"/>
                  </a:lnTo>
                  <a:lnTo>
                    <a:pt x="2753550" y="0"/>
                  </a:lnTo>
                  <a:lnTo>
                    <a:pt x="2772600" y="0"/>
                  </a:lnTo>
                  <a:lnTo>
                    <a:pt x="2772600" y="12699"/>
                  </a:lnTo>
                  <a:close/>
                </a:path>
                <a:path w="13754100" h="584200">
                  <a:moveTo>
                    <a:pt x="2747200" y="12699"/>
                  </a:moveTo>
                  <a:lnTo>
                    <a:pt x="2728163" y="12699"/>
                  </a:lnTo>
                  <a:lnTo>
                    <a:pt x="2728163" y="0"/>
                  </a:lnTo>
                  <a:lnTo>
                    <a:pt x="2747200" y="0"/>
                  </a:lnTo>
                  <a:lnTo>
                    <a:pt x="2747200" y="12699"/>
                  </a:lnTo>
                  <a:close/>
                </a:path>
                <a:path w="13754100" h="584200">
                  <a:moveTo>
                    <a:pt x="2721813" y="12699"/>
                  </a:moveTo>
                  <a:lnTo>
                    <a:pt x="2702763" y="12699"/>
                  </a:lnTo>
                  <a:lnTo>
                    <a:pt x="2702763" y="0"/>
                  </a:lnTo>
                  <a:lnTo>
                    <a:pt x="2721813" y="0"/>
                  </a:lnTo>
                  <a:lnTo>
                    <a:pt x="2721813" y="12699"/>
                  </a:lnTo>
                  <a:close/>
                </a:path>
                <a:path w="13754100" h="584200">
                  <a:moveTo>
                    <a:pt x="2696413" y="12699"/>
                  </a:moveTo>
                  <a:lnTo>
                    <a:pt x="2677375" y="12699"/>
                  </a:lnTo>
                  <a:lnTo>
                    <a:pt x="2677375" y="0"/>
                  </a:lnTo>
                  <a:lnTo>
                    <a:pt x="2696413" y="0"/>
                  </a:lnTo>
                  <a:lnTo>
                    <a:pt x="2696413" y="12699"/>
                  </a:lnTo>
                  <a:close/>
                </a:path>
                <a:path w="13754100" h="584200">
                  <a:moveTo>
                    <a:pt x="2671025" y="12699"/>
                  </a:moveTo>
                  <a:lnTo>
                    <a:pt x="2651975" y="12699"/>
                  </a:lnTo>
                  <a:lnTo>
                    <a:pt x="2651975" y="0"/>
                  </a:lnTo>
                  <a:lnTo>
                    <a:pt x="2671025" y="0"/>
                  </a:lnTo>
                  <a:lnTo>
                    <a:pt x="2671025" y="12699"/>
                  </a:lnTo>
                  <a:close/>
                </a:path>
                <a:path w="13754100" h="584200">
                  <a:moveTo>
                    <a:pt x="2645625" y="12699"/>
                  </a:moveTo>
                  <a:lnTo>
                    <a:pt x="2626588" y="12699"/>
                  </a:lnTo>
                  <a:lnTo>
                    <a:pt x="2626588" y="0"/>
                  </a:lnTo>
                  <a:lnTo>
                    <a:pt x="2645625" y="0"/>
                  </a:lnTo>
                  <a:lnTo>
                    <a:pt x="2645625" y="12699"/>
                  </a:lnTo>
                  <a:close/>
                </a:path>
                <a:path w="13754100" h="584200">
                  <a:moveTo>
                    <a:pt x="2620238" y="12699"/>
                  </a:moveTo>
                  <a:lnTo>
                    <a:pt x="2601188" y="12699"/>
                  </a:lnTo>
                  <a:lnTo>
                    <a:pt x="2601188" y="0"/>
                  </a:lnTo>
                  <a:lnTo>
                    <a:pt x="2620238" y="0"/>
                  </a:lnTo>
                  <a:lnTo>
                    <a:pt x="2620238" y="12699"/>
                  </a:lnTo>
                  <a:close/>
                </a:path>
                <a:path w="13754100" h="584200">
                  <a:moveTo>
                    <a:pt x="2594838" y="12699"/>
                  </a:moveTo>
                  <a:lnTo>
                    <a:pt x="2575801" y="12699"/>
                  </a:lnTo>
                  <a:lnTo>
                    <a:pt x="2575801" y="0"/>
                  </a:lnTo>
                  <a:lnTo>
                    <a:pt x="2594838" y="0"/>
                  </a:lnTo>
                  <a:lnTo>
                    <a:pt x="2594838" y="12699"/>
                  </a:lnTo>
                  <a:close/>
                </a:path>
                <a:path w="13754100" h="584200">
                  <a:moveTo>
                    <a:pt x="2569451" y="12699"/>
                  </a:moveTo>
                  <a:lnTo>
                    <a:pt x="2550401" y="12699"/>
                  </a:lnTo>
                  <a:lnTo>
                    <a:pt x="2550401" y="0"/>
                  </a:lnTo>
                  <a:lnTo>
                    <a:pt x="2569451" y="0"/>
                  </a:lnTo>
                  <a:lnTo>
                    <a:pt x="2569451" y="12699"/>
                  </a:lnTo>
                  <a:close/>
                </a:path>
                <a:path w="13754100" h="584200">
                  <a:moveTo>
                    <a:pt x="2544051" y="12699"/>
                  </a:moveTo>
                  <a:lnTo>
                    <a:pt x="2525014" y="12699"/>
                  </a:lnTo>
                  <a:lnTo>
                    <a:pt x="2525014" y="0"/>
                  </a:lnTo>
                  <a:lnTo>
                    <a:pt x="2544051" y="0"/>
                  </a:lnTo>
                  <a:lnTo>
                    <a:pt x="2544051" y="12699"/>
                  </a:lnTo>
                  <a:close/>
                </a:path>
                <a:path w="13754100" h="584200">
                  <a:moveTo>
                    <a:pt x="2518664" y="12699"/>
                  </a:moveTo>
                  <a:lnTo>
                    <a:pt x="2499614" y="12699"/>
                  </a:lnTo>
                  <a:lnTo>
                    <a:pt x="2499614" y="0"/>
                  </a:lnTo>
                  <a:lnTo>
                    <a:pt x="2518664" y="0"/>
                  </a:lnTo>
                  <a:lnTo>
                    <a:pt x="2518664" y="12699"/>
                  </a:lnTo>
                  <a:close/>
                </a:path>
                <a:path w="13754100" h="584200">
                  <a:moveTo>
                    <a:pt x="2493264" y="12699"/>
                  </a:moveTo>
                  <a:lnTo>
                    <a:pt x="2474226" y="12699"/>
                  </a:lnTo>
                  <a:lnTo>
                    <a:pt x="2474226" y="0"/>
                  </a:lnTo>
                  <a:lnTo>
                    <a:pt x="2493264" y="0"/>
                  </a:lnTo>
                  <a:lnTo>
                    <a:pt x="2493264" y="12699"/>
                  </a:lnTo>
                  <a:close/>
                </a:path>
                <a:path w="13754100" h="584200">
                  <a:moveTo>
                    <a:pt x="2467876" y="12699"/>
                  </a:moveTo>
                  <a:lnTo>
                    <a:pt x="2448826" y="12699"/>
                  </a:lnTo>
                  <a:lnTo>
                    <a:pt x="2448826" y="0"/>
                  </a:lnTo>
                  <a:lnTo>
                    <a:pt x="2467876" y="0"/>
                  </a:lnTo>
                  <a:lnTo>
                    <a:pt x="2467876" y="12699"/>
                  </a:lnTo>
                  <a:close/>
                </a:path>
                <a:path w="13754100" h="584200">
                  <a:moveTo>
                    <a:pt x="2442476" y="12699"/>
                  </a:moveTo>
                  <a:lnTo>
                    <a:pt x="2423439" y="12699"/>
                  </a:lnTo>
                  <a:lnTo>
                    <a:pt x="2423439" y="0"/>
                  </a:lnTo>
                  <a:lnTo>
                    <a:pt x="2442476" y="0"/>
                  </a:lnTo>
                  <a:lnTo>
                    <a:pt x="2442476" y="12699"/>
                  </a:lnTo>
                  <a:close/>
                </a:path>
                <a:path w="13754100" h="584200">
                  <a:moveTo>
                    <a:pt x="2417089" y="12699"/>
                  </a:moveTo>
                  <a:lnTo>
                    <a:pt x="2398039" y="12699"/>
                  </a:lnTo>
                  <a:lnTo>
                    <a:pt x="2398039" y="0"/>
                  </a:lnTo>
                  <a:lnTo>
                    <a:pt x="2417089" y="0"/>
                  </a:lnTo>
                  <a:lnTo>
                    <a:pt x="2417089" y="12699"/>
                  </a:lnTo>
                  <a:close/>
                </a:path>
                <a:path w="13754100" h="584200">
                  <a:moveTo>
                    <a:pt x="2391689" y="12699"/>
                  </a:moveTo>
                  <a:lnTo>
                    <a:pt x="2372652" y="12699"/>
                  </a:lnTo>
                  <a:lnTo>
                    <a:pt x="2372652" y="0"/>
                  </a:lnTo>
                  <a:lnTo>
                    <a:pt x="2391689" y="0"/>
                  </a:lnTo>
                  <a:lnTo>
                    <a:pt x="2391689" y="12699"/>
                  </a:lnTo>
                  <a:close/>
                </a:path>
                <a:path w="13754100" h="584200">
                  <a:moveTo>
                    <a:pt x="2366302" y="12699"/>
                  </a:moveTo>
                  <a:lnTo>
                    <a:pt x="2347252" y="12699"/>
                  </a:lnTo>
                  <a:lnTo>
                    <a:pt x="2347252" y="0"/>
                  </a:lnTo>
                  <a:lnTo>
                    <a:pt x="2366302" y="0"/>
                  </a:lnTo>
                  <a:lnTo>
                    <a:pt x="2366302" y="12699"/>
                  </a:lnTo>
                  <a:close/>
                </a:path>
                <a:path w="13754100" h="584200">
                  <a:moveTo>
                    <a:pt x="2340902" y="12699"/>
                  </a:moveTo>
                  <a:lnTo>
                    <a:pt x="2321864" y="12699"/>
                  </a:lnTo>
                  <a:lnTo>
                    <a:pt x="2321864" y="0"/>
                  </a:lnTo>
                  <a:lnTo>
                    <a:pt x="2340902" y="0"/>
                  </a:lnTo>
                  <a:lnTo>
                    <a:pt x="2340902" y="12699"/>
                  </a:lnTo>
                  <a:close/>
                </a:path>
                <a:path w="13754100" h="584200">
                  <a:moveTo>
                    <a:pt x="2315514" y="12699"/>
                  </a:moveTo>
                  <a:lnTo>
                    <a:pt x="2296464" y="12699"/>
                  </a:lnTo>
                  <a:lnTo>
                    <a:pt x="2296464" y="0"/>
                  </a:lnTo>
                  <a:lnTo>
                    <a:pt x="2315514" y="0"/>
                  </a:lnTo>
                  <a:lnTo>
                    <a:pt x="2315514" y="12699"/>
                  </a:lnTo>
                  <a:close/>
                </a:path>
                <a:path w="13754100" h="584200">
                  <a:moveTo>
                    <a:pt x="2290114" y="12699"/>
                  </a:moveTo>
                  <a:lnTo>
                    <a:pt x="2271077" y="12699"/>
                  </a:lnTo>
                  <a:lnTo>
                    <a:pt x="2271077" y="0"/>
                  </a:lnTo>
                  <a:lnTo>
                    <a:pt x="2290114" y="0"/>
                  </a:lnTo>
                  <a:lnTo>
                    <a:pt x="2290114" y="12699"/>
                  </a:lnTo>
                  <a:close/>
                </a:path>
                <a:path w="13754100" h="584200">
                  <a:moveTo>
                    <a:pt x="2264727" y="12699"/>
                  </a:moveTo>
                  <a:lnTo>
                    <a:pt x="2245677" y="12699"/>
                  </a:lnTo>
                  <a:lnTo>
                    <a:pt x="2245677" y="0"/>
                  </a:lnTo>
                  <a:lnTo>
                    <a:pt x="2264727" y="0"/>
                  </a:lnTo>
                  <a:lnTo>
                    <a:pt x="2264727" y="12699"/>
                  </a:lnTo>
                  <a:close/>
                </a:path>
                <a:path w="13754100" h="584200">
                  <a:moveTo>
                    <a:pt x="2239327" y="12699"/>
                  </a:moveTo>
                  <a:lnTo>
                    <a:pt x="2220290" y="12699"/>
                  </a:lnTo>
                  <a:lnTo>
                    <a:pt x="2220290" y="0"/>
                  </a:lnTo>
                  <a:lnTo>
                    <a:pt x="2239327" y="0"/>
                  </a:lnTo>
                  <a:lnTo>
                    <a:pt x="2239327" y="12699"/>
                  </a:lnTo>
                  <a:close/>
                </a:path>
                <a:path w="13754100" h="584200">
                  <a:moveTo>
                    <a:pt x="2213940" y="12699"/>
                  </a:moveTo>
                  <a:lnTo>
                    <a:pt x="2194890" y="12699"/>
                  </a:lnTo>
                  <a:lnTo>
                    <a:pt x="2194890" y="0"/>
                  </a:lnTo>
                  <a:lnTo>
                    <a:pt x="2213940" y="0"/>
                  </a:lnTo>
                  <a:lnTo>
                    <a:pt x="2213940" y="12699"/>
                  </a:lnTo>
                  <a:close/>
                </a:path>
                <a:path w="13754100" h="584200">
                  <a:moveTo>
                    <a:pt x="2188540" y="12699"/>
                  </a:moveTo>
                  <a:lnTo>
                    <a:pt x="2169490" y="12699"/>
                  </a:lnTo>
                  <a:lnTo>
                    <a:pt x="2169490" y="0"/>
                  </a:lnTo>
                  <a:lnTo>
                    <a:pt x="2188540" y="0"/>
                  </a:lnTo>
                  <a:lnTo>
                    <a:pt x="2188540" y="12699"/>
                  </a:lnTo>
                  <a:close/>
                </a:path>
                <a:path w="13754100" h="584200">
                  <a:moveTo>
                    <a:pt x="2163152" y="12699"/>
                  </a:moveTo>
                  <a:lnTo>
                    <a:pt x="2144102" y="12699"/>
                  </a:lnTo>
                  <a:lnTo>
                    <a:pt x="2144102" y="0"/>
                  </a:lnTo>
                  <a:lnTo>
                    <a:pt x="2163152" y="0"/>
                  </a:lnTo>
                  <a:lnTo>
                    <a:pt x="2163152" y="12699"/>
                  </a:lnTo>
                  <a:close/>
                </a:path>
                <a:path w="13754100" h="584200">
                  <a:moveTo>
                    <a:pt x="2137752" y="12699"/>
                  </a:moveTo>
                  <a:lnTo>
                    <a:pt x="2118702" y="12699"/>
                  </a:lnTo>
                  <a:lnTo>
                    <a:pt x="2118702" y="0"/>
                  </a:lnTo>
                  <a:lnTo>
                    <a:pt x="2137752" y="0"/>
                  </a:lnTo>
                  <a:lnTo>
                    <a:pt x="2137752" y="12699"/>
                  </a:lnTo>
                  <a:close/>
                </a:path>
                <a:path w="13754100" h="584200">
                  <a:moveTo>
                    <a:pt x="2112365" y="12699"/>
                  </a:moveTo>
                  <a:lnTo>
                    <a:pt x="2093315" y="12699"/>
                  </a:lnTo>
                  <a:lnTo>
                    <a:pt x="2093315" y="0"/>
                  </a:lnTo>
                  <a:lnTo>
                    <a:pt x="2112365" y="0"/>
                  </a:lnTo>
                  <a:lnTo>
                    <a:pt x="2112365" y="12699"/>
                  </a:lnTo>
                  <a:close/>
                </a:path>
                <a:path w="13754100" h="584200">
                  <a:moveTo>
                    <a:pt x="2086965" y="12699"/>
                  </a:moveTo>
                  <a:lnTo>
                    <a:pt x="2067915" y="12699"/>
                  </a:lnTo>
                  <a:lnTo>
                    <a:pt x="2067915" y="0"/>
                  </a:lnTo>
                  <a:lnTo>
                    <a:pt x="2086965" y="0"/>
                  </a:lnTo>
                  <a:lnTo>
                    <a:pt x="2086965" y="12699"/>
                  </a:lnTo>
                  <a:close/>
                </a:path>
                <a:path w="13754100" h="584200">
                  <a:moveTo>
                    <a:pt x="2061578" y="12699"/>
                  </a:moveTo>
                  <a:lnTo>
                    <a:pt x="2042528" y="12699"/>
                  </a:lnTo>
                  <a:lnTo>
                    <a:pt x="2042528" y="0"/>
                  </a:lnTo>
                  <a:lnTo>
                    <a:pt x="2061578" y="0"/>
                  </a:lnTo>
                  <a:lnTo>
                    <a:pt x="2061578" y="12699"/>
                  </a:lnTo>
                  <a:close/>
                </a:path>
                <a:path w="13754100" h="584200">
                  <a:moveTo>
                    <a:pt x="2036178" y="12699"/>
                  </a:moveTo>
                  <a:lnTo>
                    <a:pt x="2017128" y="12699"/>
                  </a:lnTo>
                  <a:lnTo>
                    <a:pt x="2017128" y="0"/>
                  </a:lnTo>
                  <a:lnTo>
                    <a:pt x="2036178" y="0"/>
                  </a:lnTo>
                  <a:lnTo>
                    <a:pt x="2036178" y="12699"/>
                  </a:lnTo>
                  <a:close/>
                </a:path>
                <a:path w="13754100" h="584200">
                  <a:moveTo>
                    <a:pt x="2010791" y="12699"/>
                  </a:moveTo>
                  <a:lnTo>
                    <a:pt x="1991741" y="12699"/>
                  </a:lnTo>
                  <a:lnTo>
                    <a:pt x="1991741" y="0"/>
                  </a:lnTo>
                  <a:lnTo>
                    <a:pt x="2010791" y="0"/>
                  </a:lnTo>
                  <a:lnTo>
                    <a:pt x="2010791" y="12699"/>
                  </a:lnTo>
                  <a:close/>
                </a:path>
                <a:path w="13754100" h="584200">
                  <a:moveTo>
                    <a:pt x="1985391" y="12699"/>
                  </a:moveTo>
                  <a:lnTo>
                    <a:pt x="1966341" y="12699"/>
                  </a:lnTo>
                  <a:lnTo>
                    <a:pt x="1966341" y="0"/>
                  </a:lnTo>
                  <a:lnTo>
                    <a:pt x="1985391" y="0"/>
                  </a:lnTo>
                  <a:lnTo>
                    <a:pt x="1985391" y="12699"/>
                  </a:lnTo>
                  <a:close/>
                </a:path>
                <a:path w="13754100" h="584200">
                  <a:moveTo>
                    <a:pt x="1959991" y="12699"/>
                  </a:moveTo>
                  <a:lnTo>
                    <a:pt x="1940953" y="12699"/>
                  </a:lnTo>
                  <a:lnTo>
                    <a:pt x="1940953" y="0"/>
                  </a:lnTo>
                  <a:lnTo>
                    <a:pt x="1959991" y="0"/>
                  </a:lnTo>
                  <a:lnTo>
                    <a:pt x="1959991" y="12699"/>
                  </a:lnTo>
                  <a:close/>
                </a:path>
                <a:path w="13754100" h="584200">
                  <a:moveTo>
                    <a:pt x="1934603" y="12699"/>
                  </a:moveTo>
                  <a:lnTo>
                    <a:pt x="1915553" y="12699"/>
                  </a:lnTo>
                  <a:lnTo>
                    <a:pt x="1915553" y="0"/>
                  </a:lnTo>
                  <a:lnTo>
                    <a:pt x="1934603" y="0"/>
                  </a:lnTo>
                  <a:lnTo>
                    <a:pt x="1934603" y="12699"/>
                  </a:lnTo>
                  <a:close/>
                </a:path>
                <a:path w="13754100" h="584200">
                  <a:moveTo>
                    <a:pt x="1909203" y="12699"/>
                  </a:moveTo>
                  <a:lnTo>
                    <a:pt x="1890166" y="12699"/>
                  </a:lnTo>
                  <a:lnTo>
                    <a:pt x="1890166" y="0"/>
                  </a:lnTo>
                  <a:lnTo>
                    <a:pt x="1909203" y="0"/>
                  </a:lnTo>
                  <a:lnTo>
                    <a:pt x="1909203" y="12699"/>
                  </a:lnTo>
                  <a:close/>
                </a:path>
                <a:path w="13754100" h="584200">
                  <a:moveTo>
                    <a:pt x="1883816" y="12699"/>
                  </a:moveTo>
                  <a:lnTo>
                    <a:pt x="1864766" y="12699"/>
                  </a:lnTo>
                  <a:lnTo>
                    <a:pt x="1864766" y="0"/>
                  </a:lnTo>
                  <a:lnTo>
                    <a:pt x="1883816" y="0"/>
                  </a:lnTo>
                  <a:lnTo>
                    <a:pt x="1883816" y="12699"/>
                  </a:lnTo>
                  <a:close/>
                </a:path>
                <a:path w="13754100" h="584200">
                  <a:moveTo>
                    <a:pt x="1858416" y="12699"/>
                  </a:moveTo>
                  <a:lnTo>
                    <a:pt x="1839379" y="12699"/>
                  </a:lnTo>
                  <a:lnTo>
                    <a:pt x="1839379" y="0"/>
                  </a:lnTo>
                  <a:lnTo>
                    <a:pt x="1858416" y="0"/>
                  </a:lnTo>
                  <a:lnTo>
                    <a:pt x="1858416" y="12699"/>
                  </a:lnTo>
                  <a:close/>
                </a:path>
                <a:path w="13754100" h="584200">
                  <a:moveTo>
                    <a:pt x="1833029" y="12699"/>
                  </a:moveTo>
                  <a:lnTo>
                    <a:pt x="1813979" y="12699"/>
                  </a:lnTo>
                  <a:lnTo>
                    <a:pt x="1813979" y="0"/>
                  </a:lnTo>
                  <a:lnTo>
                    <a:pt x="1833029" y="0"/>
                  </a:lnTo>
                  <a:lnTo>
                    <a:pt x="1833029" y="12699"/>
                  </a:lnTo>
                  <a:close/>
                </a:path>
                <a:path w="13754100" h="584200">
                  <a:moveTo>
                    <a:pt x="1807629" y="12699"/>
                  </a:moveTo>
                  <a:lnTo>
                    <a:pt x="1788591" y="12699"/>
                  </a:lnTo>
                  <a:lnTo>
                    <a:pt x="1788591" y="0"/>
                  </a:lnTo>
                  <a:lnTo>
                    <a:pt x="1807629" y="0"/>
                  </a:lnTo>
                  <a:lnTo>
                    <a:pt x="1807629" y="12699"/>
                  </a:lnTo>
                  <a:close/>
                </a:path>
                <a:path w="13754100" h="584200">
                  <a:moveTo>
                    <a:pt x="1782241" y="12699"/>
                  </a:moveTo>
                  <a:lnTo>
                    <a:pt x="1763191" y="12699"/>
                  </a:lnTo>
                  <a:lnTo>
                    <a:pt x="1763191" y="0"/>
                  </a:lnTo>
                  <a:lnTo>
                    <a:pt x="1782241" y="0"/>
                  </a:lnTo>
                  <a:lnTo>
                    <a:pt x="1782241" y="12699"/>
                  </a:lnTo>
                  <a:close/>
                </a:path>
                <a:path w="13754100" h="584200">
                  <a:moveTo>
                    <a:pt x="1756841" y="12699"/>
                  </a:moveTo>
                  <a:lnTo>
                    <a:pt x="1737804" y="12699"/>
                  </a:lnTo>
                  <a:lnTo>
                    <a:pt x="1737804" y="0"/>
                  </a:lnTo>
                  <a:lnTo>
                    <a:pt x="1756841" y="0"/>
                  </a:lnTo>
                  <a:lnTo>
                    <a:pt x="1756841" y="12699"/>
                  </a:lnTo>
                  <a:close/>
                </a:path>
                <a:path w="13754100" h="584200">
                  <a:moveTo>
                    <a:pt x="1731454" y="12699"/>
                  </a:moveTo>
                  <a:lnTo>
                    <a:pt x="1712404" y="12699"/>
                  </a:lnTo>
                  <a:lnTo>
                    <a:pt x="1712404" y="0"/>
                  </a:lnTo>
                  <a:lnTo>
                    <a:pt x="1731454" y="0"/>
                  </a:lnTo>
                  <a:lnTo>
                    <a:pt x="1731454" y="12699"/>
                  </a:lnTo>
                  <a:close/>
                </a:path>
                <a:path w="13754100" h="584200">
                  <a:moveTo>
                    <a:pt x="1706054" y="12699"/>
                  </a:moveTo>
                  <a:lnTo>
                    <a:pt x="1687017" y="12699"/>
                  </a:lnTo>
                  <a:lnTo>
                    <a:pt x="1687017" y="0"/>
                  </a:lnTo>
                  <a:lnTo>
                    <a:pt x="1706054" y="0"/>
                  </a:lnTo>
                  <a:lnTo>
                    <a:pt x="1706054" y="12699"/>
                  </a:lnTo>
                  <a:close/>
                </a:path>
                <a:path w="13754100" h="584200">
                  <a:moveTo>
                    <a:pt x="1680667" y="12699"/>
                  </a:moveTo>
                  <a:lnTo>
                    <a:pt x="1661617" y="12699"/>
                  </a:lnTo>
                  <a:lnTo>
                    <a:pt x="1661617" y="0"/>
                  </a:lnTo>
                  <a:lnTo>
                    <a:pt x="1680667" y="0"/>
                  </a:lnTo>
                  <a:lnTo>
                    <a:pt x="1680667" y="12699"/>
                  </a:lnTo>
                  <a:close/>
                </a:path>
                <a:path w="13754100" h="584200">
                  <a:moveTo>
                    <a:pt x="1655267" y="12699"/>
                  </a:moveTo>
                  <a:lnTo>
                    <a:pt x="1636229" y="12699"/>
                  </a:lnTo>
                  <a:lnTo>
                    <a:pt x="1636229" y="0"/>
                  </a:lnTo>
                  <a:lnTo>
                    <a:pt x="1655267" y="0"/>
                  </a:lnTo>
                  <a:lnTo>
                    <a:pt x="1655267" y="12699"/>
                  </a:lnTo>
                  <a:close/>
                </a:path>
                <a:path w="13754100" h="584200">
                  <a:moveTo>
                    <a:pt x="1629879" y="12699"/>
                  </a:moveTo>
                  <a:lnTo>
                    <a:pt x="1610829" y="12699"/>
                  </a:lnTo>
                  <a:lnTo>
                    <a:pt x="1610829" y="0"/>
                  </a:lnTo>
                  <a:lnTo>
                    <a:pt x="1629879" y="0"/>
                  </a:lnTo>
                  <a:lnTo>
                    <a:pt x="1629879" y="12699"/>
                  </a:lnTo>
                  <a:close/>
                </a:path>
                <a:path w="13754100" h="584200">
                  <a:moveTo>
                    <a:pt x="1604479" y="12699"/>
                  </a:moveTo>
                  <a:lnTo>
                    <a:pt x="1585442" y="12699"/>
                  </a:lnTo>
                  <a:lnTo>
                    <a:pt x="1585442" y="0"/>
                  </a:lnTo>
                  <a:lnTo>
                    <a:pt x="1604479" y="0"/>
                  </a:lnTo>
                  <a:lnTo>
                    <a:pt x="1604479" y="12699"/>
                  </a:lnTo>
                  <a:close/>
                </a:path>
                <a:path w="13754100" h="584200">
                  <a:moveTo>
                    <a:pt x="1579092" y="12699"/>
                  </a:moveTo>
                  <a:lnTo>
                    <a:pt x="1560042" y="12699"/>
                  </a:lnTo>
                  <a:lnTo>
                    <a:pt x="1560042" y="0"/>
                  </a:lnTo>
                  <a:lnTo>
                    <a:pt x="1579092" y="0"/>
                  </a:lnTo>
                  <a:lnTo>
                    <a:pt x="1579092" y="12699"/>
                  </a:lnTo>
                  <a:close/>
                </a:path>
                <a:path w="13754100" h="584200">
                  <a:moveTo>
                    <a:pt x="1553692" y="12699"/>
                  </a:moveTo>
                  <a:lnTo>
                    <a:pt x="1534655" y="12699"/>
                  </a:lnTo>
                  <a:lnTo>
                    <a:pt x="1534655" y="0"/>
                  </a:lnTo>
                  <a:lnTo>
                    <a:pt x="1553692" y="0"/>
                  </a:lnTo>
                  <a:lnTo>
                    <a:pt x="1553692" y="12699"/>
                  </a:lnTo>
                  <a:close/>
                </a:path>
                <a:path w="13754100" h="584200">
                  <a:moveTo>
                    <a:pt x="1528305" y="12699"/>
                  </a:moveTo>
                  <a:lnTo>
                    <a:pt x="1509255" y="12699"/>
                  </a:lnTo>
                  <a:lnTo>
                    <a:pt x="1509255" y="0"/>
                  </a:lnTo>
                  <a:lnTo>
                    <a:pt x="1528305" y="0"/>
                  </a:lnTo>
                  <a:lnTo>
                    <a:pt x="1528305" y="12699"/>
                  </a:lnTo>
                  <a:close/>
                </a:path>
                <a:path w="13754100" h="584200">
                  <a:moveTo>
                    <a:pt x="1502905" y="12699"/>
                  </a:moveTo>
                  <a:lnTo>
                    <a:pt x="1483868" y="12699"/>
                  </a:lnTo>
                  <a:lnTo>
                    <a:pt x="1483868" y="0"/>
                  </a:lnTo>
                  <a:lnTo>
                    <a:pt x="1502905" y="0"/>
                  </a:lnTo>
                  <a:lnTo>
                    <a:pt x="1502905" y="12699"/>
                  </a:lnTo>
                  <a:close/>
                </a:path>
                <a:path w="13754100" h="584200">
                  <a:moveTo>
                    <a:pt x="1477518" y="12699"/>
                  </a:moveTo>
                  <a:lnTo>
                    <a:pt x="1458468" y="12699"/>
                  </a:lnTo>
                  <a:lnTo>
                    <a:pt x="1458468" y="0"/>
                  </a:lnTo>
                  <a:lnTo>
                    <a:pt x="1477518" y="0"/>
                  </a:lnTo>
                  <a:lnTo>
                    <a:pt x="1477518" y="12699"/>
                  </a:lnTo>
                  <a:close/>
                </a:path>
                <a:path w="13754100" h="584200">
                  <a:moveTo>
                    <a:pt x="1452118" y="12699"/>
                  </a:moveTo>
                  <a:lnTo>
                    <a:pt x="1433080" y="12699"/>
                  </a:lnTo>
                  <a:lnTo>
                    <a:pt x="1433080" y="0"/>
                  </a:lnTo>
                  <a:lnTo>
                    <a:pt x="1452118" y="0"/>
                  </a:lnTo>
                  <a:lnTo>
                    <a:pt x="1452118" y="12699"/>
                  </a:lnTo>
                  <a:close/>
                </a:path>
                <a:path w="13754100" h="584200">
                  <a:moveTo>
                    <a:pt x="1426730" y="12699"/>
                  </a:moveTo>
                  <a:lnTo>
                    <a:pt x="1407680" y="12699"/>
                  </a:lnTo>
                  <a:lnTo>
                    <a:pt x="1407680" y="0"/>
                  </a:lnTo>
                  <a:lnTo>
                    <a:pt x="1426730" y="0"/>
                  </a:lnTo>
                  <a:lnTo>
                    <a:pt x="1426730" y="12699"/>
                  </a:lnTo>
                  <a:close/>
                </a:path>
                <a:path w="13754100" h="584200">
                  <a:moveTo>
                    <a:pt x="1401330" y="12699"/>
                  </a:moveTo>
                  <a:lnTo>
                    <a:pt x="1382293" y="12699"/>
                  </a:lnTo>
                  <a:lnTo>
                    <a:pt x="1382293" y="0"/>
                  </a:lnTo>
                  <a:lnTo>
                    <a:pt x="1401330" y="0"/>
                  </a:lnTo>
                  <a:lnTo>
                    <a:pt x="1401330" y="12699"/>
                  </a:lnTo>
                  <a:close/>
                </a:path>
                <a:path w="13754100" h="584200">
                  <a:moveTo>
                    <a:pt x="1375943" y="12699"/>
                  </a:moveTo>
                  <a:lnTo>
                    <a:pt x="1356893" y="12699"/>
                  </a:lnTo>
                  <a:lnTo>
                    <a:pt x="1356893" y="0"/>
                  </a:lnTo>
                  <a:lnTo>
                    <a:pt x="1375943" y="0"/>
                  </a:lnTo>
                  <a:lnTo>
                    <a:pt x="1375943" y="12699"/>
                  </a:lnTo>
                  <a:close/>
                </a:path>
                <a:path w="13754100" h="584200">
                  <a:moveTo>
                    <a:pt x="1350543" y="12699"/>
                  </a:moveTo>
                  <a:lnTo>
                    <a:pt x="1331506" y="12699"/>
                  </a:lnTo>
                  <a:lnTo>
                    <a:pt x="1331506" y="0"/>
                  </a:lnTo>
                  <a:lnTo>
                    <a:pt x="1350543" y="0"/>
                  </a:lnTo>
                  <a:lnTo>
                    <a:pt x="1350543" y="12699"/>
                  </a:lnTo>
                  <a:close/>
                </a:path>
                <a:path w="13754100" h="584200">
                  <a:moveTo>
                    <a:pt x="1325156" y="12699"/>
                  </a:moveTo>
                  <a:lnTo>
                    <a:pt x="1306106" y="12699"/>
                  </a:lnTo>
                  <a:lnTo>
                    <a:pt x="1306106" y="0"/>
                  </a:lnTo>
                  <a:lnTo>
                    <a:pt x="1325156" y="0"/>
                  </a:lnTo>
                  <a:lnTo>
                    <a:pt x="1325156" y="12699"/>
                  </a:lnTo>
                  <a:close/>
                </a:path>
                <a:path w="13754100" h="584200">
                  <a:moveTo>
                    <a:pt x="1299756" y="12699"/>
                  </a:moveTo>
                  <a:lnTo>
                    <a:pt x="1280718" y="12699"/>
                  </a:lnTo>
                  <a:lnTo>
                    <a:pt x="1280718" y="0"/>
                  </a:lnTo>
                  <a:lnTo>
                    <a:pt x="1299756" y="0"/>
                  </a:lnTo>
                  <a:lnTo>
                    <a:pt x="1299756" y="12699"/>
                  </a:lnTo>
                  <a:close/>
                </a:path>
                <a:path w="13754100" h="584200">
                  <a:moveTo>
                    <a:pt x="1274368" y="12699"/>
                  </a:moveTo>
                  <a:lnTo>
                    <a:pt x="1255318" y="12699"/>
                  </a:lnTo>
                  <a:lnTo>
                    <a:pt x="1255318" y="0"/>
                  </a:lnTo>
                  <a:lnTo>
                    <a:pt x="1274368" y="0"/>
                  </a:lnTo>
                  <a:lnTo>
                    <a:pt x="1274368" y="12699"/>
                  </a:lnTo>
                  <a:close/>
                </a:path>
                <a:path w="13754100" h="584200">
                  <a:moveTo>
                    <a:pt x="1248968" y="12699"/>
                  </a:moveTo>
                  <a:lnTo>
                    <a:pt x="1229931" y="12699"/>
                  </a:lnTo>
                  <a:lnTo>
                    <a:pt x="1229931" y="0"/>
                  </a:lnTo>
                  <a:lnTo>
                    <a:pt x="1248968" y="0"/>
                  </a:lnTo>
                  <a:lnTo>
                    <a:pt x="1248968" y="12699"/>
                  </a:lnTo>
                  <a:close/>
                </a:path>
                <a:path w="13754100" h="584200">
                  <a:moveTo>
                    <a:pt x="1223581" y="12699"/>
                  </a:moveTo>
                  <a:lnTo>
                    <a:pt x="1204531" y="12699"/>
                  </a:lnTo>
                  <a:lnTo>
                    <a:pt x="1204531" y="0"/>
                  </a:lnTo>
                  <a:lnTo>
                    <a:pt x="1223581" y="0"/>
                  </a:lnTo>
                  <a:lnTo>
                    <a:pt x="1223581" y="12699"/>
                  </a:lnTo>
                  <a:close/>
                </a:path>
                <a:path w="13754100" h="584200">
                  <a:moveTo>
                    <a:pt x="1198181" y="12699"/>
                  </a:moveTo>
                  <a:lnTo>
                    <a:pt x="1179144" y="12699"/>
                  </a:lnTo>
                  <a:lnTo>
                    <a:pt x="1179144" y="0"/>
                  </a:lnTo>
                  <a:lnTo>
                    <a:pt x="1198181" y="0"/>
                  </a:lnTo>
                  <a:lnTo>
                    <a:pt x="1198181" y="12699"/>
                  </a:lnTo>
                  <a:close/>
                </a:path>
                <a:path w="13754100" h="584200">
                  <a:moveTo>
                    <a:pt x="1172794" y="12699"/>
                  </a:moveTo>
                  <a:lnTo>
                    <a:pt x="1153744" y="12699"/>
                  </a:lnTo>
                  <a:lnTo>
                    <a:pt x="1153744" y="0"/>
                  </a:lnTo>
                  <a:lnTo>
                    <a:pt x="1172794" y="0"/>
                  </a:lnTo>
                  <a:lnTo>
                    <a:pt x="1172794" y="12699"/>
                  </a:lnTo>
                  <a:close/>
                </a:path>
                <a:path w="13754100" h="584200">
                  <a:moveTo>
                    <a:pt x="1147394" y="12699"/>
                  </a:moveTo>
                  <a:lnTo>
                    <a:pt x="1128344" y="12699"/>
                  </a:lnTo>
                  <a:lnTo>
                    <a:pt x="1128344" y="0"/>
                  </a:lnTo>
                  <a:lnTo>
                    <a:pt x="1147394" y="0"/>
                  </a:lnTo>
                  <a:lnTo>
                    <a:pt x="1147394" y="12699"/>
                  </a:lnTo>
                  <a:close/>
                </a:path>
                <a:path w="13754100" h="584200">
                  <a:moveTo>
                    <a:pt x="1122006" y="12699"/>
                  </a:moveTo>
                  <a:lnTo>
                    <a:pt x="1102956" y="12699"/>
                  </a:lnTo>
                  <a:lnTo>
                    <a:pt x="1102956" y="0"/>
                  </a:lnTo>
                  <a:lnTo>
                    <a:pt x="1122006" y="0"/>
                  </a:lnTo>
                  <a:lnTo>
                    <a:pt x="1122006" y="12699"/>
                  </a:lnTo>
                  <a:close/>
                </a:path>
                <a:path w="13754100" h="584200">
                  <a:moveTo>
                    <a:pt x="1096606" y="12699"/>
                  </a:moveTo>
                  <a:lnTo>
                    <a:pt x="1077556" y="12699"/>
                  </a:lnTo>
                  <a:lnTo>
                    <a:pt x="1077556" y="0"/>
                  </a:lnTo>
                  <a:lnTo>
                    <a:pt x="1096606" y="0"/>
                  </a:lnTo>
                  <a:lnTo>
                    <a:pt x="1096606" y="12699"/>
                  </a:lnTo>
                  <a:close/>
                </a:path>
                <a:path w="13754100" h="584200">
                  <a:moveTo>
                    <a:pt x="1071219" y="12699"/>
                  </a:moveTo>
                  <a:lnTo>
                    <a:pt x="1052169" y="12699"/>
                  </a:lnTo>
                  <a:lnTo>
                    <a:pt x="1052169" y="0"/>
                  </a:lnTo>
                  <a:lnTo>
                    <a:pt x="1071219" y="0"/>
                  </a:lnTo>
                  <a:lnTo>
                    <a:pt x="1071219" y="12699"/>
                  </a:lnTo>
                  <a:close/>
                </a:path>
                <a:path w="13754100" h="584200">
                  <a:moveTo>
                    <a:pt x="1045819" y="12699"/>
                  </a:moveTo>
                  <a:lnTo>
                    <a:pt x="1026769" y="12699"/>
                  </a:lnTo>
                  <a:lnTo>
                    <a:pt x="1026769" y="0"/>
                  </a:lnTo>
                  <a:lnTo>
                    <a:pt x="1045819" y="0"/>
                  </a:lnTo>
                  <a:lnTo>
                    <a:pt x="1045819" y="12699"/>
                  </a:lnTo>
                  <a:close/>
                </a:path>
                <a:path w="13754100" h="584200">
                  <a:moveTo>
                    <a:pt x="1020432" y="12699"/>
                  </a:moveTo>
                  <a:lnTo>
                    <a:pt x="1001382" y="12699"/>
                  </a:lnTo>
                  <a:lnTo>
                    <a:pt x="1001382" y="0"/>
                  </a:lnTo>
                  <a:lnTo>
                    <a:pt x="1020432" y="0"/>
                  </a:lnTo>
                  <a:lnTo>
                    <a:pt x="1020432" y="12699"/>
                  </a:lnTo>
                  <a:close/>
                </a:path>
                <a:path w="13754100" h="584200">
                  <a:moveTo>
                    <a:pt x="995032" y="12699"/>
                  </a:moveTo>
                  <a:lnTo>
                    <a:pt x="975982" y="12699"/>
                  </a:lnTo>
                  <a:lnTo>
                    <a:pt x="975982" y="0"/>
                  </a:lnTo>
                  <a:lnTo>
                    <a:pt x="995032" y="0"/>
                  </a:lnTo>
                  <a:lnTo>
                    <a:pt x="995032" y="12699"/>
                  </a:lnTo>
                  <a:close/>
                </a:path>
                <a:path w="13754100" h="584200">
                  <a:moveTo>
                    <a:pt x="969644" y="12699"/>
                  </a:moveTo>
                  <a:lnTo>
                    <a:pt x="950594" y="12699"/>
                  </a:lnTo>
                  <a:lnTo>
                    <a:pt x="950594" y="0"/>
                  </a:lnTo>
                  <a:lnTo>
                    <a:pt x="969644" y="0"/>
                  </a:lnTo>
                  <a:lnTo>
                    <a:pt x="969644" y="12699"/>
                  </a:lnTo>
                  <a:close/>
                </a:path>
                <a:path w="13754100" h="584200">
                  <a:moveTo>
                    <a:pt x="944244" y="12699"/>
                  </a:moveTo>
                  <a:lnTo>
                    <a:pt x="925194" y="12699"/>
                  </a:lnTo>
                  <a:lnTo>
                    <a:pt x="925194" y="0"/>
                  </a:lnTo>
                  <a:lnTo>
                    <a:pt x="944244" y="0"/>
                  </a:lnTo>
                  <a:lnTo>
                    <a:pt x="944244" y="12699"/>
                  </a:lnTo>
                  <a:close/>
                </a:path>
                <a:path w="13754100" h="584200">
                  <a:moveTo>
                    <a:pt x="918857" y="12699"/>
                  </a:moveTo>
                  <a:lnTo>
                    <a:pt x="899807" y="12699"/>
                  </a:lnTo>
                  <a:lnTo>
                    <a:pt x="899807" y="0"/>
                  </a:lnTo>
                  <a:lnTo>
                    <a:pt x="918857" y="0"/>
                  </a:lnTo>
                  <a:lnTo>
                    <a:pt x="918857" y="12699"/>
                  </a:lnTo>
                  <a:close/>
                </a:path>
                <a:path w="13754100" h="584200">
                  <a:moveTo>
                    <a:pt x="893457" y="12699"/>
                  </a:moveTo>
                  <a:lnTo>
                    <a:pt x="874407" y="12699"/>
                  </a:lnTo>
                  <a:lnTo>
                    <a:pt x="874407" y="0"/>
                  </a:lnTo>
                  <a:lnTo>
                    <a:pt x="893457" y="0"/>
                  </a:lnTo>
                  <a:lnTo>
                    <a:pt x="893457" y="12699"/>
                  </a:lnTo>
                  <a:close/>
                </a:path>
                <a:path w="13754100" h="584200">
                  <a:moveTo>
                    <a:pt x="868057" y="12699"/>
                  </a:moveTo>
                  <a:lnTo>
                    <a:pt x="849020" y="12699"/>
                  </a:lnTo>
                  <a:lnTo>
                    <a:pt x="849020" y="0"/>
                  </a:lnTo>
                  <a:lnTo>
                    <a:pt x="868057" y="0"/>
                  </a:lnTo>
                  <a:lnTo>
                    <a:pt x="868057" y="12699"/>
                  </a:lnTo>
                  <a:close/>
                </a:path>
                <a:path w="13754100" h="584200">
                  <a:moveTo>
                    <a:pt x="842670" y="12699"/>
                  </a:moveTo>
                  <a:lnTo>
                    <a:pt x="823620" y="12699"/>
                  </a:lnTo>
                  <a:lnTo>
                    <a:pt x="823620" y="0"/>
                  </a:lnTo>
                  <a:lnTo>
                    <a:pt x="842670" y="0"/>
                  </a:lnTo>
                  <a:lnTo>
                    <a:pt x="842670" y="12699"/>
                  </a:lnTo>
                  <a:close/>
                </a:path>
                <a:path w="13754100" h="584200">
                  <a:moveTo>
                    <a:pt x="817270" y="12699"/>
                  </a:moveTo>
                  <a:lnTo>
                    <a:pt x="798233" y="12699"/>
                  </a:lnTo>
                  <a:lnTo>
                    <a:pt x="798233" y="0"/>
                  </a:lnTo>
                  <a:lnTo>
                    <a:pt x="817270" y="0"/>
                  </a:lnTo>
                  <a:lnTo>
                    <a:pt x="817270" y="12699"/>
                  </a:lnTo>
                  <a:close/>
                </a:path>
                <a:path w="13754100" h="584200">
                  <a:moveTo>
                    <a:pt x="791883" y="12699"/>
                  </a:moveTo>
                  <a:lnTo>
                    <a:pt x="772833" y="12699"/>
                  </a:lnTo>
                  <a:lnTo>
                    <a:pt x="772833" y="0"/>
                  </a:lnTo>
                  <a:lnTo>
                    <a:pt x="791883" y="0"/>
                  </a:lnTo>
                  <a:lnTo>
                    <a:pt x="791883" y="12699"/>
                  </a:lnTo>
                  <a:close/>
                </a:path>
                <a:path w="13754100" h="584200">
                  <a:moveTo>
                    <a:pt x="766483" y="12699"/>
                  </a:moveTo>
                  <a:lnTo>
                    <a:pt x="747445" y="12699"/>
                  </a:lnTo>
                  <a:lnTo>
                    <a:pt x="747445" y="0"/>
                  </a:lnTo>
                  <a:lnTo>
                    <a:pt x="766483" y="0"/>
                  </a:lnTo>
                  <a:lnTo>
                    <a:pt x="766483" y="12699"/>
                  </a:lnTo>
                  <a:close/>
                </a:path>
                <a:path w="13754100" h="584200">
                  <a:moveTo>
                    <a:pt x="741095" y="12699"/>
                  </a:moveTo>
                  <a:lnTo>
                    <a:pt x="722045" y="12699"/>
                  </a:lnTo>
                  <a:lnTo>
                    <a:pt x="722045" y="0"/>
                  </a:lnTo>
                  <a:lnTo>
                    <a:pt x="741095" y="0"/>
                  </a:lnTo>
                  <a:lnTo>
                    <a:pt x="741095" y="12699"/>
                  </a:lnTo>
                  <a:close/>
                </a:path>
                <a:path w="13754100" h="584200">
                  <a:moveTo>
                    <a:pt x="715695" y="12699"/>
                  </a:moveTo>
                  <a:lnTo>
                    <a:pt x="696658" y="12699"/>
                  </a:lnTo>
                  <a:lnTo>
                    <a:pt x="696658" y="0"/>
                  </a:lnTo>
                  <a:lnTo>
                    <a:pt x="715695" y="0"/>
                  </a:lnTo>
                  <a:lnTo>
                    <a:pt x="715695" y="12699"/>
                  </a:lnTo>
                  <a:close/>
                </a:path>
                <a:path w="13754100" h="584200">
                  <a:moveTo>
                    <a:pt x="690308" y="12699"/>
                  </a:moveTo>
                  <a:lnTo>
                    <a:pt x="671258" y="12699"/>
                  </a:lnTo>
                  <a:lnTo>
                    <a:pt x="671258" y="0"/>
                  </a:lnTo>
                  <a:lnTo>
                    <a:pt x="690308" y="0"/>
                  </a:lnTo>
                  <a:lnTo>
                    <a:pt x="690308" y="12699"/>
                  </a:lnTo>
                  <a:close/>
                </a:path>
                <a:path w="13754100" h="584200">
                  <a:moveTo>
                    <a:pt x="664908" y="12699"/>
                  </a:moveTo>
                  <a:lnTo>
                    <a:pt x="645871" y="12699"/>
                  </a:lnTo>
                  <a:lnTo>
                    <a:pt x="645871" y="0"/>
                  </a:lnTo>
                  <a:lnTo>
                    <a:pt x="664908" y="0"/>
                  </a:lnTo>
                  <a:lnTo>
                    <a:pt x="664908" y="12699"/>
                  </a:lnTo>
                  <a:close/>
                </a:path>
                <a:path w="13754100" h="584200">
                  <a:moveTo>
                    <a:pt x="639521" y="12699"/>
                  </a:moveTo>
                  <a:lnTo>
                    <a:pt x="620471" y="12699"/>
                  </a:lnTo>
                  <a:lnTo>
                    <a:pt x="620471" y="0"/>
                  </a:lnTo>
                  <a:lnTo>
                    <a:pt x="639521" y="0"/>
                  </a:lnTo>
                  <a:lnTo>
                    <a:pt x="639521" y="12699"/>
                  </a:lnTo>
                  <a:close/>
                </a:path>
                <a:path w="13754100" h="584200">
                  <a:moveTo>
                    <a:pt x="614121" y="12699"/>
                  </a:moveTo>
                  <a:lnTo>
                    <a:pt x="595083" y="12699"/>
                  </a:lnTo>
                  <a:lnTo>
                    <a:pt x="595083" y="0"/>
                  </a:lnTo>
                  <a:lnTo>
                    <a:pt x="614121" y="0"/>
                  </a:lnTo>
                  <a:lnTo>
                    <a:pt x="614121" y="12699"/>
                  </a:lnTo>
                  <a:close/>
                </a:path>
                <a:path w="13754100" h="584200">
                  <a:moveTo>
                    <a:pt x="588733" y="12699"/>
                  </a:moveTo>
                  <a:lnTo>
                    <a:pt x="569683" y="12699"/>
                  </a:lnTo>
                  <a:lnTo>
                    <a:pt x="569683" y="0"/>
                  </a:lnTo>
                  <a:lnTo>
                    <a:pt x="588733" y="0"/>
                  </a:lnTo>
                  <a:lnTo>
                    <a:pt x="588733" y="12699"/>
                  </a:lnTo>
                  <a:close/>
                </a:path>
                <a:path w="13754100" h="584200">
                  <a:moveTo>
                    <a:pt x="563333" y="12699"/>
                  </a:moveTo>
                  <a:lnTo>
                    <a:pt x="544296" y="12699"/>
                  </a:lnTo>
                  <a:lnTo>
                    <a:pt x="544296" y="0"/>
                  </a:lnTo>
                  <a:lnTo>
                    <a:pt x="563333" y="0"/>
                  </a:lnTo>
                  <a:lnTo>
                    <a:pt x="563333" y="12699"/>
                  </a:lnTo>
                  <a:close/>
                </a:path>
                <a:path w="13754100" h="584200">
                  <a:moveTo>
                    <a:pt x="537946" y="12699"/>
                  </a:moveTo>
                  <a:lnTo>
                    <a:pt x="518896" y="12699"/>
                  </a:lnTo>
                  <a:lnTo>
                    <a:pt x="518896" y="0"/>
                  </a:lnTo>
                  <a:lnTo>
                    <a:pt x="537946" y="0"/>
                  </a:lnTo>
                  <a:lnTo>
                    <a:pt x="537946" y="12699"/>
                  </a:lnTo>
                  <a:close/>
                </a:path>
                <a:path w="13754100" h="584200">
                  <a:moveTo>
                    <a:pt x="512546" y="12699"/>
                  </a:moveTo>
                  <a:lnTo>
                    <a:pt x="493509" y="12699"/>
                  </a:lnTo>
                  <a:lnTo>
                    <a:pt x="493509" y="0"/>
                  </a:lnTo>
                  <a:lnTo>
                    <a:pt x="512546" y="0"/>
                  </a:lnTo>
                  <a:lnTo>
                    <a:pt x="512546" y="12699"/>
                  </a:lnTo>
                  <a:close/>
                </a:path>
                <a:path w="13754100" h="584200">
                  <a:moveTo>
                    <a:pt x="487159" y="12699"/>
                  </a:moveTo>
                  <a:lnTo>
                    <a:pt x="468109" y="12699"/>
                  </a:lnTo>
                  <a:lnTo>
                    <a:pt x="468109" y="0"/>
                  </a:lnTo>
                  <a:lnTo>
                    <a:pt x="487159" y="0"/>
                  </a:lnTo>
                  <a:lnTo>
                    <a:pt x="487159" y="12699"/>
                  </a:lnTo>
                  <a:close/>
                </a:path>
                <a:path w="13754100" h="584200">
                  <a:moveTo>
                    <a:pt x="461759" y="12699"/>
                  </a:moveTo>
                  <a:lnTo>
                    <a:pt x="442722" y="12699"/>
                  </a:lnTo>
                  <a:lnTo>
                    <a:pt x="442722" y="0"/>
                  </a:lnTo>
                  <a:lnTo>
                    <a:pt x="461759" y="0"/>
                  </a:lnTo>
                  <a:lnTo>
                    <a:pt x="461759" y="12699"/>
                  </a:lnTo>
                  <a:close/>
                </a:path>
                <a:path w="13754100" h="584200">
                  <a:moveTo>
                    <a:pt x="436372" y="12699"/>
                  </a:moveTo>
                  <a:lnTo>
                    <a:pt x="417322" y="12699"/>
                  </a:lnTo>
                  <a:lnTo>
                    <a:pt x="417322" y="0"/>
                  </a:lnTo>
                  <a:lnTo>
                    <a:pt x="436372" y="0"/>
                  </a:lnTo>
                  <a:lnTo>
                    <a:pt x="436372" y="12699"/>
                  </a:lnTo>
                  <a:close/>
                </a:path>
                <a:path w="13754100" h="584200">
                  <a:moveTo>
                    <a:pt x="410972" y="12699"/>
                  </a:moveTo>
                  <a:lnTo>
                    <a:pt x="391934" y="12699"/>
                  </a:lnTo>
                  <a:lnTo>
                    <a:pt x="391934" y="0"/>
                  </a:lnTo>
                  <a:lnTo>
                    <a:pt x="410972" y="0"/>
                  </a:lnTo>
                  <a:lnTo>
                    <a:pt x="410972" y="12699"/>
                  </a:lnTo>
                  <a:close/>
                </a:path>
                <a:path w="13754100" h="584200">
                  <a:moveTo>
                    <a:pt x="385584" y="12699"/>
                  </a:moveTo>
                  <a:lnTo>
                    <a:pt x="366534" y="12699"/>
                  </a:lnTo>
                  <a:lnTo>
                    <a:pt x="366534" y="0"/>
                  </a:lnTo>
                  <a:lnTo>
                    <a:pt x="385584" y="0"/>
                  </a:lnTo>
                  <a:lnTo>
                    <a:pt x="385584" y="12699"/>
                  </a:lnTo>
                  <a:close/>
                </a:path>
                <a:path w="13754100" h="584200">
                  <a:moveTo>
                    <a:pt x="360184" y="12699"/>
                  </a:moveTo>
                  <a:lnTo>
                    <a:pt x="341147" y="12699"/>
                  </a:lnTo>
                  <a:lnTo>
                    <a:pt x="341147" y="0"/>
                  </a:lnTo>
                  <a:lnTo>
                    <a:pt x="360184" y="0"/>
                  </a:lnTo>
                  <a:lnTo>
                    <a:pt x="360184" y="12699"/>
                  </a:lnTo>
                  <a:close/>
                </a:path>
                <a:path w="13754100" h="584200">
                  <a:moveTo>
                    <a:pt x="334797" y="12699"/>
                  </a:moveTo>
                  <a:lnTo>
                    <a:pt x="315747" y="12699"/>
                  </a:lnTo>
                  <a:lnTo>
                    <a:pt x="315747" y="0"/>
                  </a:lnTo>
                  <a:lnTo>
                    <a:pt x="334797" y="0"/>
                  </a:lnTo>
                  <a:lnTo>
                    <a:pt x="334797" y="12699"/>
                  </a:lnTo>
                  <a:close/>
                </a:path>
                <a:path w="13754100" h="584200">
                  <a:moveTo>
                    <a:pt x="309397" y="12699"/>
                  </a:moveTo>
                  <a:lnTo>
                    <a:pt x="290360" y="12699"/>
                  </a:lnTo>
                  <a:lnTo>
                    <a:pt x="290360" y="0"/>
                  </a:lnTo>
                  <a:lnTo>
                    <a:pt x="309397" y="0"/>
                  </a:lnTo>
                  <a:lnTo>
                    <a:pt x="309397" y="12699"/>
                  </a:lnTo>
                  <a:close/>
                </a:path>
                <a:path w="13754100" h="584200">
                  <a:moveTo>
                    <a:pt x="284010" y="12699"/>
                  </a:moveTo>
                  <a:lnTo>
                    <a:pt x="264960" y="12699"/>
                  </a:lnTo>
                  <a:lnTo>
                    <a:pt x="264960" y="0"/>
                  </a:lnTo>
                  <a:lnTo>
                    <a:pt x="284010" y="0"/>
                  </a:lnTo>
                  <a:lnTo>
                    <a:pt x="284010" y="12699"/>
                  </a:lnTo>
                  <a:close/>
                </a:path>
                <a:path w="13754100" h="584200">
                  <a:moveTo>
                    <a:pt x="249123" y="12699"/>
                  </a:moveTo>
                  <a:lnTo>
                    <a:pt x="239723" y="12699"/>
                  </a:lnTo>
                  <a:lnTo>
                    <a:pt x="239622" y="6349"/>
                  </a:lnTo>
                  <a:lnTo>
                    <a:pt x="239533" y="0"/>
                  </a:lnTo>
                  <a:lnTo>
                    <a:pt x="249123" y="0"/>
                  </a:lnTo>
                  <a:lnTo>
                    <a:pt x="249123" y="12699"/>
                  </a:lnTo>
                  <a:close/>
                </a:path>
                <a:path w="13754100" h="584200">
                  <a:moveTo>
                    <a:pt x="258610" y="12699"/>
                  </a:moveTo>
                  <a:lnTo>
                    <a:pt x="249123" y="12699"/>
                  </a:lnTo>
                  <a:lnTo>
                    <a:pt x="249123" y="0"/>
                  </a:lnTo>
                  <a:lnTo>
                    <a:pt x="258610" y="0"/>
                  </a:lnTo>
                  <a:lnTo>
                    <a:pt x="258610" y="12699"/>
                  </a:lnTo>
                  <a:close/>
                </a:path>
                <a:path w="13754100" h="584200">
                  <a:moveTo>
                    <a:pt x="214706" y="13665"/>
                  </a:moveTo>
                  <a:lnTo>
                    <a:pt x="213995" y="977"/>
                  </a:lnTo>
                  <a:lnTo>
                    <a:pt x="220306" y="622"/>
                  </a:lnTo>
                  <a:lnTo>
                    <a:pt x="226695" y="368"/>
                  </a:lnTo>
                  <a:lnTo>
                    <a:pt x="233146" y="203"/>
                  </a:lnTo>
                  <a:lnTo>
                    <a:pt x="233464" y="12903"/>
                  </a:lnTo>
                  <a:lnTo>
                    <a:pt x="227139" y="13055"/>
                  </a:lnTo>
                  <a:lnTo>
                    <a:pt x="220891" y="13309"/>
                  </a:lnTo>
                  <a:lnTo>
                    <a:pt x="214706" y="13665"/>
                  </a:lnTo>
                  <a:close/>
                </a:path>
                <a:path w="13754100" h="584200">
                  <a:moveTo>
                    <a:pt x="189763" y="15595"/>
                  </a:moveTo>
                  <a:lnTo>
                    <a:pt x="188506" y="2959"/>
                  </a:lnTo>
                  <a:lnTo>
                    <a:pt x="194779" y="2336"/>
                  </a:lnTo>
                  <a:lnTo>
                    <a:pt x="201155" y="1803"/>
                  </a:lnTo>
                  <a:lnTo>
                    <a:pt x="207606" y="1371"/>
                  </a:lnTo>
                  <a:lnTo>
                    <a:pt x="208457" y="14046"/>
                  </a:lnTo>
                  <a:lnTo>
                    <a:pt x="202133" y="14465"/>
                  </a:lnTo>
                  <a:lnTo>
                    <a:pt x="195910" y="14985"/>
                  </a:lnTo>
                  <a:lnTo>
                    <a:pt x="189763" y="15595"/>
                  </a:lnTo>
                  <a:close/>
                </a:path>
                <a:path w="13754100" h="584200">
                  <a:moveTo>
                    <a:pt x="164947" y="18643"/>
                  </a:moveTo>
                  <a:lnTo>
                    <a:pt x="163106" y="6070"/>
                  </a:lnTo>
                  <a:lnTo>
                    <a:pt x="169329" y="5168"/>
                  </a:lnTo>
                  <a:lnTo>
                    <a:pt x="175679" y="4343"/>
                  </a:lnTo>
                  <a:lnTo>
                    <a:pt x="182130" y="3632"/>
                  </a:lnTo>
                  <a:lnTo>
                    <a:pt x="183527" y="16255"/>
                  </a:lnTo>
                  <a:lnTo>
                    <a:pt x="177228" y="16954"/>
                  </a:lnTo>
                  <a:lnTo>
                    <a:pt x="171030" y="17754"/>
                  </a:lnTo>
                  <a:lnTo>
                    <a:pt x="164947" y="18643"/>
                  </a:lnTo>
                  <a:close/>
                </a:path>
                <a:path w="13754100" h="584200">
                  <a:moveTo>
                    <a:pt x="140322" y="22885"/>
                  </a:moveTo>
                  <a:lnTo>
                    <a:pt x="137845" y="10426"/>
                  </a:lnTo>
                  <a:lnTo>
                    <a:pt x="144005" y="9207"/>
                  </a:lnTo>
                  <a:lnTo>
                    <a:pt x="150317" y="8064"/>
                  </a:lnTo>
                  <a:lnTo>
                    <a:pt x="156768" y="7048"/>
                  </a:lnTo>
                  <a:lnTo>
                    <a:pt x="158762" y="19583"/>
                  </a:lnTo>
                  <a:lnTo>
                    <a:pt x="152476" y="20586"/>
                  </a:lnTo>
                  <a:lnTo>
                    <a:pt x="146329" y="21691"/>
                  </a:lnTo>
                  <a:lnTo>
                    <a:pt x="140322" y="22885"/>
                  </a:lnTo>
                  <a:close/>
                </a:path>
                <a:path w="13754100" h="584200">
                  <a:moveTo>
                    <a:pt x="116052" y="28460"/>
                  </a:moveTo>
                  <a:lnTo>
                    <a:pt x="112839" y="16167"/>
                  </a:lnTo>
                  <a:lnTo>
                    <a:pt x="118910" y="14579"/>
                  </a:lnTo>
                  <a:lnTo>
                    <a:pt x="125171" y="13093"/>
                  </a:lnTo>
                  <a:lnTo>
                    <a:pt x="131584" y="11722"/>
                  </a:lnTo>
                  <a:lnTo>
                    <a:pt x="134239" y="24142"/>
                  </a:lnTo>
                  <a:lnTo>
                    <a:pt x="128003" y="25476"/>
                  </a:lnTo>
                  <a:lnTo>
                    <a:pt x="121932" y="26923"/>
                  </a:lnTo>
                  <a:lnTo>
                    <a:pt x="116052" y="28460"/>
                  </a:lnTo>
                  <a:close/>
                </a:path>
                <a:path w="13754100" h="584200">
                  <a:moveTo>
                    <a:pt x="92240" y="35572"/>
                  </a:moveTo>
                  <a:lnTo>
                    <a:pt x="88150" y="23545"/>
                  </a:lnTo>
                  <a:lnTo>
                    <a:pt x="94081" y="21539"/>
                  </a:lnTo>
                  <a:lnTo>
                    <a:pt x="100241" y="19634"/>
                  </a:lnTo>
                  <a:lnTo>
                    <a:pt x="106616" y="17856"/>
                  </a:lnTo>
                  <a:lnTo>
                    <a:pt x="110032" y="30086"/>
                  </a:lnTo>
                  <a:lnTo>
                    <a:pt x="103873" y="31813"/>
                  </a:lnTo>
                  <a:lnTo>
                    <a:pt x="97929" y="33642"/>
                  </a:lnTo>
                  <a:lnTo>
                    <a:pt x="92240" y="35572"/>
                  </a:lnTo>
                  <a:close/>
                </a:path>
                <a:path w="13754100" h="584200">
                  <a:moveTo>
                    <a:pt x="69215" y="44526"/>
                  </a:moveTo>
                  <a:lnTo>
                    <a:pt x="64046" y="32931"/>
                  </a:lnTo>
                  <a:lnTo>
                    <a:pt x="69748" y="30391"/>
                  </a:lnTo>
                  <a:lnTo>
                    <a:pt x="75768" y="27965"/>
                  </a:lnTo>
                  <a:lnTo>
                    <a:pt x="82080" y="25679"/>
                  </a:lnTo>
                  <a:lnTo>
                    <a:pt x="86410" y="37617"/>
                  </a:lnTo>
                  <a:lnTo>
                    <a:pt x="80365" y="39814"/>
                  </a:lnTo>
                  <a:lnTo>
                    <a:pt x="74625" y="42113"/>
                  </a:lnTo>
                  <a:lnTo>
                    <a:pt x="69215" y="44526"/>
                  </a:lnTo>
                  <a:close/>
                </a:path>
                <a:path w="13754100" h="584200">
                  <a:moveTo>
                    <a:pt x="47548" y="55841"/>
                  </a:moveTo>
                  <a:lnTo>
                    <a:pt x="40894" y="45021"/>
                  </a:lnTo>
                  <a:lnTo>
                    <a:pt x="46215" y="41744"/>
                  </a:lnTo>
                  <a:lnTo>
                    <a:pt x="51981" y="38620"/>
                  </a:lnTo>
                  <a:lnTo>
                    <a:pt x="58166" y="35661"/>
                  </a:lnTo>
                  <a:lnTo>
                    <a:pt x="63652" y="47104"/>
                  </a:lnTo>
                  <a:lnTo>
                    <a:pt x="57835" y="49898"/>
                  </a:lnTo>
                  <a:lnTo>
                    <a:pt x="52451" y="52819"/>
                  </a:lnTo>
                  <a:lnTo>
                    <a:pt x="47548" y="55841"/>
                  </a:lnTo>
                  <a:close/>
                </a:path>
                <a:path w="13754100" h="584200">
                  <a:moveTo>
                    <a:pt x="28524" y="70256"/>
                  </a:moveTo>
                  <a:lnTo>
                    <a:pt x="19697" y="61125"/>
                  </a:lnTo>
                  <a:lnTo>
                    <a:pt x="24244" y="56730"/>
                  </a:lnTo>
                  <a:lnTo>
                    <a:pt x="29489" y="52552"/>
                  </a:lnTo>
                  <a:lnTo>
                    <a:pt x="35344" y="48602"/>
                  </a:lnTo>
                  <a:lnTo>
                    <a:pt x="42456" y="59118"/>
                  </a:lnTo>
                  <a:lnTo>
                    <a:pt x="37122" y="62737"/>
                  </a:lnTo>
                  <a:lnTo>
                    <a:pt x="32461" y="66459"/>
                  </a:lnTo>
                  <a:lnTo>
                    <a:pt x="28524" y="70256"/>
                  </a:lnTo>
                  <a:close/>
                </a:path>
                <a:path w="13754100" h="584200">
                  <a:moveTo>
                    <a:pt x="15367" y="88544"/>
                  </a:moveTo>
                  <a:lnTo>
                    <a:pt x="3632" y="83680"/>
                  </a:lnTo>
                  <a:lnTo>
                    <a:pt x="6210" y="77457"/>
                  </a:lnTo>
                  <a:lnTo>
                    <a:pt x="10071" y="71577"/>
                  </a:lnTo>
                  <a:lnTo>
                    <a:pt x="14973" y="66039"/>
                  </a:lnTo>
                  <a:lnTo>
                    <a:pt x="24485" y="74460"/>
                  </a:lnTo>
                  <a:lnTo>
                    <a:pt x="20345" y="79133"/>
                  </a:lnTo>
                  <a:lnTo>
                    <a:pt x="17416" y="83680"/>
                  </a:lnTo>
                  <a:lnTo>
                    <a:pt x="17310" y="83845"/>
                  </a:lnTo>
                  <a:lnTo>
                    <a:pt x="15367" y="88544"/>
                  </a:lnTo>
                  <a:close/>
                </a:path>
              </a:pathLst>
            </a:custGeom>
            <a:solidFill>
              <a:srgbClr val="F344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9505" y="694676"/>
              <a:ext cx="9596488" cy="19778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0" y="558800"/>
              <a:ext cx="85725" cy="7174230"/>
            </a:xfrm>
            <a:custGeom>
              <a:avLst/>
              <a:gdLst/>
              <a:ahLst/>
              <a:cxnLst/>
              <a:rect l="l" t="t" r="r" b="b"/>
              <a:pathLst>
                <a:path w="85725" h="7174230">
                  <a:moveTo>
                    <a:pt x="0" y="7173912"/>
                  </a:moveTo>
                  <a:lnTo>
                    <a:pt x="85725" y="7173912"/>
                  </a:lnTo>
                  <a:lnTo>
                    <a:pt x="85725" y="0"/>
                  </a:lnTo>
                  <a:lnTo>
                    <a:pt x="0" y="0"/>
                  </a:lnTo>
                  <a:lnTo>
                    <a:pt x="0" y="7173912"/>
                  </a:lnTo>
                  <a:close/>
                </a:path>
              </a:pathLst>
            </a:custGeom>
            <a:solidFill>
              <a:srgbClr val="E13E4E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22900" y="1206500"/>
              <a:ext cx="8432800" cy="355600"/>
            </a:xfrm>
            <a:custGeom>
              <a:avLst/>
              <a:gdLst/>
              <a:ahLst/>
              <a:cxnLst/>
              <a:rect l="l" t="t" r="r" b="b"/>
              <a:pathLst>
                <a:path w="8432800" h="355600">
                  <a:moveTo>
                    <a:pt x="8432800" y="0"/>
                  </a:moveTo>
                  <a:lnTo>
                    <a:pt x="8432800" y="355600"/>
                  </a:lnTo>
                  <a:lnTo>
                    <a:pt x="0" y="355600"/>
                  </a:lnTo>
                  <a:lnTo>
                    <a:pt x="0" y="0"/>
                  </a:lnTo>
                  <a:lnTo>
                    <a:pt x="8432800" y="0"/>
                  </a:lnTo>
                  <a:close/>
                </a:path>
              </a:pathLst>
            </a:custGeom>
            <a:solidFill>
              <a:srgbClr val="FD9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43145" y="1303718"/>
              <a:ext cx="1201381" cy="14618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422900" y="4559300"/>
              <a:ext cx="8432800" cy="355600"/>
            </a:xfrm>
            <a:custGeom>
              <a:avLst/>
              <a:gdLst/>
              <a:ahLst/>
              <a:cxnLst/>
              <a:rect l="l" t="t" r="r" b="b"/>
              <a:pathLst>
                <a:path w="8432800" h="355600">
                  <a:moveTo>
                    <a:pt x="8432800" y="0"/>
                  </a:moveTo>
                  <a:lnTo>
                    <a:pt x="8432800" y="355600"/>
                  </a:lnTo>
                  <a:lnTo>
                    <a:pt x="0" y="355600"/>
                  </a:lnTo>
                  <a:lnTo>
                    <a:pt x="0" y="0"/>
                  </a:lnTo>
                  <a:lnTo>
                    <a:pt x="8432800" y="0"/>
                  </a:lnTo>
                  <a:close/>
                </a:path>
              </a:pathLst>
            </a:custGeom>
            <a:solidFill>
              <a:srgbClr val="FD9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13328" y="4648276"/>
              <a:ext cx="5047107" cy="1928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741" y="936929"/>
              <a:ext cx="8269211" cy="1500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573000" y="609600"/>
              <a:ext cx="1282700" cy="5588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3893800" y="558800"/>
              <a:ext cx="76200" cy="7186930"/>
            </a:xfrm>
            <a:custGeom>
              <a:avLst/>
              <a:gdLst/>
              <a:ahLst/>
              <a:cxnLst/>
              <a:rect l="l" t="t" r="r" b="b"/>
              <a:pathLst>
                <a:path w="76200" h="7186930">
                  <a:moveTo>
                    <a:pt x="0" y="7186675"/>
                  </a:moveTo>
                  <a:lnTo>
                    <a:pt x="76200" y="7186675"/>
                  </a:lnTo>
                  <a:lnTo>
                    <a:pt x="76200" y="0"/>
                  </a:lnTo>
                  <a:lnTo>
                    <a:pt x="0" y="0"/>
                  </a:lnTo>
                  <a:lnTo>
                    <a:pt x="0" y="7186675"/>
                  </a:lnTo>
                  <a:close/>
                </a:path>
              </a:pathLst>
            </a:custGeom>
            <a:solidFill>
              <a:srgbClr val="E13E4E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2400" y="1219200"/>
              <a:ext cx="5232400" cy="292100"/>
            </a:xfrm>
            <a:custGeom>
              <a:avLst/>
              <a:gdLst/>
              <a:ahLst/>
              <a:cxnLst/>
              <a:rect l="l" t="t" r="r" b="b"/>
              <a:pathLst>
                <a:path w="5232400" h="292100">
                  <a:moveTo>
                    <a:pt x="5118100" y="0"/>
                  </a:moveTo>
                  <a:lnTo>
                    <a:pt x="114300" y="0"/>
                  </a:lnTo>
                  <a:lnTo>
                    <a:pt x="69806" y="8981"/>
                  </a:lnTo>
                  <a:lnTo>
                    <a:pt x="33475" y="33475"/>
                  </a:lnTo>
                  <a:lnTo>
                    <a:pt x="8981" y="69806"/>
                  </a:lnTo>
                  <a:lnTo>
                    <a:pt x="0" y="114300"/>
                  </a:lnTo>
                  <a:lnTo>
                    <a:pt x="0" y="292100"/>
                  </a:lnTo>
                  <a:lnTo>
                    <a:pt x="5232400" y="292100"/>
                  </a:lnTo>
                  <a:lnTo>
                    <a:pt x="5232400" y="114300"/>
                  </a:lnTo>
                  <a:lnTo>
                    <a:pt x="5223418" y="69806"/>
                  </a:lnTo>
                  <a:lnTo>
                    <a:pt x="5198924" y="33475"/>
                  </a:lnTo>
                  <a:lnTo>
                    <a:pt x="5162593" y="8981"/>
                  </a:lnTo>
                  <a:lnTo>
                    <a:pt x="5118100" y="0"/>
                  </a:lnTo>
                  <a:close/>
                </a:path>
              </a:pathLst>
            </a:custGeom>
            <a:solidFill>
              <a:srgbClr val="F344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6301" y="1288643"/>
              <a:ext cx="1256385" cy="18541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52400" y="1511300"/>
              <a:ext cx="1752600" cy="2984500"/>
            </a:xfrm>
            <a:custGeom>
              <a:avLst/>
              <a:gdLst/>
              <a:ahLst/>
              <a:cxnLst/>
              <a:rect l="l" t="t" r="r" b="b"/>
              <a:pathLst>
                <a:path w="1752600" h="2984500">
                  <a:moveTo>
                    <a:pt x="1752600" y="0"/>
                  </a:moveTo>
                  <a:lnTo>
                    <a:pt x="0" y="0"/>
                  </a:lnTo>
                  <a:lnTo>
                    <a:pt x="0" y="2870200"/>
                  </a:lnTo>
                  <a:lnTo>
                    <a:pt x="8981" y="2914693"/>
                  </a:lnTo>
                  <a:lnTo>
                    <a:pt x="33475" y="2951024"/>
                  </a:lnTo>
                  <a:lnTo>
                    <a:pt x="69806" y="2975518"/>
                  </a:lnTo>
                  <a:lnTo>
                    <a:pt x="114300" y="2984500"/>
                  </a:lnTo>
                  <a:lnTo>
                    <a:pt x="1752600" y="2984500"/>
                  </a:lnTo>
                  <a:lnTo>
                    <a:pt x="1752600" y="0"/>
                  </a:lnTo>
                  <a:close/>
                </a:path>
              </a:pathLst>
            </a:custGeom>
            <a:solidFill>
              <a:srgbClr val="FFE2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05000" y="1511300"/>
              <a:ext cx="1752600" cy="2984500"/>
            </a:xfrm>
            <a:custGeom>
              <a:avLst/>
              <a:gdLst/>
              <a:ahLst/>
              <a:cxnLst/>
              <a:rect l="l" t="t" r="r" b="b"/>
              <a:pathLst>
                <a:path w="1752600" h="2984500">
                  <a:moveTo>
                    <a:pt x="1752600" y="0"/>
                  </a:moveTo>
                  <a:lnTo>
                    <a:pt x="0" y="0"/>
                  </a:lnTo>
                  <a:lnTo>
                    <a:pt x="0" y="2984500"/>
                  </a:lnTo>
                  <a:lnTo>
                    <a:pt x="1752600" y="2984500"/>
                  </a:lnTo>
                  <a:lnTo>
                    <a:pt x="1752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32200" y="1511300"/>
              <a:ext cx="1752600" cy="2984500"/>
            </a:xfrm>
            <a:custGeom>
              <a:avLst/>
              <a:gdLst/>
              <a:ahLst/>
              <a:cxnLst/>
              <a:rect l="l" t="t" r="r" b="b"/>
              <a:pathLst>
                <a:path w="1752600" h="2984500">
                  <a:moveTo>
                    <a:pt x="1752600" y="0"/>
                  </a:moveTo>
                  <a:lnTo>
                    <a:pt x="0" y="0"/>
                  </a:lnTo>
                  <a:lnTo>
                    <a:pt x="0" y="2984500"/>
                  </a:lnTo>
                  <a:lnTo>
                    <a:pt x="1638300" y="2984500"/>
                  </a:lnTo>
                  <a:lnTo>
                    <a:pt x="1682793" y="2975518"/>
                  </a:lnTo>
                  <a:lnTo>
                    <a:pt x="1719124" y="2951024"/>
                  </a:lnTo>
                  <a:lnTo>
                    <a:pt x="1743618" y="2914693"/>
                  </a:lnTo>
                  <a:lnTo>
                    <a:pt x="1752600" y="2870200"/>
                  </a:lnTo>
                  <a:lnTo>
                    <a:pt x="1752600" y="0"/>
                  </a:lnTo>
                  <a:close/>
                </a:path>
              </a:pathLst>
            </a:custGeom>
            <a:solidFill>
              <a:srgbClr val="FFFF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79600" y="1778000"/>
              <a:ext cx="1714500" cy="57150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08440" y="1652942"/>
              <a:ext cx="1094740" cy="114300"/>
            </a:xfrm>
            <a:custGeom>
              <a:avLst/>
              <a:gdLst/>
              <a:ahLst/>
              <a:cxnLst/>
              <a:rect l="l" t="t" r="r" b="b"/>
              <a:pathLst>
                <a:path w="1094740" h="114300">
                  <a:moveTo>
                    <a:pt x="49466" y="23761"/>
                  </a:moveTo>
                  <a:lnTo>
                    <a:pt x="26022" y="23761"/>
                  </a:lnTo>
                  <a:lnTo>
                    <a:pt x="26022" y="112356"/>
                  </a:lnTo>
                  <a:lnTo>
                    <a:pt x="49466" y="112356"/>
                  </a:lnTo>
                  <a:lnTo>
                    <a:pt x="49466" y="23761"/>
                  </a:lnTo>
                  <a:close/>
                </a:path>
                <a:path w="1094740" h="114300">
                  <a:moveTo>
                    <a:pt x="49466" y="1523"/>
                  </a:moveTo>
                  <a:lnTo>
                    <a:pt x="27432" y="1523"/>
                  </a:lnTo>
                  <a:lnTo>
                    <a:pt x="0" y="18897"/>
                  </a:lnTo>
                  <a:lnTo>
                    <a:pt x="0" y="39674"/>
                  </a:lnTo>
                  <a:lnTo>
                    <a:pt x="25374" y="23761"/>
                  </a:lnTo>
                  <a:lnTo>
                    <a:pt x="49466" y="23761"/>
                  </a:lnTo>
                  <a:lnTo>
                    <a:pt x="49466" y="1523"/>
                  </a:lnTo>
                  <a:close/>
                </a:path>
                <a:path w="1094740" h="114300">
                  <a:moveTo>
                    <a:pt x="107022" y="87896"/>
                  </a:moveTo>
                  <a:lnTo>
                    <a:pt x="99987" y="87896"/>
                  </a:lnTo>
                  <a:lnTo>
                    <a:pt x="96913" y="89153"/>
                  </a:lnTo>
                  <a:lnTo>
                    <a:pt x="94348" y="91681"/>
                  </a:lnTo>
                  <a:lnTo>
                    <a:pt x="91833" y="94208"/>
                  </a:lnTo>
                  <a:lnTo>
                    <a:pt x="90563" y="97243"/>
                  </a:lnTo>
                  <a:lnTo>
                    <a:pt x="90563" y="104343"/>
                  </a:lnTo>
                  <a:lnTo>
                    <a:pt x="91833" y="107416"/>
                  </a:lnTo>
                  <a:lnTo>
                    <a:pt x="94348" y="109981"/>
                  </a:lnTo>
                  <a:lnTo>
                    <a:pt x="96913" y="112496"/>
                  </a:lnTo>
                  <a:lnTo>
                    <a:pt x="99987" y="113766"/>
                  </a:lnTo>
                  <a:lnTo>
                    <a:pt x="105892" y="113766"/>
                  </a:lnTo>
                  <a:lnTo>
                    <a:pt x="116547" y="103162"/>
                  </a:lnTo>
                  <a:lnTo>
                    <a:pt x="116547" y="97243"/>
                  </a:lnTo>
                  <a:lnTo>
                    <a:pt x="115239" y="94208"/>
                  </a:lnTo>
                  <a:lnTo>
                    <a:pt x="110045" y="89153"/>
                  </a:lnTo>
                  <a:lnTo>
                    <a:pt x="107022" y="87896"/>
                  </a:lnTo>
                  <a:close/>
                </a:path>
                <a:path w="1094740" h="114300">
                  <a:moveTo>
                    <a:pt x="206730" y="1523"/>
                  </a:moveTo>
                  <a:lnTo>
                    <a:pt x="186156" y="1523"/>
                  </a:lnTo>
                  <a:lnTo>
                    <a:pt x="186156" y="112356"/>
                  </a:lnTo>
                  <a:lnTo>
                    <a:pt x="209600" y="112356"/>
                  </a:lnTo>
                  <a:lnTo>
                    <a:pt x="209600" y="42595"/>
                  </a:lnTo>
                  <a:lnTo>
                    <a:pt x="234922" y="42595"/>
                  </a:lnTo>
                  <a:lnTo>
                    <a:pt x="206730" y="1523"/>
                  </a:lnTo>
                  <a:close/>
                </a:path>
                <a:path w="1094740" h="114300">
                  <a:moveTo>
                    <a:pt x="234922" y="42595"/>
                  </a:moveTo>
                  <a:lnTo>
                    <a:pt x="210400" y="42595"/>
                  </a:lnTo>
                  <a:lnTo>
                    <a:pt x="258622" y="112356"/>
                  </a:lnTo>
                  <a:lnTo>
                    <a:pt x="278866" y="112356"/>
                  </a:lnTo>
                  <a:lnTo>
                    <a:pt x="278866" y="71221"/>
                  </a:lnTo>
                  <a:lnTo>
                    <a:pt x="254571" y="71221"/>
                  </a:lnTo>
                  <a:lnTo>
                    <a:pt x="234922" y="42595"/>
                  </a:lnTo>
                  <a:close/>
                </a:path>
                <a:path w="1094740" h="114300">
                  <a:moveTo>
                    <a:pt x="278866" y="1523"/>
                  </a:moveTo>
                  <a:lnTo>
                    <a:pt x="255536" y="1523"/>
                  </a:lnTo>
                  <a:lnTo>
                    <a:pt x="255536" y="71221"/>
                  </a:lnTo>
                  <a:lnTo>
                    <a:pt x="278866" y="71221"/>
                  </a:lnTo>
                  <a:lnTo>
                    <a:pt x="278866" y="1523"/>
                  </a:lnTo>
                  <a:close/>
                </a:path>
                <a:path w="1094740" h="114300">
                  <a:moveTo>
                    <a:pt x="347929" y="28143"/>
                  </a:moveTo>
                  <a:lnTo>
                    <a:pt x="331114" y="28143"/>
                  </a:lnTo>
                  <a:lnTo>
                    <a:pt x="323850" y="29946"/>
                  </a:lnTo>
                  <a:lnTo>
                    <a:pt x="298762" y="61810"/>
                  </a:lnTo>
                  <a:lnTo>
                    <a:pt x="298706" y="80098"/>
                  </a:lnTo>
                  <a:lnTo>
                    <a:pt x="300266" y="87121"/>
                  </a:lnTo>
                  <a:lnTo>
                    <a:pt x="306908" y="99999"/>
                  </a:lnTo>
                  <a:lnTo>
                    <a:pt x="311619" y="105016"/>
                  </a:lnTo>
                  <a:lnTo>
                    <a:pt x="323850" y="112191"/>
                  </a:lnTo>
                  <a:lnTo>
                    <a:pt x="331114" y="113982"/>
                  </a:lnTo>
                  <a:lnTo>
                    <a:pt x="347929" y="113982"/>
                  </a:lnTo>
                  <a:lnTo>
                    <a:pt x="355180" y="112191"/>
                  </a:lnTo>
                  <a:lnTo>
                    <a:pt x="367411" y="105016"/>
                  </a:lnTo>
                  <a:lnTo>
                    <a:pt x="372135" y="99999"/>
                  </a:lnTo>
                  <a:lnTo>
                    <a:pt x="374133" y="96126"/>
                  </a:lnTo>
                  <a:lnTo>
                    <a:pt x="335775" y="96126"/>
                  </a:lnTo>
                  <a:lnTo>
                    <a:pt x="332524" y="95034"/>
                  </a:lnTo>
                  <a:lnTo>
                    <a:pt x="322046" y="75793"/>
                  </a:lnTo>
                  <a:lnTo>
                    <a:pt x="322046" y="66116"/>
                  </a:lnTo>
                  <a:lnTo>
                    <a:pt x="335775" y="45732"/>
                  </a:lnTo>
                  <a:lnTo>
                    <a:pt x="373982" y="45732"/>
                  </a:lnTo>
                  <a:lnTo>
                    <a:pt x="372135" y="42151"/>
                  </a:lnTo>
                  <a:lnTo>
                    <a:pt x="367411" y="37134"/>
                  </a:lnTo>
                  <a:lnTo>
                    <a:pt x="355180" y="29946"/>
                  </a:lnTo>
                  <a:lnTo>
                    <a:pt x="347929" y="28143"/>
                  </a:lnTo>
                  <a:close/>
                </a:path>
                <a:path w="1094740" h="114300">
                  <a:moveTo>
                    <a:pt x="373982" y="45732"/>
                  </a:moveTo>
                  <a:lnTo>
                    <a:pt x="343458" y="45732"/>
                  </a:lnTo>
                  <a:lnTo>
                    <a:pt x="346646" y="46837"/>
                  </a:lnTo>
                  <a:lnTo>
                    <a:pt x="351777" y="51244"/>
                  </a:lnTo>
                  <a:lnTo>
                    <a:pt x="353707" y="54228"/>
                  </a:lnTo>
                  <a:lnTo>
                    <a:pt x="355003" y="58026"/>
                  </a:lnTo>
                  <a:lnTo>
                    <a:pt x="356336" y="61810"/>
                  </a:lnTo>
                  <a:lnTo>
                    <a:pt x="356997" y="66116"/>
                  </a:lnTo>
                  <a:lnTo>
                    <a:pt x="356997" y="75793"/>
                  </a:lnTo>
                  <a:lnTo>
                    <a:pt x="356408" y="79628"/>
                  </a:lnTo>
                  <a:lnTo>
                    <a:pt x="356336" y="80098"/>
                  </a:lnTo>
                  <a:lnTo>
                    <a:pt x="355003" y="83896"/>
                  </a:lnTo>
                  <a:lnTo>
                    <a:pt x="353707" y="87680"/>
                  </a:lnTo>
                  <a:lnTo>
                    <a:pt x="351777" y="90677"/>
                  </a:lnTo>
                  <a:lnTo>
                    <a:pt x="349211" y="92875"/>
                  </a:lnTo>
                  <a:lnTo>
                    <a:pt x="346646" y="95034"/>
                  </a:lnTo>
                  <a:lnTo>
                    <a:pt x="343458" y="96126"/>
                  </a:lnTo>
                  <a:lnTo>
                    <a:pt x="374133" y="96126"/>
                  </a:lnTo>
                  <a:lnTo>
                    <a:pt x="378777" y="87121"/>
                  </a:lnTo>
                  <a:lnTo>
                    <a:pt x="380336" y="80098"/>
                  </a:lnTo>
                  <a:lnTo>
                    <a:pt x="380441" y="62534"/>
                  </a:lnTo>
                  <a:lnTo>
                    <a:pt x="378777" y="55029"/>
                  </a:lnTo>
                  <a:lnTo>
                    <a:pt x="373982" y="45732"/>
                  </a:lnTo>
                  <a:close/>
                </a:path>
                <a:path w="1094740" h="114300">
                  <a:moveTo>
                    <a:pt x="421944" y="29235"/>
                  </a:moveTo>
                  <a:lnTo>
                    <a:pt x="399592" y="29235"/>
                  </a:lnTo>
                  <a:lnTo>
                    <a:pt x="399592" y="112356"/>
                  </a:lnTo>
                  <a:lnTo>
                    <a:pt x="422643" y="112356"/>
                  </a:lnTo>
                  <a:lnTo>
                    <a:pt x="422643" y="61937"/>
                  </a:lnTo>
                  <a:lnTo>
                    <a:pt x="423405" y="58940"/>
                  </a:lnTo>
                  <a:lnTo>
                    <a:pt x="436434" y="48183"/>
                  </a:lnTo>
                  <a:lnTo>
                    <a:pt x="450037" y="48183"/>
                  </a:lnTo>
                  <a:lnTo>
                    <a:pt x="450037" y="43738"/>
                  </a:lnTo>
                  <a:lnTo>
                    <a:pt x="421944" y="43738"/>
                  </a:lnTo>
                  <a:lnTo>
                    <a:pt x="421944" y="29235"/>
                  </a:lnTo>
                  <a:close/>
                </a:path>
                <a:path w="1094740" h="114300">
                  <a:moveTo>
                    <a:pt x="450037" y="48183"/>
                  </a:moveTo>
                  <a:lnTo>
                    <a:pt x="443623" y="48183"/>
                  </a:lnTo>
                  <a:lnTo>
                    <a:pt x="448322" y="48806"/>
                  </a:lnTo>
                  <a:lnTo>
                    <a:pt x="448045" y="48806"/>
                  </a:lnTo>
                  <a:lnTo>
                    <a:pt x="448957" y="48983"/>
                  </a:lnTo>
                  <a:lnTo>
                    <a:pt x="450037" y="49314"/>
                  </a:lnTo>
                  <a:lnTo>
                    <a:pt x="450037" y="48183"/>
                  </a:lnTo>
                  <a:close/>
                </a:path>
                <a:path w="1094740" h="114300">
                  <a:moveTo>
                    <a:pt x="445185" y="28105"/>
                  </a:moveTo>
                  <a:lnTo>
                    <a:pt x="437928" y="28105"/>
                  </a:lnTo>
                  <a:lnTo>
                    <a:pt x="434009" y="29375"/>
                  </a:lnTo>
                  <a:lnTo>
                    <a:pt x="426872" y="34683"/>
                  </a:lnTo>
                  <a:lnTo>
                    <a:pt x="424332" y="38569"/>
                  </a:lnTo>
                  <a:lnTo>
                    <a:pt x="422808" y="43738"/>
                  </a:lnTo>
                  <a:lnTo>
                    <a:pt x="450037" y="43738"/>
                  </a:lnTo>
                  <a:lnTo>
                    <a:pt x="450037" y="28854"/>
                  </a:lnTo>
                  <a:lnTo>
                    <a:pt x="449021" y="28600"/>
                  </a:lnTo>
                  <a:lnTo>
                    <a:pt x="447852" y="28397"/>
                  </a:lnTo>
                  <a:lnTo>
                    <a:pt x="445185" y="28105"/>
                  </a:lnTo>
                  <a:close/>
                </a:path>
                <a:path w="1094740" h="114300">
                  <a:moveTo>
                    <a:pt x="488099" y="29235"/>
                  </a:moveTo>
                  <a:lnTo>
                    <a:pt x="466115" y="29235"/>
                  </a:lnTo>
                  <a:lnTo>
                    <a:pt x="466115" y="112356"/>
                  </a:lnTo>
                  <a:lnTo>
                    <a:pt x="489178" y="112356"/>
                  </a:lnTo>
                  <a:lnTo>
                    <a:pt x="489178" y="59397"/>
                  </a:lnTo>
                  <a:lnTo>
                    <a:pt x="489653" y="57264"/>
                  </a:lnTo>
                  <a:lnTo>
                    <a:pt x="500138" y="47142"/>
                  </a:lnTo>
                  <a:lnTo>
                    <a:pt x="586815" y="47142"/>
                  </a:lnTo>
                  <a:lnTo>
                    <a:pt x="585678" y="43891"/>
                  </a:lnTo>
                  <a:lnTo>
                    <a:pt x="488099" y="43891"/>
                  </a:lnTo>
                  <a:lnTo>
                    <a:pt x="488099" y="29235"/>
                  </a:lnTo>
                  <a:close/>
                </a:path>
                <a:path w="1094740" h="114300">
                  <a:moveTo>
                    <a:pt x="546849" y="47142"/>
                  </a:moveTo>
                  <a:lnTo>
                    <a:pt x="506488" y="47142"/>
                  </a:lnTo>
                  <a:lnTo>
                    <a:pt x="509857" y="48475"/>
                  </a:lnTo>
                  <a:lnTo>
                    <a:pt x="509657" y="48475"/>
                  </a:lnTo>
                  <a:lnTo>
                    <a:pt x="511848" y="50774"/>
                  </a:lnTo>
                  <a:lnTo>
                    <a:pt x="514197" y="53187"/>
                  </a:lnTo>
                  <a:lnTo>
                    <a:pt x="515366" y="56438"/>
                  </a:lnTo>
                  <a:lnTo>
                    <a:pt x="515366" y="112356"/>
                  </a:lnTo>
                  <a:lnTo>
                    <a:pt x="537718" y="112356"/>
                  </a:lnTo>
                  <a:lnTo>
                    <a:pt x="537718" y="57264"/>
                  </a:lnTo>
                  <a:lnTo>
                    <a:pt x="538899" y="53784"/>
                  </a:lnTo>
                  <a:lnTo>
                    <a:pt x="543585" y="48475"/>
                  </a:lnTo>
                  <a:lnTo>
                    <a:pt x="546849" y="47142"/>
                  </a:lnTo>
                  <a:close/>
                </a:path>
                <a:path w="1094740" h="114300">
                  <a:moveTo>
                    <a:pt x="586815" y="47142"/>
                  </a:moveTo>
                  <a:lnTo>
                    <a:pt x="554710" y="47142"/>
                  </a:lnTo>
                  <a:lnTo>
                    <a:pt x="558256" y="48475"/>
                  </a:lnTo>
                  <a:lnTo>
                    <a:pt x="557972" y="48475"/>
                  </a:lnTo>
                  <a:lnTo>
                    <a:pt x="562686" y="52920"/>
                  </a:lnTo>
                  <a:lnTo>
                    <a:pt x="563918" y="56438"/>
                  </a:lnTo>
                  <a:lnTo>
                    <a:pt x="563918" y="112356"/>
                  </a:lnTo>
                  <a:lnTo>
                    <a:pt x="586917" y="112356"/>
                  </a:lnTo>
                  <a:lnTo>
                    <a:pt x="586815" y="47142"/>
                  </a:lnTo>
                  <a:close/>
                </a:path>
                <a:path w="1094740" h="114300">
                  <a:moveTo>
                    <a:pt x="517931" y="28143"/>
                  </a:moveTo>
                  <a:lnTo>
                    <a:pt x="506603" y="28143"/>
                  </a:lnTo>
                  <a:lnTo>
                    <a:pt x="502854" y="29235"/>
                  </a:lnTo>
                  <a:lnTo>
                    <a:pt x="489064" y="43891"/>
                  </a:lnTo>
                  <a:lnTo>
                    <a:pt x="534797" y="43891"/>
                  </a:lnTo>
                  <a:lnTo>
                    <a:pt x="533481" y="39128"/>
                  </a:lnTo>
                  <a:lnTo>
                    <a:pt x="530858" y="35331"/>
                  </a:lnTo>
                  <a:lnTo>
                    <a:pt x="522800" y="29590"/>
                  </a:lnTo>
                  <a:lnTo>
                    <a:pt x="517931" y="28143"/>
                  </a:lnTo>
                  <a:close/>
                </a:path>
                <a:path w="1094740" h="114300">
                  <a:moveTo>
                    <a:pt x="568477" y="28143"/>
                  </a:moveTo>
                  <a:lnTo>
                    <a:pt x="554621" y="28143"/>
                  </a:lnTo>
                  <a:lnTo>
                    <a:pt x="549338" y="29590"/>
                  </a:lnTo>
                  <a:lnTo>
                    <a:pt x="540423" y="35331"/>
                  </a:lnTo>
                  <a:lnTo>
                    <a:pt x="537362" y="39128"/>
                  </a:lnTo>
                  <a:lnTo>
                    <a:pt x="535660" y="43891"/>
                  </a:lnTo>
                  <a:lnTo>
                    <a:pt x="585678" y="43891"/>
                  </a:lnTo>
                  <a:lnTo>
                    <a:pt x="584479" y="40462"/>
                  </a:lnTo>
                  <a:lnTo>
                    <a:pt x="579615" y="35559"/>
                  </a:lnTo>
                  <a:lnTo>
                    <a:pt x="574776" y="30619"/>
                  </a:lnTo>
                  <a:lnTo>
                    <a:pt x="568477" y="28143"/>
                  </a:lnTo>
                  <a:close/>
                </a:path>
                <a:path w="1094740" h="114300">
                  <a:moveTo>
                    <a:pt x="677711" y="44983"/>
                  </a:moveTo>
                  <a:lnTo>
                    <a:pt x="648347" y="44983"/>
                  </a:lnTo>
                  <a:lnTo>
                    <a:pt x="651383" y="45910"/>
                  </a:lnTo>
                  <a:lnTo>
                    <a:pt x="653503" y="47790"/>
                  </a:lnTo>
                  <a:lnTo>
                    <a:pt x="655675" y="49669"/>
                  </a:lnTo>
                  <a:lnTo>
                    <a:pt x="656755" y="52323"/>
                  </a:lnTo>
                  <a:lnTo>
                    <a:pt x="656755" y="57835"/>
                  </a:lnTo>
                  <a:lnTo>
                    <a:pt x="632510" y="63931"/>
                  </a:lnTo>
                  <a:lnTo>
                    <a:pt x="628573" y="64617"/>
                  </a:lnTo>
                  <a:lnTo>
                    <a:pt x="605396" y="84518"/>
                  </a:lnTo>
                  <a:lnTo>
                    <a:pt x="605399" y="94640"/>
                  </a:lnTo>
                  <a:lnTo>
                    <a:pt x="627697" y="113931"/>
                  </a:lnTo>
                  <a:lnTo>
                    <a:pt x="637108" y="113931"/>
                  </a:lnTo>
                  <a:lnTo>
                    <a:pt x="657301" y="100825"/>
                  </a:lnTo>
                  <a:lnTo>
                    <a:pt x="679805" y="100825"/>
                  </a:lnTo>
                  <a:lnTo>
                    <a:pt x="679805" y="98018"/>
                  </a:lnTo>
                  <a:lnTo>
                    <a:pt x="636066" y="98018"/>
                  </a:lnTo>
                  <a:lnTo>
                    <a:pt x="633145" y="97205"/>
                  </a:lnTo>
                  <a:lnTo>
                    <a:pt x="630834" y="95580"/>
                  </a:lnTo>
                  <a:lnTo>
                    <a:pt x="628561" y="93916"/>
                  </a:lnTo>
                  <a:lnTo>
                    <a:pt x="627418" y="91516"/>
                  </a:lnTo>
                  <a:lnTo>
                    <a:pt x="627418" y="86220"/>
                  </a:lnTo>
                  <a:lnTo>
                    <a:pt x="645121" y="76961"/>
                  </a:lnTo>
                  <a:lnTo>
                    <a:pt x="648220" y="76441"/>
                  </a:lnTo>
                  <a:lnTo>
                    <a:pt x="656920" y="73825"/>
                  </a:lnTo>
                  <a:lnTo>
                    <a:pt x="679805" y="73825"/>
                  </a:lnTo>
                  <a:lnTo>
                    <a:pt x="679805" y="51346"/>
                  </a:lnTo>
                  <a:lnTo>
                    <a:pt x="678853" y="47104"/>
                  </a:lnTo>
                  <a:lnTo>
                    <a:pt x="677711" y="44983"/>
                  </a:lnTo>
                  <a:close/>
                </a:path>
                <a:path w="1094740" h="114300">
                  <a:moveTo>
                    <a:pt x="679805" y="100825"/>
                  </a:moveTo>
                  <a:lnTo>
                    <a:pt x="657948" y="100825"/>
                  </a:lnTo>
                  <a:lnTo>
                    <a:pt x="657948" y="112356"/>
                  </a:lnTo>
                  <a:lnTo>
                    <a:pt x="679805" y="112356"/>
                  </a:lnTo>
                  <a:lnTo>
                    <a:pt x="679805" y="100825"/>
                  </a:lnTo>
                  <a:close/>
                </a:path>
                <a:path w="1094740" h="114300">
                  <a:moveTo>
                    <a:pt x="679805" y="73825"/>
                  </a:moveTo>
                  <a:lnTo>
                    <a:pt x="656920" y="73825"/>
                  </a:lnTo>
                  <a:lnTo>
                    <a:pt x="656920" y="85572"/>
                  </a:lnTo>
                  <a:lnTo>
                    <a:pt x="656183" y="88188"/>
                  </a:lnTo>
                  <a:lnTo>
                    <a:pt x="642988" y="98018"/>
                  </a:lnTo>
                  <a:lnTo>
                    <a:pt x="679805" y="98018"/>
                  </a:lnTo>
                  <a:lnTo>
                    <a:pt x="679805" y="73825"/>
                  </a:lnTo>
                  <a:close/>
                </a:path>
                <a:path w="1094740" h="114300">
                  <a:moveTo>
                    <a:pt x="649147" y="28143"/>
                  </a:moveTo>
                  <a:lnTo>
                    <a:pt x="637882" y="28143"/>
                  </a:lnTo>
                  <a:lnTo>
                    <a:pt x="632040" y="29159"/>
                  </a:lnTo>
                  <a:lnTo>
                    <a:pt x="608634" y="51346"/>
                  </a:lnTo>
                  <a:lnTo>
                    <a:pt x="608534" y="51815"/>
                  </a:lnTo>
                  <a:lnTo>
                    <a:pt x="608425" y="52323"/>
                  </a:lnTo>
                  <a:lnTo>
                    <a:pt x="608317" y="52831"/>
                  </a:lnTo>
                  <a:lnTo>
                    <a:pt x="629640" y="54559"/>
                  </a:lnTo>
                  <a:lnTo>
                    <a:pt x="630440" y="51815"/>
                  </a:lnTo>
                  <a:lnTo>
                    <a:pt x="631963" y="49669"/>
                  </a:lnTo>
                  <a:lnTo>
                    <a:pt x="636951" y="45910"/>
                  </a:lnTo>
                  <a:lnTo>
                    <a:pt x="640270" y="44983"/>
                  </a:lnTo>
                  <a:lnTo>
                    <a:pt x="677711" y="44983"/>
                  </a:lnTo>
                  <a:lnTo>
                    <a:pt x="675030" y="40004"/>
                  </a:lnTo>
                  <a:lnTo>
                    <a:pt x="672414" y="37071"/>
                  </a:lnTo>
                  <a:lnTo>
                    <a:pt x="665810" y="32524"/>
                  </a:lnTo>
                  <a:lnTo>
                    <a:pt x="662038" y="30848"/>
                  </a:lnTo>
                  <a:lnTo>
                    <a:pt x="653567" y="28689"/>
                  </a:lnTo>
                  <a:lnTo>
                    <a:pt x="649147" y="28143"/>
                  </a:lnTo>
                  <a:close/>
                </a:path>
                <a:path w="1094740" h="114300">
                  <a:moveTo>
                    <a:pt x="724916" y="1523"/>
                  </a:moveTo>
                  <a:lnTo>
                    <a:pt x="701865" y="1523"/>
                  </a:lnTo>
                  <a:lnTo>
                    <a:pt x="701865" y="112356"/>
                  </a:lnTo>
                  <a:lnTo>
                    <a:pt x="724916" y="112356"/>
                  </a:lnTo>
                  <a:lnTo>
                    <a:pt x="724916" y="1523"/>
                  </a:lnTo>
                  <a:close/>
                </a:path>
                <a:path w="1094740" h="114300">
                  <a:moveTo>
                    <a:pt x="839520" y="1523"/>
                  </a:moveTo>
                  <a:lnTo>
                    <a:pt x="787425" y="1523"/>
                  </a:lnTo>
                  <a:lnTo>
                    <a:pt x="787425" y="112356"/>
                  </a:lnTo>
                  <a:lnTo>
                    <a:pt x="810856" y="112356"/>
                  </a:lnTo>
                  <a:lnTo>
                    <a:pt x="810856" y="73063"/>
                  </a:lnTo>
                  <a:lnTo>
                    <a:pt x="801281" y="73063"/>
                  </a:lnTo>
                  <a:lnTo>
                    <a:pt x="801281" y="54228"/>
                  </a:lnTo>
                  <a:lnTo>
                    <a:pt x="810856" y="54228"/>
                  </a:lnTo>
                  <a:lnTo>
                    <a:pt x="810856" y="20675"/>
                  </a:lnTo>
                  <a:lnTo>
                    <a:pt x="867363" y="20675"/>
                  </a:lnTo>
                  <a:lnTo>
                    <a:pt x="866165" y="18618"/>
                  </a:lnTo>
                  <a:lnTo>
                    <a:pt x="863066" y="13169"/>
                  </a:lnTo>
                  <a:lnTo>
                    <a:pt x="858545" y="8966"/>
                  </a:lnTo>
                  <a:lnTo>
                    <a:pt x="846670" y="3022"/>
                  </a:lnTo>
                  <a:lnTo>
                    <a:pt x="839520" y="1523"/>
                  </a:lnTo>
                  <a:close/>
                </a:path>
                <a:path w="1094740" h="114300">
                  <a:moveTo>
                    <a:pt x="847322" y="61988"/>
                  </a:moveTo>
                  <a:lnTo>
                    <a:pt x="822048" y="61988"/>
                  </a:lnTo>
                  <a:lnTo>
                    <a:pt x="848956" y="112356"/>
                  </a:lnTo>
                  <a:lnTo>
                    <a:pt x="874826" y="112356"/>
                  </a:lnTo>
                  <a:lnTo>
                    <a:pt x="853369" y="73063"/>
                  </a:lnTo>
                  <a:lnTo>
                    <a:pt x="839076" y="73063"/>
                  </a:lnTo>
                  <a:lnTo>
                    <a:pt x="846328" y="71653"/>
                  </a:lnTo>
                  <a:lnTo>
                    <a:pt x="851322" y="69314"/>
                  </a:lnTo>
                  <a:lnTo>
                    <a:pt x="847322" y="61988"/>
                  </a:lnTo>
                  <a:close/>
                </a:path>
                <a:path w="1094740" h="114300">
                  <a:moveTo>
                    <a:pt x="810856" y="54228"/>
                  </a:moveTo>
                  <a:lnTo>
                    <a:pt x="801281" y="54228"/>
                  </a:lnTo>
                  <a:lnTo>
                    <a:pt x="801281" y="73063"/>
                  </a:lnTo>
                  <a:lnTo>
                    <a:pt x="810856" y="73063"/>
                  </a:lnTo>
                  <a:lnTo>
                    <a:pt x="810856" y="54228"/>
                  </a:lnTo>
                  <a:close/>
                </a:path>
                <a:path w="1094740" h="114300">
                  <a:moveTo>
                    <a:pt x="867363" y="20675"/>
                  </a:moveTo>
                  <a:lnTo>
                    <a:pt x="831176" y="20675"/>
                  </a:lnTo>
                  <a:lnTo>
                    <a:pt x="834910" y="21348"/>
                  </a:lnTo>
                  <a:lnTo>
                    <a:pt x="837869" y="22682"/>
                  </a:lnTo>
                  <a:lnTo>
                    <a:pt x="840925" y="24028"/>
                  </a:lnTo>
                  <a:lnTo>
                    <a:pt x="843076" y="25895"/>
                  </a:lnTo>
                  <a:lnTo>
                    <a:pt x="844524" y="28422"/>
                  </a:lnTo>
                  <a:lnTo>
                    <a:pt x="845997" y="30937"/>
                  </a:lnTo>
                  <a:lnTo>
                    <a:pt x="846747" y="34048"/>
                  </a:lnTo>
                  <a:lnTo>
                    <a:pt x="846747" y="41376"/>
                  </a:lnTo>
                  <a:lnTo>
                    <a:pt x="831240" y="54228"/>
                  </a:lnTo>
                  <a:lnTo>
                    <a:pt x="810856" y="54228"/>
                  </a:lnTo>
                  <a:lnTo>
                    <a:pt x="810856" y="73063"/>
                  </a:lnTo>
                  <a:lnTo>
                    <a:pt x="827964" y="73063"/>
                  </a:lnTo>
                  <a:lnTo>
                    <a:pt x="822048" y="61988"/>
                  </a:lnTo>
                  <a:lnTo>
                    <a:pt x="862939" y="61988"/>
                  </a:lnTo>
                  <a:lnTo>
                    <a:pt x="869289" y="51422"/>
                  </a:lnTo>
                  <a:lnTo>
                    <a:pt x="870877" y="45084"/>
                  </a:lnTo>
                  <a:lnTo>
                    <a:pt x="870877" y="30403"/>
                  </a:lnTo>
                  <a:lnTo>
                    <a:pt x="869315" y="24028"/>
                  </a:lnTo>
                  <a:lnTo>
                    <a:pt x="867363" y="20675"/>
                  </a:lnTo>
                  <a:close/>
                </a:path>
                <a:path w="1094740" h="114300">
                  <a:moveTo>
                    <a:pt x="851322" y="69314"/>
                  </a:moveTo>
                  <a:lnTo>
                    <a:pt x="846328" y="71653"/>
                  </a:lnTo>
                  <a:lnTo>
                    <a:pt x="839076" y="73063"/>
                  </a:lnTo>
                  <a:lnTo>
                    <a:pt x="853369" y="73063"/>
                  </a:lnTo>
                  <a:lnTo>
                    <a:pt x="851322" y="69314"/>
                  </a:lnTo>
                  <a:close/>
                </a:path>
                <a:path w="1094740" h="114300">
                  <a:moveTo>
                    <a:pt x="862939" y="61988"/>
                  </a:moveTo>
                  <a:lnTo>
                    <a:pt x="847322" y="61988"/>
                  </a:lnTo>
                  <a:lnTo>
                    <a:pt x="851322" y="69314"/>
                  </a:lnTo>
                  <a:lnTo>
                    <a:pt x="858342" y="66027"/>
                  </a:lnTo>
                  <a:lnTo>
                    <a:pt x="862939" y="61988"/>
                  </a:lnTo>
                  <a:close/>
                </a:path>
                <a:path w="1094740" h="114300">
                  <a:moveTo>
                    <a:pt x="944486" y="20840"/>
                  </a:moveTo>
                  <a:lnTo>
                    <a:pt x="921321" y="20840"/>
                  </a:lnTo>
                  <a:lnTo>
                    <a:pt x="921321" y="112356"/>
                  </a:lnTo>
                  <a:lnTo>
                    <a:pt x="944486" y="112356"/>
                  </a:lnTo>
                  <a:lnTo>
                    <a:pt x="944486" y="20840"/>
                  </a:lnTo>
                  <a:close/>
                </a:path>
                <a:path w="1094740" h="114300">
                  <a:moveTo>
                    <a:pt x="978408" y="1523"/>
                  </a:moveTo>
                  <a:lnTo>
                    <a:pt x="887387" y="1523"/>
                  </a:lnTo>
                  <a:lnTo>
                    <a:pt x="887387" y="20840"/>
                  </a:lnTo>
                  <a:lnTo>
                    <a:pt x="978408" y="20840"/>
                  </a:lnTo>
                  <a:lnTo>
                    <a:pt x="978408" y="1523"/>
                  </a:lnTo>
                  <a:close/>
                </a:path>
                <a:path w="1094740" h="114300">
                  <a:moveTo>
                    <a:pt x="1042466" y="0"/>
                  </a:moveTo>
                  <a:lnTo>
                    <a:pt x="1005432" y="14887"/>
                  </a:lnTo>
                  <a:lnTo>
                    <a:pt x="990561" y="56934"/>
                  </a:lnTo>
                  <a:lnTo>
                    <a:pt x="990945" y="64769"/>
                  </a:lnTo>
                  <a:lnTo>
                    <a:pt x="1010457" y="103484"/>
                  </a:lnTo>
                  <a:lnTo>
                    <a:pt x="1042466" y="113868"/>
                  </a:lnTo>
                  <a:lnTo>
                    <a:pt x="1049617" y="113453"/>
                  </a:lnTo>
                  <a:lnTo>
                    <a:pt x="1083768" y="93768"/>
                  </a:lnTo>
                  <a:lnTo>
                    <a:pt x="1084158" y="93141"/>
                  </a:lnTo>
                  <a:lnTo>
                    <a:pt x="1036802" y="93141"/>
                  </a:lnTo>
                  <a:lnTo>
                    <a:pt x="1031862" y="91757"/>
                  </a:lnTo>
                  <a:lnTo>
                    <a:pt x="1023416" y="86194"/>
                  </a:lnTo>
                  <a:lnTo>
                    <a:pt x="1020127" y="82118"/>
                  </a:lnTo>
                  <a:lnTo>
                    <a:pt x="1015479" y="71373"/>
                  </a:lnTo>
                  <a:lnTo>
                    <a:pt x="1014323" y="64769"/>
                  </a:lnTo>
                  <a:lnTo>
                    <a:pt x="1014323" y="49110"/>
                  </a:lnTo>
                  <a:lnTo>
                    <a:pt x="1036802" y="20739"/>
                  </a:lnTo>
                  <a:lnTo>
                    <a:pt x="1084160" y="20739"/>
                  </a:lnTo>
                  <a:lnTo>
                    <a:pt x="1083768" y="20109"/>
                  </a:lnTo>
                  <a:lnTo>
                    <a:pt x="1049617" y="421"/>
                  </a:lnTo>
                  <a:lnTo>
                    <a:pt x="1042466" y="0"/>
                  </a:lnTo>
                  <a:close/>
                </a:path>
                <a:path w="1094740" h="114300">
                  <a:moveTo>
                    <a:pt x="1084160" y="20739"/>
                  </a:moveTo>
                  <a:lnTo>
                    <a:pt x="1048131" y="20739"/>
                  </a:lnTo>
                  <a:lnTo>
                    <a:pt x="1053071" y="22123"/>
                  </a:lnTo>
                  <a:lnTo>
                    <a:pt x="1061516" y="27673"/>
                  </a:lnTo>
                  <a:lnTo>
                    <a:pt x="1064780" y="31749"/>
                  </a:lnTo>
                  <a:lnTo>
                    <a:pt x="1067092" y="37134"/>
                  </a:lnTo>
                  <a:lnTo>
                    <a:pt x="1069428" y="42506"/>
                  </a:lnTo>
                  <a:lnTo>
                    <a:pt x="1070610" y="49110"/>
                  </a:lnTo>
                  <a:lnTo>
                    <a:pt x="1070610" y="64769"/>
                  </a:lnTo>
                  <a:lnTo>
                    <a:pt x="1048131" y="93141"/>
                  </a:lnTo>
                  <a:lnTo>
                    <a:pt x="1084158" y="93141"/>
                  </a:lnTo>
                  <a:lnTo>
                    <a:pt x="1094359" y="56934"/>
                  </a:lnTo>
                  <a:lnTo>
                    <a:pt x="1093974" y="49110"/>
                  </a:lnTo>
                  <a:lnTo>
                    <a:pt x="1093930" y="48211"/>
                  </a:lnTo>
                  <a:lnTo>
                    <a:pt x="1092642" y="40162"/>
                  </a:lnTo>
                  <a:lnTo>
                    <a:pt x="1090496" y="32786"/>
                  </a:lnTo>
                  <a:lnTo>
                    <a:pt x="1087488" y="26085"/>
                  </a:lnTo>
                  <a:lnTo>
                    <a:pt x="1084160" y="207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9184" y="2497176"/>
              <a:ext cx="1048753" cy="9498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926659" y="2660078"/>
              <a:ext cx="267970" cy="92710"/>
            </a:xfrm>
            <a:custGeom>
              <a:avLst/>
              <a:gdLst/>
              <a:ahLst/>
              <a:cxnLst/>
              <a:rect l="l" t="t" r="r" b="b"/>
              <a:pathLst>
                <a:path w="267969" h="92710">
                  <a:moveTo>
                    <a:pt x="21221" y="0"/>
                  </a:moveTo>
                  <a:lnTo>
                    <a:pt x="13715" y="0"/>
                  </a:lnTo>
                  <a:lnTo>
                    <a:pt x="9309" y="6413"/>
                  </a:lnTo>
                  <a:lnTo>
                    <a:pt x="5918" y="13449"/>
                  </a:lnTo>
                  <a:lnTo>
                    <a:pt x="1181" y="28727"/>
                  </a:lnTo>
                  <a:lnTo>
                    <a:pt x="0" y="37084"/>
                  </a:lnTo>
                  <a:lnTo>
                    <a:pt x="0" y="55270"/>
                  </a:lnTo>
                  <a:lnTo>
                    <a:pt x="1181" y="63639"/>
                  </a:lnTo>
                  <a:lnTo>
                    <a:pt x="5918" y="78917"/>
                  </a:lnTo>
                  <a:lnTo>
                    <a:pt x="9309" y="85940"/>
                  </a:lnTo>
                  <a:lnTo>
                    <a:pt x="13715" y="92354"/>
                  </a:lnTo>
                  <a:lnTo>
                    <a:pt x="21221" y="92354"/>
                  </a:lnTo>
                  <a:lnTo>
                    <a:pt x="18910" y="89179"/>
                  </a:lnTo>
                  <a:lnTo>
                    <a:pt x="16814" y="85064"/>
                  </a:lnTo>
                  <a:lnTo>
                    <a:pt x="13068" y="74968"/>
                  </a:lnTo>
                  <a:lnTo>
                    <a:pt x="11569" y="69494"/>
                  </a:lnTo>
                  <a:lnTo>
                    <a:pt x="9359" y="57708"/>
                  </a:lnTo>
                  <a:lnTo>
                    <a:pt x="8801" y="51904"/>
                  </a:lnTo>
                  <a:lnTo>
                    <a:pt x="8801" y="41871"/>
                  </a:lnTo>
                  <a:lnTo>
                    <a:pt x="19481" y="2374"/>
                  </a:lnTo>
                  <a:lnTo>
                    <a:pt x="21221" y="0"/>
                  </a:lnTo>
                  <a:close/>
                </a:path>
                <a:path w="267969" h="92710">
                  <a:moveTo>
                    <a:pt x="68452" y="9232"/>
                  </a:moveTo>
                  <a:lnTo>
                    <a:pt x="37718" y="9232"/>
                  </a:lnTo>
                  <a:lnTo>
                    <a:pt x="37718" y="83121"/>
                  </a:lnTo>
                  <a:lnTo>
                    <a:pt x="46659" y="83121"/>
                  </a:lnTo>
                  <a:lnTo>
                    <a:pt x="46659" y="54254"/>
                  </a:lnTo>
                  <a:lnTo>
                    <a:pt x="42621" y="54254"/>
                  </a:lnTo>
                  <a:lnTo>
                    <a:pt x="42621" y="46177"/>
                  </a:lnTo>
                  <a:lnTo>
                    <a:pt x="46659" y="46177"/>
                  </a:lnTo>
                  <a:lnTo>
                    <a:pt x="46659" y="17170"/>
                  </a:lnTo>
                  <a:lnTo>
                    <a:pt x="83535" y="17170"/>
                  </a:lnTo>
                  <a:lnTo>
                    <a:pt x="83350" y="16814"/>
                  </a:lnTo>
                  <a:lnTo>
                    <a:pt x="80606" y="14135"/>
                  </a:lnTo>
                  <a:lnTo>
                    <a:pt x="76898" y="12192"/>
                  </a:lnTo>
                  <a:lnTo>
                    <a:pt x="73190" y="10210"/>
                  </a:lnTo>
                  <a:lnTo>
                    <a:pt x="68452" y="9232"/>
                  </a:lnTo>
                  <a:close/>
                </a:path>
                <a:path w="267969" h="92710">
                  <a:moveTo>
                    <a:pt x="72491" y="49923"/>
                  </a:moveTo>
                  <a:lnTo>
                    <a:pt x="62395" y="49923"/>
                  </a:lnTo>
                  <a:lnTo>
                    <a:pt x="80289" y="83121"/>
                  </a:lnTo>
                  <a:lnTo>
                    <a:pt x="90677" y="83121"/>
                  </a:lnTo>
                  <a:lnTo>
                    <a:pt x="74864" y="54254"/>
                  </a:lnTo>
                  <a:lnTo>
                    <a:pt x="68554" y="54254"/>
                  </a:lnTo>
                  <a:lnTo>
                    <a:pt x="73253" y="53301"/>
                  </a:lnTo>
                  <a:lnTo>
                    <a:pt x="74103" y="52865"/>
                  </a:lnTo>
                  <a:lnTo>
                    <a:pt x="72491" y="49923"/>
                  </a:lnTo>
                  <a:close/>
                </a:path>
                <a:path w="267969" h="92710">
                  <a:moveTo>
                    <a:pt x="46659" y="46177"/>
                  </a:moveTo>
                  <a:lnTo>
                    <a:pt x="42621" y="46177"/>
                  </a:lnTo>
                  <a:lnTo>
                    <a:pt x="42621" y="54254"/>
                  </a:lnTo>
                  <a:lnTo>
                    <a:pt x="46659" y="54254"/>
                  </a:lnTo>
                  <a:lnTo>
                    <a:pt x="46659" y="46177"/>
                  </a:lnTo>
                  <a:close/>
                </a:path>
                <a:path w="267969" h="92710">
                  <a:moveTo>
                    <a:pt x="83535" y="17170"/>
                  </a:moveTo>
                  <a:lnTo>
                    <a:pt x="66382" y="17170"/>
                  </a:lnTo>
                  <a:lnTo>
                    <a:pt x="69595" y="17780"/>
                  </a:lnTo>
                  <a:lnTo>
                    <a:pt x="72021" y="19011"/>
                  </a:lnTo>
                  <a:lnTo>
                    <a:pt x="74460" y="20205"/>
                  </a:lnTo>
                  <a:lnTo>
                    <a:pt x="76225" y="21920"/>
                  </a:lnTo>
                  <a:lnTo>
                    <a:pt x="78435" y="26339"/>
                  </a:lnTo>
                  <a:lnTo>
                    <a:pt x="78993" y="28930"/>
                  </a:lnTo>
                  <a:lnTo>
                    <a:pt x="78993" y="34848"/>
                  </a:lnTo>
                  <a:lnTo>
                    <a:pt x="66484" y="46177"/>
                  </a:lnTo>
                  <a:lnTo>
                    <a:pt x="46659" y="46177"/>
                  </a:lnTo>
                  <a:lnTo>
                    <a:pt x="46659" y="54254"/>
                  </a:lnTo>
                  <a:lnTo>
                    <a:pt x="64729" y="54254"/>
                  </a:lnTo>
                  <a:lnTo>
                    <a:pt x="62395" y="49923"/>
                  </a:lnTo>
                  <a:lnTo>
                    <a:pt x="79771" y="49923"/>
                  </a:lnTo>
                  <a:lnTo>
                    <a:pt x="80619" y="49479"/>
                  </a:lnTo>
                  <a:lnTo>
                    <a:pt x="83350" y="46837"/>
                  </a:lnTo>
                  <a:lnTo>
                    <a:pt x="86906" y="40106"/>
                  </a:lnTo>
                  <a:lnTo>
                    <a:pt x="87795" y="36245"/>
                  </a:lnTo>
                  <a:lnTo>
                    <a:pt x="87795" y="27533"/>
                  </a:lnTo>
                  <a:lnTo>
                    <a:pt x="86906" y="23647"/>
                  </a:lnTo>
                  <a:lnTo>
                    <a:pt x="83535" y="17170"/>
                  </a:lnTo>
                  <a:close/>
                </a:path>
                <a:path w="267969" h="92710">
                  <a:moveTo>
                    <a:pt x="74103" y="52865"/>
                  </a:moveTo>
                  <a:lnTo>
                    <a:pt x="73253" y="53301"/>
                  </a:lnTo>
                  <a:lnTo>
                    <a:pt x="68554" y="54254"/>
                  </a:lnTo>
                  <a:lnTo>
                    <a:pt x="74864" y="54254"/>
                  </a:lnTo>
                  <a:lnTo>
                    <a:pt x="74103" y="52865"/>
                  </a:lnTo>
                  <a:close/>
                </a:path>
                <a:path w="267969" h="92710">
                  <a:moveTo>
                    <a:pt x="79771" y="49923"/>
                  </a:moveTo>
                  <a:lnTo>
                    <a:pt x="72491" y="49923"/>
                  </a:lnTo>
                  <a:lnTo>
                    <a:pt x="74103" y="52865"/>
                  </a:lnTo>
                  <a:lnTo>
                    <a:pt x="76936" y="51409"/>
                  </a:lnTo>
                  <a:lnTo>
                    <a:pt x="79771" y="49923"/>
                  </a:lnTo>
                  <a:close/>
                </a:path>
                <a:path w="267969" h="92710">
                  <a:moveTo>
                    <a:pt x="133629" y="17170"/>
                  </a:moveTo>
                  <a:lnTo>
                    <a:pt x="124675" y="17170"/>
                  </a:lnTo>
                  <a:lnTo>
                    <a:pt x="124675" y="83121"/>
                  </a:lnTo>
                  <a:lnTo>
                    <a:pt x="133629" y="83121"/>
                  </a:lnTo>
                  <a:lnTo>
                    <a:pt x="133629" y="17170"/>
                  </a:lnTo>
                  <a:close/>
                </a:path>
                <a:path w="267969" h="92710">
                  <a:moveTo>
                    <a:pt x="156857" y="9232"/>
                  </a:moveTo>
                  <a:lnTo>
                    <a:pt x="101434" y="9232"/>
                  </a:lnTo>
                  <a:lnTo>
                    <a:pt x="101434" y="17170"/>
                  </a:lnTo>
                  <a:lnTo>
                    <a:pt x="156857" y="17170"/>
                  </a:lnTo>
                  <a:lnTo>
                    <a:pt x="156857" y="9232"/>
                  </a:lnTo>
                  <a:close/>
                </a:path>
                <a:path w="267969" h="92710">
                  <a:moveTo>
                    <a:pt x="206400" y="8216"/>
                  </a:moveTo>
                  <a:lnTo>
                    <a:pt x="193801" y="8216"/>
                  </a:lnTo>
                  <a:lnTo>
                    <a:pt x="188188" y="9753"/>
                  </a:lnTo>
                  <a:lnTo>
                    <a:pt x="178384" y="15913"/>
                  </a:lnTo>
                  <a:lnTo>
                    <a:pt x="174523" y="20294"/>
                  </a:lnTo>
                  <a:lnTo>
                    <a:pt x="168897" y="31648"/>
                  </a:lnTo>
                  <a:lnTo>
                    <a:pt x="167487" y="38379"/>
                  </a:lnTo>
                  <a:lnTo>
                    <a:pt x="167487" y="53975"/>
                  </a:lnTo>
                  <a:lnTo>
                    <a:pt x="193801" y="84137"/>
                  </a:lnTo>
                  <a:lnTo>
                    <a:pt x="206400" y="84137"/>
                  </a:lnTo>
                  <a:lnTo>
                    <a:pt x="212001" y="82588"/>
                  </a:lnTo>
                  <a:lnTo>
                    <a:pt x="221818" y="76428"/>
                  </a:lnTo>
                  <a:lnTo>
                    <a:pt x="222413" y="75755"/>
                  </a:lnTo>
                  <a:lnTo>
                    <a:pt x="195630" y="75755"/>
                  </a:lnTo>
                  <a:lnTo>
                    <a:pt x="191579" y="74625"/>
                  </a:lnTo>
                  <a:lnTo>
                    <a:pt x="184327" y="70104"/>
                  </a:lnTo>
                  <a:lnTo>
                    <a:pt x="181457" y="66776"/>
                  </a:lnTo>
                  <a:lnTo>
                    <a:pt x="177203" y="57975"/>
                  </a:lnTo>
                  <a:lnTo>
                    <a:pt x="176148" y="52578"/>
                  </a:lnTo>
                  <a:lnTo>
                    <a:pt x="176148" y="39776"/>
                  </a:lnTo>
                  <a:lnTo>
                    <a:pt x="195630" y="16586"/>
                  </a:lnTo>
                  <a:lnTo>
                    <a:pt x="222411" y="16586"/>
                  </a:lnTo>
                  <a:lnTo>
                    <a:pt x="221818" y="15913"/>
                  </a:lnTo>
                  <a:lnTo>
                    <a:pt x="212001" y="9753"/>
                  </a:lnTo>
                  <a:lnTo>
                    <a:pt x="206400" y="8216"/>
                  </a:lnTo>
                  <a:close/>
                </a:path>
                <a:path w="267969" h="92710">
                  <a:moveTo>
                    <a:pt x="222411" y="16586"/>
                  </a:moveTo>
                  <a:lnTo>
                    <a:pt x="204571" y="16586"/>
                  </a:lnTo>
                  <a:lnTo>
                    <a:pt x="208610" y="17716"/>
                  </a:lnTo>
                  <a:lnTo>
                    <a:pt x="215849" y="22237"/>
                  </a:lnTo>
                  <a:lnTo>
                    <a:pt x="218732" y="25577"/>
                  </a:lnTo>
                  <a:lnTo>
                    <a:pt x="220840" y="29972"/>
                  </a:lnTo>
                  <a:lnTo>
                    <a:pt x="222986" y="34378"/>
                  </a:lnTo>
                  <a:lnTo>
                    <a:pt x="224053" y="39776"/>
                  </a:lnTo>
                  <a:lnTo>
                    <a:pt x="224053" y="52578"/>
                  </a:lnTo>
                  <a:lnTo>
                    <a:pt x="222986" y="57975"/>
                  </a:lnTo>
                  <a:lnTo>
                    <a:pt x="220840" y="62369"/>
                  </a:lnTo>
                  <a:lnTo>
                    <a:pt x="218732" y="66776"/>
                  </a:lnTo>
                  <a:lnTo>
                    <a:pt x="215849" y="70104"/>
                  </a:lnTo>
                  <a:lnTo>
                    <a:pt x="208610" y="74625"/>
                  </a:lnTo>
                  <a:lnTo>
                    <a:pt x="204571" y="75755"/>
                  </a:lnTo>
                  <a:lnTo>
                    <a:pt x="222413" y="75755"/>
                  </a:lnTo>
                  <a:lnTo>
                    <a:pt x="225678" y="72059"/>
                  </a:lnTo>
                  <a:lnTo>
                    <a:pt x="231305" y="60706"/>
                  </a:lnTo>
                  <a:lnTo>
                    <a:pt x="232714" y="53975"/>
                  </a:lnTo>
                  <a:lnTo>
                    <a:pt x="232714" y="38379"/>
                  </a:lnTo>
                  <a:lnTo>
                    <a:pt x="231305" y="31648"/>
                  </a:lnTo>
                  <a:lnTo>
                    <a:pt x="225678" y="20294"/>
                  </a:lnTo>
                  <a:lnTo>
                    <a:pt x="222411" y="16586"/>
                  </a:lnTo>
                  <a:close/>
                </a:path>
                <a:path w="267969" h="92710">
                  <a:moveTo>
                    <a:pt x="253860" y="0"/>
                  </a:moveTo>
                  <a:lnTo>
                    <a:pt x="246354" y="0"/>
                  </a:lnTo>
                  <a:lnTo>
                    <a:pt x="248665" y="3175"/>
                  </a:lnTo>
                  <a:lnTo>
                    <a:pt x="250761" y="7277"/>
                  </a:lnTo>
                  <a:lnTo>
                    <a:pt x="254507" y="17386"/>
                  </a:lnTo>
                  <a:lnTo>
                    <a:pt x="255993" y="22860"/>
                  </a:lnTo>
                  <a:lnTo>
                    <a:pt x="258216" y="34645"/>
                  </a:lnTo>
                  <a:lnTo>
                    <a:pt x="258762" y="40449"/>
                  </a:lnTo>
                  <a:lnTo>
                    <a:pt x="258762" y="50457"/>
                  </a:lnTo>
                  <a:lnTo>
                    <a:pt x="248081" y="89979"/>
                  </a:lnTo>
                  <a:lnTo>
                    <a:pt x="246354" y="92354"/>
                  </a:lnTo>
                  <a:lnTo>
                    <a:pt x="253860" y="92354"/>
                  </a:lnTo>
                  <a:lnTo>
                    <a:pt x="258254" y="85940"/>
                  </a:lnTo>
                  <a:lnTo>
                    <a:pt x="261645" y="78917"/>
                  </a:lnTo>
                  <a:lnTo>
                    <a:pt x="263994" y="71285"/>
                  </a:lnTo>
                  <a:lnTo>
                    <a:pt x="266362" y="63703"/>
                  </a:lnTo>
                  <a:lnTo>
                    <a:pt x="267563" y="55270"/>
                  </a:lnTo>
                  <a:lnTo>
                    <a:pt x="267563" y="37084"/>
                  </a:lnTo>
                  <a:lnTo>
                    <a:pt x="266382" y="28727"/>
                  </a:lnTo>
                  <a:lnTo>
                    <a:pt x="263994" y="21094"/>
                  </a:lnTo>
                  <a:lnTo>
                    <a:pt x="261645" y="13449"/>
                  </a:lnTo>
                  <a:lnTo>
                    <a:pt x="258254" y="6413"/>
                  </a:lnTo>
                  <a:lnTo>
                    <a:pt x="2538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07200" y="2672778"/>
              <a:ext cx="1433880" cy="10389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59510" y="2498432"/>
              <a:ext cx="957834" cy="9372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27542" y="2710878"/>
              <a:ext cx="974598" cy="10389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947213" y="2535276"/>
              <a:ext cx="1111084" cy="9498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83034" y="1652942"/>
              <a:ext cx="1335087" cy="113982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769579" y="1652942"/>
              <a:ext cx="1517992" cy="11398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44900" y="1778000"/>
              <a:ext cx="1752599" cy="5461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5100" y="1778000"/>
              <a:ext cx="1765300" cy="69850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39700" y="1504949"/>
              <a:ext cx="5245100" cy="2990850"/>
            </a:xfrm>
            <a:custGeom>
              <a:avLst/>
              <a:gdLst/>
              <a:ahLst/>
              <a:cxnLst/>
              <a:rect l="l" t="t" r="r" b="b"/>
              <a:pathLst>
                <a:path w="5245100" h="2990850">
                  <a:moveTo>
                    <a:pt x="5245100" y="0"/>
                  </a:moveTo>
                  <a:lnTo>
                    <a:pt x="1758950" y="0"/>
                  </a:lnTo>
                  <a:lnTo>
                    <a:pt x="0" y="0"/>
                  </a:lnTo>
                  <a:lnTo>
                    <a:pt x="0" y="6350"/>
                  </a:lnTo>
                  <a:lnTo>
                    <a:pt x="0" y="12700"/>
                  </a:lnTo>
                  <a:lnTo>
                    <a:pt x="1752600" y="12700"/>
                  </a:lnTo>
                  <a:lnTo>
                    <a:pt x="1752600" y="2990850"/>
                  </a:lnTo>
                  <a:lnTo>
                    <a:pt x="1765300" y="2990850"/>
                  </a:lnTo>
                  <a:lnTo>
                    <a:pt x="1765300" y="12700"/>
                  </a:lnTo>
                  <a:lnTo>
                    <a:pt x="3486150" y="12700"/>
                  </a:lnTo>
                  <a:lnTo>
                    <a:pt x="3486150" y="2990850"/>
                  </a:lnTo>
                  <a:lnTo>
                    <a:pt x="3492500" y="2990850"/>
                  </a:lnTo>
                  <a:lnTo>
                    <a:pt x="3498850" y="2990850"/>
                  </a:lnTo>
                  <a:lnTo>
                    <a:pt x="3498850" y="12700"/>
                  </a:lnTo>
                  <a:lnTo>
                    <a:pt x="5245100" y="12700"/>
                  </a:lnTo>
                  <a:lnTo>
                    <a:pt x="5245100" y="6350"/>
                  </a:lnTo>
                  <a:lnTo>
                    <a:pt x="5245100" y="0"/>
                  </a:lnTo>
                  <a:close/>
                </a:path>
              </a:pathLst>
            </a:custGeom>
            <a:solidFill>
              <a:srgbClr val="A213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461000" y="1612900"/>
              <a:ext cx="1117600" cy="11430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293600" y="2057400"/>
              <a:ext cx="1600199" cy="10160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791700" y="1739900"/>
              <a:ext cx="1155700" cy="10033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788400" y="1625600"/>
              <a:ext cx="1168400" cy="12446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883400" y="3289300"/>
              <a:ext cx="1104900" cy="8763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422900" y="3340100"/>
              <a:ext cx="1739900" cy="8636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642600" y="3213100"/>
              <a:ext cx="977900" cy="9906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2115800" y="3365500"/>
              <a:ext cx="1219200" cy="7620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795000" y="1587500"/>
              <a:ext cx="685800" cy="4318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937500" y="1511300"/>
              <a:ext cx="927100" cy="5842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486900" y="2984500"/>
              <a:ext cx="977900" cy="62230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1595100" y="3098800"/>
              <a:ext cx="825500" cy="5334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527800" y="1930394"/>
              <a:ext cx="1168400" cy="1651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1658600" y="4203694"/>
              <a:ext cx="1943100" cy="2159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851900" y="2882894"/>
              <a:ext cx="2159000" cy="2159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702300" y="4229094"/>
              <a:ext cx="2159000" cy="2159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359900" y="4229094"/>
              <a:ext cx="2159000" cy="21590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8519859" y="1861641"/>
              <a:ext cx="679450" cy="450215"/>
            </a:xfrm>
            <a:custGeom>
              <a:avLst/>
              <a:gdLst/>
              <a:ahLst/>
              <a:cxnLst/>
              <a:rect l="l" t="t" r="r" b="b"/>
              <a:pathLst>
                <a:path w="679450" h="450214">
                  <a:moveTo>
                    <a:pt x="679094" y="10083"/>
                  </a:moveTo>
                  <a:lnTo>
                    <a:pt x="671728" y="419"/>
                  </a:lnTo>
                  <a:lnTo>
                    <a:pt x="674928" y="5270"/>
                  </a:lnTo>
                  <a:lnTo>
                    <a:pt x="671410" y="0"/>
                  </a:lnTo>
                  <a:lnTo>
                    <a:pt x="670763" y="419"/>
                  </a:lnTo>
                  <a:lnTo>
                    <a:pt x="670585" y="571"/>
                  </a:lnTo>
                  <a:lnTo>
                    <a:pt x="17360" y="438150"/>
                  </a:lnTo>
                  <a:lnTo>
                    <a:pt x="0" y="449770"/>
                  </a:lnTo>
                  <a:lnTo>
                    <a:pt x="20891" y="449770"/>
                  </a:lnTo>
                  <a:lnTo>
                    <a:pt x="166941" y="449770"/>
                  </a:lnTo>
                  <a:lnTo>
                    <a:pt x="169303" y="449770"/>
                  </a:lnTo>
                  <a:lnTo>
                    <a:pt x="171094" y="448233"/>
                  </a:lnTo>
                  <a:lnTo>
                    <a:pt x="184035" y="437070"/>
                  </a:lnTo>
                  <a:lnTo>
                    <a:pt x="678510" y="10579"/>
                  </a:lnTo>
                  <a:lnTo>
                    <a:pt x="635088" y="39636"/>
                  </a:lnTo>
                  <a:lnTo>
                    <a:pt x="635279" y="39458"/>
                  </a:lnTo>
                  <a:lnTo>
                    <a:pt x="678395" y="10579"/>
                  </a:lnTo>
                  <a:lnTo>
                    <a:pt x="678294" y="10261"/>
                  </a:lnTo>
                  <a:lnTo>
                    <a:pt x="678510" y="10579"/>
                  </a:lnTo>
                  <a:lnTo>
                    <a:pt x="679094" y="10083"/>
                  </a:lnTo>
                  <a:close/>
                </a:path>
              </a:pathLst>
            </a:custGeom>
            <a:solidFill>
              <a:srgbClr val="EA51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773977" y="3414623"/>
              <a:ext cx="1398905" cy="344805"/>
            </a:xfrm>
            <a:custGeom>
              <a:avLst/>
              <a:gdLst/>
              <a:ahLst/>
              <a:cxnLst/>
              <a:rect l="l" t="t" r="r" b="b"/>
              <a:pathLst>
                <a:path w="1398904" h="344804">
                  <a:moveTo>
                    <a:pt x="1398473" y="0"/>
                  </a:moveTo>
                  <a:lnTo>
                    <a:pt x="1390650" y="1866"/>
                  </a:lnTo>
                  <a:lnTo>
                    <a:pt x="0" y="332066"/>
                  </a:lnTo>
                  <a:lnTo>
                    <a:pt x="2552" y="344500"/>
                  </a:lnTo>
                  <a:lnTo>
                    <a:pt x="2933" y="344436"/>
                  </a:lnTo>
                  <a:lnTo>
                    <a:pt x="1393202" y="103200"/>
                  </a:lnTo>
                  <a:lnTo>
                    <a:pt x="1398473" y="102285"/>
                  </a:lnTo>
                  <a:lnTo>
                    <a:pt x="1398473" y="90678"/>
                  </a:lnTo>
                  <a:lnTo>
                    <a:pt x="1398473" y="0"/>
                  </a:lnTo>
                  <a:close/>
                </a:path>
              </a:pathLst>
            </a:custGeom>
            <a:solidFill>
              <a:srgbClr val="FDF1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422903" y="3048003"/>
              <a:ext cx="516940" cy="39984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2585700" y="4902200"/>
              <a:ext cx="1117600" cy="72390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90500" y="2882900"/>
              <a:ext cx="1663700" cy="2794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943100" y="2895600"/>
              <a:ext cx="1663700" cy="2794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695700" y="2882900"/>
              <a:ext cx="1663700" cy="2794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90500" y="3200400"/>
              <a:ext cx="1663700" cy="2794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943100" y="3213100"/>
              <a:ext cx="1663700" cy="2794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90500" y="3517900"/>
              <a:ext cx="1663700" cy="2794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683000" y="3200400"/>
              <a:ext cx="1676400" cy="1295451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943100" y="3530600"/>
              <a:ext cx="1663700" cy="27940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943100" y="3848100"/>
              <a:ext cx="1663700" cy="381051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473700" y="4940300"/>
              <a:ext cx="965200" cy="87630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6007100" y="4927600"/>
              <a:ext cx="431800" cy="139700"/>
            </a:xfrm>
            <a:custGeom>
              <a:avLst/>
              <a:gdLst/>
              <a:ahLst/>
              <a:cxnLst/>
              <a:rect l="l" t="t" r="r" b="b"/>
              <a:pathLst>
                <a:path w="431800" h="139700">
                  <a:moveTo>
                    <a:pt x="431800" y="0"/>
                  </a:moveTo>
                  <a:lnTo>
                    <a:pt x="0" y="0"/>
                  </a:lnTo>
                  <a:lnTo>
                    <a:pt x="0" y="139700"/>
                  </a:lnTo>
                  <a:lnTo>
                    <a:pt x="431800" y="139700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527723" y="5214316"/>
              <a:ext cx="6097905" cy="189865"/>
            </a:xfrm>
            <a:custGeom>
              <a:avLst/>
              <a:gdLst/>
              <a:ahLst/>
              <a:cxnLst/>
              <a:rect l="l" t="t" r="r" b="b"/>
              <a:pathLst>
                <a:path w="6097905" h="189864">
                  <a:moveTo>
                    <a:pt x="6005983" y="0"/>
                  </a:moveTo>
                  <a:lnTo>
                    <a:pt x="5997931" y="50"/>
                  </a:lnTo>
                  <a:lnTo>
                    <a:pt x="5988075" y="10031"/>
                  </a:lnTo>
                  <a:lnTo>
                    <a:pt x="5988125" y="18082"/>
                  </a:lnTo>
                  <a:lnTo>
                    <a:pt x="6065414" y="94396"/>
                  </a:lnTo>
                  <a:lnTo>
                    <a:pt x="5989087" y="171673"/>
                  </a:lnTo>
                  <a:lnTo>
                    <a:pt x="5989137" y="179712"/>
                  </a:lnTo>
                  <a:lnTo>
                    <a:pt x="5999118" y="189568"/>
                  </a:lnTo>
                  <a:lnTo>
                    <a:pt x="6007170" y="189518"/>
                  </a:lnTo>
                  <a:lnTo>
                    <a:pt x="6088709" y="106951"/>
                  </a:lnTo>
                  <a:lnTo>
                    <a:pt x="6083451" y="106984"/>
                  </a:lnTo>
                  <a:lnTo>
                    <a:pt x="6083292" y="81584"/>
                  </a:lnTo>
                  <a:lnTo>
                    <a:pt x="6088562" y="81551"/>
                  </a:lnTo>
                  <a:lnTo>
                    <a:pt x="6005983" y="0"/>
                  </a:lnTo>
                  <a:close/>
                </a:path>
                <a:path w="6097905" h="189864">
                  <a:moveTo>
                    <a:pt x="6052633" y="81776"/>
                  </a:moveTo>
                  <a:lnTo>
                    <a:pt x="0" y="119685"/>
                  </a:lnTo>
                  <a:lnTo>
                    <a:pt x="159" y="145084"/>
                  </a:lnTo>
                  <a:lnTo>
                    <a:pt x="6052792" y="107176"/>
                  </a:lnTo>
                  <a:lnTo>
                    <a:pt x="6065414" y="94396"/>
                  </a:lnTo>
                  <a:lnTo>
                    <a:pt x="6052633" y="81776"/>
                  </a:lnTo>
                  <a:close/>
                </a:path>
                <a:path w="6097905" h="189864">
                  <a:moveTo>
                    <a:pt x="6088562" y="81551"/>
                  </a:moveTo>
                  <a:lnTo>
                    <a:pt x="6083292" y="81584"/>
                  </a:lnTo>
                  <a:lnTo>
                    <a:pt x="6083451" y="106984"/>
                  </a:lnTo>
                  <a:lnTo>
                    <a:pt x="6088709" y="106951"/>
                  </a:lnTo>
                  <a:lnTo>
                    <a:pt x="6097341" y="98210"/>
                  </a:lnTo>
                  <a:lnTo>
                    <a:pt x="6097291" y="90171"/>
                  </a:lnTo>
                  <a:lnTo>
                    <a:pt x="6088562" y="81551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696200" y="4953000"/>
              <a:ext cx="3784600" cy="77470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683500" y="5232400"/>
              <a:ext cx="1892300" cy="36830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0947400" y="5245100"/>
              <a:ext cx="304800" cy="355599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0350500" y="5245100"/>
              <a:ext cx="342900" cy="355599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9791700" y="5232400"/>
              <a:ext cx="317500" cy="355599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9588500" y="4991100"/>
              <a:ext cx="12700" cy="711200"/>
            </a:xfrm>
            <a:custGeom>
              <a:avLst/>
              <a:gdLst/>
              <a:ahLst/>
              <a:cxnLst/>
              <a:rect l="l" t="t" r="r" b="b"/>
              <a:pathLst>
                <a:path w="12700" h="711200">
                  <a:moveTo>
                    <a:pt x="12700" y="0"/>
                  </a:moveTo>
                  <a:lnTo>
                    <a:pt x="6350" y="0"/>
                  </a:lnTo>
                  <a:lnTo>
                    <a:pt x="0" y="0"/>
                  </a:lnTo>
                  <a:lnTo>
                    <a:pt x="0" y="711200"/>
                  </a:lnTo>
                  <a:lnTo>
                    <a:pt x="6350" y="711200"/>
                  </a:lnTo>
                  <a:lnTo>
                    <a:pt x="12700" y="711200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261100" y="2298700"/>
              <a:ext cx="2514600" cy="990600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6426200" y="2298700"/>
              <a:ext cx="203200" cy="203199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6804386" y="5905500"/>
              <a:ext cx="2971800" cy="1651000"/>
            </a:xfrm>
            <a:custGeom>
              <a:avLst/>
              <a:gdLst/>
              <a:ahLst/>
              <a:cxnLst/>
              <a:rect l="l" t="t" r="r" b="b"/>
              <a:pathLst>
                <a:path w="2971800" h="1651000">
                  <a:moveTo>
                    <a:pt x="2880080" y="0"/>
                  </a:moveTo>
                  <a:lnTo>
                    <a:pt x="91719" y="0"/>
                  </a:lnTo>
                  <a:lnTo>
                    <a:pt x="56015" y="7207"/>
                  </a:lnTo>
                  <a:lnTo>
                    <a:pt x="26862" y="26862"/>
                  </a:lnTo>
                  <a:lnTo>
                    <a:pt x="7207" y="56015"/>
                  </a:lnTo>
                  <a:lnTo>
                    <a:pt x="0" y="91719"/>
                  </a:lnTo>
                  <a:lnTo>
                    <a:pt x="0" y="1559280"/>
                  </a:lnTo>
                  <a:lnTo>
                    <a:pt x="7207" y="1594984"/>
                  </a:lnTo>
                  <a:lnTo>
                    <a:pt x="26862" y="1624137"/>
                  </a:lnTo>
                  <a:lnTo>
                    <a:pt x="56015" y="1643792"/>
                  </a:lnTo>
                  <a:lnTo>
                    <a:pt x="91719" y="1651000"/>
                  </a:lnTo>
                  <a:lnTo>
                    <a:pt x="2880080" y="1651000"/>
                  </a:lnTo>
                  <a:lnTo>
                    <a:pt x="2915778" y="1643792"/>
                  </a:lnTo>
                  <a:lnTo>
                    <a:pt x="2944933" y="1624137"/>
                  </a:lnTo>
                  <a:lnTo>
                    <a:pt x="2964591" y="1594984"/>
                  </a:lnTo>
                  <a:lnTo>
                    <a:pt x="2971799" y="1559280"/>
                  </a:lnTo>
                  <a:lnTo>
                    <a:pt x="2971799" y="91719"/>
                  </a:lnTo>
                  <a:lnTo>
                    <a:pt x="2964591" y="56015"/>
                  </a:lnTo>
                  <a:lnTo>
                    <a:pt x="2944933" y="26862"/>
                  </a:lnTo>
                  <a:lnTo>
                    <a:pt x="2915778" y="7207"/>
                  </a:lnTo>
                  <a:lnTo>
                    <a:pt x="2880080" y="0"/>
                  </a:lnTo>
                  <a:close/>
                </a:path>
              </a:pathLst>
            </a:custGeom>
            <a:solidFill>
              <a:srgbClr val="FFE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933996" y="5987453"/>
              <a:ext cx="1626235" cy="250190"/>
            </a:xfrm>
            <a:custGeom>
              <a:avLst/>
              <a:gdLst/>
              <a:ahLst/>
              <a:cxnLst/>
              <a:rect l="l" t="t" r="r" b="b"/>
              <a:pathLst>
                <a:path w="1626234" h="250189">
                  <a:moveTo>
                    <a:pt x="39496" y="10668"/>
                  </a:moveTo>
                  <a:lnTo>
                    <a:pt x="0" y="10668"/>
                  </a:lnTo>
                  <a:lnTo>
                    <a:pt x="0" y="197446"/>
                  </a:lnTo>
                  <a:lnTo>
                    <a:pt x="39496" y="197446"/>
                  </a:lnTo>
                  <a:lnTo>
                    <a:pt x="39496" y="144373"/>
                  </a:lnTo>
                  <a:lnTo>
                    <a:pt x="58915" y="120650"/>
                  </a:lnTo>
                  <a:lnTo>
                    <a:pt x="105105" y="120650"/>
                  </a:lnTo>
                  <a:lnTo>
                    <a:pt x="87185" y="94297"/>
                  </a:lnTo>
                  <a:lnTo>
                    <a:pt x="88238" y="93027"/>
                  </a:lnTo>
                  <a:lnTo>
                    <a:pt x="39496" y="93027"/>
                  </a:lnTo>
                  <a:lnTo>
                    <a:pt x="39496" y="10668"/>
                  </a:lnTo>
                  <a:close/>
                </a:path>
                <a:path w="1626234" h="250189">
                  <a:moveTo>
                    <a:pt x="105105" y="120650"/>
                  </a:moveTo>
                  <a:lnTo>
                    <a:pt x="58915" y="120650"/>
                  </a:lnTo>
                  <a:lnTo>
                    <a:pt x="110083" y="197446"/>
                  </a:lnTo>
                  <a:lnTo>
                    <a:pt x="157327" y="197446"/>
                  </a:lnTo>
                  <a:lnTo>
                    <a:pt x="105105" y="120650"/>
                  </a:lnTo>
                  <a:close/>
                </a:path>
                <a:path w="1626234" h="250189">
                  <a:moveTo>
                    <a:pt x="156502" y="10668"/>
                  </a:moveTo>
                  <a:lnTo>
                    <a:pt x="109169" y="10668"/>
                  </a:lnTo>
                  <a:lnTo>
                    <a:pt x="41960" y="93027"/>
                  </a:lnTo>
                  <a:lnTo>
                    <a:pt x="88238" y="93027"/>
                  </a:lnTo>
                  <a:lnTo>
                    <a:pt x="156502" y="10668"/>
                  </a:lnTo>
                  <a:close/>
                </a:path>
                <a:path w="1626234" h="250189">
                  <a:moveTo>
                    <a:pt x="235369" y="55537"/>
                  </a:moveTo>
                  <a:lnTo>
                    <a:pt x="192249" y="69668"/>
                  </a:lnTo>
                  <a:lnTo>
                    <a:pt x="169521" y="107749"/>
                  </a:lnTo>
                  <a:lnTo>
                    <a:pt x="167424" y="128041"/>
                  </a:lnTo>
                  <a:lnTo>
                    <a:pt x="167879" y="137350"/>
                  </a:lnTo>
                  <a:lnTo>
                    <a:pt x="180455" y="174053"/>
                  </a:lnTo>
                  <a:lnTo>
                    <a:pt x="216812" y="197993"/>
                  </a:lnTo>
                  <a:lnTo>
                    <a:pt x="236918" y="200177"/>
                  </a:lnTo>
                  <a:lnTo>
                    <a:pt x="245329" y="199848"/>
                  </a:lnTo>
                  <a:lnTo>
                    <a:pt x="284678" y="184460"/>
                  </a:lnTo>
                  <a:lnTo>
                    <a:pt x="295978" y="171183"/>
                  </a:lnTo>
                  <a:lnTo>
                    <a:pt x="231051" y="171183"/>
                  </a:lnTo>
                  <a:lnTo>
                    <a:pt x="225424" y="169811"/>
                  </a:lnTo>
                  <a:lnTo>
                    <a:pt x="205816" y="144373"/>
                  </a:lnTo>
                  <a:lnTo>
                    <a:pt x="205828" y="137350"/>
                  </a:lnTo>
                  <a:lnTo>
                    <a:pt x="182930" y="137350"/>
                  </a:lnTo>
                  <a:lnTo>
                    <a:pt x="182930" y="113271"/>
                  </a:lnTo>
                  <a:lnTo>
                    <a:pt x="205872" y="113271"/>
                  </a:lnTo>
                  <a:lnTo>
                    <a:pt x="205879" y="109016"/>
                  </a:lnTo>
                  <a:lnTo>
                    <a:pt x="230111" y="84543"/>
                  </a:lnTo>
                  <a:lnTo>
                    <a:pt x="290922" y="84543"/>
                  </a:lnTo>
                  <a:lnTo>
                    <a:pt x="290183" y="83219"/>
                  </a:lnTo>
                  <a:lnTo>
                    <a:pt x="255084" y="58049"/>
                  </a:lnTo>
                  <a:lnTo>
                    <a:pt x="242182" y="55815"/>
                  </a:lnTo>
                  <a:lnTo>
                    <a:pt x="235369" y="55537"/>
                  </a:lnTo>
                  <a:close/>
                </a:path>
                <a:path w="1626234" h="250189">
                  <a:moveTo>
                    <a:pt x="264464" y="154952"/>
                  </a:moveTo>
                  <a:lnTo>
                    <a:pt x="241871" y="171183"/>
                  </a:lnTo>
                  <a:lnTo>
                    <a:pt x="295978" y="171183"/>
                  </a:lnTo>
                  <a:lnTo>
                    <a:pt x="298576" y="165950"/>
                  </a:lnTo>
                  <a:lnTo>
                    <a:pt x="300393" y="157314"/>
                  </a:lnTo>
                  <a:lnTo>
                    <a:pt x="264464" y="154952"/>
                  </a:lnTo>
                  <a:close/>
                </a:path>
                <a:path w="1626234" h="250189">
                  <a:moveTo>
                    <a:pt x="205872" y="113271"/>
                  </a:moveTo>
                  <a:lnTo>
                    <a:pt x="182930" y="113271"/>
                  </a:lnTo>
                  <a:lnTo>
                    <a:pt x="182930" y="137350"/>
                  </a:lnTo>
                  <a:lnTo>
                    <a:pt x="205828" y="137350"/>
                  </a:lnTo>
                  <a:lnTo>
                    <a:pt x="205872" y="113271"/>
                  </a:lnTo>
                  <a:close/>
                </a:path>
                <a:path w="1626234" h="250189">
                  <a:moveTo>
                    <a:pt x="290922" y="84543"/>
                  </a:moveTo>
                  <a:lnTo>
                    <a:pt x="241668" y="84543"/>
                  </a:lnTo>
                  <a:lnTo>
                    <a:pt x="247076" y="85902"/>
                  </a:lnTo>
                  <a:lnTo>
                    <a:pt x="246816" y="85902"/>
                  </a:lnTo>
                  <a:lnTo>
                    <a:pt x="250875" y="88277"/>
                  </a:lnTo>
                  <a:lnTo>
                    <a:pt x="255193" y="90716"/>
                  </a:lnTo>
                  <a:lnTo>
                    <a:pt x="258571" y="94081"/>
                  </a:lnTo>
                  <a:lnTo>
                    <a:pt x="263436" y="102717"/>
                  </a:lnTo>
                  <a:lnTo>
                    <a:pt x="264642" y="107749"/>
                  </a:lnTo>
                  <a:lnTo>
                    <a:pt x="264642" y="113271"/>
                  </a:lnTo>
                  <a:lnTo>
                    <a:pt x="205872" y="113271"/>
                  </a:lnTo>
                  <a:lnTo>
                    <a:pt x="205828" y="137350"/>
                  </a:lnTo>
                  <a:lnTo>
                    <a:pt x="301218" y="137350"/>
                  </a:lnTo>
                  <a:lnTo>
                    <a:pt x="301218" y="126669"/>
                  </a:lnTo>
                  <a:lnTo>
                    <a:pt x="300904" y="118018"/>
                  </a:lnTo>
                  <a:lnTo>
                    <a:pt x="299962" y="109935"/>
                  </a:lnTo>
                  <a:lnTo>
                    <a:pt x="298456" y="102717"/>
                  </a:lnTo>
                  <a:lnTo>
                    <a:pt x="298395" y="102422"/>
                  </a:lnTo>
                  <a:lnTo>
                    <a:pt x="296202" y="95478"/>
                  </a:lnTo>
                  <a:lnTo>
                    <a:pt x="293444" y="89065"/>
                  </a:lnTo>
                  <a:lnTo>
                    <a:pt x="290922" y="84543"/>
                  </a:lnTo>
                  <a:close/>
                </a:path>
                <a:path w="1626234" h="250189">
                  <a:moveTo>
                    <a:pt x="338137" y="216966"/>
                  </a:moveTo>
                  <a:lnTo>
                    <a:pt x="329374" y="245960"/>
                  </a:lnTo>
                  <a:lnTo>
                    <a:pt x="332168" y="247116"/>
                  </a:lnTo>
                  <a:lnTo>
                    <a:pt x="335699" y="248069"/>
                  </a:lnTo>
                  <a:lnTo>
                    <a:pt x="339953" y="248793"/>
                  </a:lnTo>
                  <a:lnTo>
                    <a:pt x="344271" y="249580"/>
                  </a:lnTo>
                  <a:lnTo>
                    <a:pt x="348894" y="249974"/>
                  </a:lnTo>
                  <a:lnTo>
                    <a:pt x="363423" y="249974"/>
                  </a:lnTo>
                  <a:lnTo>
                    <a:pt x="371627" y="248424"/>
                  </a:lnTo>
                  <a:lnTo>
                    <a:pt x="385254" y="242290"/>
                  </a:lnTo>
                  <a:lnTo>
                    <a:pt x="390880" y="237934"/>
                  </a:lnTo>
                  <a:lnTo>
                    <a:pt x="395312" y="232283"/>
                  </a:lnTo>
                  <a:lnTo>
                    <a:pt x="399808" y="226695"/>
                  </a:lnTo>
                  <a:lnTo>
                    <a:pt x="403364" y="220129"/>
                  </a:lnTo>
                  <a:lnTo>
                    <a:pt x="403628" y="219367"/>
                  </a:lnTo>
                  <a:lnTo>
                    <a:pt x="354152" y="219367"/>
                  </a:lnTo>
                  <a:lnTo>
                    <a:pt x="346798" y="219125"/>
                  </a:lnTo>
                  <a:lnTo>
                    <a:pt x="342696" y="218363"/>
                  </a:lnTo>
                  <a:lnTo>
                    <a:pt x="338137" y="216966"/>
                  </a:lnTo>
                  <a:close/>
                </a:path>
                <a:path w="1626234" h="250189">
                  <a:moveTo>
                    <a:pt x="359562" y="57365"/>
                  </a:moveTo>
                  <a:lnTo>
                    <a:pt x="318706" y="57365"/>
                  </a:lnTo>
                  <a:lnTo>
                    <a:pt x="368960" y="201460"/>
                  </a:lnTo>
                  <a:lnTo>
                    <a:pt x="364972" y="211759"/>
                  </a:lnTo>
                  <a:lnTo>
                    <a:pt x="362750" y="214871"/>
                  </a:lnTo>
                  <a:lnTo>
                    <a:pt x="360019" y="216687"/>
                  </a:lnTo>
                  <a:lnTo>
                    <a:pt x="357339" y="218516"/>
                  </a:lnTo>
                  <a:lnTo>
                    <a:pt x="354152" y="219367"/>
                  </a:lnTo>
                  <a:lnTo>
                    <a:pt x="403628" y="219367"/>
                  </a:lnTo>
                  <a:lnTo>
                    <a:pt x="405980" y="212585"/>
                  </a:lnTo>
                  <a:lnTo>
                    <a:pt x="424343" y="160235"/>
                  </a:lnTo>
                  <a:lnTo>
                    <a:pt x="388569" y="160235"/>
                  </a:lnTo>
                  <a:lnTo>
                    <a:pt x="359562" y="57365"/>
                  </a:lnTo>
                  <a:close/>
                </a:path>
                <a:path w="1626234" h="250189">
                  <a:moveTo>
                    <a:pt x="460425" y="57365"/>
                  </a:moveTo>
                  <a:lnTo>
                    <a:pt x="419303" y="57365"/>
                  </a:lnTo>
                  <a:lnTo>
                    <a:pt x="390029" y="160235"/>
                  </a:lnTo>
                  <a:lnTo>
                    <a:pt x="424343" y="160235"/>
                  </a:lnTo>
                  <a:lnTo>
                    <a:pt x="460425" y="57365"/>
                  </a:lnTo>
                  <a:close/>
                </a:path>
                <a:path w="1626234" h="250189">
                  <a:moveTo>
                    <a:pt x="592645" y="57365"/>
                  </a:moveTo>
                  <a:lnTo>
                    <a:pt x="553796" y="57365"/>
                  </a:lnTo>
                  <a:lnTo>
                    <a:pt x="553796" y="197446"/>
                  </a:lnTo>
                  <a:lnTo>
                    <a:pt x="592645" y="197446"/>
                  </a:lnTo>
                  <a:lnTo>
                    <a:pt x="592645" y="57365"/>
                  </a:lnTo>
                  <a:close/>
                </a:path>
                <a:path w="1626234" h="250189">
                  <a:moveTo>
                    <a:pt x="579094" y="0"/>
                  </a:moveTo>
                  <a:lnTo>
                    <a:pt x="567537" y="0"/>
                  </a:lnTo>
                  <a:lnTo>
                    <a:pt x="562584" y="1943"/>
                  </a:lnTo>
                  <a:lnTo>
                    <a:pt x="554380" y="9664"/>
                  </a:lnTo>
                  <a:lnTo>
                    <a:pt x="552335" y="14249"/>
                  </a:lnTo>
                  <a:lnTo>
                    <a:pt x="552335" y="25019"/>
                  </a:lnTo>
                  <a:lnTo>
                    <a:pt x="554380" y="29667"/>
                  </a:lnTo>
                  <a:lnTo>
                    <a:pt x="558444" y="33553"/>
                  </a:lnTo>
                  <a:lnTo>
                    <a:pt x="562584" y="37388"/>
                  </a:lnTo>
                  <a:lnTo>
                    <a:pt x="567537" y="39306"/>
                  </a:lnTo>
                  <a:lnTo>
                    <a:pt x="579094" y="39306"/>
                  </a:lnTo>
                  <a:lnTo>
                    <a:pt x="584022" y="37388"/>
                  </a:lnTo>
                  <a:lnTo>
                    <a:pt x="592226" y="29667"/>
                  </a:lnTo>
                  <a:lnTo>
                    <a:pt x="594296" y="25019"/>
                  </a:lnTo>
                  <a:lnTo>
                    <a:pt x="594296" y="14249"/>
                  </a:lnTo>
                  <a:lnTo>
                    <a:pt x="592226" y="9664"/>
                  </a:lnTo>
                  <a:lnTo>
                    <a:pt x="588086" y="5829"/>
                  </a:lnTo>
                  <a:lnTo>
                    <a:pt x="584022" y="1943"/>
                  </a:lnTo>
                  <a:lnTo>
                    <a:pt x="579094" y="0"/>
                  </a:lnTo>
                  <a:close/>
                </a:path>
                <a:path w="1626234" h="250189">
                  <a:moveTo>
                    <a:pt x="667816" y="57365"/>
                  </a:moveTo>
                  <a:lnTo>
                    <a:pt x="630796" y="57365"/>
                  </a:lnTo>
                  <a:lnTo>
                    <a:pt x="630796" y="197446"/>
                  </a:lnTo>
                  <a:lnTo>
                    <a:pt x="669645" y="197446"/>
                  </a:lnTo>
                  <a:lnTo>
                    <a:pt x="669709" y="110439"/>
                  </a:lnTo>
                  <a:lnTo>
                    <a:pt x="670826" y="105308"/>
                  </a:lnTo>
                  <a:lnTo>
                    <a:pt x="690956" y="87820"/>
                  </a:lnTo>
                  <a:lnTo>
                    <a:pt x="756968" y="87820"/>
                  </a:lnTo>
                  <a:lnTo>
                    <a:pt x="756554" y="86332"/>
                  </a:lnTo>
                  <a:lnTo>
                    <a:pt x="754740" y="82080"/>
                  </a:lnTo>
                  <a:lnTo>
                    <a:pt x="667816" y="82080"/>
                  </a:lnTo>
                  <a:lnTo>
                    <a:pt x="667816" y="57365"/>
                  </a:lnTo>
                  <a:close/>
                </a:path>
                <a:path w="1626234" h="250189">
                  <a:moveTo>
                    <a:pt x="756968" y="87820"/>
                  </a:moveTo>
                  <a:lnTo>
                    <a:pt x="703973" y="87820"/>
                  </a:lnTo>
                  <a:lnTo>
                    <a:pt x="710082" y="90258"/>
                  </a:lnTo>
                  <a:lnTo>
                    <a:pt x="714514" y="95123"/>
                  </a:lnTo>
                  <a:lnTo>
                    <a:pt x="718959" y="99923"/>
                  </a:lnTo>
                  <a:lnTo>
                    <a:pt x="721144" y="106616"/>
                  </a:lnTo>
                  <a:lnTo>
                    <a:pt x="721080" y="197446"/>
                  </a:lnTo>
                  <a:lnTo>
                    <a:pt x="759929" y="197446"/>
                  </a:lnTo>
                  <a:lnTo>
                    <a:pt x="759852" y="106616"/>
                  </a:lnTo>
                  <a:lnTo>
                    <a:pt x="758431" y="93070"/>
                  </a:lnTo>
                  <a:lnTo>
                    <a:pt x="756968" y="87820"/>
                  </a:lnTo>
                  <a:close/>
                </a:path>
                <a:path w="1626234" h="250189">
                  <a:moveTo>
                    <a:pt x="711593" y="55537"/>
                  </a:moveTo>
                  <a:lnTo>
                    <a:pt x="672566" y="73926"/>
                  </a:lnTo>
                  <a:lnTo>
                    <a:pt x="669467" y="82080"/>
                  </a:lnTo>
                  <a:lnTo>
                    <a:pt x="754740" y="82080"/>
                  </a:lnTo>
                  <a:lnTo>
                    <a:pt x="725252" y="57135"/>
                  </a:lnTo>
                  <a:lnTo>
                    <a:pt x="718932" y="55987"/>
                  </a:lnTo>
                  <a:lnTo>
                    <a:pt x="719543" y="55987"/>
                  </a:lnTo>
                  <a:lnTo>
                    <a:pt x="711593" y="55537"/>
                  </a:lnTo>
                  <a:close/>
                </a:path>
                <a:path w="1626234" h="250189">
                  <a:moveTo>
                    <a:pt x="845731" y="23799"/>
                  </a:moveTo>
                  <a:lnTo>
                    <a:pt x="806881" y="23799"/>
                  </a:lnTo>
                  <a:lnTo>
                    <a:pt x="806818" y="168694"/>
                  </a:lnTo>
                  <a:lnTo>
                    <a:pt x="836002" y="198475"/>
                  </a:lnTo>
                  <a:lnTo>
                    <a:pt x="844219" y="199732"/>
                  </a:lnTo>
                  <a:lnTo>
                    <a:pt x="858621" y="199174"/>
                  </a:lnTo>
                  <a:lnTo>
                    <a:pt x="862914" y="198666"/>
                  </a:lnTo>
                  <a:lnTo>
                    <a:pt x="866432" y="197815"/>
                  </a:lnTo>
                  <a:lnTo>
                    <a:pt x="869962" y="197015"/>
                  </a:lnTo>
                  <a:lnTo>
                    <a:pt x="872693" y="196316"/>
                  </a:lnTo>
                  <a:lnTo>
                    <a:pt x="874648" y="195719"/>
                  </a:lnTo>
                  <a:lnTo>
                    <a:pt x="868799" y="168084"/>
                  </a:lnTo>
                  <a:lnTo>
                    <a:pt x="856246" y="168084"/>
                  </a:lnTo>
                  <a:lnTo>
                    <a:pt x="853935" y="167690"/>
                  </a:lnTo>
                  <a:lnTo>
                    <a:pt x="845731" y="157988"/>
                  </a:lnTo>
                  <a:lnTo>
                    <a:pt x="845731" y="23799"/>
                  </a:lnTo>
                  <a:close/>
                </a:path>
                <a:path w="1626234" h="250189">
                  <a:moveTo>
                    <a:pt x="868527" y="166801"/>
                  </a:moveTo>
                  <a:lnTo>
                    <a:pt x="863958" y="167690"/>
                  </a:lnTo>
                  <a:lnTo>
                    <a:pt x="862520" y="167932"/>
                  </a:lnTo>
                  <a:lnTo>
                    <a:pt x="860691" y="168084"/>
                  </a:lnTo>
                  <a:lnTo>
                    <a:pt x="868799" y="168084"/>
                  </a:lnTo>
                  <a:lnTo>
                    <a:pt x="868527" y="166801"/>
                  </a:lnTo>
                  <a:close/>
                </a:path>
                <a:path w="1626234" h="250189">
                  <a:moveTo>
                    <a:pt x="806867" y="57365"/>
                  </a:moveTo>
                  <a:lnTo>
                    <a:pt x="787730" y="57365"/>
                  </a:lnTo>
                  <a:lnTo>
                    <a:pt x="787730" y="86550"/>
                  </a:lnTo>
                  <a:lnTo>
                    <a:pt x="806854" y="86550"/>
                  </a:lnTo>
                  <a:lnTo>
                    <a:pt x="806867" y="57365"/>
                  </a:lnTo>
                  <a:close/>
                </a:path>
                <a:path w="1626234" h="250189">
                  <a:moveTo>
                    <a:pt x="872096" y="57365"/>
                  </a:moveTo>
                  <a:lnTo>
                    <a:pt x="845731" y="57365"/>
                  </a:lnTo>
                  <a:lnTo>
                    <a:pt x="845731" y="86550"/>
                  </a:lnTo>
                  <a:lnTo>
                    <a:pt x="872096" y="86550"/>
                  </a:lnTo>
                  <a:lnTo>
                    <a:pt x="872096" y="57365"/>
                  </a:lnTo>
                  <a:close/>
                </a:path>
                <a:path w="1626234" h="250189">
                  <a:moveTo>
                    <a:pt x="943267" y="57365"/>
                  </a:moveTo>
                  <a:lnTo>
                    <a:pt x="904417" y="57365"/>
                  </a:lnTo>
                  <a:lnTo>
                    <a:pt x="904487" y="147891"/>
                  </a:lnTo>
                  <a:lnTo>
                    <a:pt x="920013" y="188633"/>
                  </a:lnTo>
                  <a:lnTo>
                    <a:pt x="951852" y="199275"/>
                  </a:lnTo>
                  <a:lnTo>
                    <a:pt x="958322" y="198875"/>
                  </a:lnTo>
                  <a:lnTo>
                    <a:pt x="959094" y="198875"/>
                  </a:lnTo>
                  <a:lnTo>
                    <a:pt x="994346" y="171996"/>
                  </a:lnTo>
                  <a:lnTo>
                    <a:pt x="1033106" y="171996"/>
                  </a:lnTo>
                  <a:lnTo>
                    <a:pt x="1033106" y="166433"/>
                  </a:lnTo>
                  <a:lnTo>
                    <a:pt x="960170" y="166433"/>
                  </a:lnTo>
                  <a:lnTo>
                    <a:pt x="954303" y="164033"/>
                  </a:lnTo>
                  <a:lnTo>
                    <a:pt x="945593" y="154476"/>
                  </a:lnTo>
                  <a:lnTo>
                    <a:pt x="945263" y="153581"/>
                  </a:lnTo>
                  <a:lnTo>
                    <a:pt x="943330" y="147891"/>
                  </a:lnTo>
                  <a:lnTo>
                    <a:pt x="943267" y="57365"/>
                  </a:lnTo>
                  <a:close/>
                </a:path>
                <a:path w="1626234" h="250189">
                  <a:moveTo>
                    <a:pt x="1033106" y="171996"/>
                  </a:moveTo>
                  <a:lnTo>
                    <a:pt x="995806" y="171996"/>
                  </a:lnTo>
                  <a:lnTo>
                    <a:pt x="995806" y="197446"/>
                  </a:lnTo>
                  <a:lnTo>
                    <a:pt x="1033106" y="197446"/>
                  </a:lnTo>
                  <a:lnTo>
                    <a:pt x="1033106" y="171996"/>
                  </a:lnTo>
                  <a:close/>
                </a:path>
                <a:path w="1626234" h="250189">
                  <a:moveTo>
                    <a:pt x="1033106" y="57365"/>
                  </a:moveTo>
                  <a:lnTo>
                    <a:pt x="994257" y="57365"/>
                  </a:lnTo>
                  <a:lnTo>
                    <a:pt x="994321" y="144068"/>
                  </a:lnTo>
                  <a:lnTo>
                    <a:pt x="993063" y="149326"/>
                  </a:lnTo>
                  <a:lnTo>
                    <a:pt x="990511" y="153581"/>
                  </a:lnTo>
                  <a:lnTo>
                    <a:pt x="988021" y="157835"/>
                  </a:lnTo>
                  <a:lnTo>
                    <a:pt x="984745" y="161061"/>
                  </a:lnTo>
                  <a:lnTo>
                    <a:pt x="980668" y="163245"/>
                  </a:lnTo>
                  <a:lnTo>
                    <a:pt x="976591" y="165379"/>
                  </a:lnTo>
                  <a:lnTo>
                    <a:pt x="972210" y="166433"/>
                  </a:lnTo>
                  <a:lnTo>
                    <a:pt x="1033106" y="166433"/>
                  </a:lnTo>
                  <a:lnTo>
                    <a:pt x="1033106" y="57365"/>
                  </a:lnTo>
                  <a:close/>
                </a:path>
                <a:path w="1626234" h="250189">
                  <a:moveTo>
                    <a:pt x="1110056" y="57365"/>
                  </a:moveTo>
                  <a:lnTo>
                    <a:pt x="1071206" y="57365"/>
                  </a:lnTo>
                  <a:lnTo>
                    <a:pt x="1071206" y="197446"/>
                  </a:lnTo>
                  <a:lnTo>
                    <a:pt x="1110056" y="197446"/>
                  </a:lnTo>
                  <a:lnTo>
                    <a:pt x="1110056" y="57365"/>
                  </a:lnTo>
                  <a:close/>
                </a:path>
                <a:path w="1626234" h="250189">
                  <a:moveTo>
                    <a:pt x="1096492" y="0"/>
                  </a:moveTo>
                  <a:lnTo>
                    <a:pt x="1084948" y="0"/>
                  </a:lnTo>
                  <a:lnTo>
                    <a:pt x="1079995" y="1943"/>
                  </a:lnTo>
                  <a:lnTo>
                    <a:pt x="1071778" y="9664"/>
                  </a:lnTo>
                  <a:lnTo>
                    <a:pt x="1069746" y="14249"/>
                  </a:lnTo>
                  <a:lnTo>
                    <a:pt x="1069746" y="25019"/>
                  </a:lnTo>
                  <a:lnTo>
                    <a:pt x="1071778" y="29667"/>
                  </a:lnTo>
                  <a:lnTo>
                    <a:pt x="1075855" y="33553"/>
                  </a:lnTo>
                  <a:lnTo>
                    <a:pt x="1079995" y="37388"/>
                  </a:lnTo>
                  <a:lnTo>
                    <a:pt x="1084948" y="39306"/>
                  </a:lnTo>
                  <a:lnTo>
                    <a:pt x="1096492" y="39306"/>
                  </a:lnTo>
                  <a:lnTo>
                    <a:pt x="1101420" y="37388"/>
                  </a:lnTo>
                  <a:lnTo>
                    <a:pt x="1109637" y="29667"/>
                  </a:lnTo>
                  <a:lnTo>
                    <a:pt x="1111694" y="25019"/>
                  </a:lnTo>
                  <a:lnTo>
                    <a:pt x="1111694" y="14249"/>
                  </a:lnTo>
                  <a:lnTo>
                    <a:pt x="1109637" y="9664"/>
                  </a:lnTo>
                  <a:lnTo>
                    <a:pt x="1105496" y="5829"/>
                  </a:lnTo>
                  <a:lnTo>
                    <a:pt x="1101420" y="1943"/>
                  </a:lnTo>
                  <a:lnTo>
                    <a:pt x="1096492" y="0"/>
                  </a:lnTo>
                  <a:close/>
                </a:path>
                <a:path w="1626234" h="250189">
                  <a:moveTo>
                    <a:pt x="1196352" y="23799"/>
                  </a:moveTo>
                  <a:lnTo>
                    <a:pt x="1157503" y="23799"/>
                  </a:lnTo>
                  <a:lnTo>
                    <a:pt x="1157439" y="168694"/>
                  </a:lnTo>
                  <a:lnTo>
                    <a:pt x="1186624" y="198475"/>
                  </a:lnTo>
                  <a:lnTo>
                    <a:pt x="1194841" y="199732"/>
                  </a:lnTo>
                  <a:lnTo>
                    <a:pt x="1209243" y="199174"/>
                  </a:lnTo>
                  <a:lnTo>
                    <a:pt x="1213535" y="198666"/>
                  </a:lnTo>
                  <a:lnTo>
                    <a:pt x="1217053" y="197815"/>
                  </a:lnTo>
                  <a:lnTo>
                    <a:pt x="1220584" y="197015"/>
                  </a:lnTo>
                  <a:lnTo>
                    <a:pt x="1223327" y="196316"/>
                  </a:lnTo>
                  <a:lnTo>
                    <a:pt x="1225270" y="195719"/>
                  </a:lnTo>
                  <a:lnTo>
                    <a:pt x="1219432" y="168084"/>
                  </a:lnTo>
                  <a:lnTo>
                    <a:pt x="1206868" y="168084"/>
                  </a:lnTo>
                  <a:lnTo>
                    <a:pt x="1204569" y="167690"/>
                  </a:lnTo>
                  <a:lnTo>
                    <a:pt x="1200607" y="166103"/>
                  </a:lnTo>
                  <a:lnTo>
                    <a:pt x="1199095" y="164731"/>
                  </a:lnTo>
                  <a:lnTo>
                    <a:pt x="1196898" y="160782"/>
                  </a:lnTo>
                  <a:lnTo>
                    <a:pt x="1196352" y="157988"/>
                  </a:lnTo>
                  <a:lnTo>
                    <a:pt x="1196352" y="23799"/>
                  </a:lnTo>
                  <a:close/>
                </a:path>
                <a:path w="1626234" h="250189">
                  <a:moveTo>
                    <a:pt x="1219161" y="166801"/>
                  </a:moveTo>
                  <a:lnTo>
                    <a:pt x="1214579" y="167690"/>
                  </a:lnTo>
                  <a:lnTo>
                    <a:pt x="1213142" y="167932"/>
                  </a:lnTo>
                  <a:lnTo>
                    <a:pt x="1211313" y="168084"/>
                  </a:lnTo>
                  <a:lnTo>
                    <a:pt x="1219432" y="168084"/>
                  </a:lnTo>
                  <a:lnTo>
                    <a:pt x="1219199" y="166979"/>
                  </a:lnTo>
                  <a:lnTo>
                    <a:pt x="1219161" y="166801"/>
                  </a:lnTo>
                  <a:close/>
                </a:path>
                <a:path w="1626234" h="250189">
                  <a:moveTo>
                    <a:pt x="1157488" y="57365"/>
                  </a:moveTo>
                  <a:lnTo>
                    <a:pt x="1138351" y="57365"/>
                  </a:lnTo>
                  <a:lnTo>
                    <a:pt x="1138351" y="86550"/>
                  </a:lnTo>
                  <a:lnTo>
                    <a:pt x="1157475" y="86550"/>
                  </a:lnTo>
                  <a:lnTo>
                    <a:pt x="1157488" y="57365"/>
                  </a:lnTo>
                  <a:close/>
                </a:path>
                <a:path w="1626234" h="250189">
                  <a:moveTo>
                    <a:pt x="1222717" y="57365"/>
                  </a:moveTo>
                  <a:lnTo>
                    <a:pt x="1196352" y="57365"/>
                  </a:lnTo>
                  <a:lnTo>
                    <a:pt x="1196352" y="86550"/>
                  </a:lnTo>
                  <a:lnTo>
                    <a:pt x="1222717" y="86550"/>
                  </a:lnTo>
                  <a:lnTo>
                    <a:pt x="1222717" y="57365"/>
                  </a:lnTo>
                  <a:close/>
                </a:path>
                <a:path w="1626234" h="250189">
                  <a:moveTo>
                    <a:pt x="1293901" y="57365"/>
                  </a:moveTo>
                  <a:lnTo>
                    <a:pt x="1255039" y="57365"/>
                  </a:lnTo>
                  <a:lnTo>
                    <a:pt x="1255039" y="197446"/>
                  </a:lnTo>
                  <a:lnTo>
                    <a:pt x="1293901" y="197446"/>
                  </a:lnTo>
                  <a:lnTo>
                    <a:pt x="1293901" y="57365"/>
                  </a:lnTo>
                  <a:close/>
                </a:path>
                <a:path w="1626234" h="250189">
                  <a:moveTo>
                    <a:pt x="1280337" y="0"/>
                  </a:moveTo>
                  <a:lnTo>
                    <a:pt x="1268780" y="0"/>
                  </a:lnTo>
                  <a:lnTo>
                    <a:pt x="1263827" y="1943"/>
                  </a:lnTo>
                  <a:lnTo>
                    <a:pt x="1255623" y="9664"/>
                  </a:lnTo>
                  <a:lnTo>
                    <a:pt x="1253578" y="14249"/>
                  </a:lnTo>
                  <a:lnTo>
                    <a:pt x="1253578" y="25019"/>
                  </a:lnTo>
                  <a:lnTo>
                    <a:pt x="1255623" y="29667"/>
                  </a:lnTo>
                  <a:lnTo>
                    <a:pt x="1259700" y="33553"/>
                  </a:lnTo>
                  <a:lnTo>
                    <a:pt x="1263827" y="37388"/>
                  </a:lnTo>
                  <a:lnTo>
                    <a:pt x="1268780" y="39306"/>
                  </a:lnTo>
                  <a:lnTo>
                    <a:pt x="1280337" y="39306"/>
                  </a:lnTo>
                  <a:lnTo>
                    <a:pt x="1285265" y="37388"/>
                  </a:lnTo>
                  <a:lnTo>
                    <a:pt x="1293469" y="29667"/>
                  </a:lnTo>
                  <a:lnTo>
                    <a:pt x="1295539" y="25019"/>
                  </a:lnTo>
                  <a:lnTo>
                    <a:pt x="1295539" y="14249"/>
                  </a:lnTo>
                  <a:lnTo>
                    <a:pt x="1293469" y="9664"/>
                  </a:lnTo>
                  <a:lnTo>
                    <a:pt x="1289329" y="5829"/>
                  </a:lnTo>
                  <a:lnTo>
                    <a:pt x="1285265" y="1943"/>
                  </a:lnTo>
                  <a:lnTo>
                    <a:pt x="1280337" y="0"/>
                  </a:lnTo>
                  <a:close/>
                </a:path>
                <a:path w="1626234" h="250189">
                  <a:moveTo>
                    <a:pt x="1395336" y="55537"/>
                  </a:moveTo>
                  <a:lnTo>
                    <a:pt x="1351315" y="69627"/>
                  </a:lnTo>
                  <a:lnTo>
                    <a:pt x="1328485" y="107618"/>
                  </a:lnTo>
                  <a:lnTo>
                    <a:pt x="1326387" y="127952"/>
                  </a:lnTo>
                  <a:lnTo>
                    <a:pt x="1326912" y="138389"/>
                  </a:lnTo>
                  <a:lnTo>
                    <a:pt x="1344925" y="180254"/>
                  </a:lnTo>
                  <a:lnTo>
                    <a:pt x="1385067" y="199613"/>
                  </a:lnTo>
                  <a:lnTo>
                    <a:pt x="1395336" y="200177"/>
                  </a:lnTo>
                  <a:lnTo>
                    <a:pt x="1405594" y="199613"/>
                  </a:lnTo>
                  <a:lnTo>
                    <a:pt x="1445726" y="180254"/>
                  </a:lnTo>
                  <a:lnTo>
                    <a:pt x="1453295" y="170091"/>
                  </a:lnTo>
                  <a:lnTo>
                    <a:pt x="1389011" y="170091"/>
                  </a:lnTo>
                  <a:lnTo>
                    <a:pt x="1383537" y="168262"/>
                  </a:lnTo>
                  <a:lnTo>
                    <a:pt x="1365872" y="135826"/>
                  </a:lnTo>
                  <a:lnTo>
                    <a:pt x="1365872" y="119532"/>
                  </a:lnTo>
                  <a:lnTo>
                    <a:pt x="1389011" y="85178"/>
                  </a:lnTo>
                  <a:lnTo>
                    <a:pt x="1452979" y="85178"/>
                  </a:lnTo>
                  <a:lnTo>
                    <a:pt x="1451253" y="82309"/>
                  </a:lnTo>
                  <a:lnTo>
                    <a:pt x="1415126" y="57815"/>
                  </a:lnTo>
                  <a:lnTo>
                    <a:pt x="1405594" y="56106"/>
                  </a:lnTo>
                  <a:lnTo>
                    <a:pt x="1395336" y="55537"/>
                  </a:lnTo>
                  <a:close/>
                </a:path>
                <a:path w="1626234" h="250189">
                  <a:moveTo>
                    <a:pt x="1452979" y="85178"/>
                  </a:moveTo>
                  <a:lnTo>
                    <a:pt x="1401965" y="85178"/>
                  </a:lnTo>
                  <a:lnTo>
                    <a:pt x="1407337" y="87033"/>
                  </a:lnTo>
                  <a:lnTo>
                    <a:pt x="1415973" y="94449"/>
                  </a:lnTo>
                  <a:lnTo>
                    <a:pt x="1419224" y="99491"/>
                  </a:lnTo>
                  <a:lnTo>
                    <a:pt x="1421422" y="105879"/>
                  </a:lnTo>
                  <a:lnTo>
                    <a:pt x="1423669" y="112268"/>
                  </a:lnTo>
                  <a:lnTo>
                    <a:pt x="1424787" y="119532"/>
                  </a:lnTo>
                  <a:lnTo>
                    <a:pt x="1424787" y="135826"/>
                  </a:lnTo>
                  <a:lnTo>
                    <a:pt x="1423669" y="143090"/>
                  </a:lnTo>
                  <a:lnTo>
                    <a:pt x="1421422" y="149479"/>
                  </a:lnTo>
                  <a:lnTo>
                    <a:pt x="1419224" y="155854"/>
                  </a:lnTo>
                  <a:lnTo>
                    <a:pt x="1415973" y="160909"/>
                  </a:lnTo>
                  <a:lnTo>
                    <a:pt x="1411655" y="164617"/>
                  </a:lnTo>
                  <a:lnTo>
                    <a:pt x="1407337" y="168262"/>
                  </a:lnTo>
                  <a:lnTo>
                    <a:pt x="1401965" y="170091"/>
                  </a:lnTo>
                  <a:lnTo>
                    <a:pt x="1453295" y="170091"/>
                  </a:lnTo>
                  <a:lnTo>
                    <a:pt x="1464284" y="127952"/>
                  </a:lnTo>
                  <a:lnTo>
                    <a:pt x="1463864" y="119532"/>
                  </a:lnTo>
                  <a:lnTo>
                    <a:pt x="1463760" y="117444"/>
                  </a:lnTo>
                  <a:lnTo>
                    <a:pt x="1462187" y="107618"/>
                  </a:lnTo>
                  <a:lnTo>
                    <a:pt x="1459564" y="98475"/>
                  </a:lnTo>
                  <a:lnTo>
                    <a:pt x="1455889" y="90017"/>
                  </a:lnTo>
                  <a:lnTo>
                    <a:pt x="1452979" y="85178"/>
                  </a:lnTo>
                  <a:close/>
                </a:path>
                <a:path w="1626234" h="250189">
                  <a:moveTo>
                    <a:pt x="1533588" y="57365"/>
                  </a:moveTo>
                  <a:lnTo>
                    <a:pt x="1496567" y="57365"/>
                  </a:lnTo>
                  <a:lnTo>
                    <a:pt x="1496567" y="197446"/>
                  </a:lnTo>
                  <a:lnTo>
                    <a:pt x="1535417" y="197446"/>
                  </a:lnTo>
                  <a:lnTo>
                    <a:pt x="1535480" y="110439"/>
                  </a:lnTo>
                  <a:lnTo>
                    <a:pt x="1536598" y="105308"/>
                  </a:lnTo>
                  <a:lnTo>
                    <a:pt x="1556727" y="87820"/>
                  </a:lnTo>
                  <a:lnTo>
                    <a:pt x="1622740" y="87820"/>
                  </a:lnTo>
                  <a:lnTo>
                    <a:pt x="1622326" y="86332"/>
                  </a:lnTo>
                  <a:lnTo>
                    <a:pt x="1620512" y="82080"/>
                  </a:lnTo>
                  <a:lnTo>
                    <a:pt x="1533588" y="82080"/>
                  </a:lnTo>
                  <a:lnTo>
                    <a:pt x="1533588" y="57365"/>
                  </a:lnTo>
                  <a:close/>
                </a:path>
                <a:path w="1626234" h="250189">
                  <a:moveTo>
                    <a:pt x="1622740" y="87820"/>
                  </a:moveTo>
                  <a:lnTo>
                    <a:pt x="1569745" y="87820"/>
                  </a:lnTo>
                  <a:lnTo>
                    <a:pt x="1575854" y="90258"/>
                  </a:lnTo>
                  <a:lnTo>
                    <a:pt x="1580286" y="95123"/>
                  </a:lnTo>
                  <a:lnTo>
                    <a:pt x="1584731" y="99923"/>
                  </a:lnTo>
                  <a:lnTo>
                    <a:pt x="1586915" y="106616"/>
                  </a:lnTo>
                  <a:lnTo>
                    <a:pt x="1586852" y="197446"/>
                  </a:lnTo>
                  <a:lnTo>
                    <a:pt x="1625701" y="197446"/>
                  </a:lnTo>
                  <a:lnTo>
                    <a:pt x="1625623" y="106616"/>
                  </a:lnTo>
                  <a:lnTo>
                    <a:pt x="1624202" y="93070"/>
                  </a:lnTo>
                  <a:lnTo>
                    <a:pt x="1622740" y="87820"/>
                  </a:lnTo>
                  <a:close/>
                </a:path>
                <a:path w="1626234" h="250189">
                  <a:moveTo>
                    <a:pt x="1577365" y="55537"/>
                  </a:moveTo>
                  <a:lnTo>
                    <a:pt x="1538338" y="73926"/>
                  </a:lnTo>
                  <a:lnTo>
                    <a:pt x="1535239" y="82080"/>
                  </a:lnTo>
                  <a:lnTo>
                    <a:pt x="1620512" y="82080"/>
                  </a:lnTo>
                  <a:lnTo>
                    <a:pt x="1591024" y="57135"/>
                  </a:lnTo>
                  <a:lnTo>
                    <a:pt x="1584704" y="55987"/>
                  </a:lnTo>
                  <a:lnTo>
                    <a:pt x="1585314" y="55987"/>
                  </a:lnTo>
                  <a:lnTo>
                    <a:pt x="1577365" y="555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6731000" y="6180669"/>
              <a:ext cx="587019" cy="587019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7228281" y="6309707"/>
              <a:ext cx="2027008" cy="466737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6936075" y="6807434"/>
              <a:ext cx="2735027" cy="638998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8620472" y="6565899"/>
              <a:ext cx="1013531" cy="949668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8693856" y="6602592"/>
              <a:ext cx="866771" cy="802906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8153400" y="3302000"/>
              <a:ext cx="1257300" cy="927100"/>
            </a:xfrm>
            <a:custGeom>
              <a:avLst/>
              <a:gdLst/>
              <a:ahLst/>
              <a:cxnLst/>
              <a:rect l="l" t="t" r="r" b="b"/>
              <a:pathLst>
                <a:path w="1257300" h="927100">
                  <a:moveTo>
                    <a:pt x="1206500" y="0"/>
                  </a:moveTo>
                  <a:lnTo>
                    <a:pt x="50800" y="0"/>
                  </a:lnTo>
                  <a:lnTo>
                    <a:pt x="31027" y="3992"/>
                  </a:lnTo>
                  <a:lnTo>
                    <a:pt x="14879" y="14879"/>
                  </a:lnTo>
                  <a:lnTo>
                    <a:pt x="3992" y="31027"/>
                  </a:lnTo>
                  <a:lnTo>
                    <a:pt x="0" y="50800"/>
                  </a:lnTo>
                  <a:lnTo>
                    <a:pt x="0" y="876300"/>
                  </a:lnTo>
                  <a:lnTo>
                    <a:pt x="3992" y="896072"/>
                  </a:lnTo>
                  <a:lnTo>
                    <a:pt x="14879" y="912220"/>
                  </a:lnTo>
                  <a:lnTo>
                    <a:pt x="31027" y="923107"/>
                  </a:lnTo>
                  <a:lnTo>
                    <a:pt x="50800" y="927100"/>
                  </a:lnTo>
                  <a:lnTo>
                    <a:pt x="1206500" y="927100"/>
                  </a:lnTo>
                  <a:lnTo>
                    <a:pt x="1226272" y="923107"/>
                  </a:lnTo>
                  <a:lnTo>
                    <a:pt x="1242420" y="912220"/>
                  </a:lnTo>
                  <a:lnTo>
                    <a:pt x="1253307" y="896072"/>
                  </a:lnTo>
                  <a:lnTo>
                    <a:pt x="1257300" y="876300"/>
                  </a:lnTo>
                  <a:lnTo>
                    <a:pt x="1257300" y="50800"/>
                  </a:lnTo>
                  <a:lnTo>
                    <a:pt x="1253307" y="31027"/>
                  </a:lnTo>
                  <a:lnTo>
                    <a:pt x="1242420" y="14879"/>
                  </a:lnTo>
                  <a:lnTo>
                    <a:pt x="1226272" y="3992"/>
                  </a:lnTo>
                  <a:lnTo>
                    <a:pt x="1206500" y="0"/>
                  </a:lnTo>
                  <a:close/>
                </a:path>
              </a:pathLst>
            </a:custGeom>
            <a:solidFill>
              <a:srgbClr val="FBDF11">
                <a:alpha val="42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8183438" y="3333161"/>
              <a:ext cx="230437" cy="208914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8528519" y="3396806"/>
              <a:ext cx="502920" cy="84455"/>
            </a:xfrm>
            <a:custGeom>
              <a:avLst/>
              <a:gdLst/>
              <a:ahLst/>
              <a:cxnLst/>
              <a:rect l="l" t="t" r="r" b="b"/>
              <a:pathLst>
                <a:path w="502920" h="84454">
                  <a:moveTo>
                    <a:pt x="36906" y="4483"/>
                  </a:moveTo>
                  <a:lnTo>
                    <a:pt x="0" y="4483"/>
                  </a:lnTo>
                  <a:lnTo>
                    <a:pt x="0" y="82994"/>
                  </a:lnTo>
                  <a:lnTo>
                    <a:pt x="16598" y="82994"/>
                  </a:lnTo>
                  <a:lnTo>
                    <a:pt x="16598" y="55168"/>
                  </a:lnTo>
                  <a:lnTo>
                    <a:pt x="9817" y="55168"/>
                  </a:lnTo>
                  <a:lnTo>
                    <a:pt x="9817" y="41821"/>
                  </a:lnTo>
                  <a:lnTo>
                    <a:pt x="16598" y="41821"/>
                  </a:lnTo>
                  <a:lnTo>
                    <a:pt x="16598" y="18059"/>
                  </a:lnTo>
                  <a:lnTo>
                    <a:pt x="56624" y="18059"/>
                  </a:lnTo>
                  <a:lnTo>
                    <a:pt x="53581" y="12738"/>
                  </a:lnTo>
                  <a:lnTo>
                    <a:pt x="50380" y="9766"/>
                  </a:lnTo>
                  <a:lnTo>
                    <a:pt x="41973" y="5549"/>
                  </a:lnTo>
                  <a:lnTo>
                    <a:pt x="36906" y="4483"/>
                  </a:lnTo>
                  <a:close/>
                </a:path>
                <a:path w="502920" h="84454">
                  <a:moveTo>
                    <a:pt x="42433" y="47320"/>
                  </a:moveTo>
                  <a:lnTo>
                    <a:pt x="24525" y="47320"/>
                  </a:lnTo>
                  <a:lnTo>
                    <a:pt x="43586" y="82994"/>
                  </a:lnTo>
                  <a:lnTo>
                    <a:pt x="61912" y="82994"/>
                  </a:lnTo>
                  <a:lnTo>
                    <a:pt x="46718" y="55168"/>
                  </a:lnTo>
                  <a:lnTo>
                    <a:pt x="36588" y="55168"/>
                  </a:lnTo>
                  <a:lnTo>
                    <a:pt x="41719" y="54165"/>
                  </a:lnTo>
                  <a:lnTo>
                    <a:pt x="45263" y="52504"/>
                  </a:lnTo>
                  <a:lnTo>
                    <a:pt x="42433" y="47320"/>
                  </a:lnTo>
                  <a:close/>
                </a:path>
                <a:path w="502920" h="84454">
                  <a:moveTo>
                    <a:pt x="16598" y="41821"/>
                  </a:moveTo>
                  <a:lnTo>
                    <a:pt x="9817" y="41821"/>
                  </a:lnTo>
                  <a:lnTo>
                    <a:pt x="9817" y="55168"/>
                  </a:lnTo>
                  <a:lnTo>
                    <a:pt x="16598" y="55168"/>
                  </a:lnTo>
                  <a:lnTo>
                    <a:pt x="16598" y="41821"/>
                  </a:lnTo>
                  <a:close/>
                </a:path>
                <a:path w="502920" h="84454">
                  <a:moveTo>
                    <a:pt x="56624" y="18059"/>
                  </a:moveTo>
                  <a:lnTo>
                    <a:pt x="30987" y="18059"/>
                  </a:lnTo>
                  <a:lnTo>
                    <a:pt x="33629" y="18529"/>
                  </a:lnTo>
                  <a:lnTo>
                    <a:pt x="37902" y="20434"/>
                  </a:lnTo>
                  <a:lnTo>
                    <a:pt x="39420" y="21742"/>
                  </a:lnTo>
                  <a:lnTo>
                    <a:pt x="41490" y="25323"/>
                  </a:lnTo>
                  <a:lnTo>
                    <a:pt x="42024" y="27520"/>
                  </a:lnTo>
                  <a:lnTo>
                    <a:pt x="42024" y="32715"/>
                  </a:lnTo>
                  <a:lnTo>
                    <a:pt x="31038" y="41821"/>
                  </a:lnTo>
                  <a:lnTo>
                    <a:pt x="16598" y="41821"/>
                  </a:lnTo>
                  <a:lnTo>
                    <a:pt x="16598" y="55168"/>
                  </a:lnTo>
                  <a:lnTo>
                    <a:pt x="28718" y="55168"/>
                  </a:lnTo>
                  <a:lnTo>
                    <a:pt x="24525" y="47320"/>
                  </a:lnTo>
                  <a:lnTo>
                    <a:pt x="53492" y="47320"/>
                  </a:lnTo>
                  <a:lnTo>
                    <a:pt x="57988" y="39827"/>
                  </a:lnTo>
                  <a:lnTo>
                    <a:pt x="59118" y="35344"/>
                  </a:lnTo>
                  <a:lnTo>
                    <a:pt x="59118" y="24942"/>
                  </a:lnTo>
                  <a:lnTo>
                    <a:pt x="58000" y="20434"/>
                  </a:lnTo>
                  <a:lnTo>
                    <a:pt x="56624" y="18059"/>
                  </a:lnTo>
                  <a:close/>
                </a:path>
                <a:path w="502920" h="84454">
                  <a:moveTo>
                    <a:pt x="45263" y="52504"/>
                  </a:moveTo>
                  <a:lnTo>
                    <a:pt x="41719" y="54165"/>
                  </a:lnTo>
                  <a:lnTo>
                    <a:pt x="36588" y="55168"/>
                  </a:lnTo>
                  <a:lnTo>
                    <a:pt x="46718" y="55168"/>
                  </a:lnTo>
                  <a:lnTo>
                    <a:pt x="45263" y="52504"/>
                  </a:lnTo>
                  <a:close/>
                </a:path>
                <a:path w="502920" h="84454">
                  <a:moveTo>
                    <a:pt x="53492" y="47320"/>
                  </a:moveTo>
                  <a:lnTo>
                    <a:pt x="42433" y="47320"/>
                  </a:lnTo>
                  <a:lnTo>
                    <a:pt x="45263" y="52504"/>
                  </a:lnTo>
                  <a:lnTo>
                    <a:pt x="50228" y="50177"/>
                  </a:lnTo>
                  <a:lnTo>
                    <a:pt x="53492" y="47320"/>
                  </a:lnTo>
                  <a:close/>
                </a:path>
                <a:path w="502920" h="84454">
                  <a:moveTo>
                    <a:pt x="86867" y="24117"/>
                  </a:moveTo>
                  <a:lnTo>
                    <a:pt x="70535" y="24117"/>
                  </a:lnTo>
                  <a:lnTo>
                    <a:pt x="70535" y="82994"/>
                  </a:lnTo>
                  <a:lnTo>
                    <a:pt x="86867" y="82994"/>
                  </a:lnTo>
                  <a:lnTo>
                    <a:pt x="86867" y="24117"/>
                  </a:lnTo>
                  <a:close/>
                </a:path>
                <a:path w="502920" h="84454">
                  <a:moveTo>
                    <a:pt x="81165" y="0"/>
                  </a:moveTo>
                  <a:lnTo>
                    <a:pt x="76314" y="0"/>
                  </a:lnTo>
                  <a:lnTo>
                    <a:pt x="74231" y="812"/>
                  </a:lnTo>
                  <a:lnTo>
                    <a:pt x="70777" y="4064"/>
                  </a:lnTo>
                  <a:lnTo>
                    <a:pt x="69926" y="5994"/>
                  </a:lnTo>
                  <a:lnTo>
                    <a:pt x="69926" y="10515"/>
                  </a:lnTo>
                  <a:lnTo>
                    <a:pt x="70777" y="12471"/>
                  </a:lnTo>
                  <a:lnTo>
                    <a:pt x="72491" y="14109"/>
                  </a:lnTo>
                  <a:lnTo>
                    <a:pt x="74231" y="15722"/>
                  </a:lnTo>
                  <a:lnTo>
                    <a:pt x="76314" y="16522"/>
                  </a:lnTo>
                  <a:lnTo>
                    <a:pt x="81165" y="16522"/>
                  </a:lnTo>
                  <a:lnTo>
                    <a:pt x="83235" y="15722"/>
                  </a:lnTo>
                  <a:lnTo>
                    <a:pt x="86690" y="12471"/>
                  </a:lnTo>
                  <a:lnTo>
                    <a:pt x="87553" y="10515"/>
                  </a:lnTo>
                  <a:lnTo>
                    <a:pt x="87553" y="5994"/>
                  </a:lnTo>
                  <a:lnTo>
                    <a:pt x="86690" y="4064"/>
                  </a:lnTo>
                  <a:lnTo>
                    <a:pt x="84950" y="2451"/>
                  </a:lnTo>
                  <a:lnTo>
                    <a:pt x="83235" y="812"/>
                  </a:lnTo>
                  <a:lnTo>
                    <a:pt x="81165" y="0"/>
                  </a:lnTo>
                  <a:close/>
                </a:path>
                <a:path w="502920" h="84454">
                  <a:moveTo>
                    <a:pt x="113410" y="65087"/>
                  </a:moveTo>
                  <a:lnTo>
                    <a:pt x="97345" y="65938"/>
                  </a:lnTo>
                  <a:lnTo>
                    <a:pt x="98132" y="71551"/>
                  </a:lnTo>
                  <a:lnTo>
                    <a:pt x="100837" y="76009"/>
                  </a:lnTo>
                  <a:lnTo>
                    <a:pt x="110058" y="82524"/>
                  </a:lnTo>
                  <a:lnTo>
                    <a:pt x="116268" y="84150"/>
                  </a:lnTo>
                  <a:lnTo>
                    <a:pt x="129171" y="84150"/>
                  </a:lnTo>
                  <a:lnTo>
                    <a:pt x="133680" y="83337"/>
                  </a:lnTo>
                  <a:lnTo>
                    <a:pt x="141528" y="80098"/>
                  </a:lnTo>
                  <a:lnTo>
                    <a:pt x="144627" y="77825"/>
                  </a:lnTo>
                  <a:lnTo>
                    <a:pt x="146875" y="74904"/>
                  </a:lnTo>
                  <a:lnTo>
                    <a:pt x="148850" y="72377"/>
                  </a:lnTo>
                  <a:lnTo>
                    <a:pt x="121183" y="72377"/>
                  </a:lnTo>
                  <a:lnTo>
                    <a:pt x="119044" y="71831"/>
                  </a:lnTo>
                  <a:lnTo>
                    <a:pt x="118891" y="71831"/>
                  </a:lnTo>
                  <a:lnTo>
                    <a:pt x="115061" y="69278"/>
                  </a:lnTo>
                  <a:lnTo>
                    <a:pt x="113893" y="67475"/>
                  </a:lnTo>
                  <a:lnTo>
                    <a:pt x="113410" y="65087"/>
                  </a:lnTo>
                  <a:close/>
                </a:path>
                <a:path w="502920" h="84454">
                  <a:moveTo>
                    <a:pt x="131305" y="23342"/>
                  </a:moveTo>
                  <a:lnTo>
                    <a:pt x="118833" y="23342"/>
                  </a:lnTo>
                  <a:lnTo>
                    <a:pt x="114439" y="24091"/>
                  </a:lnTo>
                  <a:lnTo>
                    <a:pt x="98920" y="46062"/>
                  </a:lnTo>
                  <a:lnTo>
                    <a:pt x="100304" y="49682"/>
                  </a:lnTo>
                  <a:lnTo>
                    <a:pt x="105905" y="55359"/>
                  </a:lnTo>
                  <a:lnTo>
                    <a:pt x="110185" y="57353"/>
                  </a:lnTo>
                  <a:lnTo>
                    <a:pt x="128689" y="61036"/>
                  </a:lnTo>
                  <a:lnTo>
                    <a:pt x="130581" y="61785"/>
                  </a:lnTo>
                  <a:lnTo>
                    <a:pt x="133032" y="63703"/>
                  </a:lnTo>
                  <a:lnTo>
                    <a:pt x="133654" y="64909"/>
                  </a:lnTo>
                  <a:lnTo>
                    <a:pt x="133654" y="68160"/>
                  </a:lnTo>
                  <a:lnTo>
                    <a:pt x="132765" y="69608"/>
                  </a:lnTo>
                  <a:lnTo>
                    <a:pt x="129260" y="71831"/>
                  </a:lnTo>
                  <a:lnTo>
                    <a:pt x="126961" y="72377"/>
                  </a:lnTo>
                  <a:lnTo>
                    <a:pt x="148850" y="72377"/>
                  </a:lnTo>
                  <a:lnTo>
                    <a:pt x="149148" y="71996"/>
                  </a:lnTo>
                  <a:lnTo>
                    <a:pt x="150279" y="68605"/>
                  </a:lnTo>
                  <a:lnTo>
                    <a:pt x="150279" y="60502"/>
                  </a:lnTo>
                  <a:lnTo>
                    <a:pt x="148991" y="57353"/>
                  </a:lnTo>
                  <a:lnTo>
                    <a:pt x="148882" y="57086"/>
                  </a:lnTo>
                  <a:lnTo>
                    <a:pt x="143255" y="51866"/>
                  </a:lnTo>
                  <a:lnTo>
                    <a:pt x="138988" y="49974"/>
                  </a:lnTo>
                  <a:lnTo>
                    <a:pt x="122605" y="46647"/>
                  </a:lnTo>
                  <a:lnTo>
                    <a:pt x="119875" y="46062"/>
                  </a:lnTo>
                  <a:lnTo>
                    <a:pt x="117944" y="45288"/>
                  </a:lnTo>
                  <a:lnTo>
                    <a:pt x="115696" y="43345"/>
                  </a:lnTo>
                  <a:lnTo>
                    <a:pt x="115125" y="42151"/>
                  </a:lnTo>
                  <a:lnTo>
                    <a:pt x="115125" y="38989"/>
                  </a:lnTo>
                  <a:lnTo>
                    <a:pt x="116001" y="37579"/>
                  </a:lnTo>
                  <a:lnTo>
                    <a:pt x="117741" y="36537"/>
                  </a:lnTo>
                  <a:lnTo>
                    <a:pt x="119440" y="35483"/>
                  </a:lnTo>
                  <a:lnTo>
                    <a:pt x="121615" y="34925"/>
                  </a:lnTo>
                  <a:lnTo>
                    <a:pt x="147895" y="34925"/>
                  </a:lnTo>
                  <a:lnTo>
                    <a:pt x="145719" y="31203"/>
                  </a:lnTo>
                  <a:lnTo>
                    <a:pt x="137159" y="24917"/>
                  </a:lnTo>
                  <a:lnTo>
                    <a:pt x="131305" y="23342"/>
                  </a:lnTo>
                  <a:close/>
                </a:path>
                <a:path w="502920" h="84454">
                  <a:moveTo>
                    <a:pt x="147895" y="34925"/>
                  </a:moveTo>
                  <a:lnTo>
                    <a:pt x="126034" y="34925"/>
                  </a:lnTo>
                  <a:lnTo>
                    <a:pt x="127660" y="35242"/>
                  </a:lnTo>
                  <a:lnTo>
                    <a:pt x="130441" y="36537"/>
                  </a:lnTo>
                  <a:lnTo>
                    <a:pt x="131495" y="37325"/>
                  </a:lnTo>
                  <a:lnTo>
                    <a:pt x="133184" y="39395"/>
                  </a:lnTo>
                  <a:lnTo>
                    <a:pt x="133730" y="40551"/>
                  </a:lnTo>
                  <a:lnTo>
                    <a:pt x="133997" y="41821"/>
                  </a:lnTo>
                  <a:lnTo>
                    <a:pt x="148945" y="40906"/>
                  </a:lnTo>
                  <a:lnTo>
                    <a:pt x="148542" y="37884"/>
                  </a:lnTo>
                  <a:lnTo>
                    <a:pt x="148467" y="37325"/>
                  </a:lnTo>
                  <a:lnTo>
                    <a:pt x="148362" y="36537"/>
                  </a:lnTo>
                  <a:lnTo>
                    <a:pt x="148274" y="35877"/>
                  </a:lnTo>
                  <a:lnTo>
                    <a:pt x="148221" y="35483"/>
                  </a:lnTo>
                  <a:lnTo>
                    <a:pt x="147895" y="34925"/>
                  </a:lnTo>
                  <a:close/>
                </a:path>
                <a:path w="502920" h="84454">
                  <a:moveTo>
                    <a:pt x="176898" y="4483"/>
                  </a:moveTo>
                  <a:lnTo>
                    <a:pt x="160566" y="4483"/>
                  </a:lnTo>
                  <a:lnTo>
                    <a:pt x="160566" y="82994"/>
                  </a:lnTo>
                  <a:lnTo>
                    <a:pt x="176898" y="82994"/>
                  </a:lnTo>
                  <a:lnTo>
                    <a:pt x="176898" y="66052"/>
                  </a:lnTo>
                  <a:lnTo>
                    <a:pt x="175361" y="66052"/>
                  </a:lnTo>
                  <a:lnTo>
                    <a:pt x="175399" y="46456"/>
                  </a:lnTo>
                  <a:lnTo>
                    <a:pt x="176898" y="46456"/>
                  </a:lnTo>
                  <a:lnTo>
                    <a:pt x="176898" y="4483"/>
                  </a:lnTo>
                  <a:close/>
                </a:path>
                <a:path w="502920" h="84454">
                  <a:moveTo>
                    <a:pt x="193548" y="49615"/>
                  </a:moveTo>
                  <a:lnTo>
                    <a:pt x="190042" y="53708"/>
                  </a:lnTo>
                  <a:lnTo>
                    <a:pt x="186169" y="53708"/>
                  </a:lnTo>
                  <a:lnTo>
                    <a:pt x="181324" y="59242"/>
                  </a:lnTo>
                  <a:lnTo>
                    <a:pt x="197370" y="82994"/>
                  </a:lnTo>
                  <a:lnTo>
                    <a:pt x="216496" y="82994"/>
                  </a:lnTo>
                  <a:lnTo>
                    <a:pt x="193548" y="49615"/>
                  </a:lnTo>
                  <a:close/>
                </a:path>
                <a:path w="502920" h="84454">
                  <a:moveTo>
                    <a:pt x="176898" y="46456"/>
                  </a:moveTo>
                  <a:lnTo>
                    <a:pt x="175399" y="46456"/>
                  </a:lnTo>
                  <a:lnTo>
                    <a:pt x="175361" y="66052"/>
                  </a:lnTo>
                  <a:lnTo>
                    <a:pt x="176898" y="64297"/>
                  </a:lnTo>
                  <a:lnTo>
                    <a:pt x="176898" y="46456"/>
                  </a:lnTo>
                  <a:close/>
                </a:path>
                <a:path w="502920" h="84454">
                  <a:moveTo>
                    <a:pt x="176898" y="64297"/>
                  </a:moveTo>
                  <a:lnTo>
                    <a:pt x="175361" y="66052"/>
                  </a:lnTo>
                  <a:lnTo>
                    <a:pt x="176898" y="66052"/>
                  </a:lnTo>
                  <a:lnTo>
                    <a:pt x="176898" y="64297"/>
                  </a:lnTo>
                  <a:close/>
                </a:path>
                <a:path w="502920" h="84454">
                  <a:moveTo>
                    <a:pt x="215391" y="24117"/>
                  </a:moveTo>
                  <a:lnTo>
                    <a:pt x="196646" y="24117"/>
                  </a:lnTo>
                  <a:lnTo>
                    <a:pt x="177774" y="46456"/>
                  </a:lnTo>
                  <a:lnTo>
                    <a:pt x="176898" y="46456"/>
                  </a:lnTo>
                  <a:lnTo>
                    <a:pt x="176898" y="64297"/>
                  </a:lnTo>
                  <a:lnTo>
                    <a:pt x="181324" y="59242"/>
                  </a:lnTo>
                  <a:lnTo>
                    <a:pt x="180047" y="57353"/>
                  </a:lnTo>
                  <a:lnTo>
                    <a:pt x="190931" y="45808"/>
                  </a:lnTo>
                  <a:lnTo>
                    <a:pt x="196809" y="45808"/>
                  </a:lnTo>
                  <a:lnTo>
                    <a:pt x="215391" y="24117"/>
                  </a:lnTo>
                  <a:close/>
                </a:path>
                <a:path w="502920" h="84454">
                  <a:moveTo>
                    <a:pt x="190931" y="45808"/>
                  </a:moveTo>
                  <a:lnTo>
                    <a:pt x="180047" y="57353"/>
                  </a:lnTo>
                  <a:lnTo>
                    <a:pt x="181324" y="59242"/>
                  </a:lnTo>
                  <a:lnTo>
                    <a:pt x="186169" y="53708"/>
                  </a:lnTo>
                  <a:lnTo>
                    <a:pt x="190042" y="53708"/>
                  </a:lnTo>
                  <a:lnTo>
                    <a:pt x="193548" y="49615"/>
                  </a:lnTo>
                  <a:lnTo>
                    <a:pt x="190931" y="45808"/>
                  </a:lnTo>
                  <a:close/>
                </a:path>
                <a:path w="502920" h="84454">
                  <a:moveTo>
                    <a:pt x="196809" y="45808"/>
                  </a:moveTo>
                  <a:lnTo>
                    <a:pt x="190931" y="45808"/>
                  </a:lnTo>
                  <a:lnTo>
                    <a:pt x="193548" y="49615"/>
                  </a:lnTo>
                  <a:lnTo>
                    <a:pt x="196809" y="45808"/>
                  </a:lnTo>
                  <a:close/>
                </a:path>
                <a:path w="502920" h="84454">
                  <a:moveTo>
                    <a:pt x="292925" y="4483"/>
                  </a:moveTo>
                  <a:lnTo>
                    <a:pt x="271538" y="4483"/>
                  </a:lnTo>
                  <a:lnTo>
                    <a:pt x="244436" y="82994"/>
                  </a:lnTo>
                  <a:lnTo>
                    <a:pt x="262216" y="82994"/>
                  </a:lnTo>
                  <a:lnTo>
                    <a:pt x="268044" y="65087"/>
                  </a:lnTo>
                  <a:lnTo>
                    <a:pt x="261111" y="65087"/>
                  </a:lnTo>
                  <a:lnTo>
                    <a:pt x="261111" y="52133"/>
                  </a:lnTo>
                  <a:lnTo>
                    <a:pt x="272260" y="52133"/>
                  </a:lnTo>
                  <a:lnTo>
                    <a:pt x="281927" y="22428"/>
                  </a:lnTo>
                  <a:lnTo>
                    <a:pt x="299111" y="22428"/>
                  </a:lnTo>
                  <a:lnTo>
                    <a:pt x="292925" y="4483"/>
                  </a:lnTo>
                  <a:close/>
                </a:path>
                <a:path w="502920" h="84454">
                  <a:moveTo>
                    <a:pt x="299111" y="22428"/>
                  </a:moveTo>
                  <a:lnTo>
                    <a:pt x="282536" y="22428"/>
                  </a:lnTo>
                  <a:lnTo>
                    <a:pt x="302209" y="82994"/>
                  </a:lnTo>
                  <a:lnTo>
                    <a:pt x="319989" y="82994"/>
                  </a:lnTo>
                  <a:lnTo>
                    <a:pt x="313816" y="65087"/>
                  </a:lnTo>
                  <a:lnTo>
                    <a:pt x="303123" y="65087"/>
                  </a:lnTo>
                  <a:lnTo>
                    <a:pt x="303123" y="52133"/>
                  </a:lnTo>
                  <a:lnTo>
                    <a:pt x="309351" y="52133"/>
                  </a:lnTo>
                  <a:lnTo>
                    <a:pt x="299111" y="22428"/>
                  </a:lnTo>
                  <a:close/>
                </a:path>
                <a:path w="502920" h="84454">
                  <a:moveTo>
                    <a:pt x="272260" y="52133"/>
                  </a:moveTo>
                  <a:lnTo>
                    <a:pt x="261111" y="52133"/>
                  </a:lnTo>
                  <a:lnTo>
                    <a:pt x="261111" y="65087"/>
                  </a:lnTo>
                  <a:lnTo>
                    <a:pt x="268044" y="65087"/>
                  </a:lnTo>
                  <a:lnTo>
                    <a:pt x="272260" y="52133"/>
                  </a:lnTo>
                  <a:close/>
                </a:path>
                <a:path w="502920" h="84454">
                  <a:moveTo>
                    <a:pt x="292185" y="52133"/>
                  </a:moveTo>
                  <a:lnTo>
                    <a:pt x="272260" y="52133"/>
                  </a:lnTo>
                  <a:lnTo>
                    <a:pt x="268044" y="65087"/>
                  </a:lnTo>
                  <a:lnTo>
                    <a:pt x="296392" y="65087"/>
                  </a:lnTo>
                  <a:lnTo>
                    <a:pt x="292185" y="52133"/>
                  </a:lnTo>
                  <a:close/>
                </a:path>
                <a:path w="502920" h="84454">
                  <a:moveTo>
                    <a:pt x="309351" y="52133"/>
                  </a:moveTo>
                  <a:lnTo>
                    <a:pt x="303123" y="52133"/>
                  </a:lnTo>
                  <a:lnTo>
                    <a:pt x="303123" y="65087"/>
                  </a:lnTo>
                  <a:lnTo>
                    <a:pt x="313816" y="65087"/>
                  </a:lnTo>
                  <a:lnTo>
                    <a:pt x="309351" y="52133"/>
                  </a:lnTo>
                  <a:close/>
                </a:path>
                <a:path w="502920" h="84454">
                  <a:moveTo>
                    <a:pt x="345465" y="4483"/>
                  </a:moveTo>
                  <a:lnTo>
                    <a:pt x="329133" y="4483"/>
                  </a:lnTo>
                  <a:lnTo>
                    <a:pt x="329133" y="82994"/>
                  </a:lnTo>
                  <a:lnTo>
                    <a:pt x="345465" y="82994"/>
                  </a:lnTo>
                  <a:lnTo>
                    <a:pt x="345465" y="4483"/>
                  </a:lnTo>
                  <a:close/>
                </a:path>
                <a:path w="502920" h="84454">
                  <a:moveTo>
                    <a:pt x="388607" y="23342"/>
                  </a:moveTo>
                  <a:lnTo>
                    <a:pt x="378955" y="23342"/>
                  </a:lnTo>
                  <a:lnTo>
                    <a:pt x="373913" y="24625"/>
                  </a:lnTo>
                  <a:lnTo>
                    <a:pt x="356171" y="60032"/>
                  </a:lnTo>
                  <a:lnTo>
                    <a:pt x="357276" y="65125"/>
                  </a:lnTo>
                  <a:lnTo>
                    <a:pt x="379323" y="84150"/>
                  </a:lnTo>
                  <a:lnTo>
                    <a:pt x="390232" y="84150"/>
                  </a:lnTo>
                  <a:lnTo>
                    <a:pt x="410204" y="71958"/>
                  </a:lnTo>
                  <a:lnTo>
                    <a:pt x="382917" y="71958"/>
                  </a:lnTo>
                  <a:lnTo>
                    <a:pt x="380555" y="71374"/>
                  </a:lnTo>
                  <a:lnTo>
                    <a:pt x="372313" y="60680"/>
                  </a:lnTo>
                  <a:lnTo>
                    <a:pt x="372318" y="57734"/>
                  </a:lnTo>
                  <a:lnTo>
                    <a:pt x="362686" y="57734"/>
                  </a:lnTo>
                  <a:lnTo>
                    <a:pt x="362686" y="47612"/>
                  </a:lnTo>
                  <a:lnTo>
                    <a:pt x="372335" y="47612"/>
                  </a:lnTo>
                  <a:lnTo>
                    <a:pt x="372338" y="45821"/>
                  </a:lnTo>
                  <a:lnTo>
                    <a:pt x="382523" y="35534"/>
                  </a:lnTo>
                  <a:lnTo>
                    <a:pt x="408353" y="35534"/>
                  </a:lnTo>
                  <a:lnTo>
                    <a:pt x="406944" y="33299"/>
                  </a:lnTo>
                  <a:lnTo>
                    <a:pt x="401891" y="28308"/>
                  </a:lnTo>
                  <a:lnTo>
                    <a:pt x="398945" y="26454"/>
                  </a:lnTo>
                  <a:lnTo>
                    <a:pt x="392226" y="23977"/>
                  </a:lnTo>
                  <a:lnTo>
                    <a:pt x="388607" y="23342"/>
                  </a:lnTo>
                  <a:close/>
                </a:path>
                <a:path w="502920" h="84454">
                  <a:moveTo>
                    <a:pt x="396963" y="65125"/>
                  </a:moveTo>
                  <a:lnTo>
                    <a:pt x="387464" y="71958"/>
                  </a:lnTo>
                  <a:lnTo>
                    <a:pt x="410204" y="71958"/>
                  </a:lnTo>
                  <a:lnTo>
                    <a:pt x="411214" y="69913"/>
                  </a:lnTo>
                  <a:lnTo>
                    <a:pt x="411289" y="69761"/>
                  </a:lnTo>
                  <a:lnTo>
                    <a:pt x="411961" y="66611"/>
                  </a:lnTo>
                  <a:lnTo>
                    <a:pt x="412064" y="66128"/>
                  </a:lnTo>
                  <a:lnTo>
                    <a:pt x="396963" y="65125"/>
                  </a:lnTo>
                  <a:close/>
                </a:path>
                <a:path w="502920" h="84454">
                  <a:moveTo>
                    <a:pt x="372335" y="47612"/>
                  </a:moveTo>
                  <a:lnTo>
                    <a:pt x="362686" y="47612"/>
                  </a:lnTo>
                  <a:lnTo>
                    <a:pt x="362686" y="57734"/>
                  </a:lnTo>
                  <a:lnTo>
                    <a:pt x="372318" y="57734"/>
                  </a:lnTo>
                  <a:lnTo>
                    <a:pt x="372335" y="47612"/>
                  </a:lnTo>
                  <a:close/>
                </a:path>
                <a:path w="502920" h="84454">
                  <a:moveTo>
                    <a:pt x="408353" y="35534"/>
                  </a:moveTo>
                  <a:lnTo>
                    <a:pt x="387375" y="35534"/>
                  </a:lnTo>
                  <a:lnTo>
                    <a:pt x="389544" y="36106"/>
                  </a:lnTo>
                  <a:lnTo>
                    <a:pt x="391248" y="37109"/>
                  </a:lnTo>
                  <a:lnTo>
                    <a:pt x="393064" y="38125"/>
                  </a:lnTo>
                  <a:lnTo>
                    <a:pt x="394474" y="39547"/>
                  </a:lnTo>
                  <a:lnTo>
                    <a:pt x="396519" y="43180"/>
                  </a:lnTo>
                  <a:lnTo>
                    <a:pt x="397040" y="45262"/>
                  </a:lnTo>
                  <a:lnTo>
                    <a:pt x="397040" y="47612"/>
                  </a:lnTo>
                  <a:lnTo>
                    <a:pt x="372335" y="47612"/>
                  </a:lnTo>
                  <a:lnTo>
                    <a:pt x="372318" y="57734"/>
                  </a:lnTo>
                  <a:lnTo>
                    <a:pt x="412407" y="57734"/>
                  </a:lnTo>
                  <a:lnTo>
                    <a:pt x="412307" y="47612"/>
                  </a:lnTo>
                  <a:lnTo>
                    <a:pt x="411708" y="43865"/>
                  </a:lnTo>
                  <a:lnTo>
                    <a:pt x="408889" y="36385"/>
                  </a:lnTo>
                  <a:lnTo>
                    <a:pt x="408353" y="35534"/>
                  </a:lnTo>
                  <a:close/>
                </a:path>
                <a:path w="502920" h="84454">
                  <a:moveTo>
                    <a:pt x="438899" y="24218"/>
                  </a:moveTo>
                  <a:lnTo>
                    <a:pt x="423062" y="24218"/>
                  </a:lnTo>
                  <a:lnTo>
                    <a:pt x="423062" y="82994"/>
                  </a:lnTo>
                  <a:lnTo>
                    <a:pt x="439394" y="82994"/>
                  </a:lnTo>
                  <a:lnTo>
                    <a:pt x="439394" y="47282"/>
                  </a:lnTo>
                  <a:lnTo>
                    <a:pt x="439927" y="45161"/>
                  </a:lnTo>
                  <a:lnTo>
                    <a:pt x="442099" y="41478"/>
                  </a:lnTo>
                  <a:lnTo>
                    <a:pt x="443585" y="40043"/>
                  </a:lnTo>
                  <a:lnTo>
                    <a:pt x="447114" y="38100"/>
                  </a:lnTo>
                  <a:lnTo>
                    <a:pt x="446821" y="38100"/>
                  </a:lnTo>
                  <a:lnTo>
                    <a:pt x="449124" y="37541"/>
                  </a:lnTo>
                  <a:lnTo>
                    <a:pt x="458787" y="37541"/>
                  </a:lnTo>
                  <a:lnTo>
                    <a:pt x="458787" y="34391"/>
                  </a:lnTo>
                  <a:lnTo>
                    <a:pt x="438899" y="34391"/>
                  </a:lnTo>
                  <a:lnTo>
                    <a:pt x="438899" y="24218"/>
                  </a:lnTo>
                  <a:close/>
                </a:path>
                <a:path w="502920" h="84454">
                  <a:moveTo>
                    <a:pt x="458787" y="37541"/>
                  </a:moveTo>
                  <a:lnTo>
                    <a:pt x="454253" y="37541"/>
                  </a:lnTo>
                  <a:lnTo>
                    <a:pt x="458504" y="38100"/>
                  </a:lnTo>
                  <a:lnTo>
                    <a:pt x="458025" y="38100"/>
                  </a:lnTo>
                  <a:lnTo>
                    <a:pt x="458787" y="38328"/>
                  </a:lnTo>
                  <a:lnTo>
                    <a:pt x="458787" y="37541"/>
                  </a:lnTo>
                  <a:close/>
                </a:path>
                <a:path w="502920" h="84454">
                  <a:moveTo>
                    <a:pt x="457250" y="23520"/>
                  </a:moveTo>
                  <a:lnTo>
                    <a:pt x="449579" y="23520"/>
                  </a:lnTo>
                  <a:lnTo>
                    <a:pt x="447446" y="24218"/>
                  </a:lnTo>
                  <a:lnTo>
                    <a:pt x="444919" y="26111"/>
                  </a:lnTo>
                  <a:lnTo>
                    <a:pt x="442379" y="27965"/>
                  </a:lnTo>
                  <a:lnTo>
                    <a:pt x="440588" y="30734"/>
                  </a:lnTo>
                  <a:lnTo>
                    <a:pt x="439508" y="34391"/>
                  </a:lnTo>
                  <a:lnTo>
                    <a:pt x="458787" y="34391"/>
                  </a:lnTo>
                  <a:lnTo>
                    <a:pt x="458787" y="23850"/>
                  </a:lnTo>
                  <a:lnTo>
                    <a:pt x="458076" y="23660"/>
                  </a:lnTo>
                  <a:lnTo>
                    <a:pt x="457250" y="23520"/>
                  </a:lnTo>
                  <a:close/>
                </a:path>
                <a:path w="502920" h="84454">
                  <a:moveTo>
                    <a:pt x="490423" y="10007"/>
                  </a:moveTo>
                  <a:lnTo>
                    <a:pt x="474090" y="10007"/>
                  </a:lnTo>
                  <a:lnTo>
                    <a:pt x="474065" y="70904"/>
                  </a:lnTo>
                  <a:lnTo>
                    <a:pt x="474878" y="74104"/>
                  </a:lnTo>
                  <a:lnTo>
                    <a:pt x="478142" y="79159"/>
                  </a:lnTo>
                  <a:lnTo>
                    <a:pt x="480428" y="81026"/>
                  </a:lnTo>
                  <a:lnTo>
                    <a:pt x="486521" y="83502"/>
                  </a:lnTo>
                  <a:lnTo>
                    <a:pt x="486839" y="83502"/>
                  </a:lnTo>
                  <a:lnTo>
                    <a:pt x="489788" y="83947"/>
                  </a:lnTo>
                  <a:lnTo>
                    <a:pt x="495846" y="83718"/>
                  </a:lnTo>
                  <a:lnTo>
                    <a:pt x="497649" y="83502"/>
                  </a:lnTo>
                  <a:lnTo>
                    <a:pt x="499122" y="83146"/>
                  </a:lnTo>
                  <a:lnTo>
                    <a:pt x="500608" y="82816"/>
                  </a:lnTo>
                  <a:lnTo>
                    <a:pt x="501764" y="82524"/>
                  </a:lnTo>
                  <a:lnTo>
                    <a:pt x="502577" y="82270"/>
                  </a:lnTo>
                  <a:lnTo>
                    <a:pt x="500177" y="70904"/>
                  </a:lnTo>
                  <a:lnTo>
                    <a:pt x="500110" y="70586"/>
                  </a:lnTo>
                  <a:lnTo>
                    <a:pt x="494133" y="70586"/>
                  </a:lnTo>
                  <a:lnTo>
                    <a:pt x="492213" y="69824"/>
                  </a:lnTo>
                  <a:lnTo>
                    <a:pt x="491578" y="69240"/>
                  </a:lnTo>
                  <a:lnTo>
                    <a:pt x="490651" y="67589"/>
                  </a:lnTo>
                  <a:lnTo>
                    <a:pt x="490423" y="66408"/>
                  </a:lnTo>
                  <a:lnTo>
                    <a:pt x="490423" y="10007"/>
                  </a:lnTo>
                  <a:close/>
                </a:path>
                <a:path w="502920" h="84454">
                  <a:moveTo>
                    <a:pt x="500051" y="70307"/>
                  </a:moveTo>
                  <a:lnTo>
                    <a:pt x="499008" y="70307"/>
                  </a:lnTo>
                  <a:lnTo>
                    <a:pt x="497484" y="70586"/>
                  </a:lnTo>
                  <a:lnTo>
                    <a:pt x="500110" y="70586"/>
                  </a:lnTo>
                  <a:lnTo>
                    <a:pt x="500051" y="70307"/>
                  </a:lnTo>
                  <a:close/>
                </a:path>
                <a:path w="502920" h="84454">
                  <a:moveTo>
                    <a:pt x="474085" y="24117"/>
                  </a:moveTo>
                  <a:lnTo>
                    <a:pt x="466051" y="24117"/>
                  </a:lnTo>
                  <a:lnTo>
                    <a:pt x="466051" y="36385"/>
                  </a:lnTo>
                  <a:lnTo>
                    <a:pt x="474079" y="36385"/>
                  </a:lnTo>
                  <a:lnTo>
                    <a:pt x="474085" y="24117"/>
                  </a:lnTo>
                  <a:close/>
                </a:path>
                <a:path w="502920" h="84454">
                  <a:moveTo>
                    <a:pt x="501510" y="24117"/>
                  </a:moveTo>
                  <a:lnTo>
                    <a:pt x="490423" y="24117"/>
                  </a:lnTo>
                  <a:lnTo>
                    <a:pt x="490423" y="36385"/>
                  </a:lnTo>
                  <a:lnTo>
                    <a:pt x="501510" y="36385"/>
                  </a:lnTo>
                  <a:lnTo>
                    <a:pt x="501510" y="241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8206651" y="3564370"/>
              <a:ext cx="1115187" cy="606640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9831197" y="5944882"/>
              <a:ext cx="2073275" cy="1635760"/>
            </a:xfrm>
            <a:custGeom>
              <a:avLst/>
              <a:gdLst/>
              <a:ahLst/>
              <a:cxnLst/>
              <a:rect l="l" t="t" r="r" b="b"/>
              <a:pathLst>
                <a:path w="2073275" h="1635759">
                  <a:moveTo>
                    <a:pt x="2072652" y="127"/>
                  </a:moveTo>
                  <a:lnTo>
                    <a:pt x="2061349" y="127"/>
                  </a:lnTo>
                  <a:lnTo>
                    <a:pt x="2061349" y="0"/>
                  </a:lnTo>
                  <a:lnTo>
                    <a:pt x="2050034" y="0"/>
                  </a:lnTo>
                  <a:lnTo>
                    <a:pt x="2050034" y="435152"/>
                  </a:lnTo>
                  <a:lnTo>
                    <a:pt x="2050034" y="1612900"/>
                  </a:lnTo>
                  <a:lnTo>
                    <a:pt x="2050034" y="1613027"/>
                  </a:lnTo>
                  <a:lnTo>
                    <a:pt x="22606" y="1613027"/>
                  </a:lnTo>
                  <a:lnTo>
                    <a:pt x="22606" y="1612900"/>
                  </a:lnTo>
                  <a:lnTo>
                    <a:pt x="22606" y="435152"/>
                  </a:lnTo>
                  <a:lnTo>
                    <a:pt x="2050034" y="435152"/>
                  </a:lnTo>
                  <a:lnTo>
                    <a:pt x="2050034" y="0"/>
                  </a:lnTo>
                  <a:lnTo>
                    <a:pt x="11303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1612900"/>
                  </a:lnTo>
                  <a:lnTo>
                    <a:pt x="0" y="1635760"/>
                  </a:lnTo>
                  <a:lnTo>
                    <a:pt x="11303" y="1635760"/>
                  </a:lnTo>
                  <a:lnTo>
                    <a:pt x="2061349" y="1635760"/>
                  </a:lnTo>
                  <a:lnTo>
                    <a:pt x="2061349" y="1635633"/>
                  </a:lnTo>
                  <a:lnTo>
                    <a:pt x="2072652" y="1635633"/>
                  </a:lnTo>
                  <a:lnTo>
                    <a:pt x="2072652" y="1613027"/>
                  </a:lnTo>
                  <a:lnTo>
                    <a:pt x="2061349" y="1613027"/>
                  </a:lnTo>
                  <a:lnTo>
                    <a:pt x="2061349" y="1612900"/>
                  </a:lnTo>
                  <a:lnTo>
                    <a:pt x="2072652" y="1612900"/>
                  </a:lnTo>
                  <a:lnTo>
                    <a:pt x="2072652" y="22860"/>
                  </a:lnTo>
                  <a:lnTo>
                    <a:pt x="2061349" y="22860"/>
                  </a:lnTo>
                  <a:lnTo>
                    <a:pt x="2061349" y="22733"/>
                  </a:lnTo>
                  <a:lnTo>
                    <a:pt x="2072652" y="22733"/>
                  </a:lnTo>
                  <a:lnTo>
                    <a:pt x="2072652" y="127"/>
                  </a:lnTo>
                  <a:close/>
                </a:path>
              </a:pathLst>
            </a:custGeom>
            <a:solidFill>
              <a:srgbClr val="E13E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0259693" y="6040340"/>
              <a:ext cx="1162062" cy="314591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9921354" y="6482636"/>
              <a:ext cx="1898345" cy="983564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12118975" y="6390639"/>
              <a:ext cx="1746250" cy="1035685"/>
            </a:xfrm>
            <a:custGeom>
              <a:avLst/>
              <a:gdLst/>
              <a:ahLst/>
              <a:cxnLst/>
              <a:rect l="l" t="t" r="r" b="b"/>
              <a:pathLst>
                <a:path w="1746250" h="1035684">
                  <a:moveTo>
                    <a:pt x="1746250" y="635"/>
                  </a:moveTo>
                  <a:lnTo>
                    <a:pt x="1736725" y="635"/>
                  </a:lnTo>
                  <a:lnTo>
                    <a:pt x="1736725" y="10160"/>
                  </a:lnTo>
                  <a:lnTo>
                    <a:pt x="1727200" y="10172"/>
                  </a:lnTo>
                  <a:lnTo>
                    <a:pt x="1727200" y="367169"/>
                  </a:lnTo>
                  <a:lnTo>
                    <a:pt x="1727200" y="1016000"/>
                  </a:lnTo>
                  <a:lnTo>
                    <a:pt x="1727200" y="1016635"/>
                  </a:lnTo>
                  <a:lnTo>
                    <a:pt x="19050" y="1016635"/>
                  </a:lnTo>
                  <a:lnTo>
                    <a:pt x="19050" y="1016012"/>
                  </a:lnTo>
                  <a:lnTo>
                    <a:pt x="19050" y="367169"/>
                  </a:lnTo>
                  <a:lnTo>
                    <a:pt x="1727200" y="367169"/>
                  </a:lnTo>
                  <a:lnTo>
                    <a:pt x="1727200" y="10172"/>
                  </a:lnTo>
                  <a:lnTo>
                    <a:pt x="9525" y="10172"/>
                  </a:lnTo>
                  <a:lnTo>
                    <a:pt x="1736725" y="10160"/>
                  </a:lnTo>
                  <a:lnTo>
                    <a:pt x="1736725" y="635"/>
                  </a:lnTo>
                  <a:lnTo>
                    <a:pt x="1736725" y="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0" y="1016000"/>
                  </a:lnTo>
                  <a:lnTo>
                    <a:pt x="0" y="1035050"/>
                  </a:lnTo>
                  <a:lnTo>
                    <a:pt x="9525" y="1035050"/>
                  </a:lnTo>
                  <a:lnTo>
                    <a:pt x="1736725" y="1035050"/>
                  </a:lnTo>
                  <a:lnTo>
                    <a:pt x="1736725" y="1035685"/>
                  </a:lnTo>
                  <a:lnTo>
                    <a:pt x="1746250" y="1035685"/>
                  </a:lnTo>
                  <a:lnTo>
                    <a:pt x="1746250" y="1016635"/>
                  </a:lnTo>
                  <a:lnTo>
                    <a:pt x="1736725" y="1016635"/>
                  </a:lnTo>
                  <a:lnTo>
                    <a:pt x="1736725" y="1016012"/>
                  </a:lnTo>
                  <a:lnTo>
                    <a:pt x="1746250" y="1016012"/>
                  </a:lnTo>
                  <a:lnTo>
                    <a:pt x="1746250" y="19685"/>
                  </a:lnTo>
                  <a:lnTo>
                    <a:pt x="1746250" y="19050"/>
                  </a:lnTo>
                  <a:lnTo>
                    <a:pt x="1746250" y="635"/>
                  </a:lnTo>
                  <a:close/>
                </a:path>
              </a:pathLst>
            </a:custGeom>
            <a:solidFill>
              <a:srgbClr val="E13E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2327585" y="6512230"/>
              <a:ext cx="1350010" cy="133985"/>
            </a:xfrm>
            <a:custGeom>
              <a:avLst/>
              <a:gdLst/>
              <a:ahLst/>
              <a:cxnLst/>
              <a:rect l="l" t="t" r="r" b="b"/>
              <a:pathLst>
                <a:path w="1350009" h="133984">
                  <a:moveTo>
                    <a:pt x="66598" y="5638"/>
                  </a:moveTo>
                  <a:lnTo>
                    <a:pt x="0" y="5638"/>
                  </a:lnTo>
                  <a:lnTo>
                    <a:pt x="0" y="104470"/>
                  </a:lnTo>
                  <a:lnTo>
                    <a:pt x="66789" y="104470"/>
                  </a:lnTo>
                  <a:lnTo>
                    <a:pt x="66789" y="87249"/>
                  </a:lnTo>
                  <a:lnTo>
                    <a:pt x="20904" y="87249"/>
                  </a:lnTo>
                  <a:lnTo>
                    <a:pt x="20904" y="63639"/>
                  </a:lnTo>
                  <a:lnTo>
                    <a:pt x="63169" y="63639"/>
                  </a:lnTo>
                  <a:lnTo>
                    <a:pt x="63169" y="46418"/>
                  </a:lnTo>
                  <a:lnTo>
                    <a:pt x="20904" y="46418"/>
                  </a:lnTo>
                  <a:lnTo>
                    <a:pt x="20904" y="22872"/>
                  </a:lnTo>
                  <a:lnTo>
                    <a:pt x="66598" y="22872"/>
                  </a:lnTo>
                  <a:lnTo>
                    <a:pt x="66598" y="5638"/>
                  </a:lnTo>
                  <a:close/>
                </a:path>
                <a:path w="1350009" h="133984">
                  <a:moveTo>
                    <a:pt x="106565" y="5638"/>
                  </a:moveTo>
                  <a:lnTo>
                    <a:pt x="86004" y="5638"/>
                  </a:lnTo>
                  <a:lnTo>
                    <a:pt x="86004" y="104470"/>
                  </a:lnTo>
                  <a:lnTo>
                    <a:pt x="106565" y="104470"/>
                  </a:lnTo>
                  <a:lnTo>
                    <a:pt x="106565" y="5638"/>
                  </a:lnTo>
                  <a:close/>
                </a:path>
                <a:path w="1350009" h="133984">
                  <a:moveTo>
                    <a:pt x="146773" y="30353"/>
                  </a:moveTo>
                  <a:lnTo>
                    <a:pt x="126225" y="30353"/>
                  </a:lnTo>
                  <a:lnTo>
                    <a:pt x="126225" y="104470"/>
                  </a:lnTo>
                  <a:lnTo>
                    <a:pt x="146773" y="104470"/>
                  </a:lnTo>
                  <a:lnTo>
                    <a:pt x="146773" y="30353"/>
                  </a:lnTo>
                  <a:close/>
                </a:path>
                <a:path w="1350009" h="133984">
                  <a:moveTo>
                    <a:pt x="139598" y="0"/>
                  </a:moveTo>
                  <a:lnTo>
                    <a:pt x="133489" y="0"/>
                  </a:lnTo>
                  <a:lnTo>
                    <a:pt x="130873" y="1028"/>
                  </a:lnTo>
                  <a:lnTo>
                    <a:pt x="126530" y="5105"/>
                  </a:lnTo>
                  <a:lnTo>
                    <a:pt x="125450" y="7543"/>
                  </a:lnTo>
                  <a:lnTo>
                    <a:pt x="125450" y="13233"/>
                  </a:lnTo>
                  <a:lnTo>
                    <a:pt x="126530" y="15697"/>
                  </a:lnTo>
                  <a:lnTo>
                    <a:pt x="128676" y="17754"/>
                  </a:lnTo>
                  <a:lnTo>
                    <a:pt x="130873" y="19773"/>
                  </a:lnTo>
                  <a:lnTo>
                    <a:pt x="133489" y="20789"/>
                  </a:lnTo>
                  <a:lnTo>
                    <a:pt x="139598" y="20789"/>
                  </a:lnTo>
                  <a:lnTo>
                    <a:pt x="142201" y="19773"/>
                  </a:lnTo>
                  <a:lnTo>
                    <a:pt x="146545" y="15697"/>
                  </a:lnTo>
                  <a:lnTo>
                    <a:pt x="147650" y="13233"/>
                  </a:lnTo>
                  <a:lnTo>
                    <a:pt x="147650" y="7543"/>
                  </a:lnTo>
                  <a:lnTo>
                    <a:pt x="146545" y="5105"/>
                  </a:lnTo>
                  <a:lnTo>
                    <a:pt x="144360" y="3086"/>
                  </a:lnTo>
                  <a:lnTo>
                    <a:pt x="142201" y="1028"/>
                  </a:lnTo>
                  <a:lnTo>
                    <a:pt x="139598" y="0"/>
                  </a:lnTo>
                  <a:close/>
                </a:path>
                <a:path w="1350009" h="133984">
                  <a:moveTo>
                    <a:pt x="184962" y="110604"/>
                  </a:moveTo>
                  <a:lnTo>
                    <a:pt x="165950" y="113157"/>
                  </a:lnTo>
                  <a:lnTo>
                    <a:pt x="166719" y="116776"/>
                  </a:lnTo>
                  <a:lnTo>
                    <a:pt x="166789" y="117068"/>
                  </a:lnTo>
                  <a:lnTo>
                    <a:pt x="193166" y="133807"/>
                  </a:lnTo>
                  <a:lnTo>
                    <a:pt x="206895" y="133807"/>
                  </a:lnTo>
                  <a:lnTo>
                    <a:pt x="213156" y="132727"/>
                  </a:lnTo>
                  <a:lnTo>
                    <a:pt x="224066" y="128447"/>
                  </a:lnTo>
                  <a:lnTo>
                    <a:pt x="228345" y="125272"/>
                  </a:lnTo>
                  <a:lnTo>
                    <a:pt x="232866" y="119049"/>
                  </a:lnTo>
                  <a:lnTo>
                    <a:pt x="197307" y="119049"/>
                  </a:lnTo>
                  <a:lnTo>
                    <a:pt x="194767" y="118643"/>
                  </a:lnTo>
                  <a:lnTo>
                    <a:pt x="190626" y="117068"/>
                  </a:lnTo>
                  <a:lnTo>
                    <a:pt x="188963" y="116039"/>
                  </a:lnTo>
                  <a:lnTo>
                    <a:pt x="186461" y="113461"/>
                  </a:lnTo>
                  <a:lnTo>
                    <a:pt x="185534" y="112077"/>
                  </a:lnTo>
                  <a:lnTo>
                    <a:pt x="184962" y="110604"/>
                  </a:lnTo>
                  <a:close/>
                </a:path>
                <a:path w="1350009" h="133984">
                  <a:moveTo>
                    <a:pt x="236067" y="91338"/>
                  </a:moveTo>
                  <a:lnTo>
                    <a:pt x="215747" y="91338"/>
                  </a:lnTo>
                  <a:lnTo>
                    <a:pt x="215747" y="109982"/>
                  </a:lnTo>
                  <a:lnTo>
                    <a:pt x="214466" y="113157"/>
                  </a:lnTo>
                  <a:lnTo>
                    <a:pt x="214343" y="113461"/>
                  </a:lnTo>
                  <a:lnTo>
                    <a:pt x="214287" y="113601"/>
                  </a:lnTo>
                  <a:lnTo>
                    <a:pt x="211353" y="115760"/>
                  </a:lnTo>
                  <a:lnTo>
                    <a:pt x="208457" y="117944"/>
                  </a:lnTo>
                  <a:lnTo>
                    <a:pt x="204774" y="119049"/>
                  </a:lnTo>
                  <a:lnTo>
                    <a:pt x="232866" y="119049"/>
                  </a:lnTo>
                  <a:lnTo>
                    <a:pt x="234518" y="116776"/>
                  </a:lnTo>
                  <a:lnTo>
                    <a:pt x="236067" y="111493"/>
                  </a:lnTo>
                  <a:lnTo>
                    <a:pt x="236067" y="91338"/>
                  </a:lnTo>
                  <a:close/>
                </a:path>
                <a:path w="1350009" h="133984">
                  <a:moveTo>
                    <a:pt x="197840" y="29387"/>
                  </a:moveTo>
                  <a:lnTo>
                    <a:pt x="188252" y="29387"/>
                  </a:lnTo>
                  <a:lnTo>
                    <a:pt x="183248" y="30784"/>
                  </a:lnTo>
                  <a:lnTo>
                    <a:pt x="174155" y="36385"/>
                  </a:lnTo>
                  <a:lnTo>
                    <a:pt x="170510" y="40589"/>
                  </a:lnTo>
                  <a:lnTo>
                    <a:pt x="165049" y="51854"/>
                  </a:lnTo>
                  <a:lnTo>
                    <a:pt x="163677" y="58864"/>
                  </a:lnTo>
                  <a:lnTo>
                    <a:pt x="163677" y="75463"/>
                  </a:lnTo>
                  <a:lnTo>
                    <a:pt x="188175" y="103403"/>
                  </a:lnTo>
                  <a:lnTo>
                    <a:pt x="197662" y="103403"/>
                  </a:lnTo>
                  <a:lnTo>
                    <a:pt x="214883" y="91338"/>
                  </a:lnTo>
                  <a:lnTo>
                    <a:pt x="236067" y="91338"/>
                  </a:lnTo>
                  <a:lnTo>
                    <a:pt x="236067" y="87960"/>
                  </a:lnTo>
                  <a:lnTo>
                    <a:pt x="196875" y="87960"/>
                  </a:lnTo>
                  <a:lnTo>
                    <a:pt x="194074" y="87147"/>
                  </a:lnTo>
                  <a:lnTo>
                    <a:pt x="184670" y="62953"/>
                  </a:lnTo>
                  <a:lnTo>
                    <a:pt x="185267" y="59232"/>
                  </a:lnTo>
                  <a:lnTo>
                    <a:pt x="187642" y="52806"/>
                  </a:lnTo>
                  <a:lnTo>
                    <a:pt x="189395" y="50292"/>
                  </a:lnTo>
                  <a:lnTo>
                    <a:pt x="191719" y="48488"/>
                  </a:lnTo>
                  <a:lnTo>
                    <a:pt x="194030" y="46659"/>
                  </a:lnTo>
                  <a:lnTo>
                    <a:pt x="196875" y="45745"/>
                  </a:lnTo>
                  <a:lnTo>
                    <a:pt x="236067" y="45745"/>
                  </a:lnTo>
                  <a:lnTo>
                    <a:pt x="236067" y="42799"/>
                  </a:lnTo>
                  <a:lnTo>
                    <a:pt x="214883" y="42799"/>
                  </a:lnTo>
                  <a:lnTo>
                    <a:pt x="213944" y="40805"/>
                  </a:lnTo>
                  <a:lnTo>
                    <a:pt x="212610" y="38773"/>
                  </a:lnTo>
                  <a:lnTo>
                    <a:pt x="210870" y="36715"/>
                  </a:lnTo>
                  <a:lnTo>
                    <a:pt x="209168" y="34632"/>
                  </a:lnTo>
                  <a:lnTo>
                    <a:pt x="206921" y="32893"/>
                  </a:lnTo>
                  <a:lnTo>
                    <a:pt x="204114" y="31508"/>
                  </a:lnTo>
                  <a:lnTo>
                    <a:pt x="201320" y="30086"/>
                  </a:lnTo>
                  <a:lnTo>
                    <a:pt x="197840" y="29387"/>
                  </a:lnTo>
                  <a:close/>
                </a:path>
                <a:path w="1350009" h="133984">
                  <a:moveTo>
                    <a:pt x="236067" y="45745"/>
                  </a:moveTo>
                  <a:lnTo>
                    <a:pt x="203568" y="45745"/>
                  </a:lnTo>
                  <a:lnTo>
                    <a:pt x="206437" y="46659"/>
                  </a:lnTo>
                  <a:lnTo>
                    <a:pt x="208830" y="48488"/>
                  </a:lnTo>
                  <a:lnTo>
                    <a:pt x="215849" y="62953"/>
                  </a:lnTo>
                  <a:lnTo>
                    <a:pt x="215849" y="71513"/>
                  </a:lnTo>
                  <a:lnTo>
                    <a:pt x="215214" y="75247"/>
                  </a:lnTo>
                  <a:lnTo>
                    <a:pt x="213956" y="78359"/>
                  </a:lnTo>
                  <a:lnTo>
                    <a:pt x="212737" y="81457"/>
                  </a:lnTo>
                  <a:lnTo>
                    <a:pt x="210972" y="83832"/>
                  </a:lnTo>
                  <a:lnTo>
                    <a:pt x="206374" y="87147"/>
                  </a:lnTo>
                  <a:lnTo>
                    <a:pt x="203568" y="87960"/>
                  </a:lnTo>
                  <a:lnTo>
                    <a:pt x="236067" y="87960"/>
                  </a:lnTo>
                  <a:lnTo>
                    <a:pt x="236067" y="45745"/>
                  </a:lnTo>
                  <a:close/>
                </a:path>
                <a:path w="1350009" h="133984">
                  <a:moveTo>
                    <a:pt x="236067" y="30353"/>
                  </a:moveTo>
                  <a:lnTo>
                    <a:pt x="215645" y="30353"/>
                  </a:lnTo>
                  <a:lnTo>
                    <a:pt x="215645" y="42799"/>
                  </a:lnTo>
                  <a:lnTo>
                    <a:pt x="236067" y="42799"/>
                  </a:lnTo>
                  <a:lnTo>
                    <a:pt x="236067" y="30353"/>
                  </a:lnTo>
                  <a:close/>
                </a:path>
                <a:path w="1350009" h="133984">
                  <a:moveTo>
                    <a:pt x="276161" y="30353"/>
                  </a:moveTo>
                  <a:lnTo>
                    <a:pt x="255600" y="30353"/>
                  </a:lnTo>
                  <a:lnTo>
                    <a:pt x="255600" y="104470"/>
                  </a:lnTo>
                  <a:lnTo>
                    <a:pt x="276161" y="104470"/>
                  </a:lnTo>
                  <a:lnTo>
                    <a:pt x="276161" y="30353"/>
                  </a:lnTo>
                  <a:close/>
                </a:path>
                <a:path w="1350009" h="133984">
                  <a:moveTo>
                    <a:pt x="268985" y="0"/>
                  </a:moveTo>
                  <a:lnTo>
                    <a:pt x="262877" y="0"/>
                  </a:lnTo>
                  <a:lnTo>
                    <a:pt x="260261" y="1028"/>
                  </a:lnTo>
                  <a:lnTo>
                    <a:pt x="255917" y="5105"/>
                  </a:lnTo>
                  <a:lnTo>
                    <a:pt x="254838" y="7543"/>
                  </a:lnTo>
                  <a:lnTo>
                    <a:pt x="254838" y="13233"/>
                  </a:lnTo>
                  <a:lnTo>
                    <a:pt x="255917" y="15697"/>
                  </a:lnTo>
                  <a:lnTo>
                    <a:pt x="258063" y="17754"/>
                  </a:lnTo>
                  <a:lnTo>
                    <a:pt x="260261" y="19773"/>
                  </a:lnTo>
                  <a:lnTo>
                    <a:pt x="262877" y="20789"/>
                  </a:lnTo>
                  <a:lnTo>
                    <a:pt x="268985" y="20789"/>
                  </a:lnTo>
                  <a:lnTo>
                    <a:pt x="271589" y="19773"/>
                  </a:lnTo>
                  <a:lnTo>
                    <a:pt x="275932" y="15697"/>
                  </a:lnTo>
                  <a:lnTo>
                    <a:pt x="277037" y="13233"/>
                  </a:lnTo>
                  <a:lnTo>
                    <a:pt x="277037" y="7543"/>
                  </a:lnTo>
                  <a:lnTo>
                    <a:pt x="275932" y="5105"/>
                  </a:lnTo>
                  <a:lnTo>
                    <a:pt x="273748" y="3086"/>
                  </a:lnTo>
                  <a:lnTo>
                    <a:pt x="271589" y="1028"/>
                  </a:lnTo>
                  <a:lnTo>
                    <a:pt x="268985" y="0"/>
                  </a:lnTo>
                  <a:close/>
                </a:path>
                <a:path w="1350009" h="133984">
                  <a:moveTo>
                    <a:pt x="362555" y="92595"/>
                  </a:moveTo>
                  <a:lnTo>
                    <a:pt x="317385" y="92595"/>
                  </a:lnTo>
                  <a:lnTo>
                    <a:pt x="318325" y="94653"/>
                  </a:lnTo>
                  <a:lnTo>
                    <a:pt x="334441" y="105676"/>
                  </a:lnTo>
                  <a:lnTo>
                    <a:pt x="344055" y="105676"/>
                  </a:lnTo>
                  <a:lnTo>
                    <a:pt x="349135" y="104228"/>
                  </a:lnTo>
                  <a:lnTo>
                    <a:pt x="358241" y="98412"/>
                  </a:lnTo>
                  <a:lnTo>
                    <a:pt x="361848" y="94107"/>
                  </a:lnTo>
                  <a:lnTo>
                    <a:pt x="362555" y="92595"/>
                  </a:lnTo>
                  <a:close/>
                </a:path>
                <a:path w="1350009" h="133984">
                  <a:moveTo>
                    <a:pt x="316318" y="63131"/>
                  </a:moveTo>
                  <a:lnTo>
                    <a:pt x="296202" y="63131"/>
                  </a:lnTo>
                  <a:lnTo>
                    <a:pt x="296202" y="104470"/>
                  </a:lnTo>
                  <a:lnTo>
                    <a:pt x="316471" y="104470"/>
                  </a:lnTo>
                  <a:lnTo>
                    <a:pt x="316471" y="92595"/>
                  </a:lnTo>
                  <a:lnTo>
                    <a:pt x="362555" y="92595"/>
                  </a:lnTo>
                  <a:lnTo>
                    <a:pt x="364087" y="89319"/>
                  </a:lnTo>
                  <a:lnTo>
                    <a:pt x="328599" y="89319"/>
                  </a:lnTo>
                  <a:lnTo>
                    <a:pt x="325780" y="88417"/>
                  </a:lnTo>
                  <a:lnTo>
                    <a:pt x="316318" y="71818"/>
                  </a:lnTo>
                  <a:lnTo>
                    <a:pt x="316318" y="63131"/>
                  </a:lnTo>
                  <a:close/>
                </a:path>
                <a:path w="1350009" h="133984">
                  <a:moveTo>
                    <a:pt x="368490" y="63131"/>
                  </a:moveTo>
                  <a:lnTo>
                    <a:pt x="347497" y="63131"/>
                  </a:lnTo>
                  <a:lnTo>
                    <a:pt x="347481" y="71818"/>
                  </a:lnTo>
                  <a:lnTo>
                    <a:pt x="346887" y="75526"/>
                  </a:lnTo>
                  <a:lnTo>
                    <a:pt x="335254" y="89319"/>
                  </a:lnTo>
                  <a:lnTo>
                    <a:pt x="364087" y="89319"/>
                  </a:lnTo>
                  <a:lnTo>
                    <a:pt x="367156" y="82753"/>
                  </a:lnTo>
                  <a:lnTo>
                    <a:pt x="368490" y="75768"/>
                  </a:lnTo>
                  <a:lnTo>
                    <a:pt x="368490" y="63131"/>
                  </a:lnTo>
                  <a:close/>
                </a:path>
                <a:path w="1350009" h="133984">
                  <a:moveTo>
                    <a:pt x="347477" y="63004"/>
                  </a:moveTo>
                  <a:lnTo>
                    <a:pt x="316318" y="63004"/>
                  </a:lnTo>
                  <a:lnTo>
                    <a:pt x="316318" y="63131"/>
                  </a:lnTo>
                  <a:lnTo>
                    <a:pt x="347497" y="63131"/>
                  </a:lnTo>
                  <a:lnTo>
                    <a:pt x="347477" y="63004"/>
                  </a:lnTo>
                  <a:close/>
                </a:path>
                <a:path w="1350009" h="133984">
                  <a:moveTo>
                    <a:pt x="316763" y="5638"/>
                  </a:moveTo>
                  <a:lnTo>
                    <a:pt x="296202" y="5638"/>
                  </a:lnTo>
                  <a:lnTo>
                    <a:pt x="296202" y="63004"/>
                  </a:lnTo>
                  <a:lnTo>
                    <a:pt x="316318" y="63004"/>
                  </a:lnTo>
                  <a:lnTo>
                    <a:pt x="316908" y="59372"/>
                  </a:lnTo>
                  <a:lnTo>
                    <a:pt x="316998" y="59016"/>
                  </a:lnTo>
                  <a:lnTo>
                    <a:pt x="319308" y="52870"/>
                  </a:lnTo>
                  <a:lnTo>
                    <a:pt x="319379" y="52679"/>
                  </a:lnTo>
                  <a:lnTo>
                    <a:pt x="321017" y="50330"/>
                  </a:lnTo>
                  <a:lnTo>
                    <a:pt x="321132" y="50165"/>
                  </a:lnTo>
                  <a:lnTo>
                    <a:pt x="325680" y="46659"/>
                  </a:lnTo>
                  <a:lnTo>
                    <a:pt x="328561" y="45745"/>
                  </a:lnTo>
                  <a:lnTo>
                    <a:pt x="364115" y="45745"/>
                  </a:lnTo>
                  <a:lnTo>
                    <a:pt x="362689" y="42799"/>
                  </a:lnTo>
                  <a:lnTo>
                    <a:pt x="316763" y="42799"/>
                  </a:lnTo>
                  <a:lnTo>
                    <a:pt x="316763" y="5638"/>
                  </a:lnTo>
                  <a:close/>
                </a:path>
                <a:path w="1350009" h="133984">
                  <a:moveTo>
                    <a:pt x="364115" y="45745"/>
                  </a:moveTo>
                  <a:lnTo>
                    <a:pt x="335292" y="45745"/>
                  </a:lnTo>
                  <a:lnTo>
                    <a:pt x="338137" y="46659"/>
                  </a:lnTo>
                  <a:lnTo>
                    <a:pt x="342772" y="50330"/>
                  </a:lnTo>
                  <a:lnTo>
                    <a:pt x="344525" y="52870"/>
                  </a:lnTo>
                  <a:lnTo>
                    <a:pt x="346770" y="59016"/>
                  </a:lnTo>
                  <a:lnTo>
                    <a:pt x="346826" y="59169"/>
                  </a:lnTo>
                  <a:lnTo>
                    <a:pt x="346900" y="59372"/>
                  </a:lnTo>
                  <a:lnTo>
                    <a:pt x="347477" y="63004"/>
                  </a:lnTo>
                  <a:lnTo>
                    <a:pt x="368490" y="63004"/>
                  </a:lnTo>
                  <a:lnTo>
                    <a:pt x="368490" y="59016"/>
                  </a:lnTo>
                  <a:lnTo>
                    <a:pt x="367118" y="51955"/>
                  </a:lnTo>
                  <a:lnTo>
                    <a:pt x="364115" y="45745"/>
                  </a:lnTo>
                  <a:close/>
                </a:path>
                <a:path w="1350009" h="133984">
                  <a:moveTo>
                    <a:pt x="343877" y="29387"/>
                  </a:moveTo>
                  <a:lnTo>
                    <a:pt x="334327" y="29387"/>
                  </a:lnTo>
                  <a:lnTo>
                    <a:pt x="330847" y="30086"/>
                  </a:lnTo>
                  <a:lnTo>
                    <a:pt x="317385" y="42799"/>
                  </a:lnTo>
                  <a:lnTo>
                    <a:pt x="362689" y="42799"/>
                  </a:lnTo>
                  <a:lnTo>
                    <a:pt x="361725" y="40805"/>
                  </a:lnTo>
                  <a:lnTo>
                    <a:pt x="361657" y="40665"/>
                  </a:lnTo>
                  <a:lnTo>
                    <a:pt x="358000" y="36423"/>
                  </a:lnTo>
                  <a:lnTo>
                    <a:pt x="353428" y="33629"/>
                  </a:lnTo>
                  <a:lnTo>
                    <a:pt x="348868" y="30797"/>
                  </a:lnTo>
                  <a:lnTo>
                    <a:pt x="343877" y="29387"/>
                  </a:lnTo>
                  <a:close/>
                </a:path>
                <a:path w="1350009" h="133984">
                  <a:moveTo>
                    <a:pt x="405955" y="5638"/>
                  </a:moveTo>
                  <a:lnTo>
                    <a:pt x="385394" y="5638"/>
                  </a:lnTo>
                  <a:lnTo>
                    <a:pt x="385394" y="104470"/>
                  </a:lnTo>
                  <a:lnTo>
                    <a:pt x="405955" y="104470"/>
                  </a:lnTo>
                  <a:lnTo>
                    <a:pt x="405955" y="5638"/>
                  </a:lnTo>
                  <a:close/>
                </a:path>
                <a:path w="1350009" h="133984">
                  <a:moveTo>
                    <a:pt x="463448" y="29387"/>
                  </a:moveTo>
                  <a:lnTo>
                    <a:pt x="451294" y="29387"/>
                  </a:lnTo>
                  <a:lnTo>
                    <a:pt x="444957" y="30988"/>
                  </a:lnTo>
                  <a:lnTo>
                    <a:pt x="422605" y="75565"/>
                  </a:lnTo>
                  <a:lnTo>
                    <a:pt x="424013" y="81978"/>
                  </a:lnTo>
                  <a:lnTo>
                    <a:pt x="424091" y="82334"/>
                  </a:lnTo>
                  <a:lnTo>
                    <a:pt x="430009" y="93751"/>
                  </a:lnTo>
                  <a:lnTo>
                    <a:pt x="434225" y="98171"/>
                  </a:lnTo>
                  <a:lnTo>
                    <a:pt x="445198" y="104368"/>
                  </a:lnTo>
                  <a:lnTo>
                    <a:pt x="451751" y="105918"/>
                  </a:lnTo>
                  <a:lnTo>
                    <a:pt x="465493" y="105918"/>
                  </a:lnTo>
                  <a:lnTo>
                    <a:pt x="490631" y="90576"/>
                  </a:lnTo>
                  <a:lnTo>
                    <a:pt x="456272" y="90576"/>
                  </a:lnTo>
                  <a:lnTo>
                    <a:pt x="453301" y="89852"/>
                  </a:lnTo>
                  <a:lnTo>
                    <a:pt x="448284" y="86956"/>
                  </a:lnTo>
                  <a:lnTo>
                    <a:pt x="446341" y="84899"/>
                  </a:lnTo>
                  <a:lnTo>
                    <a:pt x="443598" y="79552"/>
                  </a:lnTo>
                  <a:lnTo>
                    <a:pt x="442925" y="76390"/>
                  </a:lnTo>
                  <a:lnTo>
                    <a:pt x="442932" y="72669"/>
                  </a:lnTo>
                  <a:lnTo>
                    <a:pt x="430809" y="72669"/>
                  </a:lnTo>
                  <a:lnTo>
                    <a:pt x="430809" y="59931"/>
                  </a:lnTo>
                  <a:lnTo>
                    <a:pt x="442958" y="59931"/>
                  </a:lnTo>
                  <a:lnTo>
                    <a:pt x="442963" y="57683"/>
                  </a:lnTo>
                  <a:lnTo>
                    <a:pt x="455777" y="44729"/>
                  </a:lnTo>
                  <a:lnTo>
                    <a:pt x="488302" y="44729"/>
                  </a:lnTo>
                  <a:lnTo>
                    <a:pt x="486522" y="41910"/>
                  </a:lnTo>
                  <a:lnTo>
                    <a:pt x="480161" y="35623"/>
                  </a:lnTo>
                  <a:lnTo>
                    <a:pt x="476465" y="33286"/>
                  </a:lnTo>
                  <a:lnTo>
                    <a:pt x="472211" y="31750"/>
                  </a:lnTo>
                  <a:lnTo>
                    <a:pt x="468007" y="30175"/>
                  </a:lnTo>
                  <a:lnTo>
                    <a:pt x="463448" y="29387"/>
                  </a:lnTo>
                  <a:close/>
                </a:path>
                <a:path w="1350009" h="133984">
                  <a:moveTo>
                    <a:pt x="473951" y="81978"/>
                  </a:moveTo>
                  <a:lnTo>
                    <a:pt x="462000" y="90576"/>
                  </a:lnTo>
                  <a:lnTo>
                    <a:pt x="490631" y="90576"/>
                  </a:lnTo>
                  <a:lnTo>
                    <a:pt x="491903" y="87998"/>
                  </a:lnTo>
                  <a:lnTo>
                    <a:pt x="491997" y="87807"/>
                  </a:lnTo>
                  <a:lnTo>
                    <a:pt x="492963" y="83235"/>
                  </a:lnTo>
                  <a:lnTo>
                    <a:pt x="473951" y="81978"/>
                  </a:lnTo>
                  <a:close/>
                </a:path>
                <a:path w="1350009" h="133984">
                  <a:moveTo>
                    <a:pt x="442958" y="59931"/>
                  </a:moveTo>
                  <a:lnTo>
                    <a:pt x="430809" y="59931"/>
                  </a:lnTo>
                  <a:lnTo>
                    <a:pt x="430809" y="72669"/>
                  </a:lnTo>
                  <a:lnTo>
                    <a:pt x="442932" y="72669"/>
                  </a:lnTo>
                  <a:lnTo>
                    <a:pt x="442958" y="59931"/>
                  </a:lnTo>
                  <a:close/>
                </a:path>
                <a:path w="1350009" h="133984">
                  <a:moveTo>
                    <a:pt x="488302" y="44729"/>
                  </a:moveTo>
                  <a:lnTo>
                    <a:pt x="461886" y="44729"/>
                  </a:lnTo>
                  <a:lnTo>
                    <a:pt x="464767" y="45453"/>
                  </a:lnTo>
                  <a:lnTo>
                    <a:pt x="464623" y="45453"/>
                  </a:lnTo>
                  <a:lnTo>
                    <a:pt x="466763" y="46710"/>
                  </a:lnTo>
                  <a:lnTo>
                    <a:pt x="469049" y="47993"/>
                  </a:lnTo>
                  <a:lnTo>
                    <a:pt x="470839" y="49784"/>
                  </a:lnTo>
                  <a:lnTo>
                    <a:pt x="473405" y="54343"/>
                  </a:lnTo>
                  <a:lnTo>
                    <a:pt x="474052" y="56972"/>
                  </a:lnTo>
                  <a:lnTo>
                    <a:pt x="474052" y="59931"/>
                  </a:lnTo>
                  <a:lnTo>
                    <a:pt x="442958" y="59931"/>
                  </a:lnTo>
                  <a:lnTo>
                    <a:pt x="442932" y="72669"/>
                  </a:lnTo>
                  <a:lnTo>
                    <a:pt x="493407" y="72669"/>
                  </a:lnTo>
                  <a:lnTo>
                    <a:pt x="493311" y="60121"/>
                  </a:lnTo>
                  <a:lnTo>
                    <a:pt x="492518" y="55219"/>
                  </a:lnTo>
                  <a:lnTo>
                    <a:pt x="488975" y="45796"/>
                  </a:lnTo>
                  <a:lnTo>
                    <a:pt x="488302" y="44729"/>
                  </a:lnTo>
                  <a:close/>
                </a:path>
                <a:path w="1350009" h="133984">
                  <a:moveTo>
                    <a:pt x="576694" y="1003"/>
                  </a:moveTo>
                  <a:lnTo>
                    <a:pt x="568883" y="1003"/>
                  </a:lnTo>
                  <a:lnTo>
                    <a:pt x="564718" y="1892"/>
                  </a:lnTo>
                  <a:lnTo>
                    <a:pt x="549224" y="19621"/>
                  </a:lnTo>
                  <a:lnTo>
                    <a:pt x="549224" y="104470"/>
                  </a:lnTo>
                  <a:lnTo>
                    <a:pt x="569734" y="104470"/>
                  </a:lnTo>
                  <a:lnTo>
                    <a:pt x="569734" y="22872"/>
                  </a:lnTo>
                  <a:lnTo>
                    <a:pt x="570331" y="20916"/>
                  </a:lnTo>
                  <a:lnTo>
                    <a:pt x="572620" y="18224"/>
                  </a:lnTo>
                  <a:lnTo>
                    <a:pt x="572405" y="18224"/>
                  </a:lnTo>
                  <a:lnTo>
                    <a:pt x="574475" y="17526"/>
                  </a:lnTo>
                  <a:lnTo>
                    <a:pt x="584629" y="17526"/>
                  </a:lnTo>
                  <a:lnTo>
                    <a:pt x="588073" y="3035"/>
                  </a:lnTo>
                  <a:lnTo>
                    <a:pt x="586778" y="2654"/>
                  </a:lnTo>
                  <a:lnTo>
                    <a:pt x="584822" y="2209"/>
                  </a:lnTo>
                  <a:lnTo>
                    <a:pt x="579577" y="1244"/>
                  </a:lnTo>
                  <a:lnTo>
                    <a:pt x="576694" y="1003"/>
                  </a:lnTo>
                  <a:close/>
                </a:path>
                <a:path w="1350009" h="133984">
                  <a:moveTo>
                    <a:pt x="549224" y="30353"/>
                  </a:moveTo>
                  <a:lnTo>
                    <a:pt x="538746" y="30353"/>
                  </a:lnTo>
                  <a:lnTo>
                    <a:pt x="538746" y="45796"/>
                  </a:lnTo>
                  <a:lnTo>
                    <a:pt x="549224" y="45796"/>
                  </a:lnTo>
                  <a:lnTo>
                    <a:pt x="549224" y="30353"/>
                  </a:lnTo>
                  <a:close/>
                </a:path>
                <a:path w="1350009" h="133984">
                  <a:moveTo>
                    <a:pt x="584492" y="30353"/>
                  </a:moveTo>
                  <a:lnTo>
                    <a:pt x="569734" y="30353"/>
                  </a:lnTo>
                  <a:lnTo>
                    <a:pt x="569734" y="45796"/>
                  </a:lnTo>
                  <a:lnTo>
                    <a:pt x="584492" y="45796"/>
                  </a:lnTo>
                  <a:lnTo>
                    <a:pt x="584492" y="30353"/>
                  </a:lnTo>
                  <a:close/>
                </a:path>
                <a:path w="1350009" h="133984">
                  <a:moveTo>
                    <a:pt x="584629" y="17526"/>
                  </a:moveTo>
                  <a:lnTo>
                    <a:pt x="580250" y="17526"/>
                  </a:lnTo>
                  <a:lnTo>
                    <a:pt x="582599" y="17983"/>
                  </a:lnTo>
                  <a:lnTo>
                    <a:pt x="583603" y="18224"/>
                  </a:lnTo>
                  <a:lnTo>
                    <a:pt x="584403" y="18478"/>
                  </a:lnTo>
                  <a:lnTo>
                    <a:pt x="584520" y="17983"/>
                  </a:lnTo>
                  <a:lnTo>
                    <a:pt x="584629" y="17526"/>
                  </a:lnTo>
                  <a:close/>
                </a:path>
                <a:path w="1350009" h="133984">
                  <a:moveTo>
                    <a:pt x="638568" y="29387"/>
                  </a:moveTo>
                  <a:lnTo>
                    <a:pt x="623582" y="29387"/>
                  </a:lnTo>
                  <a:lnTo>
                    <a:pt x="617092" y="30988"/>
                  </a:lnTo>
                  <a:lnTo>
                    <a:pt x="594693" y="75704"/>
                  </a:lnTo>
                  <a:lnTo>
                    <a:pt x="596074" y="81965"/>
                  </a:lnTo>
                  <a:lnTo>
                    <a:pt x="601992" y="93446"/>
                  </a:lnTo>
                  <a:lnTo>
                    <a:pt x="606196" y="97929"/>
                  </a:lnTo>
                  <a:lnTo>
                    <a:pt x="617092" y="104330"/>
                  </a:lnTo>
                  <a:lnTo>
                    <a:pt x="623582" y="105918"/>
                  </a:lnTo>
                  <a:lnTo>
                    <a:pt x="638568" y="105918"/>
                  </a:lnTo>
                  <a:lnTo>
                    <a:pt x="645045" y="104330"/>
                  </a:lnTo>
                  <a:lnTo>
                    <a:pt x="655942" y="97929"/>
                  </a:lnTo>
                  <a:lnTo>
                    <a:pt x="660158" y="93446"/>
                  </a:lnTo>
                  <a:lnTo>
                    <a:pt x="661939" y="89992"/>
                  </a:lnTo>
                  <a:lnTo>
                    <a:pt x="627735" y="89992"/>
                  </a:lnTo>
                  <a:lnTo>
                    <a:pt x="624839" y="89027"/>
                  </a:lnTo>
                  <a:lnTo>
                    <a:pt x="615492" y="71869"/>
                  </a:lnTo>
                  <a:lnTo>
                    <a:pt x="615492" y="63246"/>
                  </a:lnTo>
                  <a:lnTo>
                    <a:pt x="627735" y="45072"/>
                  </a:lnTo>
                  <a:lnTo>
                    <a:pt x="661808" y="45072"/>
                  </a:lnTo>
                  <a:lnTo>
                    <a:pt x="660158" y="41871"/>
                  </a:lnTo>
                  <a:lnTo>
                    <a:pt x="655942" y="37388"/>
                  </a:lnTo>
                  <a:lnTo>
                    <a:pt x="650481" y="34213"/>
                  </a:lnTo>
                  <a:lnTo>
                    <a:pt x="645045" y="30988"/>
                  </a:lnTo>
                  <a:lnTo>
                    <a:pt x="638568" y="29387"/>
                  </a:lnTo>
                  <a:close/>
                </a:path>
                <a:path w="1350009" h="133984">
                  <a:moveTo>
                    <a:pt x="661808" y="45072"/>
                  </a:moveTo>
                  <a:lnTo>
                    <a:pt x="634580" y="45072"/>
                  </a:lnTo>
                  <a:lnTo>
                    <a:pt x="637425" y="46050"/>
                  </a:lnTo>
                  <a:lnTo>
                    <a:pt x="641997" y="49974"/>
                  </a:lnTo>
                  <a:lnTo>
                    <a:pt x="643724" y="52641"/>
                  </a:lnTo>
                  <a:lnTo>
                    <a:pt x="644880" y="56019"/>
                  </a:lnTo>
                  <a:lnTo>
                    <a:pt x="646074" y="59397"/>
                  </a:lnTo>
                  <a:lnTo>
                    <a:pt x="646658" y="63246"/>
                  </a:lnTo>
                  <a:lnTo>
                    <a:pt x="646658" y="71869"/>
                  </a:lnTo>
                  <a:lnTo>
                    <a:pt x="646138" y="75285"/>
                  </a:lnTo>
                  <a:lnTo>
                    <a:pt x="646074" y="75704"/>
                  </a:lnTo>
                  <a:lnTo>
                    <a:pt x="644880" y="79082"/>
                  </a:lnTo>
                  <a:lnTo>
                    <a:pt x="643724" y="82461"/>
                  </a:lnTo>
                  <a:lnTo>
                    <a:pt x="641997" y="85140"/>
                  </a:lnTo>
                  <a:lnTo>
                    <a:pt x="637425" y="89027"/>
                  </a:lnTo>
                  <a:lnTo>
                    <a:pt x="634580" y="89992"/>
                  </a:lnTo>
                  <a:lnTo>
                    <a:pt x="661939" y="89992"/>
                  </a:lnTo>
                  <a:lnTo>
                    <a:pt x="666076" y="81965"/>
                  </a:lnTo>
                  <a:lnTo>
                    <a:pt x="667469" y="75704"/>
                  </a:lnTo>
                  <a:lnTo>
                    <a:pt x="667562" y="60045"/>
                  </a:lnTo>
                  <a:lnTo>
                    <a:pt x="666076" y="53352"/>
                  </a:lnTo>
                  <a:lnTo>
                    <a:pt x="661808" y="45072"/>
                  </a:lnTo>
                  <a:close/>
                </a:path>
                <a:path w="1350009" h="133984">
                  <a:moveTo>
                    <a:pt x="704037" y="30353"/>
                  </a:moveTo>
                  <a:lnTo>
                    <a:pt x="684110" y="30353"/>
                  </a:lnTo>
                  <a:lnTo>
                    <a:pt x="684110" y="104470"/>
                  </a:lnTo>
                  <a:lnTo>
                    <a:pt x="704672" y="104470"/>
                  </a:lnTo>
                  <a:lnTo>
                    <a:pt x="704672" y="59512"/>
                  </a:lnTo>
                  <a:lnTo>
                    <a:pt x="705345" y="56845"/>
                  </a:lnTo>
                  <a:lnTo>
                    <a:pt x="716906" y="47256"/>
                  </a:lnTo>
                  <a:lnTo>
                    <a:pt x="729081" y="47256"/>
                  </a:lnTo>
                  <a:lnTo>
                    <a:pt x="729081" y="43281"/>
                  </a:lnTo>
                  <a:lnTo>
                    <a:pt x="704037" y="43281"/>
                  </a:lnTo>
                  <a:lnTo>
                    <a:pt x="704037" y="30353"/>
                  </a:lnTo>
                  <a:close/>
                </a:path>
                <a:path w="1350009" h="133984">
                  <a:moveTo>
                    <a:pt x="729081" y="47256"/>
                  </a:moveTo>
                  <a:lnTo>
                    <a:pt x="723379" y="47256"/>
                  </a:lnTo>
                  <a:lnTo>
                    <a:pt x="727560" y="47802"/>
                  </a:lnTo>
                  <a:lnTo>
                    <a:pt x="727290" y="47802"/>
                  </a:lnTo>
                  <a:lnTo>
                    <a:pt x="728116" y="47967"/>
                  </a:lnTo>
                  <a:lnTo>
                    <a:pt x="729081" y="48247"/>
                  </a:lnTo>
                  <a:lnTo>
                    <a:pt x="729081" y="47256"/>
                  </a:lnTo>
                  <a:close/>
                </a:path>
                <a:path w="1350009" h="133984">
                  <a:moveTo>
                    <a:pt x="724763" y="29349"/>
                  </a:moveTo>
                  <a:lnTo>
                    <a:pt x="718269" y="29349"/>
                  </a:lnTo>
                  <a:lnTo>
                    <a:pt x="714806" y="30480"/>
                  </a:lnTo>
                  <a:lnTo>
                    <a:pt x="708431" y="35204"/>
                  </a:lnTo>
                  <a:lnTo>
                    <a:pt x="706158" y="38684"/>
                  </a:lnTo>
                  <a:lnTo>
                    <a:pt x="704811" y="43281"/>
                  </a:lnTo>
                  <a:lnTo>
                    <a:pt x="729081" y="43281"/>
                  </a:lnTo>
                  <a:lnTo>
                    <a:pt x="729081" y="30010"/>
                  </a:lnTo>
                  <a:lnTo>
                    <a:pt x="728179" y="29781"/>
                  </a:lnTo>
                  <a:lnTo>
                    <a:pt x="727138" y="29603"/>
                  </a:lnTo>
                  <a:lnTo>
                    <a:pt x="724763" y="29349"/>
                  </a:lnTo>
                  <a:close/>
                </a:path>
                <a:path w="1350009" h="133984">
                  <a:moveTo>
                    <a:pt x="824382" y="5638"/>
                  </a:moveTo>
                  <a:lnTo>
                    <a:pt x="777925" y="5638"/>
                  </a:lnTo>
                  <a:lnTo>
                    <a:pt x="777925" y="104470"/>
                  </a:lnTo>
                  <a:lnTo>
                    <a:pt x="798817" y="104470"/>
                  </a:lnTo>
                  <a:lnTo>
                    <a:pt x="798817" y="69430"/>
                  </a:lnTo>
                  <a:lnTo>
                    <a:pt x="790270" y="69430"/>
                  </a:lnTo>
                  <a:lnTo>
                    <a:pt x="790270" y="52641"/>
                  </a:lnTo>
                  <a:lnTo>
                    <a:pt x="798817" y="52641"/>
                  </a:lnTo>
                  <a:lnTo>
                    <a:pt x="798817" y="22720"/>
                  </a:lnTo>
                  <a:lnTo>
                    <a:pt x="849194" y="22720"/>
                  </a:lnTo>
                  <a:lnTo>
                    <a:pt x="848131" y="20891"/>
                  </a:lnTo>
                  <a:lnTo>
                    <a:pt x="845362" y="16027"/>
                  </a:lnTo>
                  <a:lnTo>
                    <a:pt x="841324" y="12280"/>
                  </a:lnTo>
                  <a:lnTo>
                    <a:pt x="836028" y="9652"/>
                  </a:lnTo>
                  <a:lnTo>
                    <a:pt x="830745" y="6972"/>
                  </a:lnTo>
                  <a:lnTo>
                    <a:pt x="824382" y="5638"/>
                  </a:lnTo>
                  <a:close/>
                </a:path>
                <a:path w="1350009" h="133984">
                  <a:moveTo>
                    <a:pt x="831325" y="59563"/>
                  </a:moveTo>
                  <a:lnTo>
                    <a:pt x="808795" y="59563"/>
                  </a:lnTo>
                  <a:lnTo>
                    <a:pt x="832789" y="104470"/>
                  </a:lnTo>
                  <a:lnTo>
                    <a:pt x="855852" y="104470"/>
                  </a:lnTo>
                  <a:lnTo>
                    <a:pt x="836715" y="69430"/>
                  </a:lnTo>
                  <a:lnTo>
                    <a:pt x="823975" y="69430"/>
                  </a:lnTo>
                  <a:lnTo>
                    <a:pt x="830440" y="68186"/>
                  </a:lnTo>
                  <a:lnTo>
                    <a:pt x="834894" y="66096"/>
                  </a:lnTo>
                  <a:lnTo>
                    <a:pt x="831325" y="59563"/>
                  </a:lnTo>
                  <a:close/>
                </a:path>
                <a:path w="1350009" h="133984">
                  <a:moveTo>
                    <a:pt x="798817" y="52641"/>
                  </a:moveTo>
                  <a:lnTo>
                    <a:pt x="790270" y="52641"/>
                  </a:lnTo>
                  <a:lnTo>
                    <a:pt x="790270" y="69430"/>
                  </a:lnTo>
                  <a:lnTo>
                    <a:pt x="798817" y="69430"/>
                  </a:lnTo>
                  <a:lnTo>
                    <a:pt x="798817" y="52641"/>
                  </a:lnTo>
                  <a:close/>
                </a:path>
                <a:path w="1350009" h="133984">
                  <a:moveTo>
                    <a:pt x="849194" y="22720"/>
                  </a:moveTo>
                  <a:lnTo>
                    <a:pt x="816927" y="22720"/>
                  </a:lnTo>
                  <a:lnTo>
                    <a:pt x="820254" y="23317"/>
                  </a:lnTo>
                  <a:lnTo>
                    <a:pt x="825622" y="25717"/>
                  </a:lnTo>
                  <a:lnTo>
                    <a:pt x="827544" y="27368"/>
                  </a:lnTo>
                  <a:lnTo>
                    <a:pt x="828827" y="29629"/>
                  </a:lnTo>
                  <a:lnTo>
                    <a:pt x="830148" y="31877"/>
                  </a:lnTo>
                  <a:lnTo>
                    <a:pt x="830808" y="34645"/>
                  </a:lnTo>
                  <a:lnTo>
                    <a:pt x="830808" y="41173"/>
                  </a:lnTo>
                  <a:lnTo>
                    <a:pt x="830148" y="43891"/>
                  </a:lnTo>
                  <a:lnTo>
                    <a:pt x="828827" y="46075"/>
                  </a:lnTo>
                  <a:lnTo>
                    <a:pt x="827544" y="48272"/>
                  </a:lnTo>
                  <a:lnTo>
                    <a:pt x="825588" y="49911"/>
                  </a:lnTo>
                  <a:lnTo>
                    <a:pt x="820305" y="52095"/>
                  </a:lnTo>
                  <a:lnTo>
                    <a:pt x="816990" y="52641"/>
                  </a:lnTo>
                  <a:lnTo>
                    <a:pt x="798817" y="52641"/>
                  </a:lnTo>
                  <a:lnTo>
                    <a:pt x="798817" y="69430"/>
                  </a:lnTo>
                  <a:lnTo>
                    <a:pt x="814067" y="69430"/>
                  </a:lnTo>
                  <a:lnTo>
                    <a:pt x="808795" y="59563"/>
                  </a:lnTo>
                  <a:lnTo>
                    <a:pt x="845261" y="59563"/>
                  </a:lnTo>
                  <a:lnTo>
                    <a:pt x="850912" y="50139"/>
                  </a:lnTo>
                  <a:lnTo>
                    <a:pt x="852335" y="44488"/>
                  </a:lnTo>
                  <a:lnTo>
                    <a:pt x="852335" y="31394"/>
                  </a:lnTo>
                  <a:lnTo>
                    <a:pt x="850938" y="25717"/>
                  </a:lnTo>
                  <a:lnTo>
                    <a:pt x="849194" y="22720"/>
                  </a:lnTo>
                  <a:close/>
                </a:path>
                <a:path w="1350009" h="133984">
                  <a:moveTo>
                    <a:pt x="834894" y="66096"/>
                  </a:moveTo>
                  <a:lnTo>
                    <a:pt x="830440" y="68186"/>
                  </a:lnTo>
                  <a:lnTo>
                    <a:pt x="823975" y="69430"/>
                  </a:lnTo>
                  <a:lnTo>
                    <a:pt x="836715" y="69430"/>
                  </a:lnTo>
                  <a:lnTo>
                    <a:pt x="834894" y="66096"/>
                  </a:lnTo>
                  <a:close/>
                </a:path>
                <a:path w="1350009" h="133984">
                  <a:moveTo>
                    <a:pt x="845261" y="59563"/>
                  </a:moveTo>
                  <a:lnTo>
                    <a:pt x="831325" y="59563"/>
                  </a:lnTo>
                  <a:lnTo>
                    <a:pt x="834894" y="66096"/>
                  </a:lnTo>
                  <a:lnTo>
                    <a:pt x="841159" y="63157"/>
                  </a:lnTo>
                  <a:lnTo>
                    <a:pt x="845261" y="59563"/>
                  </a:lnTo>
                  <a:close/>
                </a:path>
                <a:path w="1350009" h="133984">
                  <a:moveTo>
                    <a:pt x="906551" y="29387"/>
                  </a:moveTo>
                  <a:lnTo>
                    <a:pt x="894397" y="29387"/>
                  </a:lnTo>
                  <a:lnTo>
                    <a:pt x="888060" y="30988"/>
                  </a:lnTo>
                  <a:lnTo>
                    <a:pt x="865708" y="75565"/>
                  </a:lnTo>
                  <a:lnTo>
                    <a:pt x="867116" y="81978"/>
                  </a:lnTo>
                  <a:lnTo>
                    <a:pt x="894854" y="105918"/>
                  </a:lnTo>
                  <a:lnTo>
                    <a:pt x="908596" y="105918"/>
                  </a:lnTo>
                  <a:lnTo>
                    <a:pt x="933734" y="90576"/>
                  </a:lnTo>
                  <a:lnTo>
                    <a:pt x="899375" y="90576"/>
                  </a:lnTo>
                  <a:lnTo>
                    <a:pt x="896404" y="89852"/>
                  </a:lnTo>
                  <a:lnTo>
                    <a:pt x="891387" y="86956"/>
                  </a:lnTo>
                  <a:lnTo>
                    <a:pt x="889431" y="84899"/>
                  </a:lnTo>
                  <a:lnTo>
                    <a:pt x="886701" y="79552"/>
                  </a:lnTo>
                  <a:lnTo>
                    <a:pt x="886028" y="76390"/>
                  </a:lnTo>
                  <a:lnTo>
                    <a:pt x="886035" y="72669"/>
                  </a:lnTo>
                  <a:lnTo>
                    <a:pt x="873912" y="72669"/>
                  </a:lnTo>
                  <a:lnTo>
                    <a:pt x="873912" y="59931"/>
                  </a:lnTo>
                  <a:lnTo>
                    <a:pt x="886061" y="59931"/>
                  </a:lnTo>
                  <a:lnTo>
                    <a:pt x="886066" y="57683"/>
                  </a:lnTo>
                  <a:lnTo>
                    <a:pt x="898880" y="44729"/>
                  </a:lnTo>
                  <a:lnTo>
                    <a:pt x="931405" y="44729"/>
                  </a:lnTo>
                  <a:lnTo>
                    <a:pt x="929625" y="41910"/>
                  </a:lnTo>
                  <a:lnTo>
                    <a:pt x="923264" y="35623"/>
                  </a:lnTo>
                  <a:lnTo>
                    <a:pt x="919568" y="33286"/>
                  </a:lnTo>
                  <a:lnTo>
                    <a:pt x="915314" y="31750"/>
                  </a:lnTo>
                  <a:lnTo>
                    <a:pt x="911110" y="30175"/>
                  </a:lnTo>
                  <a:lnTo>
                    <a:pt x="906551" y="29387"/>
                  </a:lnTo>
                  <a:close/>
                </a:path>
                <a:path w="1350009" h="133984">
                  <a:moveTo>
                    <a:pt x="917054" y="81978"/>
                  </a:moveTo>
                  <a:lnTo>
                    <a:pt x="905103" y="90576"/>
                  </a:lnTo>
                  <a:lnTo>
                    <a:pt x="933734" y="90576"/>
                  </a:lnTo>
                  <a:lnTo>
                    <a:pt x="935006" y="87998"/>
                  </a:lnTo>
                  <a:lnTo>
                    <a:pt x="935100" y="87807"/>
                  </a:lnTo>
                  <a:lnTo>
                    <a:pt x="936066" y="83235"/>
                  </a:lnTo>
                  <a:lnTo>
                    <a:pt x="917054" y="81978"/>
                  </a:lnTo>
                  <a:close/>
                </a:path>
                <a:path w="1350009" h="133984">
                  <a:moveTo>
                    <a:pt x="886061" y="59931"/>
                  </a:moveTo>
                  <a:lnTo>
                    <a:pt x="873912" y="59931"/>
                  </a:lnTo>
                  <a:lnTo>
                    <a:pt x="873912" y="72669"/>
                  </a:lnTo>
                  <a:lnTo>
                    <a:pt x="886035" y="72669"/>
                  </a:lnTo>
                  <a:lnTo>
                    <a:pt x="886061" y="59931"/>
                  </a:lnTo>
                  <a:close/>
                </a:path>
                <a:path w="1350009" h="133984">
                  <a:moveTo>
                    <a:pt x="931405" y="44729"/>
                  </a:moveTo>
                  <a:lnTo>
                    <a:pt x="904989" y="44729"/>
                  </a:lnTo>
                  <a:lnTo>
                    <a:pt x="907870" y="45453"/>
                  </a:lnTo>
                  <a:lnTo>
                    <a:pt x="907726" y="45453"/>
                  </a:lnTo>
                  <a:lnTo>
                    <a:pt x="909866" y="46710"/>
                  </a:lnTo>
                  <a:lnTo>
                    <a:pt x="912152" y="47993"/>
                  </a:lnTo>
                  <a:lnTo>
                    <a:pt x="913930" y="49784"/>
                  </a:lnTo>
                  <a:lnTo>
                    <a:pt x="916508" y="54343"/>
                  </a:lnTo>
                  <a:lnTo>
                    <a:pt x="917155" y="56972"/>
                  </a:lnTo>
                  <a:lnTo>
                    <a:pt x="917155" y="59931"/>
                  </a:lnTo>
                  <a:lnTo>
                    <a:pt x="886061" y="59931"/>
                  </a:lnTo>
                  <a:lnTo>
                    <a:pt x="886035" y="72669"/>
                  </a:lnTo>
                  <a:lnTo>
                    <a:pt x="936497" y="72669"/>
                  </a:lnTo>
                  <a:lnTo>
                    <a:pt x="936372" y="59931"/>
                  </a:lnTo>
                  <a:lnTo>
                    <a:pt x="935621" y="55219"/>
                  </a:lnTo>
                  <a:lnTo>
                    <a:pt x="932078" y="45796"/>
                  </a:lnTo>
                  <a:lnTo>
                    <a:pt x="931405" y="44729"/>
                  </a:lnTo>
                  <a:close/>
                </a:path>
                <a:path w="1350009" h="133984">
                  <a:moveTo>
                    <a:pt x="970038" y="81940"/>
                  </a:moveTo>
                  <a:lnTo>
                    <a:pt x="949820" y="82994"/>
                  </a:lnTo>
                  <a:lnTo>
                    <a:pt x="950823" y="90068"/>
                  </a:lnTo>
                  <a:lnTo>
                    <a:pt x="954214" y="95669"/>
                  </a:lnTo>
                  <a:lnTo>
                    <a:pt x="965822" y="103873"/>
                  </a:lnTo>
                  <a:lnTo>
                    <a:pt x="973645" y="105918"/>
                  </a:lnTo>
                  <a:lnTo>
                    <a:pt x="989888" y="105918"/>
                  </a:lnTo>
                  <a:lnTo>
                    <a:pt x="995565" y="104902"/>
                  </a:lnTo>
                  <a:lnTo>
                    <a:pt x="1005446" y="100812"/>
                  </a:lnTo>
                  <a:lnTo>
                    <a:pt x="1009345" y="97955"/>
                  </a:lnTo>
                  <a:lnTo>
                    <a:pt x="1012164" y="94284"/>
                  </a:lnTo>
                  <a:lnTo>
                    <a:pt x="1014657" y="91097"/>
                  </a:lnTo>
                  <a:lnTo>
                    <a:pt x="979843" y="91097"/>
                  </a:lnTo>
                  <a:lnTo>
                    <a:pt x="977134" y="90411"/>
                  </a:lnTo>
                  <a:lnTo>
                    <a:pt x="976947" y="90411"/>
                  </a:lnTo>
                  <a:lnTo>
                    <a:pt x="972134" y="87210"/>
                  </a:lnTo>
                  <a:lnTo>
                    <a:pt x="970648" y="84924"/>
                  </a:lnTo>
                  <a:lnTo>
                    <a:pt x="970038" y="81940"/>
                  </a:lnTo>
                  <a:close/>
                </a:path>
                <a:path w="1350009" h="133984">
                  <a:moveTo>
                    <a:pt x="992581" y="29387"/>
                  </a:moveTo>
                  <a:lnTo>
                    <a:pt x="976883" y="29387"/>
                  </a:lnTo>
                  <a:lnTo>
                    <a:pt x="971346" y="30314"/>
                  </a:lnTo>
                  <a:lnTo>
                    <a:pt x="951801" y="57988"/>
                  </a:lnTo>
                  <a:lnTo>
                    <a:pt x="953554" y="62534"/>
                  </a:lnTo>
                  <a:lnTo>
                    <a:pt x="957059" y="66103"/>
                  </a:lnTo>
                  <a:lnTo>
                    <a:pt x="960602" y="69672"/>
                  </a:lnTo>
                  <a:lnTo>
                    <a:pt x="965987" y="72186"/>
                  </a:lnTo>
                  <a:lnTo>
                    <a:pt x="989279" y="76835"/>
                  </a:lnTo>
                  <a:lnTo>
                    <a:pt x="991666" y="77762"/>
                  </a:lnTo>
                  <a:lnTo>
                    <a:pt x="993203" y="78994"/>
                  </a:lnTo>
                  <a:lnTo>
                    <a:pt x="994752" y="80175"/>
                  </a:lnTo>
                  <a:lnTo>
                    <a:pt x="995540" y="81711"/>
                  </a:lnTo>
                  <a:lnTo>
                    <a:pt x="995540" y="85801"/>
                  </a:lnTo>
                  <a:lnTo>
                    <a:pt x="994409" y="87617"/>
                  </a:lnTo>
                  <a:lnTo>
                    <a:pt x="990003" y="90411"/>
                  </a:lnTo>
                  <a:lnTo>
                    <a:pt x="987107" y="91097"/>
                  </a:lnTo>
                  <a:lnTo>
                    <a:pt x="1014657" y="91097"/>
                  </a:lnTo>
                  <a:lnTo>
                    <a:pt x="1015034" y="90614"/>
                  </a:lnTo>
                  <a:lnTo>
                    <a:pt x="1016469" y="86360"/>
                  </a:lnTo>
                  <a:lnTo>
                    <a:pt x="1016469" y="76161"/>
                  </a:lnTo>
                  <a:lnTo>
                    <a:pt x="1014691" y="71843"/>
                  </a:lnTo>
                  <a:lnTo>
                    <a:pt x="1007617" y="65290"/>
                  </a:lnTo>
                  <a:lnTo>
                    <a:pt x="1002245" y="62903"/>
                  </a:lnTo>
                  <a:lnTo>
                    <a:pt x="981621" y="58724"/>
                  </a:lnTo>
                  <a:lnTo>
                    <a:pt x="978179" y="57988"/>
                  </a:lnTo>
                  <a:lnTo>
                    <a:pt x="975753" y="56997"/>
                  </a:lnTo>
                  <a:lnTo>
                    <a:pt x="972921" y="54559"/>
                  </a:lnTo>
                  <a:lnTo>
                    <a:pt x="972210" y="53060"/>
                  </a:lnTo>
                  <a:lnTo>
                    <a:pt x="972210" y="49072"/>
                  </a:lnTo>
                  <a:lnTo>
                    <a:pt x="973302" y="47307"/>
                  </a:lnTo>
                  <a:lnTo>
                    <a:pt x="975499" y="45986"/>
                  </a:lnTo>
                  <a:lnTo>
                    <a:pt x="977622" y="44665"/>
                  </a:lnTo>
                  <a:lnTo>
                    <a:pt x="978745" y="44361"/>
                  </a:lnTo>
                  <a:lnTo>
                    <a:pt x="980363" y="43954"/>
                  </a:lnTo>
                  <a:lnTo>
                    <a:pt x="1013461" y="43954"/>
                  </a:lnTo>
                  <a:lnTo>
                    <a:pt x="1010716" y="39281"/>
                  </a:lnTo>
                  <a:lnTo>
                    <a:pt x="999947" y="31356"/>
                  </a:lnTo>
                  <a:lnTo>
                    <a:pt x="992581" y="29387"/>
                  </a:lnTo>
                  <a:close/>
                </a:path>
                <a:path w="1350009" h="133984">
                  <a:moveTo>
                    <a:pt x="1013461" y="43954"/>
                  </a:moveTo>
                  <a:lnTo>
                    <a:pt x="985939" y="43954"/>
                  </a:lnTo>
                  <a:lnTo>
                    <a:pt x="987983" y="44361"/>
                  </a:lnTo>
                  <a:lnTo>
                    <a:pt x="991493" y="45986"/>
                  </a:lnTo>
                  <a:lnTo>
                    <a:pt x="992822" y="46977"/>
                  </a:lnTo>
                  <a:lnTo>
                    <a:pt x="993876" y="48298"/>
                  </a:lnTo>
                  <a:lnTo>
                    <a:pt x="994943" y="49580"/>
                  </a:lnTo>
                  <a:lnTo>
                    <a:pt x="995629" y="51028"/>
                  </a:lnTo>
                  <a:lnTo>
                    <a:pt x="995959" y="52641"/>
                  </a:lnTo>
                  <a:lnTo>
                    <a:pt x="1014780" y="51485"/>
                  </a:lnTo>
                  <a:lnTo>
                    <a:pt x="1014053" y="45986"/>
                  </a:lnTo>
                  <a:lnTo>
                    <a:pt x="1013944" y="45161"/>
                  </a:lnTo>
                  <a:lnTo>
                    <a:pt x="1013879" y="44665"/>
                  </a:lnTo>
                  <a:lnTo>
                    <a:pt x="1013461" y="43954"/>
                  </a:lnTo>
                  <a:close/>
                </a:path>
                <a:path w="1350009" h="133984">
                  <a:moveTo>
                    <a:pt x="1072451" y="29387"/>
                  </a:moveTo>
                  <a:lnTo>
                    <a:pt x="1058494" y="29387"/>
                  </a:lnTo>
                  <a:lnTo>
                    <a:pt x="1052029" y="31013"/>
                  </a:lnTo>
                  <a:lnTo>
                    <a:pt x="1041145" y="37477"/>
                  </a:lnTo>
                  <a:lnTo>
                    <a:pt x="1036954" y="41960"/>
                  </a:lnTo>
                  <a:lnTo>
                    <a:pt x="1031062" y="53441"/>
                  </a:lnTo>
                  <a:lnTo>
                    <a:pt x="1029601" y="60109"/>
                  </a:lnTo>
                  <a:lnTo>
                    <a:pt x="1029601" y="75196"/>
                  </a:lnTo>
                  <a:lnTo>
                    <a:pt x="1058494" y="105918"/>
                  </a:lnTo>
                  <a:lnTo>
                    <a:pt x="1072680" y="105918"/>
                  </a:lnTo>
                  <a:lnTo>
                    <a:pt x="1078395" y="104711"/>
                  </a:lnTo>
                  <a:lnTo>
                    <a:pt x="1088047" y="99885"/>
                  </a:lnTo>
                  <a:lnTo>
                    <a:pt x="1091818" y="96545"/>
                  </a:lnTo>
                  <a:lnTo>
                    <a:pt x="1096229" y="89649"/>
                  </a:lnTo>
                  <a:lnTo>
                    <a:pt x="1063142" y="89649"/>
                  </a:lnTo>
                  <a:lnTo>
                    <a:pt x="1060361" y="88785"/>
                  </a:lnTo>
                  <a:lnTo>
                    <a:pt x="1050493" y="72136"/>
                  </a:lnTo>
                  <a:lnTo>
                    <a:pt x="1050493" y="62750"/>
                  </a:lnTo>
                  <a:lnTo>
                    <a:pt x="1063142" y="45402"/>
                  </a:lnTo>
                  <a:lnTo>
                    <a:pt x="1096249" y="45402"/>
                  </a:lnTo>
                  <a:lnTo>
                    <a:pt x="1091679" y="38557"/>
                  </a:lnTo>
                  <a:lnTo>
                    <a:pt x="1087831" y="35255"/>
                  </a:lnTo>
                  <a:lnTo>
                    <a:pt x="1078115" y="30556"/>
                  </a:lnTo>
                  <a:lnTo>
                    <a:pt x="1072451" y="29387"/>
                  </a:lnTo>
                  <a:close/>
                </a:path>
                <a:path w="1350009" h="133984">
                  <a:moveTo>
                    <a:pt x="1099184" y="77304"/>
                  </a:moveTo>
                  <a:lnTo>
                    <a:pt x="1079792" y="77304"/>
                  </a:lnTo>
                  <a:lnTo>
                    <a:pt x="1079463" y="79476"/>
                  </a:lnTo>
                  <a:lnTo>
                    <a:pt x="1079398" y="79908"/>
                  </a:lnTo>
                  <a:lnTo>
                    <a:pt x="1078701" y="81826"/>
                  </a:lnTo>
                  <a:lnTo>
                    <a:pt x="1078585" y="82143"/>
                  </a:lnTo>
                  <a:lnTo>
                    <a:pt x="1076109" y="85839"/>
                  </a:lnTo>
                  <a:lnTo>
                    <a:pt x="1074546" y="87249"/>
                  </a:lnTo>
                  <a:lnTo>
                    <a:pt x="1072641" y="88201"/>
                  </a:lnTo>
                  <a:lnTo>
                    <a:pt x="1070787" y="89166"/>
                  </a:lnTo>
                  <a:lnTo>
                    <a:pt x="1068679" y="89649"/>
                  </a:lnTo>
                  <a:lnTo>
                    <a:pt x="1096229" y="89649"/>
                  </a:lnTo>
                  <a:lnTo>
                    <a:pt x="1099063" y="79476"/>
                  </a:lnTo>
                  <a:lnTo>
                    <a:pt x="1099184" y="77304"/>
                  </a:lnTo>
                  <a:close/>
                </a:path>
                <a:path w="1350009" h="133984">
                  <a:moveTo>
                    <a:pt x="1096249" y="45402"/>
                  </a:moveTo>
                  <a:lnTo>
                    <a:pt x="1070089" y="45402"/>
                  </a:lnTo>
                  <a:lnTo>
                    <a:pt x="1073124" y="46545"/>
                  </a:lnTo>
                  <a:lnTo>
                    <a:pt x="1075448" y="48831"/>
                  </a:lnTo>
                  <a:lnTo>
                    <a:pt x="1077798" y="51079"/>
                  </a:lnTo>
                  <a:lnTo>
                    <a:pt x="1079245" y="54063"/>
                  </a:lnTo>
                  <a:lnTo>
                    <a:pt x="1079792" y="57759"/>
                  </a:lnTo>
                  <a:lnTo>
                    <a:pt x="1099184" y="57759"/>
                  </a:lnTo>
                  <a:lnTo>
                    <a:pt x="1098996" y="54063"/>
                  </a:lnTo>
                  <a:lnTo>
                    <a:pt x="1098892" y="52031"/>
                  </a:lnTo>
                  <a:lnTo>
                    <a:pt x="1097343" y="47040"/>
                  </a:lnTo>
                  <a:lnTo>
                    <a:pt x="1096249" y="45402"/>
                  </a:lnTo>
                  <a:close/>
                </a:path>
                <a:path w="1350009" h="133984">
                  <a:moveTo>
                    <a:pt x="1136091" y="30353"/>
                  </a:moveTo>
                  <a:lnTo>
                    <a:pt x="1115529" y="30353"/>
                  </a:lnTo>
                  <a:lnTo>
                    <a:pt x="1115606" y="83515"/>
                  </a:lnTo>
                  <a:lnTo>
                    <a:pt x="1116462" y="87503"/>
                  </a:lnTo>
                  <a:lnTo>
                    <a:pt x="1116582" y="88061"/>
                  </a:lnTo>
                  <a:lnTo>
                    <a:pt x="1135672" y="105435"/>
                  </a:lnTo>
                  <a:lnTo>
                    <a:pt x="1146200" y="105435"/>
                  </a:lnTo>
                  <a:lnTo>
                    <a:pt x="1150912" y="104114"/>
                  </a:lnTo>
                  <a:lnTo>
                    <a:pt x="1158659" y="98844"/>
                  </a:lnTo>
                  <a:lnTo>
                    <a:pt x="1161440" y="95351"/>
                  </a:lnTo>
                  <a:lnTo>
                    <a:pt x="1163116" y="91008"/>
                  </a:lnTo>
                  <a:lnTo>
                    <a:pt x="1183627" y="91008"/>
                  </a:lnTo>
                  <a:lnTo>
                    <a:pt x="1183627" y="88061"/>
                  </a:lnTo>
                  <a:lnTo>
                    <a:pt x="1145031" y="88061"/>
                  </a:lnTo>
                  <a:lnTo>
                    <a:pt x="1141933" y="86791"/>
                  </a:lnTo>
                  <a:lnTo>
                    <a:pt x="1137297" y="81711"/>
                  </a:lnTo>
                  <a:lnTo>
                    <a:pt x="1136129" y="78244"/>
                  </a:lnTo>
                  <a:lnTo>
                    <a:pt x="1136091" y="30353"/>
                  </a:lnTo>
                  <a:close/>
                </a:path>
                <a:path w="1350009" h="133984">
                  <a:moveTo>
                    <a:pt x="1183627" y="91008"/>
                  </a:moveTo>
                  <a:lnTo>
                    <a:pt x="1163891" y="91008"/>
                  </a:lnTo>
                  <a:lnTo>
                    <a:pt x="1163891" y="104470"/>
                  </a:lnTo>
                  <a:lnTo>
                    <a:pt x="1183627" y="104470"/>
                  </a:lnTo>
                  <a:lnTo>
                    <a:pt x="1183627" y="91008"/>
                  </a:lnTo>
                  <a:close/>
                </a:path>
                <a:path w="1350009" h="133984">
                  <a:moveTo>
                    <a:pt x="1183627" y="30353"/>
                  </a:moveTo>
                  <a:lnTo>
                    <a:pt x="1163065" y="30353"/>
                  </a:lnTo>
                  <a:lnTo>
                    <a:pt x="1163104" y="76225"/>
                  </a:lnTo>
                  <a:lnTo>
                    <a:pt x="1162443" y="79006"/>
                  </a:lnTo>
                  <a:lnTo>
                    <a:pt x="1161084" y="81254"/>
                  </a:lnTo>
                  <a:lnTo>
                    <a:pt x="1159879" y="83337"/>
                  </a:lnTo>
                  <a:lnTo>
                    <a:pt x="1159776" y="83515"/>
                  </a:lnTo>
                  <a:lnTo>
                    <a:pt x="1158036" y="85217"/>
                  </a:lnTo>
                  <a:lnTo>
                    <a:pt x="1153718" y="87503"/>
                  </a:lnTo>
                  <a:lnTo>
                    <a:pt x="1151407" y="88061"/>
                  </a:lnTo>
                  <a:lnTo>
                    <a:pt x="1183627" y="88061"/>
                  </a:lnTo>
                  <a:lnTo>
                    <a:pt x="1183627" y="30353"/>
                  </a:lnTo>
                  <a:close/>
                </a:path>
                <a:path w="1350009" h="133984">
                  <a:moveTo>
                    <a:pt x="1241107" y="29387"/>
                  </a:moveTo>
                  <a:lnTo>
                    <a:pt x="1228940" y="29387"/>
                  </a:lnTo>
                  <a:lnTo>
                    <a:pt x="1222603" y="30988"/>
                  </a:lnTo>
                  <a:lnTo>
                    <a:pt x="1200264" y="75565"/>
                  </a:lnTo>
                  <a:lnTo>
                    <a:pt x="1201660" y="81978"/>
                  </a:lnTo>
                  <a:lnTo>
                    <a:pt x="1229410" y="105918"/>
                  </a:lnTo>
                  <a:lnTo>
                    <a:pt x="1243139" y="105918"/>
                  </a:lnTo>
                  <a:lnTo>
                    <a:pt x="1268281" y="90576"/>
                  </a:lnTo>
                  <a:lnTo>
                    <a:pt x="1233931" y="90576"/>
                  </a:lnTo>
                  <a:lnTo>
                    <a:pt x="1230947" y="89852"/>
                  </a:lnTo>
                  <a:lnTo>
                    <a:pt x="1220571" y="76390"/>
                  </a:lnTo>
                  <a:lnTo>
                    <a:pt x="1220579" y="72669"/>
                  </a:lnTo>
                  <a:lnTo>
                    <a:pt x="1208468" y="72669"/>
                  </a:lnTo>
                  <a:lnTo>
                    <a:pt x="1208468" y="59931"/>
                  </a:lnTo>
                  <a:lnTo>
                    <a:pt x="1220605" y="59931"/>
                  </a:lnTo>
                  <a:lnTo>
                    <a:pt x="1220609" y="57683"/>
                  </a:lnTo>
                  <a:lnTo>
                    <a:pt x="1233423" y="44729"/>
                  </a:lnTo>
                  <a:lnTo>
                    <a:pt x="1265961" y="44729"/>
                  </a:lnTo>
                  <a:lnTo>
                    <a:pt x="1264182" y="41910"/>
                  </a:lnTo>
                  <a:lnTo>
                    <a:pt x="1257820" y="35623"/>
                  </a:lnTo>
                  <a:lnTo>
                    <a:pt x="1254112" y="33286"/>
                  </a:lnTo>
                  <a:lnTo>
                    <a:pt x="1249870" y="31750"/>
                  </a:lnTo>
                  <a:lnTo>
                    <a:pt x="1245654" y="30175"/>
                  </a:lnTo>
                  <a:lnTo>
                    <a:pt x="1241107" y="29387"/>
                  </a:lnTo>
                  <a:close/>
                </a:path>
                <a:path w="1350009" h="133984">
                  <a:moveTo>
                    <a:pt x="1251610" y="81978"/>
                  </a:moveTo>
                  <a:lnTo>
                    <a:pt x="1239659" y="90576"/>
                  </a:lnTo>
                  <a:lnTo>
                    <a:pt x="1268281" y="90576"/>
                  </a:lnTo>
                  <a:lnTo>
                    <a:pt x="1269562" y="87998"/>
                  </a:lnTo>
                  <a:lnTo>
                    <a:pt x="1269657" y="87807"/>
                  </a:lnTo>
                  <a:lnTo>
                    <a:pt x="1270622" y="83235"/>
                  </a:lnTo>
                  <a:lnTo>
                    <a:pt x="1251610" y="81978"/>
                  </a:lnTo>
                  <a:close/>
                </a:path>
                <a:path w="1350009" h="133984">
                  <a:moveTo>
                    <a:pt x="1220605" y="59931"/>
                  </a:moveTo>
                  <a:lnTo>
                    <a:pt x="1208468" y="59931"/>
                  </a:lnTo>
                  <a:lnTo>
                    <a:pt x="1208468" y="72669"/>
                  </a:lnTo>
                  <a:lnTo>
                    <a:pt x="1220579" y="72669"/>
                  </a:lnTo>
                  <a:lnTo>
                    <a:pt x="1220605" y="59931"/>
                  </a:lnTo>
                  <a:close/>
                </a:path>
                <a:path w="1350009" h="133984">
                  <a:moveTo>
                    <a:pt x="1265961" y="44729"/>
                  </a:moveTo>
                  <a:lnTo>
                    <a:pt x="1239545" y="44729"/>
                  </a:lnTo>
                  <a:lnTo>
                    <a:pt x="1242413" y="45453"/>
                  </a:lnTo>
                  <a:lnTo>
                    <a:pt x="1242270" y="45453"/>
                  </a:lnTo>
                  <a:lnTo>
                    <a:pt x="1244422" y="46710"/>
                  </a:lnTo>
                  <a:lnTo>
                    <a:pt x="1246695" y="47993"/>
                  </a:lnTo>
                  <a:lnTo>
                    <a:pt x="1248486" y="49784"/>
                  </a:lnTo>
                  <a:lnTo>
                    <a:pt x="1251064" y="54343"/>
                  </a:lnTo>
                  <a:lnTo>
                    <a:pt x="1251699" y="56972"/>
                  </a:lnTo>
                  <a:lnTo>
                    <a:pt x="1251699" y="59931"/>
                  </a:lnTo>
                  <a:lnTo>
                    <a:pt x="1220605" y="59931"/>
                  </a:lnTo>
                  <a:lnTo>
                    <a:pt x="1220579" y="72669"/>
                  </a:lnTo>
                  <a:lnTo>
                    <a:pt x="1271054" y="72669"/>
                  </a:lnTo>
                  <a:lnTo>
                    <a:pt x="1270957" y="60121"/>
                  </a:lnTo>
                  <a:lnTo>
                    <a:pt x="1270165" y="55219"/>
                  </a:lnTo>
                  <a:lnTo>
                    <a:pt x="1266634" y="45796"/>
                  </a:lnTo>
                  <a:lnTo>
                    <a:pt x="1265961" y="44729"/>
                  </a:lnTo>
                  <a:close/>
                </a:path>
                <a:path w="1350009" h="133984">
                  <a:moveTo>
                    <a:pt x="1348252" y="20701"/>
                  </a:moveTo>
                  <a:lnTo>
                    <a:pt x="1318907" y="20701"/>
                  </a:lnTo>
                  <a:lnTo>
                    <a:pt x="1320901" y="21158"/>
                  </a:lnTo>
                  <a:lnTo>
                    <a:pt x="1324501" y="22999"/>
                  </a:lnTo>
                  <a:lnTo>
                    <a:pt x="1325940" y="24345"/>
                  </a:lnTo>
                  <a:lnTo>
                    <a:pt x="1328000" y="27584"/>
                  </a:lnTo>
                  <a:lnTo>
                    <a:pt x="1328521" y="29527"/>
                  </a:lnTo>
                  <a:lnTo>
                    <a:pt x="1328521" y="33832"/>
                  </a:lnTo>
                  <a:lnTo>
                    <a:pt x="1315338" y="47701"/>
                  </a:lnTo>
                  <a:lnTo>
                    <a:pt x="1313052" y="49568"/>
                  </a:lnTo>
                  <a:lnTo>
                    <a:pt x="1305318" y="74841"/>
                  </a:lnTo>
                  <a:lnTo>
                    <a:pt x="1323606" y="74841"/>
                  </a:lnTo>
                  <a:lnTo>
                    <a:pt x="1323632" y="70053"/>
                  </a:lnTo>
                  <a:lnTo>
                    <a:pt x="1324013" y="67564"/>
                  </a:lnTo>
                  <a:lnTo>
                    <a:pt x="1337729" y="53009"/>
                  </a:lnTo>
                  <a:lnTo>
                    <a:pt x="1340345" y="51003"/>
                  </a:lnTo>
                  <a:lnTo>
                    <a:pt x="1344790" y="46532"/>
                  </a:lnTo>
                  <a:lnTo>
                    <a:pt x="1346504" y="43954"/>
                  </a:lnTo>
                  <a:lnTo>
                    <a:pt x="1348993" y="38138"/>
                  </a:lnTo>
                  <a:lnTo>
                    <a:pt x="1349616" y="34785"/>
                  </a:lnTo>
                  <a:lnTo>
                    <a:pt x="1349616" y="25400"/>
                  </a:lnTo>
                  <a:lnTo>
                    <a:pt x="1348252" y="20701"/>
                  </a:lnTo>
                  <a:close/>
                </a:path>
                <a:path w="1350009" h="133984">
                  <a:moveTo>
                    <a:pt x="1323251" y="4292"/>
                  </a:moveTo>
                  <a:lnTo>
                    <a:pt x="1311020" y="4292"/>
                  </a:lnTo>
                  <a:lnTo>
                    <a:pt x="1305670" y="5346"/>
                  </a:lnTo>
                  <a:lnTo>
                    <a:pt x="1284617" y="32766"/>
                  </a:lnTo>
                  <a:lnTo>
                    <a:pt x="1304302" y="32766"/>
                  </a:lnTo>
                  <a:lnTo>
                    <a:pt x="1304404" y="30124"/>
                  </a:lnTo>
                  <a:lnTo>
                    <a:pt x="1305039" y="27914"/>
                  </a:lnTo>
                  <a:lnTo>
                    <a:pt x="1307426" y="24345"/>
                  </a:lnTo>
                  <a:lnTo>
                    <a:pt x="1308950" y="22999"/>
                  </a:lnTo>
                  <a:lnTo>
                    <a:pt x="1310817" y="22098"/>
                  </a:lnTo>
                  <a:lnTo>
                    <a:pt x="1312684" y="21158"/>
                  </a:lnTo>
                  <a:lnTo>
                    <a:pt x="1314665" y="20701"/>
                  </a:lnTo>
                  <a:lnTo>
                    <a:pt x="1348299" y="20701"/>
                  </a:lnTo>
                  <a:lnTo>
                    <a:pt x="1342627" y="12623"/>
                  </a:lnTo>
                  <a:lnTo>
                    <a:pt x="1338757" y="9563"/>
                  </a:lnTo>
                  <a:lnTo>
                    <a:pt x="1333830" y="7480"/>
                  </a:lnTo>
                  <a:lnTo>
                    <a:pt x="1328915" y="5346"/>
                  </a:lnTo>
                  <a:lnTo>
                    <a:pt x="1323251" y="4292"/>
                  </a:lnTo>
                  <a:close/>
                </a:path>
                <a:path w="1350009" h="133984">
                  <a:moveTo>
                    <a:pt x="1317929" y="82664"/>
                  </a:moveTo>
                  <a:lnTo>
                    <a:pt x="1311655" y="82664"/>
                  </a:lnTo>
                  <a:lnTo>
                    <a:pt x="1308900" y="83781"/>
                  </a:lnTo>
                  <a:lnTo>
                    <a:pt x="1304366" y="88290"/>
                  </a:lnTo>
                  <a:lnTo>
                    <a:pt x="1303261" y="90995"/>
                  </a:lnTo>
                  <a:lnTo>
                    <a:pt x="1303261" y="97332"/>
                  </a:lnTo>
                  <a:lnTo>
                    <a:pt x="1304366" y="100063"/>
                  </a:lnTo>
                  <a:lnTo>
                    <a:pt x="1306614" y="102349"/>
                  </a:lnTo>
                  <a:lnTo>
                    <a:pt x="1308900" y="104597"/>
                  </a:lnTo>
                  <a:lnTo>
                    <a:pt x="1311655" y="105727"/>
                  </a:lnTo>
                  <a:lnTo>
                    <a:pt x="1316926" y="105727"/>
                  </a:lnTo>
                  <a:lnTo>
                    <a:pt x="1326413" y="96266"/>
                  </a:lnTo>
                  <a:lnTo>
                    <a:pt x="1326413" y="90995"/>
                  </a:lnTo>
                  <a:lnTo>
                    <a:pt x="1325244" y="88290"/>
                  </a:lnTo>
                  <a:lnTo>
                    <a:pt x="1320609" y="83781"/>
                  </a:lnTo>
                  <a:lnTo>
                    <a:pt x="1317929" y="826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2194933" y="6848347"/>
              <a:ext cx="1601470" cy="471170"/>
            </a:xfrm>
            <a:custGeom>
              <a:avLst/>
              <a:gdLst/>
              <a:ahLst/>
              <a:cxnLst/>
              <a:rect l="l" t="t" r="r" b="b"/>
              <a:pathLst>
                <a:path w="1601469" h="471170">
                  <a:moveTo>
                    <a:pt x="7810" y="51206"/>
                  </a:moveTo>
                  <a:lnTo>
                    <a:pt x="0" y="59220"/>
                  </a:lnTo>
                  <a:lnTo>
                    <a:pt x="34963" y="93979"/>
                  </a:lnTo>
                  <a:lnTo>
                    <a:pt x="51054" y="77939"/>
                  </a:lnTo>
                  <a:lnTo>
                    <a:pt x="34963" y="77939"/>
                  </a:lnTo>
                  <a:lnTo>
                    <a:pt x="7810" y="51206"/>
                  </a:lnTo>
                  <a:close/>
                </a:path>
                <a:path w="1601469" h="471170">
                  <a:moveTo>
                    <a:pt x="91097" y="21996"/>
                  </a:moveTo>
                  <a:lnTo>
                    <a:pt x="34963" y="77939"/>
                  </a:lnTo>
                  <a:lnTo>
                    <a:pt x="51054" y="77939"/>
                  </a:lnTo>
                  <a:lnTo>
                    <a:pt x="99123" y="30022"/>
                  </a:lnTo>
                  <a:lnTo>
                    <a:pt x="91097" y="21996"/>
                  </a:lnTo>
                  <a:close/>
                </a:path>
                <a:path w="1601469" h="471170">
                  <a:moveTo>
                    <a:pt x="176530" y="73672"/>
                  </a:moveTo>
                  <a:lnTo>
                    <a:pt x="154978" y="73672"/>
                  </a:lnTo>
                  <a:lnTo>
                    <a:pt x="154991" y="74231"/>
                  </a:lnTo>
                  <a:lnTo>
                    <a:pt x="155106" y="79133"/>
                  </a:lnTo>
                  <a:lnTo>
                    <a:pt x="181568" y="106933"/>
                  </a:lnTo>
                  <a:lnTo>
                    <a:pt x="188899" y="108216"/>
                  </a:lnTo>
                  <a:lnTo>
                    <a:pt x="205968" y="108216"/>
                  </a:lnTo>
                  <a:lnTo>
                    <a:pt x="213283" y="106933"/>
                  </a:lnTo>
                  <a:lnTo>
                    <a:pt x="225450" y="101765"/>
                  </a:lnTo>
                  <a:lnTo>
                    <a:pt x="230111" y="98107"/>
                  </a:lnTo>
                  <a:lnTo>
                    <a:pt x="235985" y="89560"/>
                  </a:lnTo>
                  <a:lnTo>
                    <a:pt x="193306" y="89560"/>
                  </a:lnTo>
                  <a:lnTo>
                    <a:pt x="190077" y="89014"/>
                  </a:lnTo>
                  <a:lnTo>
                    <a:pt x="176566" y="74231"/>
                  </a:lnTo>
                  <a:lnTo>
                    <a:pt x="176530" y="73672"/>
                  </a:lnTo>
                  <a:close/>
                </a:path>
                <a:path w="1601469" h="471170">
                  <a:moveTo>
                    <a:pt x="205473" y="0"/>
                  </a:moveTo>
                  <a:lnTo>
                    <a:pt x="189979" y="0"/>
                  </a:lnTo>
                  <a:lnTo>
                    <a:pt x="183121" y="1333"/>
                  </a:lnTo>
                  <a:lnTo>
                    <a:pt x="171056" y="6680"/>
                  </a:lnTo>
                  <a:lnTo>
                    <a:pt x="166306" y="10401"/>
                  </a:lnTo>
                  <a:lnTo>
                    <a:pt x="159542" y="19761"/>
                  </a:lnTo>
                  <a:lnTo>
                    <a:pt x="159423" y="19926"/>
                  </a:lnTo>
                  <a:lnTo>
                    <a:pt x="157721" y="25501"/>
                  </a:lnTo>
                  <a:lnTo>
                    <a:pt x="157721" y="39649"/>
                  </a:lnTo>
                  <a:lnTo>
                    <a:pt x="160274" y="45834"/>
                  </a:lnTo>
                  <a:lnTo>
                    <a:pt x="170561" y="55029"/>
                  </a:lnTo>
                  <a:lnTo>
                    <a:pt x="177571" y="58407"/>
                  </a:lnTo>
                  <a:lnTo>
                    <a:pt x="201752" y="64363"/>
                  </a:lnTo>
                  <a:lnTo>
                    <a:pt x="204990" y="65392"/>
                  </a:lnTo>
                  <a:lnTo>
                    <a:pt x="210299" y="67652"/>
                  </a:lnTo>
                  <a:lnTo>
                    <a:pt x="212318" y="69024"/>
                  </a:lnTo>
                  <a:lnTo>
                    <a:pt x="215104" y="72262"/>
                  </a:lnTo>
                  <a:lnTo>
                    <a:pt x="215798" y="74231"/>
                  </a:lnTo>
                  <a:lnTo>
                    <a:pt x="215798" y="79133"/>
                  </a:lnTo>
                  <a:lnTo>
                    <a:pt x="200914" y="89560"/>
                  </a:lnTo>
                  <a:lnTo>
                    <a:pt x="235985" y="89560"/>
                  </a:lnTo>
                  <a:lnTo>
                    <a:pt x="236588" y="88684"/>
                  </a:lnTo>
                  <a:lnTo>
                    <a:pt x="238239" y="83096"/>
                  </a:lnTo>
                  <a:lnTo>
                    <a:pt x="238239" y="72262"/>
                  </a:lnTo>
                  <a:lnTo>
                    <a:pt x="237426" y="68376"/>
                  </a:lnTo>
                  <a:lnTo>
                    <a:pt x="235851" y="64985"/>
                  </a:lnTo>
                  <a:lnTo>
                    <a:pt x="234315" y="61594"/>
                  </a:lnTo>
                  <a:lnTo>
                    <a:pt x="207271" y="45834"/>
                  </a:lnTo>
                  <a:lnTo>
                    <a:pt x="197243" y="43446"/>
                  </a:lnTo>
                  <a:lnTo>
                    <a:pt x="180517" y="32270"/>
                  </a:lnTo>
                  <a:lnTo>
                    <a:pt x="180581" y="28117"/>
                  </a:lnTo>
                  <a:lnTo>
                    <a:pt x="181241" y="26098"/>
                  </a:lnTo>
                  <a:lnTo>
                    <a:pt x="183870" y="22529"/>
                  </a:lnTo>
                  <a:lnTo>
                    <a:pt x="185801" y="21145"/>
                  </a:lnTo>
                  <a:lnTo>
                    <a:pt x="188302" y="20154"/>
                  </a:lnTo>
                  <a:lnTo>
                    <a:pt x="190804" y="19126"/>
                  </a:lnTo>
                  <a:lnTo>
                    <a:pt x="193865" y="18605"/>
                  </a:lnTo>
                  <a:lnTo>
                    <a:pt x="234148" y="18605"/>
                  </a:lnTo>
                  <a:lnTo>
                    <a:pt x="228536" y="10401"/>
                  </a:lnTo>
                  <a:lnTo>
                    <a:pt x="223977" y="6680"/>
                  </a:lnTo>
                  <a:lnTo>
                    <a:pt x="212293" y="1333"/>
                  </a:lnTo>
                  <a:lnTo>
                    <a:pt x="205473" y="0"/>
                  </a:lnTo>
                  <a:close/>
                </a:path>
                <a:path w="1601469" h="471170">
                  <a:moveTo>
                    <a:pt x="234148" y="18605"/>
                  </a:moveTo>
                  <a:lnTo>
                    <a:pt x="202844" y="18605"/>
                  </a:lnTo>
                  <a:lnTo>
                    <a:pt x="207086" y="19761"/>
                  </a:lnTo>
                  <a:lnTo>
                    <a:pt x="213321" y="24345"/>
                  </a:lnTo>
                  <a:lnTo>
                    <a:pt x="215087" y="27571"/>
                  </a:lnTo>
                  <a:lnTo>
                    <a:pt x="215493" y="31724"/>
                  </a:lnTo>
                  <a:lnTo>
                    <a:pt x="236829" y="31724"/>
                  </a:lnTo>
                  <a:lnTo>
                    <a:pt x="236728" y="25501"/>
                  </a:lnTo>
                  <a:lnTo>
                    <a:pt x="235120" y="20154"/>
                  </a:lnTo>
                  <a:lnTo>
                    <a:pt x="235051" y="19926"/>
                  </a:lnTo>
                  <a:lnTo>
                    <a:pt x="234148" y="18605"/>
                  </a:lnTo>
                  <a:close/>
                </a:path>
                <a:path w="1601469" h="471170">
                  <a:moveTo>
                    <a:pt x="291465" y="26733"/>
                  </a:moveTo>
                  <a:lnTo>
                    <a:pt x="278511" y="26733"/>
                  </a:lnTo>
                  <a:lnTo>
                    <a:pt x="271754" y="28447"/>
                  </a:lnTo>
                  <a:lnTo>
                    <a:pt x="248002" y="59270"/>
                  </a:lnTo>
                  <a:lnTo>
                    <a:pt x="247954" y="75933"/>
                  </a:lnTo>
                  <a:lnTo>
                    <a:pt x="249446" y="82765"/>
                  </a:lnTo>
                  <a:lnTo>
                    <a:pt x="249529" y="83146"/>
                  </a:lnTo>
                  <a:lnTo>
                    <a:pt x="255828" y="95313"/>
                  </a:lnTo>
                  <a:lnTo>
                    <a:pt x="260324" y="100012"/>
                  </a:lnTo>
                  <a:lnTo>
                    <a:pt x="272008" y="106629"/>
                  </a:lnTo>
                  <a:lnTo>
                    <a:pt x="279006" y="108267"/>
                  </a:lnTo>
                  <a:lnTo>
                    <a:pt x="293636" y="108267"/>
                  </a:lnTo>
                  <a:lnTo>
                    <a:pt x="320421" y="91922"/>
                  </a:lnTo>
                  <a:lnTo>
                    <a:pt x="283819" y="91922"/>
                  </a:lnTo>
                  <a:lnTo>
                    <a:pt x="280644" y="91147"/>
                  </a:lnTo>
                  <a:lnTo>
                    <a:pt x="269595" y="76809"/>
                  </a:lnTo>
                  <a:lnTo>
                    <a:pt x="269603" y="72847"/>
                  </a:lnTo>
                  <a:lnTo>
                    <a:pt x="256692" y="72847"/>
                  </a:lnTo>
                  <a:lnTo>
                    <a:pt x="256692" y="59270"/>
                  </a:lnTo>
                  <a:lnTo>
                    <a:pt x="269629" y="59270"/>
                  </a:lnTo>
                  <a:lnTo>
                    <a:pt x="269633" y="56883"/>
                  </a:lnTo>
                  <a:lnTo>
                    <a:pt x="283286" y="43078"/>
                  </a:lnTo>
                  <a:lnTo>
                    <a:pt x="317944" y="43078"/>
                  </a:lnTo>
                  <a:lnTo>
                    <a:pt x="316058" y="40081"/>
                  </a:lnTo>
                  <a:lnTo>
                    <a:pt x="309270" y="33375"/>
                  </a:lnTo>
                  <a:lnTo>
                    <a:pt x="305320" y="30899"/>
                  </a:lnTo>
                  <a:lnTo>
                    <a:pt x="296316" y="27571"/>
                  </a:lnTo>
                  <a:lnTo>
                    <a:pt x="291465" y="26733"/>
                  </a:lnTo>
                  <a:close/>
                </a:path>
                <a:path w="1601469" h="471170">
                  <a:moveTo>
                    <a:pt x="302653" y="82765"/>
                  </a:moveTo>
                  <a:lnTo>
                    <a:pt x="289915" y="91922"/>
                  </a:lnTo>
                  <a:lnTo>
                    <a:pt x="320421" y="91922"/>
                  </a:lnTo>
                  <a:lnTo>
                    <a:pt x="321780" y="89179"/>
                  </a:lnTo>
                  <a:lnTo>
                    <a:pt x="321881" y="88976"/>
                  </a:lnTo>
                  <a:lnTo>
                    <a:pt x="322910" y="84112"/>
                  </a:lnTo>
                  <a:lnTo>
                    <a:pt x="302653" y="82765"/>
                  </a:lnTo>
                  <a:close/>
                </a:path>
                <a:path w="1601469" h="471170">
                  <a:moveTo>
                    <a:pt x="269629" y="59270"/>
                  </a:moveTo>
                  <a:lnTo>
                    <a:pt x="256692" y="59270"/>
                  </a:lnTo>
                  <a:lnTo>
                    <a:pt x="256692" y="72847"/>
                  </a:lnTo>
                  <a:lnTo>
                    <a:pt x="269603" y="72847"/>
                  </a:lnTo>
                  <a:lnTo>
                    <a:pt x="269629" y="59270"/>
                  </a:lnTo>
                  <a:close/>
                </a:path>
                <a:path w="1601469" h="471170">
                  <a:moveTo>
                    <a:pt x="317944" y="43078"/>
                  </a:moveTo>
                  <a:lnTo>
                    <a:pt x="289801" y="43078"/>
                  </a:lnTo>
                  <a:lnTo>
                    <a:pt x="292844" y="43853"/>
                  </a:lnTo>
                  <a:lnTo>
                    <a:pt x="292704" y="43853"/>
                  </a:lnTo>
                  <a:lnTo>
                    <a:pt x="294995" y="45186"/>
                  </a:lnTo>
                  <a:lnTo>
                    <a:pt x="297421" y="46558"/>
                  </a:lnTo>
                  <a:lnTo>
                    <a:pt x="299326" y="48463"/>
                  </a:lnTo>
                  <a:lnTo>
                    <a:pt x="302069" y="53327"/>
                  </a:lnTo>
                  <a:lnTo>
                    <a:pt x="302755" y="56121"/>
                  </a:lnTo>
                  <a:lnTo>
                    <a:pt x="302755" y="59270"/>
                  </a:lnTo>
                  <a:lnTo>
                    <a:pt x="269629" y="59270"/>
                  </a:lnTo>
                  <a:lnTo>
                    <a:pt x="269603" y="72847"/>
                  </a:lnTo>
                  <a:lnTo>
                    <a:pt x="323367" y="72847"/>
                  </a:lnTo>
                  <a:lnTo>
                    <a:pt x="323265" y="59486"/>
                  </a:lnTo>
                  <a:lnTo>
                    <a:pt x="322427" y="54254"/>
                  </a:lnTo>
                  <a:lnTo>
                    <a:pt x="318655" y="44208"/>
                  </a:lnTo>
                  <a:lnTo>
                    <a:pt x="317944" y="43078"/>
                  </a:lnTo>
                  <a:close/>
                </a:path>
                <a:path w="1601469" h="471170">
                  <a:moveTo>
                    <a:pt x="400971" y="42722"/>
                  </a:moveTo>
                  <a:lnTo>
                    <a:pt x="373075" y="42722"/>
                  </a:lnTo>
                  <a:lnTo>
                    <a:pt x="375958" y="43611"/>
                  </a:lnTo>
                  <a:lnTo>
                    <a:pt x="380034" y="47180"/>
                  </a:lnTo>
                  <a:lnTo>
                    <a:pt x="381063" y="49695"/>
                  </a:lnTo>
                  <a:lnTo>
                    <a:pt x="381063" y="54940"/>
                  </a:lnTo>
                  <a:lnTo>
                    <a:pt x="358025" y="60731"/>
                  </a:lnTo>
                  <a:lnTo>
                    <a:pt x="354291" y="61379"/>
                  </a:lnTo>
                  <a:lnTo>
                    <a:pt x="332270" y="80289"/>
                  </a:lnTo>
                  <a:lnTo>
                    <a:pt x="332273" y="89903"/>
                  </a:lnTo>
                  <a:lnTo>
                    <a:pt x="353453" y="108216"/>
                  </a:lnTo>
                  <a:lnTo>
                    <a:pt x="362394" y="108216"/>
                  </a:lnTo>
                  <a:lnTo>
                    <a:pt x="381571" y="95783"/>
                  </a:lnTo>
                  <a:lnTo>
                    <a:pt x="402958" y="95783"/>
                  </a:lnTo>
                  <a:lnTo>
                    <a:pt x="402958" y="93103"/>
                  </a:lnTo>
                  <a:lnTo>
                    <a:pt x="361403" y="93103"/>
                  </a:lnTo>
                  <a:lnTo>
                    <a:pt x="358622" y="92328"/>
                  </a:lnTo>
                  <a:lnTo>
                    <a:pt x="356438" y="90792"/>
                  </a:lnTo>
                  <a:lnTo>
                    <a:pt x="354266" y="89217"/>
                  </a:lnTo>
                  <a:lnTo>
                    <a:pt x="353187" y="86931"/>
                  </a:lnTo>
                  <a:lnTo>
                    <a:pt x="353187" y="81902"/>
                  </a:lnTo>
                  <a:lnTo>
                    <a:pt x="371475" y="72872"/>
                  </a:lnTo>
                  <a:lnTo>
                    <a:pt x="374421" y="72339"/>
                  </a:lnTo>
                  <a:lnTo>
                    <a:pt x="381215" y="70129"/>
                  </a:lnTo>
                  <a:lnTo>
                    <a:pt x="402958" y="70129"/>
                  </a:lnTo>
                  <a:lnTo>
                    <a:pt x="402958" y="48767"/>
                  </a:lnTo>
                  <a:lnTo>
                    <a:pt x="402056" y="44742"/>
                  </a:lnTo>
                  <a:lnTo>
                    <a:pt x="400971" y="42722"/>
                  </a:lnTo>
                  <a:close/>
                </a:path>
                <a:path w="1601469" h="471170">
                  <a:moveTo>
                    <a:pt x="402958" y="95783"/>
                  </a:moveTo>
                  <a:lnTo>
                    <a:pt x="382193" y="95783"/>
                  </a:lnTo>
                  <a:lnTo>
                    <a:pt x="382193" y="106730"/>
                  </a:lnTo>
                  <a:lnTo>
                    <a:pt x="402958" y="106730"/>
                  </a:lnTo>
                  <a:lnTo>
                    <a:pt x="402958" y="95783"/>
                  </a:lnTo>
                  <a:close/>
                </a:path>
                <a:path w="1601469" h="471170">
                  <a:moveTo>
                    <a:pt x="402958" y="70129"/>
                  </a:moveTo>
                  <a:lnTo>
                    <a:pt x="381215" y="70129"/>
                  </a:lnTo>
                  <a:lnTo>
                    <a:pt x="381215" y="81279"/>
                  </a:lnTo>
                  <a:lnTo>
                    <a:pt x="380504" y="83769"/>
                  </a:lnTo>
                  <a:lnTo>
                    <a:pt x="377698" y="88150"/>
                  </a:lnTo>
                  <a:lnTo>
                    <a:pt x="375767" y="89903"/>
                  </a:lnTo>
                  <a:lnTo>
                    <a:pt x="370827" y="92468"/>
                  </a:lnTo>
                  <a:lnTo>
                    <a:pt x="367982" y="93103"/>
                  </a:lnTo>
                  <a:lnTo>
                    <a:pt x="402958" y="93103"/>
                  </a:lnTo>
                  <a:lnTo>
                    <a:pt x="402958" y="70129"/>
                  </a:lnTo>
                  <a:close/>
                </a:path>
                <a:path w="1601469" h="471170">
                  <a:moveTo>
                    <a:pt x="373824" y="26733"/>
                  </a:moveTo>
                  <a:lnTo>
                    <a:pt x="363131" y="26733"/>
                  </a:lnTo>
                  <a:lnTo>
                    <a:pt x="357581" y="27685"/>
                  </a:lnTo>
                  <a:lnTo>
                    <a:pt x="335142" y="49695"/>
                  </a:lnTo>
                  <a:lnTo>
                    <a:pt x="335038" y="50177"/>
                  </a:lnTo>
                  <a:lnTo>
                    <a:pt x="355295" y="51815"/>
                  </a:lnTo>
                  <a:lnTo>
                    <a:pt x="356057" y="49212"/>
                  </a:lnTo>
                  <a:lnTo>
                    <a:pt x="357503" y="47180"/>
                  </a:lnTo>
                  <a:lnTo>
                    <a:pt x="362237" y="43611"/>
                  </a:lnTo>
                  <a:lnTo>
                    <a:pt x="365391" y="42722"/>
                  </a:lnTo>
                  <a:lnTo>
                    <a:pt x="400971" y="42722"/>
                  </a:lnTo>
                  <a:lnTo>
                    <a:pt x="398424" y="37985"/>
                  </a:lnTo>
                  <a:lnTo>
                    <a:pt x="395935" y="35217"/>
                  </a:lnTo>
                  <a:lnTo>
                    <a:pt x="389661" y="30899"/>
                  </a:lnTo>
                  <a:lnTo>
                    <a:pt x="386080" y="29298"/>
                  </a:lnTo>
                  <a:lnTo>
                    <a:pt x="378028" y="27241"/>
                  </a:lnTo>
                  <a:lnTo>
                    <a:pt x="373824" y="26733"/>
                  </a:lnTo>
                  <a:close/>
                </a:path>
                <a:path w="1601469" h="471170">
                  <a:moveTo>
                    <a:pt x="440156" y="1435"/>
                  </a:moveTo>
                  <a:lnTo>
                    <a:pt x="418261" y="1435"/>
                  </a:lnTo>
                  <a:lnTo>
                    <a:pt x="418261" y="106730"/>
                  </a:lnTo>
                  <a:lnTo>
                    <a:pt x="440156" y="106730"/>
                  </a:lnTo>
                  <a:lnTo>
                    <a:pt x="440156" y="1435"/>
                  </a:lnTo>
                  <a:close/>
                </a:path>
                <a:path w="1601469" h="471170">
                  <a:moveTo>
                    <a:pt x="496328" y="26733"/>
                  </a:moveTo>
                  <a:lnTo>
                    <a:pt x="483374" y="26733"/>
                  </a:lnTo>
                  <a:lnTo>
                    <a:pt x="476618" y="28447"/>
                  </a:lnTo>
                  <a:lnTo>
                    <a:pt x="452866" y="59270"/>
                  </a:lnTo>
                  <a:lnTo>
                    <a:pt x="452818" y="75933"/>
                  </a:lnTo>
                  <a:lnTo>
                    <a:pt x="454310" y="82765"/>
                  </a:lnTo>
                  <a:lnTo>
                    <a:pt x="454393" y="83146"/>
                  </a:lnTo>
                  <a:lnTo>
                    <a:pt x="483870" y="108267"/>
                  </a:lnTo>
                  <a:lnTo>
                    <a:pt x="498513" y="108267"/>
                  </a:lnTo>
                  <a:lnTo>
                    <a:pt x="525293" y="91922"/>
                  </a:lnTo>
                  <a:lnTo>
                    <a:pt x="488683" y="91922"/>
                  </a:lnTo>
                  <a:lnTo>
                    <a:pt x="485521" y="91147"/>
                  </a:lnTo>
                  <a:lnTo>
                    <a:pt x="474459" y="76809"/>
                  </a:lnTo>
                  <a:lnTo>
                    <a:pt x="474466" y="72847"/>
                  </a:lnTo>
                  <a:lnTo>
                    <a:pt x="461556" y="72847"/>
                  </a:lnTo>
                  <a:lnTo>
                    <a:pt x="461556" y="59270"/>
                  </a:lnTo>
                  <a:lnTo>
                    <a:pt x="474492" y="59270"/>
                  </a:lnTo>
                  <a:lnTo>
                    <a:pt x="474497" y="56883"/>
                  </a:lnTo>
                  <a:lnTo>
                    <a:pt x="475181" y="54254"/>
                  </a:lnTo>
                  <a:lnTo>
                    <a:pt x="475234" y="54051"/>
                  </a:lnTo>
                  <a:lnTo>
                    <a:pt x="478116" y="48945"/>
                  </a:lnTo>
                  <a:lnTo>
                    <a:pt x="480098" y="46901"/>
                  </a:lnTo>
                  <a:lnTo>
                    <a:pt x="485203" y="43853"/>
                  </a:lnTo>
                  <a:lnTo>
                    <a:pt x="488162" y="43078"/>
                  </a:lnTo>
                  <a:lnTo>
                    <a:pt x="522817" y="43078"/>
                  </a:lnTo>
                  <a:lnTo>
                    <a:pt x="520922" y="40081"/>
                  </a:lnTo>
                  <a:lnTo>
                    <a:pt x="514134" y="33375"/>
                  </a:lnTo>
                  <a:lnTo>
                    <a:pt x="510197" y="30899"/>
                  </a:lnTo>
                  <a:lnTo>
                    <a:pt x="501180" y="27571"/>
                  </a:lnTo>
                  <a:lnTo>
                    <a:pt x="496328" y="26733"/>
                  </a:lnTo>
                  <a:close/>
                </a:path>
                <a:path w="1601469" h="471170">
                  <a:moveTo>
                    <a:pt x="507517" y="82765"/>
                  </a:moveTo>
                  <a:lnTo>
                    <a:pt x="494792" y="91922"/>
                  </a:lnTo>
                  <a:lnTo>
                    <a:pt x="525293" y="91922"/>
                  </a:lnTo>
                  <a:lnTo>
                    <a:pt x="526745" y="88976"/>
                  </a:lnTo>
                  <a:lnTo>
                    <a:pt x="527773" y="84112"/>
                  </a:lnTo>
                  <a:lnTo>
                    <a:pt x="507517" y="82765"/>
                  </a:lnTo>
                  <a:close/>
                </a:path>
                <a:path w="1601469" h="471170">
                  <a:moveTo>
                    <a:pt x="474492" y="59270"/>
                  </a:moveTo>
                  <a:lnTo>
                    <a:pt x="461556" y="59270"/>
                  </a:lnTo>
                  <a:lnTo>
                    <a:pt x="461556" y="72847"/>
                  </a:lnTo>
                  <a:lnTo>
                    <a:pt x="474466" y="72847"/>
                  </a:lnTo>
                  <a:lnTo>
                    <a:pt x="474492" y="59270"/>
                  </a:lnTo>
                  <a:close/>
                </a:path>
                <a:path w="1601469" h="471170">
                  <a:moveTo>
                    <a:pt x="522817" y="43078"/>
                  </a:moveTo>
                  <a:lnTo>
                    <a:pt x="494665" y="43078"/>
                  </a:lnTo>
                  <a:lnTo>
                    <a:pt x="497708" y="43853"/>
                  </a:lnTo>
                  <a:lnTo>
                    <a:pt x="497568" y="43853"/>
                  </a:lnTo>
                  <a:lnTo>
                    <a:pt x="499859" y="45186"/>
                  </a:lnTo>
                  <a:lnTo>
                    <a:pt x="502297" y="46558"/>
                  </a:lnTo>
                  <a:lnTo>
                    <a:pt x="504202" y="48463"/>
                  </a:lnTo>
                  <a:lnTo>
                    <a:pt x="506945" y="53327"/>
                  </a:lnTo>
                  <a:lnTo>
                    <a:pt x="507631" y="56121"/>
                  </a:lnTo>
                  <a:lnTo>
                    <a:pt x="507631" y="59270"/>
                  </a:lnTo>
                  <a:lnTo>
                    <a:pt x="474492" y="59270"/>
                  </a:lnTo>
                  <a:lnTo>
                    <a:pt x="474466" y="72847"/>
                  </a:lnTo>
                  <a:lnTo>
                    <a:pt x="528243" y="72847"/>
                  </a:lnTo>
                  <a:lnTo>
                    <a:pt x="528142" y="59486"/>
                  </a:lnTo>
                  <a:lnTo>
                    <a:pt x="527304" y="54254"/>
                  </a:lnTo>
                  <a:lnTo>
                    <a:pt x="523532" y="44208"/>
                  </a:lnTo>
                  <a:lnTo>
                    <a:pt x="522817" y="43078"/>
                  </a:lnTo>
                  <a:close/>
                </a:path>
                <a:path w="1601469" h="471170">
                  <a:moveTo>
                    <a:pt x="574306" y="26733"/>
                  </a:moveTo>
                  <a:lnTo>
                    <a:pt x="564095" y="26733"/>
                  </a:lnTo>
                  <a:lnTo>
                    <a:pt x="558761" y="28244"/>
                  </a:lnTo>
                  <a:lnTo>
                    <a:pt x="549059" y="34239"/>
                  </a:lnTo>
                  <a:lnTo>
                    <a:pt x="545185" y="38747"/>
                  </a:lnTo>
                  <a:lnTo>
                    <a:pt x="539369" y="50774"/>
                  </a:lnTo>
                  <a:lnTo>
                    <a:pt x="537908" y="58305"/>
                  </a:lnTo>
                  <a:lnTo>
                    <a:pt x="537908" y="76161"/>
                  </a:lnTo>
                  <a:lnTo>
                    <a:pt x="563943" y="108013"/>
                  </a:lnTo>
                  <a:lnTo>
                    <a:pt x="574192" y="108013"/>
                  </a:lnTo>
                  <a:lnTo>
                    <a:pt x="577786" y="107314"/>
                  </a:lnTo>
                  <a:lnTo>
                    <a:pt x="580732" y="105905"/>
                  </a:lnTo>
                  <a:lnTo>
                    <a:pt x="583717" y="104508"/>
                  </a:lnTo>
                  <a:lnTo>
                    <a:pt x="586130" y="102742"/>
                  </a:lnTo>
                  <a:lnTo>
                    <a:pt x="589864" y="98450"/>
                  </a:lnTo>
                  <a:lnTo>
                    <a:pt x="591324" y="96278"/>
                  </a:lnTo>
                  <a:lnTo>
                    <a:pt x="592353" y="94081"/>
                  </a:lnTo>
                  <a:lnTo>
                    <a:pt x="614870" y="94081"/>
                  </a:lnTo>
                  <a:lnTo>
                    <a:pt x="614870" y="90589"/>
                  </a:lnTo>
                  <a:lnTo>
                    <a:pt x="573278" y="90589"/>
                  </a:lnTo>
                  <a:lnTo>
                    <a:pt x="570400" y="89661"/>
                  </a:lnTo>
                  <a:lnTo>
                    <a:pt x="560289" y="71945"/>
                  </a:lnTo>
                  <a:lnTo>
                    <a:pt x="560295" y="62547"/>
                  </a:lnTo>
                  <a:lnTo>
                    <a:pt x="573278" y="44157"/>
                  </a:lnTo>
                  <a:lnTo>
                    <a:pt x="614870" y="44157"/>
                  </a:lnTo>
                  <a:lnTo>
                    <a:pt x="614870" y="41020"/>
                  </a:lnTo>
                  <a:lnTo>
                    <a:pt x="592353" y="41020"/>
                  </a:lnTo>
                  <a:lnTo>
                    <a:pt x="591400" y="38900"/>
                  </a:lnTo>
                  <a:lnTo>
                    <a:pt x="589991" y="36741"/>
                  </a:lnTo>
                  <a:lnTo>
                    <a:pt x="588137" y="34543"/>
                  </a:lnTo>
                  <a:lnTo>
                    <a:pt x="586320" y="32321"/>
                  </a:lnTo>
                  <a:lnTo>
                    <a:pt x="583920" y="30467"/>
                  </a:lnTo>
                  <a:lnTo>
                    <a:pt x="580936" y="28994"/>
                  </a:lnTo>
                  <a:lnTo>
                    <a:pt x="577989" y="27482"/>
                  </a:lnTo>
                  <a:lnTo>
                    <a:pt x="574306" y="26733"/>
                  </a:lnTo>
                  <a:close/>
                </a:path>
                <a:path w="1601469" h="471170">
                  <a:moveTo>
                    <a:pt x="614870" y="94081"/>
                  </a:moveTo>
                  <a:lnTo>
                    <a:pt x="593280" y="94081"/>
                  </a:lnTo>
                  <a:lnTo>
                    <a:pt x="593280" y="106730"/>
                  </a:lnTo>
                  <a:lnTo>
                    <a:pt x="614870" y="106730"/>
                  </a:lnTo>
                  <a:lnTo>
                    <a:pt x="614870" y="94081"/>
                  </a:lnTo>
                  <a:close/>
                </a:path>
                <a:path w="1601469" h="471170">
                  <a:moveTo>
                    <a:pt x="614870" y="44157"/>
                  </a:moveTo>
                  <a:lnTo>
                    <a:pt x="580415" y="44157"/>
                  </a:lnTo>
                  <a:lnTo>
                    <a:pt x="583462" y="45135"/>
                  </a:lnTo>
                  <a:lnTo>
                    <a:pt x="588340" y="48869"/>
                  </a:lnTo>
                  <a:lnTo>
                    <a:pt x="590232" y="51549"/>
                  </a:lnTo>
                  <a:lnTo>
                    <a:pt x="592773" y="58305"/>
                  </a:lnTo>
                  <a:lnTo>
                    <a:pt x="592868" y="58673"/>
                  </a:lnTo>
                  <a:lnTo>
                    <a:pt x="593483" y="62547"/>
                  </a:lnTo>
                  <a:lnTo>
                    <a:pt x="593483" y="71945"/>
                  </a:lnTo>
                  <a:lnTo>
                    <a:pt x="592845" y="75895"/>
                  </a:lnTo>
                  <a:lnTo>
                    <a:pt x="592774" y="76161"/>
                  </a:lnTo>
                  <a:lnTo>
                    <a:pt x="591477" y="79527"/>
                  </a:lnTo>
                  <a:lnTo>
                    <a:pt x="590181" y="83032"/>
                  </a:lnTo>
                  <a:lnTo>
                    <a:pt x="588289" y="85750"/>
                  </a:lnTo>
                  <a:lnTo>
                    <a:pt x="585878" y="87655"/>
                  </a:lnTo>
                  <a:lnTo>
                    <a:pt x="583269" y="89661"/>
                  </a:lnTo>
                  <a:lnTo>
                    <a:pt x="580415" y="90589"/>
                  </a:lnTo>
                  <a:lnTo>
                    <a:pt x="614870" y="90589"/>
                  </a:lnTo>
                  <a:lnTo>
                    <a:pt x="614870" y="44157"/>
                  </a:lnTo>
                  <a:close/>
                </a:path>
                <a:path w="1601469" h="471170">
                  <a:moveTo>
                    <a:pt x="614870" y="1435"/>
                  </a:moveTo>
                  <a:lnTo>
                    <a:pt x="593026" y="1435"/>
                  </a:lnTo>
                  <a:lnTo>
                    <a:pt x="593026" y="41020"/>
                  </a:lnTo>
                  <a:lnTo>
                    <a:pt x="614870" y="41020"/>
                  </a:lnTo>
                  <a:lnTo>
                    <a:pt x="614870" y="1435"/>
                  </a:lnTo>
                  <a:close/>
                </a:path>
                <a:path w="1601469" h="471170">
                  <a:moveTo>
                    <a:pt x="679266" y="51251"/>
                  </a:moveTo>
                  <a:lnTo>
                    <a:pt x="660069" y="74650"/>
                  </a:lnTo>
                  <a:lnTo>
                    <a:pt x="660069" y="84277"/>
                  </a:lnTo>
                  <a:lnTo>
                    <a:pt x="688022" y="108267"/>
                  </a:lnTo>
                  <a:lnTo>
                    <a:pt x="699985" y="108267"/>
                  </a:lnTo>
                  <a:lnTo>
                    <a:pt x="704723" y="107568"/>
                  </a:lnTo>
                  <a:lnTo>
                    <a:pt x="714362" y="104762"/>
                  </a:lnTo>
                  <a:lnTo>
                    <a:pt x="718731" y="102476"/>
                  </a:lnTo>
                  <a:lnTo>
                    <a:pt x="722236" y="99644"/>
                  </a:lnTo>
                  <a:lnTo>
                    <a:pt x="714197" y="90690"/>
                  </a:lnTo>
                  <a:lnTo>
                    <a:pt x="693318" y="90690"/>
                  </a:lnTo>
                  <a:lnTo>
                    <a:pt x="690651" y="90119"/>
                  </a:lnTo>
                  <a:lnTo>
                    <a:pt x="686130" y="87833"/>
                  </a:lnTo>
                  <a:lnTo>
                    <a:pt x="684390" y="86245"/>
                  </a:lnTo>
                  <a:lnTo>
                    <a:pt x="682016" y="82435"/>
                  </a:lnTo>
                  <a:lnTo>
                    <a:pt x="681913" y="82270"/>
                  </a:lnTo>
                  <a:lnTo>
                    <a:pt x="681304" y="80035"/>
                  </a:lnTo>
                  <a:lnTo>
                    <a:pt x="681304" y="75501"/>
                  </a:lnTo>
                  <a:lnTo>
                    <a:pt x="681783" y="74028"/>
                  </a:lnTo>
                  <a:lnTo>
                    <a:pt x="681878" y="73735"/>
                  </a:lnTo>
                  <a:lnTo>
                    <a:pt x="681990" y="73393"/>
                  </a:lnTo>
                  <a:lnTo>
                    <a:pt x="684758" y="68973"/>
                  </a:lnTo>
                  <a:lnTo>
                    <a:pt x="686917" y="66801"/>
                  </a:lnTo>
                  <a:lnTo>
                    <a:pt x="690442" y="64233"/>
                  </a:lnTo>
                  <a:lnTo>
                    <a:pt x="686955" y="60350"/>
                  </a:lnTo>
                  <a:lnTo>
                    <a:pt x="684212" y="57238"/>
                  </a:lnTo>
                  <a:lnTo>
                    <a:pt x="681469" y="53974"/>
                  </a:lnTo>
                  <a:lnTo>
                    <a:pt x="679266" y="51251"/>
                  </a:lnTo>
                  <a:close/>
                </a:path>
                <a:path w="1601469" h="471170">
                  <a:moveTo>
                    <a:pt x="735638" y="88609"/>
                  </a:moveTo>
                  <a:lnTo>
                    <a:pt x="734635" y="90119"/>
                  </a:lnTo>
                  <a:lnTo>
                    <a:pt x="731824" y="93192"/>
                  </a:lnTo>
                  <a:lnTo>
                    <a:pt x="728599" y="95630"/>
                  </a:lnTo>
                  <a:lnTo>
                    <a:pt x="722630" y="99326"/>
                  </a:lnTo>
                  <a:lnTo>
                    <a:pt x="722236" y="99644"/>
                  </a:lnTo>
                  <a:lnTo>
                    <a:pt x="728599" y="106730"/>
                  </a:lnTo>
                  <a:lnTo>
                    <a:pt x="751433" y="106730"/>
                  </a:lnTo>
                  <a:lnTo>
                    <a:pt x="735638" y="88609"/>
                  </a:lnTo>
                  <a:close/>
                </a:path>
                <a:path w="1601469" h="471170">
                  <a:moveTo>
                    <a:pt x="722674" y="73735"/>
                  </a:moveTo>
                  <a:lnTo>
                    <a:pt x="710561" y="86641"/>
                  </a:lnTo>
                  <a:lnTo>
                    <a:pt x="722236" y="99644"/>
                  </a:lnTo>
                  <a:lnTo>
                    <a:pt x="722630" y="99326"/>
                  </a:lnTo>
                  <a:lnTo>
                    <a:pt x="728599" y="95630"/>
                  </a:lnTo>
                  <a:lnTo>
                    <a:pt x="731824" y="93192"/>
                  </a:lnTo>
                  <a:lnTo>
                    <a:pt x="734635" y="90119"/>
                  </a:lnTo>
                  <a:lnTo>
                    <a:pt x="735638" y="88609"/>
                  </a:lnTo>
                  <a:lnTo>
                    <a:pt x="722674" y="73735"/>
                  </a:lnTo>
                  <a:close/>
                </a:path>
                <a:path w="1601469" h="471170">
                  <a:moveTo>
                    <a:pt x="710561" y="86641"/>
                  </a:moveTo>
                  <a:lnTo>
                    <a:pt x="703719" y="89852"/>
                  </a:lnTo>
                  <a:lnTo>
                    <a:pt x="700062" y="90690"/>
                  </a:lnTo>
                  <a:lnTo>
                    <a:pt x="714197" y="90690"/>
                  </a:lnTo>
                  <a:lnTo>
                    <a:pt x="710561" y="86641"/>
                  </a:lnTo>
                  <a:close/>
                </a:path>
                <a:path w="1601469" h="471170">
                  <a:moveTo>
                    <a:pt x="745159" y="55371"/>
                  </a:moveTo>
                  <a:lnTo>
                    <a:pt x="727011" y="55371"/>
                  </a:lnTo>
                  <a:lnTo>
                    <a:pt x="727011" y="60617"/>
                  </a:lnTo>
                  <a:lnTo>
                    <a:pt x="726109" y="65392"/>
                  </a:lnTo>
                  <a:lnTo>
                    <a:pt x="722674" y="73735"/>
                  </a:lnTo>
                  <a:lnTo>
                    <a:pt x="735638" y="88609"/>
                  </a:lnTo>
                  <a:lnTo>
                    <a:pt x="739686" y="82435"/>
                  </a:lnTo>
                  <a:lnTo>
                    <a:pt x="741641" y="77939"/>
                  </a:lnTo>
                  <a:lnTo>
                    <a:pt x="744448" y="67627"/>
                  </a:lnTo>
                  <a:lnTo>
                    <a:pt x="745159" y="61810"/>
                  </a:lnTo>
                  <a:lnTo>
                    <a:pt x="745159" y="55371"/>
                  </a:lnTo>
                  <a:close/>
                </a:path>
                <a:path w="1601469" h="471170">
                  <a:moveTo>
                    <a:pt x="705156" y="53637"/>
                  </a:moveTo>
                  <a:lnTo>
                    <a:pt x="690442" y="64233"/>
                  </a:lnTo>
                  <a:lnTo>
                    <a:pt x="710561" y="86641"/>
                  </a:lnTo>
                  <a:lnTo>
                    <a:pt x="710946" y="86461"/>
                  </a:lnTo>
                  <a:lnTo>
                    <a:pt x="714235" y="84035"/>
                  </a:lnTo>
                  <a:lnTo>
                    <a:pt x="720166" y="77762"/>
                  </a:lnTo>
                  <a:lnTo>
                    <a:pt x="722553" y="74028"/>
                  </a:lnTo>
                  <a:lnTo>
                    <a:pt x="722674" y="73735"/>
                  </a:lnTo>
                  <a:lnTo>
                    <a:pt x="705156" y="53637"/>
                  </a:lnTo>
                  <a:close/>
                </a:path>
                <a:path w="1601469" h="471170">
                  <a:moveTo>
                    <a:pt x="694620" y="41141"/>
                  </a:moveTo>
                  <a:lnTo>
                    <a:pt x="679266" y="51251"/>
                  </a:lnTo>
                  <a:lnTo>
                    <a:pt x="681469" y="53974"/>
                  </a:lnTo>
                  <a:lnTo>
                    <a:pt x="684212" y="57238"/>
                  </a:lnTo>
                  <a:lnTo>
                    <a:pt x="686955" y="60350"/>
                  </a:lnTo>
                  <a:lnTo>
                    <a:pt x="690442" y="64233"/>
                  </a:lnTo>
                  <a:lnTo>
                    <a:pt x="705156" y="53637"/>
                  </a:lnTo>
                  <a:lnTo>
                    <a:pt x="701509" y="49453"/>
                  </a:lnTo>
                  <a:lnTo>
                    <a:pt x="696823" y="43840"/>
                  </a:lnTo>
                  <a:lnTo>
                    <a:pt x="694620" y="41141"/>
                  </a:lnTo>
                  <a:close/>
                </a:path>
                <a:path w="1601469" h="471170">
                  <a:moveTo>
                    <a:pt x="724571" y="17678"/>
                  </a:moveTo>
                  <a:lnTo>
                    <a:pt x="701262" y="17678"/>
                  </a:lnTo>
                  <a:lnTo>
                    <a:pt x="703580" y="18516"/>
                  </a:lnTo>
                  <a:lnTo>
                    <a:pt x="706932" y="22085"/>
                  </a:lnTo>
                  <a:lnTo>
                    <a:pt x="707783" y="24053"/>
                  </a:lnTo>
                  <a:lnTo>
                    <a:pt x="707783" y="28308"/>
                  </a:lnTo>
                  <a:lnTo>
                    <a:pt x="707161" y="30352"/>
                  </a:lnTo>
                  <a:lnTo>
                    <a:pt x="704697" y="34086"/>
                  </a:lnTo>
                  <a:lnTo>
                    <a:pt x="702754" y="35852"/>
                  </a:lnTo>
                  <a:lnTo>
                    <a:pt x="700112" y="37528"/>
                  </a:lnTo>
                  <a:lnTo>
                    <a:pt x="694620" y="41141"/>
                  </a:lnTo>
                  <a:lnTo>
                    <a:pt x="696823" y="43840"/>
                  </a:lnTo>
                  <a:lnTo>
                    <a:pt x="701509" y="49453"/>
                  </a:lnTo>
                  <a:lnTo>
                    <a:pt x="705156" y="53637"/>
                  </a:lnTo>
                  <a:lnTo>
                    <a:pt x="715746" y="46012"/>
                  </a:lnTo>
                  <a:lnTo>
                    <a:pt x="719175" y="42417"/>
                  </a:lnTo>
                  <a:lnTo>
                    <a:pt x="724077" y="34353"/>
                  </a:lnTo>
                  <a:lnTo>
                    <a:pt x="725309" y="29844"/>
                  </a:lnTo>
                  <a:lnTo>
                    <a:pt x="725192" y="19964"/>
                  </a:lnTo>
                  <a:lnTo>
                    <a:pt x="724571" y="17678"/>
                  </a:lnTo>
                  <a:close/>
                </a:path>
                <a:path w="1601469" h="471170">
                  <a:moveTo>
                    <a:pt x="703580" y="50"/>
                  </a:moveTo>
                  <a:lnTo>
                    <a:pt x="692200" y="50"/>
                  </a:lnTo>
                  <a:lnTo>
                    <a:pt x="687158" y="1244"/>
                  </a:lnTo>
                  <a:lnTo>
                    <a:pt x="669213" y="22085"/>
                  </a:lnTo>
                  <a:lnTo>
                    <a:pt x="669271" y="31876"/>
                  </a:lnTo>
                  <a:lnTo>
                    <a:pt x="670146" y="35852"/>
                  </a:lnTo>
                  <a:lnTo>
                    <a:pt x="673760" y="43522"/>
                  </a:lnTo>
                  <a:lnTo>
                    <a:pt x="676021" y="47155"/>
                  </a:lnTo>
                  <a:lnTo>
                    <a:pt x="679266" y="51251"/>
                  </a:lnTo>
                  <a:lnTo>
                    <a:pt x="694620" y="41141"/>
                  </a:lnTo>
                  <a:lnTo>
                    <a:pt x="692708" y="38798"/>
                  </a:lnTo>
                  <a:lnTo>
                    <a:pt x="691070" y="36398"/>
                  </a:lnTo>
                  <a:lnTo>
                    <a:pt x="688606" y="31876"/>
                  </a:lnTo>
                  <a:lnTo>
                    <a:pt x="688040" y="29844"/>
                  </a:lnTo>
                  <a:lnTo>
                    <a:pt x="687984" y="25666"/>
                  </a:lnTo>
                  <a:lnTo>
                    <a:pt x="688390" y="24053"/>
                  </a:lnTo>
                  <a:lnTo>
                    <a:pt x="690079" y="21145"/>
                  </a:lnTo>
                  <a:lnTo>
                    <a:pt x="691261" y="19964"/>
                  </a:lnTo>
                  <a:lnTo>
                    <a:pt x="692759" y="19075"/>
                  </a:lnTo>
                  <a:lnTo>
                    <a:pt x="694270" y="18148"/>
                  </a:lnTo>
                  <a:lnTo>
                    <a:pt x="696061" y="17678"/>
                  </a:lnTo>
                  <a:lnTo>
                    <a:pt x="724571" y="17678"/>
                  </a:lnTo>
                  <a:lnTo>
                    <a:pt x="724192" y="16281"/>
                  </a:lnTo>
                  <a:lnTo>
                    <a:pt x="721969" y="12547"/>
                  </a:lnTo>
                  <a:lnTo>
                    <a:pt x="719772" y="8775"/>
                  </a:lnTo>
                  <a:lnTo>
                    <a:pt x="716622" y="5753"/>
                  </a:lnTo>
                  <a:lnTo>
                    <a:pt x="712508" y="3492"/>
                  </a:lnTo>
                  <a:lnTo>
                    <a:pt x="708521" y="1244"/>
                  </a:lnTo>
                  <a:lnTo>
                    <a:pt x="703580" y="50"/>
                  </a:lnTo>
                  <a:close/>
                </a:path>
                <a:path w="1601469" h="471170">
                  <a:moveTo>
                    <a:pt x="812571" y="27762"/>
                  </a:moveTo>
                  <a:lnTo>
                    <a:pt x="790663" y="27762"/>
                  </a:lnTo>
                  <a:lnTo>
                    <a:pt x="790742" y="84404"/>
                  </a:lnTo>
                  <a:lnTo>
                    <a:pt x="812126" y="107759"/>
                  </a:lnTo>
                  <a:lnTo>
                    <a:pt x="823328" y="107759"/>
                  </a:lnTo>
                  <a:lnTo>
                    <a:pt x="828357" y="106349"/>
                  </a:lnTo>
                  <a:lnTo>
                    <a:pt x="836612" y="100736"/>
                  </a:lnTo>
                  <a:lnTo>
                    <a:pt x="839584" y="97015"/>
                  </a:lnTo>
                  <a:lnTo>
                    <a:pt x="841362" y="92392"/>
                  </a:lnTo>
                  <a:lnTo>
                    <a:pt x="863219" y="92392"/>
                  </a:lnTo>
                  <a:lnTo>
                    <a:pt x="863219" y="89255"/>
                  </a:lnTo>
                  <a:lnTo>
                    <a:pt x="822096" y="89255"/>
                  </a:lnTo>
                  <a:lnTo>
                    <a:pt x="818794" y="87896"/>
                  </a:lnTo>
                  <a:lnTo>
                    <a:pt x="813854" y="82486"/>
                  </a:lnTo>
                  <a:lnTo>
                    <a:pt x="812609" y="78790"/>
                  </a:lnTo>
                  <a:lnTo>
                    <a:pt x="812571" y="27762"/>
                  </a:lnTo>
                  <a:close/>
                </a:path>
                <a:path w="1601469" h="471170">
                  <a:moveTo>
                    <a:pt x="863219" y="92392"/>
                  </a:moveTo>
                  <a:lnTo>
                    <a:pt x="842187" y="92392"/>
                  </a:lnTo>
                  <a:lnTo>
                    <a:pt x="842187" y="106730"/>
                  </a:lnTo>
                  <a:lnTo>
                    <a:pt x="863219" y="106730"/>
                  </a:lnTo>
                  <a:lnTo>
                    <a:pt x="863219" y="92392"/>
                  </a:lnTo>
                  <a:close/>
                </a:path>
                <a:path w="1601469" h="471170">
                  <a:moveTo>
                    <a:pt x="863219" y="27762"/>
                  </a:moveTo>
                  <a:lnTo>
                    <a:pt x="841311" y="27762"/>
                  </a:lnTo>
                  <a:lnTo>
                    <a:pt x="841349" y="76631"/>
                  </a:lnTo>
                  <a:lnTo>
                    <a:pt x="840638" y="79603"/>
                  </a:lnTo>
                  <a:lnTo>
                    <a:pt x="828890" y="89255"/>
                  </a:lnTo>
                  <a:lnTo>
                    <a:pt x="863219" y="89255"/>
                  </a:lnTo>
                  <a:lnTo>
                    <a:pt x="863219" y="27762"/>
                  </a:lnTo>
                  <a:close/>
                </a:path>
                <a:path w="1601469" h="471170">
                  <a:moveTo>
                    <a:pt x="899909" y="27762"/>
                  </a:moveTo>
                  <a:lnTo>
                    <a:pt x="879030" y="27762"/>
                  </a:lnTo>
                  <a:lnTo>
                    <a:pt x="879030" y="106730"/>
                  </a:lnTo>
                  <a:lnTo>
                    <a:pt x="900938" y="106730"/>
                  </a:lnTo>
                  <a:lnTo>
                    <a:pt x="900976" y="57683"/>
                  </a:lnTo>
                  <a:lnTo>
                    <a:pt x="901611" y="54787"/>
                  </a:lnTo>
                  <a:lnTo>
                    <a:pt x="904113" y="49949"/>
                  </a:lnTo>
                  <a:lnTo>
                    <a:pt x="905852" y="48107"/>
                  </a:lnTo>
                  <a:lnTo>
                    <a:pt x="910348" y="45567"/>
                  </a:lnTo>
                  <a:lnTo>
                    <a:pt x="912535" y="45034"/>
                  </a:lnTo>
                  <a:lnTo>
                    <a:pt x="950709" y="45034"/>
                  </a:lnTo>
                  <a:lnTo>
                    <a:pt x="949003" y="41694"/>
                  </a:lnTo>
                  <a:lnTo>
                    <a:pt x="899909" y="41694"/>
                  </a:lnTo>
                  <a:lnTo>
                    <a:pt x="899909" y="27762"/>
                  </a:lnTo>
                  <a:close/>
                </a:path>
                <a:path w="1601469" h="471170">
                  <a:moveTo>
                    <a:pt x="950709" y="45034"/>
                  </a:moveTo>
                  <a:lnTo>
                    <a:pt x="920535" y="45034"/>
                  </a:lnTo>
                  <a:lnTo>
                    <a:pt x="923734" y="46304"/>
                  </a:lnTo>
                  <a:lnTo>
                    <a:pt x="926236" y="49047"/>
                  </a:lnTo>
                  <a:lnTo>
                    <a:pt x="928738" y="51752"/>
                  </a:lnTo>
                  <a:lnTo>
                    <a:pt x="929970" y="55524"/>
                  </a:lnTo>
                  <a:lnTo>
                    <a:pt x="929932" y="106730"/>
                  </a:lnTo>
                  <a:lnTo>
                    <a:pt x="951839" y="106730"/>
                  </a:lnTo>
                  <a:lnTo>
                    <a:pt x="951760" y="49949"/>
                  </a:lnTo>
                  <a:lnTo>
                    <a:pt x="950823" y="45567"/>
                  </a:lnTo>
                  <a:lnTo>
                    <a:pt x="950709" y="45034"/>
                  </a:lnTo>
                  <a:close/>
                </a:path>
                <a:path w="1601469" h="471170">
                  <a:moveTo>
                    <a:pt x="930071" y="26733"/>
                  </a:moveTo>
                  <a:lnTo>
                    <a:pt x="918730" y="26733"/>
                  </a:lnTo>
                  <a:lnTo>
                    <a:pt x="913739" y="28079"/>
                  </a:lnTo>
                  <a:lnTo>
                    <a:pt x="909624" y="30797"/>
                  </a:lnTo>
                  <a:lnTo>
                    <a:pt x="905510" y="33464"/>
                  </a:lnTo>
                  <a:lnTo>
                    <a:pt x="902589" y="37096"/>
                  </a:lnTo>
                  <a:lnTo>
                    <a:pt x="900836" y="41694"/>
                  </a:lnTo>
                  <a:lnTo>
                    <a:pt x="949003" y="41694"/>
                  </a:lnTo>
                  <a:lnTo>
                    <a:pt x="946175" y="36156"/>
                  </a:lnTo>
                  <a:lnTo>
                    <a:pt x="943013" y="32727"/>
                  </a:lnTo>
                  <a:lnTo>
                    <a:pt x="934859" y="27927"/>
                  </a:lnTo>
                  <a:lnTo>
                    <a:pt x="930071" y="26733"/>
                  </a:lnTo>
                  <a:close/>
                </a:path>
                <a:path w="1601469" h="471170">
                  <a:moveTo>
                    <a:pt x="1000874" y="26733"/>
                  </a:moveTo>
                  <a:lnTo>
                    <a:pt x="990663" y="26733"/>
                  </a:lnTo>
                  <a:lnTo>
                    <a:pt x="985329" y="28244"/>
                  </a:lnTo>
                  <a:lnTo>
                    <a:pt x="975626" y="34239"/>
                  </a:lnTo>
                  <a:lnTo>
                    <a:pt x="971753" y="38747"/>
                  </a:lnTo>
                  <a:lnTo>
                    <a:pt x="965923" y="50774"/>
                  </a:lnTo>
                  <a:lnTo>
                    <a:pt x="964476" y="58305"/>
                  </a:lnTo>
                  <a:lnTo>
                    <a:pt x="964476" y="76161"/>
                  </a:lnTo>
                  <a:lnTo>
                    <a:pt x="965768" y="83032"/>
                  </a:lnTo>
                  <a:lnTo>
                    <a:pt x="965873" y="83591"/>
                  </a:lnTo>
                  <a:lnTo>
                    <a:pt x="990498" y="108013"/>
                  </a:lnTo>
                  <a:lnTo>
                    <a:pt x="1000747" y="108013"/>
                  </a:lnTo>
                  <a:lnTo>
                    <a:pt x="1004354" y="107314"/>
                  </a:lnTo>
                  <a:lnTo>
                    <a:pt x="1007300" y="105905"/>
                  </a:lnTo>
                  <a:lnTo>
                    <a:pt x="1010285" y="104508"/>
                  </a:lnTo>
                  <a:lnTo>
                    <a:pt x="1012698" y="102742"/>
                  </a:lnTo>
                  <a:lnTo>
                    <a:pt x="1016431" y="98450"/>
                  </a:lnTo>
                  <a:lnTo>
                    <a:pt x="1017892" y="96278"/>
                  </a:lnTo>
                  <a:lnTo>
                    <a:pt x="1018921" y="94081"/>
                  </a:lnTo>
                  <a:lnTo>
                    <a:pt x="1041438" y="94081"/>
                  </a:lnTo>
                  <a:lnTo>
                    <a:pt x="1041438" y="90589"/>
                  </a:lnTo>
                  <a:lnTo>
                    <a:pt x="999845" y="90589"/>
                  </a:lnTo>
                  <a:lnTo>
                    <a:pt x="996967" y="89661"/>
                  </a:lnTo>
                  <a:lnTo>
                    <a:pt x="986856" y="71945"/>
                  </a:lnTo>
                  <a:lnTo>
                    <a:pt x="986862" y="62547"/>
                  </a:lnTo>
                  <a:lnTo>
                    <a:pt x="999845" y="44157"/>
                  </a:lnTo>
                  <a:lnTo>
                    <a:pt x="1041438" y="44157"/>
                  </a:lnTo>
                  <a:lnTo>
                    <a:pt x="1041438" y="41020"/>
                  </a:lnTo>
                  <a:lnTo>
                    <a:pt x="1018921" y="41020"/>
                  </a:lnTo>
                  <a:lnTo>
                    <a:pt x="1017955" y="38900"/>
                  </a:lnTo>
                  <a:lnTo>
                    <a:pt x="1016558" y="36741"/>
                  </a:lnTo>
                  <a:lnTo>
                    <a:pt x="1014704" y="34543"/>
                  </a:lnTo>
                  <a:lnTo>
                    <a:pt x="1012888" y="32321"/>
                  </a:lnTo>
                  <a:lnTo>
                    <a:pt x="1010488" y="30467"/>
                  </a:lnTo>
                  <a:lnTo>
                    <a:pt x="1007503" y="28994"/>
                  </a:lnTo>
                  <a:lnTo>
                    <a:pt x="1004557" y="27482"/>
                  </a:lnTo>
                  <a:lnTo>
                    <a:pt x="1000874" y="26733"/>
                  </a:lnTo>
                  <a:close/>
                </a:path>
                <a:path w="1601469" h="471170">
                  <a:moveTo>
                    <a:pt x="1041438" y="94081"/>
                  </a:moveTo>
                  <a:lnTo>
                    <a:pt x="1019848" y="94081"/>
                  </a:lnTo>
                  <a:lnTo>
                    <a:pt x="1019848" y="106730"/>
                  </a:lnTo>
                  <a:lnTo>
                    <a:pt x="1041438" y="106730"/>
                  </a:lnTo>
                  <a:lnTo>
                    <a:pt x="1041438" y="94081"/>
                  </a:lnTo>
                  <a:close/>
                </a:path>
                <a:path w="1601469" h="471170">
                  <a:moveTo>
                    <a:pt x="1041438" y="44157"/>
                  </a:moveTo>
                  <a:lnTo>
                    <a:pt x="1006970" y="44157"/>
                  </a:lnTo>
                  <a:lnTo>
                    <a:pt x="1008954" y="44780"/>
                  </a:lnTo>
                  <a:lnTo>
                    <a:pt x="1010017" y="45135"/>
                  </a:lnTo>
                  <a:lnTo>
                    <a:pt x="1020051" y="62547"/>
                  </a:lnTo>
                  <a:lnTo>
                    <a:pt x="1020051" y="71945"/>
                  </a:lnTo>
                  <a:lnTo>
                    <a:pt x="1019401" y="75895"/>
                  </a:lnTo>
                  <a:lnTo>
                    <a:pt x="1019329" y="76161"/>
                  </a:lnTo>
                  <a:lnTo>
                    <a:pt x="1018044" y="79527"/>
                  </a:lnTo>
                  <a:lnTo>
                    <a:pt x="1016736" y="83032"/>
                  </a:lnTo>
                  <a:lnTo>
                    <a:pt x="1014857" y="85750"/>
                  </a:lnTo>
                  <a:lnTo>
                    <a:pt x="1012446" y="87655"/>
                  </a:lnTo>
                  <a:lnTo>
                    <a:pt x="1009836" y="89661"/>
                  </a:lnTo>
                  <a:lnTo>
                    <a:pt x="1006970" y="90589"/>
                  </a:lnTo>
                  <a:lnTo>
                    <a:pt x="1041438" y="90589"/>
                  </a:lnTo>
                  <a:lnTo>
                    <a:pt x="1041438" y="44157"/>
                  </a:lnTo>
                  <a:close/>
                </a:path>
                <a:path w="1601469" h="471170">
                  <a:moveTo>
                    <a:pt x="1041438" y="1435"/>
                  </a:moveTo>
                  <a:lnTo>
                    <a:pt x="1019581" y="1435"/>
                  </a:lnTo>
                  <a:lnTo>
                    <a:pt x="1019581" y="41020"/>
                  </a:lnTo>
                  <a:lnTo>
                    <a:pt x="1041438" y="41020"/>
                  </a:lnTo>
                  <a:lnTo>
                    <a:pt x="1041438" y="1435"/>
                  </a:lnTo>
                  <a:close/>
                </a:path>
                <a:path w="1601469" h="471170">
                  <a:moveTo>
                    <a:pt x="1122750" y="42722"/>
                  </a:moveTo>
                  <a:lnTo>
                    <a:pt x="1094854" y="42722"/>
                  </a:lnTo>
                  <a:lnTo>
                    <a:pt x="1097737" y="43611"/>
                  </a:lnTo>
                  <a:lnTo>
                    <a:pt x="1101813" y="47180"/>
                  </a:lnTo>
                  <a:lnTo>
                    <a:pt x="1102842" y="49695"/>
                  </a:lnTo>
                  <a:lnTo>
                    <a:pt x="1102842" y="54940"/>
                  </a:lnTo>
                  <a:lnTo>
                    <a:pt x="1079804" y="60731"/>
                  </a:lnTo>
                  <a:lnTo>
                    <a:pt x="1076071" y="61379"/>
                  </a:lnTo>
                  <a:lnTo>
                    <a:pt x="1054049" y="80289"/>
                  </a:lnTo>
                  <a:lnTo>
                    <a:pt x="1054052" y="89903"/>
                  </a:lnTo>
                  <a:lnTo>
                    <a:pt x="1075232" y="108216"/>
                  </a:lnTo>
                  <a:lnTo>
                    <a:pt x="1084173" y="108216"/>
                  </a:lnTo>
                  <a:lnTo>
                    <a:pt x="1103350" y="95783"/>
                  </a:lnTo>
                  <a:lnTo>
                    <a:pt x="1124737" y="95783"/>
                  </a:lnTo>
                  <a:lnTo>
                    <a:pt x="1124737" y="93103"/>
                  </a:lnTo>
                  <a:lnTo>
                    <a:pt x="1083183" y="93103"/>
                  </a:lnTo>
                  <a:lnTo>
                    <a:pt x="1080401" y="92328"/>
                  </a:lnTo>
                  <a:lnTo>
                    <a:pt x="1078217" y="90792"/>
                  </a:lnTo>
                  <a:lnTo>
                    <a:pt x="1076045" y="89217"/>
                  </a:lnTo>
                  <a:lnTo>
                    <a:pt x="1074966" y="86931"/>
                  </a:lnTo>
                  <a:lnTo>
                    <a:pt x="1074966" y="81902"/>
                  </a:lnTo>
                  <a:lnTo>
                    <a:pt x="1093254" y="72872"/>
                  </a:lnTo>
                  <a:lnTo>
                    <a:pt x="1096200" y="72339"/>
                  </a:lnTo>
                  <a:lnTo>
                    <a:pt x="1102995" y="70129"/>
                  </a:lnTo>
                  <a:lnTo>
                    <a:pt x="1124737" y="70129"/>
                  </a:lnTo>
                  <a:lnTo>
                    <a:pt x="1124737" y="48767"/>
                  </a:lnTo>
                  <a:lnTo>
                    <a:pt x="1123835" y="44742"/>
                  </a:lnTo>
                  <a:lnTo>
                    <a:pt x="1122750" y="42722"/>
                  </a:lnTo>
                  <a:close/>
                </a:path>
                <a:path w="1601469" h="471170">
                  <a:moveTo>
                    <a:pt x="1124737" y="95783"/>
                  </a:moveTo>
                  <a:lnTo>
                    <a:pt x="1103972" y="95783"/>
                  </a:lnTo>
                  <a:lnTo>
                    <a:pt x="1103972" y="106730"/>
                  </a:lnTo>
                  <a:lnTo>
                    <a:pt x="1124737" y="106730"/>
                  </a:lnTo>
                  <a:lnTo>
                    <a:pt x="1124737" y="95783"/>
                  </a:lnTo>
                  <a:close/>
                </a:path>
                <a:path w="1601469" h="471170">
                  <a:moveTo>
                    <a:pt x="1124737" y="70129"/>
                  </a:moveTo>
                  <a:lnTo>
                    <a:pt x="1102995" y="70129"/>
                  </a:lnTo>
                  <a:lnTo>
                    <a:pt x="1102995" y="81279"/>
                  </a:lnTo>
                  <a:lnTo>
                    <a:pt x="1102283" y="83769"/>
                  </a:lnTo>
                  <a:lnTo>
                    <a:pt x="1099477" y="88150"/>
                  </a:lnTo>
                  <a:lnTo>
                    <a:pt x="1097546" y="89903"/>
                  </a:lnTo>
                  <a:lnTo>
                    <a:pt x="1092606" y="92468"/>
                  </a:lnTo>
                  <a:lnTo>
                    <a:pt x="1089761" y="93103"/>
                  </a:lnTo>
                  <a:lnTo>
                    <a:pt x="1124737" y="93103"/>
                  </a:lnTo>
                  <a:lnTo>
                    <a:pt x="1124737" y="70129"/>
                  </a:lnTo>
                  <a:close/>
                </a:path>
                <a:path w="1601469" h="471170">
                  <a:moveTo>
                    <a:pt x="1095603" y="26733"/>
                  </a:moveTo>
                  <a:lnTo>
                    <a:pt x="1084910" y="26733"/>
                  </a:lnTo>
                  <a:lnTo>
                    <a:pt x="1079360" y="27685"/>
                  </a:lnTo>
                  <a:lnTo>
                    <a:pt x="1057024" y="49212"/>
                  </a:lnTo>
                  <a:lnTo>
                    <a:pt x="1056921" y="49695"/>
                  </a:lnTo>
                  <a:lnTo>
                    <a:pt x="1056817" y="50177"/>
                  </a:lnTo>
                  <a:lnTo>
                    <a:pt x="1077074" y="51815"/>
                  </a:lnTo>
                  <a:lnTo>
                    <a:pt x="1077836" y="49212"/>
                  </a:lnTo>
                  <a:lnTo>
                    <a:pt x="1079282" y="47180"/>
                  </a:lnTo>
                  <a:lnTo>
                    <a:pt x="1084016" y="43611"/>
                  </a:lnTo>
                  <a:lnTo>
                    <a:pt x="1087170" y="42722"/>
                  </a:lnTo>
                  <a:lnTo>
                    <a:pt x="1122750" y="42722"/>
                  </a:lnTo>
                  <a:lnTo>
                    <a:pt x="1120203" y="37985"/>
                  </a:lnTo>
                  <a:lnTo>
                    <a:pt x="1117714" y="35217"/>
                  </a:lnTo>
                  <a:lnTo>
                    <a:pt x="1111440" y="30899"/>
                  </a:lnTo>
                  <a:lnTo>
                    <a:pt x="1107859" y="29298"/>
                  </a:lnTo>
                  <a:lnTo>
                    <a:pt x="1099807" y="27241"/>
                  </a:lnTo>
                  <a:lnTo>
                    <a:pt x="1095603" y="26733"/>
                  </a:lnTo>
                  <a:close/>
                </a:path>
                <a:path w="1601469" h="471170">
                  <a:moveTo>
                    <a:pt x="1160907" y="27762"/>
                  </a:moveTo>
                  <a:lnTo>
                    <a:pt x="1140040" y="27762"/>
                  </a:lnTo>
                  <a:lnTo>
                    <a:pt x="1140040" y="106730"/>
                  </a:lnTo>
                  <a:lnTo>
                    <a:pt x="1161935" y="106730"/>
                  </a:lnTo>
                  <a:lnTo>
                    <a:pt x="1161935" y="56413"/>
                  </a:lnTo>
                  <a:lnTo>
                    <a:pt x="1162390" y="54394"/>
                  </a:lnTo>
                  <a:lnTo>
                    <a:pt x="1172362" y="44780"/>
                  </a:lnTo>
                  <a:lnTo>
                    <a:pt x="1254692" y="44780"/>
                  </a:lnTo>
                  <a:lnTo>
                    <a:pt x="1253611" y="41694"/>
                  </a:lnTo>
                  <a:lnTo>
                    <a:pt x="1160907" y="41694"/>
                  </a:lnTo>
                  <a:lnTo>
                    <a:pt x="1160907" y="27762"/>
                  </a:lnTo>
                  <a:close/>
                </a:path>
                <a:path w="1601469" h="471170">
                  <a:moveTo>
                    <a:pt x="1216723" y="44780"/>
                  </a:moveTo>
                  <a:lnTo>
                    <a:pt x="1178394" y="44780"/>
                  </a:lnTo>
                  <a:lnTo>
                    <a:pt x="1181612" y="46050"/>
                  </a:lnTo>
                  <a:lnTo>
                    <a:pt x="1181411" y="46050"/>
                  </a:lnTo>
                  <a:lnTo>
                    <a:pt x="1183474" y="48221"/>
                  </a:lnTo>
                  <a:lnTo>
                    <a:pt x="1185710" y="50520"/>
                  </a:lnTo>
                  <a:lnTo>
                    <a:pt x="1186827" y="53606"/>
                  </a:lnTo>
                  <a:lnTo>
                    <a:pt x="1186827" y="106730"/>
                  </a:lnTo>
                  <a:lnTo>
                    <a:pt x="1208049" y="106730"/>
                  </a:lnTo>
                  <a:lnTo>
                    <a:pt x="1208049" y="54394"/>
                  </a:lnTo>
                  <a:lnTo>
                    <a:pt x="1209167" y="51079"/>
                  </a:lnTo>
                  <a:lnTo>
                    <a:pt x="1211402" y="48577"/>
                  </a:lnTo>
                  <a:lnTo>
                    <a:pt x="1213624" y="46050"/>
                  </a:lnTo>
                  <a:lnTo>
                    <a:pt x="1216723" y="44780"/>
                  </a:lnTo>
                  <a:close/>
                </a:path>
                <a:path w="1601469" h="471170">
                  <a:moveTo>
                    <a:pt x="1254692" y="44780"/>
                  </a:moveTo>
                  <a:lnTo>
                    <a:pt x="1224203" y="44780"/>
                  </a:lnTo>
                  <a:lnTo>
                    <a:pt x="1227585" y="46050"/>
                  </a:lnTo>
                  <a:lnTo>
                    <a:pt x="1227300" y="46050"/>
                  </a:lnTo>
                  <a:lnTo>
                    <a:pt x="1231773" y="50266"/>
                  </a:lnTo>
                  <a:lnTo>
                    <a:pt x="1232941" y="53606"/>
                  </a:lnTo>
                  <a:lnTo>
                    <a:pt x="1232941" y="106730"/>
                  </a:lnTo>
                  <a:lnTo>
                    <a:pt x="1254785" y="106730"/>
                  </a:lnTo>
                  <a:lnTo>
                    <a:pt x="1254692" y="44780"/>
                  </a:lnTo>
                  <a:close/>
                </a:path>
                <a:path w="1601469" h="471170">
                  <a:moveTo>
                    <a:pt x="1189253" y="26733"/>
                  </a:moveTo>
                  <a:lnTo>
                    <a:pt x="1178496" y="26733"/>
                  </a:lnTo>
                  <a:lnTo>
                    <a:pt x="1174949" y="27762"/>
                  </a:lnTo>
                  <a:lnTo>
                    <a:pt x="1161834" y="41694"/>
                  </a:lnTo>
                  <a:lnTo>
                    <a:pt x="1205280" y="41694"/>
                  </a:lnTo>
                  <a:lnTo>
                    <a:pt x="1204031" y="37172"/>
                  </a:lnTo>
                  <a:lnTo>
                    <a:pt x="1201532" y="33553"/>
                  </a:lnTo>
                  <a:lnTo>
                    <a:pt x="1193899" y="28105"/>
                  </a:lnTo>
                  <a:lnTo>
                    <a:pt x="1189253" y="26733"/>
                  </a:lnTo>
                  <a:close/>
                </a:path>
                <a:path w="1601469" h="471170">
                  <a:moveTo>
                    <a:pt x="1237272" y="26733"/>
                  </a:moveTo>
                  <a:lnTo>
                    <a:pt x="1224114" y="26733"/>
                  </a:lnTo>
                  <a:lnTo>
                    <a:pt x="1219098" y="28105"/>
                  </a:lnTo>
                  <a:lnTo>
                    <a:pt x="1210627" y="33553"/>
                  </a:lnTo>
                  <a:lnTo>
                    <a:pt x="1207706" y="37172"/>
                  </a:lnTo>
                  <a:lnTo>
                    <a:pt x="1206106" y="41694"/>
                  </a:lnTo>
                  <a:lnTo>
                    <a:pt x="1253611" y="41694"/>
                  </a:lnTo>
                  <a:lnTo>
                    <a:pt x="1252474" y="38442"/>
                  </a:lnTo>
                  <a:lnTo>
                    <a:pt x="1243253" y="29082"/>
                  </a:lnTo>
                  <a:lnTo>
                    <a:pt x="1237272" y="26733"/>
                  </a:lnTo>
                  <a:close/>
                </a:path>
                <a:path w="1601469" h="471170">
                  <a:moveTo>
                    <a:pt x="1335386" y="42722"/>
                  </a:moveTo>
                  <a:lnTo>
                    <a:pt x="1307503" y="42722"/>
                  </a:lnTo>
                  <a:lnTo>
                    <a:pt x="1310373" y="43611"/>
                  </a:lnTo>
                  <a:lnTo>
                    <a:pt x="1314450" y="47180"/>
                  </a:lnTo>
                  <a:lnTo>
                    <a:pt x="1315478" y="49695"/>
                  </a:lnTo>
                  <a:lnTo>
                    <a:pt x="1315478" y="54940"/>
                  </a:lnTo>
                  <a:lnTo>
                    <a:pt x="1292453" y="60731"/>
                  </a:lnTo>
                  <a:lnTo>
                    <a:pt x="1288719" y="61379"/>
                  </a:lnTo>
                  <a:lnTo>
                    <a:pt x="1266698" y="80289"/>
                  </a:lnTo>
                  <a:lnTo>
                    <a:pt x="1266701" y="89903"/>
                  </a:lnTo>
                  <a:lnTo>
                    <a:pt x="1287868" y="108216"/>
                  </a:lnTo>
                  <a:lnTo>
                    <a:pt x="1296822" y="108216"/>
                  </a:lnTo>
                  <a:lnTo>
                    <a:pt x="1315999" y="95783"/>
                  </a:lnTo>
                  <a:lnTo>
                    <a:pt x="1337386" y="95783"/>
                  </a:lnTo>
                  <a:lnTo>
                    <a:pt x="1337386" y="93103"/>
                  </a:lnTo>
                  <a:lnTo>
                    <a:pt x="1295831" y="93103"/>
                  </a:lnTo>
                  <a:lnTo>
                    <a:pt x="1293050" y="92328"/>
                  </a:lnTo>
                  <a:lnTo>
                    <a:pt x="1290853" y="90792"/>
                  </a:lnTo>
                  <a:lnTo>
                    <a:pt x="1288694" y="89217"/>
                  </a:lnTo>
                  <a:lnTo>
                    <a:pt x="1287614" y="86931"/>
                  </a:lnTo>
                  <a:lnTo>
                    <a:pt x="1287614" y="81902"/>
                  </a:lnTo>
                  <a:lnTo>
                    <a:pt x="1305902" y="72872"/>
                  </a:lnTo>
                  <a:lnTo>
                    <a:pt x="1308849" y="72339"/>
                  </a:lnTo>
                  <a:lnTo>
                    <a:pt x="1315643" y="70129"/>
                  </a:lnTo>
                  <a:lnTo>
                    <a:pt x="1337386" y="70129"/>
                  </a:lnTo>
                  <a:lnTo>
                    <a:pt x="1337386" y="48767"/>
                  </a:lnTo>
                  <a:lnTo>
                    <a:pt x="1336471" y="44742"/>
                  </a:lnTo>
                  <a:lnTo>
                    <a:pt x="1335386" y="42722"/>
                  </a:lnTo>
                  <a:close/>
                </a:path>
                <a:path w="1601469" h="471170">
                  <a:moveTo>
                    <a:pt x="1337386" y="95783"/>
                  </a:moveTo>
                  <a:lnTo>
                    <a:pt x="1316609" y="95783"/>
                  </a:lnTo>
                  <a:lnTo>
                    <a:pt x="1316609" y="106730"/>
                  </a:lnTo>
                  <a:lnTo>
                    <a:pt x="1337386" y="106730"/>
                  </a:lnTo>
                  <a:lnTo>
                    <a:pt x="1337386" y="95783"/>
                  </a:lnTo>
                  <a:close/>
                </a:path>
                <a:path w="1601469" h="471170">
                  <a:moveTo>
                    <a:pt x="1337386" y="70129"/>
                  </a:moveTo>
                  <a:lnTo>
                    <a:pt x="1315643" y="70129"/>
                  </a:lnTo>
                  <a:lnTo>
                    <a:pt x="1315643" y="81279"/>
                  </a:lnTo>
                  <a:lnTo>
                    <a:pt x="1314932" y="83769"/>
                  </a:lnTo>
                  <a:lnTo>
                    <a:pt x="1312125" y="88150"/>
                  </a:lnTo>
                  <a:lnTo>
                    <a:pt x="1310182" y="89903"/>
                  </a:lnTo>
                  <a:lnTo>
                    <a:pt x="1305255" y="92468"/>
                  </a:lnTo>
                  <a:lnTo>
                    <a:pt x="1302410" y="93103"/>
                  </a:lnTo>
                  <a:lnTo>
                    <a:pt x="1337386" y="93103"/>
                  </a:lnTo>
                  <a:lnTo>
                    <a:pt x="1337386" y="70129"/>
                  </a:lnTo>
                  <a:close/>
                </a:path>
                <a:path w="1601469" h="471170">
                  <a:moveTo>
                    <a:pt x="1308252" y="26733"/>
                  </a:moveTo>
                  <a:lnTo>
                    <a:pt x="1297559" y="26733"/>
                  </a:lnTo>
                  <a:lnTo>
                    <a:pt x="1292009" y="27685"/>
                  </a:lnTo>
                  <a:lnTo>
                    <a:pt x="1282446" y="31495"/>
                  </a:lnTo>
                  <a:lnTo>
                    <a:pt x="1278547" y="34201"/>
                  </a:lnTo>
                  <a:lnTo>
                    <a:pt x="1275537" y="37731"/>
                  </a:lnTo>
                  <a:lnTo>
                    <a:pt x="1272514" y="41224"/>
                  </a:lnTo>
                  <a:lnTo>
                    <a:pt x="1270495" y="45377"/>
                  </a:lnTo>
                  <a:lnTo>
                    <a:pt x="1269768" y="48767"/>
                  </a:lnTo>
                  <a:lnTo>
                    <a:pt x="1269673" y="49212"/>
                  </a:lnTo>
                  <a:lnTo>
                    <a:pt x="1269570" y="49695"/>
                  </a:lnTo>
                  <a:lnTo>
                    <a:pt x="1269466" y="50177"/>
                  </a:lnTo>
                  <a:lnTo>
                    <a:pt x="1289723" y="51815"/>
                  </a:lnTo>
                  <a:lnTo>
                    <a:pt x="1290485" y="49212"/>
                  </a:lnTo>
                  <a:lnTo>
                    <a:pt x="1291931" y="47180"/>
                  </a:lnTo>
                  <a:lnTo>
                    <a:pt x="1296665" y="43611"/>
                  </a:lnTo>
                  <a:lnTo>
                    <a:pt x="1299819" y="42722"/>
                  </a:lnTo>
                  <a:lnTo>
                    <a:pt x="1335386" y="42722"/>
                  </a:lnTo>
                  <a:lnTo>
                    <a:pt x="1332839" y="37985"/>
                  </a:lnTo>
                  <a:lnTo>
                    <a:pt x="1330363" y="35217"/>
                  </a:lnTo>
                  <a:lnTo>
                    <a:pt x="1327200" y="33058"/>
                  </a:lnTo>
                  <a:lnTo>
                    <a:pt x="1324089" y="30899"/>
                  </a:lnTo>
                  <a:lnTo>
                    <a:pt x="1320507" y="29298"/>
                  </a:lnTo>
                  <a:lnTo>
                    <a:pt x="1312456" y="27241"/>
                  </a:lnTo>
                  <a:lnTo>
                    <a:pt x="1308252" y="26733"/>
                  </a:lnTo>
                  <a:close/>
                </a:path>
                <a:path w="1601469" h="471170">
                  <a:moveTo>
                    <a:pt x="1372425" y="113258"/>
                  </a:moveTo>
                  <a:lnTo>
                    <a:pt x="1352169" y="115989"/>
                  </a:lnTo>
                  <a:lnTo>
                    <a:pt x="1352995" y="119837"/>
                  </a:lnTo>
                  <a:lnTo>
                    <a:pt x="1353071" y="120154"/>
                  </a:lnTo>
                  <a:lnTo>
                    <a:pt x="1381163" y="137985"/>
                  </a:lnTo>
                  <a:lnTo>
                    <a:pt x="1395806" y="137985"/>
                  </a:lnTo>
                  <a:lnTo>
                    <a:pt x="1402461" y="136842"/>
                  </a:lnTo>
                  <a:lnTo>
                    <a:pt x="1414081" y="132283"/>
                  </a:lnTo>
                  <a:lnTo>
                    <a:pt x="1418640" y="128892"/>
                  </a:lnTo>
                  <a:lnTo>
                    <a:pt x="1423457" y="122262"/>
                  </a:lnTo>
                  <a:lnTo>
                    <a:pt x="1385582" y="122262"/>
                  </a:lnTo>
                  <a:lnTo>
                    <a:pt x="1382877" y="121831"/>
                  </a:lnTo>
                  <a:lnTo>
                    <a:pt x="1380655" y="120967"/>
                  </a:lnTo>
                  <a:lnTo>
                    <a:pt x="1378458" y="120154"/>
                  </a:lnTo>
                  <a:lnTo>
                    <a:pt x="1376692" y="119049"/>
                  </a:lnTo>
                  <a:lnTo>
                    <a:pt x="1374013" y="116306"/>
                  </a:lnTo>
                  <a:lnTo>
                    <a:pt x="1373035" y="114833"/>
                  </a:lnTo>
                  <a:lnTo>
                    <a:pt x="1372425" y="113258"/>
                  </a:lnTo>
                  <a:close/>
                </a:path>
                <a:path w="1601469" h="471170">
                  <a:moveTo>
                    <a:pt x="1426870" y="92748"/>
                  </a:moveTo>
                  <a:lnTo>
                    <a:pt x="1405229" y="92748"/>
                  </a:lnTo>
                  <a:lnTo>
                    <a:pt x="1405229" y="112610"/>
                  </a:lnTo>
                  <a:lnTo>
                    <a:pt x="1403729" y="116306"/>
                  </a:lnTo>
                  <a:lnTo>
                    <a:pt x="1403667" y="116458"/>
                  </a:lnTo>
                  <a:lnTo>
                    <a:pt x="1400543" y="118757"/>
                  </a:lnTo>
                  <a:lnTo>
                    <a:pt x="1397457" y="121094"/>
                  </a:lnTo>
                  <a:lnTo>
                    <a:pt x="1393532" y="122262"/>
                  </a:lnTo>
                  <a:lnTo>
                    <a:pt x="1423457" y="122262"/>
                  </a:lnTo>
                  <a:lnTo>
                    <a:pt x="1425219" y="119837"/>
                  </a:lnTo>
                  <a:lnTo>
                    <a:pt x="1426870" y="114223"/>
                  </a:lnTo>
                  <a:lnTo>
                    <a:pt x="1426870" y="92748"/>
                  </a:lnTo>
                  <a:close/>
                </a:path>
                <a:path w="1601469" h="471170">
                  <a:moveTo>
                    <a:pt x="1386154" y="26733"/>
                  </a:moveTo>
                  <a:lnTo>
                    <a:pt x="1375943" y="26733"/>
                  </a:lnTo>
                  <a:lnTo>
                    <a:pt x="1370609" y="28219"/>
                  </a:lnTo>
                  <a:lnTo>
                    <a:pt x="1360906" y="34188"/>
                  </a:lnTo>
                  <a:lnTo>
                    <a:pt x="1357033" y="38671"/>
                  </a:lnTo>
                  <a:lnTo>
                    <a:pt x="1351203" y="50672"/>
                  </a:lnTo>
                  <a:lnTo>
                    <a:pt x="1349756" y="58140"/>
                  </a:lnTo>
                  <a:lnTo>
                    <a:pt x="1349756" y="75831"/>
                  </a:lnTo>
                  <a:lnTo>
                    <a:pt x="1375854" y="105600"/>
                  </a:lnTo>
                  <a:lnTo>
                    <a:pt x="1385963" y="105600"/>
                  </a:lnTo>
                  <a:lnTo>
                    <a:pt x="1404302" y="92748"/>
                  </a:lnTo>
                  <a:lnTo>
                    <a:pt x="1426870" y="92748"/>
                  </a:lnTo>
                  <a:lnTo>
                    <a:pt x="1426870" y="89141"/>
                  </a:lnTo>
                  <a:lnTo>
                    <a:pt x="1385125" y="89141"/>
                  </a:lnTo>
                  <a:lnTo>
                    <a:pt x="1382176" y="88277"/>
                  </a:lnTo>
                  <a:lnTo>
                    <a:pt x="1372885" y="75831"/>
                  </a:lnTo>
                  <a:lnTo>
                    <a:pt x="1372794" y="75590"/>
                  </a:lnTo>
                  <a:lnTo>
                    <a:pt x="1372130" y="71615"/>
                  </a:lnTo>
                  <a:lnTo>
                    <a:pt x="1372143" y="62356"/>
                  </a:lnTo>
                  <a:lnTo>
                    <a:pt x="1372755" y="58534"/>
                  </a:lnTo>
                  <a:lnTo>
                    <a:pt x="1375283" y="51688"/>
                  </a:lnTo>
                  <a:lnTo>
                    <a:pt x="1377149" y="49009"/>
                  </a:lnTo>
                  <a:lnTo>
                    <a:pt x="1379626" y="47091"/>
                  </a:lnTo>
                  <a:lnTo>
                    <a:pt x="1382090" y="45135"/>
                  </a:lnTo>
                  <a:lnTo>
                    <a:pt x="1385125" y="44157"/>
                  </a:lnTo>
                  <a:lnTo>
                    <a:pt x="1426870" y="44157"/>
                  </a:lnTo>
                  <a:lnTo>
                    <a:pt x="1426870" y="41020"/>
                  </a:lnTo>
                  <a:lnTo>
                    <a:pt x="1404302" y="41020"/>
                  </a:lnTo>
                  <a:lnTo>
                    <a:pt x="1403311" y="38900"/>
                  </a:lnTo>
                  <a:lnTo>
                    <a:pt x="1401889" y="36741"/>
                  </a:lnTo>
                  <a:lnTo>
                    <a:pt x="1400035" y="34543"/>
                  </a:lnTo>
                  <a:lnTo>
                    <a:pt x="1398219" y="32321"/>
                  </a:lnTo>
                  <a:lnTo>
                    <a:pt x="1395818" y="30467"/>
                  </a:lnTo>
                  <a:lnTo>
                    <a:pt x="1392834" y="28994"/>
                  </a:lnTo>
                  <a:lnTo>
                    <a:pt x="1389849" y="27482"/>
                  </a:lnTo>
                  <a:lnTo>
                    <a:pt x="1386154" y="26733"/>
                  </a:lnTo>
                  <a:close/>
                </a:path>
                <a:path w="1601469" h="471170">
                  <a:moveTo>
                    <a:pt x="1426870" y="44157"/>
                  </a:moveTo>
                  <a:lnTo>
                    <a:pt x="1392250" y="44157"/>
                  </a:lnTo>
                  <a:lnTo>
                    <a:pt x="1395297" y="45135"/>
                  </a:lnTo>
                  <a:lnTo>
                    <a:pt x="1400187" y="48869"/>
                  </a:lnTo>
                  <a:lnTo>
                    <a:pt x="1402067" y="51523"/>
                  </a:lnTo>
                  <a:lnTo>
                    <a:pt x="1404600" y="58140"/>
                  </a:lnTo>
                  <a:lnTo>
                    <a:pt x="1404712" y="58534"/>
                  </a:lnTo>
                  <a:lnTo>
                    <a:pt x="1405331" y="62356"/>
                  </a:lnTo>
                  <a:lnTo>
                    <a:pt x="1405331" y="71615"/>
                  </a:lnTo>
                  <a:lnTo>
                    <a:pt x="1392250" y="89141"/>
                  </a:lnTo>
                  <a:lnTo>
                    <a:pt x="1426870" y="89141"/>
                  </a:lnTo>
                  <a:lnTo>
                    <a:pt x="1426870" y="44157"/>
                  </a:lnTo>
                  <a:close/>
                </a:path>
                <a:path w="1601469" h="471170">
                  <a:moveTo>
                    <a:pt x="1426870" y="27762"/>
                  </a:moveTo>
                  <a:lnTo>
                    <a:pt x="1405128" y="27762"/>
                  </a:lnTo>
                  <a:lnTo>
                    <a:pt x="1405128" y="41020"/>
                  </a:lnTo>
                  <a:lnTo>
                    <a:pt x="1426870" y="41020"/>
                  </a:lnTo>
                  <a:lnTo>
                    <a:pt x="1426870" y="27762"/>
                  </a:lnTo>
                  <a:close/>
                </a:path>
                <a:path w="1601469" h="471170">
                  <a:moveTo>
                    <a:pt x="1482928" y="26733"/>
                  </a:moveTo>
                  <a:lnTo>
                    <a:pt x="1469974" y="26733"/>
                  </a:lnTo>
                  <a:lnTo>
                    <a:pt x="1463217" y="28447"/>
                  </a:lnTo>
                  <a:lnTo>
                    <a:pt x="1439465" y="59270"/>
                  </a:lnTo>
                  <a:lnTo>
                    <a:pt x="1439418" y="75933"/>
                  </a:lnTo>
                  <a:lnTo>
                    <a:pt x="1440909" y="82765"/>
                  </a:lnTo>
                  <a:lnTo>
                    <a:pt x="1440992" y="83146"/>
                  </a:lnTo>
                  <a:lnTo>
                    <a:pt x="1470469" y="108267"/>
                  </a:lnTo>
                  <a:lnTo>
                    <a:pt x="1485099" y="108267"/>
                  </a:lnTo>
                  <a:lnTo>
                    <a:pt x="1511884" y="91922"/>
                  </a:lnTo>
                  <a:lnTo>
                    <a:pt x="1475282" y="91922"/>
                  </a:lnTo>
                  <a:lnTo>
                    <a:pt x="1472120" y="91147"/>
                  </a:lnTo>
                  <a:lnTo>
                    <a:pt x="1461058" y="76809"/>
                  </a:lnTo>
                  <a:lnTo>
                    <a:pt x="1461066" y="72847"/>
                  </a:lnTo>
                  <a:lnTo>
                    <a:pt x="1448155" y="72847"/>
                  </a:lnTo>
                  <a:lnTo>
                    <a:pt x="1448155" y="59270"/>
                  </a:lnTo>
                  <a:lnTo>
                    <a:pt x="1461092" y="59270"/>
                  </a:lnTo>
                  <a:lnTo>
                    <a:pt x="1461096" y="56883"/>
                  </a:lnTo>
                  <a:lnTo>
                    <a:pt x="1461780" y="54254"/>
                  </a:lnTo>
                  <a:lnTo>
                    <a:pt x="1461833" y="54051"/>
                  </a:lnTo>
                  <a:lnTo>
                    <a:pt x="1464716" y="48945"/>
                  </a:lnTo>
                  <a:lnTo>
                    <a:pt x="1466697" y="46901"/>
                  </a:lnTo>
                  <a:lnTo>
                    <a:pt x="1471803" y="43853"/>
                  </a:lnTo>
                  <a:lnTo>
                    <a:pt x="1474749" y="43078"/>
                  </a:lnTo>
                  <a:lnTo>
                    <a:pt x="1509417" y="43078"/>
                  </a:lnTo>
                  <a:lnTo>
                    <a:pt x="1507522" y="40081"/>
                  </a:lnTo>
                  <a:lnTo>
                    <a:pt x="1500733" y="33375"/>
                  </a:lnTo>
                  <a:lnTo>
                    <a:pt x="1496796" y="30899"/>
                  </a:lnTo>
                  <a:lnTo>
                    <a:pt x="1487779" y="27571"/>
                  </a:lnTo>
                  <a:lnTo>
                    <a:pt x="1482928" y="26733"/>
                  </a:lnTo>
                  <a:close/>
                </a:path>
                <a:path w="1601469" h="471170">
                  <a:moveTo>
                    <a:pt x="1494116" y="82765"/>
                  </a:moveTo>
                  <a:lnTo>
                    <a:pt x="1481391" y="91922"/>
                  </a:lnTo>
                  <a:lnTo>
                    <a:pt x="1511884" y="91922"/>
                  </a:lnTo>
                  <a:lnTo>
                    <a:pt x="1513344" y="88976"/>
                  </a:lnTo>
                  <a:lnTo>
                    <a:pt x="1514373" y="84112"/>
                  </a:lnTo>
                  <a:lnTo>
                    <a:pt x="1494116" y="82765"/>
                  </a:lnTo>
                  <a:close/>
                </a:path>
                <a:path w="1601469" h="471170">
                  <a:moveTo>
                    <a:pt x="1461092" y="59270"/>
                  </a:moveTo>
                  <a:lnTo>
                    <a:pt x="1448155" y="59270"/>
                  </a:lnTo>
                  <a:lnTo>
                    <a:pt x="1448155" y="72847"/>
                  </a:lnTo>
                  <a:lnTo>
                    <a:pt x="1461066" y="72847"/>
                  </a:lnTo>
                  <a:lnTo>
                    <a:pt x="1461092" y="59270"/>
                  </a:lnTo>
                  <a:close/>
                </a:path>
                <a:path w="1601469" h="471170">
                  <a:moveTo>
                    <a:pt x="1509417" y="43078"/>
                  </a:moveTo>
                  <a:lnTo>
                    <a:pt x="1481264" y="43078"/>
                  </a:lnTo>
                  <a:lnTo>
                    <a:pt x="1484307" y="43853"/>
                  </a:lnTo>
                  <a:lnTo>
                    <a:pt x="1484167" y="43853"/>
                  </a:lnTo>
                  <a:lnTo>
                    <a:pt x="1486458" y="45186"/>
                  </a:lnTo>
                  <a:lnTo>
                    <a:pt x="1488897" y="46558"/>
                  </a:lnTo>
                  <a:lnTo>
                    <a:pt x="1490789" y="48463"/>
                  </a:lnTo>
                  <a:lnTo>
                    <a:pt x="1493532" y="53327"/>
                  </a:lnTo>
                  <a:lnTo>
                    <a:pt x="1494218" y="56121"/>
                  </a:lnTo>
                  <a:lnTo>
                    <a:pt x="1494218" y="59270"/>
                  </a:lnTo>
                  <a:lnTo>
                    <a:pt x="1461092" y="59270"/>
                  </a:lnTo>
                  <a:lnTo>
                    <a:pt x="1461066" y="72847"/>
                  </a:lnTo>
                  <a:lnTo>
                    <a:pt x="1514843" y="72847"/>
                  </a:lnTo>
                  <a:lnTo>
                    <a:pt x="1514740" y="59486"/>
                  </a:lnTo>
                  <a:lnTo>
                    <a:pt x="1513890" y="54254"/>
                  </a:lnTo>
                  <a:lnTo>
                    <a:pt x="1510131" y="44208"/>
                  </a:lnTo>
                  <a:lnTo>
                    <a:pt x="1509417" y="43078"/>
                  </a:lnTo>
                  <a:close/>
                </a:path>
                <a:path w="1601469" h="471170">
                  <a:moveTo>
                    <a:pt x="1560906" y="26733"/>
                  </a:moveTo>
                  <a:lnTo>
                    <a:pt x="1550695" y="26733"/>
                  </a:lnTo>
                  <a:lnTo>
                    <a:pt x="1545361" y="28244"/>
                  </a:lnTo>
                  <a:lnTo>
                    <a:pt x="1535658" y="34239"/>
                  </a:lnTo>
                  <a:lnTo>
                    <a:pt x="1531785" y="38747"/>
                  </a:lnTo>
                  <a:lnTo>
                    <a:pt x="1525955" y="50774"/>
                  </a:lnTo>
                  <a:lnTo>
                    <a:pt x="1524508" y="58305"/>
                  </a:lnTo>
                  <a:lnTo>
                    <a:pt x="1524508" y="76161"/>
                  </a:lnTo>
                  <a:lnTo>
                    <a:pt x="1525799" y="83032"/>
                  </a:lnTo>
                  <a:lnTo>
                    <a:pt x="1525905" y="83591"/>
                  </a:lnTo>
                  <a:lnTo>
                    <a:pt x="1550543" y="108013"/>
                  </a:lnTo>
                  <a:lnTo>
                    <a:pt x="1560779" y="108013"/>
                  </a:lnTo>
                  <a:lnTo>
                    <a:pt x="1564386" y="107314"/>
                  </a:lnTo>
                  <a:lnTo>
                    <a:pt x="1567332" y="105905"/>
                  </a:lnTo>
                  <a:lnTo>
                    <a:pt x="1570316" y="104508"/>
                  </a:lnTo>
                  <a:lnTo>
                    <a:pt x="1572729" y="102742"/>
                  </a:lnTo>
                  <a:lnTo>
                    <a:pt x="1576463" y="98450"/>
                  </a:lnTo>
                  <a:lnTo>
                    <a:pt x="1577924" y="96278"/>
                  </a:lnTo>
                  <a:lnTo>
                    <a:pt x="1578952" y="94081"/>
                  </a:lnTo>
                  <a:lnTo>
                    <a:pt x="1601470" y="94081"/>
                  </a:lnTo>
                  <a:lnTo>
                    <a:pt x="1601470" y="90589"/>
                  </a:lnTo>
                  <a:lnTo>
                    <a:pt x="1559877" y="90589"/>
                  </a:lnTo>
                  <a:lnTo>
                    <a:pt x="1556999" y="89661"/>
                  </a:lnTo>
                  <a:lnTo>
                    <a:pt x="1546888" y="71945"/>
                  </a:lnTo>
                  <a:lnTo>
                    <a:pt x="1546894" y="62547"/>
                  </a:lnTo>
                  <a:lnTo>
                    <a:pt x="1559877" y="44157"/>
                  </a:lnTo>
                  <a:lnTo>
                    <a:pt x="1601470" y="44157"/>
                  </a:lnTo>
                  <a:lnTo>
                    <a:pt x="1601470" y="41020"/>
                  </a:lnTo>
                  <a:lnTo>
                    <a:pt x="1578952" y="41020"/>
                  </a:lnTo>
                  <a:lnTo>
                    <a:pt x="1577987" y="38900"/>
                  </a:lnTo>
                  <a:lnTo>
                    <a:pt x="1576590" y="36741"/>
                  </a:lnTo>
                  <a:lnTo>
                    <a:pt x="1574736" y="34543"/>
                  </a:lnTo>
                  <a:lnTo>
                    <a:pt x="1572920" y="32321"/>
                  </a:lnTo>
                  <a:lnTo>
                    <a:pt x="1570520" y="30467"/>
                  </a:lnTo>
                  <a:lnTo>
                    <a:pt x="1567535" y="28994"/>
                  </a:lnTo>
                  <a:lnTo>
                    <a:pt x="1564589" y="27482"/>
                  </a:lnTo>
                  <a:lnTo>
                    <a:pt x="1560906" y="26733"/>
                  </a:lnTo>
                  <a:close/>
                </a:path>
                <a:path w="1601469" h="471170">
                  <a:moveTo>
                    <a:pt x="1601470" y="94081"/>
                  </a:moveTo>
                  <a:lnTo>
                    <a:pt x="1579880" y="94081"/>
                  </a:lnTo>
                  <a:lnTo>
                    <a:pt x="1579880" y="106730"/>
                  </a:lnTo>
                  <a:lnTo>
                    <a:pt x="1601470" y="106730"/>
                  </a:lnTo>
                  <a:lnTo>
                    <a:pt x="1601470" y="94081"/>
                  </a:lnTo>
                  <a:close/>
                </a:path>
                <a:path w="1601469" h="471170">
                  <a:moveTo>
                    <a:pt x="1601470" y="44157"/>
                  </a:moveTo>
                  <a:lnTo>
                    <a:pt x="1567002" y="44157"/>
                  </a:lnTo>
                  <a:lnTo>
                    <a:pt x="1568986" y="44780"/>
                  </a:lnTo>
                  <a:lnTo>
                    <a:pt x="1570049" y="45135"/>
                  </a:lnTo>
                  <a:lnTo>
                    <a:pt x="1580083" y="62547"/>
                  </a:lnTo>
                  <a:lnTo>
                    <a:pt x="1580083" y="71945"/>
                  </a:lnTo>
                  <a:lnTo>
                    <a:pt x="1579433" y="75895"/>
                  </a:lnTo>
                  <a:lnTo>
                    <a:pt x="1579361" y="76161"/>
                  </a:lnTo>
                  <a:lnTo>
                    <a:pt x="1578076" y="79527"/>
                  </a:lnTo>
                  <a:lnTo>
                    <a:pt x="1576768" y="83032"/>
                  </a:lnTo>
                  <a:lnTo>
                    <a:pt x="1574888" y="85750"/>
                  </a:lnTo>
                  <a:lnTo>
                    <a:pt x="1572477" y="87655"/>
                  </a:lnTo>
                  <a:lnTo>
                    <a:pt x="1569868" y="89661"/>
                  </a:lnTo>
                  <a:lnTo>
                    <a:pt x="1567002" y="90589"/>
                  </a:lnTo>
                  <a:lnTo>
                    <a:pt x="1601470" y="90589"/>
                  </a:lnTo>
                  <a:lnTo>
                    <a:pt x="1601470" y="44157"/>
                  </a:lnTo>
                  <a:close/>
                </a:path>
                <a:path w="1601469" h="471170">
                  <a:moveTo>
                    <a:pt x="1601470" y="1435"/>
                  </a:moveTo>
                  <a:lnTo>
                    <a:pt x="1579626" y="1435"/>
                  </a:lnTo>
                  <a:lnTo>
                    <a:pt x="1579626" y="41020"/>
                  </a:lnTo>
                  <a:lnTo>
                    <a:pt x="1601470" y="41020"/>
                  </a:lnTo>
                  <a:lnTo>
                    <a:pt x="1601470" y="1435"/>
                  </a:lnTo>
                  <a:close/>
                </a:path>
                <a:path w="1601469" h="471170">
                  <a:moveTo>
                    <a:pt x="7810" y="229006"/>
                  </a:moveTo>
                  <a:lnTo>
                    <a:pt x="0" y="237020"/>
                  </a:lnTo>
                  <a:lnTo>
                    <a:pt x="34963" y="271779"/>
                  </a:lnTo>
                  <a:lnTo>
                    <a:pt x="51054" y="255739"/>
                  </a:lnTo>
                  <a:lnTo>
                    <a:pt x="34963" y="255739"/>
                  </a:lnTo>
                  <a:lnTo>
                    <a:pt x="7810" y="229006"/>
                  </a:lnTo>
                  <a:close/>
                </a:path>
                <a:path w="1601469" h="471170">
                  <a:moveTo>
                    <a:pt x="91097" y="199796"/>
                  </a:moveTo>
                  <a:lnTo>
                    <a:pt x="34963" y="255739"/>
                  </a:lnTo>
                  <a:lnTo>
                    <a:pt x="51054" y="255739"/>
                  </a:lnTo>
                  <a:lnTo>
                    <a:pt x="99123" y="207822"/>
                  </a:lnTo>
                  <a:lnTo>
                    <a:pt x="91097" y="199796"/>
                  </a:lnTo>
                  <a:close/>
                </a:path>
                <a:path w="1601469" h="471170">
                  <a:moveTo>
                    <a:pt x="211670" y="177799"/>
                  </a:moveTo>
                  <a:lnTo>
                    <a:pt x="205574" y="177799"/>
                  </a:lnTo>
                  <a:lnTo>
                    <a:pt x="198805" y="178197"/>
                  </a:lnTo>
                  <a:lnTo>
                    <a:pt x="163004" y="202577"/>
                  </a:lnTo>
                  <a:lnTo>
                    <a:pt x="156527" y="231889"/>
                  </a:lnTo>
                  <a:lnTo>
                    <a:pt x="156888" y="239394"/>
                  </a:lnTo>
                  <a:lnTo>
                    <a:pt x="156925" y="240154"/>
                  </a:lnTo>
                  <a:lnTo>
                    <a:pt x="175141" y="276049"/>
                  </a:lnTo>
                  <a:lnTo>
                    <a:pt x="205574" y="285965"/>
                  </a:lnTo>
                  <a:lnTo>
                    <a:pt x="212318" y="285965"/>
                  </a:lnTo>
                  <a:lnTo>
                    <a:pt x="245028" y="266280"/>
                  </a:lnTo>
                  <a:lnTo>
                    <a:pt x="200621" y="266280"/>
                  </a:lnTo>
                  <a:lnTo>
                    <a:pt x="195935" y="264972"/>
                  </a:lnTo>
                  <a:lnTo>
                    <a:pt x="187845" y="259765"/>
                  </a:lnTo>
                  <a:lnTo>
                    <a:pt x="184810" y="256044"/>
                  </a:lnTo>
                  <a:lnTo>
                    <a:pt x="184696" y="255904"/>
                  </a:lnTo>
                  <a:lnTo>
                    <a:pt x="182435" y="250799"/>
                  </a:lnTo>
                  <a:lnTo>
                    <a:pt x="180213" y="245694"/>
                  </a:lnTo>
                  <a:lnTo>
                    <a:pt x="179095" y="239394"/>
                  </a:lnTo>
                  <a:lnTo>
                    <a:pt x="179095" y="224586"/>
                  </a:lnTo>
                  <a:lnTo>
                    <a:pt x="200634" y="197484"/>
                  </a:lnTo>
                  <a:lnTo>
                    <a:pt x="245071" y="197484"/>
                  </a:lnTo>
                  <a:lnTo>
                    <a:pt x="243801" y="195122"/>
                  </a:lnTo>
                  <a:lnTo>
                    <a:pt x="240512" y="191134"/>
                  </a:lnTo>
                  <a:lnTo>
                    <a:pt x="232422" y="184581"/>
                  </a:lnTo>
                  <a:lnTo>
                    <a:pt x="227787" y="182079"/>
                  </a:lnTo>
                  <a:lnTo>
                    <a:pt x="217335" y="178650"/>
                  </a:lnTo>
                  <a:lnTo>
                    <a:pt x="211670" y="177799"/>
                  </a:lnTo>
                  <a:close/>
                </a:path>
                <a:path w="1601469" h="471170">
                  <a:moveTo>
                    <a:pt x="251282" y="248640"/>
                  </a:moveTo>
                  <a:lnTo>
                    <a:pt x="228746" y="248640"/>
                  </a:lnTo>
                  <a:lnTo>
                    <a:pt x="228347" y="250799"/>
                  </a:lnTo>
                  <a:lnTo>
                    <a:pt x="228244" y="251358"/>
                  </a:lnTo>
                  <a:lnTo>
                    <a:pt x="227317" y="253860"/>
                  </a:lnTo>
                  <a:lnTo>
                    <a:pt x="226069" y="255904"/>
                  </a:lnTo>
                  <a:lnTo>
                    <a:pt x="224675" y="258241"/>
                  </a:lnTo>
                  <a:lnTo>
                    <a:pt x="223037" y="260108"/>
                  </a:lnTo>
                  <a:lnTo>
                    <a:pt x="208915" y="266280"/>
                  </a:lnTo>
                  <a:lnTo>
                    <a:pt x="245028" y="266280"/>
                  </a:lnTo>
                  <a:lnTo>
                    <a:pt x="249184" y="258241"/>
                  </a:lnTo>
                  <a:lnTo>
                    <a:pt x="250578" y="253860"/>
                  </a:lnTo>
                  <a:lnTo>
                    <a:pt x="250698" y="253479"/>
                  </a:lnTo>
                  <a:lnTo>
                    <a:pt x="251282" y="248640"/>
                  </a:lnTo>
                  <a:close/>
                </a:path>
                <a:path w="1601469" h="471170">
                  <a:moveTo>
                    <a:pt x="245071" y="197484"/>
                  </a:moveTo>
                  <a:lnTo>
                    <a:pt x="209105" y="197484"/>
                  </a:lnTo>
                  <a:lnTo>
                    <a:pt x="211899" y="197916"/>
                  </a:lnTo>
                  <a:lnTo>
                    <a:pt x="217068" y="199631"/>
                  </a:lnTo>
                  <a:lnTo>
                    <a:pt x="228742" y="215942"/>
                  </a:lnTo>
                  <a:lnTo>
                    <a:pt x="228765" y="216103"/>
                  </a:lnTo>
                  <a:lnTo>
                    <a:pt x="251282" y="216103"/>
                  </a:lnTo>
                  <a:lnTo>
                    <a:pt x="250630" y="210604"/>
                  </a:lnTo>
                  <a:lnTo>
                    <a:pt x="250558" y="209994"/>
                  </a:lnTo>
                  <a:lnTo>
                    <a:pt x="248920" y="204584"/>
                  </a:lnTo>
                  <a:lnTo>
                    <a:pt x="245071" y="197484"/>
                  </a:lnTo>
                  <a:close/>
                </a:path>
                <a:path w="1601469" h="471170">
                  <a:moveTo>
                    <a:pt x="330130" y="220522"/>
                  </a:moveTo>
                  <a:lnTo>
                    <a:pt x="302234" y="220522"/>
                  </a:lnTo>
                  <a:lnTo>
                    <a:pt x="305117" y="221411"/>
                  </a:lnTo>
                  <a:lnTo>
                    <a:pt x="309194" y="224980"/>
                  </a:lnTo>
                  <a:lnTo>
                    <a:pt x="310222" y="227495"/>
                  </a:lnTo>
                  <a:lnTo>
                    <a:pt x="310222" y="232740"/>
                  </a:lnTo>
                  <a:lnTo>
                    <a:pt x="287185" y="238531"/>
                  </a:lnTo>
                  <a:lnTo>
                    <a:pt x="283451" y="239179"/>
                  </a:lnTo>
                  <a:lnTo>
                    <a:pt x="261429" y="258089"/>
                  </a:lnTo>
                  <a:lnTo>
                    <a:pt x="261432" y="267703"/>
                  </a:lnTo>
                  <a:lnTo>
                    <a:pt x="282613" y="286016"/>
                  </a:lnTo>
                  <a:lnTo>
                    <a:pt x="291566" y="286016"/>
                  </a:lnTo>
                  <a:lnTo>
                    <a:pt x="310743" y="273583"/>
                  </a:lnTo>
                  <a:lnTo>
                    <a:pt x="332130" y="273583"/>
                  </a:lnTo>
                  <a:lnTo>
                    <a:pt x="332130" y="270903"/>
                  </a:lnTo>
                  <a:lnTo>
                    <a:pt x="290563" y="270903"/>
                  </a:lnTo>
                  <a:lnTo>
                    <a:pt x="287794" y="270128"/>
                  </a:lnTo>
                  <a:lnTo>
                    <a:pt x="285597" y="268592"/>
                  </a:lnTo>
                  <a:lnTo>
                    <a:pt x="283438" y="267017"/>
                  </a:lnTo>
                  <a:lnTo>
                    <a:pt x="282359" y="264731"/>
                  </a:lnTo>
                  <a:lnTo>
                    <a:pt x="282359" y="259702"/>
                  </a:lnTo>
                  <a:lnTo>
                    <a:pt x="300647" y="250672"/>
                  </a:lnTo>
                  <a:lnTo>
                    <a:pt x="303593" y="250139"/>
                  </a:lnTo>
                  <a:lnTo>
                    <a:pt x="310375" y="247929"/>
                  </a:lnTo>
                  <a:lnTo>
                    <a:pt x="332130" y="247929"/>
                  </a:lnTo>
                  <a:lnTo>
                    <a:pt x="332130" y="226567"/>
                  </a:lnTo>
                  <a:lnTo>
                    <a:pt x="331216" y="222542"/>
                  </a:lnTo>
                  <a:lnTo>
                    <a:pt x="330130" y="220522"/>
                  </a:lnTo>
                  <a:close/>
                </a:path>
                <a:path w="1601469" h="471170">
                  <a:moveTo>
                    <a:pt x="332130" y="273583"/>
                  </a:moveTo>
                  <a:lnTo>
                    <a:pt x="311353" y="273583"/>
                  </a:lnTo>
                  <a:lnTo>
                    <a:pt x="311353" y="284530"/>
                  </a:lnTo>
                  <a:lnTo>
                    <a:pt x="332130" y="284530"/>
                  </a:lnTo>
                  <a:lnTo>
                    <a:pt x="332130" y="273583"/>
                  </a:lnTo>
                  <a:close/>
                </a:path>
                <a:path w="1601469" h="471170">
                  <a:moveTo>
                    <a:pt x="332130" y="247929"/>
                  </a:moveTo>
                  <a:lnTo>
                    <a:pt x="310375" y="247929"/>
                  </a:lnTo>
                  <a:lnTo>
                    <a:pt x="310375" y="259079"/>
                  </a:lnTo>
                  <a:lnTo>
                    <a:pt x="309676" y="261569"/>
                  </a:lnTo>
                  <a:lnTo>
                    <a:pt x="297141" y="270903"/>
                  </a:lnTo>
                  <a:lnTo>
                    <a:pt x="332130" y="270903"/>
                  </a:lnTo>
                  <a:lnTo>
                    <a:pt x="332130" y="247929"/>
                  </a:lnTo>
                  <a:close/>
                </a:path>
                <a:path w="1601469" h="471170">
                  <a:moveTo>
                    <a:pt x="302996" y="204533"/>
                  </a:moveTo>
                  <a:lnTo>
                    <a:pt x="292303" y="204533"/>
                  </a:lnTo>
                  <a:lnTo>
                    <a:pt x="286740" y="205485"/>
                  </a:lnTo>
                  <a:lnTo>
                    <a:pt x="277177" y="209295"/>
                  </a:lnTo>
                  <a:lnTo>
                    <a:pt x="273291" y="212001"/>
                  </a:lnTo>
                  <a:lnTo>
                    <a:pt x="270281" y="215531"/>
                  </a:lnTo>
                  <a:lnTo>
                    <a:pt x="267258" y="219024"/>
                  </a:lnTo>
                  <a:lnTo>
                    <a:pt x="265239" y="223177"/>
                  </a:lnTo>
                  <a:lnTo>
                    <a:pt x="264512" y="226567"/>
                  </a:lnTo>
                  <a:lnTo>
                    <a:pt x="264417" y="227012"/>
                  </a:lnTo>
                  <a:lnTo>
                    <a:pt x="264314" y="227495"/>
                  </a:lnTo>
                  <a:lnTo>
                    <a:pt x="264210" y="227977"/>
                  </a:lnTo>
                  <a:lnTo>
                    <a:pt x="284467" y="229615"/>
                  </a:lnTo>
                  <a:lnTo>
                    <a:pt x="294563" y="220522"/>
                  </a:lnTo>
                  <a:lnTo>
                    <a:pt x="330130" y="220522"/>
                  </a:lnTo>
                  <a:lnTo>
                    <a:pt x="327583" y="215785"/>
                  </a:lnTo>
                  <a:lnTo>
                    <a:pt x="325094" y="213017"/>
                  </a:lnTo>
                  <a:lnTo>
                    <a:pt x="318833" y="208699"/>
                  </a:lnTo>
                  <a:lnTo>
                    <a:pt x="315239" y="207098"/>
                  </a:lnTo>
                  <a:lnTo>
                    <a:pt x="307187" y="205041"/>
                  </a:lnTo>
                  <a:lnTo>
                    <a:pt x="302996" y="204533"/>
                  </a:lnTo>
                  <a:close/>
                </a:path>
                <a:path w="1601469" h="471170">
                  <a:moveTo>
                    <a:pt x="374573" y="186639"/>
                  </a:moveTo>
                  <a:lnTo>
                    <a:pt x="352666" y="186639"/>
                  </a:lnTo>
                  <a:lnTo>
                    <a:pt x="352628" y="268312"/>
                  </a:lnTo>
                  <a:lnTo>
                    <a:pt x="353707" y="272605"/>
                  </a:lnTo>
                  <a:lnTo>
                    <a:pt x="358101" y="279387"/>
                  </a:lnTo>
                  <a:lnTo>
                    <a:pt x="361162" y="281889"/>
                  </a:lnTo>
                  <a:lnTo>
                    <a:pt x="369337" y="285216"/>
                  </a:lnTo>
                  <a:lnTo>
                    <a:pt x="369759" y="285216"/>
                  </a:lnTo>
                  <a:lnTo>
                    <a:pt x="373710" y="285813"/>
                  </a:lnTo>
                  <a:lnTo>
                    <a:pt x="381838" y="285508"/>
                  </a:lnTo>
                  <a:lnTo>
                    <a:pt x="384251" y="285216"/>
                  </a:lnTo>
                  <a:lnTo>
                    <a:pt x="386232" y="284733"/>
                  </a:lnTo>
                  <a:lnTo>
                    <a:pt x="388226" y="284289"/>
                  </a:lnTo>
                  <a:lnTo>
                    <a:pt x="389763" y="283895"/>
                  </a:lnTo>
                  <a:lnTo>
                    <a:pt x="390867" y="283552"/>
                  </a:lnTo>
                  <a:lnTo>
                    <a:pt x="387648" y="268312"/>
                  </a:lnTo>
                  <a:lnTo>
                    <a:pt x="387576" y="267969"/>
                  </a:lnTo>
                  <a:lnTo>
                    <a:pt x="380492" y="267969"/>
                  </a:lnTo>
                  <a:lnTo>
                    <a:pt x="379196" y="267754"/>
                  </a:lnTo>
                  <a:lnTo>
                    <a:pt x="374573" y="262280"/>
                  </a:lnTo>
                  <a:lnTo>
                    <a:pt x="374573" y="186639"/>
                  </a:lnTo>
                  <a:close/>
                </a:path>
                <a:path w="1601469" h="471170">
                  <a:moveTo>
                    <a:pt x="387447" y="267360"/>
                  </a:moveTo>
                  <a:lnTo>
                    <a:pt x="386867" y="267360"/>
                  </a:lnTo>
                  <a:lnTo>
                    <a:pt x="383616" y="267969"/>
                  </a:lnTo>
                  <a:lnTo>
                    <a:pt x="387576" y="267969"/>
                  </a:lnTo>
                  <a:lnTo>
                    <a:pt x="387530" y="267754"/>
                  </a:lnTo>
                  <a:lnTo>
                    <a:pt x="387447" y="267360"/>
                  </a:lnTo>
                  <a:close/>
                </a:path>
                <a:path w="1601469" h="471170">
                  <a:moveTo>
                    <a:pt x="352657" y="205562"/>
                  </a:moveTo>
                  <a:lnTo>
                    <a:pt x="341871" y="205562"/>
                  </a:lnTo>
                  <a:lnTo>
                    <a:pt x="341871" y="222008"/>
                  </a:lnTo>
                  <a:lnTo>
                    <a:pt x="352649" y="222008"/>
                  </a:lnTo>
                  <a:lnTo>
                    <a:pt x="352657" y="205562"/>
                  </a:lnTo>
                  <a:close/>
                </a:path>
                <a:path w="1601469" h="471170">
                  <a:moveTo>
                    <a:pt x="389420" y="205562"/>
                  </a:moveTo>
                  <a:lnTo>
                    <a:pt x="374573" y="205562"/>
                  </a:lnTo>
                  <a:lnTo>
                    <a:pt x="374573" y="222008"/>
                  </a:lnTo>
                  <a:lnTo>
                    <a:pt x="389420" y="222008"/>
                  </a:lnTo>
                  <a:lnTo>
                    <a:pt x="389420" y="205562"/>
                  </a:lnTo>
                  <a:close/>
                </a:path>
                <a:path w="1601469" h="471170">
                  <a:moveTo>
                    <a:pt x="441477" y="204533"/>
                  </a:moveTo>
                  <a:lnTo>
                    <a:pt x="428523" y="204533"/>
                  </a:lnTo>
                  <a:lnTo>
                    <a:pt x="421767" y="206247"/>
                  </a:lnTo>
                  <a:lnTo>
                    <a:pt x="398014" y="237070"/>
                  </a:lnTo>
                  <a:lnTo>
                    <a:pt x="397967" y="253733"/>
                  </a:lnTo>
                  <a:lnTo>
                    <a:pt x="399458" y="260565"/>
                  </a:lnTo>
                  <a:lnTo>
                    <a:pt x="399542" y="260946"/>
                  </a:lnTo>
                  <a:lnTo>
                    <a:pt x="405841" y="273113"/>
                  </a:lnTo>
                  <a:lnTo>
                    <a:pt x="410337" y="277812"/>
                  </a:lnTo>
                  <a:lnTo>
                    <a:pt x="422021" y="284429"/>
                  </a:lnTo>
                  <a:lnTo>
                    <a:pt x="429018" y="286067"/>
                  </a:lnTo>
                  <a:lnTo>
                    <a:pt x="443649" y="286067"/>
                  </a:lnTo>
                  <a:lnTo>
                    <a:pt x="470433" y="269722"/>
                  </a:lnTo>
                  <a:lnTo>
                    <a:pt x="433832" y="269722"/>
                  </a:lnTo>
                  <a:lnTo>
                    <a:pt x="430657" y="268947"/>
                  </a:lnTo>
                  <a:lnTo>
                    <a:pt x="419608" y="254609"/>
                  </a:lnTo>
                  <a:lnTo>
                    <a:pt x="419615" y="250647"/>
                  </a:lnTo>
                  <a:lnTo>
                    <a:pt x="406704" y="250647"/>
                  </a:lnTo>
                  <a:lnTo>
                    <a:pt x="406704" y="237070"/>
                  </a:lnTo>
                  <a:lnTo>
                    <a:pt x="419641" y="237070"/>
                  </a:lnTo>
                  <a:lnTo>
                    <a:pt x="419646" y="234683"/>
                  </a:lnTo>
                  <a:lnTo>
                    <a:pt x="420329" y="232054"/>
                  </a:lnTo>
                  <a:lnTo>
                    <a:pt x="420382" y="231851"/>
                  </a:lnTo>
                  <a:lnTo>
                    <a:pt x="423252" y="226745"/>
                  </a:lnTo>
                  <a:lnTo>
                    <a:pt x="425246" y="224701"/>
                  </a:lnTo>
                  <a:lnTo>
                    <a:pt x="430352" y="221653"/>
                  </a:lnTo>
                  <a:lnTo>
                    <a:pt x="433298" y="220878"/>
                  </a:lnTo>
                  <a:lnTo>
                    <a:pt x="467953" y="220878"/>
                  </a:lnTo>
                  <a:lnTo>
                    <a:pt x="466058" y="217881"/>
                  </a:lnTo>
                  <a:lnTo>
                    <a:pt x="459282" y="211175"/>
                  </a:lnTo>
                  <a:lnTo>
                    <a:pt x="455333" y="208699"/>
                  </a:lnTo>
                  <a:lnTo>
                    <a:pt x="446328" y="205371"/>
                  </a:lnTo>
                  <a:lnTo>
                    <a:pt x="441477" y="204533"/>
                  </a:lnTo>
                  <a:close/>
                </a:path>
                <a:path w="1601469" h="471170">
                  <a:moveTo>
                    <a:pt x="452666" y="260565"/>
                  </a:moveTo>
                  <a:lnTo>
                    <a:pt x="439928" y="269722"/>
                  </a:lnTo>
                  <a:lnTo>
                    <a:pt x="470433" y="269722"/>
                  </a:lnTo>
                  <a:lnTo>
                    <a:pt x="471793" y="266979"/>
                  </a:lnTo>
                  <a:lnTo>
                    <a:pt x="471893" y="266776"/>
                  </a:lnTo>
                  <a:lnTo>
                    <a:pt x="472922" y="261912"/>
                  </a:lnTo>
                  <a:lnTo>
                    <a:pt x="452666" y="260565"/>
                  </a:lnTo>
                  <a:close/>
                </a:path>
                <a:path w="1601469" h="471170">
                  <a:moveTo>
                    <a:pt x="419641" y="237070"/>
                  </a:moveTo>
                  <a:lnTo>
                    <a:pt x="406704" y="237070"/>
                  </a:lnTo>
                  <a:lnTo>
                    <a:pt x="406704" y="250647"/>
                  </a:lnTo>
                  <a:lnTo>
                    <a:pt x="419615" y="250647"/>
                  </a:lnTo>
                  <a:lnTo>
                    <a:pt x="419641" y="237070"/>
                  </a:lnTo>
                  <a:close/>
                </a:path>
                <a:path w="1601469" h="471170">
                  <a:moveTo>
                    <a:pt x="467953" y="220878"/>
                  </a:moveTo>
                  <a:lnTo>
                    <a:pt x="439813" y="220878"/>
                  </a:lnTo>
                  <a:lnTo>
                    <a:pt x="442857" y="221653"/>
                  </a:lnTo>
                  <a:lnTo>
                    <a:pt x="442716" y="221653"/>
                  </a:lnTo>
                  <a:lnTo>
                    <a:pt x="445008" y="222986"/>
                  </a:lnTo>
                  <a:lnTo>
                    <a:pt x="447433" y="224358"/>
                  </a:lnTo>
                  <a:lnTo>
                    <a:pt x="449338" y="226263"/>
                  </a:lnTo>
                  <a:lnTo>
                    <a:pt x="452081" y="231127"/>
                  </a:lnTo>
                  <a:lnTo>
                    <a:pt x="452767" y="233921"/>
                  </a:lnTo>
                  <a:lnTo>
                    <a:pt x="452767" y="237070"/>
                  </a:lnTo>
                  <a:lnTo>
                    <a:pt x="419641" y="237070"/>
                  </a:lnTo>
                  <a:lnTo>
                    <a:pt x="419615" y="250647"/>
                  </a:lnTo>
                  <a:lnTo>
                    <a:pt x="473379" y="250647"/>
                  </a:lnTo>
                  <a:lnTo>
                    <a:pt x="473278" y="237286"/>
                  </a:lnTo>
                  <a:lnTo>
                    <a:pt x="472440" y="232054"/>
                  </a:lnTo>
                  <a:lnTo>
                    <a:pt x="468668" y="222008"/>
                  </a:lnTo>
                  <a:lnTo>
                    <a:pt x="467953" y="220878"/>
                  </a:lnTo>
                  <a:close/>
                </a:path>
                <a:path w="1601469" h="471170">
                  <a:moveTo>
                    <a:pt x="505726" y="291058"/>
                  </a:moveTo>
                  <a:lnTo>
                    <a:pt x="485470" y="293789"/>
                  </a:lnTo>
                  <a:lnTo>
                    <a:pt x="486296" y="297637"/>
                  </a:lnTo>
                  <a:lnTo>
                    <a:pt x="486372" y="297954"/>
                  </a:lnTo>
                  <a:lnTo>
                    <a:pt x="514464" y="315785"/>
                  </a:lnTo>
                  <a:lnTo>
                    <a:pt x="529094" y="315785"/>
                  </a:lnTo>
                  <a:lnTo>
                    <a:pt x="535762" y="314642"/>
                  </a:lnTo>
                  <a:lnTo>
                    <a:pt x="547382" y="310083"/>
                  </a:lnTo>
                  <a:lnTo>
                    <a:pt x="551942" y="306692"/>
                  </a:lnTo>
                  <a:lnTo>
                    <a:pt x="556758" y="300062"/>
                  </a:lnTo>
                  <a:lnTo>
                    <a:pt x="518883" y="300062"/>
                  </a:lnTo>
                  <a:lnTo>
                    <a:pt x="516178" y="299631"/>
                  </a:lnTo>
                  <a:lnTo>
                    <a:pt x="511759" y="297954"/>
                  </a:lnTo>
                  <a:lnTo>
                    <a:pt x="509993" y="296849"/>
                  </a:lnTo>
                  <a:lnTo>
                    <a:pt x="507314" y="294106"/>
                  </a:lnTo>
                  <a:lnTo>
                    <a:pt x="506336" y="292633"/>
                  </a:lnTo>
                  <a:lnTo>
                    <a:pt x="505726" y="291058"/>
                  </a:lnTo>
                  <a:close/>
                </a:path>
                <a:path w="1601469" h="471170">
                  <a:moveTo>
                    <a:pt x="560171" y="270548"/>
                  </a:moveTo>
                  <a:lnTo>
                    <a:pt x="538530" y="270548"/>
                  </a:lnTo>
                  <a:lnTo>
                    <a:pt x="538530" y="290410"/>
                  </a:lnTo>
                  <a:lnTo>
                    <a:pt x="537030" y="294106"/>
                  </a:lnTo>
                  <a:lnTo>
                    <a:pt x="536968" y="294258"/>
                  </a:lnTo>
                  <a:lnTo>
                    <a:pt x="533844" y="296557"/>
                  </a:lnTo>
                  <a:lnTo>
                    <a:pt x="530758" y="298894"/>
                  </a:lnTo>
                  <a:lnTo>
                    <a:pt x="526834" y="300062"/>
                  </a:lnTo>
                  <a:lnTo>
                    <a:pt x="556758" y="300062"/>
                  </a:lnTo>
                  <a:lnTo>
                    <a:pt x="558520" y="297637"/>
                  </a:lnTo>
                  <a:lnTo>
                    <a:pt x="560171" y="292023"/>
                  </a:lnTo>
                  <a:lnTo>
                    <a:pt x="560171" y="270548"/>
                  </a:lnTo>
                  <a:close/>
                </a:path>
                <a:path w="1601469" h="471170">
                  <a:moveTo>
                    <a:pt x="519455" y="204533"/>
                  </a:moveTo>
                  <a:lnTo>
                    <a:pt x="509231" y="204533"/>
                  </a:lnTo>
                  <a:lnTo>
                    <a:pt x="503910" y="206019"/>
                  </a:lnTo>
                  <a:lnTo>
                    <a:pt x="494207" y="211988"/>
                  </a:lnTo>
                  <a:lnTo>
                    <a:pt x="490334" y="216471"/>
                  </a:lnTo>
                  <a:lnTo>
                    <a:pt x="484505" y="228472"/>
                  </a:lnTo>
                  <a:lnTo>
                    <a:pt x="483044" y="235940"/>
                  </a:lnTo>
                  <a:lnTo>
                    <a:pt x="483044" y="253631"/>
                  </a:lnTo>
                  <a:lnTo>
                    <a:pt x="509155" y="283400"/>
                  </a:lnTo>
                  <a:lnTo>
                    <a:pt x="519264" y="283400"/>
                  </a:lnTo>
                  <a:lnTo>
                    <a:pt x="537603" y="270548"/>
                  </a:lnTo>
                  <a:lnTo>
                    <a:pt x="560171" y="270548"/>
                  </a:lnTo>
                  <a:lnTo>
                    <a:pt x="560171" y="266941"/>
                  </a:lnTo>
                  <a:lnTo>
                    <a:pt x="518426" y="266941"/>
                  </a:lnTo>
                  <a:lnTo>
                    <a:pt x="515478" y="266077"/>
                  </a:lnTo>
                  <a:lnTo>
                    <a:pt x="505419" y="249415"/>
                  </a:lnTo>
                  <a:lnTo>
                    <a:pt x="505431" y="240156"/>
                  </a:lnTo>
                  <a:lnTo>
                    <a:pt x="518426" y="221957"/>
                  </a:lnTo>
                  <a:lnTo>
                    <a:pt x="560171" y="221957"/>
                  </a:lnTo>
                  <a:lnTo>
                    <a:pt x="560171" y="218820"/>
                  </a:lnTo>
                  <a:lnTo>
                    <a:pt x="537603" y="218820"/>
                  </a:lnTo>
                  <a:lnTo>
                    <a:pt x="536600" y="216700"/>
                  </a:lnTo>
                  <a:lnTo>
                    <a:pt x="535178" y="214541"/>
                  </a:lnTo>
                  <a:lnTo>
                    <a:pt x="533336" y="212343"/>
                  </a:lnTo>
                  <a:lnTo>
                    <a:pt x="531520" y="210121"/>
                  </a:lnTo>
                  <a:lnTo>
                    <a:pt x="529120" y="208267"/>
                  </a:lnTo>
                  <a:lnTo>
                    <a:pt x="526135" y="206794"/>
                  </a:lnTo>
                  <a:lnTo>
                    <a:pt x="523151" y="205282"/>
                  </a:lnTo>
                  <a:lnTo>
                    <a:pt x="519455" y="204533"/>
                  </a:lnTo>
                  <a:close/>
                </a:path>
                <a:path w="1601469" h="471170">
                  <a:moveTo>
                    <a:pt x="560171" y="221957"/>
                  </a:moveTo>
                  <a:lnTo>
                    <a:pt x="525551" y="221957"/>
                  </a:lnTo>
                  <a:lnTo>
                    <a:pt x="528598" y="222935"/>
                  </a:lnTo>
                  <a:lnTo>
                    <a:pt x="533488" y="226669"/>
                  </a:lnTo>
                  <a:lnTo>
                    <a:pt x="535368" y="229323"/>
                  </a:lnTo>
                  <a:lnTo>
                    <a:pt x="537889" y="235940"/>
                  </a:lnTo>
                  <a:lnTo>
                    <a:pt x="538001" y="236334"/>
                  </a:lnTo>
                  <a:lnTo>
                    <a:pt x="538632" y="240156"/>
                  </a:lnTo>
                  <a:lnTo>
                    <a:pt x="538632" y="249415"/>
                  </a:lnTo>
                  <a:lnTo>
                    <a:pt x="525551" y="266941"/>
                  </a:lnTo>
                  <a:lnTo>
                    <a:pt x="560171" y="266941"/>
                  </a:lnTo>
                  <a:lnTo>
                    <a:pt x="560171" y="221957"/>
                  </a:lnTo>
                  <a:close/>
                </a:path>
                <a:path w="1601469" h="471170">
                  <a:moveTo>
                    <a:pt x="560171" y="205562"/>
                  </a:moveTo>
                  <a:lnTo>
                    <a:pt x="538416" y="205562"/>
                  </a:lnTo>
                  <a:lnTo>
                    <a:pt x="538416" y="218820"/>
                  </a:lnTo>
                  <a:lnTo>
                    <a:pt x="560171" y="218820"/>
                  </a:lnTo>
                  <a:lnTo>
                    <a:pt x="560171" y="205562"/>
                  </a:lnTo>
                  <a:close/>
                </a:path>
                <a:path w="1601469" h="471170">
                  <a:moveTo>
                    <a:pt x="619569" y="204533"/>
                  </a:moveTo>
                  <a:lnTo>
                    <a:pt x="603592" y="204533"/>
                  </a:lnTo>
                  <a:lnTo>
                    <a:pt x="596696" y="206247"/>
                  </a:lnTo>
                  <a:lnTo>
                    <a:pt x="572870" y="236512"/>
                  </a:lnTo>
                  <a:lnTo>
                    <a:pt x="572817" y="253885"/>
                  </a:lnTo>
                  <a:lnTo>
                    <a:pt x="574294" y="260553"/>
                  </a:lnTo>
                  <a:lnTo>
                    <a:pt x="603592" y="286067"/>
                  </a:lnTo>
                  <a:lnTo>
                    <a:pt x="619569" y="286067"/>
                  </a:lnTo>
                  <a:lnTo>
                    <a:pt x="626452" y="284378"/>
                  </a:lnTo>
                  <a:lnTo>
                    <a:pt x="638073" y="277558"/>
                  </a:lnTo>
                  <a:lnTo>
                    <a:pt x="642569" y="272795"/>
                  </a:lnTo>
                  <a:lnTo>
                    <a:pt x="644468" y="269112"/>
                  </a:lnTo>
                  <a:lnTo>
                    <a:pt x="608012" y="269112"/>
                  </a:lnTo>
                  <a:lnTo>
                    <a:pt x="604939" y="268084"/>
                  </a:lnTo>
                  <a:lnTo>
                    <a:pt x="594982" y="249796"/>
                  </a:lnTo>
                  <a:lnTo>
                    <a:pt x="594982" y="240601"/>
                  </a:lnTo>
                  <a:lnTo>
                    <a:pt x="608012" y="221246"/>
                  </a:lnTo>
                  <a:lnTo>
                    <a:pt x="644330" y="221246"/>
                  </a:lnTo>
                  <a:lnTo>
                    <a:pt x="642569" y="217830"/>
                  </a:lnTo>
                  <a:lnTo>
                    <a:pt x="638073" y="213067"/>
                  </a:lnTo>
                  <a:lnTo>
                    <a:pt x="626452" y="206247"/>
                  </a:lnTo>
                  <a:lnTo>
                    <a:pt x="619569" y="204533"/>
                  </a:lnTo>
                  <a:close/>
                </a:path>
                <a:path w="1601469" h="471170">
                  <a:moveTo>
                    <a:pt x="644330" y="221246"/>
                  </a:moveTo>
                  <a:lnTo>
                    <a:pt x="615315" y="221246"/>
                  </a:lnTo>
                  <a:lnTo>
                    <a:pt x="618350" y="222288"/>
                  </a:lnTo>
                  <a:lnTo>
                    <a:pt x="623214" y="226466"/>
                  </a:lnTo>
                  <a:lnTo>
                    <a:pt x="625055" y="229311"/>
                  </a:lnTo>
                  <a:lnTo>
                    <a:pt x="626287" y="232917"/>
                  </a:lnTo>
                  <a:lnTo>
                    <a:pt x="627557" y="236512"/>
                  </a:lnTo>
                  <a:lnTo>
                    <a:pt x="628192" y="240601"/>
                  </a:lnTo>
                  <a:lnTo>
                    <a:pt x="628192" y="249796"/>
                  </a:lnTo>
                  <a:lnTo>
                    <a:pt x="627626" y="253441"/>
                  </a:lnTo>
                  <a:lnTo>
                    <a:pt x="627557" y="253885"/>
                  </a:lnTo>
                  <a:lnTo>
                    <a:pt x="626287" y="257492"/>
                  </a:lnTo>
                  <a:lnTo>
                    <a:pt x="625055" y="261086"/>
                  </a:lnTo>
                  <a:lnTo>
                    <a:pt x="623214" y="263931"/>
                  </a:lnTo>
                  <a:lnTo>
                    <a:pt x="620788" y="266026"/>
                  </a:lnTo>
                  <a:lnTo>
                    <a:pt x="618350" y="268084"/>
                  </a:lnTo>
                  <a:lnTo>
                    <a:pt x="615315" y="269112"/>
                  </a:lnTo>
                  <a:lnTo>
                    <a:pt x="644468" y="269112"/>
                  </a:lnTo>
                  <a:lnTo>
                    <a:pt x="648881" y="260553"/>
                  </a:lnTo>
                  <a:lnTo>
                    <a:pt x="650357" y="253885"/>
                  </a:lnTo>
                  <a:lnTo>
                    <a:pt x="650455" y="237197"/>
                  </a:lnTo>
                  <a:lnTo>
                    <a:pt x="648881" y="230073"/>
                  </a:lnTo>
                  <a:lnTo>
                    <a:pt x="644330" y="221246"/>
                  </a:lnTo>
                  <a:close/>
                </a:path>
                <a:path w="1601469" h="471170">
                  <a:moveTo>
                    <a:pt x="684225" y="205562"/>
                  </a:moveTo>
                  <a:lnTo>
                    <a:pt x="662990" y="205562"/>
                  </a:lnTo>
                  <a:lnTo>
                    <a:pt x="662990" y="284530"/>
                  </a:lnTo>
                  <a:lnTo>
                    <a:pt x="684898" y="284530"/>
                  </a:lnTo>
                  <a:lnTo>
                    <a:pt x="684898" y="236626"/>
                  </a:lnTo>
                  <a:lnTo>
                    <a:pt x="685622" y="233781"/>
                  </a:lnTo>
                  <a:lnTo>
                    <a:pt x="697964" y="223570"/>
                  </a:lnTo>
                  <a:lnTo>
                    <a:pt x="710907" y="223570"/>
                  </a:lnTo>
                  <a:lnTo>
                    <a:pt x="710907" y="219341"/>
                  </a:lnTo>
                  <a:lnTo>
                    <a:pt x="684225" y="219341"/>
                  </a:lnTo>
                  <a:lnTo>
                    <a:pt x="684225" y="205562"/>
                  </a:lnTo>
                  <a:close/>
                </a:path>
                <a:path w="1601469" h="471170">
                  <a:moveTo>
                    <a:pt x="710907" y="223570"/>
                  </a:moveTo>
                  <a:lnTo>
                    <a:pt x="704824" y="223570"/>
                  </a:lnTo>
                  <a:lnTo>
                    <a:pt x="709236" y="224154"/>
                  </a:lnTo>
                  <a:lnTo>
                    <a:pt x="709011" y="224154"/>
                  </a:lnTo>
                  <a:lnTo>
                    <a:pt x="709891" y="224320"/>
                  </a:lnTo>
                  <a:lnTo>
                    <a:pt x="710907" y="224637"/>
                  </a:lnTo>
                  <a:lnTo>
                    <a:pt x="710907" y="223570"/>
                  </a:lnTo>
                  <a:close/>
                </a:path>
                <a:path w="1601469" h="471170">
                  <a:moveTo>
                    <a:pt x="706297" y="204495"/>
                  </a:moveTo>
                  <a:lnTo>
                    <a:pt x="699409" y="204495"/>
                  </a:lnTo>
                  <a:lnTo>
                    <a:pt x="695693" y="205701"/>
                  </a:lnTo>
                  <a:lnTo>
                    <a:pt x="688911" y="210731"/>
                  </a:lnTo>
                  <a:lnTo>
                    <a:pt x="686498" y="214439"/>
                  </a:lnTo>
                  <a:lnTo>
                    <a:pt x="685050" y="219341"/>
                  </a:lnTo>
                  <a:lnTo>
                    <a:pt x="710907" y="219341"/>
                  </a:lnTo>
                  <a:lnTo>
                    <a:pt x="710907" y="205193"/>
                  </a:lnTo>
                  <a:lnTo>
                    <a:pt x="709955" y="204965"/>
                  </a:lnTo>
                  <a:lnTo>
                    <a:pt x="708837" y="204774"/>
                  </a:lnTo>
                  <a:lnTo>
                    <a:pt x="706297" y="204495"/>
                  </a:lnTo>
                  <a:close/>
                </a:path>
                <a:path w="1601469" h="471170">
                  <a:moveTo>
                    <a:pt x="727621" y="295528"/>
                  </a:moveTo>
                  <a:lnTo>
                    <a:pt x="722804" y="311518"/>
                  </a:lnTo>
                  <a:lnTo>
                    <a:pt x="722693" y="311886"/>
                  </a:lnTo>
                  <a:lnTo>
                    <a:pt x="724268" y="312534"/>
                  </a:lnTo>
                  <a:lnTo>
                    <a:pt x="726249" y="313067"/>
                  </a:lnTo>
                  <a:lnTo>
                    <a:pt x="728649" y="313474"/>
                  </a:lnTo>
                  <a:lnTo>
                    <a:pt x="731088" y="313918"/>
                  </a:lnTo>
                  <a:lnTo>
                    <a:pt x="733691" y="314147"/>
                  </a:lnTo>
                  <a:lnTo>
                    <a:pt x="741883" y="314147"/>
                  </a:lnTo>
                  <a:lnTo>
                    <a:pt x="746506" y="313270"/>
                  </a:lnTo>
                  <a:lnTo>
                    <a:pt x="754189" y="309803"/>
                  </a:lnTo>
                  <a:lnTo>
                    <a:pt x="757351" y="307352"/>
                  </a:lnTo>
                  <a:lnTo>
                    <a:pt x="759853" y="304164"/>
                  </a:lnTo>
                  <a:lnTo>
                    <a:pt x="762393" y="301015"/>
                  </a:lnTo>
                  <a:lnTo>
                    <a:pt x="764400" y="297319"/>
                  </a:lnTo>
                  <a:lnTo>
                    <a:pt x="764549" y="296887"/>
                  </a:lnTo>
                  <a:lnTo>
                    <a:pt x="733258" y="296887"/>
                  </a:lnTo>
                  <a:lnTo>
                    <a:pt x="730675" y="296405"/>
                  </a:lnTo>
                  <a:lnTo>
                    <a:pt x="730490" y="296405"/>
                  </a:lnTo>
                  <a:lnTo>
                    <a:pt x="727621" y="295528"/>
                  </a:lnTo>
                  <a:close/>
                </a:path>
                <a:path w="1601469" h="471170">
                  <a:moveTo>
                    <a:pt x="739711" y="205562"/>
                  </a:moveTo>
                  <a:lnTo>
                    <a:pt x="716673" y="205562"/>
                  </a:lnTo>
                  <a:lnTo>
                    <a:pt x="745007" y="286791"/>
                  </a:lnTo>
                  <a:lnTo>
                    <a:pt x="742759" y="292607"/>
                  </a:lnTo>
                  <a:lnTo>
                    <a:pt x="741502" y="294347"/>
                  </a:lnTo>
                  <a:lnTo>
                    <a:pt x="738454" y="296405"/>
                  </a:lnTo>
                  <a:lnTo>
                    <a:pt x="736650" y="296887"/>
                  </a:lnTo>
                  <a:lnTo>
                    <a:pt x="764549" y="296887"/>
                  </a:lnTo>
                  <a:lnTo>
                    <a:pt x="765873" y="293065"/>
                  </a:lnTo>
                  <a:lnTo>
                    <a:pt x="776227" y="263550"/>
                  </a:lnTo>
                  <a:lnTo>
                    <a:pt x="756056" y="263550"/>
                  </a:lnTo>
                  <a:lnTo>
                    <a:pt x="739711" y="205562"/>
                  </a:lnTo>
                  <a:close/>
                </a:path>
                <a:path w="1601469" h="471170">
                  <a:moveTo>
                    <a:pt x="796569" y="205562"/>
                  </a:moveTo>
                  <a:lnTo>
                    <a:pt x="773379" y="205562"/>
                  </a:lnTo>
                  <a:lnTo>
                    <a:pt x="756881" y="263550"/>
                  </a:lnTo>
                  <a:lnTo>
                    <a:pt x="776227" y="263550"/>
                  </a:lnTo>
                  <a:lnTo>
                    <a:pt x="796569" y="205562"/>
                  </a:lnTo>
                  <a:close/>
                </a:path>
                <a:path w="1601469" h="471170">
                  <a:moveTo>
                    <a:pt x="902887" y="220522"/>
                  </a:moveTo>
                  <a:lnTo>
                    <a:pt x="874991" y="220522"/>
                  </a:lnTo>
                  <a:lnTo>
                    <a:pt x="877874" y="221411"/>
                  </a:lnTo>
                  <a:lnTo>
                    <a:pt x="881951" y="224980"/>
                  </a:lnTo>
                  <a:lnTo>
                    <a:pt x="882980" y="227495"/>
                  </a:lnTo>
                  <a:lnTo>
                    <a:pt x="882980" y="232740"/>
                  </a:lnTo>
                  <a:lnTo>
                    <a:pt x="859942" y="238531"/>
                  </a:lnTo>
                  <a:lnTo>
                    <a:pt x="856208" y="239179"/>
                  </a:lnTo>
                  <a:lnTo>
                    <a:pt x="834186" y="258089"/>
                  </a:lnTo>
                  <a:lnTo>
                    <a:pt x="834190" y="267703"/>
                  </a:lnTo>
                  <a:lnTo>
                    <a:pt x="855370" y="286016"/>
                  </a:lnTo>
                  <a:lnTo>
                    <a:pt x="864323" y="286016"/>
                  </a:lnTo>
                  <a:lnTo>
                    <a:pt x="883500" y="273583"/>
                  </a:lnTo>
                  <a:lnTo>
                    <a:pt x="904887" y="273583"/>
                  </a:lnTo>
                  <a:lnTo>
                    <a:pt x="904887" y="270903"/>
                  </a:lnTo>
                  <a:lnTo>
                    <a:pt x="863320" y="270903"/>
                  </a:lnTo>
                  <a:lnTo>
                    <a:pt x="860552" y="270128"/>
                  </a:lnTo>
                  <a:lnTo>
                    <a:pt x="858354" y="268592"/>
                  </a:lnTo>
                  <a:lnTo>
                    <a:pt x="856195" y="267017"/>
                  </a:lnTo>
                  <a:lnTo>
                    <a:pt x="855116" y="264731"/>
                  </a:lnTo>
                  <a:lnTo>
                    <a:pt x="855116" y="259702"/>
                  </a:lnTo>
                  <a:lnTo>
                    <a:pt x="873404" y="250672"/>
                  </a:lnTo>
                  <a:lnTo>
                    <a:pt x="876350" y="250139"/>
                  </a:lnTo>
                  <a:lnTo>
                    <a:pt x="883132" y="247929"/>
                  </a:lnTo>
                  <a:lnTo>
                    <a:pt x="904887" y="247929"/>
                  </a:lnTo>
                  <a:lnTo>
                    <a:pt x="904887" y="226567"/>
                  </a:lnTo>
                  <a:lnTo>
                    <a:pt x="903973" y="222542"/>
                  </a:lnTo>
                  <a:lnTo>
                    <a:pt x="902887" y="220522"/>
                  </a:lnTo>
                  <a:close/>
                </a:path>
                <a:path w="1601469" h="471170">
                  <a:moveTo>
                    <a:pt x="904887" y="273583"/>
                  </a:moveTo>
                  <a:lnTo>
                    <a:pt x="884110" y="273583"/>
                  </a:lnTo>
                  <a:lnTo>
                    <a:pt x="884110" y="284530"/>
                  </a:lnTo>
                  <a:lnTo>
                    <a:pt x="904887" y="284530"/>
                  </a:lnTo>
                  <a:lnTo>
                    <a:pt x="904887" y="273583"/>
                  </a:lnTo>
                  <a:close/>
                </a:path>
                <a:path w="1601469" h="471170">
                  <a:moveTo>
                    <a:pt x="904887" y="247929"/>
                  </a:moveTo>
                  <a:lnTo>
                    <a:pt x="883132" y="247929"/>
                  </a:lnTo>
                  <a:lnTo>
                    <a:pt x="883132" y="259079"/>
                  </a:lnTo>
                  <a:lnTo>
                    <a:pt x="882434" y="261569"/>
                  </a:lnTo>
                  <a:lnTo>
                    <a:pt x="879627" y="265950"/>
                  </a:lnTo>
                  <a:lnTo>
                    <a:pt x="877684" y="267703"/>
                  </a:lnTo>
                  <a:lnTo>
                    <a:pt x="872756" y="270268"/>
                  </a:lnTo>
                  <a:lnTo>
                    <a:pt x="869911" y="270903"/>
                  </a:lnTo>
                  <a:lnTo>
                    <a:pt x="904887" y="270903"/>
                  </a:lnTo>
                  <a:lnTo>
                    <a:pt x="904887" y="247929"/>
                  </a:lnTo>
                  <a:close/>
                </a:path>
                <a:path w="1601469" h="471170">
                  <a:moveTo>
                    <a:pt x="875753" y="204533"/>
                  </a:moveTo>
                  <a:lnTo>
                    <a:pt x="865060" y="204533"/>
                  </a:lnTo>
                  <a:lnTo>
                    <a:pt x="859497" y="205485"/>
                  </a:lnTo>
                  <a:lnTo>
                    <a:pt x="849934" y="209295"/>
                  </a:lnTo>
                  <a:lnTo>
                    <a:pt x="846048" y="212001"/>
                  </a:lnTo>
                  <a:lnTo>
                    <a:pt x="843038" y="215531"/>
                  </a:lnTo>
                  <a:lnTo>
                    <a:pt x="840016" y="219024"/>
                  </a:lnTo>
                  <a:lnTo>
                    <a:pt x="837996" y="223177"/>
                  </a:lnTo>
                  <a:lnTo>
                    <a:pt x="837270" y="226567"/>
                  </a:lnTo>
                  <a:lnTo>
                    <a:pt x="837174" y="227012"/>
                  </a:lnTo>
                  <a:lnTo>
                    <a:pt x="837071" y="227495"/>
                  </a:lnTo>
                  <a:lnTo>
                    <a:pt x="836968" y="227977"/>
                  </a:lnTo>
                  <a:lnTo>
                    <a:pt x="857224" y="229615"/>
                  </a:lnTo>
                  <a:lnTo>
                    <a:pt x="867321" y="220522"/>
                  </a:lnTo>
                  <a:lnTo>
                    <a:pt x="902887" y="220522"/>
                  </a:lnTo>
                  <a:lnTo>
                    <a:pt x="900341" y="215785"/>
                  </a:lnTo>
                  <a:lnTo>
                    <a:pt x="897851" y="213017"/>
                  </a:lnTo>
                  <a:lnTo>
                    <a:pt x="891590" y="208699"/>
                  </a:lnTo>
                  <a:lnTo>
                    <a:pt x="888009" y="207098"/>
                  </a:lnTo>
                  <a:lnTo>
                    <a:pt x="879944" y="205041"/>
                  </a:lnTo>
                  <a:lnTo>
                    <a:pt x="875753" y="204533"/>
                  </a:lnTo>
                  <a:close/>
                </a:path>
                <a:path w="1601469" h="471170">
                  <a:moveTo>
                    <a:pt x="942086" y="179235"/>
                  </a:moveTo>
                  <a:lnTo>
                    <a:pt x="920178" y="179235"/>
                  </a:lnTo>
                  <a:lnTo>
                    <a:pt x="920178" y="284530"/>
                  </a:lnTo>
                  <a:lnTo>
                    <a:pt x="942086" y="284530"/>
                  </a:lnTo>
                  <a:lnTo>
                    <a:pt x="942086" y="179235"/>
                  </a:lnTo>
                  <a:close/>
                </a:path>
                <a:path w="1601469" h="471170">
                  <a:moveTo>
                    <a:pt x="979830" y="179235"/>
                  </a:moveTo>
                  <a:lnTo>
                    <a:pt x="957935" y="179235"/>
                  </a:lnTo>
                  <a:lnTo>
                    <a:pt x="957935" y="284530"/>
                  </a:lnTo>
                  <a:lnTo>
                    <a:pt x="979830" y="284530"/>
                  </a:lnTo>
                  <a:lnTo>
                    <a:pt x="979830" y="179235"/>
                  </a:lnTo>
                  <a:close/>
                </a:path>
                <a:path w="1601469" h="471170">
                  <a:moveTo>
                    <a:pt x="1039342" y="204533"/>
                  </a:moveTo>
                  <a:lnTo>
                    <a:pt x="1023378" y="204533"/>
                  </a:lnTo>
                  <a:lnTo>
                    <a:pt x="1016469" y="206247"/>
                  </a:lnTo>
                  <a:lnTo>
                    <a:pt x="992643" y="236512"/>
                  </a:lnTo>
                  <a:lnTo>
                    <a:pt x="992590" y="253885"/>
                  </a:lnTo>
                  <a:lnTo>
                    <a:pt x="994067" y="260553"/>
                  </a:lnTo>
                  <a:lnTo>
                    <a:pt x="1023378" y="286067"/>
                  </a:lnTo>
                  <a:lnTo>
                    <a:pt x="1039342" y="286067"/>
                  </a:lnTo>
                  <a:lnTo>
                    <a:pt x="1046238" y="284378"/>
                  </a:lnTo>
                  <a:lnTo>
                    <a:pt x="1057859" y="277558"/>
                  </a:lnTo>
                  <a:lnTo>
                    <a:pt x="1062342" y="272795"/>
                  </a:lnTo>
                  <a:lnTo>
                    <a:pt x="1064241" y="269112"/>
                  </a:lnTo>
                  <a:lnTo>
                    <a:pt x="1027798" y="269112"/>
                  </a:lnTo>
                  <a:lnTo>
                    <a:pt x="1024712" y="268084"/>
                  </a:lnTo>
                  <a:lnTo>
                    <a:pt x="1014755" y="249796"/>
                  </a:lnTo>
                  <a:lnTo>
                    <a:pt x="1014755" y="240601"/>
                  </a:lnTo>
                  <a:lnTo>
                    <a:pt x="1027798" y="221246"/>
                  </a:lnTo>
                  <a:lnTo>
                    <a:pt x="1064103" y="221246"/>
                  </a:lnTo>
                  <a:lnTo>
                    <a:pt x="1062342" y="217830"/>
                  </a:lnTo>
                  <a:lnTo>
                    <a:pt x="1057859" y="213067"/>
                  </a:lnTo>
                  <a:lnTo>
                    <a:pt x="1052029" y="209676"/>
                  </a:lnTo>
                  <a:lnTo>
                    <a:pt x="1046238" y="206247"/>
                  </a:lnTo>
                  <a:lnTo>
                    <a:pt x="1039342" y="204533"/>
                  </a:lnTo>
                  <a:close/>
                </a:path>
                <a:path w="1601469" h="471170">
                  <a:moveTo>
                    <a:pt x="1064103" y="221246"/>
                  </a:moveTo>
                  <a:lnTo>
                    <a:pt x="1035100" y="221246"/>
                  </a:lnTo>
                  <a:lnTo>
                    <a:pt x="1038136" y="222288"/>
                  </a:lnTo>
                  <a:lnTo>
                    <a:pt x="1043000" y="226466"/>
                  </a:lnTo>
                  <a:lnTo>
                    <a:pt x="1044829" y="229311"/>
                  </a:lnTo>
                  <a:lnTo>
                    <a:pt x="1046060" y="232917"/>
                  </a:lnTo>
                  <a:lnTo>
                    <a:pt x="1047330" y="236512"/>
                  </a:lnTo>
                  <a:lnTo>
                    <a:pt x="1047965" y="240601"/>
                  </a:lnTo>
                  <a:lnTo>
                    <a:pt x="1047965" y="249796"/>
                  </a:lnTo>
                  <a:lnTo>
                    <a:pt x="1047399" y="253441"/>
                  </a:lnTo>
                  <a:lnTo>
                    <a:pt x="1047330" y="253885"/>
                  </a:lnTo>
                  <a:lnTo>
                    <a:pt x="1046060" y="257492"/>
                  </a:lnTo>
                  <a:lnTo>
                    <a:pt x="1044829" y="261086"/>
                  </a:lnTo>
                  <a:lnTo>
                    <a:pt x="1043000" y="263931"/>
                  </a:lnTo>
                  <a:lnTo>
                    <a:pt x="1038136" y="268084"/>
                  </a:lnTo>
                  <a:lnTo>
                    <a:pt x="1035100" y="269112"/>
                  </a:lnTo>
                  <a:lnTo>
                    <a:pt x="1064241" y="269112"/>
                  </a:lnTo>
                  <a:lnTo>
                    <a:pt x="1068654" y="260553"/>
                  </a:lnTo>
                  <a:lnTo>
                    <a:pt x="1070130" y="253885"/>
                  </a:lnTo>
                  <a:lnTo>
                    <a:pt x="1070229" y="237197"/>
                  </a:lnTo>
                  <a:lnTo>
                    <a:pt x="1068654" y="230073"/>
                  </a:lnTo>
                  <a:lnTo>
                    <a:pt x="1064103" y="221246"/>
                  </a:lnTo>
                  <a:close/>
                </a:path>
                <a:path w="1601469" h="471170">
                  <a:moveTo>
                    <a:pt x="1097038" y="205562"/>
                  </a:moveTo>
                  <a:lnTo>
                    <a:pt x="1074877" y="205562"/>
                  </a:lnTo>
                  <a:lnTo>
                    <a:pt x="1096378" y="284530"/>
                  </a:lnTo>
                  <a:lnTo>
                    <a:pt x="1119505" y="284530"/>
                  </a:lnTo>
                  <a:lnTo>
                    <a:pt x="1126586" y="258622"/>
                  </a:lnTo>
                  <a:lnTo>
                    <a:pt x="1109281" y="258622"/>
                  </a:lnTo>
                  <a:lnTo>
                    <a:pt x="1097038" y="205562"/>
                  </a:lnTo>
                  <a:close/>
                </a:path>
                <a:path w="1601469" h="471170">
                  <a:moveTo>
                    <a:pt x="1151694" y="234861"/>
                  </a:moveTo>
                  <a:lnTo>
                    <a:pt x="1134059" y="234861"/>
                  </a:lnTo>
                  <a:lnTo>
                    <a:pt x="1147635" y="284530"/>
                  </a:lnTo>
                  <a:lnTo>
                    <a:pt x="1170825" y="284530"/>
                  </a:lnTo>
                  <a:lnTo>
                    <a:pt x="1177858" y="258622"/>
                  </a:lnTo>
                  <a:lnTo>
                    <a:pt x="1177945" y="258305"/>
                  </a:lnTo>
                  <a:lnTo>
                    <a:pt x="1157452" y="258305"/>
                  </a:lnTo>
                  <a:lnTo>
                    <a:pt x="1151694" y="234861"/>
                  </a:lnTo>
                  <a:close/>
                </a:path>
                <a:path w="1601469" h="471170">
                  <a:moveTo>
                    <a:pt x="1144498" y="205562"/>
                  </a:moveTo>
                  <a:lnTo>
                    <a:pt x="1122743" y="205562"/>
                  </a:lnTo>
                  <a:lnTo>
                    <a:pt x="1110068" y="258305"/>
                  </a:lnTo>
                  <a:lnTo>
                    <a:pt x="1109992" y="258622"/>
                  </a:lnTo>
                  <a:lnTo>
                    <a:pt x="1126586" y="258622"/>
                  </a:lnTo>
                  <a:lnTo>
                    <a:pt x="1133081" y="234861"/>
                  </a:lnTo>
                  <a:lnTo>
                    <a:pt x="1151694" y="234861"/>
                  </a:lnTo>
                  <a:lnTo>
                    <a:pt x="1144498" y="205562"/>
                  </a:lnTo>
                  <a:close/>
                </a:path>
                <a:path w="1601469" h="471170">
                  <a:moveTo>
                    <a:pt x="1192263" y="205562"/>
                  </a:moveTo>
                  <a:lnTo>
                    <a:pt x="1170152" y="205562"/>
                  </a:lnTo>
                  <a:lnTo>
                    <a:pt x="1158125" y="258305"/>
                  </a:lnTo>
                  <a:lnTo>
                    <a:pt x="1177945" y="258305"/>
                  </a:lnTo>
                  <a:lnTo>
                    <a:pt x="1192263" y="205562"/>
                  </a:lnTo>
                  <a:close/>
                </a:path>
                <a:path w="1601469" h="471170">
                  <a:moveTo>
                    <a:pt x="1240586" y="204533"/>
                  </a:moveTo>
                  <a:lnTo>
                    <a:pt x="1227632" y="204533"/>
                  </a:lnTo>
                  <a:lnTo>
                    <a:pt x="1220889" y="206247"/>
                  </a:lnTo>
                  <a:lnTo>
                    <a:pt x="1197124" y="237070"/>
                  </a:lnTo>
                  <a:lnTo>
                    <a:pt x="1197076" y="253733"/>
                  </a:lnTo>
                  <a:lnTo>
                    <a:pt x="1198568" y="260565"/>
                  </a:lnTo>
                  <a:lnTo>
                    <a:pt x="1198651" y="260946"/>
                  </a:lnTo>
                  <a:lnTo>
                    <a:pt x="1228128" y="286067"/>
                  </a:lnTo>
                  <a:lnTo>
                    <a:pt x="1242771" y="286067"/>
                  </a:lnTo>
                  <a:lnTo>
                    <a:pt x="1269555" y="269722"/>
                  </a:lnTo>
                  <a:lnTo>
                    <a:pt x="1232954" y="269722"/>
                  </a:lnTo>
                  <a:lnTo>
                    <a:pt x="1229779" y="268947"/>
                  </a:lnTo>
                  <a:lnTo>
                    <a:pt x="1224432" y="265861"/>
                  </a:lnTo>
                  <a:lnTo>
                    <a:pt x="1222362" y="263677"/>
                  </a:lnTo>
                  <a:lnTo>
                    <a:pt x="1219441" y="257987"/>
                  </a:lnTo>
                  <a:lnTo>
                    <a:pt x="1218717" y="254609"/>
                  </a:lnTo>
                  <a:lnTo>
                    <a:pt x="1218724" y="250647"/>
                  </a:lnTo>
                  <a:lnTo>
                    <a:pt x="1205814" y="250647"/>
                  </a:lnTo>
                  <a:lnTo>
                    <a:pt x="1205814" y="237070"/>
                  </a:lnTo>
                  <a:lnTo>
                    <a:pt x="1218750" y="237070"/>
                  </a:lnTo>
                  <a:lnTo>
                    <a:pt x="1218755" y="234683"/>
                  </a:lnTo>
                  <a:lnTo>
                    <a:pt x="1219439" y="232054"/>
                  </a:lnTo>
                  <a:lnTo>
                    <a:pt x="1219492" y="231851"/>
                  </a:lnTo>
                  <a:lnTo>
                    <a:pt x="1222375" y="226745"/>
                  </a:lnTo>
                  <a:lnTo>
                    <a:pt x="1224356" y="224701"/>
                  </a:lnTo>
                  <a:lnTo>
                    <a:pt x="1229474" y="221653"/>
                  </a:lnTo>
                  <a:lnTo>
                    <a:pt x="1232420" y="220878"/>
                  </a:lnTo>
                  <a:lnTo>
                    <a:pt x="1267075" y="220878"/>
                  </a:lnTo>
                  <a:lnTo>
                    <a:pt x="1265180" y="217881"/>
                  </a:lnTo>
                  <a:lnTo>
                    <a:pt x="1258392" y="211175"/>
                  </a:lnTo>
                  <a:lnTo>
                    <a:pt x="1254455" y="208699"/>
                  </a:lnTo>
                  <a:lnTo>
                    <a:pt x="1245438" y="205371"/>
                  </a:lnTo>
                  <a:lnTo>
                    <a:pt x="1240586" y="204533"/>
                  </a:lnTo>
                  <a:close/>
                </a:path>
                <a:path w="1601469" h="471170">
                  <a:moveTo>
                    <a:pt x="1251788" y="260565"/>
                  </a:moveTo>
                  <a:lnTo>
                    <a:pt x="1239050" y="269722"/>
                  </a:lnTo>
                  <a:lnTo>
                    <a:pt x="1269555" y="269722"/>
                  </a:lnTo>
                  <a:lnTo>
                    <a:pt x="1270915" y="266979"/>
                  </a:lnTo>
                  <a:lnTo>
                    <a:pt x="1271016" y="266776"/>
                  </a:lnTo>
                  <a:lnTo>
                    <a:pt x="1272044" y="261912"/>
                  </a:lnTo>
                  <a:lnTo>
                    <a:pt x="1251788" y="260565"/>
                  </a:lnTo>
                  <a:close/>
                </a:path>
                <a:path w="1601469" h="471170">
                  <a:moveTo>
                    <a:pt x="1218750" y="237070"/>
                  </a:moveTo>
                  <a:lnTo>
                    <a:pt x="1205814" y="237070"/>
                  </a:lnTo>
                  <a:lnTo>
                    <a:pt x="1205814" y="250647"/>
                  </a:lnTo>
                  <a:lnTo>
                    <a:pt x="1218724" y="250647"/>
                  </a:lnTo>
                  <a:lnTo>
                    <a:pt x="1218750" y="237070"/>
                  </a:lnTo>
                  <a:close/>
                </a:path>
                <a:path w="1601469" h="471170">
                  <a:moveTo>
                    <a:pt x="1267075" y="220878"/>
                  </a:moveTo>
                  <a:lnTo>
                    <a:pt x="1238923" y="220878"/>
                  </a:lnTo>
                  <a:lnTo>
                    <a:pt x="1241966" y="221653"/>
                  </a:lnTo>
                  <a:lnTo>
                    <a:pt x="1241826" y="221653"/>
                  </a:lnTo>
                  <a:lnTo>
                    <a:pt x="1244117" y="222986"/>
                  </a:lnTo>
                  <a:lnTo>
                    <a:pt x="1246555" y="224358"/>
                  </a:lnTo>
                  <a:lnTo>
                    <a:pt x="1248460" y="226263"/>
                  </a:lnTo>
                  <a:lnTo>
                    <a:pt x="1251204" y="231127"/>
                  </a:lnTo>
                  <a:lnTo>
                    <a:pt x="1251889" y="233921"/>
                  </a:lnTo>
                  <a:lnTo>
                    <a:pt x="1251889" y="237070"/>
                  </a:lnTo>
                  <a:lnTo>
                    <a:pt x="1218750" y="237070"/>
                  </a:lnTo>
                  <a:lnTo>
                    <a:pt x="1218724" y="250647"/>
                  </a:lnTo>
                  <a:lnTo>
                    <a:pt x="1272501" y="250647"/>
                  </a:lnTo>
                  <a:lnTo>
                    <a:pt x="1272400" y="237286"/>
                  </a:lnTo>
                  <a:lnTo>
                    <a:pt x="1271562" y="232054"/>
                  </a:lnTo>
                  <a:lnTo>
                    <a:pt x="1267790" y="222008"/>
                  </a:lnTo>
                  <a:lnTo>
                    <a:pt x="1267075" y="220878"/>
                  </a:lnTo>
                  <a:close/>
                </a:path>
                <a:path w="1601469" h="471170">
                  <a:moveTo>
                    <a:pt x="1318564" y="204533"/>
                  </a:moveTo>
                  <a:lnTo>
                    <a:pt x="1308354" y="204533"/>
                  </a:lnTo>
                  <a:lnTo>
                    <a:pt x="1303020" y="206044"/>
                  </a:lnTo>
                  <a:lnTo>
                    <a:pt x="1293329" y="212039"/>
                  </a:lnTo>
                  <a:lnTo>
                    <a:pt x="1289456" y="216547"/>
                  </a:lnTo>
                  <a:lnTo>
                    <a:pt x="1283627" y="228574"/>
                  </a:lnTo>
                  <a:lnTo>
                    <a:pt x="1282166" y="236105"/>
                  </a:lnTo>
                  <a:lnTo>
                    <a:pt x="1282166" y="253961"/>
                  </a:lnTo>
                  <a:lnTo>
                    <a:pt x="1308201" y="285813"/>
                  </a:lnTo>
                  <a:lnTo>
                    <a:pt x="1318450" y="285813"/>
                  </a:lnTo>
                  <a:lnTo>
                    <a:pt x="1322044" y="285114"/>
                  </a:lnTo>
                  <a:lnTo>
                    <a:pt x="1324991" y="283705"/>
                  </a:lnTo>
                  <a:lnTo>
                    <a:pt x="1327975" y="282308"/>
                  </a:lnTo>
                  <a:lnTo>
                    <a:pt x="1330388" y="280542"/>
                  </a:lnTo>
                  <a:lnTo>
                    <a:pt x="1334135" y="276250"/>
                  </a:lnTo>
                  <a:lnTo>
                    <a:pt x="1335582" y="274078"/>
                  </a:lnTo>
                  <a:lnTo>
                    <a:pt x="1336611" y="271881"/>
                  </a:lnTo>
                  <a:lnTo>
                    <a:pt x="1359128" y="271881"/>
                  </a:lnTo>
                  <a:lnTo>
                    <a:pt x="1359128" y="268389"/>
                  </a:lnTo>
                  <a:lnTo>
                    <a:pt x="1317536" y="268389"/>
                  </a:lnTo>
                  <a:lnTo>
                    <a:pt x="1314658" y="267461"/>
                  </a:lnTo>
                  <a:lnTo>
                    <a:pt x="1304547" y="249745"/>
                  </a:lnTo>
                  <a:lnTo>
                    <a:pt x="1304553" y="240347"/>
                  </a:lnTo>
                  <a:lnTo>
                    <a:pt x="1317536" y="221957"/>
                  </a:lnTo>
                  <a:lnTo>
                    <a:pt x="1359128" y="221957"/>
                  </a:lnTo>
                  <a:lnTo>
                    <a:pt x="1359128" y="218820"/>
                  </a:lnTo>
                  <a:lnTo>
                    <a:pt x="1336611" y="218820"/>
                  </a:lnTo>
                  <a:lnTo>
                    <a:pt x="1335659" y="216700"/>
                  </a:lnTo>
                  <a:lnTo>
                    <a:pt x="1334249" y="214541"/>
                  </a:lnTo>
                  <a:lnTo>
                    <a:pt x="1332395" y="212343"/>
                  </a:lnTo>
                  <a:lnTo>
                    <a:pt x="1330579" y="210121"/>
                  </a:lnTo>
                  <a:lnTo>
                    <a:pt x="1328178" y="208267"/>
                  </a:lnTo>
                  <a:lnTo>
                    <a:pt x="1325206" y="206794"/>
                  </a:lnTo>
                  <a:lnTo>
                    <a:pt x="1322247" y="205282"/>
                  </a:lnTo>
                  <a:lnTo>
                    <a:pt x="1318564" y="204533"/>
                  </a:lnTo>
                  <a:close/>
                </a:path>
                <a:path w="1601469" h="471170">
                  <a:moveTo>
                    <a:pt x="1359128" y="271881"/>
                  </a:moveTo>
                  <a:lnTo>
                    <a:pt x="1337538" y="271881"/>
                  </a:lnTo>
                  <a:lnTo>
                    <a:pt x="1337538" y="284530"/>
                  </a:lnTo>
                  <a:lnTo>
                    <a:pt x="1359128" y="284530"/>
                  </a:lnTo>
                  <a:lnTo>
                    <a:pt x="1359128" y="271881"/>
                  </a:lnTo>
                  <a:close/>
                </a:path>
                <a:path w="1601469" h="471170">
                  <a:moveTo>
                    <a:pt x="1359128" y="221957"/>
                  </a:moveTo>
                  <a:lnTo>
                    <a:pt x="1324673" y="221957"/>
                  </a:lnTo>
                  <a:lnTo>
                    <a:pt x="1327720" y="222935"/>
                  </a:lnTo>
                  <a:lnTo>
                    <a:pt x="1332598" y="226669"/>
                  </a:lnTo>
                  <a:lnTo>
                    <a:pt x="1334490" y="229349"/>
                  </a:lnTo>
                  <a:lnTo>
                    <a:pt x="1337031" y="236105"/>
                  </a:lnTo>
                  <a:lnTo>
                    <a:pt x="1337126" y="236473"/>
                  </a:lnTo>
                  <a:lnTo>
                    <a:pt x="1337741" y="240347"/>
                  </a:lnTo>
                  <a:lnTo>
                    <a:pt x="1337741" y="249745"/>
                  </a:lnTo>
                  <a:lnTo>
                    <a:pt x="1337103" y="253695"/>
                  </a:lnTo>
                  <a:lnTo>
                    <a:pt x="1337032" y="253961"/>
                  </a:lnTo>
                  <a:lnTo>
                    <a:pt x="1335735" y="257327"/>
                  </a:lnTo>
                  <a:lnTo>
                    <a:pt x="1334439" y="260832"/>
                  </a:lnTo>
                  <a:lnTo>
                    <a:pt x="1332547" y="263550"/>
                  </a:lnTo>
                  <a:lnTo>
                    <a:pt x="1330136" y="265455"/>
                  </a:lnTo>
                  <a:lnTo>
                    <a:pt x="1327527" y="267461"/>
                  </a:lnTo>
                  <a:lnTo>
                    <a:pt x="1324673" y="268389"/>
                  </a:lnTo>
                  <a:lnTo>
                    <a:pt x="1359128" y="268389"/>
                  </a:lnTo>
                  <a:lnTo>
                    <a:pt x="1359128" y="221957"/>
                  </a:lnTo>
                  <a:close/>
                </a:path>
                <a:path w="1601469" h="471170">
                  <a:moveTo>
                    <a:pt x="1359128" y="179235"/>
                  </a:moveTo>
                  <a:lnTo>
                    <a:pt x="1337284" y="179235"/>
                  </a:lnTo>
                  <a:lnTo>
                    <a:pt x="1337284" y="218820"/>
                  </a:lnTo>
                  <a:lnTo>
                    <a:pt x="1359128" y="218820"/>
                  </a:lnTo>
                  <a:lnTo>
                    <a:pt x="1359128" y="179235"/>
                  </a:lnTo>
                  <a:close/>
                </a:path>
                <a:path w="1601469" h="471170">
                  <a:moveTo>
                    <a:pt x="7810" y="406806"/>
                  </a:moveTo>
                  <a:lnTo>
                    <a:pt x="0" y="414820"/>
                  </a:lnTo>
                  <a:lnTo>
                    <a:pt x="34963" y="449579"/>
                  </a:lnTo>
                  <a:lnTo>
                    <a:pt x="51054" y="433539"/>
                  </a:lnTo>
                  <a:lnTo>
                    <a:pt x="34963" y="433539"/>
                  </a:lnTo>
                  <a:lnTo>
                    <a:pt x="7810" y="406806"/>
                  </a:lnTo>
                  <a:close/>
                </a:path>
                <a:path w="1601469" h="471170">
                  <a:moveTo>
                    <a:pt x="91097" y="377596"/>
                  </a:moveTo>
                  <a:lnTo>
                    <a:pt x="34963" y="433539"/>
                  </a:lnTo>
                  <a:lnTo>
                    <a:pt x="51054" y="433539"/>
                  </a:lnTo>
                  <a:lnTo>
                    <a:pt x="99123" y="385622"/>
                  </a:lnTo>
                  <a:lnTo>
                    <a:pt x="91097" y="377596"/>
                  </a:lnTo>
                  <a:close/>
                </a:path>
                <a:path w="1601469" h="471170">
                  <a:moveTo>
                    <a:pt x="207899" y="357035"/>
                  </a:moveTo>
                  <a:lnTo>
                    <a:pt x="158369" y="357035"/>
                  </a:lnTo>
                  <a:lnTo>
                    <a:pt x="158369" y="462330"/>
                  </a:lnTo>
                  <a:lnTo>
                    <a:pt x="180632" y="462330"/>
                  </a:lnTo>
                  <a:lnTo>
                    <a:pt x="180632" y="428193"/>
                  </a:lnTo>
                  <a:lnTo>
                    <a:pt x="172872" y="428193"/>
                  </a:lnTo>
                  <a:lnTo>
                    <a:pt x="172872" y="410349"/>
                  </a:lnTo>
                  <a:lnTo>
                    <a:pt x="180632" y="410349"/>
                  </a:lnTo>
                  <a:lnTo>
                    <a:pt x="180632" y="375234"/>
                  </a:lnTo>
                  <a:lnTo>
                    <a:pt x="233758" y="375234"/>
                  </a:lnTo>
                  <a:lnTo>
                    <a:pt x="230238" y="368833"/>
                  </a:lnTo>
                  <a:lnTo>
                    <a:pt x="225945" y="364629"/>
                  </a:lnTo>
                  <a:lnTo>
                    <a:pt x="214706" y="358559"/>
                  </a:lnTo>
                  <a:lnTo>
                    <a:pt x="207899" y="357035"/>
                  </a:lnTo>
                  <a:close/>
                </a:path>
                <a:path w="1601469" h="471170">
                  <a:moveTo>
                    <a:pt x="180632" y="410349"/>
                  </a:moveTo>
                  <a:lnTo>
                    <a:pt x="172872" y="410349"/>
                  </a:lnTo>
                  <a:lnTo>
                    <a:pt x="172872" y="428193"/>
                  </a:lnTo>
                  <a:lnTo>
                    <a:pt x="180632" y="428193"/>
                  </a:lnTo>
                  <a:lnTo>
                    <a:pt x="180632" y="410349"/>
                  </a:lnTo>
                  <a:close/>
                </a:path>
                <a:path w="1601469" h="471170">
                  <a:moveTo>
                    <a:pt x="233758" y="375234"/>
                  </a:moveTo>
                  <a:lnTo>
                    <a:pt x="199974" y="375234"/>
                  </a:lnTo>
                  <a:lnTo>
                    <a:pt x="203530" y="375970"/>
                  </a:lnTo>
                  <a:lnTo>
                    <a:pt x="209156" y="378891"/>
                  </a:lnTo>
                  <a:lnTo>
                    <a:pt x="211239" y="380923"/>
                  </a:lnTo>
                  <a:lnTo>
                    <a:pt x="212610" y="383565"/>
                  </a:lnTo>
                  <a:lnTo>
                    <a:pt x="214020" y="386168"/>
                  </a:lnTo>
                  <a:lnTo>
                    <a:pt x="214718" y="389216"/>
                  </a:lnTo>
                  <a:lnTo>
                    <a:pt x="214718" y="396176"/>
                  </a:lnTo>
                  <a:lnTo>
                    <a:pt x="200037" y="410349"/>
                  </a:lnTo>
                  <a:lnTo>
                    <a:pt x="180632" y="410349"/>
                  </a:lnTo>
                  <a:lnTo>
                    <a:pt x="180632" y="428193"/>
                  </a:lnTo>
                  <a:lnTo>
                    <a:pt x="207441" y="428193"/>
                  </a:lnTo>
                  <a:lnTo>
                    <a:pt x="214325" y="426707"/>
                  </a:lnTo>
                  <a:lnTo>
                    <a:pt x="225742" y="420738"/>
                  </a:lnTo>
                  <a:lnTo>
                    <a:pt x="230111" y="416572"/>
                  </a:lnTo>
                  <a:lnTo>
                    <a:pt x="236143" y="405879"/>
                  </a:lnTo>
                  <a:lnTo>
                    <a:pt x="237655" y="399707"/>
                  </a:lnTo>
                  <a:lnTo>
                    <a:pt x="237655" y="385724"/>
                  </a:lnTo>
                  <a:lnTo>
                    <a:pt x="236169" y="379552"/>
                  </a:lnTo>
                  <a:lnTo>
                    <a:pt x="233758" y="375234"/>
                  </a:lnTo>
                  <a:close/>
                </a:path>
                <a:path w="1601469" h="471170">
                  <a:moveTo>
                    <a:pt x="312883" y="398322"/>
                  </a:moveTo>
                  <a:lnTo>
                    <a:pt x="284988" y="398322"/>
                  </a:lnTo>
                  <a:lnTo>
                    <a:pt x="287870" y="399211"/>
                  </a:lnTo>
                  <a:lnTo>
                    <a:pt x="291947" y="402780"/>
                  </a:lnTo>
                  <a:lnTo>
                    <a:pt x="292976" y="405295"/>
                  </a:lnTo>
                  <a:lnTo>
                    <a:pt x="292976" y="410540"/>
                  </a:lnTo>
                  <a:lnTo>
                    <a:pt x="269938" y="416331"/>
                  </a:lnTo>
                  <a:lnTo>
                    <a:pt x="266204" y="416979"/>
                  </a:lnTo>
                  <a:lnTo>
                    <a:pt x="244182" y="435889"/>
                  </a:lnTo>
                  <a:lnTo>
                    <a:pt x="244186" y="445503"/>
                  </a:lnTo>
                  <a:lnTo>
                    <a:pt x="265366" y="463816"/>
                  </a:lnTo>
                  <a:lnTo>
                    <a:pt x="274307" y="463816"/>
                  </a:lnTo>
                  <a:lnTo>
                    <a:pt x="293484" y="451383"/>
                  </a:lnTo>
                  <a:lnTo>
                    <a:pt x="314871" y="451383"/>
                  </a:lnTo>
                  <a:lnTo>
                    <a:pt x="314871" y="448703"/>
                  </a:lnTo>
                  <a:lnTo>
                    <a:pt x="273316" y="448703"/>
                  </a:lnTo>
                  <a:lnTo>
                    <a:pt x="270535" y="447928"/>
                  </a:lnTo>
                  <a:lnTo>
                    <a:pt x="268351" y="446392"/>
                  </a:lnTo>
                  <a:lnTo>
                    <a:pt x="266192" y="444817"/>
                  </a:lnTo>
                  <a:lnTo>
                    <a:pt x="265112" y="442531"/>
                  </a:lnTo>
                  <a:lnTo>
                    <a:pt x="265112" y="437502"/>
                  </a:lnTo>
                  <a:lnTo>
                    <a:pt x="283400" y="428472"/>
                  </a:lnTo>
                  <a:lnTo>
                    <a:pt x="286346" y="427939"/>
                  </a:lnTo>
                  <a:lnTo>
                    <a:pt x="293128" y="425729"/>
                  </a:lnTo>
                  <a:lnTo>
                    <a:pt x="314871" y="425729"/>
                  </a:lnTo>
                  <a:lnTo>
                    <a:pt x="314871" y="404367"/>
                  </a:lnTo>
                  <a:lnTo>
                    <a:pt x="313969" y="400342"/>
                  </a:lnTo>
                  <a:lnTo>
                    <a:pt x="312883" y="398322"/>
                  </a:lnTo>
                  <a:close/>
                </a:path>
                <a:path w="1601469" h="471170">
                  <a:moveTo>
                    <a:pt x="314871" y="451383"/>
                  </a:moveTo>
                  <a:lnTo>
                    <a:pt x="294106" y="451383"/>
                  </a:lnTo>
                  <a:lnTo>
                    <a:pt x="294106" y="462330"/>
                  </a:lnTo>
                  <a:lnTo>
                    <a:pt x="314871" y="462330"/>
                  </a:lnTo>
                  <a:lnTo>
                    <a:pt x="314871" y="451383"/>
                  </a:lnTo>
                  <a:close/>
                </a:path>
                <a:path w="1601469" h="471170">
                  <a:moveTo>
                    <a:pt x="314871" y="425729"/>
                  </a:moveTo>
                  <a:lnTo>
                    <a:pt x="293128" y="425729"/>
                  </a:lnTo>
                  <a:lnTo>
                    <a:pt x="293128" y="436879"/>
                  </a:lnTo>
                  <a:lnTo>
                    <a:pt x="292430" y="439369"/>
                  </a:lnTo>
                  <a:lnTo>
                    <a:pt x="279895" y="448703"/>
                  </a:lnTo>
                  <a:lnTo>
                    <a:pt x="314871" y="448703"/>
                  </a:lnTo>
                  <a:lnTo>
                    <a:pt x="314871" y="425729"/>
                  </a:lnTo>
                  <a:close/>
                </a:path>
                <a:path w="1601469" h="471170">
                  <a:moveTo>
                    <a:pt x="285737" y="382333"/>
                  </a:moveTo>
                  <a:lnTo>
                    <a:pt x="275043" y="382333"/>
                  </a:lnTo>
                  <a:lnTo>
                    <a:pt x="269494" y="383285"/>
                  </a:lnTo>
                  <a:lnTo>
                    <a:pt x="247266" y="404367"/>
                  </a:lnTo>
                  <a:lnTo>
                    <a:pt x="247171" y="404812"/>
                  </a:lnTo>
                  <a:lnTo>
                    <a:pt x="247067" y="405295"/>
                  </a:lnTo>
                  <a:lnTo>
                    <a:pt x="246964" y="405777"/>
                  </a:lnTo>
                  <a:lnTo>
                    <a:pt x="267220" y="407415"/>
                  </a:lnTo>
                  <a:lnTo>
                    <a:pt x="277317" y="398322"/>
                  </a:lnTo>
                  <a:lnTo>
                    <a:pt x="312883" y="398322"/>
                  </a:lnTo>
                  <a:lnTo>
                    <a:pt x="310337" y="393585"/>
                  </a:lnTo>
                  <a:lnTo>
                    <a:pt x="307848" y="390817"/>
                  </a:lnTo>
                  <a:lnTo>
                    <a:pt x="301574" y="386499"/>
                  </a:lnTo>
                  <a:lnTo>
                    <a:pt x="297992" y="384898"/>
                  </a:lnTo>
                  <a:lnTo>
                    <a:pt x="289941" y="382841"/>
                  </a:lnTo>
                  <a:lnTo>
                    <a:pt x="285737" y="382333"/>
                  </a:lnTo>
                  <a:close/>
                </a:path>
                <a:path w="1601469" h="471170">
                  <a:moveTo>
                    <a:pt x="348221" y="438315"/>
                  </a:moveTo>
                  <a:lnTo>
                    <a:pt x="326682" y="439458"/>
                  </a:lnTo>
                  <a:lnTo>
                    <a:pt x="327736" y="446989"/>
                  </a:lnTo>
                  <a:lnTo>
                    <a:pt x="331355" y="452958"/>
                  </a:lnTo>
                  <a:lnTo>
                    <a:pt x="362508" y="463867"/>
                  </a:lnTo>
                  <a:lnTo>
                    <a:pt x="369366" y="463867"/>
                  </a:lnTo>
                  <a:lnTo>
                    <a:pt x="375412" y="462787"/>
                  </a:lnTo>
                  <a:lnTo>
                    <a:pt x="385940" y="458444"/>
                  </a:lnTo>
                  <a:lnTo>
                    <a:pt x="390080" y="455383"/>
                  </a:lnTo>
                  <a:lnTo>
                    <a:pt x="395746" y="448094"/>
                  </a:lnTo>
                  <a:lnTo>
                    <a:pt x="358660" y="448094"/>
                  </a:lnTo>
                  <a:lnTo>
                    <a:pt x="355793" y="447357"/>
                  </a:lnTo>
                  <a:lnTo>
                    <a:pt x="355581" y="447357"/>
                  </a:lnTo>
                  <a:lnTo>
                    <a:pt x="350443" y="443941"/>
                  </a:lnTo>
                  <a:lnTo>
                    <a:pt x="348869" y="441502"/>
                  </a:lnTo>
                  <a:lnTo>
                    <a:pt x="348221" y="438315"/>
                  </a:lnTo>
                  <a:close/>
                </a:path>
                <a:path w="1601469" h="471170">
                  <a:moveTo>
                    <a:pt x="372224" y="382333"/>
                  </a:moveTo>
                  <a:lnTo>
                    <a:pt x="355498" y="382333"/>
                  </a:lnTo>
                  <a:lnTo>
                    <a:pt x="349605" y="383324"/>
                  </a:lnTo>
                  <a:lnTo>
                    <a:pt x="339559" y="387299"/>
                  </a:lnTo>
                  <a:lnTo>
                    <a:pt x="335673" y="390131"/>
                  </a:lnTo>
                  <a:lnTo>
                    <a:pt x="330149" y="397459"/>
                  </a:lnTo>
                  <a:lnTo>
                    <a:pt x="328790" y="401840"/>
                  </a:lnTo>
                  <a:lnTo>
                    <a:pt x="328790" y="412800"/>
                  </a:lnTo>
                  <a:lnTo>
                    <a:pt x="368719" y="432892"/>
                  </a:lnTo>
                  <a:lnTo>
                    <a:pt x="371246" y="433882"/>
                  </a:lnTo>
                  <a:lnTo>
                    <a:pt x="374548" y="436448"/>
                  </a:lnTo>
                  <a:lnTo>
                    <a:pt x="375386" y="438086"/>
                  </a:lnTo>
                  <a:lnTo>
                    <a:pt x="375386" y="442429"/>
                  </a:lnTo>
                  <a:lnTo>
                    <a:pt x="374180" y="444372"/>
                  </a:lnTo>
                  <a:lnTo>
                    <a:pt x="369481" y="447357"/>
                  </a:lnTo>
                  <a:lnTo>
                    <a:pt x="366407" y="448094"/>
                  </a:lnTo>
                  <a:lnTo>
                    <a:pt x="395746" y="448094"/>
                  </a:lnTo>
                  <a:lnTo>
                    <a:pt x="396151" y="447573"/>
                  </a:lnTo>
                  <a:lnTo>
                    <a:pt x="397675" y="443039"/>
                  </a:lnTo>
                  <a:lnTo>
                    <a:pt x="397675" y="432168"/>
                  </a:lnTo>
                  <a:lnTo>
                    <a:pt x="395795" y="427570"/>
                  </a:lnTo>
                  <a:lnTo>
                    <a:pt x="388251" y="420585"/>
                  </a:lnTo>
                  <a:lnTo>
                    <a:pt x="382524" y="418045"/>
                  </a:lnTo>
                  <a:lnTo>
                    <a:pt x="360553" y="413588"/>
                  </a:lnTo>
                  <a:lnTo>
                    <a:pt x="356895" y="412800"/>
                  </a:lnTo>
                  <a:lnTo>
                    <a:pt x="354304" y="411759"/>
                  </a:lnTo>
                  <a:lnTo>
                    <a:pt x="351282" y="409155"/>
                  </a:lnTo>
                  <a:lnTo>
                    <a:pt x="350532" y="407555"/>
                  </a:lnTo>
                  <a:lnTo>
                    <a:pt x="350532" y="403313"/>
                  </a:lnTo>
                  <a:lnTo>
                    <a:pt x="351701" y="401421"/>
                  </a:lnTo>
                  <a:lnTo>
                    <a:pt x="356299" y="398614"/>
                  </a:lnTo>
                  <a:lnTo>
                    <a:pt x="359219" y="397852"/>
                  </a:lnTo>
                  <a:lnTo>
                    <a:pt x="394474" y="397852"/>
                  </a:lnTo>
                  <a:lnTo>
                    <a:pt x="391566" y="392874"/>
                  </a:lnTo>
                  <a:lnTo>
                    <a:pt x="380072" y="384441"/>
                  </a:lnTo>
                  <a:lnTo>
                    <a:pt x="372224" y="382333"/>
                  </a:lnTo>
                  <a:close/>
                </a:path>
                <a:path w="1601469" h="471170">
                  <a:moveTo>
                    <a:pt x="394474" y="397852"/>
                  </a:moveTo>
                  <a:lnTo>
                    <a:pt x="365150" y="397852"/>
                  </a:lnTo>
                  <a:lnTo>
                    <a:pt x="367322" y="398284"/>
                  </a:lnTo>
                  <a:lnTo>
                    <a:pt x="369138" y="399148"/>
                  </a:lnTo>
                  <a:lnTo>
                    <a:pt x="375831" y="407111"/>
                  </a:lnTo>
                  <a:lnTo>
                    <a:pt x="395884" y="405879"/>
                  </a:lnTo>
                  <a:lnTo>
                    <a:pt x="395098" y="399961"/>
                  </a:lnTo>
                  <a:lnTo>
                    <a:pt x="394990" y="399148"/>
                  </a:lnTo>
                  <a:lnTo>
                    <a:pt x="394919" y="398614"/>
                  </a:lnTo>
                  <a:lnTo>
                    <a:pt x="394474" y="397852"/>
                  </a:lnTo>
                  <a:close/>
                </a:path>
                <a:path w="1601469" h="471170">
                  <a:moveTo>
                    <a:pt x="427824" y="438315"/>
                  </a:moveTo>
                  <a:lnTo>
                    <a:pt x="406273" y="439458"/>
                  </a:lnTo>
                  <a:lnTo>
                    <a:pt x="407339" y="446989"/>
                  </a:lnTo>
                  <a:lnTo>
                    <a:pt x="410959" y="452958"/>
                  </a:lnTo>
                  <a:lnTo>
                    <a:pt x="442112" y="463867"/>
                  </a:lnTo>
                  <a:lnTo>
                    <a:pt x="448970" y="463867"/>
                  </a:lnTo>
                  <a:lnTo>
                    <a:pt x="455015" y="462787"/>
                  </a:lnTo>
                  <a:lnTo>
                    <a:pt x="465543" y="458444"/>
                  </a:lnTo>
                  <a:lnTo>
                    <a:pt x="469684" y="455383"/>
                  </a:lnTo>
                  <a:lnTo>
                    <a:pt x="475349" y="448094"/>
                  </a:lnTo>
                  <a:lnTo>
                    <a:pt x="438251" y="448094"/>
                  </a:lnTo>
                  <a:lnTo>
                    <a:pt x="435395" y="447357"/>
                  </a:lnTo>
                  <a:lnTo>
                    <a:pt x="435184" y="447357"/>
                  </a:lnTo>
                  <a:lnTo>
                    <a:pt x="430047" y="443941"/>
                  </a:lnTo>
                  <a:lnTo>
                    <a:pt x="428472" y="441502"/>
                  </a:lnTo>
                  <a:lnTo>
                    <a:pt x="427824" y="438315"/>
                  </a:lnTo>
                  <a:close/>
                </a:path>
                <a:path w="1601469" h="471170">
                  <a:moveTo>
                    <a:pt x="451827" y="382333"/>
                  </a:moveTo>
                  <a:lnTo>
                    <a:pt x="435102" y="382333"/>
                  </a:lnTo>
                  <a:lnTo>
                    <a:pt x="429209" y="383324"/>
                  </a:lnTo>
                  <a:lnTo>
                    <a:pt x="419163" y="387299"/>
                  </a:lnTo>
                  <a:lnTo>
                    <a:pt x="415277" y="390131"/>
                  </a:lnTo>
                  <a:lnTo>
                    <a:pt x="409752" y="397459"/>
                  </a:lnTo>
                  <a:lnTo>
                    <a:pt x="408381" y="401840"/>
                  </a:lnTo>
                  <a:lnTo>
                    <a:pt x="408381" y="412800"/>
                  </a:lnTo>
                  <a:lnTo>
                    <a:pt x="410248" y="417652"/>
                  </a:lnTo>
                  <a:lnTo>
                    <a:pt x="417753" y="425259"/>
                  </a:lnTo>
                  <a:lnTo>
                    <a:pt x="423506" y="427939"/>
                  </a:lnTo>
                  <a:lnTo>
                    <a:pt x="448310" y="432892"/>
                  </a:lnTo>
                  <a:lnTo>
                    <a:pt x="450850" y="433882"/>
                  </a:lnTo>
                  <a:lnTo>
                    <a:pt x="454139" y="436448"/>
                  </a:lnTo>
                  <a:lnTo>
                    <a:pt x="454977" y="438086"/>
                  </a:lnTo>
                  <a:lnTo>
                    <a:pt x="454977" y="442429"/>
                  </a:lnTo>
                  <a:lnTo>
                    <a:pt x="453783" y="444372"/>
                  </a:lnTo>
                  <a:lnTo>
                    <a:pt x="449084" y="447357"/>
                  </a:lnTo>
                  <a:lnTo>
                    <a:pt x="445998" y="448094"/>
                  </a:lnTo>
                  <a:lnTo>
                    <a:pt x="475349" y="448094"/>
                  </a:lnTo>
                  <a:lnTo>
                    <a:pt x="475754" y="447573"/>
                  </a:lnTo>
                  <a:lnTo>
                    <a:pt x="477278" y="443039"/>
                  </a:lnTo>
                  <a:lnTo>
                    <a:pt x="477278" y="432168"/>
                  </a:lnTo>
                  <a:lnTo>
                    <a:pt x="475399" y="427570"/>
                  </a:lnTo>
                  <a:lnTo>
                    <a:pt x="467855" y="420585"/>
                  </a:lnTo>
                  <a:lnTo>
                    <a:pt x="462127" y="418045"/>
                  </a:lnTo>
                  <a:lnTo>
                    <a:pt x="440156" y="413588"/>
                  </a:lnTo>
                  <a:lnTo>
                    <a:pt x="436486" y="412800"/>
                  </a:lnTo>
                  <a:lnTo>
                    <a:pt x="433908" y="411759"/>
                  </a:lnTo>
                  <a:lnTo>
                    <a:pt x="430885" y="409155"/>
                  </a:lnTo>
                  <a:lnTo>
                    <a:pt x="430136" y="407555"/>
                  </a:lnTo>
                  <a:lnTo>
                    <a:pt x="430136" y="403313"/>
                  </a:lnTo>
                  <a:lnTo>
                    <a:pt x="431292" y="401421"/>
                  </a:lnTo>
                  <a:lnTo>
                    <a:pt x="435903" y="398614"/>
                  </a:lnTo>
                  <a:lnTo>
                    <a:pt x="438823" y="397852"/>
                  </a:lnTo>
                  <a:lnTo>
                    <a:pt x="474076" y="397852"/>
                  </a:lnTo>
                  <a:lnTo>
                    <a:pt x="471157" y="392874"/>
                  </a:lnTo>
                  <a:lnTo>
                    <a:pt x="459676" y="384441"/>
                  </a:lnTo>
                  <a:lnTo>
                    <a:pt x="451827" y="382333"/>
                  </a:lnTo>
                  <a:close/>
                </a:path>
                <a:path w="1601469" h="471170">
                  <a:moveTo>
                    <a:pt x="474076" y="397852"/>
                  </a:moveTo>
                  <a:lnTo>
                    <a:pt x="444754" y="397852"/>
                  </a:lnTo>
                  <a:lnTo>
                    <a:pt x="446925" y="398284"/>
                  </a:lnTo>
                  <a:lnTo>
                    <a:pt x="448741" y="399148"/>
                  </a:lnTo>
                  <a:lnTo>
                    <a:pt x="455422" y="407111"/>
                  </a:lnTo>
                  <a:lnTo>
                    <a:pt x="475475" y="405879"/>
                  </a:lnTo>
                  <a:lnTo>
                    <a:pt x="474699" y="399961"/>
                  </a:lnTo>
                  <a:lnTo>
                    <a:pt x="474592" y="399148"/>
                  </a:lnTo>
                  <a:lnTo>
                    <a:pt x="474522" y="398614"/>
                  </a:lnTo>
                  <a:lnTo>
                    <a:pt x="474076" y="397852"/>
                  </a:lnTo>
                  <a:close/>
                </a:path>
                <a:path w="1601469" h="471170">
                  <a:moveTo>
                    <a:pt x="529704" y="382333"/>
                  </a:moveTo>
                  <a:lnTo>
                    <a:pt x="516737" y="382333"/>
                  </a:lnTo>
                  <a:lnTo>
                    <a:pt x="509993" y="384047"/>
                  </a:lnTo>
                  <a:lnTo>
                    <a:pt x="486229" y="414870"/>
                  </a:lnTo>
                  <a:lnTo>
                    <a:pt x="486181" y="431533"/>
                  </a:lnTo>
                  <a:lnTo>
                    <a:pt x="487685" y="438365"/>
                  </a:lnTo>
                  <a:lnTo>
                    <a:pt x="487768" y="438746"/>
                  </a:lnTo>
                  <a:lnTo>
                    <a:pt x="517245" y="463867"/>
                  </a:lnTo>
                  <a:lnTo>
                    <a:pt x="531876" y="463867"/>
                  </a:lnTo>
                  <a:lnTo>
                    <a:pt x="558660" y="447522"/>
                  </a:lnTo>
                  <a:lnTo>
                    <a:pt x="522058" y="447522"/>
                  </a:lnTo>
                  <a:lnTo>
                    <a:pt x="518883" y="446747"/>
                  </a:lnTo>
                  <a:lnTo>
                    <a:pt x="513537" y="443661"/>
                  </a:lnTo>
                  <a:lnTo>
                    <a:pt x="511467" y="441477"/>
                  </a:lnTo>
                  <a:lnTo>
                    <a:pt x="508546" y="435787"/>
                  </a:lnTo>
                  <a:lnTo>
                    <a:pt x="507834" y="432409"/>
                  </a:lnTo>
                  <a:lnTo>
                    <a:pt x="507839" y="428447"/>
                  </a:lnTo>
                  <a:lnTo>
                    <a:pt x="494931" y="428447"/>
                  </a:lnTo>
                  <a:lnTo>
                    <a:pt x="494931" y="414870"/>
                  </a:lnTo>
                  <a:lnTo>
                    <a:pt x="507857" y="414870"/>
                  </a:lnTo>
                  <a:lnTo>
                    <a:pt x="507860" y="412483"/>
                  </a:lnTo>
                  <a:lnTo>
                    <a:pt x="508544" y="409854"/>
                  </a:lnTo>
                  <a:lnTo>
                    <a:pt x="508596" y="409651"/>
                  </a:lnTo>
                  <a:lnTo>
                    <a:pt x="511479" y="404545"/>
                  </a:lnTo>
                  <a:lnTo>
                    <a:pt x="513473" y="402501"/>
                  </a:lnTo>
                  <a:lnTo>
                    <a:pt x="518579" y="399453"/>
                  </a:lnTo>
                  <a:lnTo>
                    <a:pt x="521525" y="398678"/>
                  </a:lnTo>
                  <a:lnTo>
                    <a:pt x="556180" y="398678"/>
                  </a:lnTo>
                  <a:lnTo>
                    <a:pt x="554285" y="395681"/>
                  </a:lnTo>
                  <a:lnTo>
                    <a:pt x="547509" y="388975"/>
                  </a:lnTo>
                  <a:lnTo>
                    <a:pt x="543560" y="386499"/>
                  </a:lnTo>
                  <a:lnTo>
                    <a:pt x="534543" y="383171"/>
                  </a:lnTo>
                  <a:lnTo>
                    <a:pt x="529704" y="382333"/>
                  </a:lnTo>
                  <a:close/>
                </a:path>
                <a:path w="1601469" h="471170">
                  <a:moveTo>
                    <a:pt x="540893" y="438365"/>
                  </a:moveTo>
                  <a:lnTo>
                    <a:pt x="528154" y="447522"/>
                  </a:lnTo>
                  <a:lnTo>
                    <a:pt x="558660" y="447522"/>
                  </a:lnTo>
                  <a:lnTo>
                    <a:pt x="560020" y="444779"/>
                  </a:lnTo>
                  <a:lnTo>
                    <a:pt x="560120" y="444576"/>
                  </a:lnTo>
                  <a:lnTo>
                    <a:pt x="561149" y="439712"/>
                  </a:lnTo>
                  <a:lnTo>
                    <a:pt x="540893" y="438365"/>
                  </a:lnTo>
                  <a:close/>
                </a:path>
                <a:path w="1601469" h="471170">
                  <a:moveTo>
                    <a:pt x="507857" y="414870"/>
                  </a:moveTo>
                  <a:lnTo>
                    <a:pt x="494931" y="414870"/>
                  </a:lnTo>
                  <a:lnTo>
                    <a:pt x="494931" y="428447"/>
                  </a:lnTo>
                  <a:lnTo>
                    <a:pt x="507839" y="428447"/>
                  </a:lnTo>
                  <a:lnTo>
                    <a:pt x="507857" y="414870"/>
                  </a:lnTo>
                  <a:close/>
                </a:path>
                <a:path w="1601469" h="471170">
                  <a:moveTo>
                    <a:pt x="556180" y="398678"/>
                  </a:moveTo>
                  <a:lnTo>
                    <a:pt x="528040" y="398678"/>
                  </a:lnTo>
                  <a:lnTo>
                    <a:pt x="531084" y="399453"/>
                  </a:lnTo>
                  <a:lnTo>
                    <a:pt x="530943" y="399453"/>
                  </a:lnTo>
                  <a:lnTo>
                    <a:pt x="533234" y="400786"/>
                  </a:lnTo>
                  <a:lnTo>
                    <a:pt x="535660" y="402158"/>
                  </a:lnTo>
                  <a:lnTo>
                    <a:pt x="537565" y="404063"/>
                  </a:lnTo>
                  <a:lnTo>
                    <a:pt x="540308" y="408927"/>
                  </a:lnTo>
                  <a:lnTo>
                    <a:pt x="540994" y="411721"/>
                  </a:lnTo>
                  <a:lnTo>
                    <a:pt x="540994" y="414870"/>
                  </a:lnTo>
                  <a:lnTo>
                    <a:pt x="507857" y="414870"/>
                  </a:lnTo>
                  <a:lnTo>
                    <a:pt x="507839" y="428447"/>
                  </a:lnTo>
                  <a:lnTo>
                    <a:pt x="561606" y="428447"/>
                  </a:lnTo>
                  <a:lnTo>
                    <a:pt x="561504" y="415086"/>
                  </a:lnTo>
                  <a:lnTo>
                    <a:pt x="560666" y="409854"/>
                  </a:lnTo>
                  <a:lnTo>
                    <a:pt x="556895" y="399808"/>
                  </a:lnTo>
                  <a:lnTo>
                    <a:pt x="556180" y="398678"/>
                  </a:lnTo>
                  <a:close/>
                </a:path>
                <a:path w="1601469" h="471170">
                  <a:moveTo>
                    <a:pt x="592251" y="438315"/>
                  </a:moveTo>
                  <a:lnTo>
                    <a:pt x="570712" y="439458"/>
                  </a:lnTo>
                  <a:lnTo>
                    <a:pt x="571766" y="446989"/>
                  </a:lnTo>
                  <a:lnTo>
                    <a:pt x="575386" y="452958"/>
                  </a:lnTo>
                  <a:lnTo>
                    <a:pt x="606539" y="463867"/>
                  </a:lnTo>
                  <a:lnTo>
                    <a:pt x="613397" y="463867"/>
                  </a:lnTo>
                  <a:lnTo>
                    <a:pt x="619455" y="462787"/>
                  </a:lnTo>
                  <a:lnTo>
                    <a:pt x="629970" y="458444"/>
                  </a:lnTo>
                  <a:lnTo>
                    <a:pt x="634123" y="455383"/>
                  </a:lnTo>
                  <a:lnTo>
                    <a:pt x="639777" y="448094"/>
                  </a:lnTo>
                  <a:lnTo>
                    <a:pt x="602691" y="448094"/>
                  </a:lnTo>
                  <a:lnTo>
                    <a:pt x="599824" y="447357"/>
                  </a:lnTo>
                  <a:lnTo>
                    <a:pt x="599611" y="447357"/>
                  </a:lnTo>
                  <a:lnTo>
                    <a:pt x="594474" y="443941"/>
                  </a:lnTo>
                  <a:lnTo>
                    <a:pt x="592899" y="441502"/>
                  </a:lnTo>
                  <a:lnTo>
                    <a:pt x="592251" y="438315"/>
                  </a:lnTo>
                  <a:close/>
                </a:path>
                <a:path w="1601469" h="471170">
                  <a:moveTo>
                    <a:pt x="616267" y="382333"/>
                  </a:moveTo>
                  <a:lnTo>
                    <a:pt x="599541" y="382333"/>
                  </a:lnTo>
                  <a:lnTo>
                    <a:pt x="593636" y="383324"/>
                  </a:lnTo>
                  <a:lnTo>
                    <a:pt x="583603" y="387299"/>
                  </a:lnTo>
                  <a:lnTo>
                    <a:pt x="579704" y="390131"/>
                  </a:lnTo>
                  <a:lnTo>
                    <a:pt x="574192" y="397459"/>
                  </a:lnTo>
                  <a:lnTo>
                    <a:pt x="572820" y="401840"/>
                  </a:lnTo>
                  <a:lnTo>
                    <a:pt x="572820" y="412800"/>
                  </a:lnTo>
                  <a:lnTo>
                    <a:pt x="612749" y="432892"/>
                  </a:lnTo>
                  <a:lnTo>
                    <a:pt x="615289" y="433882"/>
                  </a:lnTo>
                  <a:lnTo>
                    <a:pt x="616927" y="435178"/>
                  </a:lnTo>
                  <a:lnTo>
                    <a:pt x="618578" y="436448"/>
                  </a:lnTo>
                  <a:lnTo>
                    <a:pt x="619417" y="438086"/>
                  </a:lnTo>
                  <a:lnTo>
                    <a:pt x="619417" y="442429"/>
                  </a:lnTo>
                  <a:lnTo>
                    <a:pt x="618210" y="444372"/>
                  </a:lnTo>
                  <a:lnTo>
                    <a:pt x="613524" y="447357"/>
                  </a:lnTo>
                  <a:lnTo>
                    <a:pt x="610438" y="448094"/>
                  </a:lnTo>
                  <a:lnTo>
                    <a:pt x="639777" y="448094"/>
                  </a:lnTo>
                  <a:lnTo>
                    <a:pt x="640181" y="447573"/>
                  </a:lnTo>
                  <a:lnTo>
                    <a:pt x="641705" y="443039"/>
                  </a:lnTo>
                  <a:lnTo>
                    <a:pt x="641705" y="432168"/>
                  </a:lnTo>
                  <a:lnTo>
                    <a:pt x="639826" y="427570"/>
                  </a:lnTo>
                  <a:lnTo>
                    <a:pt x="632282" y="420585"/>
                  </a:lnTo>
                  <a:lnTo>
                    <a:pt x="626567" y="418045"/>
                  </a:lnTo>
                  <a:lnTo>
                    <a:pt x="604596" y="413588"/>
                  </a:lnTo>
                  <a:lnTo>
                    <a:pt x="600925" y="412800"/>
                  </a:lnTo>
                  <a:lnTo>
                    <a:pt x="598335" y="411759"/>
                  </a:lnTo>
                  <a:lnTo>
                    <a:pt x="595325" y="409155"/>
                  </a:lnTo>
                  <a:lnTo>
                    <a:pt x="594563" y="407555"/>
                  </a:lnTo>
                  <a:lnTo>
                    <a:pt x="594563" y="403313"/>
                  </a:lnTo>
                  <a:lnTo>
                    <a:pt x="595731" y="401421"/>
                  </a:lnTo>
                  <a:lnTo>
                    <a:pt x="600330" y="398614"/>
                  </a:lnTo>
                  <a:lnTo>
                    <a:pt x="603250" y="397852"/>
                  </a:lnTo>
                  <a:lnTo>
                    <a:pt x="638504" y="397852"/>
                  </a:lnTo>
                  <a:lnTo>
                    <a:pt x="635596" y="392874"/>
                  </a:lnTo>
                  <a:lnTo>
                    <a:pt x="624116" y="384441"/>
                  </a:lnTo>
                  <a:lnTo>
                    <a:pt x="616267" y="382333"/>
                  </a:lnTo>
                  <a:close/>
                </a:path>
                <a:path w="1601469" h="471170">
                  <a:moveTo>
                    <a:pt x="638504" y="397852"/>
                  </a:moveTo>
                  <a:lnTo>
                    <a:pt x="609180" y="397852"/>
                  </a:lnTo>
                  <a:lnTo>
                    <a:pt x="611365" y="398284"/>
                  </a:lnTo>
                  <a:lnTo>
                    <a:pt x="613181" y="399148"/>
                  </a:lnTo>
                  <a:lnTo>
                    <a:pt x="619861" y="407111"/>
                  </a:lnTo>
                  <a:lnTo>
                    <a:pt x="639914" y="405879"/>
                  </a:lnTo>
                  <a:lnTo>
                    <a:pt x="639128" y="399961"/>
                  </a:lnTo>
                  <a:lnTo>
                    <a:pt x="639020" y="399148"/>
                  </a:lnTo>
                  <a:lnTo>
                    <a:pt x="638949" y="398614"/>
                  </a:lnTo>
                  <a:lnTo>
                    <a:pt x="638504" y="397852"/>
                  </a:lnTo>
                  <a:close/>
                </a:path>
                <a:path w="1601469" h="471170">
                  <a:moveTo>
                    <a:pt x="756720" y="449681"/>
                  </a:moveTo>
                  <a:lnTo>
                    <a:pt x="708596" y="449681"/>
                  </a:lnTo>
                  <a:lnTo>
                    <a:pt x="709599" y="451878"/>
                  </a:lnTo>
                  <a:lnTo>
                    <a:pt x="726770" y="463613"/>
                  </a:lnTo>
                  <a:lnTo>
                    <a:pt x="737019" y="463613"/>
                  </a:lnTo>
                  <a:lnTo>
                    <a:pt x="742429" y="462076"/>
                  </a:lnTo>
                  <a:lnTo>
                    <a:pt x="752132" y="455866"/>
                  </a:lnTo>
                  <a:lnTo>
                    <a:pt x="755967" y="451294"/>
                  </a:lnTo>
                  <a:lnTo>
                    <a:pt x="756720" y="449681"/>
                  </a:lnTo>
                  <a:close/>
                </a:path>
                <a:path w="1601469" h="471170">
                  <a:moveTo>
                    <a:pt x="707936" y="357035"/>
                  </a:moveTo>
                  <a:lnTo>
                    <a:pt x="686028" y="357035"/>
                  </a:lnTo>
                  <a:lnTo>
                    <a:pt x="686028" y="462330"/>
                  </a:lnTo>
                  <a:lnTo>
                    <a:pt x="707618" y="462330"/>
                  </a:lnTo>
                  <a:lnTo>
                    <a:pt x="707618" y="449681"/>
                  </a:lnTo>
                  <a:lnTo>
                    <a:pt x="756720" y="449681"/>
                  </a:lnTo>
                  <a:lnTo>
                    <a:pt x="758351" y="446189"/>
                  </a:lnTo>
                  <a:lnTo>
                    <a:pt x="720547" y="446189"/>
                  </a:lnTo>
                  <a:lnTo>
                    <a:pt x="717550" y="445223"/>
                  </a:lnTo>
                  <a:lnTo>
                    <a:pt x="707466" y="427545"/>
                  </a:lnTo>
                  <a:lnTo>
                    <a:pt x="707466" y="418147"/>
                  </a:lnTo>
                  <a:lnTo>
                    <a:pt x="712473" y="404647"/>
                  </a:lnTo>
                  <a:lnTo>
                    <a:pt x="712597" y="404469"/>
                  </a:lnTo>
                  <a:lnTo>
                    <a:pt x="717449" y="400735"/>
                  </a:lnTo>
                  <a:lnTo>
                    <a:pt x="718516" y="400380"/>
                  </a:lnTo>
                  <a:lnTo>
                    <a:pt x="720509" y="399757"/>
                  </a:lnTo>
                  <a:lnTo>
                    <a:pt x="758372" y="399757"/>
                  </a:lnTo>
                  <a:lnTo>
                    <a:pt x="756860" y="396620"/>
                  </a:lnTo>
                  <a:lnTo>
                    <a:pt x="707936" y="396620"/>
                  </a:lnTo>
                  <a:lnTo>
                    <a:pt x="707936" y="357035"/>
                  </a:lnTo>
                  <a:close/>
                </a:path>
                <a:path w="1601469" h="471170">
                  <a:moveTo>
                    <a:pt x="758372" y="399757"/>
                  </a:moveTo>
                  <a:lnTo>
                    <a:pt x="727671" y="399757"/>
                  </a:lnTo>
                  <a:lnTo>
                    <a:pt x="730707" y="400735"/>
                  </a:lnTo>
                  <a:lnTo>
                    <a:pt x="735647" y="404647"/>
                  </a:lnTo>
                  <a:lnTo>
                    <a:pt x="737514" y="407352"/>
                  </a:lnTo>
                  <a:lnTo>
                    <a:pt x="739919" y="413905"/>
                  </a:lnTo>
                  <a:lnTo>
                    <a:pt x="739979" y="414070"/>
                  </a:lnTo>
                  <a:lnTo>
                    <a:pt x="740054" y="414273"/>
                  </a:lnTo>
                  <a:lnTo>
                    <a:pt x="740655" y="418147"/>
                  </a:lnTo>
                  <a:lnTo>
                    <a:pt x="740660" y="427545"/>
                  </a:lnTo>
                  <a:lnTo>
                    <a:pt x="740029" y="431495"/>
                  </a:lnTo>
                  <a:lnTo>
                    <a:pt x="737394" y="438632"/>
                  </a:lnTo>
                  <a:lnTo>
                    <a:pt x="735501" y="441350"/>
                  </a:lnTo>
                  <a:lnTo>
                    <a:pt x="730617" y="445223"/>
                  </a:lnTo>
                  <a:lnTo>
                    <a:pt x="727646" y="446189"/>
                  </a:lnTo>
                  <a:lnTo>
                    <a:pt x="758351" y="446189"/>
                  </a:lnTo>
                  <a:lnTo>
                    <a:pt x="761619" y="439191"/>
                  </a:lnTo>
                  <a:lnTo>
                    <a:pt x="763041" y="431761"/>
                  </a:lnTo>
                  <a:lnTo>
                    <a:pt x="763041" y="413905"/>
                  </a:lnTo>
                  <a:lnTo>
                    <a:pt x="761593" y="406374"/>
                  </a:lnTo>
                  <a:lnTo>
                    <a:pt x="758372" y="399757"/>
                  </a:lnTo>
                  <a:close/>
                </a:path>
                <a:path w="1601469" h="471170">
                  <a:moveTo>
                    <a:pt x="736828" y="382333"/>
                  </a:moveTo>
                  <a:lnTo>
                    <a:pt x="726643" y="382333"/>
                  </a:lnTo>
                  <a:lnTo>
                    <a:pt x="722947" y="383082"/>
                  </a:lnTo>
                  <a:lnTo>
                    <a:pt x="717016" y="386067"/>
                  </a:lnTo>
                  <a:lnTo>
                    <a:pt x="714616" y="387921"/>
                  </a:lnTo>
                  <a:lnTo>
                    <a:pt x="710946" y="392341"/>
                  </a:lnTo>
                  <a:lnTo>
                    <a:pt x="709659" y="394347"/>
                  </a:lnTo>
                  <a:lnTo>
                    <a:pt x="709561" y="394500"/>
                  </a:lnTo>
                  <a:lnTo>
                    <a:pt x="708596" y="396620"/>
                  </a:lnTo>
                  <a:lnTo>
                    <a:pt x="756860" y="396620"/>
                  </a:lnTo>
                  <a:lnTo>
                    <a:pt x="755837" y="394500"/>
                  </a:lnTo>
                  <a:lnTo>
                    <a:pt x="755764" y="394347"/>
                  </a:lnTo>
                  <a:lnTo>
                    <a:pt x="751878" y="389839"/>
                  </a:lnTo>
                  <a:lnTo>
                    <a:pt x="742137" y="383844"/>
                  </a:lnTo>
                  <a:lnTo>
                    <a:pt x="736828" y="382333"/>
                  </a:lnTo>
                  <a:close/>
                </a:path>
                <a:path w="1601469" h="471170">
                  <a:moveTo>
                    <a:pt x="840962" y="398322"/>
                  </a:moveTo>
                  <a:lnTo>
                    <a:pt x="813066" y="398322"/>
                  </a:lnTo>
                  <a:lnTo>
                    <a:pt x="815949" y="399211"/>
                  </a:lnTo>
                  <a:lnTo>
                    <a:pt x="820026" y="402780"/>
                  </a:lnTo>
                  <a:lnTo>
                    <a:pt x="821055" y="405295"/>
                  </a:lnTo>
                  <a:lnTo>
                    <a:pt x="821055" y="410540"/>
                  </a:lnTo>
                  <a:lnTo>
                    <a:pt x="798017" y="416331"/>
                  </a:lnTo>
                  <a:lnTo>
                    <a:pt x="794283" y="416979"/>
                  </a:lnTo>
                  <a:lnTo>
                    <a:pt x="772261" y="435889"/>
                  </a:lnTo>
                  <a:lnTo>
                    <a:pt x="772264" y="445503"/>
                  </a:lnTo>
                  <a:lnTo>
                    <a:pt x="793445" y="463816"/>
                  </a:lnTo>
                  <a:lnTo>
                    <a:pt x="802386" y="463816"/>
                  </a:lnTo>
                  <a:lnTo>
                    <a:pt x="821563" y="451383"/>
                  </a:lnTo>
                  <a:lnTo>
                    <a:pt x="842962" y="451383"/>
                  </a:lnTo>
                  <a:lnTo>
                    <a:pt x="842962" y="448703"/>
                  </a:lnTo>
                  <a:lnTo>
                    <a:pt x="801395" y="448703"/>
                  </a:lnTo>
                  <a:lnTo>
                    <a:pt x="798626" y="447928"/>
                  </a:lnTo>
                  <a:lnTo>
                    <a:pt x="796429" y="446392"/>
                  </a:lnTo>
                  <a:lnTo>
                    <a:pt x="794270" y="444817"/>
                  </a:lnTo>
                  <a:lnTo>
                    <a:pt x="793191" y="442531"/>
                  </a:lnTo>
                  <a:lnTo>
                    <a:pt x="793191" y="437502"/>
                  </a:lnTo>
                  <a:lnTo>
                    <a:pt x="811479" y="428472"/>
                  </a:lnTo>
                  <a:lnTo>
                    <a:pt x="814425" y="427939"/>
                  </a:lnTo>
                  <a:lnTo>
                    <a:pt x="821207" y="425729"/>
                  </a:lnTo>
                  <a:lnTo>
                    <a:pt x="842962" y="425729"/>
                  </a:lnTo>
                  <a:lnTo>
                    <a:pt x="842962" y="404367"/>
                  </a:lnTo>
                  <a:lnTo>
                    <a:pt x="842048" y="400342"/>
                  </a:lnTo>
                  <a:lnTo>
                    <a:pt x="840962" y="398322"/>
                  </a:lnTo>
                  <a:close/>
                </a:path>
                <a:path w="1601469" h="471170">
                  <a:moveTo>
                    <a:pt x="842962" y="451383"/>
                  </a:moveTo>
                  <a:lnTo>
                    <a:pt x="822185" y="451383"/>
                  </a:lnTo>
                  <a:lnTo>
                    <a:pt x="822185" y="462330"/>
                  </a:lnTo>
                  <a:lnTo>
                    <a:pt x="842962" y="462330"/>
                  </a:lnTo>
                  <a:lnTo>
                    <a:pt x="842962" y="451383"/>
                  </a:lnTo>
                  <a:close/>
                </a:path>
                <a:path w="1601469" h="471170">
                  <a:moveTo>
                    <a:pt x="842962" y="425729"/>
                  </a:moveTo>
                  <a:lnTo>
                    <a:pt x="821207" y="425729"/>
                  </a:lnTo>
                  <a:lnTo>
                    <a:pt x="821207" y="436879"/>
                  </a:lnTo>
                  <a:lnTo>
                    <a:pt x="820508" y="439369"/>
                  </a:lnTo>
                  <a:lnTo>
                    <a:pt x="807974" y="448703"/>
                  </a:lnTo>
                  <a:lnTo>
                    <a:pt x="842962" y="448703"/>
                  </a:lnTo>
                  <a:lnTo>
                    <a:pt x="842962" y="425729"/>
                  </a:lnTo>
                  <a:close/>
                </a:path>
                <a:path w="1601469" h="471170">
                  <a:moveTo>
                    <a:pt x="813816" y="382333"/>
                  </a:moveTo>
                  <a:lnTo>
                    <a:pt x="803122" y="382333"/>
                  </a:lnTo>
                  <a:lnTo>
                    <a:pt x="797572" y="383285"/>
                  </a:lnTo>
                  <a:lnTo>
                    <a:pt x="775344" y="404367"/>
                  </a:lnTo>
                  <a:lnTo>
                    <a:pt x="775249" y="404812"/>
                  </a:lnTo>
                  <a:lnTo>
                    <a:pt x="775146" y="405295"/>
                  </a:lnTo>
                  <a:lnTo>
                    <a:pt x="775042" y="405777"/>
                  </a:lnTo>
                  <a:lnTo>
                    <a:pt x="795299" y="407415"/>
                  </a:lnTo>
                  <a:lnTo>
                    <a:pt x="796048" y="404812"/>
                  </a:lnTo>
                  <a:lnTo>
                    <a:pt x="797506" y="402780"/>
                  </a:lnTo>
                  <a:lnTo>
                    <a:pt x="797598" y="402653"/>
                  </a:lnTo>
                  <a:lnTo>
                    <a:pt x="802241" y="399211"/>
                  </a:lnTo>
                  <a:lnTo>
                    <a:pt x="805395" y="398322"/>
                  </a:lnTo>
                  <a:lnTo>
                    <a:pt x="840962" y="398322"/>
                  </a:lnTo>
                  <a:lnTo>
                    <a:pt x="838415" y="393585"/>
                  </a:lnTo>
                  <a:lnTo>
                    <a:pt x="835926" y="390817"/>
                  </a:lnTo>
                  <a:lnTo>
                    <a:pt x="829652" y="386499"/>
                  </a:lnTo>
                  <a:lnTo>
                    <a:pt x="826071" y="384898"/>
                  </a:lnTo>
                  <a:lnTo>
                    <a:pt x="818019" y="382841"/>
                  </a:lnTo>
                  <a:lnTo>
                    <a:pt x="813816" y="382333"/>
                  </a:lnTo>
                  <a:close/>
                </a:path>
                <a:path w="1601469" h="471170">
                  <a:moveTo>
                    <a:pt x="876300" y="438315"/>
                  </a:moveTo>
                  <a:lnTo>
                    <a:pt x="854760" y="439458"/>
                  </a:lnTo>
                  <a:lnTo>
                    <a:pt x="855814" y="446989"/>
                  </a:lnTo>
                  <a:lnTo>
                    <a:pt x="859434" y="452958"/>
                  </a:lnTo>
                  <a:lnTo>
                    <a:pt x="890587" y="463867"/>
                  </a:lnTo>
                  <a:lnTo>
                    <a:pt x="897445" y="463867"/>
                  </a:lnTo>
                  <a:lnTo>
                    <a:pt x="903490" y="462787"/>
                  </a:lnTo>
                  <a:lnTo>
                    <a:pt x="914019" y="458444"/>
                  </a:lnTo>
                  <a:lnTo>
                    <a:pt x="918171" y="455383"/>
                  </a:lnTo>
                  <a:lnTo>
                    <a:pt x="923825" y="448094"/>
                  </a:lnTo>
                  <a:lnTo>
                    <a:pt x="886739" y="448094"/>
                  </a:lnTo>
                  <a:lnTo>
                    <a:pt x="883872" y="447357"/>
                  </a:lnTo>
                  <a:lnTo>
                    <a:pt x="883659" y="447357"/>
                  </a:lnTo>
                  <a:lnTo>
                    <a:pt x="878522" y="443941"/>
                  </a:lnTo>
                  <a:lnTo>
                    <a:pt x="876947" y="441502"/>
                  </a:lnTo>
                  <a:lnTo>
                    <a:pt x="876300" y="438315"/>
                  </a:lnTo>
                  <a:close/>
                </a:path>
                <a:path w="1601469" h="471170">
                  <a:moveTo>
                    <a:pt x="900303" y="382333"/>
                  </a:moveTo>
                  <a:lnTo>
                    <a:pt x="883577" y="382333"/>
                  </a:lnTo>
                  <a:lnTo>
                    <a:pt x="877684" y="383324"/>
                  </a:lnTo>
                  <a:lnTo>
                    <a:pt x="856869" y="401840"/>
                  </a:lnTo>
                  <a:lnTo>
                    <a:pt x="856869" y="412800"/>
                  </a:lnTo>
                  <a:lnTo>
                    <a:pt x="896797" y="432892"/>
                  </a:lnTo>
                  <a:lnTo>
                    <a:pt x="899325" y="433882"/>
                  </a:lnTo>
                  <a:lnTo>
                    <a:pt x="902627" y="436448"/>
                  </a:lnTo>
                  <a:lnTo>
                    <a:pt x="903465" y="438086"/>
                  </a:lnTo>
                  <a:lnTo>
                    <a:pt x="903465" y="442429"/>
                  </a:lnTo>
                  <a:lnTo>
                    <a:pt x="902258" y="444372"/>
                  </a:lnTo>
                  <a:lnTo>
                    <a:pt x="897559" y="447357"/>
                  </a:lnTo>
                  <a:lnTo>
                    <a:pt x="894486" y="448094"/>
                  </a:lnTo>
                  <a:lnTo>
                    <a:pt x="923825" y="448094"/>
                  </a:lnTo>
                  <a:lnTo>
                    <a:pt x="924229" y="447573"/>
                  </a:lnTo>
                  <a:lnTo>
                    <a:pt x="925753" y="443039"/>
                  </a:lnTo>
                  <a:lnTo>
                    <a:pt x="925753" y="432168"/>
                  </a:lnTo>
                  <a:lnTo>
                    <a:pt x="923874" y="427570"/>
                  </a:lnTo>
                  <a:lnTo>
                    <a:pt x="916330" y="420585"/>
                  </a:lnTo>
                  <a:lnTo>
                    <a:pt x="910602" y="418045"/>
                  </a:lnTo>
                  <a:lnTo>
                    <a:pt x="888631" y="413588"/>
                  </a:lnTo>
                  <a:lnTo>
                    <a:pt x="884974" y="412800"/>
                  </a:lnTo>
                  <a:lnTo>
                    <a:pt x="882383" y="411759"/>
                  </a:lnTo>
                  <a:lnTo>
                    <a:pt x="879360" y="409155"/>
                  </a:lnTo>
                  <a:lnTo>
                    <a:pt x="878611" y="407555"/>
                  </a:lnTo>
                  <a:lnTo>
                    <a:pt x="878611" y="403313"/>
                  </a:lnTo>
                  <a:lnTo>
                    <a:pt x="879779" y="401421"/>
                  </a:lnTo>
                  <a:lnTo>
                    <a:pt x="884378" y="398614"/>
                  </a:lnTo>
                  <a:lnTo>
                    <a:pt x="887298" y="397852"/>
                  </a:lnTo>
                  <a:lnTo>
                    <a:pt x="922552" y="397852"/>
                  </a:lnTo>
                  <a:lnTo>
                    <a:pt x="919645" y="392874"/>
                  </a:lnTo>
                  <a:lnTo>
                    <a:pt x="908151" y="384441"/>
                  </a:lnTo>
                  <a:lnTo>
                    <a:pt x="900303" y="382333"/>
                  </a:lnTo>
                  <a:close/>
                </a:path>
                <a:path w="1601469" h="471170">
                  <a:moveTo>
                    <a:pt x="922552" y="397852"/>
                  </a:moveTo>
                  <a:lnTo>
                    <a:pt x="893229" y="397852"/>
                  </a:lnTo>
                  <a:lnTo>
                    <a:pt x="895400" y="398284"/>
                  </a:lnTo>
                  <a:lnTo>
                    <a:pt x="897229" y="399148"/>
                  </a:lnTo>
                  <a:lnTo>
                    <a:pt x="903909" y="407111"/>
                  </a:lnTo>
                  <a:lnTo>
                    <a:pt x="923963" y="405879"/>
                  </a:lnTo>
                  <a:lnTo>
                    <a:pt x="923176" y="399961"/>
                  </a:lnTo>
                  <a:lnTo>
                    <a:pt x="923068" y="399148"/>
                  </a:lnTo>
                  <a:lnTo>
                    <a:pt x="922997" y="398614"/>
                  </a:lnTo>
                  <a:lnTo>
                    <a:pt x="922552" y="397852"/>
                  </a:lnTo>
                  <a:close/>
                </a:path>
                <a:path w="1601469" h="471170">
                  <a:moveTo>
                    <a:pt x="959751" y="383362"/>
                  </a:moveTo>
                  <a:lnTo>
                    <a:pt x="937856" y="383362"/>
                  </a:lnTo>
                  <a:lnTo>
                    <a:pt x="937856" y="462330"/>
                  </a:lnTo>
                  <a:lnTo>
                    <a:pt x="959751" y="462330"/>
                  </a:lnTo>
                  <a:lnTo>
                    <a:pt x="959751" y="383362"/>
                  </a:lnTo>
                  <a:close/>
                </a:path>
                <a:path w="1601469" h="471170">
                  <a:moveTo>
                    <a:pt x="952106" y="351015"/>
                  </a:moveTo>
                  <a:lnTo>
                    <a:pt x="945603" y="351015"/>
                  </a:lnTo>
                  <a:lnTo>
                    <a:pt x="942809" y="352120"/>
                  </a:lnTo>
                  <a:lnTo>
                    <a:pt x="938174" y="356476"/>
                  </a:lnTo>
                  <a:lnTo>
                    <a:pt x="937031" y="359054"/>
                  </a:lnTo>
                  <a:lnTo>
                    <a:pt x="937031" y="365124"/>
                  </a:lnTo>
                  <a:lnTo>
                    <a:pt x="938174" y="367741"/>
                  </a:lnTo>
                  <a:lnTo>
                    <a:pt x="940473" y="369938"/>
                  </a:lnTo>
                  <a:lnTo>
                    <a:pt x="942809" y="372097"/>
                  </a:lnTo>
                  <a:lnTo>
                    <a:pt x="945603" y="373176"/>
                  </a:lnTo>
                  <a:lnTo>
                    <a:pt x="952106" y="373176"/>
                  </a:lnTo>
                  <a:lnTo>
                    <a:pt x="954887" y="372097"/>
                  </a:lnTo>
                  <a:lnTo>
                    <a:pt x="959510" y="367741"/>
                  </a:lnTo>
                  <a:lnTo>
                    <a:pt x="960678" y="365124"/>
                  </a:lnTo>
                  <a:lnTo>
                    <a:pt x="960678" y="359054"/>
                  </a:lnTo>
                  <a:lnTo>
                    <a:pt x="959510" y="356476"/>
                  </a:lnTo>
                  <a:lnTo>
                    <a:pt x="957186" y="354317"/>
                  </a:lnTo>
                  <a:lnTo>
                    <a:pt x="954887" y="352120"/>
                  </a:lnTo>
                  <a:lnTo>
                    <a:pt x="952106" y="351015"/>
                  </a:lnTo>
                  <a:close/>
                </a:path>
                <a:path w="1601469" h="471170">
                  <a:moveTo>
                    <a:pt x="1018070" y="382333"/>
                  </a:moveTo>
                  <a:lnTo>
                    <a:pt x="1003198" y="382333"/>
                  </a:lnTo>
                  <a:lnTo>
                    <a:pt x="996302" y="384060"/>
                  </a:lnTo>
                  <a:lnTo>
                    <a:pt x="984719" y="390956"/>
                  </a:lnTo>
                  <a:lnTo>
                    <a:pt x="980249" y="395731"/>
                  </a:lnTo>
                  <a:lnTo>
                    <a:pt x="973975" y="407974"/>
                  </a:lnTo>
                  <a:lnTo>
                    <a:pt x="972413" y="415061"/>
                  </a:lnTo>
                  <a:lnTo>
                    <a:pt x="972413" y="431139"/>
                  </a:lnTo>
                  <a:lnTo>
                    <a:pt x="996238" y="462165"/>
                  </a:lnTo>
                  <a:lnTo>
                    <a:pt x="1003198" y="463867"/>
                  </a:lnTo>
                  <a:lnTo>
                    <a:pt x="1018311" y="463867"/>
                  </a:lnTo>
                  <a:lnTo>
                    <a:pt x="1024394" y="462584"/>
                  </a:lnTo>
                  <a:lnTo>
                    <a:pt x="1034681" y="457441"/>
                  </a:lnTo>
                  <a:lnTo>
                    <a:pt x="1038707" y="453885"/>
                  </a:lnTo>
                  <a:lnTo>
                    <a:pt x="1043401" y="446544"/>
                  </a:lnTo>
                  <a:lnTo>
                    <a:pt x="1008151" y="446544"/>
                  </a:lnTo>
                  <a:lnTo>
                    <a:pt x="1005179" y="445617"/>
                  </a:lnTo>
                  <a:lnTo>
                    <a:pt x="994676" y="427888"/>
                  </a:lnTo>
                  <a:lnTo>
                    <a:pt x="994676" y="417880"/>
                  </a:lnTo>
                  <a:lnTo>
                    <a:pt x="1008151" y="399402"/>
                  </a:lnTo>
                  <a:lnTo>
                    <a:pt x="1043420" y="399402"/>
                  </a:lnTo>
                  <a:lnTo>
                    <a:pt x="1038555" y="392099"/>
                  </a:lnTo>
                  <a:lnTo>
                    <a:pt x="1034453" y="388581"/>
                  </a:lnTo>
                  <a:lnTo>
                    <a:pt x="1024102" y="383578"/>
                  </a:lnTo>
                  <a:lnTo>
                    <a:pt x="1018070" y="382333"/>
                  </a:lnTo>
                  <a:close/>
                </a:path>
                <a:path w="1601469" h="471170">
                  <a:moveTo>
                    <a:pt x="1046556" y="433387"/>
                  </a:moveTo>
                  <a:lnTo>
                    <a:pt x="1025880" y="433387"/>
                  </a:lnTo>
                  <a:lnTo>
                    <a:pt x="1025541" y="435698"/>
                  </a:lnTo>
                  <a:lnTo>
                    <a:pt x="1025474" y="436156"/>
                  </a:lnTo>
                  <a:lnTo>
                    <a:pt x="1024723" y="438200"/>
                  </a:lnTo>
                  <a:lnTo>
                    <a:pt x="1014044" y="446544"/>
                  </a:lnTo>
                  <a:lnTo>
                    <a:pt x="1043401" y="446544"/>
                  </a:lnTo>
                  <a:lnTo>
                    <a:pt x="1044562" y="444728"/>
                  </a:lnTo>
                  <a:lnTo>
                    <a:pt x="1046213" y="439419"/>
                  </a:lnTo>
                  <a:lnTo>
                    <a:pt x="1046556" y="433387"/>
                  </a:lnTo>
                  <a:close/>
                </a:path>
                <a:path w="1601469" h="471170">
                  <a:moveTo>
                    <a:pt x="1043420" y="399402"/>
                  </a:moveTo>
                  <a:lnTo>
                    <a:pt x="1015555" y="399402"/>
                  </a:lnTo>
                  <a:lnTo>
                    <a:pt x="1018794" y="400621"/>
                  </a:lnTo>
                  <a:lnTo>
                    <a:pt x="1021257" y="403047"/>
                  </a:lnTo>
                  <a:lnTo>
                    <a:pt x="1023759" y="405447"/>
                  </a:lnTo>
                  <a:lnTo>
                    <a:pt x="1025296" y="408622"/>
                  </a:lnTo>
                  <a:lnTo>
                    <a:pt x="1025880" y="412559"/>
                  </a:lnTo>
                  <a:lnTo>
                    <a:pt x="1046556" y="412559"/>
                  </a:lnTo>
                  <a:lnTo>
                    <a:pt x="1046351" y="408622"/>
                  </a:lnTo>
                  <a:lnTo>
                    <a:pt x="1046238" y="406463"/>
                  </a:lnTo>
                  <a:lnTo>
                    <a:pt x="1044587" y="401154"/>
                  </a:lnTo>
                  <a:lnTo>
                    <a:pt x="1043420" y="399402"/>
                  </a:lnTo>
                  <a:close/>
                </a:path>
                <a:path w="1601469" h="471170">
                  <a:moveTo>
                    <a:pt x="1171104" y="451960"/>
                  </a:moveTo>
                  <a:lnTo>
                    <a:pt x="1168955" y="453900"/>
                  </a:lnTo>
                  <a:lnTo>
                    <a:pt x="1163650" y="457441"/>
                  </a:lnTo>
                  <a:lnTo>
                    <a:pt x="1157896" y="460208"/>
                  </a:lnTo>
                  <a:lnTo>
                    <a:pt x="1156984" y="460503"/>
                  </a:lnTo>
                  <a:lnTo>
                    <a:pt x="1165504" y="470966"/>
                  </a:lnTo>
                  <a:lnTo>
                    <a:pt x="1186268" y="470966"/>
                  </a:lnTo>
                  <a:lnTo>
                    <a:pt x="1171104" y="451960"/>
                  </a:lnTo>
                  <a:close/>
                </a:path>
                <a:path w="1601469" h="471170">
                  <a:moveTo>
                    <a:pt x="1138555" y="355599"/>
                  </a:moveTo>
                  <a:lnTo>
                    <a:pt x="1099261" y="374698"/>
                  </a:lnTo>
                  <a:lnTo>
                    <a:pt x="1089253" y="409689"/>
                  </a:lnTo>
                  <a:lnTo>
                    <a:pt x="1089617" y="417118"/>
                  </a:lnTo>
                  <a:lnTo>
                    <a:pt x="1108158" y="453900"/>
                  </a:lnTo>
                  <a:lnTo>
                    <a:pt x="1138555" y="463765"/>
                  </a:lnTo>
                  <a:lnTo>
                    <a:pt x="1145351" y="463370"/>
                  </a:lnTo>
                  <a:lnTo>
                    <a:pt x="1151797" y="462184"/>
                  </a:lnTo>
                  <a:lnTo>
                    <a:pt x="1156984" y="460503"/>
                  </a:lnTo>
                  <a:lnTo>
                    <a:pt x="1153363" y="456056"/>
                  </a:lnTo>
                  <a:lnTo>
                    <a:pt x="1147140" y="447217"/>
                  </a:lnTo>
                  <a:lnTo>
                    <a:pt x="1144761" y="444080"/>
                  </a:lnTo>
                  <a:lnTo>
                    <a:pt x="1133170" y="444080"/>
                  </a:lnTo>
                  <a:lnTo>
                    <a:pt x="1128483" y="442760"/>
                  </a:lnTo>
                  <a:lnTo>
                    <a:pt x="1111821" y="417118"/>
                  </a:lnTo>
                  <a:lnTo>
                    <a:pt x="1111821" y="402247"/>
                  </a:lnTo>
                  <a:lnTo>
                    <a:pt x="1133170" y="375284"/>
                  </a:lnTo>
                  <a:lnTo>
                    <a:pt x="1178159" y="375284"/>
                  </a:lnTo>
                  <a:lnTo>
                    <a:pt x="1177794" y="374698"/>
                  </a:lnTo>
                  <a:lnTo>
                    <a:pt x="1145351" y="355997"/>
                  </a:lnTo>
                  <a:lnTo>
                    <a:pt x="1138555" y="355599"/>
                  </a:lnTo>
                  <a:close/>
                </a:path>
                <a:path w="1601469" h="471170">
                  <a:moveTo>
                    <a:pt x="1157795" y="436048"/>
                  </a:moveTo>
                  <a:lnTo>
                    <a:pt x="1156652" y="437476"/>
                  </a:lnTo>
                  <a:lnTo>
                    <a:pt x="1148638" y="442760"/>
                  </a:lnTo>
                  <a:lnTo>
                    <a:pt x="1144617" y="443890"/>
                  </a:lnTo>
                  <a:lnTo>
                    <a:pt x="1147140" y="447217"/>
                  </a:lnTo>
                  <a:lnTo>
                    <a:pt x="1153363" y="456056"/>
                  </a:lnTo>
                  <a:lnTo>
                    <a:pt x="1156984" y="460503"/>
                  </a:lnTo>
                  <a:lnTo>
                    <a:pt x="1157896" y="460208"/>
                  </a:lnTo>
                  <a:lnTo>
                    <a:pt x="1163650" y="457441"/>
                  </a:lnTo>
                  <a:lnTo>
                    <a:pt x="1168955" y="453900"/>
                  </a:lnTo>
                  <a:lnTo>
                    <a:pt x="1171104" y="451960"/>
                  </a:lnTo>
                  <a:lnTo>
                    <a:pt x="1168628" y="448856"/>
                  </a:lnTo>
                  <a:lnTo>
                    <a:pt x="1159281" y="437959"/>
                  </a:lnTo>
                  <a:lnTo>
                    <a:pt x="1157795" y="436048"/>
                  </a:lnTo>
                  <a:close/>
                </a:path>
                <a:path w="1601469" h="471170">
                  <a:moveTo>
                    <a:pt x="1178159" y="375284"/>
                  </a:moveTo>
                  <a:lnTo>
                    <a:pt x="1143939" y="375284"/>
                  </a:lnTo>
                  <a:lnTo>
                    <a:pt x="1148638" y="376605"/>
                  </a:lnTo>
                  <a:lnTo>
                    <a:pt x="1156652" y="381888"/>
                  </a:lnTo>
                  <a:lnTo>
                    <a:pt x="1159751" y="385762"/>
                  </a:lnTo>
                  <a:lnTo>
                    <a:pt x="1161948" y="390867"/>
                  </a:lnTo>
                  <a:lnTo>
                    <a:pt x="1164183" y="395973"/>
                  </a:lnTo>
                  <a:lnTo>
                    <a:pt x="1165288" y="402247"/>
                  </a:lnTo>
                  <a:lnTo>
                    <a:pt x="1165288" y="417118"/>
                  </a:lnTo>
                  <a:lnTo>
                    <a:pt x="1164183" y="423392"/>
                  </a:lnTo>
                  <a:lnTo>
                    <a:pt x="1161948" y="428497"/>
                  </a:lnTo>
                  <a:lnTo>
                    <a:pt x="1159751" y="433603"/>
                  </a:lnTo>
                  <a:lnTo>
                    <a:pt x="1157795" y="436048"/>
                  </a:lnTo>
                  <a:lnTo>
                    <a:pt x="1159281" y="437959"/>
                  </a:lnTo>
                  <a:lnTo>
                    <a:pt x="1168628" y="448856"/>
                  </a:lnTo>
                  <a:lnTo>
                    <a:pt x="1171104" y="451960"/>
                  </a:lnTo>
                  <a:lnTo>
                    <a:pt x="1187869" y="409689"/>
                  </a:lnTo>
                  <a:lnTo>
                    <a:pt x="1187501" y="402247"/>
                  </a:lnTo>
                  <a:lnTo>
                    <a:pt x="1187459" y="401392"/>
                  </a:lnTo>
                  <a:lnTo>
                    <a:pt x="1186232" y="393742"/>
                  </a:lnTo>
                  <a:lnTo>
                    <a:pt x="1184188" y="386738"/>
                  </a:lnTo>
                  <a:lnTo>
                    <a:pt x="1181328" y="380377"/>
                  </a:lnTo>
                  <a:lnTo>
                    <a:pt x="1178159" y="375284"/>
                  </a:lnTo>
                  <a:close/>
                </a:path>
                <a:path w="1601469" h="471170">
                  <a:moveTo>
                    <a:pt x="1144617" y="443890"/>
                  </a:moveTo>
                  <a:lnTo>
                    <a:pt x="1143939" y="444080"/>
                  </a:lnTo>
                  <a:lnTo>
                    <a:pt x="1144761" y="444080"/>
                  </a:lnTo>
                  <a:lnTo>
                    <a:pt x="1144617" y="443890"/>
                  </a:lnTo>
                  <a:close/>
                </a:path>
                <a:path w="1601469" h="471170">
                  <a:moveTo>
                    <a:pt x="1149769" y="425729"/>
                  </a:moveTo>
                  <a:lnTo>
                    <a:pt x="1130846" y="425729"/>
                  </a:lnTo>
                  <a:lnTo>
                    <a:pt x="1144617" y="443890"/>
                  </a:lnTo>
                  <a:lnTo>
                    <a:pt x="1148638" y="442760"/>
                  </a:lnTo>
                  <a:lnTo>
                    <a:pt x="1156652" y="437476"/>
                  </a:lnTo>
                  <a:lnTo>
                    <a:pt x="1157795" y="436048"/>
                  </a:lnTo>
                  <a:lnTo>
                    <a:pt x="1149769" y="425729"/>
                  </a:lnTo>
                  <a:close/>
                </a:path>
                <a:path w="1601469" h="471170">
                  <a:moveTo>
                    <a:pt x="1255953" y="355599"/>
                  </a:moveTo>
                  <a:lnTo>
                    <a:pt x="1249857" y="355599"/>
                  </a:lnTo>
                  <a:lnTo>
                    <a:pt x="1243087" y="355997"/>
                  </a:lnTo>
                  <a:lnTo>
                    <a:pt x="1207287" y="380377"/>
                  </a:lnTo>
                  <a:lnTo>
                    <a:pt x="1200810" y="409689"/>
                  </a:lnTo>
                  <a:lnTo>
                    <a:pt x="1201171" y="417194"/>
                  </a:lnTo>
                  <a:lnTo>
                    <a:pt x="1219424" y="453849"/>
                  </a:lnTo>
                  <a:lnTo>
                    <a:pt x="1249857" y="463765"/>
                  </a:lnTo>
                  <a:lnTo>
                    <a:pt x="1256601" y="463765"/>
                  </a:lnTo>
                  <a:lnTo>
                    <a:pt x="1289311" y="444080"/>
                  </a:lnTo>
                  <a:lnTo>
                    <a:pt x="1244904" y="444080"/>
                  </a:lnTo>
                  <a:lnTo>
                    <a:pt x="1240218" y="442772"/>
                  </a:lnTo>
                  <a:lnTo>
                    <a:pt x="1223378" y="417194"/>
                  </a:lnTo>
                  <a:lnTo>
                    <a:pt x="1223378" y="402386"/>
                  </a:lnTo>
                  <a:lnTo>
                    <a:pt x="1244917" y="375284"/>
                  </a:lnTo>
                  <a:lnTo>
                    <a:pt x="1289359" y="375284"/>
                  </a:lnTo>
                  <a:lnTo>
                    <a:pt x="1288084" y="372922"/>
                  </a:lnTo>
                  <a:lnTo>
                    <a:pt x="1284795" y="368934"/>
                  </a:lnTo>
                  <a:lnTo>
                    <a:pt x="1276705" y="362381"/>
                  </a:lnTo>
                  <a:lnTo>
                    <a:pt x="1272070" y="359879"/>
                  </a:lnTo>
                  <a:lnTo>
                    <a:pt x="1261605" y="356450"/>
                  </a:lnTo>
                  <a:lnTo>
                    <a:pt x="1255953" y="355599"/>
                  </a:lnTo>
                  <a:close/>
                </a:path>
                <a:path w="1601469" h="471170">
                  <a:moveTo>
                    <a:pt x="1295565" y="426440"/>
                  </a:moveTo>
                  <a:lnTo>
                    <a:pt x="1273029" y="426440"/>
                  </a:lnTo>
                  <a:lnTo>
                    <a:pt x="1272630" y="428599"/>
                  </a:lnTo>
                  <a:lnTo>
                    <a:pt x="1272527" y="429158"/>
                  </a:lnTo>
                  <a:lnTo>
                    <a:pt x="1271600" y="431660"/>
                  </a:lnTo>
                  <a:lnTo>
                    <a:pt x="1270351" y="433704"/>
                  </a:lnTo>
                  <a:lnTo>
                    <a:pt x="1268958" y="436041"/>
                  </a:lnTo>
                  <a:lnTo>
                    <a:pt x="1253197" y="444080"/>
                  </a:lnTo>
                  <a:lnTo>
                    <a:pt x="1289311" y="444080"/>
                  </a:lnTo>
                  <a:lnTo>
                    <a:pt x="1293467" y="436041"/>
                  </a:lnTo>
                  <a:lnTo>
                    <a:pt x="1294861" y="431660"/>
                  </a:lnTo>
                  <a:lnTo>
                    <a:pt x="1294980" y="431279"/>
                  </a:lnTo>
                  <a:lnTo>
                    <a:pt x="1295565" y="426440"/>
                  </a:lnTo>
                  <a:close/>
                </a:path>
                <a:path w="1601469" h="471170">
                  <a:moveTo>
                    <a:pt x="1289359" y="375284"/>
                  </a:moveTo>
                  <a:lnTo>
                    <a:pt x="1253388" y="375284"/>
                  </a:lnTo>
                  <a:lnTo>
                    <a:pt x="1256182" y="375716"/>
                  </a:lnTo>
                  <a:lnTo>
                    <a:pt x="1261351" y="377431"/>
                  </a:lnTo>
                  <a:lnTo>
                    <a:pt x="1273024" y="393742"/>
                  </a:lnTo>
                  <a:lnTo>
                    <a:pt x="1273048" y="393903"/>
                  </a:lnTo>
                  <a:lnTo>
                    <a:pt x="1295565" y="393903"/>
                  </a:lnTo>
                  <a:lnTo>
                    <a:pt x="1294913" y="388404"/>
                  </a:lnTo>
                  <a:lnTo>
                    <a:pt x="1294841" y="387794"/>
                  </a:lnTo>
                  <a:lnTo>
                    <a:pt x="1293190" y="382384"/>
                  </a:lnTo>
                  <a:lnTo>
                    <a:pt x="1289359" y="375284"/>
                  </a:lnTo>
                  <a:close/>
                </a:path>
              </a:pathLst>
            </a:custGeom>
            <a:solidFill>
              <a:srgbClr val="5909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1950697" y="6957654"/>
              <a:ext cx="132892" cy="80086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9512300" y="3462121"/>
              <a:ext cx="1288033" cy="665378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609600" y="4559300"/>
              <a:ext cx="4445000" cy="330200"/>
            </a:xfrm>
            <a:custGeom>
              <a:avLst/>
              <a:gdLst/>
              <a:ahLst/>
              <a:cxnLst/>
              <a:rect l="l" t="t" r="r" b="b"/>
              <a:pathLst>
                <a:path w="4445000" h="330200">
                  <a:moveTo>
                    <a:pt x="0" y="330200"/>
                  </a:moveTo>
                  <a:lnTo>
                    <a:pt x="4445000" y="330200"/>
                  </a:lnTo>
                  <a:lnTo>
                    <a:pt x="4445000" y="0"/>
                  </a:lnTo>
                  <a:lnTo>
                    <a:pt x="0" y="0"/>
                  </a:lnTo>
                  <a:lnTo>
                    <a:pt x="0" y="330200"/>
                  </a:lnTo>
                  <a:close/>
                </a:path>
              </a:pathLst>
            </a:custGeom>
            <a:solidFill>
              <a:srgbClr val="F344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3094126" y="4670133"/>
              <a:ext cx="620433" cy="93725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190500" y="4559300"/>
              <a:ext cx="419100" cy="1917700"/>
            </a:xfrm>
            <a:custGeom>
              <a:avLst/>
              <a:gdLst/>
              <a:ahLst/>
              <a:cxnLst/>
              <a:rect l="l" t="t" r="r" b="b"/>
              <a:pathLst>
                <a:path w="419100" h="1917700">
                  <a:moveTo>
                    <a:pt x="419100" y="0"/>
                  </a:moveTo>
                  <a:lnTo>
                    <a:pt x="0" y="0"/>
                  </a:lnTo>
                  <a:lnTo>
                    <a:pt x="0" y="1917700"/>
                  </a:lnTo>
                  <a:lnTo>
                    <a:pt x="419100" y="1917700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4D0D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8" name="object 98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884326" y="4670132"/>
              <a:ext cx="195275" cy="92367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669160" y="4941696"/>
              <a:ext cx="612584" cy="68757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2735960" y="4945697"/>
              <a:ext cx="560463" cy="58915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3737864" y="4935677"/>
              <a:ext cx="629462" cy="125577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3773766" y="5348096"/>
              <a:ext cx="819264" cy="78549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3775964" y="5720613"/>
              <a:ext cx="765175" cy="128041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097813" y="4938255"/>
              <a:ext cx="416877" cy="269036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3777360" y="6114096"/>
              <a:ext cx="780211" cy="153657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692135" y="6139497"/>
              <a:ext cx="584784" cy="133375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667764" y="5316677"/>
              <a:ext cx="575144" cy="125577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2723121" y="5735777"/>
              <a:ext cx="854138" cy="234238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665477" y="5069864"/>
              <a:ext cx="825220" cy="125450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2733967" y="5315928"/>
              <a:ext cx="800836" cy="272769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2733408" y="5095468"/>
              <a:ext cx="823774" cy="124523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009789" y="5331955"/>
              <a:ext cx="513130" cy="257059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3749294" y="5095468"/>
              <a:ext cx="1022997" cy="124523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1668779" y="5733097"/>
              <a:ext cx="805459" cy="274294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2708770" y="6126797"/>
              <a:ext cx="979119" cy="286995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3773474" y="5463768"/>
              <a:ext cx="799706" cy="124523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3774694" y="5882868"/>
              <a:ext cx="946099" cy="124523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083081" y="6116547"/>
              <a:ext cx="509778" cy="309944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047013" y="5786347"/>
              <a:ext cx="486308" cy="170244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3777221" y="6301650"/>
              <a:ext cx="889381" cy="125564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691894" y="6301764"/>
              <a:ext cx="840892" cy="112433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666608" y="5476265"/>
              <a:ext cx="902969" cy="112496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1619249" y="4889436"/>
              <a:ext cx="0" cy="1587500"/>
            </a:xfrm>
            <a:custGeom>
              <a:avLst/>
              <a:gdLst/>
              <a:ahLst/>
              <a:cxnLst/>
              <a:rect l="l" t="t" r="r" b="b"/>
              <a:pathLst>
                <a:path h="1587500">
                  <a:moveTo>
                    <a:pt x="0" y="0"/>
                  </a:moveTo>
                  <a:lnTo>
                    <a:pt x="0" y="1587500"/>
                  </a:lnTo>
                </a:path>
              </a:pathLst>
            </a:custGeom>
            <a:ln w="27991">
              <a:solidFill>
                <a:srgbClr val="59094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2660649" y="4889436"/>
              <a:ext cx="0" cy="1587500"/>
            </a:xfrm>
            <a:custGeom>
              <a:avLst/>
              <a:gdLst/>
              <a:ahLst/>
              <a:cxnLst/>
              <a:rect l="l" t="t" r="r" b="b"/>
              <a:pathLst>
                <a:path h="1587500">
                  <a:moveTo>
                    <a:pt x="0" y="0"/>
                  </a:moveTo>
                  <a:lnTo>
                    <a:pt x="0" y="1587500"/>
                  </a:lnTo>
                </a:path>
              </a:pathLst>
            </a:custGeom>
            <a:ln w="27991">
              <a:solidFill>
                <a:srgbClr val="59094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3702049" y="4889436"/>
              <a:ext cx="0" cy="1587500"/>
            </a:xfrm>
            <a:custGeom>
              <a:avLst/>
              <a:gdLst/>
              <a:ahLst/>
              <a:cxnLst/>
              <a:rect l="l" t="t" r="r" b="b"/>
              <a:pathLst>
                <a:path h="1587500">
                  <a:moveTo>
                    <a:pt x="0" y="0"/>
                  </a:moveTo>
                  <a:lnTo>
                    <a:pt x="0" y="1587500"/>
                  </a:lnTo>
                </a:path>
              </a:pathLst>
            </a:custGeom>
            <a:ln w="27991">
              <a:solidFill>
                <a:srgbClr val="59094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609599" y="4889500"/>
              <a:ext cx="4445000" cy="1587500"/>
            </a:xfrm>
            <a:custGeom>
              <a:avLst/>
              <a:gdLst/>
              <a:ahLst/>
              <a:cxnLst/>
              <a:rect l="l" t="t" r="r" b="b"/>
              <a:pathLst>
                <a:path w="4445000" h="1587500">
                  <a:moveTo>
                    <a:pt x="0" y="0"/>
                  </a:moveTo>
                  <a:lnTo>
                    <a:pt x="4445000" y="0"/>
                  </a:lnTo>
                </a:path>
                <a:path w="4445000" h="1587500">
                  <a:moveTo>
                    <a:pt x="0" y="374650"/>
                  </a:moveTo>
                  <a:lnTo>
                    <a:pt x="4445000" y="374650"/>
                  </a:lnTo>
                </a:path>
                <a:path w="4445000" h="1587500">
                  <a:moveTo>
                    <a:pt x="0" y="787400"/>
                  </a:moveTo>
                  <a:lnTo>
                    <a:pt x="4445000" y="787400"/>
                  </a:lnTo>
                </a:path>
                <a:path w="4445000" h="1587500">
                  <a:moveTo>
                    <a:pt x="0" y="1174750"/>
                  </a:moveTo>
                  <a:lnTo>
                    <a:pt x="4445000" y="1174750"/>
                  </a:lnTo>
                </a:path>
                <a:path w="4445000" h="1587500">
                  <a:moveTo>
                    <a:pt x="0" y="1587500"/>
                  </a:moveTo>
                  <a:lnTo>
                    <a:pt x="4445000" y="1587500"/>
                  </a:lnTo>
                </a:path>
              </a:pathLst>
            </a:custGeom>
            <a:ln w="15290">
              <a:solidFill>
                <a:srgbClr val="59094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7" name="object 127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647700" y="4889500"/>
              <a:ext cx="457200" cy="393700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660400" y="5283200"/>
              <a:ext cx="431800" cy="355600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660400" y="5664200"/>
              <a:ext cx="381000" cy="381000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622300" y="6045200"/>
              <a:ext cx="469900" cy="381000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2298700" y="4914900"/>
              <a:ext cx="292100" cy="139700"/>
            </a:xfrm>
            <a:custGeom>
              <a:avLst/>
              <a:gdLst/>
              <a:ahLst/>
              <a:cxnLst/>
              <a:rect l="l" t="t" r="r" b="b"/>
              <a:pathLst>
                <a:path w="292100" h="139700">
                  <a:moveTo>
                    <a:pt x="241300" y="0"/>
                  </a:moveTo>
                  <a:lnTo>
                    <a:pt x="50800" y="0"/>
                  </a:lnTo>
                  <a:lnTo>
                    <a:pt x="31027" y="3992"/>
                  </a:lnTo>
                  <a:lnTo>
                    <a:pt x="14879" y="14879"/>
                  </a:lnTo>
                  <a:lnTo>
                    <a:pt x="3992" y="31027"/>
                  </a:lnTo>
                  <a:lnTo>
                    <a:pt x="0" y="50800"/>
                  </a:lnTo>
                  <a:lnTo>
                    <a:pt x="0" y="88900"/>
                  </a:lnTo>
                  <a:lnTo>
                    <a:pt x="3992" y="108672"/>
                  </a:lnTo>
                  <a:lnTo>
                    <a:pt x="14879" y="124820"/>
                  </a:lnTo>
                  <a:lnTo>
                    <a:pt x="31027" y="135707"/>
                  </a:lnTo>
                  <a:lnTo>
                    <a:pt x="50800" y="139700"/>
                  </a:lnTo>
                  <a:lnTo>
                    <a:pt x="241300" y="139700"/>
                  </a:lnTo>
                  <a:lnTo>
                    <a:pt x="261072" y="135707"/>
                  </a:lnTo>
                  <a:lnTo>
                    <a:pt x="277220" y="124820"/>
                  </a:lnTo>
                  <a:lnTo>
                    <a:pt x="288107" y="108672"/>
                  </a:lnTo>
                  <a:lnTo>
                    <a:pt x="292100" y="88900"/>
                  </a:lnTo>
                  <a:lnTo>
                    <a:pt x="292100" y="50800"/>
                  </a:lnTo>
                  <a:lnTo>
                    <a:pt x="288107" y="31027"/>
                  </a:lnTo>
                  <a:lnTo>
                    <a:pt x="277220" y="14879"/>
                  </a:lnTo>
                  <a:lnTo>
                    <a:pt x="261072" y="3992"/>
                  </a:lnTo>
                  <a:lnTo>
                    <a:pt x="241300" y="0"/>
                  </a:lnTo>
                  <a:close/>
                </a:path>
              </a:pathLst>
            </a:custGeom>
            <a:solidFill>
              <a:srgbClr val="D1F2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2" name="object 132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2321814" y="4950548"/>
              <a:ext cx="249809" cy="68326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3340100" y="4940300"/>
              <a:ext cx="292100" cy="139700"/>
            </a:xfrm>
            <a:custGeom>
              <a:avLst/>
              <a:gdLst/>
              <a:ahLst/>
              <a:cxnLst/>
              <a:rect l="l" t="t" r="r" b="b"/>
              <a:pathLst>
                <a:path w="292100" h="139700">
                  <a:moveTo>
                    <a:pt x="241300" y="0"/>
                  </a:moveTo>
                  <a:lnTo>
                    <a:pt x="50800" y="0"/>
                  </a:lnTo>
                  <a:lnTo>
                    <a:pt x="31027" y="3992"/>
                  </a:lnTo>
                  <a:lnTo>
                    <a:pt x="14879" y="14879"/>
                  </a:lnTo>
                  <a:lnTo>
                    <a:pt x="3992" y="31027"/>
                  </a:lnTo>
                  <a:lnTo>
                    <a:pt x="0" y="50800"/>
                  </a:lnTo>
                  <a:lnTo>
                    <a:pt x="0" y="88900"/>
                  </a:lnTo>
                  <a:lnTo>
                    <a:pt x="3992" y="108672"/>
                  </a:lnTo>
                  <a:lnTo>
                    <a:pt x="14879" y="124820"/>
                  </a:lnTo>
                  <a:lnTo>
                    <a:pt x="31027" y="135707"/>
                  </a:lnTo>
                  <a:lnTo>
                    <a:pt x="50800" y="139700"/>
                  </a:lnTo>
                  <a:lnTo>
                    <a:pt x="241300" y="139700"/>
                  </a:lnTo>
                  <a:lnTo>
                    <a:pt x="261072" y="135707"/>
                  </a:lnTo>
                  <a:lnTo>
                    <a:pt x="277220" y="124820"/>
                  </a:lnTo>
                  <a:lnTo>
                    <a:pt x="288107" y="108672"/>
                  </a:lnTo>
                  <a:lnTo>
                    <a:pt x="292100" y="88900"/>
                  </a:lnTo>
                  <a:lnTo>
                    <a:pt x="292100" y="50800"/>
                  </a:lnTo>
                  <a:lnTo>
                    <a:pt x="288107" y="31027"/>
                  </a:lnTo>
                  <a:lnTo>
                    <a:pt x="277220" y="14879"/>
                  </a:lnTo>
                  <a:lnTo>
                    <a:pt x="261072" y="3992"/>
                  </a:lnTo>
                  <a:lnTo>
                    <a:pt x="241300" y="0"/>
                  </a:lnTo>
                  <a:close/>
                </a:path>
              </a:pathLst>
            </a:custGeom>
            <a:solidFill>
              <a:srgbClr val="D1F2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4" name="object 134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3363214" y="4975948"/>
              <a:ext cx="249809" cy="68326"/>
            </a:xfrm>
            <a:prstGeom prst="rect">
              <a:avLst/>
            </a:prstGeom>
          </p:spPr>
        </p:pic>
        <p:sp>
          <p:nvSpPr>
            <p:cNvPr id="135" name="object 135"/>
            <p:cNvSpPr/>
            <p:nvPr/>
          </p:nvSpPr>
          <p:spPr>
            <a:xfrm>
              <a:off x="4635500" y="4914900"/>
              <a:ext cx="292100" cy="139700"/>
            </a:xfrm>
            <a:custGeom>
              <a:avLst/>
              <a:gdLst/>
              <a:ahLst/>
              <a:cxnLst/>
              <a:rect l="l" t="t" r="r" b="b"/>
              <a:pathLst>
                <a:path w="292100" h="139700">
                  <a:moveTo>
                    <a:pt x="241300" y="0"/>
                  </a:moveTo>
                  <a:lnTo>
                    <a:pt x="50800" y="0"/>
                  </a:lnTo>
                  <a:lnTo>
                    <a:pt x="31027" y="3992"/>
                  </a:lnTo>
                  <a:lnTo>
                    <a:pt x="14879" y="14879"/>
                  </a:lnTo>
                  <a:lnTo>
                    <a:pt x="3992" y="31027"/>
                  </a:lnTo>
                  <a:lnTo>
                    <a:pt x="0" y="50800"/>
                  </a:lnTo>
                  <a:lnTo>
                    <a:pt x="0" y="88900"/>
                  </a:lnTo>
                  <a:lnTo>
                    <a:pt x="3992" y="108672"/>
                  </a:lnTo>
                  <a:lnTo>
                    <a:pt x="14879" y="124820"/>
                  </a:lnTo>
                  <a:lnTo>
                    <a:pt x="31027" y="135707"/>
                  </a:lnTo>
                  <a:lnTo>
                    <a:pt x="50800" y="139700"/>
                  </a:lnTo>
                  <a:lnTo>
                    <a:pt x="241300" y="139700"/>
                  </a:lnTo>
                  <a:lnTo>
                    <a:pt x="261072" y="135707"/>
                  </a:lnTo>
                  <a:lnTo>
                    <a:pt x="277220" y="124820"/>
                  </a:lnTo>
                  <a:lnTo>
                    <a:pt x="288107" y="108672"/>
                  </a:lnTo>
                  <a:lnTo>
                    <a:pt x="292100" y="88900"/>
                  </a:lnTo>
                  <a:lnTo>
                    <a:pt x="292100" y="50800"/>
                  </a:lnTo>
                  <a:lnTo>
                    <a:pt x="288107" y="31027"/>
                  </a:lnTo>
                  <a:lnTo>
                    <a:pt x="277220" y="14879"/>
                  </a:lnTo>
                  <a:lnTo>
                    <a:pt x="261072" y="3992"/>
                  </a:lnTo>
                  <a:lnTo>
                    <a:pt x="241300" y="0"/>
                  </a:lnTo>
                  <a:close/>
                </a:path>
              </a:pathLst>
            </a:custGeom>
            <a:solidFill>
              <a:srgbClr val="D1F2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6" name="object 136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4658614" y="4950548"/>
              <a:ext cx="249809" cy="68326"/>
            </a:xfrm>
            <a:prstGeom prst="rect">
              <a:avLst/>
            </a:prstGeom>
          </p:spPr>
        </p:pic>
        <p:sp>
          <p:nvSpPr>
            <p:cNvPr id="137" name="object 137"/>
            <p:cNvSpPr/>
            <p:nvPr/>
          </p:nvSpPr>
          <p:spPr>
            <a:xfrm>
              <a:off x="3340100" y="5308600"/>
              <a:ext cx="292100" cy="139700"/>
            </a:xfrm>
            <a:custGeom>
              <a:avLst/>
              <a:gdLst/>
              <a:ahLst/>
              <a:cxnLst/>
              <a:rect l="l" t="t" r="r" b="b"/>
              <a:pathLst>
                <a:path w="292100" h="139700">
                  <a:moveTo>
                    <a:pt x="241300" y="0"/>
                  </a:moveTo>
                  <a:lnTo>
                    <a:pt x="50800" y="0"/>
                  </a:lnTo>
                  <a:lnTo>
                    <a:pt x="31027" y="3992"/>
                  </a:lnTo>
                  <a:lnTo>
                    <a:pt x="14879" y="14879"/>
                  </a:lnTo>
                  <a:lnTo>
                    <a:pt x="3992" y="31027"/>
                  </a:lnTo>
                  <a:lnTo>
                    <a:pt x="0" y="50800"/>
                  </a:lnTo>
                  <a:lnTo>
                    <a:pt x="0" y="88900"/>
                  </a:lnTo>
                  <a:lnTo>
                    <a:pt x="3992" y="108672"/>
                  </a:lnTo>
                  <a:lnTo>
                    <a:pt x="14879" y="124820"/>
                  </a:lnTo>
                  <a:lnTo>
                    <a:pt x="31027" y="135707"/>
                  </a:lnTo>
                  <a:lnTo>
                    <a:pt x="50800" y="139700"/>
                  </a:lnTo>
                  <a:lnTo>
                    <a:pt x="241300" y="139700"/>
                  </a:lnTo>
                  <a:lnTo>
                    <a:pt x="261072" y="135707"/>
                  </a:lnTo>
                  <a:lnTo>
                    <a:pt x="277220" y="124820"/>
                  </a:lnTo>
                  <a:lnTo>
                    <a:pt x="288107" y="108672"/>
                  </a:lnTo>
                  <a:lnTo>
                    <a:pt x="292100" y="88900"/>
                  </a:lnTo>
                  <a:lnTo>
                    <a:pt x="292100" y="50800"/>
                  </a:lnTo>
                  <a:lnTo>
                    <a:pt x="288107" y="31027"/>
                  </a:lnTo>
                  <a:lnTo>
                    <a:pt x="277220" y="14879"/>
                  </a:lnTo>
                  <a:lnTo>
                    <a:pt x="261072" y="3992"/>
                  </a:lnTo>
                  <a:lnTo>
                    <a:pt x="241300" y="0"/>
                  </a:lnTo>
                  <a:close/>
                </a:path>
              </a:pathLst>
            </a:custGeom>
            <a:solidFill>
              <a:srgbClr val="D1F2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8" name="object 138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3363214" y="5344248"/>
              <a:ext cx="249809" cy="68326"/>
            </a:xfrm>
            <a:prstGeom prst="rect">
              <a:avLst/>
            </a:prstGeom>
          </p:spPr>
        </p:pic>
        <p:sp>
          <p:nvSpPr>
            <p:cNvPr id="139" name="object 139"/>
            <p:cNvSpPr/>
            <p:nvPr/>
          </p:nvSpPr>
          <p:spPr>
            <a:xfrm>
              <a:off x="3352800" y="5715000"/>
              <a:ext cx="292100" cy="139700"/>
            </a:xfrm>
            <a:custGeom>
              <a:avLst/>
              <a:gdLst/>
              <a:ahLst/>
              <a:cxnLst/>
              <a:rect l="l" t="t" r="r" b="b"/>
              <a:pathLst>
                <a:path w="292100" h="139700">
                  <a:moveTo>
                    <a:pt x="241300" y="0"/>
                  </a:moveTo>
                  <a:lnTo>
                    <a:pt x="50800" y="0"/>
                  </a:lnTo>
                  <a:lnTo>
                    <a:pt x="31027" y="3992"/>
                  </a:lnTo>
                  <a:lnTo>
                    <a:pt x="14879" y="14879"/>
                  </a:lnTo>
                  <a:lnTo>
                    <a:pt x="3992" y="31027"/>
                  </a:lnTo>
                  <a:lnTo>
                    <a:pt x="0" y="50800"/>
                  </a:lnTo>
                  <a:lnTo>
                    <a:pt x="0" y="88900"/>
                  </a:lnTo>
                  <a:lnTo>
                    <a:pt x="3992" y="108672"/>
                  </a:lnTo>
                  <a:lnTo>
                    <a:pt x="14879" y="124820"/>
                  </a:lnTo>
                  <a:lnTo>
                    <a:pt x="31027" y="135707"/>
                  </a:lnTo>
                  <a:lnTo>
                    <a:pt x="50800" y="139700"/>
                  </a:lnTo>
                  <a:lnTo>
                    <a:pt x="241300" y="139700"/>
                  </a:lnTo>
                  <a:lnTo>
                    <a:pt x="261072" y="135707"/>
                  </a:lnTo>
                  <a:lnTo>
                    <a:pt x="277220" y="124820"/>
                  </a:lnTo>
                  <a:lnTo>
                    <a:pt x="288107" y="108672"/>
                  </a:lnTo>
                  <a:lnTo>
                    <a:pt x="292100" y="88900"/>
                  </a:lnTo>
                  <a:lnTo>
                    <a:pt x="292100" y="50800"/>
                  </a:lnTo>
                  <a:lnTo>
                    <a:pt x="288107" y="31027"/>
                  </a:lnTo>
                  <a:lnTo>
                    <a:pt x="277220" y="14879"/>
                  </a:lnTo>
                  <a:lnTo>
                    <a:pt x="261072" y="3992"/>
                  </a:lnTo>
                  <a:lnTo>
                    <a:pt x="241300" y="0"/>
                  </a:lnTo>
                  <a:close/>
                </a:path>
              </a:pathLst>
            </a:custGeom>
            <a:solidFill>
              <a:srgbClr val="D1F2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0" name="object 140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3375914" y="5750648"/>
              <a:ext cx="249809" cy="68326"/>
            </a:xfrm>
            <a:prstGeom prst="rect">
              <a:avLst/>
            </a:prstGeom>
          </p:spPr>
        </p:pic>
        <p:sp>
          <p:nvSpPr>
            <p:cNvPr id="141" name="object 141"/>
            <p:cNvSpPr/>
            <p:nvPr/>
          </p:nvSpPr>
          <p:spPr>
            <a:xfrm>
              <a:off x="2260600" y="5803900"/>
              <a:ext cx="292100" cy="139700"/>
            </a:xfrm>
            <a:custGeom>
              <a:avLst/>
              <a:gdLst/>
              <a:ahLst/>
              <a:cxnLst/>
              <a:rect l="l" t="t" r="r" b="b"/>
              <a:pathLst>
                <a:path w="292100" h="139700">
                  <a:moveTo>
                    <a:pt x="241300" y="0"/>
                  </a:moveTo>
                  <a:lnTo>
                    <a:pt x="50800" y="0"/>
                  </a:lnTo>
                  <a:lnTo>
                    <a:pt x="31027" y="3992"/>
                  </a:lnTo>
                  <a:lnTo>
                    <a:pt x="14879" y="14879"/>
                  </a:lnTo>
                  <a:lnTo>
                    <a:pt x="3992" y="31027"/>
                  </a:lnTo>
                  <a:lnTo>
                    <a:pt x="0" y="50800"/>
                  </a:lnTo>
                  <a:lnTo>
                    <a:pt x="0" y="88900"/>
                  </a:lnTo>
                  <a:lnTo>
                    <a:pt x="3992" y="108672"/>
                  </a:lnTo>
                  <a:lnTo>
                    <a:pt x="14879" y="124820"/>
                  </a:lnTo>
                  <a:lnTo>
                    <a:pt x="31027" y="135707"/>
                  </a:lnTo>
                  <a:lnTo>
                    <a:pt x="50800" y="139700"/>
                  </a:lnTo>
                  <a:lnTo>
                    <a:pt x="241300" y="139700"/>
                  </a:lnTo>
                  <a:lnTo>
                    <a:pt x="261072" y="135707"/>
                  </a:lnTo>
                  <a:lnTo>
                    <a:pt x="277220" y="124820"/>
                  </a:lnTo>
                  <a:lnTo>
                    <a:pt x="288107" y="108672"/>
                  </a:lnTo>
                  <a:lnTo>
                    <a:pt x="292100" y="88900"/>
                  </a:lnTo>
                  <a:lnTo>
                    <a:pt x="292100" y="50800"/>
                  </a:lnTo>
                  <a:lnTo>
                    <a:pt x="288107" y="31027"/>
                  </a:lnTo>
                  <a:lnTo>
                    <a:pt x="277220" y="14879"/>
                  </a:lnTo>
                  <a:lnTo>
                    <a:pt x="261072" y="3992"/>
                  </a:lnTo>
                  <a:lnTo>
                    <a:pt x="241300" y="0"/>
                  </a:lnTo>
                  <a:close/>
                </a:path>
              </a:pathLst>
            </a:custGeom>
            <a:solidFill>
              <a:srgbClr val="D1F2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2" name="object 142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2283714" y="5839548"/>
              <a:ext cx="249809" cy="68326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2273300" y="5321300"/>
              <a:ext cx="292100" cy="139700"/>
            </a:xfrm>
            <a:custGeom>
              <a:avLst/>
              <a:gdLst/>
              <a:ahLst/>
              <a:cxnLst/>
              <a:rect l="l" t="t" r="r" b="b"/>
              <a:pathLst>
                <a:path w="292100" h="139700">
                  <a:moveTo>
                    <a:pt x="241300" y="0"/>
                  </a:moveTo>
                  <a:lnTo>
                    <a:pt x="50800" y="0"/>
                  </a:lnTo>
                  <a:lnTo>
                    <a:pt x="31027" y="3992"/>
                  </a:lnTo>
                  <a:lnTo>
                    <a:pt x="14879" y="14879"/>
                  </a:lnTo>
                  <a:lnTo>
                    <a:pt x="3992" y="31027"/>
                  </a:lnTo>
                  <a:lnTo>
                    <a:pt x="0" y="50800"/>
                  </a:lnTo>
                  <a:lnTo>
                    <a:pt x="0" y="88900"/>
                  </a:lnTo>
                  <a:lnTo>
                    <a:pt x="3992" y="108672"/>
                  </a:lnTo>
                  <a:lnTo>
                    <a:pt x="14879" y="124820"/>
                  </a:lnTo>
                  <a:lnTo>
                    <a:pt x="31027" y="135707"/>
                  </a:lnTo>
                  <a:lnTo>
                    <a:pt x="50800" y="139700"/>
                  </a:lnTo>
                  <a:lnTo>
                    <a:pt x="241300" y="139700"/>
                  </a:lnTo>
                  <a:lnTo>
                    <a:pt x="261072" y="135707"/>
                  </a:lnTo>
                  <a:lnTo>
                    <a:pt x="277220" y="124820"/>
                  </a:lnTo>
                  <a:lnTo>
                    <a:pt x="288107" y="108672"/>
                  </a:lnTo>
                  <a:lnTo>
                    <a:pt x="292100" y="88900"/>
                  </a:lnTo>
                  <a:lnTo>
                    <a:pt x="292100" y="50800"/>
                  </a:lnTo>
                  <a:lnTo>
                    <a:pt x="288107" y="31027"/>
                  </a:lnTo>
                  <a:lnTo>
                    <a:pt x="277220" y="14879"/>
                  </a:lnTo>
                  <a:lnTo>
                    <a:pt x="261072" y="3992"/>
                  </a:lnTo>
                  <a:lnTo>
                    <a:pt x="241300" y="0"/>
                  </a:lnTo>
                  <a:close/>
                </a:path>
              </a:pathLst>
            </a:custGeom>
            <a:solidFill>
              <a:srgbClr val="D1F2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4" name="object 144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2296414" y="5356948"/>
              <a:ext cx="249809" cy="68326"/>
            </a:xfrm>
            <a:prstGeom prst="rect">
              <a:avLst/>
            </a:prstGeom>
          </p:spPr>
        </p:pic>
        <p:sp>
          <p:nvSpPr>
            <p:cNvPr id="145" name="object 145"/>
            <p:cNvSpPr/>
            <p:nvPr/>
          </p:nvSpPr>
          <p:spPr>
            <a:xfrm>
              <a:off x="4660900" y="6134100"/>
              <a:ext cx="279400" cy="139700"/>
            </a:xfrm>
            <a:custGeom>
              <a:avLst/>
              <a:gdLst/>
              <a:ahLst/>
              <a:cxnLst/>
              <a:rect l="l" t="t" r="r" b="b"/>
              <a:pathLst>
                <a:path w="279400" h="139700">
                  <a:moveTo>
                    <a:pt x="228600" y="0"/>
                  </a:moveTo>
                  <a:lnTo>
                    <a:pt x="50800" y="0"/>
                  </a:lnTo>
                  <a:lnTo>
                    <a:pt x="31027" y="3992"/>
                  </a:lnTo>
                  <a:lnTo>
                    <a:pt x="14879" y="14879"/>
                  </a:lnTo>
                  <a:lnTo>
                    <a:pt x="3992" y="31027"/>
                  </a:lnTo>
                  <a:lnTo>
                    <a:pt x="0" y="50800"/>
                  </a:lnTo>
                  <a:lnTo>
                    <a:pt x="0" y="88900"/>
                  </a:lnTo>
                  <a:lnTo>
                    <a:pt x="3992" y="108672"/>
                  </a:lnTo>
                  <a:lnTo>
                    <a:pt x="14879" y="124820"/>
                  </a:lnTo>
                  <a:lnTo>
                    <a:pt x="31027" y="135707"/>
                  </a:lnTo>
                  <a:lnTo>
                    <a:pt x="50800" y="139700"/>
                  </a:lnTo>
                  <a:lnTo>
                    <a:pt x="228600" y="139700"/>
                  </a:lnTo>
                  <a:lnTo>
                    <a:pt x="248372" y="135707"/>
                  </a:lnTo>
                  <a:lnTo>
                    <a:pt x="264520" y="124820"/>
                  </a:lnTo>
                  <a:lnTo>
                    <a:pt x="275407" y="108672"/>
                  </a:lnTo>
                  <a:lnTo>
                    <a:pt x="279400" y="88900"/>
                  </a:lnTo>
                  <a:lnTo>
                    <a:pt x="279400" y="50800"/>
                  </a:lnTo>
                  <a:lnTo>
                    <a:pt x="275407" y="31027"/>
                  </a:lnTo>
                  <a:lnTo>
                    <a:pt x="264520" y="14879"/>
                  </a:lnTo>
                  <a:lnTo>
                    <a:pt x="248372" y="3992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9D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4742116" y="6172200"/>
              <a:ext cx="179070" cy="52069"/>
            </a:xfrm>
            <a:custGeom>
              <a:avLst/>
              <a:gdLst/>
              <a:ahLst/>
              <a:cxnLst/>
              <a:rect l="l" t="t" r="r" b="b"/>
              <a:pathLst>
                <a:path w="179070" h="52070">
                  <a:moveTo>
                    <a:pt x="9194" y="0"/>
                  </a:moveTo>
                  <a:lnTo>
                    <a:pt x="0" y="0"/>
                  </a:lnTo>
                  <a:lnTo>
                    <a:pt x="0" y="50799"/>
                  </a:lnTo>
                  <a:lnTo>
                    <a:pt x="31572" y="50799"/>
                  </a:lnTo>
                  <a:lnTo>
                    <a:pt x="31572" y="43091"/>
                  </a:lnTo>
                  <a:lnTo>
                    <a:pt x="9194" y="43091"/>
                  </a:lnTo>
                  <a:lnTo>
                    <a:pt x="9194" y="0"/>
                  </a:lnTo>
                  <a:close/>
                </a:path>
                <a:path w="179070" h="52070">
                  <a:moveTo>
                    <a:pt x="56839" y="50799"/>
                  </a:moveTo>
                  <a:lnTo>
                    <a:pt x="43541" y="50799"/>
                  </a:lnTo>
                  <a:lnTo>
                    <a:pt x="46469" y="51549"/>
                  </a:lnTo>
                  <a:lnTo>
                    <a:pt x="53911" y="51549"/>
                  </a:lnTo>
                  <a:lnTo>
                    <a:pt x="56839" y="50799"/>
                  </a:lnTo>
                  <a:close/>
                </a:path>
                <a:path w="179070" h="52070">
                  <a:moveTo>
                    <a:pt x="139915" y="12204"/>
                  </a:moveTo>
                  <a:lnTo>
                    <a:pt x="133921" y="12204"/>
                  </a:lnTo>
                  <a:lnTo>
                    <a:pt x="130759" y="13042"/>
                  </a:lnTo>
                  <a:lnTo>
                    <a:pt x="125374" y="16357"/>
                  </a:lnTo>
                  <a:lnTo>
                    <a:pt x="123266" y="18681"/>
                  </a:lnTo>
                  <a:lnTo>
                    <a:pt x="120281" y="24612"/>
                  </a:lnTo>
                  <a:lnTo>
                    <a:pt x="119886" y="26428"/>
                  </a:lnTo>
                  <a:lnTo>
                    <a:pt x="119761" y="27000"/>
                  </a:lnTo>
                  <a:lnTo>
                    <a:pt x="119667" y="27431"/>
                  </a:lnTo>
                  <a:lnTo>
                    <a:pt x="119603" y="36283"/>
                  </a:lnTo>
                  <a:lnTo>
                    <a:pt x="120313" y="39484"/>
                  </a:lnTo>
                  <a:lnTo>
                    <a:pt x="123189" y="45161"/>
                  </a:lnTo>
                  <a:lnTo>
                    <a:pt x="125374" y="47561"/>
                  </a:lnTo>
                  <a:lnTo>
                    <a:pt x="128396" y="49301"/>
                  </a:lnTo>
                  <a:lnTo>
                    <a:pt x="131121" y="50799"/>
                  </a:lnTo>
                  <a:lnTo>
                    <a:pt x="134213" y="51549"/>
                  </a:lnTo>
                  <a:lnTo>
                    <a:pt x="140995" y="51549"/>
                  </a:lnTo>
                  <a:lnTo>
                    <a:pt x="153165" y="44551"/>
                  </a:lnTo>
                  <a:lnTo>
                    <a:pt x="136207" y="44551"/>
                  </a:lnTo>
                  <a:lnTo>
                    <a:pt x="134505" y="44132"/>
                  </a:lnTo>
                  <a:lnTo>
                    <a:pt x="128437" y="34201"/>
                  </a:lnTo>
                  <a:lnTo>
                    <a:pt x="123748" y="34201"/>
                  </a:lnTo>
                  <a:lnTo>
                    <a:pt x="123748" y="28155"/>
                  </a:lnTo>
                  <a:lnTo>
                    <a:pt x="128446" y="28155"/>
                  </a:lnTo>
                  <a:lnTo>
                    <a:pt x="128447" y="27000"/>
                  </a:lnTo>
                  <a:lnTo>
                    <a:pt x="135437" y="19316"/>
                  </a:lnTo>
                  <a:lnTo>
                    <a:pt x="151980" y="19316"/>
                  </a:lnTo>
                  <a:lnTo>
                    <a:pt x="151384" y="18389"/>
                  </a:lnTo>
                  <a:lnTo>
                    <a:pt x="148170" y="15252"/>
                  </a:lnTo>
                  <a:lnTo>
                    <a:pt x="146316" y="14084"/>
                  </a:lnTo>
                  <a:lnTo>
                    <a:pt x="144208" y="13347"/>
                  </a:lnTo>
                  <a:lnTo>
                    <a:pt x="142438" y="12699"/>
                  </a:lnTo>
                  <a:lnTo>
                    <a:pt x="142788" y="12699"/>
                  </a:lnTo>
                  <a:lnTo>
                    <a:pt x="139915" y="12204"/>
                  </a:lnTo>
                  <a:close/>
                </a:path>
                <a:path w="179070" h="52070">
                  <a:moveTo>
                    <a:pt x="53911" y="12204"/>
                  </a:moveTo>
                  <a:lnTo>
                    <a:pt x="46469" y="12204"/>
                  </a:lnTo>
                  <a:lnTo>
                    <a:pt x="43201" y="13042"/>
                  </a:lnTo>
                  <a:lnTo>
                    <a:pt x="32268" y="26428"/>
                  </a:lnTo>
                  <a:lnTo>
                    <a:pt x="32146" y="27000"/>
                  </a:lnTo>
                  <a:lnTo>
                    <a:pt x="43370" y="50799"/>
                  </a:lnTo>
                  <a:lnTo>
                    <a:pt x="57010" y="50799"/>
                  </a:lnTo>
                  <a:lnTo>
                    <a:pt x="62407" y="47561"/>
                  </a:lnTo>
                  <a:lnTo>
                    <a:pt x="64589" y="45288"/>
                  </a:lnTo>
                  <a:lnTo>
                    <a:pt x="64925" y="44729"/>
                  </a:lnTo>
                  <a:lnTo>
                    <a:pt x="65015" y="44551"/>
                  </a:lnTo>
                  <a:lnTo>
                    <a:pt x="65111" y="44361"/>
                  </a:lnTo>
                  <a:lnTo>
                    <a:pt x="48210" y="44361"/>
                  </a:lnTo>
                  <a:lnTo>
                    <a:pt x="46456" y="43802"/>
                  </a:lnTo>
                  <a:lnTo>
                    <a:pt x="41033" y="29540"/>
                  </a:lnTo>
                  <a:lnTo>
                    <a:pt x="41250" y="28155"/>
                  </a:lnTo>
                  <a:lnTo>
                    <a:pt x="41363" y="27431"/>
                  </a:lnTo>
                  <a:lnTo>
                    <a:pt x="48171" y="19316"/>
                  </a:lnTo>
                  <a:lnTo>
                    <a:pt x="65071" y="19316"/>
                  </a:lnTo>
                  <a:lnTo>
                    <a:pt x="64751" y="18681"/>
                  </a:lnTo>
                  <a:lnTo>
                    <a:pt x="64520" y="18389"/>
                  </a:lnTo>
                  <a:lnTo>
                    <a:pt x="62656" y="16357"/>
                  </a:lnTo>
                  <a:lnTo>
                    <a:pt x="60862" y="15252"/>
                  </a:lnTo>
                  <a:lnTo>
                    <a:pt x="57179" y="13042"/>
                  </a:lnTo>
                  <a:lnTo>
                    <a:pt x="53911" y="12204"/>
                  </a:lnTo>
                  <a:close/>
                </a:path>
                <a:path w="179070" h="52070">
                  <a:moveTo>
                    <a:pt x="88157" y="45288"/>
                  </a:moveTo>
                  <a:lnTo>
                    <a:pt x="75696" y="45288"/>
                  </a:lnTo>
                  <a:lnTo>
                    <a:pt x="77254" y="50799"/>
                  </a:lnTo>
                  <a:lnTo>
                    <a:pt x="86626" y="50799"/>
                  </a:lnTo>
                  <a:lnTo>
                    <a:pt x="88157" y="45288"/>
                  </a:lnTo>
                  <a:close/>
                </a:path>
                <a:path w="179070" h="52070">
                  <a:moveTo>
                    <a:pt x="112354" y="45288"/>
                  </a:moveTo>
                  <a:lnTo>
                    <a:pt x="99906" y="45288"/>
                  </a:lnTo>
                  <a:lnTo>
                    <a:pt x="101434" y="50799"/>
                  </a:lnTo>
                  <a:lnTo>
                    <a:pt x="110794" y="50799"/>
                  </a:lnTo>
                  <a:lnTo>
                    <a:pt x="112354" y="45288"/>
                  </a:lnTo>
                  <a:close/>
                </a:path>
                <a:path w="179070" h="52070">
                  <a:moveTo>
                    <a:pt x="99871" y="45161"/>
                  </a:moveTo>
                  <a:lnTo>
                    <a:pt x="88192" y="45161"/>
                  </a:lnTo>
                  <a:lnTo>
                    <a:pt x="99906" y="45288"/>
                  </a:lnTo>
                  <a:close/>
                </a:path>
                <a:path w="179070" h="52070">
                  <a:moveTo>
                    <a:pt x="75641" y="12699"/>
                  </a:moveTo>
                  <a:lnTo>
                    <a:pt x="66484" y="12699"/>
                  </a:lnTo>
                  <a:lnTo>
                    <a:pt x="75225" y="43624"/>
                  </a:lnTo>
                  <a:lnTo>
                    <a:pt x="75276" y="43802"/>
                  </a:lnTo>
                  <a:lnTo>
                    <a:pt x="75369" y="44132"/>
                  </a:lnTo>
                  <a:lnTo>
                    <a:pt x="75434" y="44361"/>
                  </a:lnTo>
                  <a:lnTo>
                    <a:pt x="75538" y="44729"/>
                  </a:lnTo>
                  <a:lnTo>
                    <a:pt x="75660" y="45161"/>
                  </a:lnTo>
                  <a:lnTo>
                    <a:pt x="88192" y="45161"/>
                  </a:lnTo>
                  <a:lnTo>
                    <a:pt x="89610" y="40055"/>
                  </a:lnTo>
                  <a:lnTo>
                    <a:pt x="89727" y="39636"/>
                  </a:lnTo>
                  <a:lnTo>
                    <a:pt x="89769" y="39484"/>
                  </a:lnTo>
                  <a:lnTo>
                    <a:pt x="82334" y="39484"/>
                  </a:lnTo>
                  <a:lnTo>
                    <a:pt x="75803" y="13347"/>
                  </a:lnTo>
                  <a:lnTo>
                    <a:pt x="75726" y="13042"/>
                  </a:lnTo>
                  <a:lnTo>
                    <a:pt x="75641" y="12699"/>
                  </a:lnTo>
                  <a:close/>
                </a:path>
                <a:path w="179070" h="52070">
                  <a:moveTo>
                    <a:pt x="101764" y="25057"/>
                  </a:moveTo>
                  <a:lnTo>
                    <a:pt x="94297" y="25057"/>
                  </a:lnTo>
                  <a:lnTo>
                    <a:pt x="99445" y="43624"/>
                  </a:lnTo>
                  <a:lnTo>
                    <a:pt x="99494" y="43802"/>
                  </a:lnTo>
                  <a:lnTo>
                    <a:pt x="99586" y="44132"/>
                  </a:lnTo>
                  <a:lnTo>
                    <a:pt x="99649" y="44361"/>
                  </a:lnTo>
                  <a:lnTo>
                    <a:pt x="99751" y="44729"/>
                  </a:lnTo>
                  <a:lnTo>
                    <a:pt x="99871" y="45161"/>
                  </a:lnTo>
                  <a:lnTo>
                    <a:pt x="112390" y="45161"/>
                  </a:lnTo>
                  <a:lnTo>
                    <a:pt x="113835" y="40055"/>
                  </a:lnTo>
                  <a:lnTo>
                    <a:pt x="113954" y="39636"/>
                  </a:lnTo>
                  <a:lnTo>
                    <a:pt x="113997" y="39484"/>
                  </a:lnTo>
                  <a:lnTo>
                    <a:pt x="105471" y="39484"/>
                  </a:lnTo>
                  <a:lnTo>
                    <a:pt x="101862" y="25438"/>
                  </a:lnTo>
                  <a:lnTo>
                    <a:pt x="101764" y="25057"/>
                  </a:lnTo>
                  <a:close/>
                </a:path>
                <a:path w="179070" h="52070">
                  <a:moveTo>
                    <a:pt x="146227" y="39636"/>
                  </a:moveTo>
                  <a:lnTo>
                    <a:pt x="145873" y="40576"/>
                  </a:lnTo>
                  <a:lnTo>
                    <a:pt x="145821" y="40716"/>
                  </a:lnTo>
                  <a:lnTo>
                    <a:pt x="145237" y="41617"/>
                  </a:lnTo>
                  <a:lnTo>
                    <a:pt x="143687" y="43065"/>
                  </a:lnTo>
                  <a:lnTo>
                    <a:pt x="142760" y="43624"/>
                  </a:lnTo>
                  <a:lnTo>
                    <a:pt x="140652" y="44361"/>
                  </a:lnTo>
                  <a:lnTo>
                    <a:pt x="139471" y="44551"/>
                  </a:lnTo>
                  <a:lnTo>
                    <a:pt x="153165" y="44551"/>
                  </a:lnTo>
                  <a:lnTo>
                    <a:pt x="154076" y="42798"/>
                  </a:lnTo>
                  <a:lnTo>
                    <a:pt x="154576" y="40716"/>
                  </a:lnTo>
                  <a:lnTo>
                    <a:pt x="154609" y="40576"/>
                  </a:lnTo>
                  <a:lnTo>
                    <a:pt x="146227" y="39636"/>
                  </a:lnTo>
                  <a:close/>
                </a:path>
                <a:path w="179070" h="52070">
                  <a:moveTo>
                    <a:pt x="65071" y="19316"/>
                  </a:moveTo>
                  <a:lnTo>
                    <a:pt x="52260" y="19316"/>
                  </a:lnTo>
                  <a:lnTo>
                    <a:pt x="53949" y="19888"/>
                  </a:lnTo>
                  <a:lnTo>
                    <a:pt x="55783" y="21412"/>
                  </a:lnTo>
                  <a:lnTo>
                    <a:pt x="56705" y="22212"/>
                  </a:lnTo>
                  <a:lnTo>
                    <a:pt x="57670" y="23647"/>
                  </a:lnTo>
                  <a:lnTo>
                    <a:pt x="59004" y="27431"/>
                  </a:lnTo>
                  <a:lnTo>
                    <a:pt x="59347" y="29540"/>
                  </a:lnTo>
                  <a:lnTo>
                    <a:pt x="59345" y="34201"/>
                  </a:lnTo>
                  <a:lnTo>
                    <a:pt x="59058" y="35953"/>
                  </a:lnTo>
                  <a:lnTo>
                    <a:pt x="59004" y="36283"/>
                  </a:lnTo>
                  <a:lnTo>
                    <a:pt x="52221" y="44361"/>
                  </a:lnTo>
                  <a:lnTo>
                    <a:pt x="65111" y="44361"/>
                  </a:lnTo>
                  <a:lnTo>
                    <a:pt x="67504" y="39636"/>
                  </a:lnTo>
                  <a:lnTo>
                    <a:pt x="67581" y="39484"/>
                  </a:lnTo>
                  <a:lnTo>
                    <a:pt x="67950" y="38099"/>
                  </a:lnTo>
                  <a:lnTo>
                    <a:pt x="68354" y="36283"/>
                  </a:lnTo>
                  <a:lnTo>
                    <a:pt x="68240" y="27000"/>
                  </a:lnTo>
                  <a:lnTo>
                    <a:pt x="67895" y="25438"/>
                  </a:lnTo>
                  <a:lnTo>
                    <a:pt x="67777" y="24904"/>
                  </a:lnTo>
                  <a:lnTo>
                    <a:pt x="67713" y="24612"/>
                  </a:lnTo>
                  <a:lnTo>
                    <a:pt x="67255" y="23647"/>
                  </a:lnTo>
                  <a:lnTo>
                    <a:pt x="65071" y="19316"/>
                  </a:lnTo>
                  <a:close/>
                </a:path>
                <a:path w="179070" h="52070">
                  <a:moveTo>
                    <a:pt x="98590" y="12699"/>
                  </a:moveTo>
                  <a:lnTo>
                    <a:pt x="89535" y="12699"/>
                  </a:lnTo>
                  <a:lnTo>
                    <a:pt x="82689" y="39484"/>
                  </a:lnTo>
                  <a:lnTo>
                    <a:pt x="89769" y="39484"/>
                  </a:lnTo>
                  <a:lnTo>
                    <a:pt x="93670" y="25438"/>
                  </a:lnTo>
                  <a:lnTo>
                    <a:pt x="93776" y="25057"/>
                  </a:lnTo>
                  <a:lnTo>
                    <a:pt x="101764" y="25057"/>
                  </a:lnTo>
                  <a:lnTo>
                    <a:pt x="98756" y="13347"/>
                  </a:lnTo>
                  <a:lnTo>
                    <a:pt x="98678" y="13042"/>
                  </a:lnTo>
                  <a:lnTo>
                    <a:pt x="98590" y="12699"/>
                  </a:lnTo>
                  <a:close/>
                </a:path>
                <a:path w="179070" h="52070">
                  <a:moveTo>
                    <a:pt x="121577" y="12699"/>
                  </a:moveTo>
                  <a:lnTo>
                    <a:pt x="112395" y="12699"/>
                  </a:lnTo>
                  <a:lnTo>
                    <a:pt x="105769" y="39484"/>
                  </a:lnTo>
                  <a:lnTo>
                    <a:pt x="113997" y="39484"/>
                  </a:lnTo>
                  <a:lnTo>
                    <a:pt x="121393" y="13347"/>
                  </a:lnTo>
                  <a:lnTo>
                    <a:pt x="121480" y="13042"/>
                  </a:lnTo>
                  <a:lnTo>
                    <a:pt x="121577" y="12699"/>
                  </a:lnTo>
                  <a:close/>
                </a:path>
                <a:path w="179070" h="52070">
                  <a:moveTo>
                    <a:pt x="128446" y="28155"/>
                  </a:moveTo>
                  <a:lnTo>
                    <a:pt x="123748" y="28155"/>
                  </a:lnTo>
                  <a:lnTo>
                    <a:pt x="123748" y="34201"/>
                  </a:lnTo>
                  <a:lnTo>
                    <a:pt x="128437" y="34201"/>
                  </a:lnTo>
                  <a:lnTo>
                    <a:pt x="128446" y="28155"/>
                  </a:lnTo>
                  <a:close/>
                </a:path>
                <a:path w="179070" h="52070">
                  <a:moveTo>
                    <a:pt x="151980" y="19316"/>
                  </a:moveTo>
                  <a:lnTo>
                    <a:pt x="139861" y="19316"/>
                  </a:lnTo>
                  <a:lnTo>
                    <a:pt x="141171" y="19646"/>
                  </a:lnTo>
                  <a:lnTo>
                    <a:pt x="141024" y="19646"/>
                  </a:lnTo>
                  <a:lnTo>
                    <a:pt x="146367" y="28155"/>
                  </a:lnTo>
                  <a:lnTo>
                    <a:pt x="128446" y="28155"/>
                  </a:lnTo>
                  <a:lnTo>
                    <a:pt x="128437" y="34201"/>
                  </a:lnTo>
                  <a:lnTo>
                    <a:pt x="154978" y="34201"/>
                  </a:lnTo>
                  <a:lnTo>
                    <a:pt x="154869" y="27431"/>
                  </a:lnTo>
                  <a:lnTo>
                    <a:pt x="154553" y="25438"/>
                  </a:lnTo>
                  <a:lnTo>
                    <a:pt x="154452" y="25057"/>
                  </a:lnTo>
                  <a:lnTo>
                    <a:pt x="152666" y="20383"/>
                  </a:lnTo>
                  <a:lnTo>
                    <a:pt x="151980" y="19316"/>
                  </a:lnTo>
                  <a:close/>
                </a:path>
                <a:path w="179070" h="52070">
                  <a:moveTo>
                    <a:pt x="165696" y="12763"/>
                  </a:moveTo>
                  <a:lnTo>
                    <a:pt x="156984" y="12763"/>
                  </a:lnTo>
                  <a:lnTo>
                    <a:pt x="156984" y="50799"/>
                  </a:lnTo>
                  <a:lnTo>
                    <a:pt x="165963" y="50799"/>
                  </a:lnTo>
                  <a:lnTo>
                    <a:pt x="165963" y="26784"/>
                  </a:lnTo>
                  <a:lnTo>
                    <a:pt x="166331" y="25349"/>
                  </a:lnTo>
                  <a:lnTo>
                    <a:pt x="167830" y="22872"/>
                  </a:lnTo>
                  <a:lnTo>
                    <a:pt x="168846" y="21907"/>
                  </a:lnTo>
                  <a:lnTo>
                    <a:pt x="171133" y="20662"/>
                  </a:lnTo>
                  <a:lnTo>
                    <a:pt x="170753" y="20662"/>
                  </a:lnTo>
                  <a:lnTo>
                    <a:pt x="172700" y="20192"/>
                  </a:lnTo>
                  <a:lnTo>
                    <a:pt x="178714" y="20192"/>
                  </a:lnTo>
                  <a:lnTo>
                    <a:pt x="178714" y="19049"/>
                  </a:lnTo>
                  <a:lnTo>
                    <a:pt x="165696" y="19049"/>
                  </a:lnTo>
                  <a:lnTo>
                    <a:pt x="165696" y="12763"/>
                  </a:lnTo>
                  <a:close/>
                </a:path>
                <a:path w="179070" h="52070">
                  <a:moveTo>
                    <a:pt x="178714" y="20192"/>
                  </a:moveTo>
                  <a:lnTo>
                    <a:pt x="176721" y="20192"/>
                  </a:lnTo>
                  <a:lnTo>
                    <a:pt x="178930" y="20662"/>
                  </a:lnTo>
                  <a:lnTo>
                    <a:pt x="178714" y="20662"/>
                  </a:lnTo>
                  <a:lnTo>
                    <a:pt x="178714" y="20192"/>
                  </a:lnTo>
                  <a:close/>
                </a:path>
                <a:path w="179070" h="52070">
                  <a:moveTo>
                    <a:pt x="178714" y="12407"/>
                  </a:moveTo>
                  <a:lnTo>
                    <a:pt x="172494" y="12407"/>
                  </a:lnTo>
                  <a:lnTo>
                    <a:pt x="171361" y="12763"/>
                  </a:lnTo>
                  <a:lnTo>
                    <a:pt x="167970" y="15151"/>
                  </a:lnTo>
                  <a:lnTo>
                    <a:pt x="166789" y="16852"/>
                  </a:lnTo>
                  <a:lnTo>
                    <a:pt x="166090" y="19049"/>
                  </a:lnTo>
                  <a:lnTo>
                    <a:pt x="178714" y="19049"/>
                  </a:lnTo>
                  <a:lnTo>
                    <a:pt x="178714" y="12407"/>
                  </a:lnTo>
                  <a:close/>
                </a:path>
              </a:pathLst>
            </a:custGeom>
            <a:solidFill>
              <a:srgbClr val="DE00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4684064" y="6172200"/>
              <a:ext cx="46355" cy="51435"/>
            </a:xfrm>
            <a:custGeom>
              <a:avLst/>
              <a:gdLst/>
              <a:ahLst/>
              <a:cxnLst/>
              <a:rect l="l" t="t" r="r" b="b"/>
              <a:pathLst>
                <a:path w="46354" h="51435">
                  <a:moveTo>
                    <a:pt x="26568" y="0"/>
                  </a:moveTo>
                  <a:lnTo>
                    <a:pt x="19176" y="0"/>
                  </a:lnTo>
                  <a:lnTo>
                    <a:pt x="19176" y="37236"/>
                  </a:lnTo>
                  <a:lnTo>
                    <a:pt x="5067" y="23113"/>
                  </a:lnTo>
                  <a:lnTo>
                    <a:pt x="0" y="28232"/>
                  </a:lnTo>
                  <a:lnTo>
                    <a:pt x="22872" y="51092"/>
                  </a:lnTo>
                  <a:lnTo>
                    <a:pt x="45796" y="28232"/>
                  </a:lnTo>
                  <a:lnTo>
                    <a:pt x="40627" y="23113"/>
                  </a:lnTo>
                  <a:lnTo>
                    <a:pt x="26568" y="37236"/>
                  </a:lnTo>
                  <a:lnTo>
                    <a:pt x="26568" y="0"/>
                  </a:lnTo>
                  <a:close/>
                </a:path>
              </a:pathLst>
            </a:custGeom>
            <a:solidFill>
              <a:srgbClr val="EA0C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3340100" y="6134100"/>
              <a:ext cx="279400" cy="139700"/>
            </a:xfrm>
            <a:custGeom>
              <a:avLst/>
              <a:gdLst/>
              <a:ahLst/>
              <a:cxnLst/>
              <a:rect l="l" t="t" r="r" b="b"/>
              <a:pathLst>
                <a:path w="279400" h="139700">
                  <a:moveTo>
                    <a:pt x="228600" y="0"/>
                  </a:moveTo>
                  <a:lnTo>
                    <a:pt x="50800" y="0"/>
                  </a:lnTo>
                  <a:lnTo>
                    <a:pt x="31027" y="3992"/>
                  </a:lnTo>
                  <a:lnTo>
                    <a:pt x="14879" y="14879"/>
                  </a:lnTo>
                  <a:lnTo>
                    <a:pt x="3992" y="31027"/>
                  </a:lnTo>
                  <a:lnTo>
                    <a:pt x="0" y="50800"/>
                  </a:lnTo>
                  <a:lnTo>
                    <a:pt x="0" y="88900"/>
                  </a:lnTo>
                  <a:lnTo>
                    <a:pt x="3992" y="108672"/>
                  </a:lnTo>
                  <a:lnTo>
                    <a:pt x="14879" y="124820"/>
                  </a:lnTo>
                  <a:lnTo>
                    <a:pt x="31027" y="135707"/>
                  </a:lnTo>
                  <a:lnTo>
                    <a:pt x="50800" y="139700"/>
                  </a:lnTo>
                  <a:lnTo>
                    <a:pt x="228600" y="139700"/>
                  </a:lnTo>
                  <a:lnTo>
                    <a:pt x="248372" y="135707"/>
                  </a:lnTo>
                  <a:lnTo>
                    <a:pt x="264520" y="124820"/>
                  </a:lnTo>
                  <a:lnTo>
                    <a:pt x="275407" y="108672"/>
                  </a:lnTo>
                  <a:lnTo>
                    <a:pt x="279400" y="88900"/>
                  </a:lnTo>
                  <a:lnTo>
                    <a:pt x="279400" y="50800"/>
                  </a:lnTo>
                  <a:lnTo>
                    <a:pt x="275407" y="31027"/>
                  </a:lnTo>
                  <a:lnTo>
                    <a:pt x="264520" y="14879"/>
                  </a:lnTo>
                  <a:lnTo>
                    <a:pt x="248372" y="3992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9D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3421316" y="6172200"/>
              <a:ext cx="179070" cy="52069"/>
            </a:xfrm>
            <a:custGeom>
              <a:avLst/>
              <a:gdLst/>
              <a:ahLst/>
              <a:cxnLst/>
              <a:rect l="l" t="t" r="r" b="b"/>
              <a:pathLst>
                <a:path w="179070" h="52070">
                  <a:moveTo>
                    <a:pt x="9194" y="0"/>
                  </a:moveTo>
                  <a:lnTo>
                    <a:pt x="0" y="0"/>
                  </a:lnTo>
                  <a:lnTo>
                    <a:pt x="0" y="50799"/>
                  </a:lnTo>
                  <a:lnTo>
                    <a:pt x="31572" y="50799"/>
                  </a:lnTo>
                  <a:lnTo>
                    <a:pt x="31572" y="43091"/>
                  </a:lnTo>
                  <a:lnTo>
                    <a:pt x="9194" y="43091"/>
                  </a:lnTo>
                  <a:lnTo>
                    <a:pt x="9194" y="0"/>
                  </a:lnTo>
                  <a:close/>
                </a:path>
                <a:path w="179070" h="52070">
                  <a:moveTo>
                    <a:pt x="56839" y="50799"/>
                  </a:moveTo>
                  <a:lnTo>
                    <a:pt x="43541" y="50799"/>
                  </a:lnTo>
                  <a:lnTo>
                    <a:pt x="46469" y="51549"/>
                  </a:lnTo>
                  <a:lnTo>
                    <a:pt x="53911" y="51549"/>
                  </a:lnTo>
                  <a:lnTo>
                    <a:pt x="56839" y="50799"/>
                  </a:lnTo>
                  <a:close/>
                </a:path>
                <a:path w="179070" h="52070">
                  <a:moveTo>
                    <a:pt x="139915" y="12204"/>
                  </a:moveTo>
                  <a:lnTo>
                    <a:pt x="133921" y="12204"/>
                  </a:lnTo>
                  <a:lnTo>
                    <a:pt x="130759" y="13042"/>
                  </a:lnTo>
                  <a:lnTo>
                    <a:pt x="125374" y="16357"/>
                  </a:lnTo>
                  <a:lnTo>
                    <a:pt x="123266" y="18681"/>
                  </a:lnTo>
                  <a:lnTo>
                    <a:pt x="120281" y="24612"/>
                  </a:lnTo>
                  <a:lnTo>
                    <a:pt x="119886" y="26428"/>
                  </a:lnTo>
                  <a:lnTo>
                    <a:pt x="119761" y="27000"/>
                  </a:lnTo>
                  <a:lnTo>
                    <a:pt x="119667" y="27431"/>
                  </a:lnTo>
                  <a:lnTo>
                    <a:pt x="119603" y="36283"/>
                  </a:lnTo>
                  <a:lnTo>
                    <a:pt x="120313" y="39484"/>
                  </a:lnTo>
                  <a:lnTo>
                    <a:pt x="123189" y="45161"/>
                  </a:lnTo>
                  <a:lnTo>
                    <a:pt x="125374" y="47561"/>
                  </a:lnTo>
                  <a:lnTo>
                    <a:pt x="128396" y="49301"/>
                  </a:lnTo>
                  <a:lnTo>
                    <a:pt x="131121" y="50799"/>
                  </a:lnTo>
                  <a:lnTo>
                    <a:pt x="134213" y="51549"/>
                  </a:lnTo>
                  <a:lnTo>
                    <a:pt x="140995" y="51549"/>
                  </a:lnTo>
                  <a:lnTo>
                    <a:pt x="153165" y="44551"/>
                  </a:lnTo>
                  <a:lnTo>
                    <a:pt x="136207" y="44551"/>
                  </a:lnTo>
                  <a:lnTo>
                    <a:pt x="134505" y="44132"/>
                  </a:lnTo>
                  <a:lnTo>
                    <a:pt x="128437" y="34201"/>
                  </a:lnTo>
                  <a:lnTo>
                    <a:pt x="123748" y="34201"/>
                  </a:lnTo>
                  <a:lnTo>
                    <a:pt x="123748" y="28155"/>
                  </a:lnTo>
                  <a:lnTo>
                    <a:pt x="128446" y="28155"/>
                  </a:lnTo>
                  <a:lnTo>
                    <a:pt x="128447" y="27000"/>
                  </a:lnTo>
                  <a:lnTo>
                    <a:pt x="135437" y="19316"/>
                  </a:lnTo>
                  <a:lnTo>
                    <a:pt x="151980" y="19316"/>
                  </a:lnTo>
                  <a:lnTo>
                    <a:pt x="151384" y="18389"/>
                  </a:lnTo>
                  <a:lnTo>
                    <a:pt x="148170" y="15252"/>
                  </a:lnTo>
                  <a:lnTo>
                    <a:pt x="146316" y="14084"/>
                  </a:lnTo>
                  <a:lnTo>
                    <a:pt x="144208" y="13347"/>
                  </a:lnTo>
                  <a:lnTo>
                    <a:pt x="142438" y="12699"/>
                  </a:lnTo>
                  <a:lnTo>
                    <a:pt x="142788" y="12699"/>
                  </a:lnTo>
                  <a:lnTo>
                    <a:pt x="139915" y="12204"/>
                  </a:lnTo>
                  <a:close/>
                </a:path>
                <a:path w="179070" h="52070">
                  <a:moveTo>
                    <a:pt x="53911" y="12204"/>
                  </a:moveTo>
                  <a:lnTo>
                    <a:pt x="46469" y="12204"/>
                  </a:lnTo>
                  <a:lnTo>
                    <a:pt x="43201" y="13042"/>
                  </a:lnTo>
                  <a:lnTo>
                    <a:pt x="32268" y="26428"/>
                  </a:lnTo>
                  <a:lnTo>
                    <a:pt x="32146" y="27000"/>
                  </a:lnTo>
                  <a:lnTo>
                    <a:pt x="43370" y="50799"/>
                  </a:lnTo>
                  <a:lnTo>
                    <a:pt x="57010" y="50799"/>
                  </a:lnTo>
                  <a:lnTo>
                    <a:pt x="62407" y="47561"/>
                  </a:lnTo>
                  <a:lnTo>
                    <a:pt x="64589" y="45288"/>
                  </a:lnTo>
                  <a:lnTo>
                    <a:pt x="64925" y="44729"/>
                  </a:lnTo>
                  <a:lnTo>
                    <a:pt x="65015" y="44551"/>
                  </a:lnTo>
                  <a:lnTo>
                    <a:pt x="65111" y="44361"/>
                  </a:lnTo>
                  <a:lnTo>
                    <a:pt x="48210" y="44361"/>
                  </a:lnTo>
                  <a:lnTo>
                    <a:pt x="46456" y="43802"/>
                  </a:lnTo>
                  <a:lnTo>
                    <a:pt x="41033" y="29540"/>
                  </a:lnTo>
                  <a:lnTo>
                    <a:pt x="41250" y="28155"/>
                  </a:lnTo>
                  <a:lnTo>
                    <a:pt x="41363" y="27431"/>
                  </a:lnTo>
                  <a:lnTo>
                    <a:pt x="48171" y="19316"/>
                  </a:lnTo>
                  <a:lnTo>
                    <a:pt x="65071" y="19316"/>
                  </a:lnTo>
                  <a:lnTo>
                    <a:pt x="64751" y="18681"/>
                  </a:lnTo>
                  <a:lnTo>
                    <a:pt x="64520" y="18389"/>
                  </a:lnTo>
                  <a:lnTo>
                    <a:pt x="62656" y="16357"/>
                  </a:lnTo>
                  <a:lnTo>
                    <a:pt x="60862" y="15252"/>
                  </a:lnTo>
                  <a:lnTo>
                    <a:pt x="57179" y="13042"/>
                  </a:lnTo>
                  <a:lnTo>
                    <a:pt x="53911" y="12204"/>
                  </a:lnTo>
                  <a:close/>
                </a:path>
                <a:path w="179070" h="52070">
                  <a:moveTo>
                    <a:pt x="88157" y="45288"/>
                  </a:moveTo>
                  <a:lnTo>
                    <a:pt x="75696" y="45288"/>
                  </a:lnTo>
                  <a:lnTo>
                    <a:pt x="77254" y="50799"/>
                  </a:lnTo>
                  <a:lnTo>
                    <a:pt x="86626" y="50799"/>
                  </a:lnTo>
                  <a:lnTo>
                    <a:pt x="88157" y="45288"/>
                  </a:lnTo>
                  <a:close/>
                </a:path>
                <a:path w="179070" h="52070">
                  <a:moveTo>
                    <a:pt x="112354" y="45288"/>
                  </a:moveTo>
                  <a:lnTo>
                    <a:pt x="99906" y="45288"/>
                  </a:lnTo>
                  <a:lnTo>
                    <a:pt x="101434" y="50799"/>
                  </a:lnTo>
                  <a:lnTo>
                    <a:pt x="110794" y="50799"/>
                  </a:lnTo>
                  <a:lnTo>
                    <a:pt x="112354" y="45288"/>
                  </a:lnTo>
                  <a:close/>
                </a:path>
                <a:path w="179070" h="52070">
                  <a:moveTo>
                    <a:pt x="99871" y="45161"/>
                  </a:moveTo>
                  <a:lnTo>
                    <a:pt x="88192" y="45161"/>
                  </a:lnTo>
                  <a:lnTo>
                    <a:pt x="99906" y="45288"/>
                  </a:lnTo>
                  <a:close/>
                </a:path>
                <a:path w="179070" h="52070">
                  <a:moveTo>
                    <a:pt x="75641" y="12699"/>
                  </a:moveTo>
                  <a:lnTo>
                    <a:pt x="66484" y="12699"/>
                  </a:lnTo>
                  <a:lnTo>
                    <a:pt x="75225" y="43624"/>
                  </a:lnTo>
                  <a:lnTo>
                    <a:pt x="75276" y="43802"/>
                  </a:lnTo>
                  <a:lnTo>
                    <a:pt x="75369" y="44132"/>
                  </a:lnTo>
                  <a:lnTo>
                    <a:pt x="75434" y="44361"/>
                  </a:lnTo>
                  <a:lnTo>
                    <a:pt x="75538" y="44729"/>
                  </a:lnTo>
                  <a:lnTo>
                    <a:pt x="75660" y="45161"/>
                  </a:lnTo>
                  <a:lnTo>
                    <a:pt x="88192" y="45161"/>
                  </a:lnTo>
                  <a:lnTo>
                    <a:pt x="89610" y="40055"/>
                  </a:lnTo>
                  <a:lnTo>
                    <a:pt x="89727" y="39636"/>
                  </a:lnTo>
                  <a:lnTo>
                    <a:pt x="89769" y="39484"/>
                  </a:lnTo>
                  <a:lnTo>
                    <a:pt x="82334" y="39484"/>
                  </a:lnTo>
                  <a:lnTo>
                    <a:pt x="75803" y="13347"/>
                  </a:lnTo>
                  <a:lnTo>
                    <a:pt x="75726" y="13042"/>
                  </a:lnTo>
                  <a:lnTo>
                    <a:pt x="75641" y="12699"/>
                  </a:lnTo>
                  <a:close/>
                </a:path>
                <a:path w="179070" h="52070">
                  <a:moveTo>
                    <a:pt x="101764" y="25057"/>
                  </a:moveTo>
                  <a:lnTo>
                    <a:pt x="94297" y="25057"/>
                  </a:lnTo>
                  <a:lnTo>
                    <a:pt x="99445" y="43624"/>
                  </a:lnTo>
                  <a:lnTo>
                    <a:pt x="99494" y="43802"/>
                  </a:lnTo>
                  <a:lnTo>
                    <a:pt x="99586" y="44132"/>
                  </a:lnTo>
                  <a:lnTo>
                    <a:pt x="99649" y="44361"/>
                  </a:lnTo>
                  <a:lnTo>
                    <a:pt x="99751" y="44729"/>
                  </a:lnTo>
                  <a:lnTo>
                    <a:pt x="99871" y="45161"/>
                  </a:lnTo>
                  <a:lnTo>
                    <a:pt x="112390" y="45161"/>
                  </a:lnTo>
                  <a:lnTo>
                    <a:pt x="113835" y="40055"/>
                  </a:lnTo>
                  <a:lnTo>
                    <a:pt x="113954" y="39636"/>
                  </a:lnTo>
                  <a:lnTo>
                    <a:pt x="113997" y="39484"/>
                  </a:lnTo>
                  <a:lnTo>
                    <a:pt x="105471" y="39484"/>
                  </a:lnTo>
                  <a:lnTo>
                    <a:pt x="101862" y="25438"/>
                  </a:lnTo>
                  <a:lnTo>
                    <a:pt x="101764" y="25057"/>
                  </a:lnTo>
                  <a:close/>
                </a:path>
                <a:path w="179070" h="52070">
                  <a:moveTo>
                    <a:pt x="146227" y="39636"/>
                  </a:moveTo>
                  <a:lnTo>
                    <a:pt x="145873" y="40576"/>
                  </a:lnTo>
                  <a:lnTo>
                    <a:pt x="145821" y="40716"/>
                  </a:lnTo>
                  <a:lnTo>
                    <a:pt x="145237" y="41617"/>
                  </a:lnTo>
                  <a:lnTo>
                    <a:pt x="143687" y="43065"/>
                  </a:lnTo>
                  <a:lnTo>
                    <a:pt x="142760" y="43624"/>
                  </a:lnTo>
                  <a:lnTo>
                    <a:pt x="140652" y="44361"/>
                  </a:lnTo>
                  <a:lnTo>
                    <a:pt x="139471" y="44551"/>
                  </a:lnTo>
                  <a:lnTo>
                    <a:pt x="153165" y="44551"/>
                  </a:lnTo>
                  <a:lnTo>
                    <a:pt x="154076" y="42798"/>
                  </a:lnTo>
                  <a:lnTo>
                    <a:pt x="154576" y="40716"/>
                  </a:lnTo>
                  <a:lnTo>
                    <a:pt x="154609" y="40576"/>
                  </a:lnTo>
                  <a:lnTo>
                    <a:pt x="146227" y="39636"/>
                  </a:lnTo>
                  <a:close/>
                </a:path>
                <a:path w="179070" h="52070">
                  <a:moveTo>
                    <a:pt x="65071" y="19316"/>
                  </a:moveTo>
                  <a:lnTo>
                    <a:pt x="52260" y="19316"/>
                  </a:lnTo>
                  <a:lnTo>
                    <a:pt x="53949" y="19888"/>
                  </a:lnTo>
                  <a:lnTo>
                    <a:pt x="55783" y="21412"/>
                  </a:lnTo>
                  <a:lnTo>
                    <a:pt x="56705" y="22212"/>
                  </a:lnTo>
                  <a:lnTo>
                    <a:pt x="57670" y="23647"/>
                  </a:lnTo>
                  <a:lnTo>
                    <a:pt x="59004" y="27431"/>
                  </a:lnTo>
                  <a:lnTo>
                    <a:pt x="59347" y="29540"/>
                  </a:lnTo>
                  <a:lnTo>
                    <a:pt x="59345" y="34201"/>
                  </a:lnTo>
                  <a:lnTo>
                    <a:pt x="59058" y="35953"/>
                  </a:lnTo>
                  <a:lnTo>
                    <a:pt x="59004" y="36283"/>
                  </a:lnTo>
                  <a:lnTo>
                    <a:pt x="52221" y="44361"/>
                  </a:lnTo>
                  <a:lnTo>
                    <a:pt x="65111" y="44361"/>
                  </a:lnTo>
                  <a:lnTo>
                    <a:pt x="67504" y="39636"/>
                  </a:lnTo>
                  <a:lnTo>
                    <a:pt x="67581" y="39484"/>
                  </a:lnTo>
                  <a:lnTo>
                    <a:pt x="67950" y="38099"/>
                  </a:lnTo>
                  <a:lnTo>
                    <a:pt x="68354" y="36283"/>
                  </a:lnTo>
                  <a:lnTo>
                    <a:pt x="68240" y="27000"/>
                  </a:lnTo>
                  <a:lnTo>
                    <a:pt x="67895" y="25438"/>
                  </a:lnTo>
                  <a:lnTo>
                    <a:pt x="67777" y="24904"/>
                  </a:lnTo>
                  <a:lnTo>
                    <a:pt x="67713" y="24612"/>
                  </a:lnTo>
                  <a:lnTo>
                    <a:pt x="67255" y="23647"/>
                  </a:lnTo>
                  <a:lnTo>
                    <a:pt x="65071" y="19316"/>
                  </a:lnTo>
                  <a:close/>
                </a:path>
                <a:path w="179070" h="52070">
                  <a:moveTo>
                    <a:pt x="98590" y="12699"/>
                  </a:moveTo>
                  <a:lnTo>
                    <a:pt x="89535" y="12699"/>
                  </a:lnTo>
                  <a:lnTo>
                    <a:pt x="82689" y="39484"/>
                  </a:lnTo>
                  <a:lnTo>
                    <a:pt x="89769" y="39484"/>
                  </a:lnTo>
                  <a:lnTo>
                    <a:pt x="93670" y="25438"/>
                  </a:lnTo>
                  <a:lnTo>
                    <a:pt x="93776" y="25057"/>
                  </a:lnTo>
                  <a:lnTo>
                    <a:pt x="101764" y="25057"/>
                  </a:lnTo>
                  <a:lnTo>
                    <a:pt x="98756" y="13347"/>
                  </a:lnTo>
                  <a:lnTo>
                    <a:pt x="98678" y="13042"/>
                  </a:lnTo>
                  <a:lnTo>
                    <a:pt x="98590" y="12699"/>
                  </a:lnTo>
                  <a:close/>
                </a:path>
                <a:path w="179070" h="52070">
                  <a:moveTo>
                    <a:pt x="121577" y="12699"/>
                  </a:moveTo>
                  <a:lnTo>
                    <a:pt x="112395" y="12699"/>
                  </a:lnTo>
                  <a:lnTo>
                    <a:pt x="105769" y="39484"/>
                  </a:lnTo>
                  <a:lnTo>
                    <a:pt x="113997" y="39484"/>
                  </a:lnTo>
                  <a:lnTo>
                    <a:pt x="121393" y="13347"/>
                  </a:lnTo>
                  <a:lnTo>
                    <a:pt x="121480" y="13042"/>
                  </a:lnTo>
                  <a:lnTo>
                    <a:pt x="121577" y="12699"/>
                  </a:lnTo>
                  <a:close/>
                </a:path>
                <a:path w="179070" h="52070">
                  <a:moveTo>
                    <a:pt x="128446" y="28155"/>
                  </a:moveTo>
                  <a:lnTo>
                    <a:pt x="123748" y="28155"/>
                  </a:lnTo>
                  <a:lnTo>
                    <a:pt x="123748" y="34201"/>
                  </a:lnTo>
                  <a:lnTo>
                    <a:pt x="128437" y="34201"/>
                  </a:lnTo>
                  <a:lnTo>
                    <a:pt x="128446" y="28155"/>
                  </a:lnTo>
                  <a:close/>
                </a:path>
                <a:path w="179070" h="52070">
                  <a:moveTo>
                    <a:pt x="151980" y="19316"/>
                  </a:moveTo>
                  <a:lnTo>
                    <a:pt x="139861" y="19316"/>
                  </a:lnTo>
                  <a:lnTo>
                    <a:pt x="141171" y="19646"/>
                  </a:lnTo>
                  <a:lnTo>
                    <a:pt x="141024" y="19646"/>
                  </a:lnTo>
                  <a:lnTo>
                    <a:pt x="146367" y="28155"/>
                  </a:lnTo>
                  <a:lnTo>
                    <a:pt x="128446" y="28155"/>
                  </a:lnTo>
                  <a:lnTo>
                    <a:pt x="128437" y="34201"/>
                  </a:lnTo>
                  <a:lnTo>
                    <a:pt x="154978" y="34201"/>
                  </a:lnTo>
                  <a:lnTo>
                    <a:pt x="154869" y="27431"/>
                  </a:lnTo>
                  <a:lnTo>
                    <a:pt x="154553" y="25438"/>
                  </a:lnTo>
                  <a:lnTo>
                    <a:pt x="154452" y="25057"/>
                  </a:lnTo>
                  <a:lnTo>
                    <a:pt x="152666" y="20383"/>
                  </a:lnTo>
                  <a:lnTo>
                    <a:pt x="151980" y="19316"/>
                  </a:lnTo>
                  <a:close/>
                </a:path>
                <a:path w="179070" h="52070">
                  <a:moveTo>
                    <a:pt x="165696" y="12763"/>
                  </a:moveTo>
                  <a:lnTo>
                    <a:pt x="156984" y="12763"/>
                  </a:lnTo>
                  <a:lnTo>
                    <a:pt x="156984" y="50799"/>
                  </a:lnTo>
                  <a:lnTo>
                    <a:pt x="165963" y="50799"/>
                  </a:lnTo>
                  <a:lnTo>
                    <a:pt x="165963" y="26784"/>
                  </a:lnTo>
                  <a:lnTo>
                    <a:pt x="166331" y="25349"/>
                  </a:lnTo>
                  <a:lnTo>
                    <a:pt x="167830" y="22872"/>
                  </a:lnTo>
                  <a:lnTo>
                    <a:pt x="168846" y="21907"/>
                  </a:lnTo>
                  <a:lnTo>
                    <a:pt x="171133" y="20662"/>
                  </a:lnTo>
                  <a:lnTo>
                    <a:pt x="170753" y="20662"/>
                  </a:lnTo>
                  <a:lnTo>
                    <a:pt x="172700" y="20192"/>
                  </a:lnTo>
                  <a:lnTo>
                    <a:pt x="178714" y="20192"/>
                  </a:lnTo>
                  <a:lnTo>
                    <a:pt x="178714" y="19049"/>
                  </a:lnTo>
                  <a:lnTo>
                    <a:pt x="165696" y="19049"/>
                  </a:lnTo>
                  <a:lnTo>
                    <a:pt x="165696" y="12763"/>
                  </a:lnTo>
                  <a:close/>
                </a:path>
                <a:path w="179070" h="52070">
                  <a:moveTo>
                    <a:pt x="178714" y="20192"/>
                  </a:moveTo>
                  <a:lnTo>
                    <a:pt x="176721" y="20192"/>
                  </a:lnTo>
                  <a:lnTo>
                    <a:pt x="178930" y="20662"/>
                  </a:lnTo>
                  <a:lnTo>
                    <a:pt x="178714" y="20662"/>
                  </a:lnTo>
                  <a:lnTo>
                    <a:pt x="178714" y="20192"/>
                  </a:lnTo>
                  <a:close/>
                </a:path>
                <a:path w="179070" h="52070">
                  <a:moveTo>
                    <a:pt x="178714" y="12407"/>
                  </a:moveTo>
                  <a:lnTo>
                    <a:pt x="172494" y="12407"/>
                  </a:lnTo>
                  <a:lnTo>
                    <a:pt x="171361" y="12763"/>
                  </a:lnTo>
                  <a:lnTo>
                    <a:pt x="167970" y="15151"/>
                  </a:lnTo>
                  <a:lnTo>
                    <a:pt x="166789" y="16852"/>
                  </a:lnTo>
                  <a:lnTo>
                    <a:pt x="166090" y="19049"/>
                  </a:lnTo>
                  <a:lnTo>
                    <a:pt x="178714" y="19049"/>
                  </a:lnTo>
                  <a:lnTo>
                    <a:pt x="178714" y="12407"/>
                  </a:lnTo>
                  <a:close/>
                </a:path>
              </a:pathLst>
            </a:custGeom>
            <a:solidFill>
              <a:srgbClr val="DE00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3363264" y="6172200"/>
              <a:ext cx="46355" cy="51435"/>
            </a:xfrm>
            <a:custGeom>
              <a:avLst/>
              <a:gdLst/>
              <a:ahLst/>
              <a:cxnLst/>
              <a:rect l="l" t="t" r="r" b="b"/>
              <a:pathLst>
                <a:path w="46354" h="51435">
                  <a:moveTo>
                    <a:pt x="26568" y="0"/>
                  </a:moveTo>
                  <a:lnTo>
                    <a:pt x="19176" y="0"/>
                  </a:lnTo>
                  <a:lnTo>
                    <a:pt x="19176" y="37236"/>
                  </a:lnTo>
                  <a:lnTo>
                    <a:pt x="5067" y="23113"/>
                  </a:lnTo>
                  <a:lnTo>
                    <a:pt x="0" y="28232"/>
                  </a:lnTo>
                  <a:lnTo>
                    <a:pt x="22872" y="51092"/>
                  </a:lnTo>
                  <a:lnTo>
                    <a:pt x="45796" y="28232"/>
                  </a:lnTo>
                  <a:lnTo>
                    <a:pt x="40627" y="23113"/>
                  </a:lnTo>
                  <a:lnTo>
                    <a:pt x="26568" y="37236"/>
                  </a:lnTo>
                  <a:lnTo>
                    <a:pt x="26568" y="0"/>
                  </a:lnTo>
                  <a:close/>
                </a:path>
              </a:pathLst>
            </a:custGeom>
            <a:solidFill>
              <a:srgbClr val="EA0C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2286000" y="6134100"/>
              <a:ext cx="279400" cy="139700"/>
            </a:xfrm>
            <a:custGeom>
              <a:avLst/>
              <a:gdLst/>
              <a:ahLst/>
              <a:cxnLst/>
              <a:rect l="l" t="t" r="r" b="b"/>
              <a:pathLst>
                <a:path w="279400" h="139700">
                  <a:moveTo>
                    <a:pt x="228600" y="0"/>
                  </a:moveTo>
                  <a:lnTo>
                    <a:pt x="50800" y="0"/>
                  </a:lnTo>
                  <a:lnTo>
                    <a:pt x="31027" y="3992"/>
                  </a:lnTo>
                  <a:lnTo>
                    <a:pt x="14879" y="14879"/>
                  </a:lnTo>
                  <a:lnTo>
                    <a:pt x="3992" y="31027"/>
                  </a:lnTo>
                  <a:lnTo>
                    <a:pt x="0" y="50800"/>
                  </a:lnTo>
                  <a:lnTo>
                    <a:pt x="0" y="88900"/>
                  </a:lnTo>
                  <a:lnTo>
                    <a:pt x="3992" y="108672"/>
                  </a:lnTo>
                  <a:lnTo>
                    <a:pt x="14879" y="124820"/>
                  </a:lnTo>
                  <a:lnTo>
                    <a:pt x="31027" y="135707"/>
                  </a:lnTo>
                  <a:lnTo>
                    <a:pt x="50800" y="139700"/>
                  </a:lnTo>
                  <a:lnTo>
                    <a:pt x="228600" y="139700"/>
                  </a:lnTo>
                  <a:lnTo>
                    <a:pt x="248372" y="135707"/>
                  </a:lnTo>
                  <a:lnTo>
                    <a:pt x="264520" y="124820"/>
                  </a:lnTo>
                  <a:lnTo>
                    <a:pt x="275407" y="108672"/>
                  </a:lnTo>
                  <a:lnTo>
                    <a:pt x="279400" y="88900"/>
                  </a:lnTo>
                  <a:lnTo>
                    <a:pt x="279400" y="50800"/>
                  </a:lnTo>
                  <a:lnTo>
                    <a:pt x="275407" y="31027"/>
                  </a:lnTo>
                  <a:lnTo>
                    <a:pt x="264520" y="14879"/>
                  </a:lnTo>
                  <a:lnTo>
                    <a:pt x="248372" y="3992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9D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2367216" y="6172200"/>
              <a:ext cx="179070" cy="52069"/>
            </a:xfrm>
            <a:custGeom>
              <a:avLst/>
              <a:gdLst/>
              <a:ahLst/>
              <a:cxnLst/>
              <a:rect l="l" t="t" r="r" b="b"/>
              <a:pathLst>
                <a:path w="179069" h="52070">
                  <a:moveTo>
                    <a:pt x="9194" y="0"/>
                  </a:moveTo>
                  <a:lnTo>
                    <a:pt x="0" y="0"/>
                  </a:lnTo>
                  <a:lnTo>
                    <a:pt x="0" y="50799"/>
                  </a:lnTo>
                  <a:lnTo>
                    <a:pt x="31572" y="50799"/>
                  </a:lnTo>
                  <a:lnTo>
                    <a:pt x="31572" y="43091"/>
                  </a:lnTo>
                  <a:lnTo>
                    <a:pt x="9194" y="43091"/>
                  </a:lnTo>
                  <a:lnTo>
                    <a:pt x="9194" y="0"/>
                  </a:lnTo>
                  <a:close/>
                </a:path>
                <a:path w="179069" h="52070">
                  <a:moveTo>
                    <a:pt x="56839" y="50799"/>
                  </a:moveTo>
                  <a:lnTo>
                    <a:pt x="43541" y="50799"/>
                  </a:lnTo>
                  <a:lnTo>
                    <a:pt x="46469" y="51549"/>
                  </a:lnTo>
                  <a:lnTo>
                    <a:pt x="53911" y="51549"/>
                  </a:lnTo>
                  <a:lnTo>
                    <a:pt x="56839" y="50799"/>
                  </a:lnTo>
                  <a:close/>
                </a:path>
                <a:path w="179069" h="52070">
                  <a:moveTo>
                    <a:pt x="139915" y="12204"/>
                  </a:moveTo>
                  <a:lnTo>
                    <a:pt x="133921" y="12204"/>
                  </a:lnTo>
                  <a:lnTo>
                    <a:pt x="130759" y="13042"/>
                  </a:lnTo>
                  <a:lnTo>
                    <a:pt x="125374" y="16357"/>
                  </a:lnTo>
                  <a:lnTo>
                    <a:pt x="123266" y="18681"/>
                  </a:lnTo>
                  <a:lnTo>
                    <a:pt x="120281" y="24612"/>
                  </a:lnTo>
                  <a:lnTo>
                    <a:pt x="119886" y="26428"/>
                  </a:lnTo>
                  <a:lnTo>
                    <a:pt x="119761" y="27000"/>
                  </a:lnTo>
                  <a:lnTo>
                    <a:pt x="119667" y="27431"/>
                  </a:lnTo>
                  <a:lnTo>
                    <a:pt x="119603" y="36283"/>
                  </a:lnTo>
                  <a:lnTo>
                    <a:pt x="120313" y="39484"/>
                  </a:lnTo>
                  <a:lnTo>
                    <a:pt x="123189" y="45161"/>
                  </a:lnTo>
                  <a:lnTo>
                    <a:pt x="125374" y="47561"/>
                  </a:lnTo>
                  <a:lnTo>
                    <a:pt x="128396" y="49301"/>
                  </a:lnTo>
                  <a:lnTo>
                    <a:pt x="131121" y="50799"/>
                  </a:lnTo>
                  <a:lnTo>
                    <a:pt x="134213" y="51549"/>
                  </a:lnTo>
                  <a:lnTo>
                    <a:pt x="140995" y="51549"/>
                  </a:lnTo>
                  <a:lnTo>
                    <a:pt x="153165" y="44551"/>
                  </a:lnTo>
                  <a:lnTo>
                    <a:pt x="136207" y="44551"/>
                  </a:lnTo>
                  <a:lnTo>
                    <a:pt x="134505" y="44132"/>
                  </a:lnTo>
                  <a:lnTo>
                    <a:pt x="128437" y="34201"/>
                  </a:lnTo>
                  <a:lnTo>
                    <a:pt x="123748" y="34201"/>
                  </a:lnTo>
                  <a:lnTo>
                    <a:pt x="123748" y="28155"/>
                  </a:lnTo>
                  <a:lnTo>
                    <a:pt x="128446" y="28155"/>
                  </a:lnTo>
                  <a:lnTo>
                    <a:pt x="128447" y="27000"/>
                  </a:lnTo>
                  <a:lnTo>
                    <a:pt x="135437" y="19316"/>
                  </a:lnTo>
                  <a:lnTo>
                    <a:pt x="151980" y="19316"/>
                  </a:lnTo>
                  <a:lnTo>
                    <a:pt x="151383" y="18389"/>
                  </a:lnTo>
                  <a:lnTo>
                    <a:pt x="148170" y="15252"/>
                  </a:lnTo>
                  <a:lnTo>
                    <a:pt x="146316" y="14084"/>
                  </a:lnTo>
                  <a:lnTo>
                    <a:pt x="144208" y="13347"/>
                  </a:lnTo>
                  <a:lnTo>
                    <a:pt x="142438" y="12699"/>
                  </a:lnTo>
                  <a:lnTo>
                    <a:pt x="142788" y="12699"/>
                  </a:lnTo>
                  <a:lnTo>
                    <a:pt x="139915" y="12204"/>
                  </a:lnTo>
                  <a:close/>
                </a:path>
                <a:path w="179069" h="52070">
                  <a:moveTo>
                    <a:pt x="53911" y="12204"/>
                  </a:moveTo>
                  <a:lnTo>
                    <a:pt x="46469" y="12204"/>
                  </a:lnTo>
                  <a:lnTo>
                    <a:pt x="43201" y="13042"/>
                  </a:lnTo>
                  <a:lnTo>
                    <a:pt x="32268" y="26428"/>
                  </a:lnTo>
                  <a:lnTo>
                    <a:pt x="32146" y="27000"/>
                  </a:lnTo>
                  <a:lnTo>
                    <a:pt x="43370" y="50799"/>
                  </a:lnTo>
                  <a:lnTo>
                    <a:pt x="57010" y="50799"/>
                  </a:lnTo>
                  <a:lnTo>
                    <a:pt x="62407" y="47561"/>
                  </a:lnTo>
                  <a:lnTo>
                    <a:pt x="64589" y="45288"/>
                  </a:lnTo>
                  <a:lnTo>
                    <a:pt x="64925" y="44729"/>
                  </a:lnTo>
                  <a:lnTo>
                    <a:pt x="65015" y="44551"/>
                  </a:lnTo>
                  <a:lnTo>
                    <a:pt x="65111" y="44361"/>
                  </a:lnTo>
                  <a:lnTo>
                    <a:pt x="48210" y="44361"/>
                  </a:lnTo>
                  <a:lnTo>
                    <a:pt x="46456" y="43802"/>
                  </a:lnTo>
                  <a:lnTo>
                    <a:pt x="41033" y="29540"/>
                  </a:lnTo>
                  <a:lnTo>
                    <a:pt x="41250" y="28155"/>
                  </a:lnTo>
                  <a:lnTo>
                    <a:pt x="41363" y="27431"/>
                  </a:lnTo>
                  <a:lnTo>
                    <a:pt x="48171" y="19316"/>
                  </a:lnTo>
                  <a:lnTo>
                    <a:pt x="65071" y="19316"/>
                  </a:lnTo>
                  <a:lnTo>
                    <a:pt x="64751" y="18681"/>
                  </a:lnTo>
                  <a:lnTo>
                    <a:pt x="64520" y="18389"/>
                  </a:lnTo>
                  <a:lnTo>
                    <a:pt x="62656" y="16357"/>
                  </a:lnTo>
                  <a:lnTo>
                    <a:pt x="60862" y="15252"/>
                  </a:lnTo>
                  <a:lnTo>
                    <a:pt x="57179" y="13042"/>
                  </a:lnTo>
                  <a:lnTo>
                    <a:pt x="53911" y="12204"/>
                  </a:lnTo>
                  <a:close/>
                </a:path>
                <a:path w="179069" h="52070">
                  <a:moveTo>
                    <a:pt x="88157" y="45288"/>
                  </a:moveTo>
                  <a:lnTo>
                    <a:pt x="75696" y="45288"/>
                  </a:lnTo>
                  <a:lnTo>
                    <a:pt x="77254" y="50799"/>
                  </a:lnTo>
                  <a:lnTo>
                    <a:pt x="86626" y="50799"/>
                  </a:lnTo>
                  <a:lnTo>
                    <a:pt x="88157" y="45288"/>
                  </a:lnTo>
                  <a:close/>
                </a:path>
                <a:path w="179069" h="52070">
                  <a:moveTo>
                    <a:pt x="112354" y="45288"/>
                  </a:moveTo>
                  <a:lnTo>
                    <a:pt x="99906" y="45288"/>
                  </a:lnTo>
                  <a:lnTo>
                    <a:pt x="101434" y="50799"/>
                  </a:lnTo>
                  <a:lnTo>
                    <a:pt x="110794" y="50799"/>
                  </a:lnTo>
                  <a:lnTo>
                    <a:pt x="112354" y="45288"/>
                  </a:lnTo>
                  <a:close/>
                </a:path>
                <a:path w="179069" h="52070">
                  <a:moveTo>
                    <a:pt x="99871" y="45161"/>
                  </a:moveTo>
                  <a:lnTo>
                    <a:pt x="88192" y="45161"/>
                  </a:lnTo>
                  <a:lnTo>
                    <a:pt x="99906" y="45288"/>
                  </a:lnTo>
                  <a:close/>
                </a:path>
                <a:path w="179069" h="52070">
                  <a:moveTo>
                    <a:pt x="75641" y="12699"/>
                  </a:moveTo>
                  <a:lnTo>
                    <a:pt x="66484" y="12699"/>
                  </a:lnTo>
                  <a:lnTo>
                    <a:pt x="75225" y="43624"/>
                  </a:lnTo>
                  <a:lnTo>
                    <a:pt x="75276" y="43802"/>
                  </a:lnTo>
                  <a:lnTo>
                    <a:pt x="75369" y="44132"/>
                  </a:lnTo>
                  <a:lnTo>
                    <a:pt x="75434" y="44361"/>
                  </a:lnTo>
                  <a:lnTo>
                    <a:pt x="75538" y="44729"/>
                  </a:lnTo>
                  <a:lnTo>
                    <a:pt x="75660" y="45161"/>
                  </a:lnTo>
                  <a:lnTo>
                    <a:pt x="88192" y="45161"/>
                  </a:lnTo>
                  <a:lnTo>
                    <a:pt x="89610" y="40055"/>
                  </a:lnTo>
                  <a:lnTo>
                    <a:pt x="89727" y="39636"/>
                  </a:lnTo>
                  <a:lnTo>
                    <a:pt x="89769" y="39484"/>
                  </a:lnTo>
                  <a:lnTo>
                    <a:pt x="82334" y="39484"/>
                  </a:lnTo>
                  <a:lnTo>
                    <a:pt x="75803" y="13347"/>
                  </a:lnTo>
                  <a:lnTo>
                    <a:pt x="75726" y="13042"/>
                  </a:lnTo>
                  <a:lnTo>
                    <a:pt x="75641" y="12699"/>
                  </a:lnTo>
                  <a:close/>
                </a:path>
                <a:path w="179069" h="52070">
                  <a:moveTo>
                    <a:pt x="101764" y="25057"/>
                  </a:moveTo>
                  <a:lnTo>
                    <a:pt x="94297" y="25057"/>
                  </a:lnTo>
                  <a:lnTo>
                    <a:pt x="99445" y="43624"/>
                  </a:lnTo>
                  <a:lnTo>
                    <a:pt x="99494" y="43802"/>
                  </a:lnTo>
                  <a:lnTo>
                    <a:pt x="99586" y="44132"/>
                  </a:lnTo>
                  <a:lnTo>
                    <a:pt x="99649" y="44361"/>
                  </a:lnTo>
                  <a:lnTo>
                    <a:pt x="99751" y="44729"/>
                  </a:lnTo>
                  <a:lnTo>
                    <a:pt x="99871" y="45161"/>
                  </a:lnTo>
                  <a:lnTo>
                    <a:pt x="112390" y="45161"/>
                  </a:lnTo>
                  <a:lnTo>
                    <a:pt x="113835" y="40055"/>
                  </a:lnTo>
                  <a:lnTo>
                    <a:pt x="113954" y="39636"/>
                  </a:lnTo>
                  <a:lnTo>
                    <a:pt x="113997" y="39484"/>
                  </a:lnTo>
                  <a:lnTo>
                    <a:pt x="105471" y="39484"/>
                  </a:lnTo>
                  <a:lnTo>
                    <a:pt x="101862" y="25438"/>
                  </a:lnTo>
                  <a:lnTo>
                    <a:pt x="101764" y="25057"/>
                  </a:lnTo>
                  <a:close/>
                </a:path>
                <a:path w="179069" h="52070">
                  <a:moveTo>
                    <a:pt x="146227" y="39636"/>
                  </a:moveTo>
                  <a:lnTo>
                    <a:pt x="145873" y="40576"/>
                  </a:lnTo>
                  <a:lnTo>
                    <a:pt x="145821" y="40716"/>
                  </a:lnTo>
                  <a:lnTo>
                    <a:pt x="145237" y="41617"/>
                  </a:lnTo>
                  <a:lnTo>
                    <a:pt x="143687" y="43065"/>
                  </a:lnTo>
                  <a:lnTo>
                    <a:pt x="142760" y="43624"/>
                  </a:lnTo>
                  <a:lnTo>
                    <a:pt x="140652" y="44361"/>
                  </a:lnTo>
                  <a:lnTo>
                    <a:pt x="139471" y="44551"/>
                  </a:lnTo>
                  <a:lnTo>
                    <a:pt x="153165" y="44551"/>
                  </a:lnTo>
                  <a:lnTo>
                    <a:pt x="154076" y="42798"/>
                  </a:lnTo>
                  <a:lnTo>
                    <a:pt x="154576" y="40716"/>
                  </a:lnTo>
                  <a:lnTo>
                    <a:pt x="154609" y="40576"/>
                  </a:lnTo>
                  <a:lnTo>
                    <a:pt x="146227" y="39636"/>
                  </a:lnTo>
                  <a:close/>
                </a:path>
                <a:path w="179069" h="52070">
                  <a:moveTo>
                    <a:pt x="65071" y="19316"/>
                  </a:moveTo>
                  <a:lnTo>
                    <a:pt x="52260" y="19316"/>
                  </a:lnTo>
                  <a:lnTo>
                    <a:pt x="53949" y="19888"/>
                  </a:lnTo>
                  <a:lnTo>
                    <a:pt x="55783" y="21412"/>
                  </a:lnTo>
                  <a:lnTo>
                    <a:pt x="56705" y="22212"/>
                  </a:lnTo>
                  <a:lnTo>
                    <a:pt x="57670" y="23647"/>
                  </a:lnTo>
                  <a:lnTo>
                    <a:pt x="59004" y="27431"/>
                  </a:lnTo>
                  <a:lnTo>
                    <a:pt x="59347" y="29540"/>
                  </a:lnTo>
                  <a:lnTo>
                    <a:pt x="59345" y="34201"/>
                  </a:lnTo>
                  <a:lnTo>
                    <a:pt x="59058" y="35953"/>
                  </a:lnTo>
                  <a:lnTo>
                    <a:pt x="59004" y="36283"/>
                  </a:lnTo>
                  <a:lnTo>
                    <a:pt x="52221" y="44361"/>
                  </a:lnTo>
                  <a:lnTo>
                    <a:pt x="65111" y="44361"/>
                  </a:lnTo>
                  <a:lnTo>
                    <a:pt x="67504" y="39636"/>
                  </a:lnTo>
                  <a:lnTo>
                    <a:pt x="67581" y="39484"/>
                  </a:lnTo>
                  <a:lnTo>
                    <a:pt x="67950" y="38099"/>
                  </a:lnTo>
                  <a:lnTo>
                    <a:pt x="68354" y="36283"/>
                  </a:lnTo>
                  <a:lnTo>
                    <a:pt x="68240" y="27000"/>
                  </a:lnTo>
                  <a:lnTo>
                    <a:pt x="67895" y="25438"/>
                  </a:lnTo>
                  <a:lnTo>
                    <a:pt x="67777" y="24904"/>
                  </a:lnTo>
                  <a:lnTo>
                    <a:pt x="67713" y="24612"/>
                  </a:lnTo>
                  <a:lnTo>
                    <a:pt x="67255" y="23647"/>
                  </a:lnTo>
                  <a:lnTo>
                    <a:pt x="65071" y="19316"/>
                  </a:lnTo>
                  <a:close/>
                </a:path>
                <a:path w="179069" h="52070">
                  <a:moveTo>
                    <a:pt x="98590" y="12699"/>
                  </a:moveTo>
                  <a:lnTo>
                    <a:pt x="89534" y="12699"/>
                  </a:lnTo>
                  <a:lnTo>
                    <a:pt x="82689" y="39484"/>
                  </a:lnTo>
                  <a:lnTo>
                    <a:pt x="89769" y="39484"/>
                  </a:lnTo>
                  <a:lnTo>
                    <a:pt x="93670" y="25438"/>
                  </a:lnTo>
                  <a:lnTo>
                    <a:pt x="93776" y="25057"/>
                  </a:lnTo>
                  <a:lnTo>
                    <a:pt x="101764" y="25057"/>
                  </a:lnTo>
                  <a:lnTo>
                    <a:pt x="98756" y="13347"/>
                  </a:lnTo>
                  <a:lnTo>
                    <a:pt x="98678" y="13042"/>
                  </a:lnTo>
                  <a:lnTo>
                    <a:pt x="98590" y="12699"/>
                  </a:lnTo>
                  <a:close/>
                </a:path>
                <a:path w="179069" h="52070">
                  <a:moveTo>
                    <a:pt x="121577" y="12699"/>
                  </a:moveTo>
                  <a:lnTo>
                    <a:pt x="112394" y="12699"/>
                  </a:lnTo>
                  <a:lnTo>
                    <a:pt x="105769" y="39484"/>
                  </a:lnTo>
                  <a:lnTo>
                    <a:pt x="113997" y="39484"/>
                  </a:lnTo>
                  <a:lnTo>
                    <a:pt x="121393" y="13347"/>
                  </a:lnTo>
                  <a:lnTo>
                    <a:pt x="121480" y="13042"/>
                  </a:lnTo>
                  <a:lnTo>
                    <a:pt x="121577" y="12699"/>
                  </a:lnTo>
                  <a:close/>
                </a:path>
                <a:path w="179069" h="52070">
                  <a:moveTo>
                    <a:pt x="128446" y="28155"/>
                  </a:moveTo>
                  <a:lnTo>
                    <a:pt x="123748" y="28155"/>
                  </a:lnTo>
                  <a:lnTo>
                    <a:pt x="123748" y="34201"/>
                  </a:lnTo>
                  <a:lnTo>
                    <a:pt x="128437" y="34201"/>
                  </a:lnTo>
                  <a:lnTo>
                    <a:pt x="128446" y="28155"/>
                  </a:lnTo>
                  <a:close/>
                </a:path>
                <a:path w="179069" h="52070">
                  <a:moveTo>
                    <a:pt x="151980" y="19316"/>
                  </a:moveTo>
                  <a:lnTo>
                    <a:pt x="139861" y="19316"/>
                  </a:lnTo>
                  <a:lnTo>
                    <a:pt x="141171" y="19646"/>
                  </a:lnTo>
                  <a:lnTo>
                    <a:pt x="141024" y="19646"/>
                  </a:lnTo>
                  <a:lnTo>
                    <a:pt x="146367" y="28155"/>
                  </a:lnTo>
                  <a:lnTo>
                    <a:pt x="128446" y="28155"/>
                  </a:lnTo>
                  <a:lnTo>
                    <a:pt x="128437" y="34201"/>
                  </a:lnTo>
                  <a:lnTo>
                    <a:pt x="154978" y="34201"/>
                  </a:lnTo>
                  <a:lnTo>
                    <a:pt x="154869" y="27431"/>
                  </a:lnTo>
                  <a:lnTo>
                    <a:pt x="154553" y="25438"/>
                  </a:lnTo>
                  <a:lnTo>
                    <a:pt x="154452" y="25057"/>
                  </a:lnTo>
                  <a:lnTo>
                    <a:pt x="152666" y="20383"/>
                  </a:lnTo>
                  <a:lnTo>
                    <a:pt x="151980" y="19316"/>
                  </a:lnTo>
                  <a:close/>
                </a:path>
                <a:path w="179069" h="52070">
                  <a:moveTo>
                    <a:pt x="165696" y="12763"/>
                  </a:moveTo>
                  <a:lnTo>
                    <a:pt x="156984" y="12763"/>
                  </a:lnTo>
                  <a:lnTo>
                    <a:pt x="156984" y="50799"/>
                  </a:lnTo>
                  <a:lnTo>
                    <a:pt x="165963" y="50799"/>
                  </a:lnTo>
                  <a:lnTo>
                    <a:pt x="165963" y="26784"/>
                  </a:lnTo>
                  <a:lnTo>
                    <a:pt x="166331" y="25349"/>
                  </a:lnTo>
                  <a:lnTo>
                    <a:pt x="167830" y="22872"/>
                  </a:lnTo>
                  <a:lnTo>
                    <a:pt x="168846" y="21907"/>
                  </a:lnTo>
                  <a:lnTo>
                    <a:pt x="171133" y="20662"/>
                  </a:lnTo>
                  <a:lnTo>
                    <a:pt x="170753" y="20662"/>
                  </a:lnTo>
                  <a:lnTo>
                    <a:pt x="172700" y="20192"/>
                  </a:lnTo>
                  <a:lnTo>
                    <a:pt x="178714" y="20192"/>
                  </a:lnTo>
                  <a:lnTo>
                    <a:pt x="178714" y="19049"/>
                  </a:lnTo>
                  <a:lnTo>
                    <a:pt x="165696" y="19049"/>
                  </a:lnTo>
                  <a:lnTo>
                    <a:pt x="165696" y="12763"/>
                  </a:lnTo>
                  <a:close/>
                </a:path>
                <a:path w="179069" h="52070">
                  <a:moveTo>
                    <a:pt x="178714" y="20192"/>
                  </a:moveTo>
                  <a:lnTo>
                    <a:pt x="176721" y="20192"/>
                  </a:lnTo>
                  <a:lnTo>
                    <a:pt x="178930" y="20662"/>
                  </a:lnTo>
                  <a:lnTo>
                    <a:pt x="178714" y="20662"/>
                  </a:lnTo>
                  <a:lnTo>
                    <a:pt x="178714" y="20192"/>
                  </a:lnTo>
                  <a:close/>
                </a:path>
                <a:path w="179069" h="52070">
                  <a:moveTo>
                    <a:pt x="178714" y="12407"/>
                  </a:moveTo>
                  <a:lnTo>
                    <a:pt x="172494" y="12407"/>
                  </a:lnTo>
                  <a:lnTo>
                    <a:pt x="171361" y="12763"/>
                  </a:lnTo>
                  <a:lnTo>
                    <a:pt x="167970" y="15151"/>
                  </a:lnTo>
                  <a:lnTo>
                    <a:pt x="166789" y="16852"/>
                  </a:lnTo>
                  <a:lnTo>
                    <a:pt x="166090" y="19049"/>
                  </a:lnTo>
                  <a:lnTo>
                    <a:pt x="178714" y="19049"/>
                  </a:lnTo>
                  <a:lnTo>
                    <a:pt x="178714" y="12407"/>
                  </a:lnTo>
                  <a:close/>
                </a:path>
              </a:pathLst>
            </a:custGeom>
            <a:solidFill>
              <a:srgbClr val="DE00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2309164" y="6172200"/>
              <a:ext cx="46355" cy="51435"/>
            </a:xfrm>
            <a:custGeom>
              <a:avLst/>
              <a:gdLst/>
              <a:ahLst/>
              <a:cxnLst/>
              <a:rect l="l" t="t" r="r" b="b"/>
              <a:pathLst>
                <a:path w="46355" h="51435">
                  <a:moveTo>
                    <a:pt x="26568" y="0"/>
                  </a:moveTo>
                  <a:lnTo>
                    <a:pt x="19176" y="0"/>
                  </a:lnTo>
                  <a:lnTo>
                    <a:pt x="19176" y="37236"/>
                  </a:lnTo>
                  <a:lnTo>
                    <a:pt x="5067" y="23113"/>
                  </a:lnTo>
                  <a:lnTo>
                    <a:pt x="0" y="28232"/>
                  </a:lnTo>
                  <a:lnTo>
                    <a:pt x="22872" y="51092"/>
                  </a:lnTo>
                  <a:lnTo>
                    <a:pt x="45796" y="28232"/>
                  </a:lnTo>
                  <a:lnTo>
                    <a:pt x="40627" y="23113"/>
                  </a:lnTo>
                  <a:lnTo>
                    <a:pt x="26568" y="37236"/>
                  </a:lnTo>
                  <a:lnTo>
                    <a:pt x="26568" y="0"/>
                  </a:lnTo>
                  <a:close/>
                </a:path>
              </a:pathLst>
            </a:custGeom>
            <a:solidFill>
              <a:srgbClr val="EA0C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4648200" y="5727700"/>
              <a:ext cx="279400" cy="139700"/>
            </a:xfrm>
            <a:custGeom>
              <a:avLst/>
              <a:gdLst/>
              <a:ahLst/>
              <a:cxnLst/>
              <a:rect l="l" t="t" r="r" b="b"/>
              <a:pathLst>
                <a:path w="279400" h="139700">
                  <a:moveTo>
                    <a:pt x="228600" y="0"/>
                  </a:moveTo>
                  <a:lnTo>
                    <a:pt x="50800" y="0"/>
                  </a:lnTo>
                  <a:lnTo>
                    <a:pt x="31027" y="3992"/>
                  </a:lnTo>
                  <a:lnTo>
                    <a:pt x="14879" y="14879"/>
                  </a:lnTo>
                  <a:lnTo>
                    <a:pt x="3992" y="31027"/>
                  </a:lnTo>
                  <a:lnTo>
                    <a:pt x="0" y="50800"/>
                  </a:lnTo>
                  <a:lnTo>
                    <a:pt x="0" y="88900"/>
                  </a:lnTo>
                  <a:lnTo>
                    <a:pt x="3992" y="108672"/>
                  </a:lnTo>
                  <a:lnTo>
                    <a:pt x="14879" y="124820"/>
                  </a:lnTo>
                  <a:lnTo>
                    <a:pt x="31027" y="135707"/>
                  </a:lnTo>
                  <a:lnTo>
                    <a:pt x="50800" y="139700"/>
                  </a:lnTo>
                  <a:lnTo>
                    <a:pt x="228600" y="139700"/>
                  </a:lnTo>
                  <a:lnTo>
                    <a:pt x="248372" y="135707"/>
                  </a:lnTo>
                  <a:lnTo>
                    <a:pt x="264520" y="124820"/>
                  </a:lnTo>
                  <a:lnTo>
                    <a:pt x="275407" y="108672"/>
                  </a:lnTo>
                  <a:lnTo>
                    <a:pt x="279400" y="88900"/>
                  </a:lnTo>
                  <a:lnTo>
                    <a:pt x="279400" y="50800"/>
                  </a:lnTo>
                  <a:lnTo>
                    <a:pt x="275407" y="31027"/>
                  </a:lnTo>
                  <a:lnTo>
                    <a:pt x="264520" y="14879"/>
                  </a:lnTo>
                  <a:lnTo>
                    <a:pt x="248372" y="3992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9D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4729416" y="5765800"/>
              <a:ext cx="179070" cy="52069"/>
            </a:xfrm>
            <a:custGeom>
              <a:avLst/>
              <a:gdLst/>
              <a:ahLst/>
              <a:cxnLst/>
              <a:rect l="l" t="t" r="r" b="b"/>
              <a:pathLst>
                <a:path w="179070" h="52070">
                  <a:moveTo>
                    <a:pt x="9194" y="0"/>
                  </a:moveTo>
                  <a:lnTo>
                    <a:pt x="0" y="0"/>
                  </a:lnTo>
                  <a:lnTo>
                    <a:pt x="0" y="50799"/>
                  </a:lnTo>
                  <a:lnTo>
                    <a:pt x="31572" y="50799"/>
                  </a:lnTo>
                  <a:lnTo>
                    <a:pt x="31572" y="43091"/>
                  </a:lnTo>
                  <a:lnTo>
                    <a:pt x="9194" y="43091"/>
                  </a:lnTo>
                  <a:lnTo>
                    <a:pt x="9194" y="0"/>
                  </a:lnTo>
                  <a:close/>
                </a:path>
                <a:path w="179070" h="52070">
                  <a:moveTo>
                    <a:pt x="56839" y="50799"/>
                  </a:moveTo>
                  <a:lnTo>
                    <a:pt x="43541" y="50799"/>
                  </a:lnTo>
                  <a:lnTo>
                    <a:pt x="46469" y="51549"/>
                  </a:lnTo>
                  <a:lnTo>
                    <a:pt x="53911" y="51549"/>
                  </a:lnTo>
                  <a:lnTo>
                    <a:pt x="56839" y="50799"/>
                  </a:lnTo>
                  <a:close/>
                </a:path>
                <a:path w="179070" h="52070">
                  <a:moveTo>
                    <a:pt x="139915" y="12204"/>
                  </a:moveTo>
                  <a:lnTo>
                    <a:pt x="133921" y="12204"/>
                  </a:lnTo>
                  <a:lnTo>
                    <a:pt x="130759" y="13042"/>
                  </a:lnTo>
                  <a:lnTo>
                    <a:pt x="125374" y="16357"/>
                  </a:lnTo>
                  <a:lnTo>
                    <a:pt x="123266" y="18681"/>
                  </a:lnTo>
                  <a:lnTo>
                    <a:pt x="120281" y="24612"/>
                  </a:lnTo>
                  <a:lnTo>
                    <a:pt x="119886" y="26428"/>
                  </a:lnTo>
                  <a:lnTo>
                    <a:pt x="119761" y="27000"/>
                  </a:lnTo>
                  <a:lnTo>
                    <a:pt x="119667" y="27431"/>
                  </a:lnTo>
                  <a:lnTo>
                    <a:pt x="119603" y="36283"/>
                  </a:lnTo>
                  <a:lnTo>
                    <a:pt x="120313" y="39484"/>
                  </a:lnTo>
                  <a:lnTo>
                    <a:pt x="123189" y="45161"/>
                  </a:lnTo>
                  <a:lnTo>
                    <a:pt x="125374" y="47561"/>
                  </a:lnTo>
                  <a:lnTo>
                    <a:pt x="128396" y="49301"/>
                  </a:lnTo>
                  <a:lnTo>
                    <a:pt x="131121" y="50799"/>
                  </a:lnTo>
                  <a:lnTo>
                    <a:pt x="134213" y="51549"/>
                  </a:lnTo>
                  <a:lnTo>
                    <a:pt x="140995" y="51549"/>
                  </a:lnTo>
                  <a:lnTo>
                    <a:pt x="153165" y="44551"/>
                  </a:lnTo>
                  <a:lnTo>
                    <a:pt x="136207" y="44551"/>
                  </a:lnTo>
                  <a:lnTo>
                    <a:pt x="134505" y="44132"/>
                  </a:lnTo>
                  <a:lnTo>
                    <a:pt x="128437" y="34201"/>
                  </a:lnTo>
                  <a:lnTo>
                    <a:pt x="123748" y="34201"/>
                  </a:lnTo>
                  <a:lnTo>
                    <a:pt x="123748" y="28155"/>
                  </a:lnTo>
                  <a:lnTo>
                    <a:pt x="128446" y="28155"/>
                  </a:lnTo>
                  <a:lnTo>
                    <a:pt x="128447" y="27000"/>
                  </a:lnTo>
                  <a:lnTo>
                    <a:pt x="135437" y="19316"/>
                  </a:lnTo>
                  <a:lnTo>
                    <a:pt x="151980" y="19316"/>
                  </a:lnTo>
                  <a:lnTo>
                    <a:pt x="151384" y="18389"/>
                  </a:lnTo>
                  <a:lnTo>
                    <a:pt x="148170" y="15252"/>
                  </a:lnTo>
                  <a:lnTo>
                    <a:pt x="146316" y="14084"/>
                  </a:lnTo>
                  <a:lnTo>
                    <a:pt x="144208" y="13347"/>
                  </a:lnTo>
                  <a:lnTo>
                    <a:pt x="142438" y="12699"/>
                  </a:lnTo>
                  <a:lnTo>
                    <a:pt x="142788" y="12699"/>
                  </a:lnTo>
                  <a:lnTo>
                    <a:pt x="139915" y="12204"/>
                  </a:lnTo>
                  <a:close/>
                </a:path>
                <a:path w="179070" h="52070">
                  <a:moveTo>
                    <a:pt x="53911" y="12204"/>
                  </a:moveTo>
                  <a:lnTo>
                    <a:pt x="46469" y="12204"/>
                  </a:lnTo>
                  <a:lnTo>
                    <a:pt x="43201" y="13042"/>
                  </a:lnTo>
                  <a:lnTo>
                    <a:pt x="32268" y="26428"/>
                  </a:lnTo>
                  <a:lnTo>
                    <a:pt x="32146" y="27000"/>
                  </a:lnTo>
                  <a:lnTo>
                    <a:pt x="43370" y="50799"/>
                  </a:lnTo>
                  <a:lnTo>
                    <a:pt x="57010" y="50799"/>
                  </a:lnTo>
                  <a:lnTo>
                    <a:pt x="62407" y="47561"/>
                  </a:lnTo>
                  <a:lnTo>
                    <a:pt x="64589" y="45288"/>
                  </a:lnTo>
                  <a:lnTo>
                    <a:pt x="64925" y="44729"/>
                  </a:lnTo>
                  <a:lnTo>
                    <a:pt x="65015" y="44551"/>
                  </a:lnTo>
                  <a:lnTo>
                    <a:pt x="65111" y="44361"/>
                  </a:lnTo>
                  <a:lnTo>
                    <a:pt x="48210" y="44361"/>
                  </a:lnTo>
                  <a:lnTo>
                    <a:pt x="46456" y="43802"/>
                  </a:lnTo>
                  <a:lnTo>
                    <a:pt x="41033" y="29540"/>
                  </a:lnTo>
                  <a:lnTo>
                    <a:pt x="41250" y="28155"/>
                  </a:lnTo>
                  <a:lnTo>
                    <a:pt x="41363" y="27431"/>
                  </a:lnTo>
                  <a:lnTo>
                    <a:pt x="48171" y="19316"/>
                  </a:lnTo>
                  <a:lnTo>
                    <a:pt x="65071" y="19316"/>
                  </a:lnTo>
                  <a:lnTo>
                    <a:pt x="64751" y="18681"/>
                  </a:lnTo>
                  <a:lnTo>
                    <a:pt x="64520" y="18389"/>
                  </a:lnTo>
                  <a:lnTo>
                    <a:pt x="62656" y="16357"/>
                  </a:lnTo>
                  <a:lnTo>
                    <a:pt x="60862" y="15252"/>
                  </a:lnTo>
                  <a:lnTo>
                    <a:pt x="57179" y="13042"/>
                  </a:lnTo>
                  <a:lnTo>
                    <a:pt x="53911" y="12204"/>
                  </a:lnTo>
                  <a:close/>
                </a:path>
                <a:path w="179070" h="52070">
                  <a:moveTo>
                    <a:pt x="88157" y="45288"/>
                  </a:moveTo>
                  <a:lnTo>
                    <a:pt x="75696" y="45288"/>
                  </a:lnTo>
                  <a:lnTo>
                    <a:pt x="77254" y="50799"/>
                  </a:lnTo>
                  <a:lnTo>
                    <a:pt x="86626" y="50799"/>
                  </a:lnTo>
                  <a:lnTo>
                    <a:pt x="88157" y="45288"/>
                  </a:lnTo>
                  <a:close/>
                </a:path>
                <a:path w="179070" h="52070">
                  <a:moveTo>
                    <a:pt x="112354" y="45288"/>
                  </a:moveTo>
                  <a:lnTo>
                    <a:pt x="99906" y="45288"/>
                  </a:lnTo>
                  <a:lnTo>
                    <a:pt x="101434" y="50799"/>
                  </a:lnTo>
                  <a:lnTo>
                    <a:pt x="110794" y="50799"/>
                  </a:lnTo>
                  <a:lnTo>
                    <a:pt x="112354" y="45288"/>
                  </a:lnTo>
                  <a:close/>
                </a:path>
                <a:path w="179070" h="52070">
                  <a:moveTo>
                    <a:pt x="99871" y="45161"/>
                  </a:moveTo>
                  <a:lnTo>
                    <a:pt x="88192" y="45161"/>
                  </a:lnTo>
                  <a:lnTo>
                    <a:pt x="99906" y="45288"/>
                  </a:lnTo>
                  <a:close/>
                </a:path>
                <a:path w="179070" h="52070">
                  <a:moveTo>
                    <a:pt x="75641" y="12699"/>
                  </a:moveTo>
                  <a:lnTo>
                    <a:pt x="66484" y="12699"/>
                  </a:lnTo>
                  <a:lnTo>
                    <a:pt x="75225" y="43624"/>
                  </a:lnTo>
                  <a:lnTo>
                    <a:pt x="75276" y="43802"/>
                  </a:lnTo>
                  <a:lnTo>
                    <a:pt x="75369" y="44132"/>
                  </a:lnTo>
                  <a:lnTo>
                    <a:pt x="75434" y="44361"/>
                  </a:lnTo>
                  <a:lnTo>
                    <a:pt x="75538" y="44729"/>
                  </a:lnTo>
                  <a:lnTo>
                    <a:pt x="75660" y="45161"/>
                  </a:lnTo>
                  <a:lnTo>
                    <a:pt x="88192" y="45161"/>
                  </a:lnTo>
                  <a:lnTo>
                    <a:pt x="89610" y="40055"/>
                  </a:lnTo>
                  <a:lnTo>
                    <a:pt x="89727" y="39636"/>
                  </a:lnTo>
                  <a:lnTo>
                    <a:pt x="89769" y="39484"/>
                  </a:lnTo>
                  <a:lnTo>
                    <a:pt x="82334" y="39484"/>
                  </a:lnTo>
                  <a:lnTo>
                    <a:pt x="75803" y="13347"/>
                  </a:lnTo>
                  <a:lnTo>
                    <a:pt x="75726" y="13042"/>
                  </a:lnTo>
                  <a:lnTo>
                    <a:pt x="75641" y="12699"/>
                  </a:lnTo>
                  <a:close/>
                </a:path>
                <a:path w="179070" h="52070">
                  <a:moveTo>
                    <a:pt x="101764" y="25057"/>
                  </a:moveTo>
                  <a:lnTo>
                    <a:pt x="94297" y="25057"/>
                  </a:lnTo>
                  <a:lnTo>
                    <a:pt x="99445" y="43624"/>
                  </a:lnTo>
                  <a:lnTo>
                    <a:pt x="99494" y="43802"/>
                  </a:lnTo>
                  <a:lnTo>
                    <a:pt x="99586" y="44132"/>
                  </a:lnTo>
                  <a:lnTo>
                    <a:pt x="99649" y="44361"/>
                  </a:lnTo>
                  <a:lnTo>
                    <a:pt x="99751" y="44729"/>
                  </a:lnTo>
                  <a:lnTo>
                    <a:pt x="99871" y="45161"/>
                  </a:lnTo>
                  <a:lnTo>
                    <a:pt x="112390" y="45161"/>
                  </a:lnTo>
                  <a:lnTo>
                    <a:pt x="113835" y="40055"/>
                  </a:lnTo>
                  <a:lnTo>
                    <a:pt x="113954" y="39636"/>
                  </a:lnTo>
                  <a:lnTo>
                    <a:pt x="113997" y="39484"/>
                  </a:lnTo>
                  <a:lnTo>
                    <a:pt x="105471" y="39484"/>
                  </a:lnTo>
                  <a:lnTo>
                    <a:pt x="101862" y="25438"/>
                  </a:lnTo>
                  <a:lnTo>
                    <a:pt x="101764" y="25057"/>
                  </a:lnTo>
                  <a:close/>
                </a:path>
                <a:path w="179070" h="52070">
                  <a:moveTo>
                    <a:pt x="146227" y="39636"/>
                  </a:moveTo>
                  <a:lnTo>
                    <a:pt x="145873" y="40576"/>
                  </a:lnTo>
                  <a:lnTo>
                    <a:pt x="145821" y="40716"/>
                  </a:lnTo>
                  <a:lnTo>
                    <a:pt x="145237" y="41617"/>
                  </a:lnTo>
                  <a:lnTo>
                    <a:pt x="143687" y="43065"/>
                  </a:lnTo>
                  <a:lnTo>
                    <a:pt x="142760" y="43624"/>
                  </a:lnTo>
                  <a:lnTo>
                    <a:pt x="140652" y="44361"/>
                  </a:lnTo>
                  <a:lnTo>
                    <a:pt x="139471" y="44551"/>
                  </a:lnTo>
                  <a:lnTo>
                    <a:pt x="153165" y="44551"/>
                  </a:lnTo>
                  <a:lnTo>
                    <a:pt x="154076" y="42798"/>
                  </a:lnTo>
                  <a:lnTo>
                    <a:pt x="154576" y="40716"/>
                  </a:lnTo>
                  <a:lnTo>
                    <a:pt x="154609" y="40576"/>
                  </a:lnTo>
                  <a:lnTo>
                    <a:pt x="146227" y="39636"/>
                  </a:lnTo>
                  <a:close/>
                </a:path>
                <a:path w="179070" h="52070">
                  <a:moveTo>
                    <a:pt x="65071" y="19316"/>
                  </a:moveTo>
                  <a:lnTo>
                    <a:pt x="52260" y="19316"/>
                  </a:lnTo>
                  <a:lnTo>
                    <a:pt x="53949" y="19888"/>
                  </a:lnTo>
                  <a:lnTo>
                    <a:pt x="55783" y="21412"/>
                  </a:lnTo>
                  <a:lnTo>
                    <a:pt x="56705" y="22212"/>
                  </a:lnTo>
                  <a:lnTo>
                    <a:pt x="57670" y="23647"/>
                  </a:lnTo>
                  <a:lnTo>
                    <a:pt x="59004" y="27431"/>
                  </a:lnTo>
                  <a:lnTo>
                    <a:pt x="59347" y="29540"/>
                  </a:lnTo>
                  <a:lnTo>
                    <a:pt x="59345" y="34201"/>
                  </a:lnTo>
                  <a:lnTo>
                    <a:pt x="59058" y="35953"/>
                  </a:lnTo>
                  <a:lnTo>
                    <a:pt x="59004" y="36283"/>
                  </a:lnTo>
                  <a:lnTo>
                    <a:pt x="52221" y="44361"/>
                  </a:lnTo>
                  <a:lnTo>
                    <a:pt x="65111" y="44361"/>
                  </a:lnTo>
                  <a:lnTo>
                    <a:pt x="67504" y="39636"/>
                  </a:lnTo>
                  <a:lnTo>
                    <a:pt x="67581" y="39484"/>
                  </a:lnTo>
                  <a:lnTo>
                    <a:pt x="67950" y="38099"/>
                  </a:lnTo>
                  <a:lnTo>
                    <a:pt x="68354" y="36283"/>
                  </a:lnTo>
                  <a:lnTo>
                    <a:pt x="68240" y="27000"/>
                  </a:lnTo>
                  <a:lnTo>
                    <a:pt x="67895" y="25438"/>
                  </a:lnTo>
                  <a:lnTo>
                    <a:pt x="67777" y="24904"/>
                  </a:lnTo>
                  <a:lnTo>
                    <a:pt x="67713" y="24612"/>
                  </a:lnTo>
                  <a:lnTo>
                    <a:pt x="67255" y="23647"/>
                  </a:lnTo>
                  <a:lnTo>
                    <a:pt x="65071" y="19316"/>
                  </a:lnTo>
                  <a:close/>
                </a:path>
                <a:path w="179070" h="52070">
                  <a:moveTo>
                    <a:pt x="98590" y="12699"/>
                  </a:moveTo>
                  <a:lnTo>
                    <a:pt x="89535" y="12699"/>
                  </a:lnTo>
                  <a:lnTo>
                    <a:pt x="82689" y="39484"/>
                  </a:lnTo>
                  <a:lnTo>
                    <a:pt x="89769" y="39484"/>
                  </a:lnTo>
                  <a:lnTo>
                    <a:pt x="93670" y="25438"/>
                  </a:lnTo>
                  <a:lnTo>
                    <a:pt x="93776" y="25057"/>
                  </a:lnTo>
                  <a:lnTo>
                    <a:pt x="101764" y="25057"/>
                  </a:lnTo>
                  <a:lnTo>
                    <a:pt x="98756" y="13347"/>
                  </a:lnTo>
                  <a:lnTo>
                    <a:pt x="98678" y="13042"/>
                  </a:lnTo>
                  <a:lnTo>
                    <a:pt x="98590" y="12699"/>
                  </a:lnTo>
                  <a:close/>
                </a:path>
                <a:path w="179070" h="52070">
                  <a:moveTo>
                    <a:pt x="121577" y="12699"/>
                  </a:moveTo>
                  <a:lnTo>
                    <a:pt x="112395" y="12699"/>
                  </a:lnTo>
                  <a:lnTo>
                    <a:pt x="105769" y="39484"/>
                  </a:lnTo>
                  <a:lnTo>
                    <a:pt x="113997" y="39484"/>
                  </a:lnTo>
                  <a:lnTo>
                    <a:pt x="121393" y="13347"/>
                  </a:lnTo>
                  <a:lnTo>
                    <a:pt x="121480" y="13042"/>
                  </a:lnTo>
                  <a:lnTo>
                    <a:pt x="121577" y="12699"/>
                  </a:lnTo>
                  <a:close/>
                </a:path>
                <a:path w="179070" h="52070">
                  <a:moveTo>
                    <a:pt x="128446" y="28155"/>
                  </a:moveTo>
                  <a:lnTo>
                    <a:pt x="123748" y="28155"/>
                  </a:lnTo>
                  <a:lnTo>
                    <a:pt x="123748" y="34201"/>
                  </a:lnTo>
                  <a:lnTo>
                    <a:pt x="128437" y="34201"/>
                  </a:lnTo>
                  <a:lnTo>
                    <a:pt x="128446" y="28155"/>
                  </a:lnTo>
                  <a:close/>
                </a:path>
                <a:path w="179070" h="52070">
                  <a:moveTo>
                    <a:pt x="151980" y="19316"/>
                  </a:moveTo>
                  <a:lnTo>
                    <a:pt x="139861" y="19316"/>
                  </a:lnTo>
                  <a:lnTo>
                    <a:pt x="141171" y="19646"/>
                  </a:lnTo>
                  <a:lnTo>
                    <a:pt x="141024" y="19646"/>
                  </a:lnTo>
                  <a:lnTo>
                    <a:pt x="146367" y="28155"/>
                  </a:lnTo>
                  <a:lnTo>
                    <a:pt x="128446" y="28155"/>
                  </a:lnTo>
                  <a:lnTo>
                    <a:pt x="128437" y="34201"/>
                  </a:lnTo>
                  <a:lnTo>
                    <a:pt x="154978" y="34201"/>
                  </a:lnTo>
                  <a:lnTo>
                    <a:pt x="154869" y="27431"/>
                  </a:lnTo>
                  <a:lnTo>
                    <a:pt x="154553" y="25438"/>
                  </a:lnTo>
                  <a:lnTo>
                    <a:pt x="154452" y="25057"/>
                  </a:lnTo>
                  <a:lnTo>
                    <a:pt x="152666" y="20383"/>
                  </a:lnTo>
                  <a:lnTo>
                    <a:pt x="151980" y="19316"/>
                  </a:lnTo>
                  <a:close/>
                </a:path>
                <a:path w="179070" h="52070">
                  <a:moveTo>
                    <a:pt x="165696" y="12763"/>
                  </a:moveTo>
                  <a:lnTo>
                    <a:pt x="156984" y="12763"/>
                  </a:lnTo>
                  <a:lnTo>
                    <a:pt x="156984" y="50799"/>
                  </a:lnTo>
                  <a:lnTo>
                    <a:pt x="165963" y="50799"/>
                  </a:lnTo>
                  <a:lnTo>
                    <a:pt x="165963" y="26784"/>
                  </a:lnTo>
                  <a:lnTo>
                    <a:pt x="166331" y="25349"/>
                  </a:lnTo>
                  <a:lnTo>
                    <a:pt x="167830" y="22872"/>
                  </a:lnTo>
                  <a:lnTo>
                    <a:pt x="168846" y="21907"/>
                  </a:lnTo>
                  <a:lnTo>
                    <a:pt x="171133" y="20662"/>
                  </a:lnTo>
                  <a:lnTo>
                    <a:pt x="170753" y="20662"/>
                  </a:lnTo>
                  <a:lnTo>
                    <a:pt x="172700" y="20192"/>
                  </a:lnTo>
                  <a:lnTo>
                    <a:pt x="178714" y="20192"/>
                  </a:lnTo>
                  <a:lnTo>
                    <a:pt x="178714" y="19049"/>
                  </a:lnTo>
                  <a:lnTo>
                    <a:pt x="165696" y="19049"/>
                  </a:lnTo>
                  <a:lnTo>
                    <a:pt x="165696" y="12763"/>
                  </a:lnTo>
                  <a:close/>
                </a:path>
                <a:path w="179070" h="52070">
                  <a:moveTo>
                    <a:pt x="178714" y="20192"/>
                  </a:moveTo>
                  <a:lnTo>
                    <a:pt x="176721" y="20192"/>
                  </a:lnTo>
                  <a:lnTo>
                    <a:pt x="178930" y="20662"/>
                  </a:lnTo>
                  <a:lnTo>
                    <a:pt x="178714" y="20662"/>
                  </a:lnTo>
                  <a:lnTo>
                    <a:pt x="178714" y="20192"/>
                  </a:lnTo>
                  <a:close/>
                </a:path>
                <a:path w="179070" h="52070">
                  <a:moveTo>
                    <a:pt x="178714" y="12407"/>
                  </a:moveTo>
                  <a:lnTo>
                    <a:pt x="172494" y="12407"/>
                  </a:lnTo>
                  <a:lnTo>
                    <a:pt x="171361" y="12763"/>
                  </a:lnTo>
                  <a:lnTo>
                    <a:pt x="167970" y="15151"/>
                  </a:lnTo>
                  <a:lnTo>
                    <a:pt x="166789" y="16852"/>
                  </a:lnTo>
                  <a:lnTo>
                    <a:pt x="166090" y="19049"/>
                  </a:lnTo>
                  <a:lnTo>
                    <a:pt x="178714" y="19049"/>
                  </a:lnTo>
                  <a:lnTo>
                    <a:pt x="178714" y="12407"/>
                  </a:lnTo>
                  <a:close/>
                </a:path>
              </a:pathLst>
            </a:custGeom>
            <a:solidFill>
              <a:srgbClr val="DE00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4671364" y="5765800"/>
              <a:ext cx="46355" cy="51435"/>
            </a:xfrm>
            <a:custGeom>
              <a:avLst/>
              <a:gdLst/>
              <a:ahLst/>
              <a:cxnLst/>
              <a:rect l="l" t="t" r="r" b="b"/>
              <a:pathLst>
                <a:path w="46354" h="51435">
                  <a:moveTo>
                    <a:pt x="26568" y="0"/>
                  </a:moveTo>
                  <a:lnTo>
                    <a:pt x="19176" y="0"/>
                  </a:lnTo>
                  <a:lnTo>
                    <a:pt x="19176" y="37236"/>
                  </a:lnTo>
                  <a:lnTo>
                    <a:pt x="5067" y="23113"/>
                  </a:lnTo>
                  <a:lnTo>
                    <a:pt x="0" y="28232"/>
                  </a:lnTo>
                  <a:lnTo>
                    <a:pt x="22872" y="51092"/>
                  </a:lnTo>
                  <a:lnTo>
                    <a:pt x="45796" y="28232"/>
                  </a:lnTo>
                  <a:lnTo>
                    <a:pt x="40627" y="23113"/>
                  </a:lnTo>
                  <a:lnTo>
                    <a:pt x="26568" y="37236"/>
                  </a:lnTo>
                  <a:lnTo>
                    <a:pt x="26568" y="0"/>
                  </a:lnTo>
                  <a:close/>
                </a:path>
              </a:pathLst>
            </a:custGeom>
            <a:solidFill>
              <a:srgbClr val="EA0C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4648200" y="5308600"/>
              <a:ext cx="279400" cy="139700"/>
            </a:xfrm>
            <a:custGeom>
              <a:avLst/>
              <a:gdLst/>
              <a:ahLst/>
              <a:cxnLst/>
              <a:rect l="l" t="t" r="r" b="b"/>
              <a:pathLst>
                <a:path w="279400" h="139700">
                  <a:moveTo>
                    <a:pt x="228600" y="0"/>
                  </a:moveTo>
                  <a:lnTo>
                    <a:pt x="50800" y="0"/>
                  </a:lnTo>
                  <a:lnTo>
                    <a:pt x="31027" y="3992"/>
                  </a:lnTo>
                  <a:lnTo>
                    <a:pt x="14879" y="14879"/>
                  </a:lnTo>
                  <a:lnTo>
                    <a:pt x="3992" y="31027"/>
                  </a:lnTo>
                  <a:lnTo>
                    <a:pt x="0" y="50800"/>
                  </a:lnTo>
                  <a:lnTo>
                    <a:pt x="0" y="88900"/>
                  </a:lnTo>
                  <a:lnTo>
                    <a:pt x="3992" y="108672"/>
                  </a:lnTo>
                  <a:lnTo>
                    <a:pt x="14879" y="124820"/>
                  </a:lnTo>
                  <a:lnTo>
                    <a:pt x="31027" y="135707"/>
                  </a:lnTo>
                  <a:lnTo>
                    <a:pt x="50800" y="139700"/>
                  </a:lnTo>
                  <a:lnTo>
                    <a:pt x="228600" y="139700"/>
                  </a:lnTo>
                  <a:lnTo>
                    <a:pt x="248372" y="135707"/>
                  </a:lnTo>
                  <a:lnTo>
                    <a:pt x="264520" y="124820"/>
                  </a:lnTo>
                  <a:lnTo>
                    <a:pt x="275407" y="108672"/>
                  </a:lnTo>
                  <a:lnTo>
                    <a:pt x="279400" y="88900"/>
                  </a:lnTo>
                  <a:lnTo>
                    <a:pt x="279400" y="50800"/>
                  </a:lnTo>
                  <a:lnTo>
                    <a:pt x="275407" y="31027"/>
                  </a:lnTo>
                  <a:lnTo>
                    <a:pt x="264520" y="14879"/>
                  </a:lnTo>
                  <a:lnTo>
                    <a:pt x="248372" y="3992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9D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4729416" y="5346700"/>
              <a:ext cx="179070" cy="52069"/>
            </a:xfrm>
            <a:custGeom>
              <a:avLst/>
              <a:gdLst/>
              <a:ahLst/>
              <a:cxnLst/>
              <a:rect l="l" t="t" r="r" b="b"/>
              <a:pathLst>
                <a:path w="179070" h="52070">
                  <a:moveTo>
                    <a:pt x="9194" y="0"/>
                  </a:moveTo>
                  <a:lnTo>
                    <a:pt x="0" y="0"/>
                  </a:lnTo>
                  <a:lnTo>
                    <a:pt x="0" y="50799"/>
                  </a:lnTo>
                  <a:lnTo>
                    <a:pt x="31572" y="50799"/>
                  </a:lnTo>
                  <a:lnTo>
                    <a:pt x="31572" y="43091"/>
                  </a:lnTo>
                  <a:lnTo>
                    <a:pt x="9194" y="43091"/>
                  </a:lnTo>
                  <a:lnTo>
                    <a:pt x="9194" y="0"/>
                  </a:lnTo>
                  <a:close/>
                </a:path>
                <a:path w="179070" h="52070">
                  <a:moveTo>
                    <a:pt x="56839" y="50799"/>
                  </a:moveTo>
                  <a:lnTo>
                    <a:pt x="43541" y="50799"/>
                  </a:lnTo>
                  <a:lnTo>
                    <a:pt x="46469" y="51549"/>
                  </a:lnTo>
                  <a:lnTo>
                    <a:pt x="53911" y="51549"/>
                  </a:lnTo>
                  <a:lnTo>
                    <a:pt x="56839" y="50799"/>
                  </a:lnTo>
                  <a:close/>
                </a:path>
                <a:path w="179070" h="52070">
                  <a:moveTo>
                    <a:pt x="139915" y="12204"/>
                  </a:moveTo>
                  <a:lnTo>
                    <a:pt x="133921" y="12204"/>
                  </a:lnTo>
                  <a:lnTo>
                    <a:pt x="130759" y="13042"/>
                  </a:lnTo>
                  <a:lnTo>
                    <a:pt x="125374" y="16357"/>
                  </a:lnTo>
                  <a:lnTo>
                    <a:pt x="123266" y="18681"/>
                  </a:lnTo>
                  <a:lnTo>
                    <a:pt x="120281" y="24612"/>
                  </a:lnTo>
                  <a:lnTo>
                    <a:pt x="119886" y="26428"/>
                  </a:lnTo>
                  <a:lnTo>
                    <a:pt x="119761" y="27000"/>
                  </a:lnTo>
                  <a:lnTo>
                    <a:pt x="119667" y="27431"/>
                  </a:lnTo>
                  <a:lnTo>
                    <a:pt x="119603" y="36283"/>
                  </a:lnTo>
                  <a:lnTo>
                    <a:pt x="120313" y="39484"/>
                  </a:lnTo>
                  <a:lnTo>
                    <a:pt x="123189" y="45161"/>
                  </a:lnTo>
                  <a:lnTo>
                    <a:pt x="125374" y="47561"/>
                  </a:lnTo>
                  <a:lnTo>
                    <a:pt x="128396" y="49301"/>
                  </a:lnTo>
                  <a:lnTo>
                    <a:pt x="131121" y="50799"/>
                  </a:lnTo>
                  <a:lnTo>
                    <a:pt x="134213" y="51549"/>
                  </a:lnTo>
                  <a:lnTo>
                    <a:pt x="140995" y="51549"/>
                  </a:lnTo>
                  <a:lnTo>
                    <a:pt x="153165" y="44551"/>
                  </a:lnTo>
                  <a:lnTo>
                    <a:pt x="136207" y="44551"/>
                  </a:lnTo>
                  <a:lnTo>
                    <a:pt x="134505" y="44132"/>
                  </a:lnTo>
                  <a:lnTo>
                    <a:pt x="128437" y="34201"/>
                  </a:lnTo>
                  <a:lnTo>
                    <a:pt x="123748" y="34201"/>
                  </a:lnTo>
                  <a:lnTo>
                    <a:pt x="123748" y="28155"/>
                  </a:lnTo>
                  <a:lnTo>
                    <a:pt x="128446" y="28155"/>
                  </a:lnTo>
                  <a:lnTo>
                    <a:pt x="128447" y="27000"/>
                  </a:lnTo>
                  <a:lnTo>
                    <a:pt x="135437" y="19316"/>
                  </a:lnTo>
                  <a:lnTo>
                    <a:pt x="151980" y="19316"/>
                  </a:lnTo>
                  <a:lnTo>
                    <a:pt x="151384" y="18389"/>
                  </a:lnTo>
                  <a:lnTo>
                    <a:pt x="148170" y="15252"/>
                  </a:lnTo>
                  <a:lnTo>
                    <a:pt x="146316" y="14084"/>
                  </a:lnTo>
                  <a:lnTo>
                    <a:pt x="144208" y="13347"/>
                  </a:lnTo>
                  <a:lnTo>
                    <a:pt x="142438" y="12699"/>
                  </a:lnTo>
                  <a:lnTo>
                    <a:pt x="142788" y="12699"/>
                  </a:lnTo>
                  <a:lnTo>
                    <a:pt x="139915" y="12204"/>
                  </a:lnTo>
                  <a:close/>
                </a:path>
                <a:path w="179070" h="52070">
                  <a:moveTo>
                    <a:pt x="53911" y="12204"/>
                  </a:moveTo>
                  <a:lnTo>
                    <a:pt x="46469" y="12204"/>
                  </a:lnTo>
                  <a:lnTo>
                    <a:pt x="43201" y="13042"/>
                  </a:lnTo>
                  <a:lnTo>
                    <a:pt x="32268" y="26428"/>
                  </a:lnTo>
                  <a:lnTo>
                    <a:pt x="32146" y="27000"/>
                  </a:lnTo>
                  <a:lnTo>
                    <a:pt x="43370" y="50799"/>
                  </a:lnTo>
                  <a:lnTo>
                    <a:pt x="57010" y="50799"/>
                  </a:lnTo>
                  <a:lnTo>
                    <a:pt x="62407" y="47561"/>
                  </a:lnTo>
                  <a:lnTo>
                    <a:pt x="64589" y="45288"/>
                  </a:lnTo>
                  <a:lnTo>
                    <a:pt x="64925" y="44729"/>
                  </a:lnTo>
                  <a:lnTo>
                    <a:pt x="65015" y="44551"/>
                  </a:lnTo>
                  <a:lnTo>
                    <a:pt x="65111" y="44361"/>
                  </a:lnTo>
                  <a:lnTo>
                    <a:pt x="48210" y="44361"/>
                  </a:lnTo>
                  <a:lnTo>
                    <a:pt x="46456" y="43802"/>
                  </a:lnTo>
                  <a:lnTo>
                    <a:pt x="41033" y="29540"/>
                  </a:lnTo>
                  <a:lnTo>
                    <a:pt x="41250" y="28155"/>
                  </a:lnTo>
                  <a:lnTo>
                    <a:pt x="41363" y="27431"/>
                  </a:lnTo>
                  <a:lnTo>
                    <a:pt x="48171" y="19316"/>
                  </a:lnTo>
                  <a:lnTo>
                    <a:pt x="65071" y="19316"/>
                  </a:lnTo>
                  <a:lnTo>
                    <a:pt x="64751" y="18681"/>
                  </a:lnTo>
                  <a:lnTo>
                    <a:pt x="64520" y="18389"/>
                  </a:lnTo>
                  <a:lnTo>
                    <a:pt x="62656" y="16357"/>
                  </a:lnTo>
                  <a:lnTo>
                    <a:pt x="60862" y="15252"/>
                  </a:lnTo>
                  <a:lnTo>
                    <a:pt x="57179" y="13042"/>
                  </a:lnTo>
                  <a:lnTo>
                    <a:pt x="53911" y="12204"/>
                  </a:lnTo>
                  <a:close/>
                </a:path>
                <a:path w="179070" h="52070">
                  <a:moveTo>
                    <a:pt x="88157" y="45288"/>
                  </a:moveTo>
                  <a:lnTo>
                    <a:pt x="75696" y="45288"/>
                  </a:lnTo>
                  <a:lnTo>
                    <a:pt x="77254" y="50799"/>
                  </a:lnTo>
                  <a:lnTo>
                    <a:pt x="86626" y="50799"/>
                  </a:lnTo>
                  <a:lnTo>
                    <a:pt x="88157" y="45288"/>
                  </a:lnTo>
                  <a:close/>
                </a:path>
                <a:path w="179070" h="52070">
                  <a:moveTo>
                    <a:pt x="112354" y="45288"/>
                  </a:moveTo>
                  <a:lnTo>
                    <a:pt x="99906" y="45288"/>
                  </a:lnTo>
                  <a:lnTo>
                    <a:pt x="101434" y="50799"/>
                  </a:lnTo>
                  <a:lnTo>
                    <a:pt x="110794" y="50799"/>
                  </a:lnTo>
                  <a:lnTo>
                    <a:pt x="112354" y="45288"/>
                  </a:lnTo>
                  <a:close/>
                </a:path>
                <a:path w="179070" h="52070">
                  <a:moveTo>
                    <a:pt x="99871" y="45161"/>
                  </a:moveTo>
                  <a:lnTo>
                    <a:pt x="88192" y="45161"/>
                  </a:lnTo>
                  <a:lnTo>
                    <a:pt x="99906" y="45288"/>
                  </a:lnTo>
                  <a:close/>
                </a:path>
                <a:path w="179070" h="52070">
                  <a:moveTo>
                    <a:pt x="75641" y="12699"/>
                  </a:moveTo>
                  <a:lnTo>
                    <a:pt x="66484" y="12699"/>
                  </a:lnTo>
                  <a:lnTo>
                    <a:pt x="75225" y="43624"/>
                  </a:lnTo>
                  <a:lnTo>
                    <a:pt x="75276" y="43802"/>
                  </a:lnTo>
                  <a:lnTo>
                    <a:pt x="75369" y="44132"/>
                  </a:lnTo>
                  <a:lnTo>
                    <a:pt x="75434" y="44361"/>
                  </a:lnTo>
                  <a:lnTo>
                    <a:pt x="75538" y="44729"/>
                  </a:lnTo>
                  <a:lnTo>
                    <a:pt x="75660" y="45161"/>
                  </a:lnTo>
                  <a:lnTo>
                    <a:pt x="88192" y="45161"/>
                  </a:lnTo>
                  <a:lnTo>
                    <a:pt x="89610" y="40055"/>
                  </a:lnTo>
                  <a:lnTo>
                    <a:pt x="89727" y="39636"/>
                  </a:lnTo>
                  <a:lnTo>
                    <a:pt x="89769" y="39484"/>
                  </a:lnTo>
                  <a:lnTo>
                    <a:pt x="82334" y="39484"/>
                  </a:lnTo>
                  <a:lnTo>
                    <a:pt x="75803" y="13347"/>
                  </a:lnTo>
                  <a:lnTo>
                    <a:pt x="75726" y="13042"/>
                  </a:lnTo>
                  <a:lnTo>
                    <a:pt x="75641" y="12699"/>
                  </a:lnTo>
                  <a:close/>
                </a:path>
                <a:path w="179070" h="52070">
                  <a:moveTo>
                    <a:pt x="101764" y="25057"/>
                  </a:moveTo>
                  <a:lnTo>
                    <a:pt x="94297" y="25057"/>
                  </a:lnTo>
                  <a:lnTo>
                    <a:pt x="99445" y="43624"/>
                  </a:lnTo>
                  <a:lnTo>
                    <a:pt x="99494" y="43802"/>
                  </a:lnTo>
                  <a:lnTo>
                    <a:pt x="99586" y="44132"/>
                  </a:lnTo>
                  <a:lnTo>
                    <a:pt x="99649" y="44361"/>
                  </a:lnTo>
                  <a:lnTo>
                    <a:pt x="99751" y="44729"/>
                  </a:lnTo>
                  <a:lnTo>
                    <a:pt x="99871" y="45161"/>
                  </a:lnTo>
                  <a:lnTo>
                    <a:pt x="112390" y="45161"/>
                  </a:lnTo>
                  <a:lnTo>
                    <a:pt x="113835" y="40055"/>
                  </a:lnTo>
                  <a:lnTo>
                    <a:pt x="113954" y="39636"/>
                  </a:lnTo>
                  <a:lnTo>
                    <a:pt x="113997" y="39484"/>
                  </a:lnTo>
                  <a:lnTo>
                    <a:pt x="105471" y="39484"/>
                  </a:lnTo>
                  <a:lnTo>
                    <a:pt x="101862" y="25438"/>
                  </a:lnTo>
                  <a:lnTo>
                    <a:pt x="101764" y="25057"/>
                  </a:lnTo>
                  <a:close/>
                </a:path>
                <a:path w="179070" h="52070">
                  <a:moveTo>
                    <a:pt x="146227" y="39636"/>
                  </a:moveTo>
                  <a:lnTo>
                    <a:pt x="145873" y="40576"/>
                  </a:lnTo>
                  <a:lnTo>
                    <a:pt x="145821" y="40716"/>
                  </a:lnTo>
                  <a:lnTo>
                    <a:pt x="145237" y="41617"/>
                  </a:lnTo>
                  <a:lnTo>
                    <a:pt x="143687" y="43065"/>
                  </a:lnTo>
                  <a:lnTo>
                    <a:pt x="142760" y="43624"/>
                  </a:lnTo>
                  <a:lnTo>
                    <a:pt x="140652" y="44361"/>
                  </a:lnTo>
                  <a:lnTo>
                    <a:pt x="139471" y="44551"/>
                  </a:lnTo>
                  <a:lnTo>
                    <a:pt x="153165" y="44551"/>
                  </a:lnTo>
                  <a:lnTo>
                    <a:pt x="154076" y="42798"/>
                  </a:lnTo>
                  <a:lnTo>
                    <a:pt x="154576" y="40716"/>
                  </a:lnTo>
                  <a:lnTo>
                    <a:pt x="154609" y="40576"/>
                  </a:lnTo>
                  <a:lnTo>
                    <a:pt x="146227" y="39636"/>
                  </a:lnTo>
                  <a:close/>
                </a:path>
                <a:path w="179070" h="52070">
                  <a:moveTo>
                    <a:pt x="65071" y="19316"/>
                  </a:moveTo>
                  <a:lnTo>
                    <a:pt x="52260" y="19316"/>
                  </a:lnTo>
                  <a:lnTo>
                    <a:pt x="53949" y="19888"/>
                  </a:lnTo>
                  <a:lnTo>
                    <a:pt x="55783" y="21412"/>
                  </a:lnTo>
                  <a:lnTo>
                    <a:pt x="56705" y="22212"/>
                  </a:lnTo>
                  <a:lnTo>
                    <a:pt x="57670" y="23647"/>
                  </a:lnTo>
                  <a:lnTo>
                    <a:pt x="59004" y="27431"/>
                  </a:lnTo>
                  <a:lnTo>
                    <a:pt x="59347" y="29540"/>
                  </a:lnTo>
                  <a:lnTo>
                    <a:pt x="59345" y="34201"/>
                  </a:lnTo>
                  <a:lnTo>
                    <a:pt x="59058" y="35953"/>
                  </a:lnTo>
                  <a:lnTo>
                    <a:pt x="59004" y="36283"/>
                  </a:lnTo>
                  <a:lnTo>
                    <a:pt x="52221" y="44361"/>
                  </a:lnTo>
                  <a:lnTo>
                    <a:pt x="65111" y="44361"/>
                  </a:lnTo>
                  <a:lnTo>
                    <a:pt x="67504" y="39636"/>
                  </a:lnTo>
                  <a:lnTo>
                    <a:pt x="67581" y="39484"/>
                  </a:lnTo>
                  <a:lnTo>
                    <a:pt x="67950" y="38099"/>
                  </a:lnTo>
                  <a:lnTo>
                    <a:pt x="68354" y="36283"/>
                  </a:lnTo>
                  <a:lnTo>
                    <a:pt x="68240" y="27000"/>
                  </a:lnTo>
                  <a:lnTo>
                    <a:pt x="67895" y="25438"/>
                  </a:lnTo>
                  <a:lnTo>
                    <a:pt x="67777" y="24904"/>
                  </a:lnTo>
                  <a:lnTo>
                    <a:pt x="67713" y="24612"/>
                  </a:lnTo>
                  <a:lnTo>
                    <a:pt x="67255" y="23647"/>
                  </a:lnTo>
                  <a:lnTo>
                    <a:pt x="65071" y="19316"/>
                  </a:lnTo>
                  <a:close/>
                </a:path>
                <a:path w="179070" h="52070">
                  <a:moveTo>
                    <a:pt x="98590" y="12699"/>
                  </a:moveTo>
                  <a:lnTo>
                    <a:pt x="89535" y="12699"/>
                  </a:lnTo>
                  <a:lnTo>
                    <a:pt x="82689" y="39484"/>
                  </a:lnTo>
                  <a:lnTo>
                    <a:pt x="89769" y="39484"/>
                  </a:lnTo>
                  <a:lnTo>
                    <a:pt x="93670" y="25438"/>
                  </a:lnTo>
                  <a:lnTo>
                    <a:pt x="93776" y="25057"/>
                  </a:lnTo>
                  <a:lnTo>
                    <a:pt x="101764" y="25057"/>
                  </a:lnTo>
                  <a:lnTo>
                    <a:pt x="98756" y="13347"/>
                  </a:lnTo>
                  <a:lnTo>
                    <a:pt x="98678" y="13042"/>
                  </a:lnTo>
                  <a:lnTo>
                    <a:pt x="98590" y="12699"/>
                  </a:lnTo>
                  <a:close/>
                </a:path>
                <a:path w="179070" h="52070">
                  <a:moveTo>
                    <a:pt x="121577" y="12699"/>
                  </a:moveTo>
                  <a:lnTo>
                    <a:pt x="112395" y="12699"/>
                  </a:lnTo>
                  <a:lnTo>
                    <a:pt x="105769" y="39484"/>
                  </a:lnTo>
                  <a:lnTo>
                    <a:pt x="113997" y="39484"/>
                  </a:lnTo>
                  <a:lnTo>
                    <a:pt x="121393" y="13347"/>
                  </a:lnTo>
                  <a:lnTo>
                    <a:pt x="121480" y="13042"/>
                  </a:lnTo>
                  <a:lnTo>
                    <a:pt x="121577" y="12699"/>
                  </a:lnTo>
                  <a:close/>
                </a:path>
                <a:path w="179070" h="52070">
                  <a:moveTo>
                    <a:pt x="128446" y="28155"/>
                  </a:moveTo>
                  <a:lnTo>
                    <a:pt x="123748" y="28155"/>
                  </a:lnTo>
                  <a:lnTo>
                    <a:pt x="123748" y="34201"/>
                  </a:lnTo>
                  <a:lnTo>
                    <a:pt x="128437" y="34201"/>
                  </a:lnTo>
                  <a:lnTo>
                    <a:pt x="128446" y="28155"/>
                  </a:lnTo>
                  <a:close/>
                </a:path>
                <a:path w="179070" h="52070">
                  <a:moveTo>
                    <a:pt x="151980" y="19316"/>
                  </a:moveTo>
                  <a:lnTo>
                    <a:pt x="139861" y="19316"/>
                  </a:lnTo>
                  <a:lnTo>
                    <a:pt x="141171" y="19646"/>
                  </a:lnTo>
                  <a:lnTo>
                    <a:pt x="141024" y="19646"/>
                  </a:lnTo>
                  <a:lnTo>
                    <a:pt x="146367" y="28155"/>
                  </a:lnTo>
                  <a:lnTo>
                    <a:pt x="128446" y="28155"/>
                  </a:lnTo>
                  <a:lnTo>
                    <a:pt x="128437" y="34201"/>
                  </a:lnTo>
                  <a:lnTo>
                    <a:pt x="154978" y="34201"/>
                  </a:lnTo>
                  <a:lnTo>
                    <a:pt x="154869" y="27431"/>
                  </a:lnTo>
                  <a:lnTo>
                    <a:pt x="154553" y="25438"/>
                  </a:lnTo>
                  <a:lnTo>
                    <a:pt x="154452" y="25057"/>
                  </a:lnTo>
                  <a:lnTo>
                    <a:pt x="152666" y="20383"/>
                  </a:lnTo>
                  <a:lnTo>
                    <a:pt x="151980" y="19316"/>
                  </a:lnTo>
                  <a:close/>
                </a:path>
                <a:path w="179070" h="52070">
                  <a:moveTo>
                    <a:pt x="165696" y="12763"/>
                  </a:moveTo>
                  <a:lnTo>
                    <a:pt x="156984" y="12763"/>
                  </a:lnTo>
                  <a:lnTo>
                    <a:pt x="156984" y="50799"/>
                  </a:lnTo>
                  <a:lnTo>
                    <a:pt x="165963" y="50799"/>
                  </a:lnTo>
                  <a:lnTo>
                    <a:pt x="165963" y="26784"/>
                  </a:lnTo>
                  <a:lnTo>
                    <a:pt x="166331" y="25349"/>
                  </a:lnTo>
                  <a:lnTo>
                    <a:pt x="167830" y="22872"/>
                  </a:lnTo>
                  <a:lnTo>
                    <a:pt x="168846" y="21907"/>
                  </a:lnTo>
                  <a:lnTo>
                    <a:pt x="171133" y="20662"/>
                  </a:lnTo>
                  <a:lnTo>
                    <a:pt x="170753" y="20662"/>
                  </a:lnTo>
                  <a:lnTo>
                    <a:pt x="172700" y="20192"/>
                  </a:lnTo>
                  <a:lnTo>
                    <a:pt x="178714" y="20192"/>
                  </a:lnTo>
                  <a:lnTo>
                    <a:pt x="178714" y="19049"/>
                  </a:lnTo>
                  <a:lnTo>
                    <a:pt x="165696" y="19049"/>
                  </a:lnTo>
                  <a:lnTo>
                    <a:pt x="165696" y="12763"/>
                  </a:lnTo>
                  <a:close/>
                </a:path>
                <a:path w="179070" h="52070">
                  <a:moveTo>
                    <a:pt x="178714" y="20192"/>
                  </a:moveTo>
                  <a:lnTo>
                    <a:pt x="176721" y="20192"/>
                  </a:lnTo>
                  <a:lnTo>
                    <a:pt x="178930" y="20662"/>
                  </a:lnTo>
                  <a:lnTo>
                    <a:pt x="178714" y="20662"/>
                  </a:lnTo>
                  <a:lnTo>
                    <a:pt x="178714" y="20192"/>
                  </a:lnTo>
                  <a:close/>
                </a:path>
                <a:path w="179070" h="52070">
                  <a:moveTo>
                    <a:pt x="178714" y="12407"/>
                  </a:moveTo>
                  <a:lnTo>
                    <a:pt x="172494" y="12407"/>
                  </a:lnTo>
                  <a:lnTo>
                    <a:pt x="171361" y="12763"/>
                  </a:lnTo>
                  <a:lnTo>
                    <a:pt x="167970" y="15151"/>
                  </a:lnTo>
                  <a:lnTo>
                    <a:pt x="166789" y="16852"/>
                  </a:lnTo>
                  <a:lnTo>
                    <a:pt x="166090" y="19049"/>
                  </a:lnTo>
                  <a:lnTo>
                    <a:pt x="178714" y="19049"/>
                  </a:lnTo>
                  <a:lnTo>
                    <a:pt x="178714" y="12407"/>
                  </a:lnTo>
                  <a:close/>
                </a:path>
              </a:pathLst>
            </a:custGeom>
            <a:solidFill>
              <a:srgbClr val="DE00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4671364" y="5346700"/>
              <a:ext cx="46355" cy="51435"/>
            </a:xfrm>
            <a:custGeom>
              <a:avLst/>
              <a:gdLst/>
              <a:ahLst/>
              <a:cxnLst/>
              <a:rect l="l" t="t" r="r" b="b"/>
              <a:pathLst>
                <a:path w="46354" h="51435">
                  <a:moveTo>
                    <a:pt x="26568" y="0"/>
                  </a:moveTo>
                  <a:lnTo>
                    <a:pt x="19176" y="0"/>
                  </a:lnTo>
                  <a:lnTo>
                    <a:pt x="19176" y="37236"/>
                  </a:lnTo>
                  <a:lnTo>
                    <a:pt x="5067" y="23113"/>
                  </a:lnTo>
                  <a:lnTo>
                    <a:pt x="0" y="28232"/>
                  </a:lnTo>
                  <a:lnTo>
                    <a:pt x="22872" y="51092"/>
                  </a:lnTo>
                  <a:lnTo>
                    <a:pt x="45796" y="28232"/>
                  </a:lnTo>
                  <a:lnTo>
                    <a:pt x="40627" y="23113"/>
                  </a:lnTo>
                  <a:lnTo>
                    <a:pt x="26568" y="37236"/>
                  </a:lnTo>
                  <a:lnTo>
                    <a:pt x="26568" y="0"/>
                  </a:lnTo>
                  <a:close/>
                </a:path>
              </a:pathLst>
            </a:custGeom>
            <a:solidFill>
              <a:srgbClr val="EA0C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0" name="object 160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12077700" y="1714494"/>
              <a:ext cx="1426578" cy="215900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11036298" y="2019300"/>
              <a:ext cx="1270001" cy="1193800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269083" y="6543510"/>
              <a:ext cx="2310676" cy="173062"/>
            </a:xfrm>
            <a:prstGeom prst="rect">
              <a:avLst/>
            </a:prstGeom>
          </p:spPr>
        </p:pic>
        <p:sp>
          <p:nvSpPr>
            <p:cNvPr id="163" name="object 163"/>
            <p:cNvSpPr/>
            <p:nvPr/>
          </p:nvSpPr>
          <p:spPr>
            <a:xfrm>
              <a:off x="244288" y="6769102"/>
              <a:ext cx="1402715" cy="508000"/>
            </a:xfrm>
            <a:custGeom>
              <a:avLst/>
              <a:gdLst/>
              <a:ahLst/>
              <a:cxnLst/>
              <a:rect l="l" t="t" r="r" b="b"/>
              <a:pathLst>
                <a:path w="1402714" h="508000">
                  <a:moveTo>
                    <a:pt x="1170762" y="0"/>
                  </a:moveTo>
                  <a:lnTo>
                    <a:pt x="0" y="0"/>
                  </a:lnTo>
                  <a:lnTo>
                    <a:pt x="231584" y="259994"/>
                  </a:lnTo>
                  <a:lnTo>
                    <a:pt x="0" y="507999"/>
                  </a:lnTo>
                  <a:lnTo>
                    <a:pt x="1170762" y="507999"/>
                  </a:lnTo>
                  <a:lnTo>
                    <a:pt x="1402346" y="259994"/>
                  </a:lnTo>
                  <a:lnTo>
                    <a:pt x="1170762" y="0"/>
                  </a:lnTo>
                  <a:close/>
                </a:path>
              </a:pathLst>
            </a:custGeom>
            <a:solidFill>
              <a:srgbClr val="FCD6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1523727" y="6769102"/>
              <a:ext cx="1402715" cy="508000"/>
            </a:xfrm>
            <a:custGeom>
              <a:avLst/>
              <a:gdLst/>
              <a:ahLst/>
              <a:cxnLst/>
              <a:rect l="l" t="t" r="r" b="b"/>
              <a:pathLst>
                <a:path w="1402714" h="508000">
                  <a:moveTo>
                    <a:pt x="1170762" y="0"/>
                  </a:moveTo>
                  <a:lnTo>
                    <a:pt x="0" y="0"/>
                  </a:lnTo>
                  <a:lnTo>
                    <a:pt x="231584" y="259994"/>
                  </a:lnTo>
                  <a:lnTo>
                    <a:pt x="0" y="507999"/>
                  </a:lnTo>
                  <a:lnTo>
                    <a:pt x="1170762" y="507999"/>
                  </a:lnTo>
                  <a:lnTo>
                    <a:pt x="1402346" y="259994"/>
                  </a:lnTo>
                  <a:lnTo>
                    <a:pt x="1170762" y="0"/>
                  </a:lnTo>
                  <a:close/>
                </a:path>
              </a:pathLst>
            </a:custGeom>
            <a:solidFill>
              <a:srgbClr val="FFBB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2806000" y="6769103"/>
              <a:ext cx="1402715" cy="508000"/>
            </a:xfrm>
            <a:custGeom>
              <a:avLst/>
              <a:gdLst/>
              <a:ahLst/>
              <a:cxnLst/>
              <a:rect l="l" t="t" r="r" b="b"/>
              <a:pathLst>
                <a:path w="1402714" h="508000">
                  <a:moveTo>
                    <a:pt x="1170762" y="0"/>
                  </a:moveTo>
                  <a:lnTo>
                    <a:pt x="0" y="0"/>
                  </a:lnTo>
                  <a:lnTo>
                    <a:pt x="231584" y="259994"/>
                  </a:lnTo>
                  <a:lnTo>
                    <a:pt x="0" y="507999"/>
                  </a:lnTo>
                  <a:lnTo>
                    <a:pt x="1170762" y="507999"/>
                  </a:lnTo>
                  <a:lnTo>
                    <a:pt x="1402346" y="259994"/>
                  </a:lnTo>
                  <a:lnTo>
                    <a:pt x="1170762" y="0"/>
                  </a:lnTo>
                  <a:close/>
                </a:path>
              </a:pathLst>
            </a:custGeom>
            <a:solidFill>
              <a:srgbClr val="EE97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4095866" y="6769102"/>
              <a:ext cx="1402715" cy="508000"/>
            </a:xfrm>
            <a:custGeom>
              <a:avLst/>
              <a:gdLst/>
              <a:ahLst/>
              <a:cxnLst/>
              <a:rect l="l" t="t" r="r" b="b"/>
              <a:pathLst>
                <a:path w="1402714" h="508000">
                  <a:moveTo>
                    <a:pt x="1170762" y="0"/>
                  </a:moveTo>
                  <a:lnTo>
                    <a:pt x="0" y="0"/>
                  </a:lnTo>
                  <a:lnTo>
                    <a:pt x="231584" y="259994"/>
                  </a:lnTo>
                  <a:lnTo>
                    <a:pt x="0" y="507999"/>
                  </a:lnTo>
                  <a:lnTo>
                    <a:pt x="1170762" y="507999"/>
                  </a:lnTo>
                  <a:lnTo>
                    <a:pt x="1402346" y="259994"/>
                  </a:lnTo>
                  <a:lnTo>
                    <a:pt x="1170762" y="0"/>
                  </a:lnTo>
                  <a:close/>
                </a:path>
              </a:pathLst>
            </a:custGeom>
            <a:solidFill>
              <a:srgbClr val="E765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5379457" y="6769099"/>
              <a:ext cx="1402715" cy="508000"/>
            </a:xfrm>
            <a:custGeom>
              <a:avLst/>
              <a:gdLst/>
              <a:ahLst/>
              <a:cxnLst/>
              <a:rect l="l" t="t" r="r" b="b"/>
              <a:pathLst>
                <a:path w="1402715" h="508000">
                  <a:moveTo>
                    <a:pt x="1170762" y="0"/>
                  </a:moveTo>
                  <a:lnTo>
                    <a:pt x="0" y="0"/>
                  </a:lnTo>
                  <a:lnTo>
                    <a:pt x="231584" y="259994"/>
                  </a:lnTo>
                  <a:lnTo>
                    <a:pt x="0" y="508000"/>
                  </a:lnTo>
                  <a:lnTo>
                    <a:pt x="1170762" y="508000"/>
                  </a:lnTo>
                  <a:lnTo>
                    <a:pt x="1402346" y="259994"/>
                  </a:lnTo>
                  <a:lnTo>
                    <a:pt x="1170762" y="0"/>
                  </a:lnTo>
                  <a:close/>
                </a:path>
              </a:pathLst>
            </a:custGeom>
            <a:solidFill>
              <a:srgbClr val="D43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229671" y="6762751"/>
              <a:ext cx="6560820" cy="520700"/>
            </a:xfrm>
            <a:custGeom>
              <a:avLst/>
              <a:gdLst/>
              <a:ahLst/>
              <a:cxnLst/>
              <a:rect l="l" t="t" r="r" b="b"/>
              <a:pathLst>
                <a:path w="6560820" h="520700">
                  <a:moveTo>
                    <a:pt x="9982" y="510540"/>
                  </a:moveTo>
                  <a:lnTo>
                    <a:pt x="0" y="520700"/>
                  </a:lnTo>
                  <a:lnTo>
                    <a:pt x="14617" y="520700"/>
                  </a:lnTo>
                  <a:lnTo>
                    <a:pt x="14617" y="514350"/>
                  </a:lnTo>
                  <a:lnTo>
                    <a:pt x="9982" y="510540"/>
                  </a:lnTo>
                  <a:close/>
                </a:path>
                <a:path w="6560820" h="520700">
                  <a:moveTo>
                    <a:pt x="14617" y="514350"/>
                  </a:moveTo>
                  <a:lnTo>
                    <a:pt x="14617" y="520700"/>
                  </a:lnTo>
                  <a:lnTo>
                    <a:pt x="1185379" y="520700"/>
                  </a:lnTo>
                  <a:lnTo>
                    <a:pt x="1185379" y="519430"/>
                  </a:lnTo>
                  <a:lnTo>
                    <a:pt x="19253" y="519430"/>
                  </a:lnTo>
                  <a:lnTo>
                    <a:pt x="14617" y="514350"/>
                  </a:lnTo>
                  <a:close/>
                </a:path>
                <a:path w="6560820" h="520700">
                  <a:moveTo>
                    <a:pt x="1185392" y="514991"/>
                  </a:moveTo>
                  <a:lnTo>
                    <a:pt x="1185379" y="520700"/>
                  </a:lnTo>
                  <a:lnTo>
                    <a:pt x="1188135" y="520700"/>
                  </a:lnTo>
                  <a:lnTo>
                    <a:pt x="1190028" y="519430"/>
                  </a:lnTo>
                  <a:lnTo>
                    <a:pt x="1185392" y="514991"/>
                  </a:lnTo>
                  <a:close/>
                </a:path>
                <a:path w="6560820" h="520700">
                  <a:moveTo>
                    <a:pt x="1289418" y="510540"/>
                  </a:moveTo>
                  <a:lnTo>
                    <a:pt x="1279436" y="520700"/>
                  </a:lnTo>
                  <a:lnTo>
                    <a:pt x="1294053" y="520700"/>
                  </a:lnTo>
                  <a:lnTo>
                    <a:pt x="1294053" y="514350"/>
                  </a:lnTo>
                  <a:lnTo>
                    <a:pt x="1289418" y="510540"/>
                  </a:lnTo>
                  <a:close/>
                </a:path>
                <a:path w="6560820" h="520700">
                  <a:moveTo>
                    <a:pt x="1294053" y="514350"/>
                  </a:moveTo>
                  <a:lnTo>
                    <a:pt x="1294053" y="520700"/>
                  </a:lnTo>
                  <a:lnTo>
                    <a:pt x="2464816" y="520700"/>
                  </a:lnTo>
                  <a:lnTo>
                    <a:pt x="2464816" y="519430"/>
                  </a:lnTo>
                  <a:lnTo>
                    <a:pt x="1298702" y="519430"/>
                  </a:lnTo>
                  <a:lnTo>
                    <a:pt x="1294053" y="514350"/>
                  </a:lnTo>
                  <a:close/>
                </a:path>
                <a:path w="6560820" h="520700">
                  <a:moveTo>
                    <a:pt x="2464828" y="514991"/>
                  </a:moveTo>
                  <a:lnTo>
                    <a:pt x="2464816" y="520700"/>
                  </a:lnTo>
                  <a:lnTo>
                    <a:pt x="2467584" y="520700"/>
                  </a:lnTo>
                  <a:lnTo>
                    <a:pt x="2469464" y="519430"/>
                  </a:lnTo>
                  <a:lnTo>
                    <a:pt x="2464828" y="514991"/>
                  </a:lnTo>
                  <a:close/>
                </a:path>
                <a:path w="6560820" h="520700">
                  <a:moveTo>
                    <a:pt x="2571686" y="510540"/>
                  </a:moveTo>
                  <a:lnTo>
                    <a:pt x="2561717" y="520700"/>
                  </a:lnTo>
                  <a:lnTo>
                    <a:pt x="2576334" y="520700"/>
                  </a:lnTo>
                  <a:lnTo>
                    <a:pt x="2576334" y="514350"/>
                  </a:lnTo>
                  <a:lnTo>
                    <a:pt x="2571686" y="510540"/>
                  </a:lnTo>
                  <a:close/>
                </a:path>
                <a:path w="6560820" h="520700">
                  <a:moveTo>
                    <a:pt x="2576334" y="514350"/>
                  </a:moveTo>
                  <a:lnTo>
                    <a:pt x="2576334" y="520700"/>
                  </a:lnTo>
                  <a:lnTo>
                    <a:pt x="3747096" y="520700"/>
                  </a:lnTo>
                  <a:lnTo>
                    <a:pt x="3747096" y="519430"/>
                  </a:lnTo>
                  <a:lnTo>
                    <a:pt x="2580970" y="519430"/>
                  </a:lnTo>
                  <a:lnTo>
                    <a:pt x="2576334" y="514350"/>
                  </a:lnTo>
                  <a:close/>
                </a:path>
                <a:path w="6560820" h="520700">
                  <a:moveTo>
                    <a:pt x="3747096" y="514991"/>
                  </a:moveTo>
                  <a:lnTo>
                    <a:pt x="3747096" y="520700"/>
                  </a:lnTo>
                  <a:lnTo>
                    <a:pt x="3749852" y="520700"/>
                  </a:lnTo>
                  <a:lnTo>
                    <a:pt x="3751732" y="519430"/>
                  </a:lnTo>
                  <a:lnTo>
                    <a:pt x="3747096" y="514991"/>
                  </a:lnTo>
                  <a:close/>
                </a:path>
                <a:path w="6560820" h="520700">
                  <a:moveTo>
                    <a:pt x="3861549" y="510540"/>
                  </a:moveTo>
                  <a:lnTo>
                    <a:pt x="3851579" y="520700"/>
                  </a:lnTo>
                  <a:lnTo>
                    <a:pt x="3866197" y="520700"/>
                  </a:lnTo>
                  <a:lnTo>
                    <a:pt x="3866197" y="514350"/>
                  </a:lnTo>
                  <a:lnTo>
                    <a:pt x="3861549" y="510540"/>
                  </a:lnTo>
                  <a:close/>
                </a:path>
                <a:path w="6560820" h="520700">
                  <a:moveTo>
                    <a:pt x="3866197" y="514350"/>
                  </a:moveTo>
                  <a:lnTo>
                    <a:pt x="3866197" y="520700"/>
                  </a:lnTo>
                  <a:lnTo>
                    <a:pt x="5036959" y="520700"/>
                  </a:lnTo>
                  <a:lnTo>
                    <a:pt x="5036959" y="519430"/>
                  </a:lnTo>
                  <a:lnTo>
                    <a:pt x="3870833" y="519430"/>
                  </a:lnTo>
                  <a:lnTo>
                    <a:pt x="3866197" y="514350"/>
                  </a:lnTo>
                  <a:close/>
                </a:path>
                <a:path w="6560820" h="520700">
                  <a:moveTo>
                    <a:pt x="5036972" y="514991"/>
                  </a:moveTo>
                  <a:lnTo>
                    <a:pt x="5036959" y="520700"/>
                  </a:lnTo>
                  <a:lnTo>
                    <a:pt x="5039715" y="520700"/>
                  </a:lnTo>
                  <a:lnTo>
                    <a:pt x="5041607" y="519430"/>
                  </a:lnTo>
                  <a:lnTo>
                    <a:pt x="5036972" y="514991"/>
                  </a:lnTo>
                  <a:close/>
                </a:path>
                <a:path w="6560820" h="520700">
                  <a:moveTo>
                    <a:pt x="5145151" y="510540"/>
                  </a:moveTo>
                  <a:lnTo>
                    <a:pt x="5135168" y="520700"/>
                  </a:lnTo>
                  <a:lnTo>
                    <a:pt x="5149786" y="520700"/>
                  </a:lnTo>
                  <a:lnTo>
                    <a:pt x="5149786" y="514350"/>
                  </a:lnTo>
                  <a:lnTo>
                    <a:pt x="5145151" y="510540"/>
                  </a:lnTo>
                  <a:close/>
                </a:path>
                <a:path w="6560820" h="520700">
                  <a:moveTo>
                    <a:pt x="5149786" y="514350"/>
                  </a:moveTo>
                  <a:lnTo>
                    <a:pt x="5149786" y="520700"/>
                  </a:lnTo>
                  <a:lnTo>
                    <a:pt x="6320548" y="520700"/>
                  </a:lnTo>
                  <a:lnTo>
                    <a:pt x="6320548" y="519430"/>
                  </a:lnTo>
                  <a:lnTo>
                    <a:pt x="5154422" y="519430"/>
                  </a:lnTo>
                  <a:lnTo>
                    <a:pt x="5149786" y="514350"/>
                  </a:lnTo>
                  <a:close/>
                </a:path>
                <a:path w="6560820" h="520700">
                  <a:moveTo>
                    <a:pt x="6320561" y="514991"/>
                  </a:moveTo>
                  <a:lnTo>
                    <a:pt x="6320548" y="520700"/>
                  </a:lnTo>
                  <a:lnTo>
                    <a:pt x="6323304" y="520700"/>
                  </a:lnTo>
                  <a:lnTo>
                    <a:pt x="6325196" y="519430"/>
                  </a:lnTo>
                  <a:lnTo>
                    <a:pt x="6320561" y="514991"/>
                  </a:lnTo>
                  <a:close/>
                </a:path>
                <a:path w="6560820" h="520700">
                  <a:moveTo>
                    <a:pt x="29941" y="508000"/>
                  </a:moveTo>
                  <a:lnTo>
                    <a:pt x="14617" y="508000"/>
                  </a:lnTo>
                  <a:lnTo>
                    <a:pt x="14617" y="514350"/>
                  </a:lnTo>
                  <a:lnTo>
                    <a:pt x="19253" y="519430"/>
                  </a:lnTo>
                  <a:lnTo>
                    <a:pt x="29941" y="508000"/>
                  </a:lnTo>
                  <a:close/>
                </a:path>
                <a:path w="6560820" h="520700">
                  <a:moveTo>
                    <a:pt x="1183119" y="508000"/>
                  </a:moveTo>
                  <a:lnTo>
                    <a:pt x="29941" y="508000"/>
                  </a:lnTo>
                  <a:lnTo>
                    <a:pt x="19253" y="519430"/>
                  </a:lnTo>
                  <a:lnTo>
                    <a:pt x="1185379" y="519430"/>
                  </a:lnTo>
                  <a:lnTo>
                    <a:pt x="1185379" y="514991"/>
                  </a:lnTo>
                  <a:lnTo>
                    <a:pt x="1180744" y="510540"/>
                  </a:lnTo>
                  <a:lnTo>
                    <a:pt x="1183119" y="508000"/>
                  </a:lnTo>
                  <a:close/>
                </a:path>
                <a:path w="6560820" h="520700">
                  <a:moveTo>
                    <a:pt x="1185379" y="514350"/>
                  </a:moveTo>
                  <a:lnTo>
                    <a:pt x="1185392" y="514991"/>
                  </a:lnTo>
                  <a:lnTo>
                    <a:pt x="1190028" y="519430"/>
                  </a:lnTo>
                  <a:lnTo>
                    <a:pt x="1185379" y="514350"/>
                  </a:lnTo>
                  <a:close/>
                </a:path>
                <a:path w="6560820" h="520700">
                  <a:moveTo>
                    <a:pt x="1200716" y="508000"/>
                  </a:moveTo>
                  <a:lnTo>
                    <a:pt x="1185379" y="508000"/>
                  </a:lnTo>
                  <a:lnTo>
                    <a:pt x="1185379" y="514350"/>
                  </a:lnTo>
                  <a:lnTo>
                    <a:pt x="1190028" y="519430"/>
                  </a:lnTo>
                  <a:lnTo>
                    <a:pt x="1200716" y="508000"/>
                  </a:lnTo>
                  <a:close/>
                </a:path>
                <a:path w="6560820" h="520700">
                  <a:moveTo>
                    <a:pt x="1309390" y="508000"/>
                  </a:moveTo>
                  <a:lnTo>
                    <a:pt x="1294053" y="508000"/>
                  </a:lnTo>
                  <a:lnTo>
                    <a:pt x="1294053" y="514350"/>
                  </a:lnTo>
                  <a:lnTo>
                    <a:pt x="1298702" y="519430"/>
                  </a:lnTo>
                  <a:lnTo>
                    <a:pt x="1309390" y="508000"/>
                  </a:lnTo>
                  <a:close/>
                </a:path>
                <a:path w="6560820" h="520700">
                  <a:moveTo>
                    <a:pt x="2462555" y="508000"/>
                  </a:moveTo>
                  <a:lnTo>
                    <a:pt x="1309390" y="508000"/>
                  </a:lnTo>
                  <a:lnTo>
                    <a:pt x="1298702" y="519430"/>
                  </a:lnTo>
                  <a:lnTo>
                    <a:pt x="2464816" y="519430"/>
                  </a:lnTo>
                  <a:lnTo>
                    <a:pt x="2464816" y="514991"/>
                  </a:lnTo>
                  <a:lnTo>
                    <a:pt x="2460180" y="510540"/>
                  </a:lnTo>
                  <a:lnTo>
                    <a:pt x="2462555" y="508000"/>
                  </a:lnTo>
                  <a:close/>
                </a:path>
                <a:path w="6560820" h="520700">
                  <a:moveTo>
                    <a:pt x="2464816" y="514350"/>
                  </a:moveTo>
                  <a:lnTo>
                    <a:pt x="2464828" y="514991"/>
                  </a:lnTo>
                  <a:lnTo>
                    <a:pt x="2469464" y="519430"/>
                  </a:lnTo>
                  <a:lnTo>
                    <a:pt x="2464816" y="514350"/>
                  </a:lnTo>
                  <a:close/>
                </a:path>
                <a:path w="6560820" h="520700">
                  <a:moveTo>
                    <a:pt x="2480152" y="508000"/>
                  </a:moveTo>
                  <a:lnTo>
                    <a:pt x="2464816" y="508000"/>
                  </a:lnTo>
                  <a:lnTo>
                    <a:pt x="2464816" y="514350"/>
                  </a:lnTo>
                  <a:lnTo>
                    <a:pt x="2469464" y="519430"/>
                  </a:lnTo>
                  <a:lnTo>
                    <a:pt x="2480152" y="508000"/>
                  </a:lnTo>
                  <a:close/>
                </a:path>
                <a:path w="6560820" h="520700">
                  <a:moveTo>
                    <a:pt x="2591658" y="508000"/>
                  </a:moveTo>
                  <a:lnTo>
                    <a:pt x="2576334" y="508000"/>
                  </a:lnTo>
                  <a:lnTo>
                    <a:pt x="2576334" y="514350"/>
                  </a:lnTo>
                  <a:lnTo>
                    <a:pt x="2580970" y="519430"/>
                  </a:lnTo>
                  <a:lnTo>
                    <a:pt x="2591658" y="508000"/>
                  </a:lnTo>
                  <a:close/>
                </a:path>
                <a:path w="6560820" h="520700">
                  <a:moveTo>
                    <a:pt x="3744823" y="508000"/>
                  </a:moveTo>
                  <a:lnTo>
                    <a:pt x="2591658" y="508000"/>
                  </a:lnTo>
                  <a:lnTo>
                    <a:pt x="2580970" y="519430"/>
                  </a:lnTo>
                  <a:lnTo>
                    <a:pt x="3747096" y="519430"/>
                  </a:lnTo>
                  <a:lnTo>
                    <a:pt x="3747096" y="514991"/>
                  </a:lnTo>
                  <a:lnTo>
                    <a:pt x="3742448" y="510540"/>
                  </a:lnTo>
                  <a:lnTo>
                    <a:pt x="3744823" y="508000"/>
                  </a:lnTo>
                  <a:close/>
                </a:path>
                <a:path w="6560820" h="520700">
                  <a:moveTo>
                    <a:pt x="3747096" y="514350"/>
                  </a:moveTo>
                  <a:lnTo>
                    <a:pt x="3747096" y="514991"/>
                  </a:lnTo>
                  <a:lnTo>
                    <a:pt x="3751732" y="519430"/>
                  </a:lnTo>
                  <a:lnTo>
                    <a:pt x="3747096" y="514350"/>
                  </a:lnTo>
                  <a:close/>
                </a:path>
                <a:path w="6560820" h="520700">
                  <a:moveTo>
                    <a:pt x="3762420" y="508000"/>
                  </a:moveTo>
                  <a:lnTo>
                    <a:pt x="3747096" y="508000"/>
                  </a:lnTo>
                  <a:lnTo>
                    <a:pt x="3747096" y="514350"/>
                  </a:lnTo>
                  <a:lnTo>
                    <a:pt x="3751732" y="519430"/>
                  </a:lnTo>
                  <a:lnTo>
                    <a:pt x="3762420" y="508000"/>
                  </a:lnTo>
                  <a:close/>
                </a:path>
                <a:path w="6560820" h="520700">
                  <a:moveTo>
                    <a:pt x="3881521" y="508000"/>
                  </a:moveTo>
                  <a:lnTo>
                    <a:pt x="3866197" y="508000"/>
                  </a:lnTo>
                  <a:lnTo>
                    <a:pt x="3866197" y="514350"/>
                  </a:lnTo>
                  <a:lnTo>
                    <a:pt x="3870833" y="519430"/>
                  </a:lnTo>
                  <a:lnTo>
                    <a:pt x="3881521" y="508000"/>
                  </a:lnTo>
                  <a:close/>
                </a:path>
                <a:path w="6560820" h="520700">
                  <a:moveTo>
                    <a:pt x="5034699" y="508000"/>
                  </a:moveTo>
                  <a:lnTo>
                    <a:pt x="3881521" y="508000"/>
                  </a:lnTo>
                  <a:lnTo>
                    <a:pt x="3870833" y="519430"/>
                  </a:lnTo>
                  <a:lnTo>
                    <a:pt x="5036959" y="519430"/>
                  </a:lnTo>
                  <a:lnTo>
                    <a:pt x="5036959" y="514991"/>
                  </a:lnTo>
                  <a:lnTo>
                    <a:pt x="5032324" y="510540"/>
                  </a:lnTo>
                  <a:lnTo>
                    <a:pt x="5034699" y="508000"/>
                  </a:lnTo>
                  <a:close/>
                </a:path>
                <a:path w="6560820" h="520700">
                  <a:moveTo>
                    <a:pt x="5036959" y="514350"/>
                  </a:moveTo>
                  <a:lnTo>
                    <a:pt x="5036972" y="514991"/>
                  </a:lnTo>
                  <a:lnTo>
                    <a:pt x="5041607" y="519430"/>
                  </a:lnTo>
                  <a:lnTo>
                    <a:pt x="5036959" y="514350"/>
                  </a:lnTo>
                  <a:close/>
                </a:path>
                <a:path w="6560820" h="520700">
                  <a:moveTo>
                    <a:pt x="5052295" y="508000"/>
                  </a:moveTo>
                  <a:lnTo>
                    <a:pt x="5036959" y="508000"/>
                  </a:lnTo>
                  <a:lnTo>
                    <a:pt x="5036959" y="514350"/>
                  </a:lnTo>
                  <a:lnTo>
                    <a:pt x="5041607" y="519430"/>
                  </a:lnTo>
                  <a:lnTo>
                    <a:pt x="5052295" y="508000"/>
                  </a:lnTo>
                  <a:close/>
                </a:path>
                <a:path w="6560820" h="520700">
                  <a:moveTo>
                    <a:pt x="5165110" y="508000"/>
                  </a:moveTo>
                  <a:lnTo>
                    <a:pt x="5149786" y="508000"/>
                  </a:lnTo>
                  <a:lnTo>
                    <a:pt x="5149786" y="514350"/>
                  </a:lnTo>
                  <a:lnTo>
                    <a:pt x="5154422" y="519430"/>
                  </a:lnTo>
                  <a:lnTo>
                    <a:pt x="5165110" y="508000"/>
                  </a:lnTo>
                  <a:close/>
                </a:path>
                <a:path w="6560820" h="520700">
                  <a:moveTo>
                    <a:pt x="6318288" y="508000"/>
                  </a:moveTo>
                  <a:lnTo>
                    <a:pt x="5165110" y="508000"/>
                  </a:lnTo>
                  <a:lnTo>
                    <a:pt x="5154422" y="519430"/>
                  </a:lnTo>
                  <a:lnTo>
                    <a:pt x="6320548" y="519430"/>
                  </a:lnTo>
                  <a:lnTo>
                    <a:pt x="6320548" y="514991"/>
                  </a:lnTo>
                  <a:lnTo>
                    <a:pt x="6315913" y="510540"/>
                  </a:lnTo>
                  <a:lnTo>
                    <a:pt x="6318288" y="508000"/>
                  </a:lnTo>
                  <a:close/>
                </a:path>
                <a:path w="6560820" h="520700">
                  <a:moveTo>
                    <a:pt x="6320548" y="514350"/>
                  </a:moveTo>
                  <a:lnTo>
                    <a:pt x="6320561" y="514991"/>
                  </a:lnTo>
                  <a:lnTo>
                    <a:pt x="6325196" y="519430"/>
                  </a:lnTo>
                  <a:lnTo>
                    <a:pt x="6320548" y="514350"/>
                  </a:lnTo>
                  <a:close/>
                </a:path>
                <a:path w="6560820" h="520700">
                  <a:moveTo>
                    <a:pt x="6335884" y="508000"/>
                  </a:moveTo>
                  <a:lnTo>
                    <a:pt x="6320548" y="508000"/>
                  </a:lnTo>
                  <a:lnTo>
                    <a:pt x="6320548" y="514350"/>
                  </a:lnTo>
                  <a:lnTo>
                    <a:pt x="6325196" y="519430"/>
                  </a:lnTo>
                  <a:lnTo>
                    <a:pt x="6335884" y="508000"/>
                  </a:lnTo>
                  <a:close/>
                </a:path>
                <a:path w="6560820" h="520700">
                  <a:moveTo>
                    <a:pt x="1408211" y="267279"/>
                  </a:moveTo>
                  <a:lnTo>
                    <a:pt x="1180744" y="510540"/>
                  </a:lnTo>
                  <a:lnTo>
                    <a:pt x="1185392" y="514991"/>
                  </a:lnTo>
                  <a:lnTo>
                    <a:pt x="1185379" y="508000"/>
                  </a:lnTo>
                  <a:lnTo>
                    <a:pt x="1200716" y="508000"/>
                  </a:lnTo>
                  <a:lnTo>
                    <a:pt x="1421599" y="271780"/>
                  </a:lnTo>
                  <a:lnTo>
                    <a:pt x="1412214" y="271780"/>
                  </a:lnTo>
                  <a:lnTo>
                    <a:pt x="1408211" y="267279"/>
                  </a:lnTo>
                  <a:close/>
                </a:path>
                <a:path w="6560820" h="520700">
                  <a:moveTo>
                    <a:pt x="2687660" y="267279"/>
                  </a:moveTo>
                  <a:lnTo>
                    <a:pt x="2460180" y="510540"/>
                  </a:lnTo>
                  <a:lnTo>
                    <a:pt x="2464828" y="514991"/>
                  </a:lnTo>
                  <a:lnTo>
                    <a:pt x="2464816" y="508000"/>
                  </a:lnTo>
                  <a:lnTo>
                    <a:pt x="2480152" y="508000"/>
                  </a:lnTo>
                  <a:lnTo>
                    <a:pt x="2701036" y="271780"/>
                  </a:lnTo>
                  <a:lnTo>
                    <a:pt x="2691663" y="271780"/>
                  </a:lnTo>
                  <a:lnTo>
                    <a:pt x="2687660" y="267279"/>
                  </a:lnTo>
                  <a:close/>
                </a:path>
                <a:path w="6560820" h="520700">
                  <a:moveTo>
                    <a:pt x="3969928" y="267279"/>
                  </a:moveTo>
                  <a:lnTo>
                    <a:pt x="3742448" y="510540"/>
                  </a:lnTo>
                  <a:lnTo>
                    <a:pt x="3747096" y="514991"/>
                  </a:lnTo>
                  <a:lnTo>
                    <a:pt x="3747096" y="508000"/>
                  </a:lnTo>
                  <a:lnTo>
                    <a:pt x="3762420" y="508000"/>
                  </a:lnTo>
                  <a:lnTo>
                    <a:pt x="3983316" y="271780"/>
                  </a:lnTo>
                  <a:lnTo>
                    <a:pt x="3973931" y="271780"/>
                  </a:lnTo>
                  <a:lnTo>
                    <a:pt x="3969928" y="267279"/>
                  </a:lnTo>
                  <a:close/>
                </a:path>
                <a:path w="6560820" h="520700">
                  <a:moveTo>
                    <a:pt x="5259791" y="267279"/>
                  </a:moveTo>
                  <a:lnTo>
                    <a:pt x="5032324" y="510540"/>
                  </a:lnTo>
                  <a:lnTo>
                    <a:pt x="5036972" y="514991"/>
                  </a:lnTo>
                  <a:lnTo>
                    <a:pt x="5036959" y="508000"/>
                  </a:lnTo>
                  <a:lnTo>
                    <a:pt x="5052295" y="508000"/>
                  </a:lnTo>
                  <a:lnTo>
                    <a:pt x="5273179" y="271780"/>
                  </a:lnTo>
                  <a:lnTo>
                    <a:pt x="5263794" y="271780"/>
                  </a:lnTo>
                  <a:lnTo>
                    <a:pt x="5259791" y="267279"/>
                  </a:lnTo>
                  <a:close/>
                </a:path>
                <a:path w="6560820" h="520700">
                  <a:moveTo>
                    <a:pt x="6543380" y="267279"/>
                  </a:moveTo>
                  <a:lnTo>
                    <a:pt x="6315913" y="510540"/>
                  </a:lnTo>
                  <a:lnTo>
                    <a:pt x="6320561" y="514991"/>
                  </a:lnTo>
                  <a:lnTo>
                    <a:pt x="6320548" y="508000"/>
                  </a:lnTo>
                  <a:lnTo>
                    <a:pt x="6335884" y="508000"/>
                  </a:lnTo>
                  <a:lnTo>
                    <a:pt x="6556768" y="271780"/>
                  </a:lnTo>
                  <a:lnTo>
                    <a:pt x="6547383" y="271780"/>
                  </a:lnTo>
                  <a:lnTo>
                    <a:pt x="6543380" y="267279"/>
                  </a:lnTo>
                  <a:close/>
                </a:path>
                <a:path w="6560820" h="520700">
                  <a:moveTo>
                    <a:pt x="237461" y="267279"/>
                  </a:moveTo>
                  <a:lnTo>
                    <a:pt x="9982" y="510540"/>
                  </a:lnTo>
                  <a:lnTo>
                    <a:pt x="14617" y="514350"/>
                  </a:lnTo>
                  <a:lnTo>
                    <a:pt x="14617" y="508000"/>
                  </a:lnTo>
                  <a:lnTo>
                    <a:pt x="29941" y="508000"/>
                  </a:lnTo>
                  <a:lnTo>
                    <a:pt x="250837" y="271780"/>
                  </a:lnTo>
                  <a:lnTo>
                    <a:pt x="241465" y="271780"/>
                  </a:lnTo>
                  <a:lnTo>
                    <a:pt x="237461" y="267279"/>
                  </a:lnTo>
                  <a:close/>
                </a:path>
                <a:path w="6560820" h="520700">
                  <a:moveTo>
                    <a:pt x="1516898" y="267279"/>
                  </a:moveTo>
                  <a:lnTo>
                    <a:pt x="1289418" y="510540"/>
                  </a:lnTo>
                  <a:lnTo>
                    <a:pt x="1294053" y="514350"/>
                  </a:lnTo>
                  <a:lnTo>
                    <a:pt x="1294053" y="508000"/>
                  </a:lnTo>
                  <a:lnTo>
                    <a:pt x="1309390" y="508000"/>
                  </a:lnTo>
                  <a:lnTo>
                    <a:pt x="1530286" y="271780"/>
                  </a:lnTo>
                  <a:lnTo>
                    <a:pt x="1520901" y="271780"/>
                  </a:lnTo>
                  <a:lnTo>
                    <a:pt x="1516898" y="267279"/>
                  </a:lnTo>
                  <a:close/>
                </a:path>
                <a:path w="6560820" h="520700">
                  <a:moveTo>
                    <a:pt x="2799166" y="267279"/>
                  </a:moveTo>
                  <a:lnTo>
                    <a:pt x="2571686" y="510540"/>
                  </a:lnTo>
                  <a:lnTo>
                    <a:pt x="2576334" y="514350"/>
                  </a:lnTo>
                  <a:lnTo>
                    <a:pt x="2576334" y="508000"/>
                  </a:lnTo>
                  <a:lnTo>
                    <a:pt x="2591658" y="508000"/>
                  </a:lnTo>
                  <a:lnTo>
                    <a:pt x="2812554" y="271780"/>
                  </a:lnTo>
                  <a:lnTo>
                    <a:pt x="2803169" y="271780"/>
                  </a:lnTo>
                  <a:lnTo>
                    <a:pt x="2799166" y="267279"/>
                  </a:lnTo>
                  <a:close/>
                </a:path>
                <a:path w="6560820" h="520700">
                  <a:moveTo>
                    <a:pt x="4089029" y="267279"/>
                  </a:moveTo>
                  <a:lnTo>
                    <a:pt x="3861549" y="510540"/>
                  </a:lnTo>
                  <a:lnTo>
                    <a:pt x="3866197" y="514350"/>
                  </a:lnTo>
                  <a:lnTo>
                    <a:pt x="3866197" y="508000"/>
                  </a:lnTo>
                  <a:lnTo>
                    <a:pt x="3881521" y="508000"/>
                  </a:lnTo>
                  <a:lnTo>
                    <a:pt x="4102417" y="271780"/>
                  </a:lnTo>
                  <a:lnTo>
                    <a:pt x="4093032" y="271780"/>
                  </a:lnTo>
                  <a:lnTo>
                    <a:pt x="4089029" y="267279"/>
                  </a:lnTo>
                  <a:close/>
                </a:path>
                <a:path w="6560820" h="520700">
                  <a:moveTo>
                    <a:pt x="5372630" y="267279"/>
                  </a:moveTo>
                  <a:lnTo>
                    <a:pt x="5145151" y="510540"/>
                  </a:lnTo>
                  <a:lnTo>
                    <a:pt x="5149786" y="514350"/>
                  </a:lnTo>
                  <a:lnTo>
                    <a:pt x="5149786" y="508000"/>
                  </a:lnTo>
                  <a:lnTo>
                    <a:pt x="5165110" y="508000"/>
                  </a:lnTo>
                  <a:lnTo>
                    <a:pt x="5386006" y="271780"/>
                  </a:lnTo>
                  <a:lnTo>
                    <a:pt x="5376633" y="271780"/>
                  </a:lnTo>
                  <a:lnTo>
                    <a:pt x="5372630" y="267279"/>
                  </a:lnTo>
                  <a:close/>
                </a:path>
                <a:path w="6560820" h="520700">
                  <a:moveTo>
                    <a:pt x="241566" y="262890"/>
                  </a:moveTo>
                  <a:lnTo>
                    <a:pt x="237461" y="267279"/>
                  </a:lnTo>
                  <a:lnTo>
                    <a:pt x="241465" y="271780"/>
                  </a:lnTo>
                  <a:lnTo>
                    <a:pt x="245880" y="267045"/>
                  </a:lnTo>
                  <a:lnTo>
                    <a:pt x="241566" y="262890"/>
                  </a:lnTo>
                  <a:close/>
                </a:path>
                <a:path w="6560820" h="520700">
                  <a:moveTo>
                    <a:pt x="245899" y="267045"/>
                  </a:moveTo>
                  <a:lnTo>
                    <a:pt x="245661" y="267279"/>
                  </a:lnTo>
                  <a:lnTo>
                    <a:pt x="241465" y="271780"/>
                  </a:lnTo>
                  <a:lnTo>
                    <a:pt x="250837" y="271780"/>
                  </a:lnTo>
                  <a:lnTo>
                    <a:pt x="245899" y="267045"/>
                  </a:lnTo>
                  <a:close/>
                </a:path>
                <a:path w="6560820" h="520700">
                  <a:moveTo>
                    <a:pt x="250939" y="262890"/>
                  </a:moveTo>
                  <a:lnTo>
                    <a:pt x="246202" y="266700"/>
                  </a:lnTo>
                  <a:lnTo>
                    <a:pt x="250837" y="271780"/>
                  </a:lnTo>
                  <a:lnTo>
                    <a:pt x="254800" y="266700"/>
                  </a:lnTo>
                  <a:lnTo>
                    <a:pt x="250939" y="262890"/>
                  </a:lnTo>
                  <a:close/>
                </a:path>
                <a:path w="6560820" h="520700">
                  <a:moveTo>
                    <a:pt x="1412316" y="262890"/>
                  </a:moveTo>
                  <a:lnTo>
                    <a:pt x="1408211" y="267279"/>
                  </a:lnTo>
                  <a:lnTo>
                    <a:pt x="1412214" y="271780"/>
                  </a:lnTo>
                  <a:lnTo>
                    <a:pt x="1417267" y="267045"/>
                  </a:lnTo>
                  <a:lnTo>
                    <a:pt x="1416964" y="266700"/>
                  </a:lnTo>
                  <a:lnTo>
                    <a:pt x="1412316" y="262890"/>
                  </a:lnTo>
                  <a:close/>
                </a:path>
                <a:path w="6560820" h="520700">
                  <a:moveTo>
                    <a:pt x="1417279" y="267045"/>
                  </a:moveTo>
                  <a:lnTo>
                    <a:pt x="1412214" y="271780"/>
                  </a:lnTo>
                  <a:lnTo>
                    <a:pt x="1421599" y="271780"/>
                  </a:lnTo>
                  <a:lnTo>
                    <a:pt x="1417279" y="267045"/>
                  </a:lnTo>
                  <a:close/>
                </a:path>
                <a:path w="6560820" h="520700">
                  <a:moveTo>
                    <a:pt x="1421701" y="262890"/>
                  </a:moveTo>
                  <a:lnTo>
                    <a:pt x="1417279" y="267045"/>
                  </a:lnTo>
                  <a:lnTo>
                    <a:pt x="1421599" y="271780"/>
                  </a:lnTo>
                  <a:lnTo>
                    <a:pt x="1425549" y="266700"/>
                  </a:lnTo>
                  <a:lnTo>
                    <a:pt x="1421701" y="262890"/>
                  </a:lnTo>
                  <a:close/>
                </a:path>
                <a:path w="6560820" h="520700">
                  <a:moveTo>
                    <a:pt x="1521002" y="262890"/>
                  </a:moveTo>
                  <a:lnTo>
                    <a:pt x="1516898" y="267279"/>
                  </a:lnTo>
                  <a:lnTo>
                    <a:pt x="1520901" y="271780"/>
                  </a:lnTo>
                  <a:lnTo>
                    <a:pt x="1525316" y="267045"/>
                  </a:lnTo>
                  <a:lnTo>
                    <a:pt x="1524981" y="266700"/>
                  </a:lnTo>
                  <a:lnTo>
                    <a:pt x="1521002" y="262890"/>
                  </a:lnTo>
                  <a:close/>
                </a:path>
                <a:path w="6560820" h="520700">
                  <a:moveTo>
                    <a:pt x="1525341" y="267045"/>
                  </a:moveTo>
                  <a:lnTo>
                    <a:pt x="1525097" y="267279"/>
                  </a:lnTo>
                  <a:lnTo>
                    <a:pt x="1520901" y="271780"/>
                  </a:lnTo>
                  <a:lnTo>
                    <a:pt x="1530286" y="271780"/>
                  </a:lnTo>
                  <a:lnTo>
                    <a:pt x="1525341" y="267045"/>
                  </a:lnTo>
                  <a:close/>
                </a:path>
                <a:path w="6560820" h="520700">
                  <a:moveTo>
                    <a:pt x="1530388" y="262890"/>
                  </a:moveTo>
                  <a:lnTo>
                    <a:pt x="1525638" y="266700"/>
                  </a:lnTo>
                  <a:lnTo>
                    <a:pt x="1530286" y="271780"/>
                  </a:lnTo>
                  <a:lnTo>
                    <a:pt x="1534236" y="266700"/>
                  </a:lnTo>
                  <a:lnTo>
                    <a:pt x="1530388" y="262890"/>
                  </a:lnTo>
                  <a:close/>
                </a:path>
                <a:path w="6560820" h="520700">
                  <a:moveTo>
                    <a:pt x="2691765" y="262890"/>
                  </a:moveTo>
                  <a:lnTo>
                    <a:pt x="2687660" y="267279"/>
                  </a:lnTo>
                  <a:lnTo>
                    <a:pt x="2691663" y="271780"/>
                  </a:lnTo>
                  <a:lnTo>
                    <a:pt x="2696709" y="267045"/>
                  </a:lnTo>
                  <a:lnTo>
                    <a:pt x="2696400" y="266700"/>
                  </a:lnTo>
                  <a:lnTo>
                    <a:pt x="2691765" y="262890"/>
                  </a:lnTo>
                  <a:close/>
                </a:path>
                <a:path w="6560820" h="520700">
                  <a:moveTo>
                    <a:pt x="2696715" y="267045"/>
                  </a:moveTo>
                  <a:lnTo>
                    <a:pt x="2691663" y="271780"/>
                  </a:lnTo>
                  <a:lnTo>
                    <a:pt x="2701036" y="271780"/>
                  </a:lnTo>
                  <a:lnTo>
                    <a:pt x="2696715" y="267045"/>
                  </a:lnTo>
                  <a:close/>
                </a:path>
                <a:path w="6560820" h="520700">
                  <a:moveTo>
                    <a:pt x="2701137" y="262890"/>
                  </a:moveTo>
                  <a:lnTo>
                    <a:pt x="2696715" y="267045"/>
                  </a:lnTo>
                  <a:lnTo>
                    <a:pt x="2701036" y="271780"/>
                  </a:lnTo>
                  <a:lnTo>
                    <a:pt x="2704998" y="266700"/>
                  </a:lnTo>
                  <a:lnTo>
                    <a:pt x="2701137" y="262890"/>
                  </a:lnTo>
                  <a:close/>
                </a:path>
                <a:path w="6560820" h="520700">
                  <a:moveTo>
                    <a:pt x="2803271" y="262890"/>
                  </a:moveTo>
                  <a:lnTo>
                    <a:pt x="2799166" y="267279"/>
                  </a:lnTo>
                  <a:lnTo>
                    <a:pt x="2803169" y="271780"/>
                  </a:lnTo>
                  <a:lnTo>
                    <a:pt x="2807596" y="267045"/>
                  </a:lnTo>
                  <a:lnTo>
                    <a:pt x="2803271" y="262890"/>
                  </a:lnTo>
                  <a:close/>
                </a:path>
                <a:path w="6560820" h="520700">
                  <a:moveTo>
                    <a:pt x="2807610" y="267045"/>
                  </a:moveTo>
                  <a:lnTo>
                    <a:pt x="2803169" y="271780"/>
                  </a:lnTo>
                  <a:lnTo>
                    <a:pt x="2812554" y="271780"/>
                  </a:lnTo>
                  <a:lnTo>
                    <a:pt x="2807610" y="267045"/>
                  </a:lnTo>
                  <a:close/>
                </a:path>
                <a:path w="6560820" h="520700">
                  <a:moveTo>
                    <a:pt x="2812656" y="262890"/>
                  </a:moveTo>
                  <a:lnTo>
                    <a:pt x="2807919" y="266700"/>
                  </a:lnTo>
                  <a:lnTo>
                    <a:pt x="2812554" y="271780"/>
                  </a:lnTo>
                  <a:lnTo>
                    <a:pt x="2816504" y="266700"/>
                  </a:lnTo>
                  <a:lnTo>
                    <a:pt x="2812656" y="262890"/>
                  </a:lnTo>
                  <a:close/>
                </a:path>
                <a:path w="6560820" h="520700">
                  <a:moveTo>
                    <a:pt x="3974033" y="262890"/>
                  </a:moveTo>
                  <a:lnTo>
                    <a:pt x="3969928" y="267279"/>
                  </a:lnTo>
                  <a:lnTo>
                    <a:pt x="3973931" y="271780"/>
                  </a:lnTo>
                  <a:lnTo>
                    <a:pt x="3978984" y="267045"/>
                  </a:lnTo>
                  <a:lnTo>
                    <a:pt x="3978668" y="266700"/>
                  </a:lnTo>
                  <a:lnTo>
                    <a:pt x="3974033" y="262890"/>
                  </a:lnTo>
                  <a:close/>
                </a:path>
                <a:path w="6560820" h="520700">
                  <a:moveTo>
                    <a:pt x="3978984" y="267045"/>
                  </a:moveTo>
                  <a:lnTo>
                    <a:pt x="3973931" y="271780"/>
                  </a:lnTo>
                  <a:lnTo>
                    <a:pt x="3983316" y="271780"/>
                  </a:lnTo>
                  <a:lnTo>
                    <a:pt x="3978984" y="267045"/>
                  </a:lnTo>
                  <a:close/>
                </a:path>
                <a:path w="6560820" h="520700">
                  <a:moveTo>
                    <a:pt x="3983418" y="262890"/>
                  </a:moveTo>
                  <a:lnTo>
                    <a:pt x="3978984" y="267045"/>
                  </a:lnTo>
                  <a:lnTo>
                    <a:pt x="3983316" y="271780"/>
                  </a:lnTo>
                  <a:lnTo>
                    <a:pt x="3987266" y="266700"/>
                  </a:lnTo>
                  <a:lnTo>
                    <a:pt x="3983418" y="262890"/>
                  </a:lnTo>
                  <a:close/>
                </a:path>
                <a:path w="6560820" h="520700">
                  <a:moveTo>
                    <a:pt x="4093133" y="262890"/>
                  </a:moveTo>
                  <a:lnTo>
                    <a:pt x="4089029" y="267279"/>
                  </a:lnTo>
                  <a:lnTo>
                    <a:pt x="4093032" y="271780"/>
                  </a:lnTo>
                  <a:lnTo>
                    <a:pt x="4097459" y="267045"/>
                  </a:lnTo>
                  <a:lnTo>
                    <a:pt x="4093133" y="262890"/>
                  </a:lnTo>
                  <a:close/>
                </a:path>
                <a:path w="6560820" h="520700">
                  <a:moveTo>
                    <a:pt x="4097472" y="267045"/>
                  </a:moveTo>
                  <a:lnTo>
                    <a:pt x="4093032" y="271780"/>
                  </a:lnTo>
                  <a:lnTo>
                    <a:pt x="4102417" y="271780"/>
                  </a:lnTo>
                  <a:lnTo>
                    <a:pt x="4097472" y="267045"/>
                  </a:lnTo>
                  <a:close/>
                </a:path>
                <a:path w="6560820" h="520700">
                  <a:moveTo>
                    <a:pt x="4102519" y="262890"/>
                  </a:moveTo>
                  <a:lnTo>
                    <a:pt x="4097782" y="266700"/>
                  </a:lnTo>
                  <a:lnTo>
                    <a:pt x="4102417" y="271780"/>
                  </a:lnTo>
                  <a:lnTo>
                    <a:pt x="4106379" y="266700"/>
                  </a:lnTo>
                  <a:lnTo>
                    <a:pt x="4102519" y="262890"/>
                  </a:lnTo>
                  <a:close/>
                </a:path>
                <a:path w="6560820" h="520700">
                  <a:moveTo>
                    <a:pt x="5263896" y="262890"/>
                  </a:moveTo>
                  <a:lnTo>
                    <a:pt x="5259791" y="267279"/>
                  </a:lnTo>
                  <a:lnTo>
                    <a:pt x="5263794" y="271780"/>
                  </a:lnTo>
                  <a:lnTo>
                    <a:pt x="5268847" y="267045"/>
                  </a:lnTo>
                  <a:lnTo>
                    <a:pt x="5268544" y="266700"/>
                  </a:lnTo>
                  <a:lnTo>
                    <a:pt x="5263896" y="262890"/>
                  </a:lnTo>
                  <a:close/>
                </a:path>
                <a:path w="6560820" h="520700">
                  <a:moveTo>
                    <a:pt x="5268859" y="267045"/>
                  </a:moveTo>
                  <a:lnTo>
                    <a:pt x="5263794" y="271780"/>
                  </a:lnTo>
                  <a:lnTo>
                    <a:pt x="5273179" y="271780"/>
                  </a:lnTo>
                  <a:lnTo>
                    <a:pt x="5268859" y="267045"/>
                  </a:lnTo>
                  <a:close/>
                </a:path>
                <a:path w="6560820" h="520700">
                  <a:moveTo>
                    <a:pt x="5273281" y="262890"/>
                  </a:moveTo>
                  <a:lnTo>
                    <a:pt x="5268859" y="267045"/>
                  </a:lnTo>
                  <a:lnTo>
                    <a:pt x="5273179" y="271780"/>
                  </a:lnTo>
                  <a:lnTo>
                    <a:pt x="5277129" y="266700"/>
                  </a:lnTo>
                  <a:lnTo>
                    <a:pt x="5273281" y="262890"/>
                  </a:lnTo>
                  <a:close/>
                </a:path>
                <a:path w="6560820" h="520700">
                  <a:moveTo>
                    <a:pt x="5376735" y="262890"/>
                  </a:moveTo>
                  <a:lnTo>
                    <a:pt x="5372630" y="267279"/>
                  </a:lnTo>
                  <a:lnTo>
                    <a:pt x="5376633" y="271780"/>
                  </a:lnTo>
                  <a:lnTo>
                    <a:pt x="5381049" y="267045"/>
                  </a:lnTo>
                  <a:lnTo>
                    <a:pt x="5376735" y="262890"/>
                  </a:lnTo>
                  <a:close/>
                </a:path>
                <a:path w="6560820" h="520700">
                  <a:moveTo>
                    <a:pt x="5381068" y="267045"/>
                  </a:moveTo>
                  <a:lnTo>
                    <a:pt x="5380830" y="267279"/>
                  </a:lnTo>
                  <a:lnTo>
                    <a:pt x="5376633" y="271780"/>
                  </a:lnTo>
                  <a:lnTo>
                    <a:pt x="5386006" y="271780"/>
                  </a:lnTo>
                  <a:lnTo>
                    <a:pt x="5381068" y="267045"/>
                  </a:lnTo>
                  <a:close/>
                </a:path>
                <a:path w="6560820" h="520700">
                  <a:moveTo>
                    <a:pt x="5386108" y="262890"/>
                  </a:moveTo>
                  <a:lnTo>
                    <a:pt x="5381371" y="266700"/>
                  </a:lnTo>
                  <a:lnTo>
                    <a:pt x="5386006" y="271780"/>
                  </a:lnTo>
                  <a:lnTo>
                    <a:pt x="5389968" y="266700"/>
                  </a:lnTo>
                  <a:lnTo>
                    <a:pt x="5386108" y="262890"/>
                  </a:lnTo>
                  <a:close/>
                </a:path>
                <a:path w="6560820" h="520700">
                  <a:moveTo>
                    <a:pt x="6547484" y="262890"/>
                  </a:moveTo>
                  <a:lnTo>
                    <a:pt x="6543380" y="267279"/>
                  </a:lnTo>
                  <a:lnTo>
                    <a:pt x="6547383" y="271780"/>
                  </a:lnTo>
                  <a:lnTo>
                    <a:pt x="6552436" y="267045"/>
                  </a:lnTo>
                  <a:lnTo>
                    <a:pt x="6552133" y="266700"/>
                  </a:lnTo>
                  <a:lnTo>
                    <a:pt x="6547484" y="262890"/>
                  </a:lnTo>
                  <a:close/>
                </a:path>
                <a:path w="6560820" h="520700">
                  <a:moveTo>
                    <a:pt x="6552448" y="267045"/>
                  </a:moveTo>
                  <a:lnTo>
                    <a:pt x="6547383" y="271780"/>
                  </a:lnTo>
                  <a:lnTo>
                    <a:pt x="6556768" y="271780"/>
                  </a:lnTo>
                  <a:lnTo>
                    <a:pt x="6552448" y="267045"/>
                  </a:lnTo>
                  <a:close/>
                </a:path>
                <a:path w="6560820" h="520700">
                  <a:moveTo>
                    <a:pt x="6556870" y="262890"/>
                  </a:moveTo>
                  <a:lnTo>
                    <a:pt x="6552448" y="267045"/>
                  </a:lnTo>
                  <a:lnTo>
                    <a:pt x="6556768" y="271780"/>
                  </a:lnTo>
                  <a:lnTo>
                    <a:pt x="6560731" y="266700"/>
                  </a:lnTo>
                  <a:lnTo>
                    <a:pt x="6556870" y="262890"/>
                  </a:lnTo>
                  <a:close/>
                </a:path>
                <a:path w="6560820" h="520700">
                  <a:moveTo>
                    <a:pt x="14617" y="6990"/>
                  </a:moveTo>
                  <a:lnTo>
                    <a:pt x="9880" y="11430"/>
                  </a:lnTo>
                  <a:lnTo>
                    <a:pt x="237461" y="267279"/>
                  </a:lnTo>
                  <a:lnTo>
                    <a:pt x="241566" y="262890"/>
                  </a:lnTo>
                  <a:lnTo>
                    <a:pt x="250939" y="262890"/>
                  </a:lnTo>
                  <a:lnTo>
                    <a:pt x="28392" y="12700"/>
                  </a:lnTo>
                  <a:lnTo>
                    <a:pt x="14617" y="12700"/>
                  </a:lnTo>
                  <a:lnTo>
                    <a:pt x="14617" y="6990"/>
                  </a:lnTo>
                  <a:close/>
                </a:path>
                <a:path w="6560820" h="520700">
                  <a:moveTo>
                    <a:pt x="1185379" y="6350"/>
                  </a:moveTo>
                  <a:lnTo>
                    <a:pt x="1180642" y="11430"/>
                  </a:lnTo>
                  <a:lnTo>
                    <a:pt x="1408211" y="267279"/>
                  </a:lnTo>
                  <a:lnTo>
                    <a:pt x="1412316" y="262890"/>
                  </a:lnTo>
                  <a:lnTo>
                    <a:pt x="1421701" y="262890"/>
                  </a:lnTo>
                  <a:lnTo>
                    <a:pt x="1199166" y="12700"/>
                  </a:lnTo>
                  <a:lnTo>
                    <a:pt x="1185379" y="12700"/>
                  </a:lnTo>
                  <a:lnTo>
                    <a:pt x="1185379" y="6350"/>
                  </a:lnTo>
                  <a:close/>
                </a:path>
                <a:path w="6560820" h="520700">
                  <a:moveTo>
                    <a:pt x="1294053" y="6990"/>
                  </a:moveTo>
                  <a:lnTo>
                    <a:pt x="1289316" y="11430"/>
                  </a:lnTo>
                  <a:lnTo>
                    <a:pt x="1516898" y="267279"/>
                  </a:lnTo>
                  <a:lnTo>
                    <a:pt x="1521002" y="262890"/>
                  </a:lnTo>
                  <a:lnTo>
                    <a:pt x="1530388" y="262890"/>
                  </a:lnTo>
                  <a:lnTo>
                    <a:pt x="1307841" y="12700"/>
                  </a:lnTo>
                  <a:lnTo>
                    <a:pt x="1294053" y="12700"/>
                  </a:lnTo>
                  <a:lnTo>
                    <a:pt x="1294053" y="6990"/>
                  </a:lnTo>
                  <a:close/>
                </a:path>
                <a:path w="6560820" h="520700">
                  <a:moveTo>
                    <a:pt x="2464816" y="6350"/>
                  </a:moveTo>
                  <a:lnTo>
                    <a:pt x="2460078" y="11430"/>
                  </a:lnTo>
                  <a:lnTo>
                    <a:pt x="2687660" y="267279"/>
                  </a:lnTo>
                  <a:lnTo>
                    <a:pt x="2691765" y="262890"/>
                  </a:lnTo>
                  <a:lnTo>
                    <a:pt x="2701137" y="262890"/>
                  </a:lnTo>
                  <a:lnTo>
                    <a:pt x="2478602" y="12700"/>
                  </a:lnTo>
                  <a:lnTo>
                    <a:pt x="2464816" y="12700"/>
                  </a:lnTo>
                  <a:lnTo>
                    <a:pt x="2464816" y="6350"/>
                  </a:lnTo>
                  <a:close/>
                </a:path>
                <a:path w="6560820" h="520700">
                  <a:moveTo>
                    <a:pt x="2576334" y="6990"/>
                  </a:moveTo>
                  <a:lnTo>
                    <a:pt x="2571584" y="11430"/>
                  </a:lnTo>
                  <a:lnTo>
                    <a:pt x="2799166" y="267279"/>
                  </a:lnTo>
                  <a:lnTo>
                    <a:pt x="2803271" y="262890"/>
                  </a:lnTo>
                  <a:lnTo>
                    <a:pt x="2812656" y="262890"/>
                  </a:lnTo>
                  <a:lnTo>
                    <a:pt x="2590109" y="12700"/>
                  </a:lnTo>
                  <a:lnTo>
                    <a:pt x="2576334" y="12700"/>
                  </a:lnTo>
                  <a:lnTo>
                    <a:pt x="2576334" y="6990"/>
                  </a:lnTo>
                  <a:close/>
                </a:path>
                <a:path w="6560820" h="520700">
                  <a:moveTo>
                    <a:pt x="3747096" y="6350"/>
                  </a:moveTo>
                  <a:lnTo>
                    <a:pt x="3742359" y="11430"/>
                  </a:lnTo>
                  <a:lnTo>
                    <a:pt x="3969928" y="267279"/>
                  </a:lnTo>
                  <a:lnTo>
                    <a:pt x="3974033" y="262890"/>
                  </a:lnTo>
                  <a:lnTo>
                    <a:pt x="3983418" y="262890"/>
                  </a:lnTo>
                  <a:lnTo>
                    <a:pt x="3760871" y="12700"/>
                  </a:lnTo>
                  <a:lnTo>
                    <a:pt x="3747096" y="12700"/>
                  </a:lnTo>
                  <a:lnTo>
                    <a:pt x="3747096" y="6350"/>
                  </a:lnTo>
                  <a:close/>
                </a:path>
                <a:path w="6560820" h="520700">
                  <a:moveTo>
                    <a:pt x="3866197" y="6990"/>
                  </a:moveTo>
                  <a:lnTo>
                    <a:pt x="3861447" y="11430"/>
                  </a:lnTo>
                  <a:lnTo>
                    <a:pt x="4089029" y="267279"/>
                  </a:lnTo>
                  <a:lnTo>
                    <a:pt x="4093133" y="262890"/>
                  </a:lnTo>
                  <a:lnTo>
                    <a:pt x="4102519" y="262890"/>
                  </a:lnTo>
                  <a:lnTo>
                    <a:pt x="3879972" y="12700"/>
                  </a:lnTo>
                  <a:lnTo>
                    <a:pt x="3866197" y="12700"/>
                  </a:lnTo>
                  <a:lnTo>
                    <a:pt x="3866197" y="6990"/>
                  </a:lnTo>
                  <a:close/>
                </a:path>
                <a:path w="6560820" h="520700">
                  <a:moveTo>
                    <a:pt x="5036959" y="6350"/>
                  </a:moveTo>
                  <a:lnTo>
                    <a:pt x="5032222" y="11430"/>
                  </a:lnTo>
                  <a:lnTo>
                    <a:pt x="5259791" y="267279"/>
                  </a:lnTo>
                  <a:lnTo>
                    <a:pt x="5263896" y="262890"/>
                  </a:lnTo>
                  <a:lnTo>
                    <a:pt x="5273281" y="262890"/>
                  </a:lnTo>
                  <a:lnTo>
                    <a:pt x="5050734" y="12700"/>
                  </a:lnTo>
                  <a:lnTo>
                    <a:pt x="5036959" y="12700"/>
                  </a:lnTo>
                  <a:lnTo>
                    <a:pt x="5036959" y="6350"/>
                  </a:lnTo>
                  <a:close/>
                </a:path>
                <a:path w="6560820" h="520700">
                  <a:moveTo>
                    <a:pt x="5149786" y="6990"/>
                  </a:moveTo>
                  <a:lnTo>
                    <a:pt x="5145049" y="11430"/>
                  </a:lnTo>
                  <a:lnTo>
                    <a:pt x="5372630" y="267279"/>
                  </a:lnTo>
                  <a:lnTo>
                    <a:pt x="5376735" y="262890"/>
                  </a:lnTo>
                  <a:lnTo>
                    <a:pt x="5386108" y="262890"/>
                  </a:lnTo>
                  <a:lnTo>
                    <a:pt x="5163561" y="12700"/>
                  </a:lnTo>
                  <a:lnTo>
                    <a:pt x="5149786" y="12700"/>
                  </a:lnTo>
                  <a:lnTo>
                    <a:pt x="5149786" y="6990"/>
                  </a:lnTo>
                  <a:close/>
                </a:path>
                <a:path w="6560820" h="520700">
                  <a:moveTo>
                    <a:pt x="6320548" y="6350"/>
                  </a:moveTo>
                  <a:lnTo>
                    <a:pt x="6315811" y="11430"/>
                  </a:lnTo>
                  <a:lnTo>
                    <a:pt x="6543380" y="267279"/>
                  </a:lnTo>
                  <a:lnTo>
                    <a:pt x="6547484" y="262890"/>
                  </a:lnTo>
                  <a:lnTo>
                    <a:pt x="6556870" y="262890"/>
                  </a:lnTo>
                  <a:lnTo>
                    <a:pt x="6334335" y="12700"/>
                  </a:lnTo>
                  <a:lnTo>
                    <a:pt x="6320548" y="12700"/>
                  </a:lnTo>
                  <a:lnTo>
                    <a:pt x="6320548" y="6350"/>
                  </a:lnTo>
                  <a:close/>
                </a:path>
                <a:path w="6560820" h="520700">
                  <a:moveTo>
                    <a:pt x="250939" y="262890"/>
                  </a:moveTo>
                  <a:lnTo>
                    <a:pt x="241566" y="262890"/>
                  </a:lnTo>
                  <a:lnTo>
                    <a:pt x="245899" y="267045"/>
                  </a:lnTo>
                  <a:lnTo>
                    <a:pt x="246202" y="266700"/>
                  </a:lnTo>
                  <a:lnTo>
                    <a:pt x="250939" y="262890"/>
                  </a:lnTo>
                  <a:close/>
                </a:path>
                <a:path w="6560820" h="520700">
                  <a:moveTo>
                    <a:pt x="1421701" y="262890"/>
                  </a:moveTo>
                  <a:lnTo>
                    <a:pt x="1416964" y="266700"/>
                  </a:lnTo>
                  <a:lnTo>
                    <a:pt x="1417279" y="267045"/>
                  </a:lnTo>
                  <a:lnTo>
                    <a:pt x="1421701" y="262890"/>
                  </a:lnTo>
                  <a:close/>
                </a:path>
                <a:path w="6560820" h="520700">
                  <a:moveTo>
                    <a:pt x="1530388" y="262890"/>
                  </a:moveTo>
                  <a:lnTo>
                    <a:pt x="1521002" y="262890"/>
                  </a:lnTo>
                  <a:lnTo>
                    <a:pt x="1525341" y="267045"/>
                  </a:lnTo>
                  <a:lnTo>
                    <a:pt x="1525638" y="266700"/>
                  </a:lnTo>
                  <a:lnTo>
                    <a:pt x="1530388" y="262890"/>
                  </a:lnTo>
                  <a:close/>
                </a:path>
                <a:path w="6560820" h="520700">
                  <a:moveTo>
                    <a:pt x="2701137" y="262890"/>
                  </a:moveTo>
                  <a:lnTo>
                    <a:pt x="2696400" y="266700"/>
                  </a:lnTo>
                  <a:lnTo>
                    <a:pt x="2696715" y="267045"/>
                  </a:lnTo>
                  <a:lnTo>
                    <a:pt x="2701137" y="262890"/>
                  </a:lnTo>
                  <a:close/>
                </a:path>
                <a:path w="6560820" h="520700">
                  <a:moveTo>
                    <a:pt x="2812656" y="262890"/>
                  </a:moveTo>
                  <a:lnTo>
                    <a:pt x="2803271" y="262890"/>
                  </a:lnTo>
                  <a:lnTo>
                    <a:pt x="2807610" y="267045"/>
                  </a:lnTo>
                  <a:lnTo>
                    <a:pt x="2807919" y="266700"/>
                  </a:lnTo>
                  <a:lnTo>
                    <a:pt x="2812656" y="262890"/>
                  </a:lnTo>
                  <a:close/>
                </a:path>
                <a:path w="6560820" h="520700">
                  <a:moveTo>
                    <a:pt x="3983418" y="262890"/>
                  </a:moveTo>
                  <a:lnTo>
                    <a:pt x="3978668" y="266700"/>
                  </a:lnTo>
                  <a:lnTo>
                    <a:pt x="3978984" y="267045"/>
                  </a:lnTo>
                  <a:lnTo>
                    <a:pt x="3983418" y="262890"/>
                  </a:lnTo>
                  <a:close/>
                </a:path>
                <a:path w="6560820" h="520700">
                  <a:moveTo>
                    <a:pt x="4102519" y="262890"/>
                  </a:moveTo>
                  <a:lnTo>
                    <a:pt x="4093133" y="262890"/>
                  </a:lnTo>
                  <a:lnTo>
                    <a:pt x="4097472" y="267045"/>
                  </a:lnTo>
                  <a:lnTo>
                    <a:pt x="4097782" y="266700"/>
                  </a:lnTo>
                  <a:lnTo>
                    <a:pt x="4102519" y="262890"/>
                  </a:lnTo>
                  <a:close/>
                </a:path>
                <a:path w="6560820" h="520700">
                  <a:moveTo>
                    <a:pt x="5273281" y="262890"/>
                  </a:moveTo>
                  <a:lnTo>
                    <a:pt x="5268544" y="266700"/>
                  </a:lnTo>
                  <a:lnTo>
                    <a:pt x="5268859" y="267045"/>
                  </a:lnTo>
                  <a:lnTo>
                    <a:pt x="5273281" y="262890"/>
                  </a:lnTo>
                  <a:close/>
                </a:path>
                <a:path w="6560820" h="520700">
                  <a:moveTo>
                    <a:pt x="5386108" y="262890"/>
                  </a:moveTo>
                  <a:lnTo>
                    <a:pt x="5376735" y="262890"/>
                  </a:lnTo>
                  <a:lnTo>
                    <a:pt x="5381068" y="267045"/>
                  </a:lnTo>
                  <a:lnTo>
                    <a:pt x="5381371" y="266700"/>
                  </a:lnTo>
                  <a:lnTo>
                    <a:pt x="5386108" y="262890"/>
                  </a:lnTo>
                  <a:close/>
                </a:path>
                <a:path w="6560820" h="520700">
                  <a:moveTo>
                    <a:pt x="6556870" y="262890"/>
                  </a:moveTo>
                  <a:lnTo>
                    <a:pt x="6552133" y="266700"/>
                  </a:lnTo>
                  <a:lnTo>
                    <a:pt x="6552448" y="267045"/>
                  </a:lnTo>
                  <a:lnTo>
                    <a:pt x="6556870" y="262890"/>
                  </a:lnTo>
                  <a:close/>
                </a:path>
                <a:path w="6560820" h="520700">
                  <a:moveTo>
                    <a:pt x="1421701" y="262890"/>
                  </a:moveTo>
                  <a:lnTo>
                    <a:pt x="1412316" y="262890"/>
                  </a:lnTo>
                  <a:lnTo>
                    <a:pt x="1416964" y="266700"/>
                  </a:lnTo>
                  <a:lnTo>
                    <a:pt x="1421701" y="262890"/>
                  </a:lnTo>
                  <a:close/>
                </a:path>
                <a:path w="6560820" h="520700">
                  <a:moveTo>
                    <a:pt x="2701137" y="262890"/>
                  </a:moveTo>
                  <a:lnTo>
                    <a:pt x="2691765" y="262890"/>
                  </a:lnTo>
                  <a:lnTo>
                    <a:pt x="2696400" y="266700"/>
                  </a:lnTo>
                  <a:lnTo>
                    <a:pt x="2701137" y="262890"/>
                  </a:lnTo>
                  <a:close/>
                </a:path>
                <a:path w="6560820" h="520700">
                  <a:moveTo>
                    <a:pt x="3983418" y="262890"/>
                  </a:moveTo>
                  <a:lnTo>
                    <a:pt x="3974033" y="262890"/>
                  </a:lnTo>
                  <a:lnTo>
                    <a:pt x="3978668" y="266700"/>
                  </a:lnTo>
                  <a:lnTo>
                    <a:pt x="3983418" y="262890"/>
                  </a:lnTo>
                  <a:close/>
                </a:path>
                <a:path w="6560820" h="520700">
                  <a:moveTo>
                    <a:pt x="5273281" y="262890"/>
                  </a:moveTo>
                  <a:lnTo>
                    <a:pt x="5263896" y="262890"/>
                  </a:lnTo>
                  <a:lnTo>
                    <a:pt x="5268544" y="266700"/>
                  </a:lnTo>
                  <a:lnTo>
                    <a:pt x="5273281" y="262890"/>
                  </a:lnTo>
                  <a:close/>
                </a:path>
                <a:path w="6560820" h="520700">
                  <a:moveTo>
                    <a:pt x="6556870" y="262890"/>
                  </a:moveTo>
                  <a:lnTo>
                    <a:pt x="6547484" y="262890"/>
                  </a:lnTo>
                  <a:lnTo>
                    <a:pt x="6552133" y="266700"/>
                  </a:lnTo>
                  <a:lnTo>
                    <a:pt x="6556870" y="262890"/>
                  </a:lnTo>
                  <a:close/>
                </a:path>
                <a:path w="6560820" h="520700">
                  <a:moveTo>
                    <a:pt x="19354" y="2540"/>
                  </a:moveTo>
                  <a:lnTo>
                    <a:pt x="14617" y="6990"/>
                  </a:lnTo>
                  <a:lnTo>
                    <a:pt x="14617" y="12700"/>
                  </a:lnTo>
                  <a:lnTo>
                    <a:pt x="28392" y="12700"/>
                  </a:lnTo>
                  <a:lnTo>
                    <a:pt x="19354" y="2540"/>
                  </a:lnTo>
                  <a:close/>
                </a:path>
                <a:path w="6560820" h="520700">
                  <a:moveTo>
                    <a:pt x="1185379" y="2540"/>
                  </a:moveTo>
                  <a:lnTo>
                    <a:pt x="19354" y="2540"/>
                  </a:lnTo>
                  <a:lnTo>
                    <a:pt x="28392" y="12700"/>
                  </a:lnTo>
                  <a:lnTo>
                    <a:pt x="1181772" y="12700"/>
                  </a:lnTo>
                  <a:lnTo>
                    <a:pt x="1180642" y="11430"/>
                  </a:lnTo>
                  <a:lnTo>
                    <a:pt x="1185379" y="6350"/>
                  </a:lnTo>
                  <a:lnTo>
                    <a:pt x="1185379" y="2540"/>
                  </a:lnTo>
                  <a:close/>
                </a:path>
                <a:path w="6560820" h="520700">
                  <a:moveTo>
                    <a:pt x="1190129" y="2540"/>
                  </a:moveTo>
                  <a:lnTo>
                    <a:pt x="1185379" y="6350"/>
                  </a:lnTo>
                  <a:lnTo>
                    <a:pt x="1185379" y="12700"/>
                  </a:lnTo>
                  <a:lnTo>
                    <a:pt x="1199166" y="12700"/>
                  </a:lnTo>
                  <a:lnTo>
                    <a:pt x="1190129" y="2540"/>
                  </a:lnTo>
                  <a:close/>
                </a:path>
                <a:path w="6560820" h="520700">
                  <a:moveTo>
                    <a:pt x="1298803" y="2540"/>
                  </a:moveTo>
                  <a:lnTo>
                    <a:pt x="1294053" y="6990"/>
                  </a:lnTo>
                  <a:lnTo>
                    <a:pt x="1294053" y="12700"/>
                  </a:lnTo>
                  <a:lnTo>
                    <a:pt x="1307841" y="12700"/>
                  </a:lnTo>
                  <a:lnTo>
                    <a:pt x="1298803" y="2540"/>
                  </a:lnTo>
                  <a:close/>
                </a:path>
                <a:path w="6560820" h="520700">
                  <a:moveTo>
                    <a:pt x="2464816" y="2540"/>
                  </a:moveTo>
                  <a:lnTo>
                    <a:pt x="1298803" y="2540"/>
                  </a:lnTo>
                  <a:lnTo>
                    <a:pt x="1307841" y="12700"/>
                  </a:lnTo>
                  <a:lnTo>
                    <a:pt x="2461208" y="12700"/>
                  </a:lnTo>
                  <a:lnTo>
                    <a:pt x="2460078" y="11430"/>
                  </a:lnTo>
                  <a:lnTo>
                    <a:pt x="2464816" y="6350"/>
                  </a:lnTo>
                  <a:lnTo>
                    <a:pt x="2464816" y="2540"/>
                  </a:lnTo>
                  <a:close/>
                </a:path>
                <a:path w="6560820" h="520700">
                  <a:moveTo>
                    <a:pt x="2469565" y="2540"/>
                  </a:moveTo>
                  <a:lnTo>
                    <a:pt x="2464816" y="6350"/>
                  </a:lnTo>
                  <a:lnTo>
                    <a:pt x="2464816" y="12700"/>
                  </a:lnTo>
                  <a:lnTo>
                    <a:pt x="2478602" y="12700"/>
                  </a:lnTo>
                  <a:lnTo>
                    <a:pt x="2469565" y="2540"/>
                  </a:lnTo>
                  <a:close/>
                </a:path>
                <a:path w="6560820" h="520700">
                  <a:moveTo>
                    <a:pt x="2581071" y="2540"/>
                  </a:moveTo>
                  <a:lnTo>
                    <a:pt x="2576334" y="6990"/>
                  </a:lnTo>
                  <a:lnTo>
                    <a:pt x="2576334" y="12700"/>
                  </a:lnTo>
                  <a:lnTo>
                    <a:pt x="2590109" y="12700"/>
                  </a:lnTo>
                  <a:lnTo>
                    <a:pt x="2581071" y="2540"/>
                  </a:lnTo>
                  <a:close/>
                </a:path>
                <a:path w="6560820" h="520700">
                  <a:moveTo>
                    <a:pt x="3747096" y="2540"/>
                  </a:moveTo>
                  <a:lnTo>
                    <a:pt x="2581071" y="2540"/>
                  </a:lnTo>
                  <a:lnTo>
                    <a:pt x="2590109" y="12700"/>
                  </a:lnTo>
                  <a:lnTo>
                    <a:pt x="3743489" y="12700"/>
                  </a:lnTo>
                  <a:lnTo>
                    <a:pt x="3742359" y="11430"/>
                  </a:lnTo>
                  <a:lnTo>
                    <a:pt x="3747096" y="6350"/>
                  </a:lnTo>
                  <a:lnTo>
                    <a:pt x="3747096" y="2540"/>
                  </a:lnTo>
                  <a:close/>
                </a:path>
                <a:path w="6560820" h="520700">
                  <a:moveTo>
                    <a:pt x="3751834" y="2540"/>
                  </a:moveTo>
                  <a:lnTo>
                    <a:pt x="3747096" y="6350"/>
                  </a:lnTo>
                  <a:lnTo>
                    <a:pt x="3747096" y="12700"/>
                  </a:lnTo>
                  <a:lnTo>
                    <a:pt x="3760871" y="12700"/>
                  </a:lnTo>
                  <a:lnTo>
                    <a:pt x="3751834" y="2540"/>
                  </a:lnTo>
                  <a:close/>
                </a:path>
                <a:path w="6560820" h="520700">
                  <a:moveTo>
                    <a:pt x="3870934" y="2540"/>
                  </a:moveTo>
                  <a:lnTo>
                    <a:pt x="3866197" y="6990"/>
                  </a:lnTo>
                  <a:lnTo>
                    <a:pt x="3866197" y="12700"/>
                  </a:lnTo>
                  <a:lnTo>
                    <a:pt x="3879972" y="12700"/>
                  </a:lnTo>
                  <a:lnTo>
                    <a:pt x="3870934" y="2540"/>
                  </a:lnTo>
                  <a:close/>
                </a:path>
                <a:path w="6560820" h="520700">
                  <a:moveTo>
                    <a:pt x="5036959" y="2540"/>
                  </a:moveTo>
                  <a:lnTo>
                    <a:pt x="3870934" y="2540"/>
                  </a:lnTo>
                  <a:lnTo>
                    <a:pt x="3879972" y="12700"/>
                  </a:lnTo>
                  <a:lnTo>
                    <a:pt x="5033352" y="12700"/>
                  </a:lnTo>
                  <a:lnTo>
                    <a:pt x="5032222" y="11430"/>
                  </a:lnTo>
                  <a:lnTo>
                    <a:pt x="5036959" y="6350"/>
                  </a:lnTo>
                  <a:lnTo>
                    <a:pt x="5036959" y="2540"/>
                  </a:lnTo>
                  <a:close/>
                </a:path>
                <a:path w="6560820" h="520700">
                  <a:moveTo>
                    <a:pt x="5041696" y="2540"/>
                  </a:moveTo>
                  <a:lnTo>
                    <a:pt x="5036959" y="6350"/>
                  </a:lnTo>
                  <a:lnTo>
                    <a:pt x="5036959" y="12700"/>
                  </a:lnTo>
                  <a:lnTo>
                    <a:pt x="5050734" y="12700"/>
                  </a:lnTo>
                  <a:lnTo>
                    <a:pt x="5041696" y="2540"/>
                  </a:lnTo>
                  <a:close/>
                </a:path>
                <a:path w="6560820" h="520700">
                  <a:moveTo>
                    <a:pt x="5154523" y="2540"/>
                  </a:moveTo>
                  <a:lnTo>
                    <a:pt x="5149786" y="6990"/>
                  </a:lnTo>
                  <a:lnTo>
                    <a:pt x="5149786" y="12700"/>
                  </a:lnTo>
                  <a:lnTo>
                    <a:pt x="5163561" y="12700"/>
                  </a:lnTo>
                  <a:lnTo>
                    <a:pt x="5154523" y="2540"/>
                  </a:lnTo>
                  <a:close/>
                </a:path>
                <a:path w="6560820" h="520700">
                  <a:moveTo>
                    <a:pt x="6320548" y="2540"/>
                  </a:moveTo>
                  <a:lnTo>
                    <a:pt x="5154523" y="2540"/>
                  </a:lnTo>
                  <a:lnTo>
                    <a:pt x="5163561" y="12700"/>
                  </a:lnTo>
                  <a:lnTo>
                    <a:pt x="6316941" y="12700"/>
                  </a:lnTo>
                  <a:lnTo>
                    <a:pt x="6315811" y="11430"/>
                  </a:lnTo>
                  <a:lnTo>
                    <a:pt x="6320548" y="6350"/>
                  </a:lnTo>
                  <a:lnTo>
                    <a:pt x="6320548" y="2540"/>
                  </a:lnTo>
                  <a:close/>
                </a:path>
                <a:path w="6560820" h="520700">
                  <a:moveTo>
                    <a:pt x="6325298" y="2540"/>
                  </a:moveTo>
                  <a:lnTo>
                    <a:pt x="6320548" y="6350"/>
                  </a:lnTo>
                  <a:lnTo>
                    <a:pt x="6320548" y="12700"/>
                  </a:lnTo>
                  <a:lnTo>
                    <a:pt x="6334335" y="12700"/>
                  </a:lnTo>
                  <a:lnTo>
                    <a:pt x="6325298" y="2540"/>
                  </a:lnTo>
                  <a:close/>
                </a:path>
                <a:path w="6560820" h="520700">
                  <a:moveTo>
                    <a:pt x="14617" y="0"/>
                  </a:moveTo>
                  <a:lnTo>
                    <a:pt x="457" y="0"/>
                  </a:lnTo>
                  <a:lnTo>
                    <a:pt x="9880" y="11430"/>
                  </a:lnTo>
                  <a:lnTo>
                    <a:pt x="14617" y="6350"/>
                  </a:lnTo>
                  <a:lnTo>
                    <a:pt x="14617" y="0"/>
                  </a:lnTo>
                  <a:close/>
                </a:path>
                <a:path w="6560820" h="520700">
                  <a:moveTo>
                    <a:pt x="1294053" y="0"/>
                  </a:moveTo>
                  <a:lnTo>
                    <a:pt x="1279893" y="0"/>
                  </a:lnTo>
                  <a:lnTo>
                    <a:pt x="1289316" y="11430"/>
                  </a:lnTo>
                  <a:lnTo>
                    <a:pt x="1294053" y="6350"/>
                  </a:lnTo>
                  <a:lnTo>
                    <a:pt x="1294053" y="0"/>
                  </a:lnTo>
                  <a:close/>
                </a:path>
                <a:path w="6560820" h="520700">
                  <a:moveTo>
                    <a:pt x="2576334" y="0"/>
                  </a:moveTo>
                  <a:lnTo>
                    <a:pt x="2562174" y="0"/>
                  </a:lnTo>
                  <a:lnTo>
                    <a:pt x="2571584" y="11430"/>
                  </a:lnTo>
                  <a:lnTo>
                    <a:pt x="2576334" y="6350"/>
                  </a:lnTo>
                  <a:lnTo>
                    <a:pt x="2576334" y="0"/>
                  </a:lnTo>
                  <a:close/>
                </a:path>
                <a:path w="6560820" h="520700">
                  <a:moveTo>
                    <a:pt x="3866197" y="0"/>
                  </a:moveTo>
                  <a:lnTo>
                    <a:pt x="3852037" y="0"/>
                  </a:lnTo>
                  <a:lnTo>
                    <a:pt x="3861447" y="11430"/>
                  </a:lnTo>
                  <a:lnTo>
                    <a:pt x="3866197" y="6350"/>
                  </a:lnTo>
                  <a:lnTo>
                    <a:pt x="3866197" y="0"/>
                  </a:lnTo>
                  <a:close/>
                </a:path>
                <a:path w="6560820" h="520700">
                  <a:moveTo>
                    <a:pt x="5149786" y="0"/>
                  </a:moveTo>
                  <a:lnTo>
                    <a:pt x="5135626" y="0"/>
                  </a:lnTo>
                  <a:lnTo>
                    <a:pt x="5145049" y="11430"/>
                  </a:lnTo>
                  <a:lnTo>
                    <a:pt x="5149786" y="6350"/>
                  </a:lnTo>
                  <a:lnTo>
                    <a:pt x="5149786" y="0"/>
                  </a:lnTo>
                  <a:close/>
                </a:path>
                <a:path w="6560820" h="520700">
                  <a:moveTo>
                    <a:pt x="1185379" y="0"/>
                  </a:moveTo>
                  <a:lnTo>
                    <a:pt x="14617" y="0"/>
                  </a:lnTo>
                  <a:lnTo>
                    <a:pt x="14617" y="6990"/>
                  </a:lnTo>
                  <a:lnTo>
                    <a:pt x="19354" y="2540"/>
                  </a:lnTo>
                  <a:lnTo>
                    <a:pt x="1185379" y="2540"/>
                  </a:lnTo>
                  <a:lnTo>
                    <a:pt x="1185379" y="0"/>
                  </a:lnTo>
                  <a:close/>
                </a:path>
                <a:path w="6560820" h="520700">
                  <a:moveTo>
                    <a:pt x="2464816" y="0"/>
                  </a:moveTo>
                  <a:lnTo>
                    <a:pt x="1294053" y="0"/>
                  </a:lnTo>
                  <a:lnTo>
                    <a:pt x="1294053" y="6990"/>
                  </a:lnTo>
                  <a:lnTo>
                    <a:pt x="1298803" y="2540"/>
                  </a:lnTo>
                  <a:lnTo>
                    <a:pt x="2464816" y="2540"/>
                  </a:lnTo>
                  <a:lnTo>
                    <a:pt x="2464816" y="0"/>
                  </a:lnTo>
                  <a:close/>
                </a:path>
                <a:path w="6560820" h="520700">
                  <a:moveTo>
                    <a:pt x="3747096" y="0"/>
                  </a:moveTo>
                  <a:lnTo>
                    <a:pt x="2576334" y="0"/>
                  </a:lnTo>
                  <a:lnTo>
                    <a:pt x="2576334" y="6990"/>
                  </a:lnTo>
                  <a:lnTo>
                    <a:pt x="2581071" y="2540"/>
                  </a:lnTo>
                  <a:lnTo>
                    <a:pt x="3747096" y="2540"/>
                  </a:lnTo>
                  <a:lnTo>
                    <a:pt x="3747096" y="0"/>
                  </a:lnTo>
                  <a:close/>
                </a:path>
                <a:path w="6560820" h="520700">
                  <a:moveTo>
                    <a:pt x="5036959" y="0"/>
                  </a:moveTo>
                  <a:lnTo>
                    <a:pt x="3866197" y="0"/>
                  </a:lnTo>
                  <a:lnTo>
                    <a:pt x="3866197" y="6990"/>
                  </a:lnTo>
                  <a:lnTo>
                    <a:pt x="3870934" y="2540"/>
                  </a:lnTo>
                  <a:lnTo>
                    <a:pt x="5036959" y="2540"/>
                  </a:lnTo>
                  <a:lnTo>
                    <a:pt x="5036959" y="0"/>
                  </a:lnTo>
                  <a:close/>
                </a:path>
                <a:path w="6560820" h="520700">
                  <a:moveTo>
                    <a:pt x="6320548" y="0"/>
                  </a:moveTo>
                  <a:lnTo>
                    <a:pt x="5149786" y="0"/>
                  </a:lnTo>
                  <a:lnTo>
                    <a:pt x="5149786" y="6990"/>
                  </a:lnTo>
                  <a:lnTo>
                    <a:pt x="5154523" y="2540"/>
                  </a:lnTo>
                  <a:lnTo>
                    <a:pt x="6320548" y="2540"/>
                  </a:lnTo>
                  <a:lnTo>
                    <a:pt x="6320548" y="0"/>
                  </a:lnTo>
                  <a:close/>
                </a:path>
                <a:path w="6560820" h="520700">
                  <a:moveTo>
                    <a:pt x="1188224" y="0"/>
                  </a:moveTo>
                  <a:lnTo>
                    <a:pt x="1185379" y="0"/>
                  </a:lnTo>
                  <a:lnTo>
                    <a:pt x="1185379" y="6350"/>
                  </a:lnTo>
                  <a:lnTo>
                    <a:pt x="1190129" y="2540"/>
                  </a:lnTo>
                  <a:lnTo>
                    <a:pt x="1188224" y="0"/>
                  </a:lnTo>
                  <a:close/>
                </a:path>
                <a:path w="6560820" h="520700">
                  <a:moveTo>
                    <a:pt x="2467673" y="0"/>
                  </a:moveTo>
                  <a:lnTo>
                    <a:pt x="2464816" y="0"/>
                  </a:lnTo>
                  <a:lnTo>
                    <a:pt x="2464816" y="6350"/>
                  </a:lnTo>
                  <a:lnTo>
                    <a:pt x="2469565" y="2540"/>
                  </a:lnTo>
                  <a:lnTo>
                    <a:pt x="2467673" y="0"/>
                  </a:lnTo>
                  <a:close/>
                </a:path>
                <a:path w="6560820" h="520700">
                  <a:moveTo>
                    <a:pt x="3749941" y="0"/>
                  </a:moveTo>
                  <a:lnTo>
                    <a:pt x="3747096" y="0"/>
                  </a:lnTo>
                  <a:lnTo>
                    <a:pt x="3747096" y="6350"/>
                  </a:lnTo>
                  <a:lnTo>
                    <a:pt x="3751834" y="2540"/>
                  </a:lnTo>
                  <a:lnTo>
                    <a:pt x="3749941" y="0"/>
                  </a:lnTo>
                  <a:close/>
                </a:path>
                <a:path w="6560820" h="520700">
                  <a:moveTo>
                    <a:pt x="5039804" y="0"/>
                  </a:moveTo>
                  <a:lnTo>
                    <a:pt x="5036959" y="0"/>
                  </a:lnTo>
                  <a:lnTo>
                    <a:pt x="5036959" y="6350"/>
                  </a:lnTo>
                  <a:lnTo>
                    <a:pt x="5041696" y="2540"/>
                  </a:lnTo>
                  <a:lnTo>
                    <a:pt x="5039804" y="0"/>
                  </a:lnTo>
                  <a:close/>
                </a:path>
                <a:path w="6560820" h="520700">
                  <a:moveTo>
                    <a:pt x="6323393" y="0"/>
                  </a:moveTo>
                  <a:lnTo>
                    <a:pt x="6320548" y="0"/>
                  </a:lnTo>
                  <a:lnTo>
                    <a:pt x="6320548" y="6350"/>
                  </a:lnTo>
                  <a:lnTo>
                    <a:pt x="6325298" y="2540"/>
                  </a:lnTo>
                  <a:lnTo>
                    <a:pt x="6323393" y="0"/>
                  </a:lnTo>
                  <a:close/>
                </a:path>
              </a:pathLst>
            </a:custGeom>
            <a:solidFill>
              <a:srgbClr val="4900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9" name="object 169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540397" y="6913436"/>
              <a:ext cx="966749" cy="223240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1939815" y="6916435"/>
              <a:ext cx="626986" cy="199783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3211301" y="6913435"/>
              <a:ext cx="627469" cy="199783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4475965" y="6913436"/>
              <a:ext cx="651217" cy="199783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5693454" y="6913436"/>
              <a:ext cx="872591" cy="199783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195910" y="7317816"/>
              <a:ext cx="1415923" cy="323024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1694510" y="7305116"/>
              <a:ext cx="1204175" cy="303250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2990875" y="7292416"/>
              <a:ext cx="1127290" cy="323024"/>
            </a:xfrm>
            <a:prstGeom prst="rect">
              <a:avLst/>
            </a:prstGeom>
          </p:spPr>
        </p:pic>
        <p:pic>
          <p:nvPicPr>
            <p:cNvPr id="177" name="object 177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4233042" y="7308506"/>
              <a:ext cx="1176573" cy="205333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5490781" y="7305116"/>
              <a:ext cx="1155407" cy="321932"/>
            </a:xfrm>
            <a:prstGeom prst="rect">
              <a:avLst/>
            </a:prstGeom>
          </p:spPr>
        </p:pic>
        <p:sp>
          <p:nvSpPr>
            <p:cNvPr id="179" name="object 179"/>
            <p:cNvSpPr/>
            <p:nvPr/>
          </p:nvSpPr>
          <p:spPr>
            <a:xfrm>
              <a:off x="0" y="0"/>
              <a:ext cx="13970000" cy="558800"/>
            </a:xfrm>
            <a:custGeom>
              <a:avLst/>
              <a:gdLst/>
              <a:ahLst/>
              <a:cxnLst/>
              <a:rect l="l" t="t" r="r" b="b"/>
              <a:pathLst>
                <a:path w="13970000" h="558800">
                  <a:moveTo>
                    <a:pt x="13970000" y="558800"/>
                  </a:moveTo>
                  <a:lnTo>
                    <a:pt x="0" y="558800"/>
                  </a:lnTo>
                  <a:lnTo>
                    <a:pt x="0" y="0"/>
                  </a:lnTo>
                  <a:lnTo>
                    <a:pt x="13970000" y="0"/>
                  </a:lnTo>
                  <a:lnTo>
                    <a:pt x="13970000" y="558800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0" name="object 180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6223000" y="12700"/>
              <a:ext cx="1119187" cy="690562"/>
            </a:xfrm>
            <a:prstGeom prst="rect">
              <a:avLst/>
            </a:prstGeom>
          </p:spPr>
        </p:pic>
        <p:pic>
          <p:nvPicPr>
            <p:cNvPr id="181" name="object 181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6454861" y="98019"/>
              <a:ext cx="615391" cy="388289"/>
            </a:xfrm>
            <a:prstGeom prst="rect">
              <a:avLst/>
            </a:prstGeom>
          </p:spPr>
        </p:pic>
        <p:pic>
          <p:nvPicPr>
            <p:cNvPr id="182" name="object 182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95250" y="0"/>
              <a:ext cx="1190625" cy="565023"/>
            </a:xfrm>
            <a:prstGeom prst="rect">
              <a:avLst/>
            </a:prstGeom>
          </p:spPr>
        </p:pic>
        <p:pic>
          <p:nvPicPr>
            <p:cNvPr id="183" name="object 183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12633325" y="38075"/>
              <a:ext cx="825500" cy="596797"/>
            </a:xfrm>
            <a:prstGeom prst="rect">
              <a:avLst/>
            </a:prstGeom>
          </p:spPr>
        </p:pic>
        <p:pic>
          <p:nvPicPr>
            <p:cNvPr id="184" name="object 184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12658725" y="38075"/>
              <a:ext cx="723899" cy="495197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1266825" y="12636"/>
              <a:ext cx="1214437" cy="690562"/>
            </a:xfrm>
            <a:prstGeom prst="rect">
              <a:avLst/>
            </a:prstGeom>
          </p:spPr>
        </p:pic>
        <p:pic>
          <p:nvPicPr>
            <p:cNvPr id="186" name="object 186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1464479" y="115634"/>
              <a:ext cx="779983" cy="305765"/>
            </a:xfrm>
            <a:prstGeom prst="rect">
              <a:avLst/>
            </a:prstGeom>
          </p:spPr>
        </p:pic>
        <p:pic>
          <p:nvPicPr>
            <p:cNvPr id="187" name="object 187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4876800" y="25400"/>
              <a:ext cx="1433449" cy="690562"/>
            </a:xfrm>
            <a:prstGeom prst="rect">
              <a:avLst/>
            </a:prstGeom>
          </p:spPr>
        </p:pic>
        <p:pic>
          <p:nvPicPr>
            <p:cNvPr id="188" name="object 188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5006276" y="126835"/>
              <a:ext cx="1139698" cy="337616"/>
            </a:xfrm>
            <a:prstGeom prst="rect">
              <a:avLst/>
            </a:prstGeom>
          </p:spPr>
        </p:pic>
        <p:pic>
          <p:nvPicPr>
            <p:cNvPr id="189" name="object 189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13423900" y="12700"/>
              <a:ext cx="482599" cy="482599"/>
            </a:xfrm>
            <a:prstGeom prst="rect">
              <a:avLst/>
            </a:prstGeom>
          </p:spPr>
        </p:pic>
        <p:pic>
          <p:nvPicPr>
            <p:cNvPr id="190" name="object 190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2419646" y="13292"/>
              <a:ext cx="1431628" cy="694732"/>
            </a:xfrm>
            <a:prstGeom prst="rect">
              <a:avLst/>
            </a:prstGeom>
          </p:spPr>
        </p:pic>
        <p:pic>
          <p:nvPicPr>
            <p:cNvPr id="191" name="object 191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2555505" y="114223"/>
              <a:ext cx="1159459" cy="312254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8410575" y="12700"/>
              <a:ext cx="1209675" cy="704850"/>
            </a:xfrm>
            <a:prstGeom prst="rect">
              <a:avLst/>
            </a:prstGeom>
          </p:spPr>
        </p:pic>
        <p:pic>
          <p:nvPicPr>
            <p:cNvPr id="193" name="object 193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8686077" y="119151"/>
              <a:ext cx="630466" cy="337616"/>
            </a:xfrm>
            <a:prstGeom prst="rect">
              <a:avLst/>
            </a:prstGeom>
          </p:spPr>
        </p:pic>
        <p:pic>
          <p:nvPicPr>
            <p:cNvPr id="194" name="object 194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9553575" y="12700"/>
              <a:ext cx="1219199" cy="695325"/>
            </a:xfrm>
            <a:prstGeom prst="rect">
              <a:avLst/>
            </a:prstGeom>
          </p:spPr>
        </p:pic>
        <p:sp>
          <p:nvSpPr>
            <p:cNvPr id="195" name="object 195"/>
            <p:cNvSpPr/>
            <p:nvPr/>
          </p:nvSpPr>
          <p:spPr>
            <a:xfrm>
              <a:off x="9795505" y="222808"/>
              <a:ext cx="703580" cy="152400"/>
            </a:xfrm>
            <a:custGeom>
              <a:avLst/>
              <a:gdLst/>
              <a:ahLst/>
              <a:cxnLst/>
              <a:rect l="l" t="t" r="r" b="b"/>
              <a:pathLst>
                <a:path w="703579" h="152400">
                  <a:moveTo>
                    <a:pt x="70167" y="6489"/>
                  </a:moveTo>
                  <a:lnTo>
                    <a:pt x="39217" y="6489"/>
                  </a:lnTo>
                  <a:lnTo>
                    <a:pt x="0" y="120091"/>
                  </a:lnTo>
                  <a:lnTo>
                    <a:pt x="25730" y="120091"/>
                  </a:lnTo>
                  <a:lnTo>
                    <a:pt x="34158" y="94183"/>
                  </a:lnTo>
                  <a:lnTo>
                    <a:pt x="24129" y="94183"/>
                  </a:lnTo>
                  <a:lnTo>
                    <a:pt x="24129" y="75438"/>
                  </a:lnTo>
                  <a:lnTo>
                    <a:pt x="40256" y="75438"/>
                  </a:lnTo>
                  <a:lnTo>
                    <a:pt x="54241" y="32448"/>
                  </a:lnTo>
                  <a:lnTo>
                    <a:pt x="79117" y="32448"/>
                  </a:lnTo>
                  <a:lnTo>
                    <a:pt x="70167" y="6489"/>
                  </a:lnTo>
                  <a:close/>
                </a:path>
                <a:path w="703579" h="152400">
                  <a:moveTo>
                    <a:pt x="79117" y="32448"/>
                  </a:moveTo>
                  <a:lnTo>
                    <a:pt x="55130" y="32448"/>
                  </a:lnTo>
                  <a:lnTo>
                    <a:pt x="83591" y="120091"/>
                  </a:lnTo>
                  <a:lnTo>
                    <a:pt x="109334" y="120091"/>
                  </a:lnTo>
                  <a:lnTo>
                    <a:pt x="100401" y="94183"/>
                  </a:lnTo>
                  <a:lnTo>
                    <a:pt x="84924" y="94183"/>
                  </a:lnTo>
                  <a:lnTo>
                    <a:pt x="84924" y="75438"/>
                  </a:lnTo>
                  <a:lnTo>
                    <a:pt x="93939" y="75438"/>
                  </a:lnTo>
                  <a:lnTo>
                    <a:pt x="79117" y="32448"/>
                  </a:lnTo>
                  <a:close/>
                </a:path>
                <a:path w="703579" h="152400">
                  <a:moveTo>
                    <a:pt x="40256" y="75438"/>
                  </a:moveTo>
                  <a:lnTo>
                    <a:pt x="24129" y="75438"/>
                  </a:lnTo>
                  <a:lnTo>
                    <a:pt x="24129" y="94183"/>
                  </a:lnTo>
                  <a:lnTo>
                    <a:pt x="34158" y="94183"/>
                  </a:lnTo>
                  <a:lnTo>
                    <a:pt x="40256" y="75438"/>
                  </a:lnTo>
                  <a:close/>
                </a:path>
                <a:path w="703579" h="152400">
                  <a:moveTo>
                    <a:pt x="69090" y="75438"/>
                  </a:moveTo>
                  <a:lnTo>
                    <a:pt x="40256" y="75438"/>
                  </a:lnTo>
                  <a:lnTo>
                    <a:pt x="34158" y="94183"/>
                  </a:lnTo>
                  <a:lnTo>
                    <a:pt x="75178" y="94183"/>
                  </a:lnTo>
                  <a:lnTo>
                    <a:pt x="69090" y="75438"/>
                  </a:lnTo>
                  <a:close/>
                </a:path>
                <a:path w="703579" h="152400">
                  <a:moveTo>
                    <a:pt x="93939" y="75438"/>
                  </a:moveTo>
                  <a:lnTo>
                    <a:pt x="84924" y="75438"/>
                  </a:lnTo>
                  <a:lnTo>
                    <a:pt x="84924" y="94183"/>
                  </a:lnTo>
                  <a:lnTo>
                    <a:pt x="100401" y="94183"/>
                  </a:lnTo>
                  <a:lnTo>
                    <a:pt x="93939" y="75438"/>
                  </a:lnTo>
                  <a:close/>
                </a:path>
                <a:path w="703579" h="152400">
                  <a:moveTo>
                    <a:pt x="142201" y="34886"/>
                  </a:moveTo>
                  <a:lnTo>
                    <a:pt x="118897" y="34886"/>
                  </a:lnTo>
                  <a:lnTo>
                    <a:pt x="118897" y="152044"/>
                  </a:lnTo>
                  <a:lnTo>
                    <a:pt x="142532" y="152044"/>
                  </a:lnTo>
                  <a:lnTo>
                    <a:pt x="142532" y="106438"/>
                  </a:lnTo>
                  <a:lnTo>
                    <a:pt x="195174" y="106438"/>
                  </a:lnTo>
                  <a:lnTo>
                    <a:pt x="196939" y="102666"/>
                  </a:lnTo>
                  <a:lnTo>
                    <a:pt x="156146" y="102666"/>
                  </a:lnTo>
                  <a:lnTo>
                    <a:pt x="152907" y="101638"/>
                  </a:lnTo>
                  <a:lnTo>
                    <a:pt x="142036" y="82550"/>
                  </a:lnTo>
                  <a:lnTo>
                    <a:pt x="142036" y="72428"/>
                  </a:lnTo>
                  <a:lnTo>
                    <a:pt x="142701" y="68237"/>
                  </a:lnTo>
                  <a:lnTo>
                    <a:pt x="142806" y="67830"/>
                  </a:lnTo>
                  <a:lnTo>
                    <a:pt x="145460" y="60769"/>
                  </a:lnTo>
                  <a:lnTo>
                    <a:pt x="145541" y="60553"/>
                  </a:lnTo>
                  <a:lnTo>
                    <a:pt x="156108" y="52578"/>
                  </a:lnTo>
                  <a:lnTo>
                    <a:pt x="196957" y="52578"/>
                  </a:lnTo>
                  <a:lnTo>
                    <a:pt x="195331" y="49199"/>
                  </a:lnTo>
                  <a:lnTo>
                    <a:pt x="142201" y="49199"/>
                  </a:lnTo>
                  <a:lnTo>
                    <a:pt x="142201" y="34886"/>
                  </a:lnTo>
                  <a:close/>
                </a:path>
                <a:path w="703579" h="152400">
                  <a:moveTo>
                    <a:pt x="195174" y="106438"/>
                  </a:moveTo>
                  <a:lnTo>
                    <a:pt x="143255" y="106438"/>
                  </a:lnTo>
                  <a:lnTo>
                    <a:pt x="144322" y="108813"/>
                  </a:lnTo>
                  <a:lnTo>
                    <a:pt x="162852" y="121475"/>
                  </a:lnTo>
                  <a:lnTo>
                    <a:pt x="173913" y="121475"/>
                  </a:lnTo>
                  <a:lnTo>
                    <a:pt x="179755" y="119811"/>
                  </a:lnTo>
                  <a:lnTo>
                    <a:pt x="190220" y="113118"/>
                  </a:lnTo>
                  <a:lnTo>
                    <a:pt x="194360" y="108178"/>
                  </a:lnTo>
                  <a:lnTo>
                    <a:pt x="195174" y="106438"/>
                  </a:lnTo>
                  <a:close/>
                </a:path>
                <a:path w="703579" h="152400">
                  <a:moveTo>
                    <a:pt x="196957" y="52578"/>
                  </a:moveTo>
                  <a:lnTo>
                    <a:pt x="163829" y="52578"/>
                  </a:lnTo>
                  <a:lnTo>
                    <a:pt x="167106" y="53632"/>
                  </a:lnTo>
                  <a:lnTo>
                    <a:pt x="172427" y="57848"/>
                  </a:lnTo>
                  <a:lnTo>
                    <a:pt x="174447" y="60769"/>
                  </a:lnTo>
                  <a:lnTo>
                    <a:pt x="177029" y="67830"/>
                  </a:lnTo>
                  <a:lnTo>
                    <a:pt x="177098" y="68021"/>
                  </a:lnTo>
                  <a:lnTo>
                    <a:pt x="177177" y="68237"/>
                  </a:lnTo>
                  <a:lnTo>
                    <a:pt x="177841" y="72428"/>
                  </a:lnTo>
                  <a:lnTo>
                    <a:pt x="177847" y="82550"/>
                  </a:lnTo>
                  <a:lnTo>
                    <a:pt x="177164" y="86829"/>
                  </a:lnTo>
                  <a:lnTo>
                    <a:pt x="163791" y="102666"/>
                  </a:lnTo>
                  <a:lnTo>
                    <a:pt x="196939" y="102666"/>
                  </a:lnTo>
                  <a:lnTo>
                    <a:pt x="200469" y="95123"/>
                  </a:lnTo>
                  <a:lnTo>
                    <a:pt x="201993" y="87109"/>
                  </a:lnTo>
                  <a:lnTo>
                    <a:pt x="201993" y="67830"/>
                  </a:lnTo>
                  <a:lnTo>
                    <a:pt x="200431" y="59715"/>
                  </a:lnTo>
                  <a:lnTo>
                    <a:pt x="196957" y="52578"/>
                  </a:lnTo>
                  <a:close/>
                </a:path>
                <a:path w="703579" h="152400">
                  <a:moveTo>
                    <a:pt x="173710" y="33782"/>
                  </a:moveTo>
                  <a:lnTo>
                    <a:pt x="162725" y="33782"/>
                  </a:lnTo>
                  <a:lnTo>
                    <a:pt x="158724" y="34594"/>
                  </a:lnTo>
                  <a:lnTo>
                    <a:pt x="143255" y="49199"/>
                  </a:lnTo>
                  <a:lnTo>
                    <a:pt x="195331" y="49199"/>
                  </a:lnTo>
                  <a:lnTo>
                    <a:pt x="173710" y="33782"/>
                  </a:lnTo>
                  <a:close/>
                </a:path>
                <a:path w="703579" h="152400">
                  <a:moveTo>
                    <a:pt x="237388" y="34886"/>
                  </a:moveTo>
                  <a:lnTo>
                    <a:pt x="214096" y="34886"/>
                  </a:lnTo>
                  <a:lnTo>
                    <a:pt x="214096" y="152044"/>
                  </a:lnTo>
                  <a:lnTo>
                    <a:pt x="237718" y="152044"/>
                  </a:lnTo>
                  <a:lnTo>
                    <a:pt x="237718" y="106438"/>
                  </a:lnTo>
                  <a:lnTo>
                    <a:pt x="290361" y="106438"/>
                  </a:lnTo>
                  <a:lnTo>
                    <a:pt x="292126" y="102666"/>
                  </a:lnTo>
                  <a:lnTo>
                    <a:pt x="251332" y="102666"/>
                  </a:lnTo>
                  <a:lnTo>
                    <a:pt x="248094" y="101638"/>
                  </a:lnTo>
                  <a:lnTo>
                    <a:pt x="237223" y="82550"/>
                  </a:lnTo>
                  <a:lnTo>
                    <a:pt x="237223" y="72428"/>
                  </a:lnTo>
                  <a:lnTo>
                    <a:pt x="242624" y="57848"/>
                  </a:lnTo>
                  <a:lnTo>
                    <a:pt x="242747" y="57670"/>
                  </a:lnTo>
                  <a:lnTo>
                    <a:pt x="247994" y="53632"/>
                  </a:lnTo>
                  <a:lnTo>
                    <a:pt x="249140" y="53251"/>
                  </a:lnTo>
                  <a:lnTo>
                    <a:pt x="251294" y="52578"/>
                  </a:lnTo>
                  <a:lnTo>
                    <a:pt x="292144" y="52578"/>
                  </a:lnTo>
                  <a:lnTo>
                    <a:pt x="290517" y="49199"/>
                  </a:lnTo>
                  <a:lnTo>
                    <a:pt x="237388" y="49199"/>
                  </a:lnTo>
                  <a:lnTo>
                    <a:pt x="237388" y="34886"/>
                  </a:lnTo>
                  <a:close/>
                </a:path>
                <a:path w="703579" h="152400">
                  <a:moveTo>
                    <a:pt x="290361" y="106438"/>
                  </a:moveTo>
                  <a:lnTo>
                    <a:pt x="238442" y="106438"/>
                  </a:lnTo>
                  <a:lnTo>
                    <a:pt x="239521" y="108813"/>
                  </a:lnTo>
                  <a:lnTo>
                    <a:pt x="258038" y="121475"/>
                  </a:lnTo>
                  <a:lnTo>
                    <a:pt x="269100" y="121475"/>
                  </a:lnTo>
                  <a:lnTo>
                    <a:pt x="274942" y="119811"/>
                  </a:lnTo>
                  <a:lnTo>
                    <a:pt x="285407" y="113118"/>
                  </a:lnTo>
                  <a:lnTo>
                    <a:pt x="289547" y="108178"/>
                  </a:lnTo>
                  <a:lnTo>
                    <a:pt x="290361" y="106438"/>
                  </a:lnTo>
                  <a:close/>
                </a:path>
                <a:path w="703579" h="152400">
                  <a:moveTo>
                    <a:pt x="292144" y="52578"/>
                  </a:moveTo>
                  <a:lnTo>
                    <a:pt x="259029" y="52578"/>
                  </a:lnTo>
                  <a:lnTo>
                    <a:pt x="262293" y="53632"/>
                  </a:lnTo>
                  <a:lnTo>
                    <a:pt x="267627" y="57848"/>
                  </a:lnTo>
                  <a:lnTo>
                    <a:pt x="269633" y="60769"/>
                  </a:lnTo>
                  <a:lnTo>
                    <a:pt x="272227" y="67830"/>
                  </a:lnTo>
                  <a:lnTo>
                    <a:pt x="272297" y="68021"/>
                  </a:lnTo>
                  <a:lnTo>
                    <a:pt x="272376" y="68237"/>
                  </a:lnTo>
                  <a:lnTo>
                    <a:pt x="273040" y="72428"/>
                  </a:lnTo>
                  <a:lnTo>
                    <a:pt x="273046" y="82550"/>
                  </a:lnTo>
                  <a:lnTo>
                    <a:pt x="272351" y="86829"/>
                  </a:lnTo>
                  <a:lnTo>
                    <a:pt x="258991" y="102666"/>
                  </a:lnTo>
                  <a:lnTo>
                    <a:pt x="292126" y="102666"/>
                  </a:lnTo>
                  <a:lnTo>
                    <a:pt x="295655" y="95123"/>
                  </a:lnTo>
                  <a:lnTo>
                    <a:pt x="297192" y="87109"/>
                  </a:lnTo>
                  <a:lnTo>
                    <a:pt x="297192" y="67830"/>
                  </a:lnTo>
                  <a:lnTo>
                    <a:pt x="295617" y="59715"/>
                  </a:lnTo>
                  <a:lnTo>
                    <a:pt x="292144" y="52578"/>
                  </a:lnTo>
                  <a:close/>
                </a:path>
                <a:path w="703579" h="152400">
                  <a:moveTo>
                    <a:pt x="268897" y="33782"/>
                  </a:moveTo>
                  <a:lnTo>
                    <a:pt x="257911" y="33782"/>
                  </a:lnTo>
                  <a:lnTo>
                    <a:pt x="253923" y="34594"/>
                  </a:lnTo>
                  <a:lnTo>
                    <a:pt x="247522" y="37807"/>
                  </a:lnTo>
                  <a:lnTo>
                    <a:pt x="244932" y="39801"/>
                  </a:lnTo>
                  <a:lnTo>
                    <a:pt x="240982" y="44577"/>
                  </a:lnTo>
                  <a:lnTo>
                    <a:pt x="239590" y="46736"/>
                  </a:lnTo>
                  <a:lnTo>
                    <a:pt x="239483" y="46901"/>
                  </a:lnTo>
                  <a:lnTo>
                    <a:pt x="238442" y="49199"/>
                  </a:lnTo>
                  <a:lnTo>
                    <a:pt x="290517" y="49199"/>
                  </a:lnTo>
                  <a:lnTo>
                    <a:pt x="289410" y="46901"/>
                  </a:lnTo>
                  <a:lnTo>
                    <a:pt x="289331" y="46736"/>
                  </a:lnTo>
                  <a:lnTo>
                    <a:pt x="285127" y="41871"/>
                  </a:lnTo>
                  <a:lnTo>
                    <a:pt x="274624" y="35407"/>
                  </a:lnTo>
                  <a:lnTo>
                    <a:pt x="268897" y="33782"/>
                  </a:lnTo>
                  <a:close/>
                </a:path>
                <a:path w="703579" h="152400">
                  <a:moveTo>
                    <a:pt x="352793" y="33782"/>
                  </a:moveTo>
                  <a:lnTo>
                    <a:pt x="338810" y="33782"/>
                  </a:lnTo>
                  <a:lnTo>
                    <a:pt x="331520" y="35623"/>
                  </a:lnTo>
                  <a:lnTo>
                    <a:pt x="305891" y="68884"/>
                  </a:lnTo>
                  <a:lnTo>
                    <a:pt x="305841" y="86868"/>
                  </a:lnTo>
                  <a:lnTo>
                    <a:pt x="307454" y="94246"/>
                  </a:lnTo>
                  <a:lnTo>
                    <a:pt x="307543" y="94653"/>
                  </a:lnTo>
                  <a:lnTo>
                    <a:pt x="339343" y="121754"/>
                  </a:lnTo>
                  <a:lnTo>
                    <a:pt x="355142" y="121754"/>
                  </a:lnTo>
                  <a:lnTo>
                    <a:pt x="384035" y="104114"/>
                  </a:lnTo>
                  <a:lnTo>
                    <a:pt x="344538" y="104114"/>
                  </a:lnTo>
                  <a:lnTo>
                    <a:pt x="341121" y="103289"/>
                  </a:lnTo>
                  <a:lnTo>
                    <a:pt x="329196" y="87807"/>
                  </a:lnTo>
                  <a:lnTo>
                    <a:pt x="329204" y="83540"/>
                  </a:lnTo>
                  <a:lnTo>
                    <a:pt x="315277" y="83540"/>
                  </a:lnTo>
                  <a:lnTo>
                    <a:pt x="315277" y="68884"/>
                  </a:lnTo>
                  <a:lnTo>
                    <a:pt x="329230" y="68884"/>
                  </a:lnTo>
                  <a:lnTo>
                    <a:pt x="329234" y="66306"/>
                  </a:lnTo>
                  <a:lnTo>
                    <a:pt x="329963" y="63474"/>
                  </a:lnTo>
                  <a:lnTo>
                    <a:pt x="330022" y="63246"/>
                  </a:lnTo>
                  <a:lnTo>
                    <a:pt x="331584" y="60515"/>
                  </a:lnTo>
                  <a:lnTo>
                    <a:pt x="333133" y="57734"/>
                  </a:lnTo>
                  <a:lnTo>
                    <a:pt x="335279" y="55537"/>
                  </a:lnTo>
                  <a:lnTo>
                    <a:pt x="340791" y="52247"/>
                  </a:lnTo>
                  <a:lnTo>
                    <a:pt x="343966" y="51422"/>
                  </a:lnTo>
                  <a:lnTo>
                    <a:pt x="381363" y="51422"/>
                  </a:lnTo>
                  <a:lnTo>
                    <a:pt x="379325" y="48183"/>
                  </a:lnTo>
                  <a:lnTo>
                    <a:pt x="371995" y="40944"/>
                  </a:lnTo>
                  <a:lnTo>
                    <a:pt x="367753" y="38265"/>
                  </a:lnTo>
                  <a:lnTo>
                    <a:pt x="362864" y="36499"/>
                  </a:lnTo>
                  <a:lnTo>
                    <a:pt x="358025" y="34683"/>
                  </a:lnTo>
                  <a:lnTo>
                    <a:pt x="352793" y="33782"/>
                  </a:lnTo>
                  <a:close/>
                </a:path>
                <a:path w="703579" h="152400">
                  <a:moveTo>
                    <a:pt x="364858" y="94246"/>
                  </a:moveTo>
                  <a:lnTo>
                    <a:pt x="351129" y="104114"/>
                  </a:lnTo>
                  <a:lnTo>
                    <a:pt x="384035" y="104114"/>
                  </a:lnTo>
                  <a:lnTo>
                    <a:pt x="385503" y="101155"/>
                  </a:lnTo>
                  <a:lnTo>
                    <a:pt x="385610" y="100939"/>
                  </a:lnTo>
                  <a:lnTo>
                    <a:pt x="386714" y="95681"/>
                  </a:lnTo>
                  <a:lnTo>
                    <a:pt x="364858" y="94246"/>
                  </a:lnTo>
                  <a:close/>
                </a:path>
                <a:path w="703579" h="152400">
                  <a:moveTo>
                    <a:pt x="329230" y="68884"/>
                  </a:moveTo>
                  <a:lnTo>
                    <a:pt x="315277" y="68884"/>
                  </a:lnTo>
                  <a:lnTo>
                    <a:pt x="315277" y="83540"/>
                  </a:lnTo>
                  <a:lnTo>
                    <a:pt x="329204" y="83540"/>
                  </a:lnTo>
                  <a:lnTo>
                    <a:pt x="329230" y="68884"/>
                  </a:lnTo>
                  <a:close/>
                </a:path>
                <a:path w="703579" h="152400">
                  <a:moveTo>
                    <a:pt x="381363" y="51422"/>
                  </a:moveTo>
                  <a:lnTo>
                    <a:pt x="351002" y="51422"/>
                  </a:lnTo>
                  <a:lnTo>
                    <a:pt x="354318" y="52247"/>
                  </a:lnTo>
                  <a:lnTo>
                    <a:pt x="354142" y="52247"/>
                  </a:lnTo>
                  <a:lnTo>
                    <a:pt x="356603" y="53695"/>
                  </a:lnTo>
                  <a:lnTo>
                    <a:pt x="359219" y="55168"/>
                  </a:lnTo>
                  <a:lnTo>
                    <a:pt x="361276" y="57226"/>
                  </a:lnTo>
                  <a:lnTo>
                    <a:pt x="364235" y="62471"/>
                  </a:lnTo>
                  <a:lnTo>
                    <a:pt x="364972" y="65493"/>
                  </a:lnTo>
                  <a:lnTo>
                    <a:pt x="364972" y="68884"/>
                  </a:lnTo>
                  <a:lnTo>
                    <a:pt x="329230" y="68884"/>
                  </a:lnTo>
                  <a:lnTo>
                    <a:pt x="329204" y="83540"/>
                  </a:lnTo>
                  <a:lnTo>
                    <a:pt x="387222" y="83540"/>
                  </a:lnTo>
                  <a:lnTo>
                    <a:pt x="387112" y="69113"/>
                  </a:lnTo>
                  <a:lnTo>
                    <a:pt x="386206" y="63474"/>
                  </a:lnTo>
                  <a:lnTo>
                    <a:pt x="382130" y="52641"/>
                  </a:lnTo>
                  <a:lnTo>
                    <a:pt x="381363" y="51422"/>
                  </a:lnTo>
                  <a:close/>
                </a:path>
                <a:path w="703579" h="152400">
                  <a:moveTo>
                    <a:pt x="421500" y="34886"/>
                  </a:moveTo>
                  <a:lnTo>
                    <a:pt x="398983" y="34886"/>
                  </a:lnTo>
                  <a:lnTo>
                    <a:pt x="398983" y="120091"/>
                  </a:lnTo>
                  <a:lnTo>
                    <a:pt x="422605" y="120091"/>
                  </a:lnTo>
                  <a:lnTo>
                    <a:pt x="422643" y="67170"/>
                  </a:lnTo>
                  <a:lnTo>
                    <a:pt x="423329" y="64046"/>
                  </a:lnTo>
                  <a:lnTo>
                    <a:pt x="426034" y="58826"/>
                  </a:lnTo>
                  <a:lnTo>
                    <a:pt x="427913" y="56832"/>
                  </a:lnTo>
                  <a:lnTo>
                    <a:pt x="432765" y="54102"/>
                  </a:lnTo>
                  <a:lnTo>
                    <a:pt x="435104" y="53530"/>
                  </a:lnTo>
                  <a:lnTo>
                    <a:pt x="476313" y="53530"/>
                  </a:lnTo>
                  <a:lnTo>
                    <a:pt x="474462" y="49923"/>
                  </a:lnTo>
                  <a:lnTo>
                    <a:pt x="421500" y="49923"/>
                  </a:lnTo>
                  <a:lnTo>
                    <a:pt x="421500" y="34886"/>
                  </a:lnTo>
                  <a:close/>
                </a:path>
                <a:path w="703579" h="152400">
                  <a:moveTo>
                    <a:pt x="476313" y="53530"/>
                  </a:moveTo>
                  <a:lnTo>
                    <a:pt x="443772" y="53530"/>
                  </a:lnTo>
                  <a:lnTo>
                    <a:pt x="447205" y="54889"/>
                  </a:lnTo>
                  <a:lnTo>
                    <a:pt x="449897" y="57848"/>
                  </a:lnTo>
                  <a:lnTo>
                    <a:pt x="452602" y="60769"/>
                  </a:lnTo>
                  <a:lnTo>
                    <a:pt x="453936" y="64846"/>
                  </a:lnTo>
                  <a:lnTo>
                    <a:pt x="453897" y="120091"/>
                  </a:lnTo>
                  <a:lnTo>
                    <a:pt x="477532" y="120091"/>
                  </a:lnTo>
                  <a:lnTo>
                    <a:pt x="477448" y="58826"/>
                  </a:lnTo>
                  <a:lnTo>
                    <a:pt x="476435" y="54102"/>
                  </a:lnTo>
                  <a:lnTo>
                    <a:pt x="476313" y="53530"/>
                  </a:lnTo>
                  <a:close/>
                </a:path>
                <a:path w="703579" h="152400">
                  <a:moveTo>
                    <a:pt x="454050" y="33782"/>
                  </a:moveTo>
                  <a:lnTo>
                    <a:pt x="441807" y="33782"/>
                  </a:lnTo>
                  <a:lnTo>
                    <a:pt x="436422" y="35242"/>
                  </a:lnTo>
                  <a:lnTo>
                    <a:pt x="431990" y="38163"/>
                  </a:lnTo>
                  <a:lnTo>
                    <a:pt x="427545" y="41046"/>
                  </a:lnTo>
                  <a:lnTo>
                    <a:pt x="424383" y="44958"/>
                  </a:lnTo>
                  <a:lnTo>
                    <a:pt x="422503" y="49923"/>
                  </a:lnTo>
                  <a:lnTo>
                    <a:pt x="474462" y="49923"/>
                  </a:lnTo>
                  <a:lnTo>
                    <a:pt x="471423" y="43942"/>
                  </a:lnTo>
                  <a:lnTo>
                    <a:pt x="468007" y="40246"/>
                  </a:lnTo>
                  <a:lnTo>
                    <a:pt x="459206" y="35064"/>
                  </a:lnTo>
                  <a:lnTo>
                    <a:pt x="454050" y="33782"/>
                  </a:lnTo>
                  <a:close/>
                </a:path>
                <a:path w="703579" h="152400">
                  <a:moveTo>
                    <a:pt x="528599" y="33782"/>
                  </a:moveTo>
                  <a:lnTo>
                    <a:pt x="517588" y="33782"/>
                  </a:lnTo>
                  <a:lnTo>
                    <a:pt x="511835" y="35407"/>
                  </a:lnTo>
                  <a:lnTo>
                    <a:pt x="501370" y="41871"/>
                  </a:lnTo>
                  <a:lnTo>
                    <a:pt x="497192" y="46736"/>
                  </a:lnTo>
                  <a:lnTo>
                    <a:pt x="490905" y="59715"/>
                  </a:lnTo>
                  <a:lnTo>
                    <a:pt x="489330" y="67830"/>
                  </a:lnTo>
                  <a:lnTo>
                    <a:pt x="489330" y="87109"/>
                  </a:lnTo>
                  <a:lnTo>
                    <a:pt x="490727" y="94513"/>
                  </a:lnTo>
                  <a:lnTo>
                    <a:pt x="490842" y="95123"/>
                  </a:lnTo>
                  <a:lnTo>
                    <a:pt x="517423" y="121475"/>
                  </a:lnTo>
                  <a:lnTo>
                    <a:pt x="528472" y="121475"/>
                  </a:lnTo>
                  <a:lnTo>
                    <a:pt x="532358" y="120726"/>
                  </a:lnTo>
                  <a:lnTo>
                    <a:pt x="535533" y="119202"/>
                  </a:lnTo>
                  <a:lnTo>
                    <a:pt x="538759" y="117690"/>
                  </a:lnTo>
                  <a:lnTo>
                    <a:pt x="541362" y="115785"/>
                  </a:lnTo>
                  <a:lnTo>
                    <a:pt x="545388" y="111163"/>
                  </a:lnTo>
                  <a:lnTo>
                    <a:pt x="546963" y="108813"/>
                  </a:lnTo>
                  <a:lnTo>
                    <a:pt x="548081" y="106438"/>
                  </a:lnTo>
                  <a:lnTo>
                    <a:pt x="572376" y="106438"/>
                  </a:lnTo>
                  <a:lnTo>
                    <a:pt x="572376" y="102666"/>
                  </a:lnTo>
                  <a:lnTo>
                    <a:pt x="527494" y="102666"/>
                  </a:lnTo>
                  <a:lnTo>
                    <a:pt x="524415" y="101676"/>
                  </a:lnTo>
                  <a:lnTo>
                    <a:pt x="513476" y="82550"/>
                  </a:lnTo>
                  <a:lnTo>
                    <a:pt x="513483" y="72428"/>
                  </a:lnTo>
                  <a:lnTo>
                    <a:pt x="527494" y="52578"/>
                  </a:lnTo>
                  <a:lnTo>
                    <a:pt x="572376" y="52578"/>
                  </a:lnTo>
                  <a:lnTo>
                    <a:pt x="572376" y="49199"/>
                  </a:lnTo>
                  <a:lnTo>
                    <a:pt x="548081" y="49199"/>
                  </a:lnTo>
                  <a:lnTo>
                    <a:pt x="547039" y="46901"/>
                  </a:lnTo>
                  <a:lnTo>
                    <a:pt x="545528" y="44577"/>
                  </a:lnTo>
                  <a:lnTo>
                    <a:pt x="543521" y="42202"/>
                  </a:lnTo>
                  <a:lnTo>
                    <a:pt x="541566" y="39801"/>
                  </a:lnTo>
                  <a:lnTo>
                    <a:pt x="538975" y="37807"/>
                  </a:lnTo>
                  <a:lnTo>
                    <a:pt x="535762" y="36220"/>
                  </a:lnTo>
                  <a:lnTo>
                    <a:pt x="532574" y="34594"/>
                  </a:lnTo>
                  <a:lnTo>
                    <a:pt x="528599" y="33782"/>
                  </a:lnTo>
                  <a:close/>
                </a:path>
                <a:path w="703579" h="152400">
                  <a:moveTo>
                    <a:pt x="572376" y="106438"/>
                  </a:moveTo>
                  <a:lnTo>
                    <a:pt x="549071" y="106438"/>
                  </a:lnTo>
                  <a:lnTo>
                    <a:pt x="549071" y="120091"/>
                  </a:lnTo>
                  <a:lnTo>
                    <a:pt x="572376" y="120091"/>
                  </a:lnTo>
                  <a:lnTo>
                    <a:pt x="572376" y="106438"/>
                  </a:lnTo>
                  <a:close/>
                </a:path>
                <a:path w="703579" h="152400">
                  <a:moveTo>
                    <a:pt x="572376" y="52578"/>
                  </a:moveTo>
                  <a:lnTo>
                    <a:pt x="535190" y="52578"/>
                  </a:lnTo>
                  <a:lnTo>
                    <a:pt x="538478" y="53632"/>
                  </a:lnTo>
                  <a:lnTo>
                    <a:pt x="543750" y="57670"/>
                  </a:lnTo>
                  <a:lnTo>
                    <a:pt x="545782" y="60553"/>
                  </a:lnTo>
                  <a:lnTo>
                    <a:pt x="548517" y="67830"/>
                  </a:lnTo>
                  <a:lnTo>
                    <a:pt x="548624" y="68237"/>
                  </a:lnTo>
                  <a:lnTo>
                    <a:pt x="549300" y="72428"/>
                  </a:lnTo>
                  <a:lnTo>
                    <a:pt x="549300" y="82550"/>
                  </a:lnTo>
                  <a:lnTo>
                    <a:pt x="548599" y="86829"/>
                  </a:lnTo>
                  <a:lnTo>
                    <a:pt x="548522" y="87109"/>
                  </a:lnTo>
                  <a:lnTo>
                    <a:pt x="547128" y="90741"/>
                  </a:lnTo>
                  <a:lnTo>
                    <a:pt x="545731" y="94513"/>
                  </a:lnTo>
                  <a:lnTo>
                    <a:pt x="543699" y="97459"/>
                  </a:lnTo>
                  <a:lnTo>
                    <a:pt x="541091" y="99517"/>
                  </a:lnTo>
                  <a:lnTo>
                    <a:pt x="538284" y="101676"/>
                  </a:lnTo>
                  <a:lnTo>
                    <a:pt x="535190" y="102666"/>
                  </a:lnTo>
                  <a:lnTo>
                    <a:pt x="572376" y="102666"/>
                  </a:lnTo>
                  <a:lnTo>
                    <a:pt x="572376" y="52578"/>
                  </a:lnTo>
                  <a:close/>
                </a:path>
                <a:path w="703579" h="152400">
                  <a:moveTo>
                    <a:pt x="572376" y="6489"/>
                  </a:moveTo>
                  <a:lnTo>
                    <a:pt x="548792" y="6489"/>
                  </a:lnTo>
                  <a:lnTo>
                    <a:pt x="548792" y="49199"/>
                  </a:lnTo>
                  <a:lnTo>
                    <a:pt x="572376" y="49199"/>
                  </a:lnTo>
                  <a:lnTo>
                    <a:pt x="572376" y="6489"/>
                  </a:lnTo>
                  <a:close/>
                </a:path>
                <a:path w="703579" h="152400">
                  <a:moveTo>
                    <a:pt x="611771" y="34886"/>
                  </a:moveTo>
                  <a:lnTo>
                    <a:pt x="588136" y="34886"/>
                  </a:lnTo>
                  <a:lnTo>
                    <a:pt x="588136" y="120091"/>
                  </a:lnTo>
                  <a:lnTo>
                    <a:pt x="611771" y="120091"/>
                  </a:lnTo>
                  <a:lnTo>
                    <a:pt x="611771" y="34886"/>
                  </a:lnTo>
                  <a:close/>
                </a:path>
                <a:path w="703579" h="152400">
                  <a:moveTo>
                    <a:pt x="603529" y="0"/>
                  </a:moveTo>
                  <a:lnTo>
                    <a:pt x="596493" y="0"/>
                  </a:lnTo>
                  <a:lnTo>
                    <a:pt x="593483" y="1181"/>
                  </a:lnTo>
                  <a:lnTo>
                    <a:pt x="588492" y="5867"/>
                  </a:lnTo>
                  <a:lnTo>
                    <a:pt x="587247" y="8661"/>
                  </a:lnTo>
                  <a:lnTo>
                    <a:pt x="587247" y="15214"/>
                  </a:lnTo>
                  <a:lnTo>
                    <a:pt x="588492" y="18046"/>
                  </a:lnTo>
                  <a:lnTo>
                    <a:pt x="590969" y="20408"/>
                  </a:lnTo>
                  <a:lnTo>
                    <a:pt x="593483" y="22733"/>
                  </a:lnTo>
                  <a:lnTo>
                    <a:pt x="596493" y="23901"/>
                  </a:lnTo>
                  <a:lnTo>
                    <a:pt x="603529" y="23901"/>
                  </a:lnTo>
                  <a:lnTo>
                    <a:pt x="606526" y="22733"/>
                  </a:lnTo>
                  <a:lnTo>
                    <a:pt x="611517" y="18046"/>
                  </a:lnTo>
                  <a:lnTo>
                    <a:pt x="612774" y="15214"/>
                  </a:lnTo>
                  <a:lnTo>
                    <a:pt x="612774" y="8661"/>
                  </a:lnTo>
                  <a:lnTo>
                    <a:pt x="611517" y="5867"/>
                  </a:lnTo>
                  <a:lnTo>
                    <a:pt x="609003" y="3543"/>
                  </a:lnTo>
                  <a:lnTo>
                    <a:pt x="606526" y="1181"/>
                  </a:lnTo>
                  <a:lnTo>
                    <a:pt x="603529" y="0"/>
                  </a:lnTo>
                  <a:close/>
                </a:path>
                <a:path w="703579" h="152400">
                  <a:moveTo>
                    <a:pt x="646785" y="34886"/>
                  </a:moveTo>
                  <a:lnTo>
                    <a:pt x="622376" y="34886"/>
                  </a:lnTo>
                  <a:lnTo>
                    <a:pt x="646785" y="77482"/>
                  </a:lnTo>
                  <a:lnTo>
                    <a:pt x="621487" y="120091"/>
                  </a:lnTo>
                  <a:lnTo>
                    <a:pt x="645896" y="120091"/>
                  </a:lnTo>
                  <a:lnTo>
                    <a:pt x="662432" y="90639"/>
                  </a:lnTo>
                  <a:lnTo>
                    <a:pt x="685846" y="90639"/>
                  </a:lnTo>
                  <a:lnTo>
                    <a:pt x="678014" y="77482"/>
                  </a:lnTo>
                  <a:lnTo>
                    <a:pt x="685442" y="64668"/>
                  </a:lnTo>
                  <a:lnTo>
                    <a:pt x="662432" y="64668"/>
                  </a:lnTo>
                  <a:lnTo>
                    <a:pt x="646785" y="34886"/>
                  </a:lnTo>
                  <a:close/>
                </a:path>
                <a:path w="703579" h="152400">
                  <a:moveTo>
                    <a:pt x="685846" y="90639"/>
                  </a:moveTo>
                  <a:lnTo>
                    <a:pt x="662432" y="90639"/>
                  </a:lnTo>
                  <a:lnTo>
                    <a:pt x="679234" y="120091"/>
                  </a:lnTo>
                  <a:lnTo>
                    <a:pt x="703376" y="120091"/>
                  </a:lnTo>
                  <a:lnTo>
                    <a:pt x="685846" y="90639"/>
                  </a:lnTo>
                  <a:close/>
                </a:path>
                <a:path w="703579" h="152400">
                  <a:moveTo>
                    <a:pt x="702703" y="34886"/>
                  </a:moveTo>
                  <a:lnTo>
                    <a:pt x="678459" y="34886"/>
                  </a:lnTo>
                  <a:lnTo>
                    <a:pt x="662432" y="64668"/>
                  </a:lnTo>
                  <a:lnTo>
                    <a:pt x="685442" y="64668"/>
                  </a:lnTo>
                  <a:lnTo>
                    <a:pt x="702703" y="348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6" name="object 196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3759200" y="12700"/>
              <a:ext cx="1246628" cy="701237"/>
            </a:xfrm>
            <a:prstGeom prst="rect">
              <a:avLst/>
            </a:prstGeom>
          </p:spPr>
        </p:pic>
        <p:pic>
          <p:nvPicPr>
            <p:cNvPr id="197" name="object 197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3903257" y="114018"/>
              <a:ext cx="901738" cy="312254"/>
            </a:xfrm>
            <a:prstGeom prst="rect">
              <a:avLst/>
            </a:prstGeom>
          </p:spPr>
        </p:pic>
        <p:pic>
          <p:nvPicPr>
            <p:cNvPr id="198" name="object 198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7213600" y="0"/>
              <a:ext cx="1320800" cy="646112"/>
            </a:xfrm>
            <a:prstGeom prst="rect">
              <a:avLst/>
            </a:prstGeom>
          </p:spPr>
        </p:pic>
        <p:pic>
          <p:nvPicPr>
            <p:cNvPr id="199" name="object 199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7348783" y="126999"/>
              <a:ext cx="1036789" cy="29358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52462"/>
            <a:ext cx="85725" cy="7180580"/>
          </a:xfrm>
          <a:custGeom>
            <a:avLst/>
            <a:gdLst/>
            <a:ahLst/>
            <a:cxnLst/>
            <a:rect l="l" t="t" r="r" b="b"/>
            <a:pathLst>
              <a:path w="85725" h="7180580">
                <a:moveTo>
                  <a:pt x="0" y="7180250"/>
                </a:moveTo>
                <a:lnTo>
                  <a:pt x="85725" y="7180250"/>
                </a:lnTo>
                <a:lnTo>
                  <a:pt x="85725" y="0"/>
                </a:lnTo>
                <a:lnTo>
                  <a:pt x="0" y="0"/>
                </a:lnTo>
                <a:lnTo>
                  <a:pt x="0" y="7180250"/>
                </a:lnTo>
                <a:close/>
              </a:path>
            </a:pathLst>
          </a:custGeom>
          <a:solidFill>
            <a:srgbClr val="E13E4E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77800" y="3327400"/>
            <a:ext cx="254635" cy="1371600"/>
            <a:chOff x="177800" y="3327400"/>
            <a:chExt cx="254635" cy="1371600"/>
          </a:xfrm>
        </p:grpSpPr>
        <p:sp>
          <p:nvSpPr>
            <p:cNvPr id="4" name="object 4"/>
            <p:cNvSpPr/>
            <p:nvPr/>
          </p:nvSpPr>
          <p:spPr>
            <a:xfrm>
              <a:off x="177800" y="3327400"/>
              <a:ext cx="254635" cy="1371600"/>
            </a:xfrm>
            <a:custGeom>
              <a:avLst/>
              <a:gdLst/>
              <a:ahLst/>
              <a:cxnLst/>
              <a:rect l="l" t="t" r="r" b="b"/>
              <a:pathLst>
                <a:path w="254634" h="1371600">
                  <a:moveTo>
                    <a:pt x="254596" y="1371600"/>
                  </a:moveTo>
                  <a:lnTo>
                    <a:pt x="0" y="1371600"/>
                  </a:lnTo>
                  <a:lnTo>
                    <a:pt x="0" y="0"/>
                  </a:lnTo>
                  <a:lnTo>
                    <a:pt x="254596" y="0"/>
                  </a:lnTo>
                  <a:lnTo>
                    <a:pt x="254596" y="1371600"/>
                  </a:lnTo>
                  <a:close/>
                </a:path>
              </a:pathLst>
            </a:custGeom>
            <a:solidFill>
              <a:srgbClr val="FD9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3396" y="3408999"/>
              <a:ext cx="133350" cy="1250950"/>
            </a:xfrm>
            <a:custGeom>
              <a:avLst/>
              <a:gdLst/>
              <a:ahLst/>
              <a:cxnLst/>
              <a:rect l="l" t="t" r="r" b="b"/>
              <a:pathLst>
                <a:path w="133350" h="1250950">
                  <a:moveTo>
                    <a:pt x="23050" y="1199400"/>
                  </a:moveTo>
                  <a:lnTo>
                    <a:pt x="23050" y="1220216"/>
                  </a:lnTo>
                  <a:lnTo>
                    <a:pt x="105295" y="1220216"/>
                  </a:lnTo>
                  <a:lnTo>
                    <a:pt x="105295" y="1199400"/>
                  </a:lnTo>
                  <a:lnTo>
                    <a:pt x="23050" y="1199400"/>
                  </a:lnTo>
                  <a:close/>
                </a:path>
                <a:path w="133350" h="1250950">
                  <a:moveTo>
                    <a:pt x="5689" y="1168908"/>
                  </a:moveTo>
                  <a:lnTo>
                    <a:pt x="5689" y="1250708"/>
                  </a:lnTo>
                  <a:lnTo>
                    <a:pt x="23050" y="1250708"/>
                  </a:lnTo>
                  <a:lnTo>
                    <a:pt x="23050" y="1168908"/>
                  </a:lnTo>
                  <a:lnTo>
                    <a:pt x="5689" y="1168908"/>
                  </a:lnTo>
                  <a:close/>
                </a:path>
                <a:path w="133350" h="1250950">
                  <a:moveTo>
                    <a:pt x="5689" y="1141044"/>
                  </a:moveTo>
                  <a:lnTo>
                    <a:pt x="5689" y="1161173"/>
                  </a:lnTo>
                  <a:lnTo>
                    <a:pt x="105295" y="1161173"/>
                  </a:lnTo>
                  <a:lnTo>
                    <a:pt x="105295" y="1140460"/>
                  </a:lnTo>
                  <a:lnTo>
                    <a:pt x="58902" y="1140421"/>
                  </a:lnTo>
                  <a:lnTo>
                    <a:pt x="56159" y="1139799"/>
                  </a:lnTo>
                  <a:lnTo>
                    <a:pt x="51587" y="1137373"/>
                  </a:lnTo>
                  <a:lnTo>
                    <a:pt x="49834" y="1135684"/>
                  </a:lnTo>
                  <a:lnTo>
                    <a:pt x="47434" y="1131379"/>
                  </a:lnTo>
                  <a:lnTo>
                    <a:pt x="46888" y="1129090"/>
                  </a:lnTo>
                  <a:lnTo>
                    <a:pt x="46888" y="1093050"/>
                  </a:lnTo>
                  <a:lnTo>
                    <a:pt x="43776" y="1094663"/>
                  </a:lnTo>
                  <a:lnTo>
                    <a:pt x="43776" y="1141044"/>
                  </a:lnTo>
                  <a:lnTo>
                    <a:pt x="5689" y="1141044"/>
                  </a:lnTo>
                  <a:close/>
                </a:path>
                <a:path w="133350" h="1250950">
                  <a:moveTo>
                    <a:pt x="46888" y="1093050"/>
                  </a:moveTo>
                  <a:lnTo>
                    <a:pt x="46888" y="1121712"/>
                  </a:lnTo>
                  <a:lnTo>
                    <a:pt x="48120" y="1118565"/>
                  </a:lnTo>
                  <a:lnTo>
                    <a:pt x="53238" y="1113866"/>
                  </a:lnTo>
                  <a:lnTo>
                    <a:pt x="56819" y="1112697"/>
                  </a:lnTo>
                  <a:lnTo>
                    <a:pt x="105295" y="1112735"/>
                  </a:lnTo>
                  <a:lnTo>
                    <a:pt x="105295" y="1092009"/>
                  </a:lnTo>
                  <a:lnTo>
                    <a:pt x="51587" y="1092049"/>
                  </a:lnTo>
                  <a:lnTo>
                    <a:pt x="47434" y="1092934"/>
                  </a:lnTo>
                  <a:lnTo>
                    <a:pt x="46888" y="1093050"/>
                  </a:lnTo>
                  <a:close/>
                </a:path>
                <a:path w="133350" h="1250950">
                  <a:moveTo>
                    <a:pt x="29616" y="1112647"/>
                  </a:moveTo>
                  <a:lnTo>
                    <a:pt x="29616" y="1123518"/>
                  </a:lnTo>
                  <a:lnTo>
                    <a:pt x="30886" y="1128229"/>
                  </a:lnTo>
                  <a:lnTo>
                    <a:pt x="35915" y="1135748"/>
                  </a:lnTo>
                  <a:lnTo>
                    <a:pt x="39357" y="1138478"/>
                  </a:lnTo>
                  <a:lnTo>
                    <a:pt x="43776" y="1140167"/>
                  </a:lnTo>
                  <a:lnTo>
                    <a:pt x="43776" y="1094663"/>
                  </a:lnTo>
                  <a:lnTo>
                    <a:pt x="38493" y="1097368"/>
                  </a:lnTo>
                  <a:lnTo>
                    <a:pt x="35267" y="1100378"/>
                  </a:lnTo>
                  <a:lnTo>
                    <a:pt x="30886" y="1107907"/>
                  </a:lnTo>
                  <a:lnTo>
                    <a:pt x="30886" y="1107623"/>
                  </a:lnTo>
                  <a:lnTo>
                    <a:pt x="29616" y="1112647"/>
                  </a:lnTo>
                  <a:close/>
                </a:path>
                <a:path w="133350" h="1250950">
                  <a:moveTo>
                    <a:pt x="29616" y="1042911"/>
                  </a:moveTo>
                  <a:lnTo>
                    <a:pt x="29616" y="1055166"/>
                  </a:lnTo>
                  <a:lnTo>
                    <a:pt x="31242" y="1061554"/>
                  </a:lnTo>
                  <a:lnTo>
                    <a:pt x="76161" y="1084072"/>
                  </a:lnTo>
                  <a:lnTo>
                    <a:pt x="82626" y="1082666"/>
                  </a:lnTo>
                  <a:lnTo>
                    <a:pt x="82994" y="1082586"/>
                  </a:lnTo>
                  <a:lnTo>
                    <a:pt x="94500" y="1076617"/>
                  </a:lnTo>
                  <a:lnTo>
                    <a:pt x="98945" y="1072375"/>
                  </a:lnTo>
                  <a:lnTo>
                    <a:pt x="105194" y="1061313"/>
                  </a:lnTo>
                  <a:lnTo>
                    <a:pt x="106756" y="1054696"/>
                  </a:lnTo>
                  <a:lnTo>
                    <a:pt x="106756" y="1040853"/>
                  </a:lnTo>
                  <a:lnTo>
                    <a:pt x="91287" y="1015514"/>
                  </a:lnTo>
                  <a:lnTo>
                    <a:pt x="91287" y="1050137"/>
                  </a:lnTo>
                  <a:lnTo>
                    <a:pt x="90563" y="1053147"/>
                  </a:lnTo>
                  <a:lnTo>
                    <a:pt x="76987" y="1063599"/>
                  </a:lnTo>
                  <a:lnTo>
                    <a:pt x="73240" y="1063592"/>
                  </a:lnTo>
                  <a:lnTo>
                    <a:pt x="73240" y="1075804"/>
                  </a:lnTo>
                  <a:lnTo>
                    <a:pt x="60401" y="1075804"/>
                  </a:lnTo>
                  <a:lnTo>
                    <a:pt x="60401" y="1063566"/>
                  </a:lnTo>
                  <a:lnTo>
                    <a:pt x="58140" y="1063561"/>
                  </a:lnTo>
                  <a:lnTo>
                    <a:pt x="45085" y="1050645"/>
                  </a:lnTo>
                  <a:lnTo>
                    <a:pt x="45085" y="1017856"/>
                  </a:lnTo>
                  <a:lnTo>
                    <a:pt x="42252" y="1019650"/>
                  </a:lnTo>
                  <a:lnTo>
                    <a:pt x="35915" y="1026071"/>
                  </a:lnTo>
                  <a:lnTo>
                    <a:pt x="33553" y="1029792"/>
                  </a:lnTo>
                  <a:lnTo>
                    <a:pt x="32004" y="1034072"/>
                  </a:lnTo>
                  <a:lnTo>
                    <a:pt x="30416" y="1038326"/>
                  </a:lnTo>
                  <a:lnTo>
                    <a:pt x="29616" y="1042911"/>
                  </a:lnTo>
                  <a:close/>
                </a:path>
                <a:path w="133350" h="1250950">
                  <a:moveTo>
                    <a:pt x="82626" y="1032332"/>
                  </a:moveTo>
                  <a:lnTo>
                    <a:pt x="91287" y="1044371"/>
                  </a:lnTo>
                  <a:lnTo>
                    <a:pt x="91287" y="1015514"/>
                  </a:lnTo>
                  <a:lnTo>
                    <a:pt x="88696" y="1014227"/>
                  </a:lnTo>
                  <a:lnTo>
                    <a:pt x="88506" y="1014133"/>
                  </a:lnTo>
                  <a:lnTo>
                    <a:pt x="83896" y="1013167"/>
                  </a:lnTo>
                  <a:lnTo>
                    <a:pt x="82626" y="1032332"/>
                  </a:lnTo>
                  <a:close/>
                </a:path>
                <a:path w="133350" h="1250950">
                  <a:moveTo>
                    <a:pt x="60401" y="1063566"/>
                  </a:moveTo>
                  <a:lnTo>
                    <a:pt x="60401" y="1075804"/>
                  </a:lnTo>
                  <a:lnTo>
                    <a:pt x="73240" y="1075804"/>
                  </a:lnTo>
                  <a:lnTo>
                    <a:pt x="73240" y="1063592"/>
                  </a:lnTo>
                  <a:lnTo>
                    <a:pt x="60401" y="1063566"/>
                  </a:lnTo>
                  <a:close/>
                </a:path>
                <a:path w="133350" h="1250950">
                  <a:moveTo>
                    <a:pt x="45085" y="1017856"/>
                  </a:moveTo>
                  <a:lnTo>
                    <a:pt x="45085" y="1044486"/>
                  </a:lnTo>
                  <a:lnTo>
                    <a:pt x="45821" y="1041539"/>
                  </a:lnTo>
                  <a:lnTo>
                    <a:pt x="45821" y="1041714"/>
                  </a:lnTo>
                  <a:lnTo>
                    <a:pt x="47078" y="1039571"/>
                  </a:lnTo>
                  <a:lnTo>
                    <a:pt x="48374" y="1037272"/>
                  </a:lnTo>
                  <a:lnTo>
                    <a:pt x="50177" y="1035469"/>
                  </a:lnTo>
                  <a:lnTo>
                    <a:pt x="54775" y="1032878"/>
                  </a:lnTo>
                  <a:lnTo>
                    <a:pt x="57416" y="1032230"/>
                  </a:lnTo>
                  <a:lnTo>
                    <a:pt x="60401" y="1032230"/>
                  </a:lnTo>
                  <a:lnTo>
                    <a:pt x="60401" y="1063566"/>
                  </a:lnTo>
                  <a:lnTo>
                    <a:pt x="73240" y="1063592"/>
                  </a:lnTo>
                  <a:lnTo>
                    <a:pt x="73240" y="1012723"/>
                  </a:lnTo>
                  <a:lnTo>
                    <a:pt x="60604" y="1012820"/>
                  </a:lnTo>
                  <a:lnTo>
                    <a:pt x="55651" y="1013625"/>
                  </a:lnTo>
                  <a:lnTo>
                    <a:pt x="46151" y="1017181"/>
                  </a:lnTo>
                  <a:lnTo>
                    <a:pt x="45085" y="1017856"/>
                  </a:lnTo>
                  <a:close/>
                </a:path>
                <a:path w="133350" h="1250950">
                  <a:moveTo>
                    <a:pt x="5689" y="930998"/>
                  </a:moveTo>
                  <a:lnTo>
                    <a:pt x="5689" y="977823"/>
                  </a:lnTo>
                  <a:lnTo>
                    <a:pt x="105295" y="977823"/>
                  </a:lnTo>
                  <a:lnTo>
                    <a:pt x="105295" y="956767"/>
                  </a:lnTo>
                  <a:lnTo>
                    <a:pt x="69989" y="956767"/>
                  </a:lnTo>
                  <a:lnTo>
                    <a:pt x="69989" y="965365"/>
                  </a:lnTo>
                  <a:lnTo>
                    <a:pt x="53060" y="965365"/>
                  </a:lnTo>
                  <a:lnTo>
                    <a:pt x="53060" y="956767"/>
                  </a:lnTo>
                  <a:lnTo>
                    <a:pt x="22910" y="956767"/>
                  </a:lnTo>
                  <a:lnTo>
                    <a:pt x="22910" y="905984"/>
                  </a:lnTo>
                  <a:lnTo>
                    <a:pt x="16167" y="909840"/>
                  </a:lnTo>
                  <a:lnTo>
                    <a:pt x="12382" y="913917"/>
                  </a:lnTo>
                  <a:lnTo>
                    <a:pt x="7035" y="924585"/>
                  </a:lnTo>
                  <a:lnTo>
                    <a:pt x="5689" y="930998"/>
                  </a:lnTo>
                  <a:close/>
                </a:path>
                <a:path w="133350" h="1250950">
                  <a:moveTo>
                    <a:pt x="60032" y="923991"/>
                  </a:moveTo>
                  <a:lnTo>
                    <a:pt x="60032" y="946712"/>
                  </a:lnTo>
                  <a:lnTo>
                    <a:pt x="105295" y="922528"/>
                  </a:lnTo>
                  <a:lnTo>
                    <a:pt x="105295" y="899274"/>
                  </a:lnTo>
                  <a:lnTo>
                    <a:pt x="69989" y="918554"/>
                  </a:lnTo>
                  <a:lnTo>
                    <a:pt x="69989" y="931405"/>
                  </a:lnTo>
                  <a:lnTo>
                    <a:pt x="68719" y="924890"/>
                  </a:lnTo>
                  <a:lnTo>
                    <a:pt x="66615" y="920397"/>
                  </a:lnTo>
                  <a:lnTo>
                    <a:pt x="60032" y="923991"/>
                  </a:lnTo>
                  <a:close/>
                </a:path>
                <a:path w="133350" h="1250950">
                  <a:moveTo>
                    <a:pt x="53060" y="956767"/>
                  </a:moveTo>
                  <a:lnTo>
                    <a:pt x="53060" y="965365"/>
                  </a:lnTo>
                  <a:lnTo>
                    <a:pt x="69989" y="965365"/>
                  </a:lnTo>
                  <a:lnTo>
                    <a:pt x="69989" y="956767"/>
                  </a:lnTo>
                  <a:lnTo>
                    <a:pt x="53060" y="956767"/>
                  </a:lnTo>
                  <a:close/>
                </a:path>
                <a:path w="133350" h="1250950">
                  <a:moveTo>
                    <a:pt x="22910" y="905984"/>
                  </a:moveTo>
                  <a:lnTo>
                    <a:pt x="22910" y="938504"/>
                  </a:lnTo>
                  <a:lnTo>
                    <a:pt x="23507" y="935151"/>
                  </a:lnTo>
                  <a:lnTo>
                    <a:pt x="24714" y="932497"/>
                  </a:lnTo>
                  <a:lnTo>
                    <a:pt x="25920" y="929746"/>
                  </a:lnTo>
                  <a:lnTo>
                    <a:pt x="27597" y="927811"/>
                  </a:lnTo>
                  <a:lnTo>
                    <a:pt x="29857" y="926515"/>
                  </a:lnTo>
                  <a:lnTo>
                    <a:pt x="32131" y="925182"/>
                  </a:lnTo>
                  <a:lnTo>
                    <a:pt x="34925" y="924521"/>
                  </a:lnTo>
                  <a:lnTo>
                    <a:pt x="41503" y="924521"/>
                  </a:lnTo>
                  <a:lnTo>
                    <a:pt x="44246" y="925182"/>
                  </a:lnTo>
                  <a:lnTo>
                    <a:pt x="46443" y="926515"/>
                  </a:lnTo>
                  <a:lnTo>
                    <a:pt x="48653" y="927811"/>
                  </a:lnTo>
                  <a:lnTo>
                    <a:pt x="50304" y="929779"/>
                  </a:lnTo>
                  <a:lnTo>
                    <a:pt x="52514" y="935101"/>
                  </a:lnTo>
                  <a:lnTo>
                    <a:pt x="53060" y="938441"/>
                  </a:lnTo>
                  <a:lnTo>
                    <a:pt x="53060" y="956767"/>
                  </a:lnTo>
                  <a:lnTo>
                    <a:pt x="69989" y="956767"/>
                  </a:lnTo>
                  <a:lnTo>
                    <a:pt x="69989" y="941392"/>
                  </a:lnTo>
                  <a:lnTo>
                    <a:pt x="60032" y="946712"/>
                  </a:lnTo>
                  <a:lnTo>
                    <a:pt x="60032" y="909955"/>
                  </a:lnTo>
                  <a:lnTo>
                    <a:pt x="50533" y="904252"/>
                  </a:lnTo>
                  <a:lnTo>
                    <a:pt x="44843" y="902830"/>
                  </a:lnTo>
                  <a:lnTo>
                    <a:pt x="31648" y="902830"/>
                  </a:lnTo>
                  <a:lnTo>
                    <a:pt x="25920" y="904240"/>
                  </a:lnTo>
                  <a:lnTo>
                    <a:pt x="22910" y="905984"/>
                  </a:lnTo>
                  <a:close/>
                </a:path>
                <a:path w="133350" h="1250950">
                  <a:moveTo>
                    <a:pt x="66615" y="920397"/>
                  </a:moveTo>
                  <a:lnTo>
                    <a:pt x="68719" y="924890"/>
                  </a:lnTo>
                  <a:lnTo>
                    <a:pt x="69989" y="931405"/>
                  </a:lnTo>
                  <a:lnTo>
                    <a:pt x="69989" y="918554"/>
                  </a:lnTo>
                  <a:lnTo>
                    <a:pt x="66615" y="920397"/>
                  </a:lnTo>
                  <a:close/>
                </a:path>
                <a:path w="133350" h="1250950">
                  <a:moveTo>
                    <a:pt x="60032" y="909955"/>
                  </a:moveTo>
                  <a:lnTo>
                    <a:pt x="60032" y="923991"/>
                  </a:lnTo>
                  <a:lnTo>
                    <a:pt x="66615" y="920397"/>
                  </a:lnTo>
                  <a:lnTo>
                    <a:pt x="63665" y="914095"/>
                  </a:lnTo>
                  <a:lnTo>
                    <a:pt x="60032" y="909955"/>
                  </a:lnTo>
                  <a:close/>
                </a:path>
                <a:path w="133350" h="1250950">
                  <a:moveTo>
                    <a:pt x="29616" y="856742"/>
                  </a:moveTo>
                  <a:lnTo>
                    <a:pt x="29616" y="868997"/>
                  </a:lnTo>
                  <a:lnTo>
                    <a:pt x="31242" y="875385"/>
                  </a:lnTo>
                  <a:lnTo>
                    <a:pt x="76161" y="897902"/>
                  </a:lnTo>
                  <a:lnTo>
                    <a:pt x="82626" y="896484"/>
                  </a:lnTo>
                  <a:lnTo>
                    <a:pt x="106756" y="868527"/>
                  </a:lnTo>
                  <a:lnTo>
                    <a:pt x="106756" y="854684"/>
                  </a:lnTo>
                  <a:lnTo>
                    <a:pt x="91287" y="829345"/>
                  </a:lnTo>
                  <a:lnTo>
                    <a:pt x="91287" y="863968"/>
                  </a:lnTo>
                  <a:lnTo>
                    <a:pt x="90563" y="866965"/>
                  </a:lnTo>
                  <a:lnTo>
                    <a:pt x="76987" y="877430"/>
                  </a:lnTo>
                  <a:lnTo>
                    <a:pt x="73240" y="877422"/>
                  </a:lnTo>
                  <a:lnTo>
                    <a:pt x="73240" y="889635"/>
                  </a:lnTo>
                  <a:lnTo>
                    <a:pt x="60401" y="889635"/>
                  </a:lnTo>
                  <a:lnTo>
                    <a:pt x="60401" y="877396"/>
                  </a:lnTo>
                  <a:lnTo>
                    <a:pt x="58140" y="877392"/>
                  </a:lnTo>
                  <a:lnTo>
                    <a:pt x="55651" y="876743"/>
                  </a:lnTo>
                  <a:lnTo>
                    <a:pt x="55460" y="876693"/>
                  </a:lnTo>
                  <a:lnTo>
                    <a:pt x="50634" y="873975"/>
                  </a:lnTo>
                  <a:lnTo>
                    <a:pt x="48704" y="872096"/>
                  </a:lnTo>
                  <a:lnTo>
                    <a:pt x="45821" y="867257"/>
                  </a:lnTo>
                  <a:lnTo>
                    <a:pt x="45085" y="864476"/>
                  </a:lnTo>
                  <a:lnTo>
                    <a:pt x="45085" y="831687"/>
                  </a:lnTo>
                  <a:lnTo>
                    <a:pt x="42252" y="833481"/>
                  </a:lnTo>
                  <a:lnTo>
                    <a:pt x="35915" y="839901"/>
                  </a:lnTo>
                  <a:lnTo>
                    <a:pt x="33553" y="843622"/>
                  </a:lnTo>
                  <a:lnTo>
                    <a:pt x="32004" y="847902"/>
                  </a:lnTo>
                  <a:lnTo>
                    <a:pt x="30416" y="852157"/>
                  </a:lnTo>
                  <a:lnTo>
                    <a:pt x="29616" y="856742"/>
                  </a:lnTo>
                  <a:close/>
                </a:path>
                <a:path w="133350" h="1250950">
                  <a:moveTo>
                    <a:pt x="82626" y="846150"/>
                  </a:moveTo>
                  <a:lnTo>
                    <a:pt x="91287" y="858202"/>
                  </a:lnTo>
                  <a:lnTo>
                    <a:pt x="91287" y="829345"/>
                  </a:lnTo>
                  <a:lnTo>
                    <a:pt x="88696" y="828058"/>
                  </a:lnTo>
                  <a:lnTo>
                    <a:pt x="88506" y="827963"/>
                  </a:lnTo>
                  <a:lnTo>
                    <a:pt x="83896" y="826985"/>
                  </a:lnTo>
                  <a:lnTo>
                    <a:pt x="82626" y="846150"/>
                  </a:lnTo>
                  <a:close/>
                </a:path>
                <a:path w="133350" h="1250950">
                  <a:moveTo>
                    <a:pt x="60401" y="877396"/>
                  </a:moveTo>
                  <a:lnTo>
                    <a:pt x="60401" y="889635"/>
                  </a:lnTo>
                  <a:lnTo>
                    <a:pt x="73240" y="889635"/>
                  </a:lnTo>
                  <a:lnTo>
                    <a:pt x="73240" y="877422"/>
                  </a:lnTo>
                  <a:lnTo>
                    <a:pt x="60401" y="877396"/>
                  </a:lnTo>
                  <a:close/>
                </a:path>
                <a:path w="133350" h="1250950">
                  <a:moveTo>
                    <a:pt x="45085" y="831687"/>
                  </a:moveTo>
                  <a:lnTo>
                    <a:pt x="45085" y="858316"/>
                  </a:lnTo>
                  <a:lnTo>
                    <a:pt x="45821" y="855370"/>
                  </a:lnTo>
                  <a:lnTo>
                    <a:pt x="45821" y="855545"/>
                  </a:lnTo>
                  <a:lnTo>
                    <a:pt x="47078" y="853401"/>
                  </a:lnTo>
                  <a:lnTo>
                    <a:pt x="48374" y="851103"/>
                  </a:lnTo>
                  <a:lnTo>
                    <a:pt x="50177" y="849299"/>
                  </a:lnTo>
                  <a:lnTo>
                    <a:pt x="54775" y="846709"/>
                  </a:lnTo>
                  <a:lnTo>
                    <a:pt x="57416" y="846061"/>
                  </a:lnTo>
                  <a:lnTo>
                    <a:pt x="60401" y="846061"/>
                  </a:lnTo>
                  <a:lnTo>
                    <a:pt x="60401" y="877396"/>
                  </a:lnTo>
                  <a:lnTo>
                    <a:pt x="73240" y="877422"/>
                  </a:lnTo>
                  <a:lnTo>
                    <a:pt x="73240" y="826554"/>
                  </a:lnTo>
                  <a:lnTo>
                    <a:pt x="60604" y="826649"/>
                  </a:lnTo>
                  <a:lnTo>
                    <a:pt x="55651" y="827443"/>
                  </a:lnTo>
                  <a:lnTo>
                    <a:pt x="46151" y="831011"/>
                  </a:lnTo>
                  <a:lnTo>
                    <a:pt x="45085" y="831687"/>
                  </a:lnTo>
                  <a:close/>
                </a:path>
                <a:path w="133350" h="1250950">
                  <a:moveTo>
                    <a:pt x="5689" y="797661"/>
                  </a:moveTo>
                  <a:lnTo>
                    <a:pt x="5689" y="818388"/>
                  </a:lnTo>
                  <a:lnTo>
                    <a:pt x="105295" y="818388"/>
                  </a:lnTo>
                  <a:lnTo>
                    <a:pt x="105295" y="797661"/>
                  </a:lnTo>
                  <a:lnTo>
                    <a:pt x="5689" y="797661"/>
                  </a:lnTo>
                  <a:close/>
                </a:path>
                <a:path w="133350" h="1250950">
                  <a:moveTo>
                    <a:pt x="30594" y="765695"/>
                  </a:moveTo>
                  <a:lnTo>
                    <a:pt x="30594" y="786422"/>
                  </a:lnTo>
                  <a:lnTo>
                    <a:pt x="105295" y="786422"/>
                  </a:lnTo>
                  <a:lnTo>
                    <a:pt x="105295" y="765695"/>
                  </a:lnTo>
                  <a:lnTo>
                    <a:pt x="30594" y="765695"/>
                  </a:lnTo>
                  <a:close/>
                </a:path>
                <a:path w="133350" h="1250950">
                  <a:moveTo>
                    <a:pt x="0" y="772934"/>
                  </a:moveTo>
                  <a:lnTo>
                    <a:pt x="0" y="779094"/>
                  </a:lnTo>
                  <a:lnTo>
                    <a:pt x="1041" y="781735"/>
                  </a:lnTo>
                  <a:lnTo>
                    <a:pt x="5156" y="786104"/>
                  </a:lnTo>
                  <a:lnTo>
                    <a:pt x="7607" y="787196"/>
                  </a:lnTo>
                  <a:lnTo>
                    <a:pt x="13347" y="787196"/>
                  </a:lnTo>
                  <a:lnTo>
                    <a:pt x="15824" y="786104"/>
                  </a:lnTo>
                  <a:lnTo>
                    <a:pt x="17894" y="783932"/>
                  </a:lnTo>
                  <a:lnTo>
                    <a:pt x="19939" y="781735"/>
                  </a:lnTo>
                  <a:lnTo>
                    <a:pt x="20967" y="779094"/>
                  </a:lnTo>
                  <a:lnTo>
                    <a:pt x="20967" y="772934"/>
                  </a:lnTo>
                  <a:lnTo>
                    <a:pt x="19939" y="770305"/>
                  </a:lnTo>
                  <a:lnTo>
                    <a:pt x="15824" y="765924"/>
                  </a:lnTo>
                  <a:lnTo>
                    <a:pt x="13347" y="764819"/>
                  </a:lnTo>
                  <a:lnTo>
                    <a:pt x="7607" y="764819"/>
                  </a:lnTo>
                  <a:lnTo>
                    <a:pt x="5156" y="765924"/>
                  </a:lnTo>
                  <a:lnTo>
                    <a:pt x="3111" y="768134"/>
                  </a:lnTo>
                  <a:lnTo>
                    <a:pt x="1041" y="770305"/>
                  </a:lnTo>
                  <a:lnTo>
                    <a:pt x="0" y="772934"/>
                  </a:lnTo>
                  <a:close/>
                </a:path>
                <a:path w="133350" h="1250950">
                  <a:moveTo>
                    <a:pt x="44742" y="692976"/>
                  </a:moveTo>
                  <a:lnTo>
                    <a:pt x="44742" y="719353"/>
                  </a:lnTo>
                  <a:lnTo>
                    <a:pt x="45593" y="716635"/>
                  </a:lnTo>
                  <a:lnTo>
                    <a:pt x="48958" y="712774"/>
                  </a:lnTo>
                  <a:lnTo>
                    <a:pt x="51346" y="711796"/>
                  </a:lnTo>
                  <a:lnTo>
                    <a:pt x="56299" y="711796"/>
                  </a:lnTo>
                  <a:lnTo>
                    <a:pt x="61785" y="733590"/>
                  </a:lnTo>
                  <a:lnTo>
                    <a:pt x="62395" y="737120"/>
                  </a:lnTo>
                  <a:lnTo>
                    <a:pt x="80276" y="757948"/>
                  </a:lnTo>
                  <a:lnTo>
                    <a:pt x="89369" y="757945"/>
                  </a:lnTo>
                  <a:lnTo>
                    <a:pt x="106705" y="737920"/>
                  </a:lnTo>
                  <a:lnTo>
                    <a:pt x="106705" y="729449"/>
                  </a:lnTo>
                  <a:lnTo>
                    <a:pt x="94932" y="711314"/>
                  </a:lnTo>
                  <a:lnTo>
                    <a:pt x="94932" y="691083"/>
                  </a:lnTo>
                  <a:lnTo>
                    <a:pt x="92405" y="691083"/>
                  </a:lnTo>
                  <a:lnTo>
                    <a:pt x="92405" y="730389"/>
                  </a:lnTo>
                  <a:lnTo>
                    <a:pt x="91681" y="733018"/>
                  </a:lnTo>
                  <a:lnTo>
                    <a:pt x="90220" y="735101"/>
                  </a:lnTo>
                  <a:lnTo>
                    <a:pt x="88722" y="737133"/>
                  </a:lnTo>
                  <a:lnTo>
                    <a:pt x="86575" y="738162"/>
                  </a:lnTo>
                  <a:lnTo>
                    <a:pt x="81800" y="738162"/>
                  </a:lnTo>
                  <a:lnTo>
                    <a:pt x="73266" y="720864"/>
                  </a:lnTo>
                  <a:lnTo>
                    <a:pt x="72758" y="718070"/>
                  </a:lnTo>
                  <a:lnTo>
                    <a:pt x="70662" y="711657"/>
                  </a:lnTo>
                  <a:lnTo>
                    <a:pt x="70662" y="691083"/>
                  </a:lnTo>
                  <a:lnTo>
                    <a:pt x="50469" y="691083"/>
                  </a:lnTo>
                  <a:lnTo>
                    <a:pt x="46659" y="691946"/>
                  </a:lnTo>
                  <a:lnTo>
                    <a:pt x="44742" y="692976"/>
                  </a:lnTo>
                  <a:close/>
                </a:path>
                <a:path w="133350" h="1250950">
                  <a:moveTo>
                    <a:pt x="94932" y="691083"/>
                  </a:moveTo>
                  <a:lnTo>
                    <a:pt x="94932" y="710730"/>
                  </a:lnTo>
                  <a:lnTo>
                    <a:pt x="105295" y="710730"/>
                  </a:lnTo>
                  <a:lnTo>
                    <a:pt x="105295" y="691083"/>
                  </a:lnTo>
                  <a:lnTo>
                    <a:pt x="94932" y="691083"/>
                  </a:lnTo>
                  <a:close/>
                </a:path>
                <a:path w="133350" h="1250950">
                  <a:moveTo>
                    <a:pt x="91808" y="691083"/>
                  </a:moveTo>
                  <a:lnTo>
                    <a:pt x="91808" y="721474"/>
                  </a:lnTo>
                  <a:lnTo>
                    <a:pt x="92405" y="724166"/>
                  </a:lnTo>
                  <a:lnTo>
                    <a:pt x="92405" y="691083"/>
                  </a:lnTo>
                  <a:lnTo>
                    <a:pt x="91808" y="691083"/>
                  </a:lnTo>
                  <a:close/>
                </a:path>
                <a:path w="133350" h="1250950">
                  <a:moveTo>
                    <a:pt x="70662" y="691083"/>
                  </a:moveTo>
                  <a:lnTo>
                    <a:pt x="70662" y="711657"/>
                  </a:lnTo>
                  <a:lnTo>
                    <a:pt x="81216" y="711657"/>
                  </a:lnTo>
                  <a:lnTo>
                    <a:pt x="83566" y="712317"/>
                  </a:lnTo>
                  <a:lnTo>
                    <a:pt x="87718" y="714971"/>
                  </a:lnTo>
                  <a:lnTo>
                    <a:pt x="89369" y="716813"/>
                  </a:lnTo>
                  <a:lnTo>
                    <a:pt x="90601" y="719137"/>
                  </a:lnTo>
                  <a:lnTo>
                    <a:pt x="91681" y="721228"/>
                  </a:lnTo>
                  <a:lnTo>
                    <a:pt x="91681" y="691083"/>
                  </a:lnTo>
                  <a:lnTo>
                    <a:pt x="70662" y="691083"/>
                  </a:lnTo>
                  <a:close/>
                </a:path>
                <a:path w="133350" h="1250950">
                  <a:moveTo>
                    <a:pt x="29616" y="718642"/>
                  </a:moveTo>
                  <a:lnTo>
                    <a:pt x="29616" y="728751"/>
                  </a:lnTo>
                  <a:lnTo>
                    <a:pt x="30530" y="734009"/>
                  </a:lnTo>
                  <a:lnTo>
                    <a:pt x="50888" y="755135"/>
                  </a:lnTo>
                  <a:lnTo>
                    <a:pt x="51346" y="755234"/>
                  </a:lnTo>
                  <a:lnTo>
                    <a:pt x="51803" y="755332"/>
                  </a:lnTo>
                  <a:lnTo>
                    <a:pt x="53352" y="736168"/>
                  </a:lnTo>
                  <a:lnTo>
                    <a:pt x="50888" y="735457"/>
                  </a:lnTo>
                  <a:lnTo>
                    <a:pt x="48958" y="734078"/>
                  </a:lnTo>
                  <a:lnTo>
                    <a:pt x="45593" y="729623"/>
                  </a:lnTo>
                  <a:lnTo>
                    <a:pt x="44742" y="726617"/>
                  </a:lnTo>
                  <a:lnTo>
                    <a:pt x="44742" y="692976"/>
                  </a:lnTo>
                  <a:lnTo>
                    <a:pt x="40271" y="695375"/>
                  </a:lnTo>
                  <a:lnTo>
                    <a:pt x="37642" y="697725"/>
                  </a:lnTo>
                  <a:lnTo>
                    <a:pt x="33553" y="703656"/>
                  </a:lnTo>
                  <a:lnTo>
                    <a:pt x="32054" y="707047"/>
                  </a:lnTo>
                  <a:lnTo>
                    <a:pt x="30111" y="714667"/>
                  </a:lnTo>
                  <a:lnTo>
                    <a:pt x="29616" y="718642"/>
                  </a:lnTo>
                  <a:close/>
                </a:path>
                <a:path w="133350" h="1250950">
                  <a:moveTo>
                    <a:pt x="93332" y="613091"/>
                  </a:moveTo>
                  <a:lnTo>
                    <a:pt x="93332" y="658622"/>
                  </a:lnTo>
                  <a:lnTo>
                    <a:pt x="95402" y="657682"/>
                  </a:lnTo>
                  <a:lnTo>
                    <a:pt x="106514" y="641438"/>
                  </a:lnTo>
                  <a:lnTo>
                    <a:pt x="106514" y="631736"/>
                  </a:lnTo>
                  <a:lnTo>
                    <a:pt x="105054" y="626618"/>
                  </a:lnTo>
                  <a:lnTo>
                    <a:pt x="99187" y="617435"/>
                  </a:lnTo>
                  <a:lnTo>
                    <a:pt x="94856" y="613803"/>
                  </a:lnTo>
                  <a:lnTo>
                    <a:pt x="93332" y="613091"/>
                  </a:lnTo>
                  <a:close/>
                </a:path>
                <a:path w="133350" h="1250950">
                  <a:moveTo>
                    <a:pt x="5689" y="659244"/>
                  </a:moveTo>
                  <a:lnTo>
                    <a:pt x="5689" y="679970"/>
                  </a:lnTo>
                  <a:lnTo>
                    <a:pt x="105295" y="679970"/>
                  </a:lnTo>
                  <a:lnTo>
                    <a:pt x="105295" y="659536"/>
                  </a:lnTo>
                  <a:lnTo>
                    <a:pt x="93332" y="659536"/>
                  </a:lnTo>
                  <a:lnTo>
                    <a:pt x="93332" y="613091"/>
                  </a:lnTo>
                  <a:lnTo>
                    <a:pt x="90030" y="611548"/>
                  </a:lnTo>
                  <a:lnTo>
                    <a:pt x="90030" y="647319"/>
                  </a:lnTo>
                  <a:lnTo>
                    <a:pt x="89115" y="650151"/>
                  </a:lnTo>
                  <a:lnTo>
                    <a:pt x="85458" y="654824"/>
                  </a:lnTo>
                  <a:lnTo>
                    <a:pt x="82880" y="656602"/>
                  </a:lnTo>
                  <a:lnTo>
                    <a:pt x="76377" y="659023"/>
                  </a:lnTo>
                  <a:lnTo>
                    <a:pt x="72390" y="659688"/>
                  </a:lnTo>
                  <a:lnTo>
                    <a:pt x="63627" y="659688"/>
                  </a:lnTo>
                  <a:lnTo>
                    <a:pt x="50723" y="654943"/>
                  </a:lnTo>
                  <a:lnTo>
                    <a:pt x="50571" y="654837"/>
                  </a:lnTo>
                  <a:lnTo>
                    <a:pt x="48780" y="652538"/>
                  </a:lnTo>
                  <a:lnTo>
                    <a:pt x="47028" y="650235"/>
                  </a:lnTo>
                  <a:lnTo>
                    <a:pt x="46101" y="647357"/>
                  </a:lnTo>
                  <a:lnTo>
                    <a:pt x="46101" y="611527"/>
                  </a:lnTo>
                  <a:lnTo>
                    <a:pt x="43141" y="612961"/>
                  </a:lnTo>
                  <a:lnTo>
                    <a:pt x="43141" y="659244"/>
                  </a:lnTo>
                  <a:lnTo>
                    <a:pt x="5689" y="659244"/>
                  </a:lnTo>
                  <a:close/>
                </a:path>
                <a:path w="133350" h="1250950">
                  <a:moveTo>
                    <a:pt x="46101" y="611527"/>
                  </a:moveTo>
                  <a:lnTo>
                    <a:pt x="46101" y="640575"/>
                  </a:lnTo>
                  <a:lnTo>
                    <a:pt x="47028" y="637705"/>
                  </a:lnTo>
                  <a:lnTo>
                    <a:pt x="50723" y="633031"/>
                  </a:lnTo>
                  <a:lnTo>
                    <a:pt x="53289" y="631266"/>
                  </a:lnTo>
                  <a:lnTo>
                    <a:pt x="59486" y="628996"/>
                  </a:lnTo>
                  <a:lnTo>
                    <a:pt x="59639" y="628940"/>
                  </a:lnTo>
                  <a:lnTo>
                    <a:pt x="59842" y="628865"/>
                  </a:lnTo>
                  <a:lnTo>
                    <a:pt x="63627" y="628269"/>
                  </a:lnTo>
                  <a:lnTo>
                    <a:pt x="72390" y="628285"/>
                  </a:lnTo>
                  <a:lnTo>
                    <a:pt x="90030" y="640600"/>
                  </a:lnTo>
                  <a:lnTo>
                    <a:pt x="90030" y="611548"/>
                  </a:lnTo>
                  <a:lnTo>
                    <a:pt x="83413" y="608457"/>
                  </a:lnTo>
                  <a:lnTo>
                    <a:pt x="76377" y="607110"/>
                  </a:lnTo>
                  <a:lnTo>
                    <a:pt x="59486" y="607110"/>
                  </a:lnTo>
                  <a:lnTo>
                    <a:pt x="52362" y="608495"/>
                  </a:lnTo>
                  <a:lnTo>
                    <a:pt x="46101" y="611527"/>
                  </a:lnTo>
                  <a:close/>
                </a:path>
                <a:path w="133350" h="1250950">
                  <a:moveTo>
                    <a:pt x="29616" y="631913"/>
                  </a:moveTo>
                  <a:lnTo>
                    <a:pt x="29616" y="641553"/>
                  </a:lnTo>
                  <a:lnTo>
                    <a:pt x="30327" y="645045"/>
                  </a:lnTo>
                  <a:lnTo>
                    <a:pt x="33159" y="650659"/>
                  </a:lnTo>
                  <a:lnTo>
                    <a:pt x="34899" y="652932"/>
                  </a:lnTo>
                  <a:lnTo>
                    <a:pt x="39090" y="656399"/>
                  </a:lnTo>
                  <a:lnTo>
                    <a:pt x="40982" y="657610"/>
                  </a:lnTo>
                  <a:lnTo>
                    <a:pt x="41135" y="657707"/>
                  </a:lnTo>
                  <a:lnTo>
                    <a:pt x="43141" y="658622"/>
                  </a:lnTo>
                  <a:lnTo>
                    <a:pt x="43141" y="612961"/>
                  </a:lnTo>
                  <a:lnTo>
                    <a:pt x="41135" y="613933"/>
                  </a:lnTo>
                  <a:lnTo>
                    <a:pt x="40982" y="614006"/>
                  </a:lnTo>
                  <a:lnTo>
                    <a:pt x="36715" y="617677"/>
                  </a:lnTo>
                  <a:lnTo>
                    <a:pt x="31051" y="626897"/>
                  </a:lnTo>
                  <a:lnTo>
                    <a:pt x="29616" y="631913"/>
                  </a:lnTo>
                  <a:close/>
                </a:path>
                <a:path w="133350" h="1250950">
                  <a:moveTo>
                    <a:pt x="30594" y="577926"/>
                  </a:moveTo>
                  <a:lnTo>
                    <a:pt x="30594" y="598639"/>
                  </a:lnTo>
                  <a:lnTo>
                    <a:pt x="105295" y="598639"/>
                  </a:lnTo>
                  <a:lnTo>
                    <a:pt x="105295" y="577926"/>
                  </a:lnTo>
                  <a:lnTo>
                    <a:pt x="30594" y="577926"/>
                  </a:lnTo>
                  <a:close/>
                </a:path>
                <a:path w="133350" h="1250950">
                  <a:moveTo>
                    <a:pt x="0" y="585152"/>
                  </a:moveTo>
                  <a:lnTo>
                    <a:pt x="0" y="591312"/>
                  </a:lnTo>
                  <a:lnTo>
                    <a:pt x="1041" y="593953"/>
                  </a:lnTo>
                  <a:lnTo>
                    <a:pt x="5156" y="598335"/>
                  </a:lnTo>
                  <a:lnTo>
                    <a:pt x="7607" y="599414"/>
                  </a:lnTo>
                  <a:lnTo>
                    <a:pt x="13347" y="599414"/>
                  </a:lnTo>
                  <a:lnTo>
                    <a:pt x="15824" y="598335"/>
                  </a:lnTo>
                  <a:lnTo>
                    <a:pt x="17894" y="596163"/>
                  </a:lnTo>
                  <a:lnTo>
                    <a:pt x="19939" y="593953"/>
                  </a:lnTo>
                  <a:lnTo>
                    <a:pt x="20967" y="591312"/>
                  </a:lnTo>
                  <a:lnTo>
                    <a:pt x="20967" y="585152"/>
                  </a:lnTo>
                  <a:lnTo>
                    <a:pt x="19939" y="582523"/>
                  </a:lnTo>
                  <a:lnTo>
                    <a:pt x="15824" y="578142"/>
                  </a:lnTo>
                  <a:lnTo>
                    <a:pt x="13347" y="577049"/>
                  </a:lnTo>
                  <a:lnTo>
                    <a:pt x="7607" y="577049"/>
                  </a:lnTo>
                  <a:lnTo>
                    <a:pt x="5156" y="578142"/>
                  </a:lnTo>
                  <a:lnTo>
                    <a:pt x="3111" y="580351"/>
                  </a:lnTo>
                  <a:lnTo>
                    <a:pt x="1041" y="582523"/>
                  </a:lnTo>
                  <a:lnTo>
                    <a:pt x="0" y="585152"/>
                  </a:lnTo>
                  <a:close/>
                </a:path>
                <a:path w="133350" h="1250950">
                  <a:moveTo>
                    <a:pt x="5689" y="545960"/>
                  </a:moveTo>
                  <a:lnTo>
                    <a:pt x="5689" y="566674"/>
                  </a:lnTo>
                  <a:lnTo>
                    <a:pt x="105295" y="566674"/>
                  </a:lnTo>
                  <a:lnTo>
                    <a:pt x="105295" y="545960"/>
                  </a:lnTo>
                  <a:lnTo>
                    <a:pt x="5689" y="545960"/>
                  </a:lnTo>
                  <a:close/>
                </a:path>
                <a:path w="133350" h="1250950">
                  <a:moveTo>
                    <a:pt x="30594" y="513994"/>
                  </a:moveTo>
                  <a:lnTo>
                    <a:pt x="30594" y="534708"/>
                  </a:lnTo>
                  <a:lnTo>
                    <a:pt x="105295" y="534708"/>
                  </a:lnTo>
                  <a:lnTo>
                    <a:pt x="105295" y="513994"/>
                  </a:lnTo>
                  <a:lnTo>
                    <a:pt x="30594" y="513994"/>
                  </a:lnTo>
                  <a:close/>
                </a:path>
                <a:path w="133350" h="1250950">
                  <a:moveTo>
                    <a:pt x="0" y="521220"/>
                  </a:moveTo>
                  <a:lnTo>
                    <a:pt x="0" y="527380"/>
                  </a:lnTo>
                  <a:lnTo>
                    <a:pt x="1041" y="530021"/>
                  </a:lnTo>
                  <a:lnTo>
                    <a:pt x="5156" y="534403"/>
                  </a:lnTo>
                  <a:lnTo>
                    <a:pt x="7607" y="535482"/>
                  </a:lnTo>
                  <a:lnTo>
                    <a:pt x="13347" y="535482"/>
                  </a:lnTo>
                  <a:lnTo>
                    <a:pt x="15824" y="534403"/>
                  </a:lnTo>
                  <a:lnTo>
                    <a:pt x="17894" y="532231"/>
                  </a:lnTo>
                  <a:lnTo>
                    <a:pt x="19939" y="530021"/>
                  </a:lnTo>
                  <a:lnTo>
                    <a:pt x="20967" y="527380"/>
                  </a:lnTo>
                  <a:lnTo>
                    <a:pt x="20967" y="521220"/>
                  </a:lnTo>
                  <a:lnTo>
                    <a:pt x="19939" y="518591"/>
                  </a:lnTo>
                  <a:lnTo>
                    <a:pt x="15824" y="514223"/>
                  </a:lnTo>
                  <a:lnTo>
                    <a:pt x="13347" y="513118"/>
                  </a:lnTo>
                  <a:lnTo>
                    <a:pt x="7607" y="513118"/>
                  </a:lnTo>
                  <a:lnTo>
                    <a:pt x="5156" y="514223"/>
                  </a:lnTo>
                  <a:lnTo>
                    <a:pt x="3111" y="516420"/>
                  </a:lnTo>
                  <a:lnTo>
                    <a:pt x="1041" y="518591"/>
                  </a:lnTo>
                  <a:lnTo>
                    <a:pt x="0" y="521220"/>
                  </a:lnTo>
                  <a:close/>
                </a:path>
                <a:path w="133350" h="1250950">
                  <a:moveTo>
                    <a:pt x="12700" y="477062"/>
                  </a:moveTo>
                  <a:lnTo>
                    <a:pt x="12700" y="497776"/>
                  </a:lnTo>
                  <a:lnTo>
                    <a:pt x="89954" y="497814"/>
                  </a:lnTo>
                  <a:lnTo>
                    <a:pt x="94018" y="496798"/>
                  </a:lnTo>
                  <a:lnTo>
                    <a:pt x="100431" y="492645"/>
                  </a:lnTo>
                  <a:lnTo>
                    <a:pt x="102793" y="489737"/>
                  </a:lnTo>
                  <a:lnTo>
                    <a:pt x="105943" y="482007"/>
                  </a:lnTo>
                  <a:lnTo>
                    <a:pt x="105943" y="481595"/>
                  </a:lnTo>
                  <a:lnTo>
                    <a:pt x="106514" y="477875"/>
                  </a:lnTo>
                  <a:lnTo>
                    <a:pt x="106311" y="472884"/>
                  </a:lnTo>
                  <a:lnTo>
                    <a:pt x="106311" y="470919"/>
                  </a:lnTo>
                  <a:lnTo>
                    <a:pt x="105943" y="467906"/>
                  </a:lnTo>
                  <a:lnTo>
                    <a:pt x="105486" y="466026"/>
                  </a:lnTo>
                  <a:lnTo>
                    <a:pt x="105067" y="464146"/>
                  </a:lnTo>
                  <a:lnTo>
                    <a:pt x="104698" y="462686"/>
                  </a:lnTo>
                  <a:lnTo>
                    <a:pt x="104368" y="461645"/>
                  </a:lnTo>
                  <a:lnTo>
                    <a:pt x="89954" y="464696"/>
                  </a:lnTo>
                  <a:lnTo>
                    <a:pt x="89636" y="464763"/>
                  </a:lnTo>
                  <a:lnTo>
                    <a:pt x="89636" y="471449"/>
                  </a:lnTo>
                  <a:lnTo>
                    <a:pt x="89420" y="472681"/>
                  </a:lnTo>
                  <a:lnTo>
                    <a:pt x="88582" y="474789"/>
                  </a:lnTo>
                  <a:lnTo>
                    <a:pt x="87845" y="475602"/>
                  </a:lnTo>
                  <a:lnTo>
                    <a:pt x="85750" y="476770"/>
                  </a:lnTo>
                  <a:lnTo>
                    <a:pt x="84251" y="477062"/>
                  </a:lnTo>
                  <a:lnTo>
                    <a:pt x="12700" y="477062"/>
                  </a:lnTo>
                  <a:close/>
                </a:path>
                <a:path w="133350" h="1250950">
                  <a:moveTo>
                    <a:pt x="89052" y="464887"/>
                  </a:moveTo>
                  <a:lnTo>
                    <a:pt x="89052" y="465429"/>
                  </a:lnTo>
                  <a:lnTo>
                    <a:pt x="89420" y="467292"/>
                  </a:lnTo>
                  <a:lnTo>
                    <a:pt x="89636" y="468554"/>
                  </a:lnTo>
                  <a:lnTo>
                    <a:pt x="89636" y="464763"/>
                  </a:lnTo>
                  <a:lnTo>
                    <a:pt x="89052" y="464887"/>
                  </a:lnTo>
                  <a:close/>
                </a:path>
                <a:path w="133350" h="1250950">
                  <a:moveTo>
                    <a:pt x="30594" y="497785"/>
                  </a:moveTo>
                  <a:lnTo>
                    <a:pt x="30594" y="508000"/>
                  </a:lnTo>
                  <a:lnTo>
                    <a:pt x="46151" y="508000"/>
                  </a:lnTo>
                  <a:lnTo>
                    <a:pt x="46151" y="497792"/>
                  </a:lnTo>
                  <a:lnTo>
                    <a:pt x="30594" y="497785"/>
                  </a:lnTo>
                  <a:close/>
                </a:path>
                <a:path w="133350" h="1250950">
                  <a:moveTo>
                    <a:pt x="30594" y="463003"/>
                  </a:moveTo>
                  <a:lnTo>
                    <a:pt x="30594" y="477062"/>
                  </a:lnTo>
                  <a:lnTo>
                    <a:pt x="46151" y="477062"/>
                  </a:lnTo>
                  <a:lnTo>
                    <a:pt x="46151" y="463003"/>
                  </a:lnTo>
                  <a:lnTo>
                    <a:pt x="30594" y="463003"/>
                  </a:lnTo>
                  <a:close/>
                </a:path>
                <a:path w="133350" h="1250950">
                  <a:moveTo>
                    <a:pt x="115709" y="450430"/>
                  </a:moveTo>
                  <a:lnTo>
                    <a:pt x="130822" y="455000"/>
                  </a:lnTo>
                  <a:lnTo>
                    <a:pt x="131165" y="455104"/>
                  </a:lnTo>
                  <a:lnTo>
                    <a:pt x="131787" y="453618"/>
                  </a:lnTo>
                  <a:lnTo>
                    <a:pt x="132283" y="451739"/>
                  </a:lnTo>
                  <a:lnTo>
                    <a:pt x="133096" y="447167"/>
                  </a:lnTo>
                  <a:lnTo>
                    <a:pt x="133311" y="444703"/>
                  </a:lnTo>
                  <a:lnTo>
                    <a:pt x="133311" y="436943"/>
                  </a:lnTo>
                  <a:lnTo>
                    <a:pt x="132486" y="432574"/>
                  </a:lnTo>
                  <a:lnTo>
                    <a:pt x="130822" y="428942"/>
                  </a:lnTo>
                  <a:lnTo>
                    <a:pt x="129209" y="425310"/>
                  </a:lnTo>
                  <a:lnTo>
                    <a:pt x="126885" y="422313"/>
                  </a:lnTo>
                  <a:lnTo>
                    <a:pt x="123875" y="419938"/>
                  </a:lnTo>
                  <a:lnTo>
                    <a:pt x="120891" y="417537"/>
                  </a:lnTo>
                  <a:lnTo>
                    <a:pt x="117386" y="415645"/>
                  </a:lnTo>
                  <a:lnTo>
                    <a:pt x="116979" y="415503"/>
                  </a:lnTo>
                  <a:lnTo>
                    <a:pt x="116979" y="445138"/>
                  </a:lnTo>
                  <a:lnTo>
                    <a:pt x="116535" y="447527"/>
                  </a:lnTo>
                  <a:lnTo>
                    <a:pt x="116535" y="447712"/>
                  </a:lnTo>
                  <a:lnTo>
                    <a:pt x="115709" y="450430"/>
                  </a:lnTo>
                  <a:close/>
                </a:path>
                <a:path w="133350" h="1250950">
                  <a:moveTo>
                    <a:pt x="30594" y="439013"/>
                  </a:moveTo>
                  <a:lnTo>
                    <a:pt x="30594" y="460794"/>
                  </a:lnTo>
                  <a:lnTo>
                    <a:pt x="107429" y="433997"/>
                  </a:lnTo>
                  <a:lnTo>
                    <a:pt x="112928" y="436118"/>
                  </a:lnTo>
                  <a:lnTo>
                    <a:pt x="114579" y="437299"/>
                  </a:lnTo>
                  <a:lnTo>
                    <a:pt x="116535" y="440194"/>
                  </a:lnTo>
                  <a:lnTo>
                    <a:pt x="116979" y="441896"/>
                  </a:lnTo>
                  <a:lnTo>
                    <a:pt x="116979" y="415503"/>
                  </a:lnTo>
                  <a:lnTo>
                    <a:pt x="85458" y="404451"/>
                  </a:lnTo>
                  <a:lnTo>
                    <a:pt x="85458" y="423545"/>
                  </a:lnTo>
                  <a:lnTo>
                    <a:pt x="30594" y="439013"/>
                  </a:lnTo>
                  <a:close/>
                </a:path>
                <a:path w="133350" h="1250950">
                  <a:moveTo>
                    <a:pt x="30594" y="385216"/>
                  </a:moveTo>
                  <a:lnTo>
                    <a:pt x="30594" y="407149"/>
                  </a:lnTo>
                  <a:lnTo>
                    <a:pt x="85458" y="422757"/>
                  </a:lnTo>
                  <a:lnTo>
                    <a:pt x="85458" y="404451"/>
                  </a:lnTo>
                  <a:lnTo>
                    <a:pt x="30594" y="385216"/>
                  </a:lnTo>
                  <a:close/>
                </a:path>
                <a:path w="133350" h="1250950">
                  <a:moveTo>
                    <a:pt x="74028" y="336054"/>
                  </a:moveTo>
                  <a:lnTo>
                    <a:pt x="74028" y="356438"/>
                  </a:lnTo>
                  <a:lnTo>
                    <a:pt x="77368" y="356361"/>
                  </a:lnTo>
                  <a:lnTo>
                    <a:pt x="106705" y="324358"/>
                  </a:lnTo>
                  <a:lnTo>
                    <a:pt x="106705" y="308203"/>
                  </a:lnTo>
                  <a:lnTo>
                    <a:pt x="105486" y="301282"/>
                  </a:lnTo>
                  <a:lnTo>
                    <a:pt x="100596" y="289775"/>
                  </a:lnTo>
                  <a:lnTo>
                    <a:pt x="97142" y="285369"/>
                  </a:lnTo>
                  <a:lnTo>
                    <a:pt x="89052" y="279802"/>
                  </a:lnTo>
                  <a:lnTo>
                    <a:pt x="89052" y="320192"/>
                  </a:lnTo>
                  <a:lnTo>
                    <a:pt x="88531" y="323292"/>
                  </a:lnTo>
                  <a:lnTo>
                    <a:pt x="74561" y="336020"/>
                  </a:lnTo>
                  <a:lnTo>
                    <a:pt x="74028" y="336054"/>
                  </a:lnTo>
                  <a:close/>
                </a:path>
                <a:path w="133350" h="1250950">
                  <a:moveTo>
                    <a:pt x="4330" y="308673"/>
                  </a:moveTo>
                  <a:lnTo>
                    <a:pt x="4330" y="323329"/>
                  </a:lnTo>
                  <a:lnTo>
                    <a:pt x="5600" y="329819"/>
                  </a:lnTo>
                  <a:lnTo>
                    <a:pt x="28448" y="353847"/>
                  </a:lnTo>
                  <a:lnTo>
                    <a:pt x="42138" y="353727"/>
                  </a:lnTo>
                  <a:lnTo>
                    <a:pt x="47561" y="351491"/>
                  </a:lnTo>
                  <a:lnTo>
                    <a:pt x="47701" y="351434"/>
                  </a:lnTo>
                  <a:lnTo>
                    <a:pt x="56388" y="341706"/>
                  </a:lnTo>
                  <a:lnTo>
                    <a:pt x="59575" y="335076"/>
                  </a:lnTo>
                  <a:lnTo>
                    <a:pt x="64350" y="315823"/>
                  </a:lnTo>
                  <a:lnTo>
                    <a:pt x="65214" y="312191"/>
                  </a:lnTo>
                  <a:lnTo>
                    <a:pt x="66192" y="309130"/>
                  </a:lnTo>
                  <a:lnTo>
                    <a:pt x="68338" y="304101"/>
                  </a:lnTo>
                  <a:lnTo>
                    <a:pt x="69634" y="302196"/>
                  </a:lnTo>
                  <a:lnTo>
                    <a:pt x="72694" y="299563"/>
                  </a:lnTo>
                  <a:lnTo>
                    <a:pt x="74561" y="298907"/>
                  </a:lnTo>
                  <a:lnTo>
                    <a:pt x="79197" y="298907"/>
                  </a:lnTo>
                  <a:lnTo>
                    <a:pt x="81191" y="299587"/>
                  </a:lnTo>
                  <a:lnTo>
                    <a:pt x="85013" y="302552"/>
                  </a:lnTo>
                  <a:lnTo>
                    <a:pt x="86461" y="304609"/>
                  </a:lnTo>
                  <a:lnTo>
                    <a:pt x="88531" y="309892"/>
                  </a:lnTo>
                  <a:lnTo>
                    <a:pt x="89052" y="312991"/>
                  </a:lnTo>
                  <a:lnTo>
                    <a:pt x="89052" y="279802"/>
                  </a:lnTo>
                  <a:lnTo>
                    <a:pt x="88226" y="279234"/>
                  </a:lnTo>
                  <a:lnTo>
                    <a:pt x="82943" y="277685"/>
                  </a:lnTo>
                  <a:lnTo>
                    <a:pt x="72694" y="277685"/>
                  </a:lnTo>
                  <a:lnTo>
                    <a:pt x="47561" y="307517"/>
                  </a:lnTo>
                  <a:lnTo>
                    <a:pt x="45427" y="316458"/>
                  </a:lnTo>
                  <a:lnTo>
                    <a:pt x="34861" y="332282"/>
                  </a:lnTo>
                  <a:lnTo>
                    <a:pt x="30937" y="332219"/>
                  </a:lnTo>
                  <a:lnTo>
                    <a:pt x="23393" y="324916"/>
                  </a:lnTo>
                  <a:lnTo>
                    <a:pt x="22428" y="322554"/>
                  </a:lnTo>
                  <a:lnTo>
                    <a:pt x="21932" y="319659"/>
                  </a:lnTo>
                  <a:lnTo>
                    <a:pt x="21932" y="281554"/>
                  </a:lnTo>
                  <a:lnTo>
                    <a:pt x="14173" y="286854"/>
                  </a:lnTo>
                  <a:lnTo>
                    <a:pt x="10655" y="291172"/>
                  </a:lnTo>
                  <a:lnTo>
                    <a:pt x="5600" y="302221"/>
                  </a:lnTo>
                  <a:lnTo>
                    <a:pt x="4330" y="308673"/>
                  </a:lnTo>
                  <a:close/>
                </a:path>
                <a:path w="133350" h="1250950">
                  <a:moveTo>
                    <a:pt x="21932" y="281554"/>
                  </a:moveTo>
                  <a:lnTo>
                    <a:pt x="21932" y="311162"/>
                  </a:lnTo>
                  <a:lnTo>
                    <a:pt x="23025" y="307149"/>
                  </a:lnTo>
                  <a:lnTo>
                    <a:pt x="27368" y="301256"/>
                  </a:lnTo>
                  <a:lnTo>
                    <a:pt x="30416" y="299580"/>
                  </a:lnTo>
                  <a:lnTo>
                    <a:pt x="34340" y="299199"/>
                  </a:lnTo>
                  <a:lnTo>
                    <a:pt x="34340" y="279006"/>
                  </a:lnTo>
                  <a:lnTo>
                    <a:pt x="28448" y="279107"/>
                  </a:lnTo>
                  <a:lnTo>
                    <a:pt x="23393" y="280633"/>
                  </a:lnTo>
                  <a:lnTo>
                    <a:pt x="23190" y="280695"/>
                  </a:lnTo>
                  <a:lnTo>
                    <a:pt x="21932" y="281554"/>
                  </a:lnTo>
                  <a:close/>
                </a:path>
                <a:path w="133350" h="1250950">
                  <a:moveTo>
                    <a:pt x="29616" y="229057"/>
                  </a:moveTo>
                  <a:lnTo>
                    <a:pt x="29616" y="243128"/>
                  </a:lnTo>
                  <a:lnTo>
                    <a:pt x="31254" y="249643"/>
                  </a:lnTo>
                  <a:lnTo>
                    <a:pt x="37769" y="260604"/>
                  </a:lnTo>
                  <a:lnTo>
                    <a:pt x="42303" y="264833"/>
                  </a:lnTo>
                  <a:lnTo>
                    <a:pt x="53873" y="270764"/>
                  </a:lnTo>
                  <a:lnTo>
                    <a:pt x="60579" y="272237"/>
                  </a:lnTo>
                  <a:lnTo>
                    <a:pt x="75793" y="272237"/>
                  </a:lnTo>
                  <a:lnTo>
                    <a:pt x="106756" y="243128"/>
                  </a:lnTo>
                  <a:lnTo>
                    <a:pt x="106756" y="228828"/>
                  </a:lnTo>
                  <a:lnTo>
                    <a:pt x="105537" y="223075"/>
                  </a:lnTo>
                  <a:lnTo>
                    <a:pt x="100672" y="213347"/>
                  </a:lnTo>
                  <a:lnTo>
                    <a:pt x="97307" y="209537"/>
                  </a:lnTo>
                  <a:lnTo>
                    <a:pt x="90360" y="205085"/>
                  </a:lnTo>
                  <a:lnTo>
                    <a:pt x="90360" y="238442"/>
                  </a:lnTo>
                  <a:lnTo>
                    <a:pt x="89484" y="241236"/>
                  </a:lnTo>
                  <a:lnTo>
                    <a:pt x="72707" y="251180"/>
                  </a:lnTo>
                  <a:lnTo>
                    <a:pt x="63246" y="251180"/>
                  </a:lnTo>
                  <a:lnTo>
                    <a:pt x="45770" y="238442"/>
                  </a:lnTo>
                  <a:lnTo>
                    <a:pt x="45770" y="205074"/>
                  </a:lnTo>
                  <a:lnTo>
                    <a:pt x="38862" y="209677"/>
                  </a:lnTo>
                  <a:lnTo>
                    <a:pt x="35534" y="213550"/>
                  </a:lnTo>
                  <a:lnTo>
                    <a:pt x="30797" y="223342"/>
                  </a:lnTo>
                  <a:lnTo>
                    <a:pt x="29616" y="229057"/>
                  </a:lnTo>
                  <a:close/>
                </a:path>
                <a:path w="133350" h="1250950">
                  <a:moveTo>
                    <a:pt x="77914" y="202107"/>
                  </a:moveTo>
                  <a:lnTo>
                    <a:pt x="77914" y="221653"/>
                  </a:lnTo>
                  <a:lnTo>
                    <a:pt x="80098" y="221980"/>
                  </a:lnTo>
                  <a:lnTo>
                    <a:pt x="80543" y="222046"/>
                  </a:lnTo>
                  <a:lnTo>
                    <a:pt x="90360" y="232867"/>
                  </a:lnTo>
                  <a:lnTo>
                    <a:pt x="90360" y="205085"/>
                  </a:lnTo>
                  <a:lnTo>
                    <a:pt x="88646" y="203987"/>
                  </a:lnTo>
                  <a:lnTo>
                    <a:pt x="83616" y="202437"/>
                  </a:lnTo>
                  <a:lnTo>
                    <a:pt x="82473" y="202371"/>
                  </a:lnTo>
                  <a:lnTo>
                    <a:pt x="80543" y="202260"/>
                  </a:lnTo>
                  <a:lnTo>
                    <a:pt x="80098" y="202234"/>
                  </a:lnTo>
                  <a:lnTo>
                    <a:pt x="77914" y="202107"/>
                  </a:lnTo>
                  <a:close/>
                </a:path>
                <a:path w="133350" h="1250950">
                  <a:moveTo>
                    <a:pt x="45770" y="205074"/>
                  </a:moveTo>
                  <a:lnTo>
                    <a:pt x="45770" y="231432"/>
                  </a:lnTo>
                  <a:lnTo>
                    <a:pt x="46913" y="228371"/>
                  </a:lnTo>
                  <a:lnTo>
                    <a:pt x="49225" y="226034"/>
                  </a:lnTo>
                  <a:lnTo>
                    <a:pt x="51485" y="223672"/>
                  </a:lnTo>
                  <a:lnTo>
                    <a:pt x="54483" y="222211"/>
                  </a:lnTo>
                  <a:lnTo>
                    <a:pt x="58216" y="221653"/>
                  </a:lnTo>
                  <a:lnTo>
                    <a:pt x="58216" y="202107"/>
                  </a:lnTo>
                  <a:lnTo>
                    <a:pt x="54483" y="202296"/>
                  </a:lnTo>
                  <a:lnTo>
                    <a:pt x="52451" y="202399"/>
                  </a:lnTo>
                  <a:lnTo>
                    <a:pt x="47421" y="203974"/>
                  </a:lnTo>
                  <a:lnTo>
                    <a:pt x="45770" y="205074"/>
                  </a:lnTo>
                  <a:close/>
                </a:path>
                <a:path w="133350" h="1250950">
                  <a:moveTo>
                    <a:pt x="29616" y="152882"/>
                  </a:moveTo>
                  <a:lnTo>
                    <a:pt x="29616" y="167995"/>
                  </a:lnTo>
                  <a:lnTo>
                    <a:pt x="31242" y="174523"/>
                  </a:lnTo>
                  <a:lnTo>
                    <a:pt x="76314" y="197110"/>
                  </a:lnTo>
                  <a:lnTo>
                    <a:pt x="82613" y="195719"/>
                  </a:lnTo>
                  <a:lnTo>
                    <a:pt x="94195" y="189750"/>
                  </a:lnTo>
                  <a:lnTo>
                    <a:pt x="98691" y="185521"/>
                  </a:lnTo>
                  <a:lnTo>
                    <a:pt x="105156" y="174523"/>
                  </a:lnTo>
                  <a:lnTo>
                    <a:pt x="106756" y="167995"/>
                  </a:lnTo>
                  <a:lnTo>
                    <a:pt x="106756" y="152882"/>
                  </a:lnTo>
                  <a:lnTo>
                    <a:pt x="105156" y="146367"/>
                  </a:lnTo>
                  <a:lnTo>
                    <a:pt x="98691" y="135382"/>
                  </a:lnTo>
                  <a:lnTo>
                    <a:pt x="94195" y="131127"/>
                  </a:lnTo>
                  <a:lnTo>
                    <a:pt x="90703" y="129327"/>
                  </a:lnTo>
                  <a:lnTo>
                    <a:pt x="90703" y="163817"/>
                  </a:lnTo>
                  <a:lnTo>
                    <a:pt x="89738" y="166725"/>
                  </a:lnTo>
                  <a:lnTo>
                    <a:pt x="72440" y="176149"/>
                  </a:lnTo>
                  <a:lnTo>
                    <a:pt x="63741" y="176149"/>
                  </a:lnTo>
                  <a:lnTo>
                    <a:pt x="60515" y="175662"/>
                  </a:lnTo>
                  <a:lnTo>
                    <a:pt x="59867" y="175564"/>
                  </a:lnTo>
                  <a:lnTo>
                    <a:pt x="45427" y="163817"/>
                  </a:lnTo>
                  <a:lnTo>
                    <a:pt x="45427" y="129463"/>
                  </a:lnTo>
                  <a:lnTo>
                    <a:pt x="42202" y="131127"/>
                  </a:lnTo>
                  <a:lnTo>
                    <a:pt x="37693" y="135382"/>
                  </a:lnTo>
                  <a:lnTo>
                    <a:pt x="31242" y="146367"/>
                  </a:lnTo>
                  <a:lnTo>
                    <a:pt x="29616" y="152882"/>
                  </a:lnTo>
                  <a:close/>
                </a:path>
                <a:path w="133350" h="1250950">
                  <a:moveTo>
                    <a:pt x="45427" y="129463"/>
                  </a:moveTo>
                  <a:lnTo>
                    <a:pt x="45427" y="156908"/>
                  </a:lnTo>
                  <a:lnTo>
                    <a:pt x="46418" y="154038"/>
                  </a:lnTo>
                  <a:lnTo>
                    <a:pt x="50368" y="149428"/>
                  </a:lnTo>
                  <a:lnTo>
                    <a:pt x="53060" y="147701"/>
                  </a:lnTo>
                  <a:lnTo>
                    <a:pt x="56464" y="146532"/>
                  </a:lnTo>
                  <a:lnTo>
                    <a:pt x="59867" y="145326"/>
                  </a:lnTo>
                  <a:lnTo>
                    <a:pt x="63741" y="144729"/>
                  </a:lnTo>
                  <a:lnTo>
                    <a:pt x="72440" y="144729"/>
                  </a:lnTo>
                  <a:lnTo>
                    <a:pt x="75882" y="145259"/>
                  </a:lnTo>
                  <a:lnTo>
                    <a:pt x="76314" y="145326"/>
                  </a:lnTo>
                  <a:lnTo>
                    <a:pt x="79717" y="146532"/>
                  </a:lnTo>
                  <a:lnTo>
                    <a:pt x="83121" y="147701"/>
                  </a:lnTo>
                  <a:lnTo>
                    <a:pt x="85813" y="149428"/>
                  </a:lnTo>
                  <a:lnTo>
                    <a:pt x="89738" y="154038"/>
                  </a:lnTo>
                  <a:lnTo>
                    <a:pt x="90703" y="156908"/>
                  </a:lnTo>
                  <a:lnTo>
                    <a:pt x="90703" y="129327"/>
                  </a:lnTo>
                  <a:lnTo>
                    <a:pt x="82613" y="125158"/>
                  </a:lnTo>
                  <a:lnTo>
                    <a:pt x="76314" y="123767"/>
                  </a:lnTo>
                  <a:lnTo>
                    <a:pt x="60515" y="123672"/>
                  </a:lnTo>
                  <a:lnTo>
                    <a:pt x="53771" y="125158"/>
                  </a:lnTo>
                  <a:lnTo>
                    <a:pt x="45427" y="129463"/>
                  </a:lnTo>
                  <a:close/>
                </a:path>
                <a:path w="133350" h="1250950">
                  <a:moveTo>
                    <a:pt x="29845" y="28877"/>
                  </a:moveTo>
                  <a:lnTo>
                    <a:pt x="29845" y="43341"/>
                  </a:lnTo>
                  <a:lnTo>
                    <a:pt x="31242" y="48831"/>
                  </a:lnTo>
                  <a:lnTo>
                    <a:pt x="76161" y="71348"/>
                  </a:lnTo>
                  <a:lnTo>
                    <a:pt x="82626" y="69942"/>
                  </a:lnTo>
                  <a:lnTo>
                    <a:pt x="82994" y="69862"/>
                  </a:lnTo>
                  <a:lnTo>
                    <a:pt x="94500" y="63893"/>
                  </a:lnTo>
                  <a:lnTo>
                    <a:pt x="98945" y="59651"/>
                  </a:lnTo>
                  <a:lnTo>
                    <a:pt x="105295" y="48408"/>
                  </a:lnTo>
                  <a:lnTo>
                    <a:pt x="105295" y="48159"/>
                  </a:lnTo>
                  <a:lnTo>
                    <a:pt x="106756" y="41973"/>
                  </a:lnTo>
                  <a:lnTo>
                    <a:pt x="106756" y="28130"/>
                  </a:lnTo>
                  <a:lnTo>
                    <a:pt x="105816" y="22707"/>
                  </a:lnTo>
                  <a:lnTo>
                    <a:pt x="102082" y="13427"/>
                  </a:lnTo>
                  <a:lnTo>
                    <a:pt x="99364" y="9410"/>
                  </a:lnTo>
                  <a:lnTo>
                    <a:pt x="92519" y="3416"/>
                  </a:lnTo>
                  <a:lnTo>
                    <a:pt x="91287" y="2804"/>
                  </a:lnTo>
                  <a:lnTo>
                    <a:pt x="91287" y="37426"/>
                  </a:lnTo>
                  <a:lnTo>
                    <a:pt x="90563" y="40424"/>
                  </a:lnTo>
                  <a:lnTo>
                    <a:pt x="87642" y="45478"/>
                  </a:lnTo>
                  <a:lnTo>
                    <a:pt x="85559" y="47447"/>
                  </a:lnTo>
                  <a:lnTo>
                    <a:pt x="80187" y="50203"/>
                  </a:lnTo>
                  <a:lnTo>
                    <a:pt x="76987" y="50876"/>
                  </a:lnTo>
                  <a:lnTo>
                    <a:pt x="73240" y="50871"/>
                  </a:lnTo>
                  <a:lnTo>
                    <a:pt x="73240" y="63080"/>
                  </a:lnTo>
                  <a:lnTo>
                    <a:pt x="60401" y="63080"/>
                  </a:lnTo>
                  <a:lnTo>
                    <a:pt x="60401" y="50853"/>
                  </a:lnTo>
                  <a:lnTo>
                    <a:pt x="58140" y="50850"/>
                  </a:lnTo>
                  <a:lnTo>
                    <a:pt x="55651" y="50201"/>
                  </a:lnTo>
                  <a:lnTo>
                    <a:pt x="55460" y="50152"/>
                  </a:lnTo>
                  <a:lnTo>
                    <a:pt x="50812" y="47522"/>
                  </a:lnTo>
                  <a:lnTo>
                    <a:pt x="50634" y="47421"/>
                  </a:lnTo>
                  <a:lnTo>
                    <a:pt x="48704" y="45542"/>
                  </a:lnTo>
                  <a:lnTo>
                    <a:pt x="45821" y="40716"/>
                  </a:lnTo>
                  <a:lnTo>
                    <a:pt x="45085" y="37922"/>
                  </a:lnTo>
                  <a:lnTo>
                    <a:pt x="45085" y="5142"/>
                  </a:lnTo>
                  <a:lnTo>
                    <a:pt x="42252" y="6927"/>
                  </a:lnTo>
                  <a:lnTo>
                    <a:pt x="35915" y="13347"/>
                  </a:lnTo>
                  <a:lnTo>
                    <a:pt x="33553" y="17081"/>
                  </a:lnTo>
                  <a:lnTo>
                    <a:pt x="32004" y="21361"/>
                  </a:lnTo>
                  <a:lnTo>
                    <a:pt x="30416" y="25603"/>
                  </a:lnTo>
                  <a:lnTo>
                    <a:pt x="29845" y="28877"/>
                  </a:lnTo>
                  <a:close/>
                </a:path>
                <a:path w="133350" h="1250950">
                  <a:moveTo>
                    <a:pt x="30721" y="95465"/>
                  </a:moveTo>
                  <a:lnTo>
                    <a:pt x="30721" y="115544"/>
                  </a:lnTo>
                  <a:lnTo>
                    <a:pt x="105295" y="115544"/>
                  </a:lnTo>
                  <a:lnTo>
                    <a:pt x="105295" y="94830"/>
                  </a:lnTo>
                  <a:lnTo>
                    <a:pt x="59982" y="94830"/>
                  </a:lnTo>
                  <a:lnTo>
                    <a:pt x="57416" y="94177"/>
                  </a:lnTo>
                  <a:lnTo>
                    <a:pt x="47625" y="82447"/>
                  </a:lnTo>
                  <a:lnTo>
                    <a:pt x="47625" y="70218"/>
                  </a:lnTo>
                  <a:lnTo>
                    <a:pt x="43624" y="70218"/>
                  </a:lnTo>
                  <a:lnTo>
                    <a:pt x="43624" y="95465"/>
                  </a:lnTo>
                  <a:lnTo>
                    <a:pt x="30721" y="95465"/>
                  </a:lnTo>
                  <a:close/>
                </a:path>
                <a:path w="133350" h="1250950">
                  <a:moveTo>
                    <a:pt x="82626" y="19608"/>
                  </a:moveTo>
                  <a:lnTo>
                    <a:pt x="91287" y="31648"/>
                  </a:lnTo>
                  <a:lnTo>
                    <a:pt x="91287" y="2804"/>
                  </a:lnTo>
                  <a:lnTo>
                    <a:pt x="88696" y="1517"/>
                  </a:lnTo>
                  <a:lnTo>
                    <a:pt x="88506" y="1422"/>
                  </a:lnTo>
                  <a:lnTo>
                    <a:pt x="83896" y="444"/>
                  </a:lnTo>
                  <a:lnTo>
                    <a:pt x="82626" y="19608"/>
                  </a:lnTo>
                  <a:close/>
                </a:path>
                <a:path w="133350" h="1250950">
                  <a:moveTo>
                    <a:pt x="60401" y="50853"/>
                  </a:moveTo>
                  <a:lnTo>
                    <a:pt x="60401" y="63080"/>
                  </a:lnTo>
                  <a:lnTo>
                    <a:pt x="73240" y="63080"/>
                  </a:lnTo>
                  <a:lnTo>
                    <a:pt x="73240" y="50871"/>
                  </a:lnTo>
                  <a:lnTo>
                    <a:pt x="60401" y="50853"/>
                  </a:lnTo>
                  <a:close/>
                </a:path>
                <a:path w="133350" h="1250950">
                  <a:moveTo>
                    <a:pt x="45085" y="5142"/>
                  </a:moveTo>
                  <a:lnTo>
                    <a:pt x="45085" y="31762"/>
                  </a:lnTo>
                  <a:lnTo>
                    <a:pt x="45821" y="28816"/>
                  </a:lnTo>
                  <a:lnTo>
                    <a:pt x="45821" y="28991"/>
                  </a:lnTo>
                  <a:lnTo>
                    <a:pt x="47078" y="26847"/>
                  </a:lnTo>
                  <a:lnTo>
                    <a:pt x="48374" y="24549"/>
                  </a:lnTo>
                  <a:lnTo>
                    <a:pt x="50177" y="22745"/>
                  </a:lnTo>
                  <a:lnTo>
                    <a:pt x="54775" y="20154"/>
                  </a:lnTo>
                  <a:lnTo>
                    <a:pt x="57289" y="19538"/>
                  </a:lnTo>
                  <a:lnTo>
                    <a:pt x="60401" y="19507"/>
                  </a:lnTo>
                  <a:lnTo>
                    <a:pt x="60401" y="50853"/>
                  </a:lnTo>
                  <a:lnTo>
                    <a:pt x="73240" y="50871"/>
                  </a:lnTo>
                  <a:lnTo>
                    <a:pt x="73240" y="0"/>
                  </a:lnTo>
                  <a:lnTo>
                    <a:pt x="60604" y="96"/>
                  </a:lnTo>
                  <a:lnTo>
                    <a:pt x="55651" y="901"/>
                  </a:lnTo>
                  <a:lnTo>
                    <a:pt x="46151" y="4470"/>
                  </a:lnTo>
                  <a:lnTo>
                    <a:pt x="45085" y="5142"/>
                  </a:lnTo>
                  <a:close/>
                </a:path>
                <a:path w="133350" h="1250950">
                  <a:moveTo>
                    <a:pt x="47625" y="70218"/>
                  </a:moveTo>
                  <a:lnTo>
                    <a:pt x="47625" y="75971"/>
                  </a:lnTo>
                  <a:lnTo>
                    <a:pt x="48183" y="71780"/>
                  </a:lnTo>
                  <a:lnTo>
                    <a:pt x="48183" y="72029"/>
                  </a:lnTo>
                  <a:lnTo>
                    <a:pt x="48374" y="71111"/>
                  </a:lnTo>
                  <a:lnTo>
                    <a:pt x="48704" y="70005"/>
                  </a:lnTo>
                  <a:lnTo>
                    <a:pt x="48704" y="70218"/>
                  </a:lnTo>
                  <a:lnTo>
                    <a:pt x="47625" y="70218"/>
                  </a:lnTo>
                  <a:close/>
                </a:path>
                <a:path w="133350" h="1250950">
                  <a:moveTo>
                    <a:pt x="29845" y="72186"/>
                  </a:moveTo>
                  <a:lnTo>
                    <a:pt x="29845" y="81907"/>
                  </a:lnTo>
                  <a:lnTo>
                    <a:pt x="30721" y="84620"/>
                  </a:lnTo>
                  <a:lnTo>
                    <a:pt x="35483" y="91033"/>
                  </a:lnTo>
                  <a:lnTo>
                    <a:pt x="38989" y="93319"/>
                  </a:lnTo>
                  <a:lnTo>
                    <a:pt x="43624" y="94691"/>
                  </a:lnTo>
                  <a:lnTo>
                    <a:pt x="43624" y="70218"/>
                  </a:lnTo>
                  <a:lnTo>
                    <a:pt x="30251" y="70218"/>
                  </a:lnTo>
                  <a:lnTo>
                    <a:pt x="30022" y="71132"/>
                  </a:lnTo>
                  <a:lnTo>
                    <a:pt x="29845" y="721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77800" y="1765299"/>
            <a:ext cx="254635" cy="1447800"/>
            <a:chOff x="177800" y="1765299"/>
            <a:chExt cx="254635" cy="1447800"/>
          </a:xfrm>
        </p:grpSpPr>
        <p:sp>
          <p:nvSpPr>
            <p:cNvPr id="7" name="object 7"/>
            <p:cNvSpPr/>
            <p:nvPr/>
          </p:nvSpPr>
          <p:spPr>
            <a:xfrm>
              <a:off x="177800" y="1765299"/>
              <a:ext cx="254635" cy="1447800"/>
            </a:xfrm>
            <a:custGeom>
              <a:avLst/>
              <a:gdLst/>
              <a:ahLst/>
              <a:cxnLst/>
              <a:rect l="l" t="t" r="r" b="b"/>
              <a:pathLst>
                <a:path w="254634" h="1447800">
                  <a:moveTo>
                    <a:pt x="254596" y="1447800"/>
                  </a:moveTo>
                  <a:lnTo>
                    <a:pt x="0" y="1447800"/>
                  </a:lnTo>
                  <a:lnTo>
                    <a:pt x="0" y="0"/>
                  </a:lnTo>
                  <a:lnTo>
                    <a:pt x="254596" y="0"/>
                  </a:lnTo>
                  <a:lnTo>
                    <a:pt x="254596" y="1447800"/>
                  </a:lnTo>
                  <a:close/>
                </a:path>
              </a:pathLst>
            </a:custGeom>
            <a:solidFill>
              <a:srgbClr val="FD9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3004" y="1863397"/>
              <a:ext cx="133350" cy="1223010"/>
            </a:xfrm>
            <a:custGeom>
              <a:avLst/>
              <a:gdLst/>
              <a:ahLst/>
              <a:cxnLst/>
              <a:rect l="l" t="t" r="r" b="b"/>
              <a:pathLst>
                <a:path w="133350" h="1223010">
                  <a:moveTo>
                    <a:pt x="23050" y="1171092"/>
                  </a:moveTo>
                  <a:lnTo>
                    <a:pt x="23050" y="1191907"/>
                  </a:lnTo>
                  <a:lnTo>
                    <a:pt x="105295" y="1191907"/>
                  </a:lnTo>
                  <a:lnTo>
                    <a:pt x="105295" y="1171092"/>
                  </a:lnTo>
                  <a:lnTo>
                    <a:pt x="23050" y="1171092"/>
                  </a:lnTo>
                  <a:close/>
                </a:path>
                <a:path w="133350" h="1223010">
                  <a:moveTo>
                    <a:pt x="5689" y="1140599"/>
                  </a:moveTo>
                  <a:lnTo>
                    <a:pt x="5689" y="1222400"/>
                  </a:lnTo>
                  <a:lnTo>
                    <a:pt x="23050" y="1222400"/>
                  </a:lnTo>
                  <a:lnTo>
                    <a:pt x="23050" y="1140599"/>
                  </a:lnTo>
                  <a:lnTo>
                    <a:pt x="5689" y="1140599"/>
                  </a:lnTo>
                  <a:close/>
                </a:path>
                <a:path w="133350" h="1223010">
                  <a:moveTo>
                    <a:pt x="5689" y="1112735"/>
                  </a:moveTo>
                  <a:lnTo>
                    <a:pt x="5689" y="1132865"/>
                  </a:lnTo>
                  <a:lnTo>
                    <a:pt x="105295" y="1132865"/>
                  </a:lnTo>
                  <a:lnTo>
                    <a:pt x="105295" y="1112151"/>
                  </a:lnTo>
                  <a:lnTo>
                    <a:pt x="58902" y="1112113"/>
                  </a:lnTo>
                  <a:lnTo>
                    <a:pt x="56159" y="1111491"/>
                  </a:lnTo>
                  <a:lnTo>
                    <a:pt x="51587" y="1109065"/>
                  </a:lnTo>
                  <a:lnTo>
                    <a:pt x="49834" y="1107376"/>
                  </a:lnTo>
                  <a:lnTo>
                    <a:pt x="47434" y="1103071"/>
                  </a:lnTo>
                  <a:lnTo>
                    <a:pt x="46888" y="1100782"/>
                  </a:lnTo>
                  <a:lnTo>
                    <a:pt x="46888" y="1064742"/>
                  </a:lnTo>
                  <a:lnTo>
                    <a:pt x="43776" y="1066354"/>
                  </a:lnTo>
                  <a:lnTo>
                    <a:pt x="43776" y="1112735"/>
                  </a:lnTo>
                  <a:lnTo>
                    <a:pt x="5689" y="1112735"/>
                  </a:lnTo>
                  <a:close/>
                </a:path>
                <a:path w="133350" h="1223010">
                  <a:moveTo>
                    <a:pt x="46888" y="1064742"/>
                  </a:moveTo>
                  <a:lnTo>
                    <a:pt x="46888" y="1093403"/>
                  </a:lnTo>
                  <a:lnTo>
                    <a:pt x="48120" y="1090256"/>
                  </a:lnTo>
                  <a:lnTo>
                    <a:pt x="53238" y="1085557"/>
                  </a:lnTo>
                  <a:lnTo>
                    <a:pt x="56819" y="1084389"/>
                  </a:lnTo>
                  <a:lnTo>
                    <a:pt x="105295" y="1084427"/>
                  </a:lnTo>
                  <a:lnTo>
                    <a:pt x="105295" y="1063701"/>
                  </a:lnTo>
                  <a:lnTo>
                    <a:pt x="51587" y="1063740"/>
                  </a:lnTo>
                  <a:lnTo>
                    <a:pt x="47434" y="1064626"/>
                  </a:lnTo>
                  <a:lnTo>
                    <a:pt x="46888" y="1064742"/>
                  </a:lnTo>
                  <a:close/>
                </a:path>
                <a:path w="133350" h="1223010">
                  <a:moveTo>
                    <a:pt x="29616" y="1084338"/>
                  </a:moveTo>
                  <a:lnTo>
                    <a:pt x="29616" y="1095209"/>
                  </a:lnTo>
                  <a:lnTo>
                    <a:pt x="30886" y="1099921"/>
                  </a:lnTo>
                  <a:lnTo>
                    <a:pt x="35915" y="1107439"/>
                  </a:lnTo>
                  <a:lnTo>
                    <a:pt x="39357" y="1110170"/>
                  </a:lnTo>
                  <a:lnTo>
                    <a:pt x="43776" y="1111859"/>
                  </a:lnTo>
                  <a:lnTo>
                    <a:pt x="43776" y="1066354"/>
                  </a:lnTo>
                  <a:lnTo>
                    <a:pt x="38493" y="1069060"/>
                  </a:lnTo>
                  <a:lnTo>
                    <a:pt x="35267" y="1072070"/>
                  </a:lnTo>
                  <a:lnTo>
                    <a:pt x="30886" y="1079599"/>
                  </a:lnTo>
                  <a:lnTo>
                    <a:pt x="30886" y="1079315"/>
                  </a:lnTo>
                  <a:lnTo>
                    <a:pt x="29616" y="1084338"/>
                  </a:lnTo>
                  <a:close/>
                </a:path>
                <a:path w="133350" h="1223010">
                  <a:moveTo>
                    <a:pt x="29616" y="1014602"/>
                  </a:moveTo>
                  <a:lnTo>
                    <a:pt x="29616" y="1026858"/>
                  </a:lnTo>
                  <a:lnTo>
                    <a:pt x="31242" y="1033246"/>
                  </a:lnTo>
                  <a:lnTo>
                    <a:pt x="76161" y="1055763"/>
                  </a:lnTo>
                  <a:lnTo>
                    <a:pt x="82626" y="1054357"/>
                  </a:lnTo>
                  <a:lnTo>
                    <a:pt x="82994" y="1054277"/>
                  </a:lnTo>
                  <a:lnTo>
                    <a:pt x="94500" y="1048308"/>
                  </a:lnTo>
                  <a:lnTo>
                    <a:pt x="98945" y="1044066"/>
                  </a:lnTo>
                  <a:lnTo>
                    <a:pt x="105194" y="1033005"/>
                  </a:lnTo>
                  <a:lnTo>
                    <a:pt x="106756" y="1026388"/>
                  </a:lnTo>
                  <a:lnTo>
                    <a:pt x="106756" y="1012545"/>
                  </a:lnTo>
                  <a:lnTo>
                    <a:pt x="91287" y="987206"/>
                  </a:lnTo>
                  <a:lnTo>
                    <a:pt x="91287" y="1021829"/>
                  </a:lnTo>
                  <a:lnTo>
                    <a:pt x="90563" y="1024839"/>
                  </a:lnTo>
                  <a:lnTo>
                    <a:pt x="76987" y="1035291"/>
                  </a:lnTo>
                  <a:lnTo>
                    <a:pt x="73240" y="1035283"/>
                  </a:lnTo>
                  <a:lnTo>
                    <a:pt x="73240" y="1047495"/>
                  </a:lnTo>
                  <a:lnTo>
                    <a:pt x="60401" y="1047495"/>
                  </a:lnTo>
                  <a:lnTo>
                    <a:pt x="60401" y="1035257"/>
                  </a:lnTo>
                  <a:lnTo>
                    <a:pt x="58140" y="1035253"/>
                  </a:lnTo>
                  <a:lnTo>
                    <a:pt x="45085" y="1022337"/>
                  </a:lnTo>
                  <a:lnTo>
                    <a:pt x="45085" y="989548"/>
                  </a:lnTo>
                  <a:lnTo>
                    <a:pt x="42252" y="991342"/>
                  </a:lnTo>
                  <a:lnTo>
                    <a:pt x="35915" y="997762"/>
                  </a:lnTo>
                  <a:lnTo>
                    <a:pt x="33553" y="1001483"/>
                  </a:lnTo>
                  <a:lnTo>
                    <a:pt x="32004" y="1005763"/>
                  </a:lnTo>
                  <a:lnTo>
                    <a:pt x="30416" y="1010018"/>
                  </a:lnTo>
                  <a:lnTo>
                    <a:pt x="29616" y="1014602"/>
                  </a:lnTo>
                  <a:close/>
                </a:path>
                <a:path w="133350" h="1223010">
                  <a:moveTo>
                    <a:pt x="82626" y="1004023"/>
                  </a:moveTo>
                  <a:lnTo>
                    <a:pt x="91287" y="1016063"/>
                  </a:lnTo>
                  <a:lnTo>
                    <a:pt x="91287" y="987206"/>
                  </a:lnTo>
                  <a:lnTo>
                    <a:pt x="88696" y="985919"/>
                  </a:lnTo>
                  <a:lnTo>
                    <a:pt x="88506" y="985824"/>
                  </a:lnTo>
                  <a:lnTo>
                    <a:pt x="83896" y="984859"/>
                  </a:lnTo>
                  <a:lnTo>
                    <a:pt x="82626" y="1004023"/>
                  </a:lnTo>
                  <a:close/>
                </a:path>
                <a:path w="133350" h="1223010">
                  <a:moveTo>
                    <a:pt x="60401" y="1035257"/>
                  </a:moveTo>
                  <a:lnTo>
                    <a:pt x="60401" y="1047495"/>
                  </a:lnTo>
                  <a:lnTo>
                    <a:pt x="73240" y="1047495"/>
                  </a:lnTo>
                  <a:lnTo>
                    <a:pt x="73240" y="1035283"/>
                  </a:lnTo>
                  <a:lnTo>
                    <a:pt x="60401" y="1035257"/>
                  </a:lnTo>
                  <a:close/>
                </a:path>
                <a:path w="133350" h="1223010">
                  <a:moveTo>
                    <a:pt x="45085" y="989548"/>
                  </a:moveTo>
                  <a:lnTo>
                    <a:pt x="45085" y="1016177"/>
                  </a:lnTo>
                  <a:lnTo>
                    <a:pt x="45821" y="1013231"/>
                  </a:lnTo>
                  <a:lnTo>
                    <a:pt x="45821" y="1013406"/>
                  </a:lnTo>
                  <a:lnTo>
                    <a:pt x="47078" y="1011262"/>
                  </a:lnTo>
                  <a:lnTo>
                    <a:pt x="48374" y="1008964"/>
                  </a:lnTo>
                  <a:lnTo>
                    <a:pt x="50177" y="1007160"/>
                  </a:lnTo>
                  <a:lnTo>
                    <a:pt x="54775" y="1004569"/>
                  </a:lnTo>
                  <a:lnTo>
                    <a:pt x="57416" y="1003922"/>
                  </a:lnTo>
                  <a:lnTo>
                    <a:pt x="60401" y="1003922"/>
                  </a:lnTo>
                  <a:lnTo>
                    <a:pt x="60401" y="1035257"/>
                  </a:lnTo>
                  <a:lnTo>
                    <a:pt x="73240" y="1035283"/>
                  </a:lnTo>
                  <a:lnTo>
                    <a:pt x="73240" y="984415"/>
                  </a:lnTo>
                  <a:lnTo>
                    <a:pt x="60604" y="984512"/>
                  </a:lnTo>
                  <a:lnTo>
                    <a:pt x="55651" y="985316"/>
                  </a:lnTo>
                  <a:lnTo>
                    <a:pt x="46151" y="988872"/>
                  </a:lnTo>
                  <a:lnTo>
                    <a:pt x="45085" y="989548"/>
                  </a:lnTo>
                  <a:close/>
                </a:path>
                <a:path w="133350" h="1223010">
                  <a:moveTo>
                    <a:pt x="5689" y="913904"/>
                  </a:moveTo>
                  <a:lnTo>
                    <a:pt x="5689" y="949515"/>
                  </a:lnTo>
                  <a:lnTo>
                    <a:pt x="105295" y="949515"/>
                  </a:lnTo>
                  <a:lnTo>
                    <a:pt x="105295" y="914196"/>
                  </a:lnTo>
                  <a:lnTo>
                    <a:pt x="104921" y="906881"/>
                  </a:lnTo>
                  <a:lnTo>
                    <a:pt x="87249" y="874021"/>
                  </a:lnTo>
                  <a:lnTo>
                    <a:pt x="87249" y="928458"/>
                  </a:lnTo>
                  <a:lnTo>
                    <a:pt x="23736" y="928458"/>
                  </a:lnTo>
                  <a:lnTo>
                    <a:pt x="23736" y="873981"/>
                  </a:lnTo>
                  <a:lnTo>
                    <a:pt x="21323" y="875245"/>
                  </a:lnTo>
                  <a:lnTo>
                    <a:pt x="6063" y="906658"/>
                  </a:lnTo>
                  <a:lnTo>
                    <a:pt x="5689" y="913904"/>
                  </a:lnTo>
                  <a:close/>
                </a:path>
                <a:path w="133350" h="1223010">
                  <a:moveTo>
                    <a:pt x="23736" y="873981"/>
                  </a:moveTo>
                  <a:lnTo>
                    <a:pt x="23736" y="908799"/>
                  </a:lnTo>
                  <a:lnTo>
                    <a:pt x="24841" y="903566"/>
                  </a:lnTo>
                  <a:lnTo>
                    <a:pt x="29248" y="895070"/>
                  </a:lnTo>
                  <a:lnTo>
                    <a:pt x="32689" y="891882"/>
                  </a:lnTo>
                  <a:lnTo>
                    <a:pt x="42024" y="887564"/>
                  </a:lnTo>
                  <a:lnTo>
                    <a:pt x="48031" y="886485"/>
                  </a:lnTo>
                  <a:lnTo>
                    <a:pt x="62905" y="886499"/>
                  </a:lnTo>
                  <a:lnTo>
                    <a:pt x="87249" y="908850"/>
                  </a:lnTo>
                  <a:lnTo>
                    <a:pt x="87249" y="874021"/>
                  </a:lnTo>
                  <a:lnTo>
                    <a:pt x="55397" y="865466"/>
                  </a:lnTo>
                  <a:lnTo>
                    <a:pt x="48031" y="865830"/>
                  </a:lnTo>
                  <a:lnTo>
                    <a:pt x="40978" y="866941"/>
                  </a:lnTo>
                  <a:lnTo>
                    <a:pt x="34585" y="868783"/>
                  </a:lnTo>
                  <a:lnTo>
                    <a:pt x="28740" y="871359"/>
                  </a:lnTo>
                  <a:lnTo>
                    <a:pt x="23736" y="873981"/>
                  </a:lnTo>
                  <a:close/>
                </a:path>
                <a:path w="133350" h="1223010">
                  <a:moveTo>
                    <a:pt x="29616" y="817460"/>
                  </a:moveTo>
                  <a:lnTo>
                    <a:pt x="29616" y="829716"/>
                  </a:lnTo>
                  <a:lnTo>
                    <a:pt x="31242" y="836104"/>
                  </a:lnTo>
                  <a:lnTo>
                    <a:pt x="76161" y="858621"/>
                  </a:lnTo>
                  <a:lnTo>
                    <a:pt x="82626" y="857215"/>
                  </a:lnTo>
                  <a:lnTo>
                    <a:pt x="106756" y="829246"/>
                  </a:lnTo>
                  <a:lnTo>
                    <a:pt x="106756" y="815403"/>
                  </a:lnTo>
                  <a:lnTo>
                    <a:pt x="91287" y="790064"/>
                  </a:lnTo>
                  <a:lnTo>
                    <a:pt x="91287" y="824699"/>
                  </a:lnTo>
                  <a:lnTo>
                    <a:pt x="90563" y="827697"/>
                  </a:lnTo>
                  <a:lnTo>
                    <a:pt x="76987" y="838149"/>
                  </a:lnTo>
                  <a:lnTo>
                    <a:pt x="73240" y="838144"/>
                  </a:lnTo>
                  <a:lnTo>
                    <a:pt x="73240" y="850353"/>
                  </a:lnTo>
                  <a:lnTo>
                    <a:pt x="60401" y="850353"/>
                  </a:lnTo>
                  <a:lnTo>
                    <a:pt x="60401" y="838126"/>
                  </a:lnTo>
                  <a:lnTo>
                    <a:pt x="58140" y="838123"/>
                  </a:lnTo>
                  <a:lnTo>
                    <a:pt x="55651" y="837474"/>
                  </a:lnTo>
                  <a:lnTo>
                    <a:pt x="55460" y="837425"/>
                  </a:lnTo>
                  <a:lnTo>
                    <a:pt x="50634" y="834694"/>
                  </a:lnTo>
                  <a:lnTo>
                    <a:pt x="48704" y="832815"/>
                  </a:lnTo>
                  <a:lnTo>
                    <a:pt x="45821" y="827989"/>
                  </a:lnTo>
                  <a:lnTo>
                    <a:pt x="45085" y="825195"/>
                  </a:lnTo>
                  <a:lnTo>
                    <a:pt x="45085" y="792406"/>
                  </a:lnTo>
                  <a:lnTo>
                    <a:pt x="42252" y="794200"/>
                  </a:lnTo>
                  <a:lnTo>
                    <a:pt x="35915" y="800620"/>
                  </a:lnTo>
                  <a:lnTo>
                    <a:pt x="33553" y="804354"/>
                  </a:lnTo>
                  <a:lnTo>
                    <a:pt x="32004" y="808634"/>
                  </a:lnTo>
                  <a:lnTo>
                    <a:pt x="30416" y="812876"/>
                  </a:lnTo>
                  <a:lnTo>
                    <a:pt x="29616" y="817460"/>
                  </a:lnTo>
                  <a:close/>
                </a:path>
                <a:path w="133350" h="1223010">
                  <a:moveTo>
                    <a:pt x="82626" y="806881"/>
                  </a:moveTo>
                  <a:lnTo>
                    <a:pt x="91287" y="818921"/>
                  </a:lnTo>
                  <a:lnTo>
                    <a:pt x="91287" y="790064"/>
                  </a:lnTo>
                  <a:lnTo>
                    <a:pt x="88696" y="788777"/>
                  </a:lnTo>
                  <a:lnTo>
                    <a:pt x="88506" y="788682"/>
                  </a:lnTo>
                  <a:lnTo>
                    <a:pt x="83896" y="787717"/>
                  </a:lnTo>
                  <a:lnTo>
                    <a:pt x="82626" y="806881"/>
                  </a:lnTo>
                  <a:close/>
                </a:path>
                <a:path w="133350" h="1223010">
                  <a:moveTo>
                    <a:pt x="60401" y="838126"/>
                  </a:moveTo>
                  <a:lnTo>
                    <a:pt x="60401" y="850353"/>
                  </a:lnTo>
                  <a:lnTo>
                    <a:pt x="73240" y="850353"/>
                  </a:lnTo>
                  <a:lnTo>
                    <a:pt x="73240" y="838144"/>
                  </a:lnTo>
                  <a:lnTo>
                    <a:pt x="60401" y="838126"/>
                  </a:lnTo>
                  <a:close/>
                </a:path>
                <a:path w="133350" h="1223010">
                  <a:moveTo>
                    <a:pt x="45085" y="792406"/>
                  </a:moveTo>
                  <a:lnTo>
                    <a:pt x="45085" y="819035"/>
                  </a:lnTo>
                  <a:lnTo>
                    <a:pt x="45821" y="816089"/>
                  </a:lnTo>
                  <a:lnTo>
                    <a:pt x="45821" y="816264"/>
                  </a:lnTo>
                  <a:lnTo>
                    <a:pt x="47078" y="814120"/>
                  </a:lnTo>
                  <a:lnTo>
                    <a:pt x="48374" y="811822"/>
                  </a:lnTo>
                  <a:lnTo>
                    <a:pt x="50177" y="810018"/>
                  </a:lnTo>
                  <a:lnTo>
                    <a:pt x="54775" y="807427"/>
                  </a:lnTo>
                  <a:lnTo>
                    <a:pt x="57416" y="806780"/>
                  </a:lnTo>
                  <a:lnTo>
                    <a:pt x="60401" y="806780"/>
                  </a:lnTo>
                  <a:lnTo>
                    <a:pt x="60401" y="838126"/>
                  </a:lnTo>
                  <a:lnTo>
                    <a:pt x="73240" y="838144"/>
                  </a:lnTo>
                  <a:lnTo>
                    <a:pt x="73240" y="787272"/>
                  </a:lnTo>
                  <a:lnTo>
                    <a:pt x="60604" y="787369"/>
                  </a:lnTo>
                  <a:lnTo>
                    <a:pt x="55651" y="788174"/>
                  </a:lnTo>
                  <a:lnTo>
                    <a:pt x="46151" y="791730"/>
                  </a:lnTo>
                  <a:lnTo>
                    <a:pt x="45085" y="792406"/>
                  </a:lnTo>
                  <a:close/>
                </a:path>
                <a:path w="133350" h="1223010">
                  <a:moveTo>
                    <a:pt x="5689" y="758393"/>
                  </a:moveTo>
                  <a:lnTo>
                    <a:pt x="5689" y="779106"/>
                  </a:lnTo>
                  <a:lnTo>
                    <a:pt x="105295" y="779106"/>
                  </a:lnTo>
                  <a:lnTo>
                    <a:pt x="105295" y="758393"/>
                  </a:lnTo>
                  <a:lnTo>
                    <a:pt x="5689" y="758393"/>
                  </a:lnTo>
                  <a:close/>
                </a:path>
                <a:path w="133350" h="1223010">
                  <a:moveTo>
                    <a:pt x="30594" y="726427"/>
                  </a:moveTo>
                  <a:lnTo>
                    <a:pt x="30594" y="747140"/>
                  </a:lnTo>
                  <a:lnTo>
                    <a:pt x="105295" y="747140"/>
                  </a:lnTo>
                  <a:lnTo>
                    <a:pt x="105295" y="726427"/>
                  </a:lnTo>
                  <a:lnTo>
                    <a:pt x="30594" y="726427"/>
                  </a:lnTo>
                  <a:close/>
                </a:path>
                <a:path w="133350" h="1223010">
                  <a:moveTo>
                    <a:pt x="0" y="733653"/>
                  </a:moveTo>
                  <a:lnTo>
                    <a:pt x="0" y="739813"/>
                  </a:lnTo>
                  <a:lnTo>
                    <a:pt x="1041" y="742454"/>
                  </a:lnTo>
                  <a:lnTo>
                    <a:pt x="5156" y="746836"/>
                  </a:lnTo>
                  <a:lnTo>
                    <a:pt x="7607" y="747915"/>
                  </a:lnTo>
                  <a:lnTo>
                    <a:pt x="13347" y="747915"/>
                  </a:lnTo>
                  <a:lnTo>
                    <a:pt x="15824" y="746836"/>
                  </a:lnTo>
                  <a:lnTo>
                    <a:pt x="17894" y="744664"/>
                  </a:lnTo>
                  <a:lnTo>
                    <a:pt x="19939" y="742454"/>
                  </a:lnTo>
                  <a:lnTo>
                    <a:pt x="20967" y="739813"/>
                  </a:lnTo>
                  <a:lnTo>
                    <a:pt x="20967" y="733653"/>
                  </a:lnTo>
                  <a:lnTo>
                    <a:pt x="19939" y="731024"/>
                  </a:lnTo>
                  <a:lnTo>
                    <a:pt x="15824" y="726655"/>
                  </a:lnTo>
                  <a:lnTo>
                    <a:pt x="13347" y="725550"/>
                  </a:lnTo>
                  <a:lnTo>
                    <a:pt x="7607" y="725550"/>
                  </a:lnTo>
                  <a:lnTo>
                    <a:pt x="5156" y="726655"/>
                  </a:lnTo>
                  <a:lnTo>
                    <a:pt x="3111" y="728852"/>
                  </a:lnTo>
                  <a:lnTo>
                    <a:pt x="1041" y="731024"/>
                  </a:lnTo>
                  <a:lnTo>
                    <a:pt x="0" y="733653"/>
                  </a:lnTo>
                  <a:close/>
                </a:path>
                <a:path w="133350" h="1223010">
                  <a:moveTo>
                    <a:pt x="29616" y="604545"/>
                  </a:moveTo>
                  <a:lnTo>
                    <a:pt x="29616" y="616800"/>
                  </a:lnTo>
                  <a:lnTo>
                    <a:pt x="31242" y="623188"/>
                  </a:lnTo>
                  <a:lnTo>
                    <a:pt x="76161" y="645706"/>
                  </a:lnTo>
                  <a:lnTo>
                    <a:pt x="82626" y="644288"/>
                  </a:lnTo>
                  <a:lnTo>
                    <a:pt x="82994" y="644207"/>
                  </a:lnTo>
                  <a:lnTo>
                    <a:pt x="94500" y="638251"/>
                  </a:lnTo>
                  <a:lnTo>
                    <a:pt x="98945" y="633996"/>
                  </a:lnTo>
                  <a:lnTo>
                    <a:pt x="105295" y="622753"/>
                  </a:lnTo>
                  <a:lnTo>
                    <a:pt x="105295" y="622505"/>
                  </a:lnTo>
                  <a:lnTo>
                    <a:pt x="106756" y="616330"/>
                  </a:lnTo>
                  <a:lnTo>
                    <a:pt x="106756" y="602487"/>
                  </a:lnTo>
                  <a:lnTo>
                    <a:pt x="105816" y="597052"/>
                  </a:lnTo>
                  <a:lnTo>
                    <a:pt x="102082" y="587774"/>
                  </a:lnTo>
                  <a:lnTo>
                    <a:pt x="99364" y="583755"/>
                  </a:lnTo>
                  <a:lnTo>
                    <a:pt x="92519" y="577761"/>
                  </a:lnTo>
                  <a:lnTo>
                    <a:pt x="91287" y="577149"/>
                  </a:lnTo>
                  <a:lnTo>
                    <a:pt x="91287" y="611771"/>
                  </a:lnTo>
                  <a:lnTo>
                    <a:pt x="90563" y="614768"/>
                  </a:lnTo>
                  <a:lnTo>
                    <a:pt x="76987" y="625220"/>
                  </a:lnTo>
                  <a:lnTo>
                    <a:pt x="73240" y="625215"/>
                  </a:lnTo>
                  <a:lnTo>
                    <a:pt x="73240" y="637438"/>
                  </a:lnTo>
                  <a:lnTo>
                    <a:pt x="60401" y="637438"/>
                  </a:lnTo>
                  <a:lnTo>
                    <a:pt x="60401" y="625198"/>
                  </a:lnTo>
                  <a:lnTo>
                    <a:pt x="58140" y="625195"/>
                  </a:lnTo>
                  <a:lnTo>
                    <a:pt x="55651" y="624546"/>
                  </a:lnTo>
                  <a:lnTo>
                    <a:pt x="55460" y="624497"/>
                  </a:lnTo>
                  <a:lnTo>
                    <a:pt x="50634" y="621779"/>
                  </a:lnTo>
                  <a:lnTo>
                    <a:pt x="48704" y="619899"/>
                  </a:lnTo>
                  <a:lnTo>
                    <a:pt x="45821" y="615060"/>
                  </a:lnTo>
                  <a:lnTo>
                    <a:pt x="45085" y="612279"/>
                  </a:lnTo>
                  <a:lnTo>
                    <a:pt x="45085" y="579487"/>
                  </a:lnTo>
                  <a:lnTo>
                    <a:pt x="42252" y="581272"/>
                  </a:lnTo>
                  <a:lnTo>
                    <a:pt x="35915" y="587692"/>
                  </a:lnTo>
                  <a:lnTo>
                    <a:pt x="33553" y="591426"/>
                  </a:lnTo>
                  <a:lnTo>
                    <a:pt x="32004" y="595706"/>
                  </a:lnTo>
                  <a:lnTo>
                    <a:pt x="30416" y="599947"/>
                  </a:lnTo>
                  <a:lnTo>
                    <a:pt x="29616" y="604545"/>
                  </a:lnTo>
                  <a:close/>
                </a:path>
                <a:path w="133350" h="1223010">
                  <a:moveTo>
                    <a:pt x="30594" y="699223"/>
                  </a:moveTo>
                  <a:lnTo>
                    <a:pt x="30594" y="721105"/>
                  </a:lnTo>
                  <a:lnTo>
                    <a:pt x="105295" y="694994"/>
                  </a:lnTo>
                  <a:lnTo>
                    <a:pt x="105295" y="671652"/>
                  </a:lnTo>
                  <a:lnTo>
                    <a:pt x="84048" y="664221"/>
                  </a:lnTo>
                  <a:lnTo>
                    <a:pt x="84048" y="683704"/>
                  </a:lnTo>
                  <a:lnTo>
                    <a:pt x="30594" y="699223"/>
                  </a:lnTo>
                  <a:close/>
                </a:path>
                <a:path w="133350" h="1223010">
                  <a:moveTo>
                    <a:pt x="82626" y="593953"/>
                  </a:moveTo>
                  <a:lnTo>
                    <a:pt x="91287" y="606005"/>
                  </a:lnTo>
                  <a:lnTo>
                    <a:pt x="91287" y="577149"/>
                  </a:lnTo>
                  <a:lnTo>
                    <a:pt x="88696" y="575861"/>
                  </a:lnTo>
                  <a:lnTo>
                    <a:pt x="88506" y="575767"/>
                  </a:lnTo>
                  <a:lnTo>
                    <a:pt x="84518" y="574921"/>
                  </a:lnTo>
                  <a:lnTo>
                    <a:pt x="84048" y="574821"/>
                  </a:lnTo>
                  <a:lnTo>
                    <a:pt x="83896" y="574789"/>
                  </a:lnTo>
                  <a:lnTo>
                    <a:pt x="82626" y="593953"/>
                  </a:lnTo>
                  <a:close/>
                </a:path>
                <a:path w="133350" h="1223010">
                  <a:moveTo>
                    <a:pt x="30594" y="645528"/>
                  </a:moveTo>
                  <a:lnTo>
                    <a:pt x="30594" y="667461"/>
                  </a:lnTo>
                  <a:lnTo>
                    <a:pt x="83896" y="682885"/>
                  </a:lnTo>
                  <a:lnTo>
                    <a:pt x="84048" y="682929"/>
                  </a:lnTo>
                  <a:lnTo>
                    <a:pt x="84048" y="664221"/>
                  </a:lnTo>
                  <a:lnTo>
                    <a:pt x="30594" y="645528"/>
                  </a:lnTo>
                  <a:close/>
                </a:path>
                <a:path w="133350" h="1223010">
                  <a:moveTo>
                    <a:pt x="60401" y="625198"/>
                  </a:moveTo>
                  <a:lnTo>
                    <a:pt x="60401" y="637438"/>
                  </a:lnTo>
                  <a:lnTo>
                    <a:pt x="73240" y="637438"/>
                  </a:lnTo>
                  <a:lnTo>
                    <a:pt x="73240" y="625215"/>
                  </a:lnTo>
                  <a:lnTo>
                    <a:pt x="60401" y="625198"/>
                  </a:lnTo>
                  <a:close/>
                </a:path>
                <a:path w="133350" h="1223010">
                  <a:moveTo>
                    <a:pt x="45085" y="579487"/>
                  </a:moveTo>
                  <a:lnTo>
                    <a:pt x="45085" y="606107"/>
                  </a:lnTo>
                  <a:lnTo>
                    <a:pt x="45821" y="603161"/>
                  </a:lnTo>
                  <a:lnTo>
                    <a:pt x="45821" y="603336"/>
                  </a:lnTo>
                  <a:lnTo>
                    <a:pt x="47078" y="601205"/>
                  </a:lnTo>
                  <a:lnTo>
                    <a:pt x="48374" y="598893"/>
                  </a:lnTo>
                  <a:lnTo>
                    <a:pt x="50177" y="597103"/>
                  </a:lnTo>
                  <a:lnTo>
                    <a:pt x="54775" y="594512"/>
                  </a:lnTo>
                  <a:lnTo>
                    <a:pt x="57416" y="593851"/>
                  </a:lnTo>
                  <a:lnTo>
                    <a:pt x="60401" y="593851"/>
                  </a:lnTo>
                  <a:lnTo>
                    <a:pt x="60401" y="625198"/>
                  </a:lnTo>
                  <a:lnTo>
                    <a:pt x="73240" y="625215"/>
                  </a:lnTo>
                  <a:lnTo>
                    <a:pt x="73240" y="574357"/>
                  </a:lnTo>
                  <a:lnTo>
                    <a:pt x="60604" y="574453"/>
                  </a:lnTo>
                  <a:lnTo>
                    <a:pt x="55651" y="575246"/>
                  </a:lnTo>
                  <a:lnTo>
                    <a:pt x="46151" y="578815"/>
                  </a:lnTo>
                  <a:lnTo>
                    <a:pt x="45085" y="579487"/>
                  </a:lnTo>
                  <a:close/>
                </a:path>
                <a:path w="133350" h="1223010">
                  <a:moveTo>
                    <a:pt x="30721" y="546099"/>
                  </a:moveTo>
                  <a:lnTo>
                    <a:pt x="30721" y="566178"/>
                  </a:lnTo>
                  <a:lnTo>
                    <a:pt x="105295" y="566178"/>
                  </a:lnTo>
                  <a:lnTo>
                    <a:pt x="105295" y="545464"/>
                  </a:lnTo>
                  <a:lnTo>
                    <a:pt x="59982" y="545464"/>
                  </a:lnTo>
                  <a:lnTo>
                    <a:pt x="57289" y="544779"/>
                  </a:lnTo>
                  <a:lnTo>
                    <a:pt x="47625" y="533081"/>
                  </a:lnTo>
                  <a:lnTo>
                    <a:pt x="47625" y="520852"/>
                  </a:lnTo>
                  <a:lnTo>
                    <a:pt x="43624" y="520852"/>
                  </a:lnTo>
                  <a:lnTo>
                    <a:pt x="43624" y="546099"/>
                  </a:lnTo>
                  <a:lnTo>
                    <a:pt x="30721" y="546099"/>
                  </a:lnTo>
                  <a:close/>
                </a:path>
                <a:path w="133350" h="1223010">
                  <a:moveTo>
                    <a:pt x="47625" y="520852"/>
                  </a:moveTo>
                  <a:lnTo>
                    <a:pt x="47625" y="526618"/>
                  </a:lnTo>
                  <a:lnTo>
                    <a:pt x="48183" y="522411"/>
                  </a:lnTo>
                  <a:lnTo>
                    <a:pt x="48183" y="522663"/>
                  </a:lnTo>
                  <a:lnTo>
                    <a:pt x="48348" y="521830"/>
                  </a:lnTo>
                  <a:lnTo>
                    <a:pt x="48641" y="520852"/>
                  </a:lnTo>
                  <a:lnTo>
                    <a:pt x="47625" y="520852"/>
                  </a:lnTo>
                  <a:close/>
                </a:path>
                <a:path w="133350" h="1223010">
                  <a:moveTo>
                    <a:pt x="29591" y="525221"/>
                  </a:moveTo>
                  <a:lnTo>
                    <a:pt x="29591" y="531755"/>
                  </a:lnTo>
                  <a:lnTo>
                    <a:pt x="30721" y="535254"/>
                  </a:lnTo>
                  <a:lnTo>
                    <a:pt x="35483" y="541667"/>
                  </a:lnTo>
                  <a:lnTo>
                    <a:pt x="38989" y="543953"/>
                  </a:lnTo>
                  <a:lnTo>
                    <a:pt x="43624" y="545325"/>
                  </a:lnTo>
                  <a:lnTo>
                    <a:pt x="43624" y="520852"/>
                  </a:lnTo>
                  <a:lnTo>
                    <a:pt x="30251" y="520852"/>
                  </a:lnTo>
                  <a:lnTo>
                    <a:pt x="30022" y="521766"/>
                  </a:lnTo>
                  <a:lnTo>
                    <a:pt x="29845" y="522820"/>
                  </a:lnTo>
                  <a:lnTo>
                    <a:pt x="29591" y="525221"/>
                  </a:lnTo>
                  <a:close/>
                </a:path>
                <a:path w="133350" h="1223010">
                  <a:moveTo>
                    <a:pt x="115709" y="508800"/>
                  </a:moveTo>
                  <a:lnTo>
                    <a:pt x="130822" y="513357"/>
                  </a:lnTo>
                  <a:lnTo>
                    <a:pt x="131165" y="513460"/>
                  </a:lnTo>
                  <a:lnTo>
                    <a:pt x="131787" y="511975"/>
                  </a:lnTo>
                  <a:lnTo>
                    <a:pt x="132283" y="510095"/>
                  </a:lnTo>
                  <a:lnTo>
                    <a:pt x="133096" y="505523"/>
                  </a:lnTo>
                  <a:lnTo>
                    <a:pt x="133311" y="503059"/>
                  </a:lnTo>
                  <a:lnTo>
                    <a:pt x="133311" y="495312"/>
                  </a:lnTo>
                  <a:lnTo>
                    <a:pt x="132486" y="490931"/>
                  </a:lnTo>
                  <a:lnTo>
                    <a:pt x="130822" y="487298"/>
                  </a:lnTo>
                  <a:lnTo>
                    <a:pt x="129209" y="483666"/>
                  </a:lnTo>
                  <a:lnTo>
                    <a:pt x="126885" y="480669"/>
                  </a:lnTo>
                  <a:lnTo>
                    <a:pt x="123875" y="478307"/>
                  </a:lnTo>
                  <a:lnTo>
                    <a:pt x="120891" y="475907"/>
                  </a:lnTo>
                  <a:lnTo>
                    <a:pt x="117386" y="474002"/>
                  </a:lnTo>
                  <a:lnTo>
                    <a:pt x="116979" y="473859"/>
                  </a:lnTo>
                  <a:lnTo>
                    <a:pt x="116979" y="503494"/>
                  </a:lnTo>
                  <a:lnTo>
                    <a:pt x="116535" y="505883"/>
                  </a:lnTo>
                  <a:lnTo>
                    <a:pt x="116535" y="506067"/>
                  </a:lnTo>
                  <a:lnTo>
                    <a:pt x="115709" y="508800"/>
                  </a:lnTo>
                  <a:close/>
                </a:path>
                <a:path w="133350" h="1223010">
                  <a:moveTo>
                    <a:pt x="30594" y="497370"/>
                  </a:moveTo>
                  <a:lnTo>
                    <a:pt x="30594" y="519150"/>
                  </a:lnTo>
                  <a:lnTo>
                    <a:pt x="107429" y="492353"/>
                  </a:lnTo>
                  <a:lnTo>
                    <a:pt x="112928" y="494474"/>
                  </a:lnTo>
                  <a:lnTo>
                    <a:pt x="114579" y="495668"/>
                  </a:lnTo>
                  <a:lnTo>
                    <a:pt x="116535" y="498551"/>
                  </a:lnTo>
                  <a:lnTo>
                    <a:pt x="116979" y="500252"/>
                  </a:lnTo>
                  <a:lnTo>
                    <a:pt x="116979" y="473859"/>
                  </a:lnTo>
                  <a:lnTo>
                    <a:pt x="85458" y="462808"/>
                  </a:lnTo>
                  <a:lnTo>
                    <a:pt x="85458" y="481901"/>
                  </a:lnTo>
                  <a:lnTo>
                    <a:pt x="30594" y="497370"/>
                  </a:lnTo>
                  <a:close/>
                </a:path>
                <a:path w="133350" h="1223010">
                  <a:moveTo>
                    <a:pt x="30594" y="443572"/>
                  </a:moveTo>
                  <a:lnTo>
                    <a:pt x="30594" y="465505"/>
                  </a:lnTo>
                  <a:lnTo>
                    <a:pt x="85458" y="481126"/>
                  </a:lnTo>
                  <a:lnTo>
                    <a:pt x="85458" y="462808"/>
                  </a:lnTo>
                  <a:lnTo>
                    <a:pt x="30594" y="443572"/>
                  </a:lnTo>
                  <a:close/>
                </a:path>
                <a:path w="133350" h="1223010">
                  <a:moveTo>
                    <a:pt x="29616" y="295363"/>
                  </a:moveTo>
                  <a:lnTo>
                    <a:pt x="29616" y="310476"/>
                  </a:lnTo>
                  <a:lnTo>
                    <a:pt x="31242" y="317017"/>
                  </a:lnTo>
                  <a:lnTo>
                    <a:pt x="76314" y="339591"/>
                  </a:lnTo>
                  <a:lnTo>
                    <a:pt x="82613" y="338200"/>
                  </a:lnTo>
                  <a:lnTo>
                    <a:pt x="106756" y="310476"/>
                  </a:lnTo>
                  <a:lnTo>
                    <a:pt x="106756" y="295363"/>
                  </a:lnTo>
                  <a:lnTo>
                    <a:pt x="105156" y="288848"/>
                  </a:lnTo>
                  <a:lnTo>
                    <a:pt x="98691" y="277863"/>
                  </a:lnTo>
                  <a:lnTo>
                    <a:pt x="94195" y="273608"/>
                  </a:lnTo>
                  <a:lnTo>
                    <a:pt x="90703" y="271812"/>
                  </a:lnTo>
                  <a:lnTo>
                    <a:pt x="90703" y="306298"/>
                  </a:lnTo>
                  <a:lnTo>
                    <a:pt x="89738" y="309219"/>
                  </a:lnTo>
                  <a:lnTo>
                    <a:pt x="72440" y="318630"/>
                  </a:lnTo>
                  <a:lnTo>
                    <a:pt x="63741" y="318630"/>
                  </a:lnTo>
                  <a:lnTo>
                    <a:pt x="45427" y="306298"/>
                  </a:lnTo>
                  <a:lnTo>
                    <a:pt x="45427" y="271957"/>
                  </a:lnTo>
                  <a:lnTo>
                    <a:pt x="42202" y="273608"/>
                  </a:lnTo>
                  <a:lnTo>
                    <a:pt x="37693" y="277863"/>
                  </a:lnTo>
                  <a:lnTo>
                    <a:pt x="31242" y="288848"/>
                  </a:lnTo>
                  <a:lnTo>
                    <a:pt x="29616" y="295363"/>
                  </a:lnTo>
                  <a:close/>
                </a:path>
                <a:path w="133350" h="1223010">
                  <a:moveTo>
                    <a:pt x="23050" y="364070"/>
                  </a:moveTo>
                  <a:lnTo>
                    <a:pt x="23050" y="384886"/>
                  </a:lnTo>
                  <a:lnTo>
                    <a:pt x="105295" y="384886"/>
                  </a:lnTo>
                  <a:lnTo>
                    <a:pt x="105295" y="364070"/>
                  </a:lnTo>
                  <a:lnTo>
                    <a:pt x="23050" y="364070"/>
                  </a:lnTo>
                  <a:close/>
                </a:path>
                <a:path w="133350" h="1223010">
                  <a:moveTo>
                    <a:pt x="45427" y="271957"/>
                  </a:moveTo>
                  <a:lnTo>
                    <a:pt x="45427" y="299389"/>
                  </a:lnTo>
                  <a:lnTo>
                    <a:pt x="46418" y="296519"/>
                  </a:lnTo>
                  <a:lnTo>
                    <a:pt x="50368" y="291922"/>
                  </a:lnTo>
                  <a:lnTo>
                    <a:pt x="53060" y="290182"/>
                  </a:lnTo>
                  <a:lnTo>
                    <a:pt x="59867" y="287820"/>
                  </a:lnTo>
                  <a:lnTo>
                    <a:pt x="63741" y="287210"/>
                  </a:lnTo>
                  <a:lnTo>
                    <a:pt x="72440" y="287210"/>
                  </a:lnTo>
                  <a:lnTo>
                    <a:pt x="75882" y="287752"/>
                  </a:lnTo>
                  <a:lnTo>
                    <a:pt x="76314" y="287820"/>
                  </a:lnTo>
                  <a:lnTo>
                    <a:pt x="83121" y="290182"/>
                  </a:lnTo>
                  <a:lnTo>
                    <a:pt x="85813" y="291922"/>
                  </a:lnTo>
                  <a:lnTo>
                    <a:pt x="89738" y="296519"/>
                  </a:lnTo>
                  <a:lnTo>
                    <a:pt x="90703" y="299389"/>
                  </a:lnTo>
                  <a:lnTo>
                    <a:pt x="90703" y="271812"/>
                  </a:lnTo>
                  <a:lnTo>
                    <a:pt x="82613" y="267652"/>
                  </a:lnTo>
                  <a:lnTo>
                    <a:pt x="76314" y="266250"/>
                  </a:lnTo>
                  <a:lnTo>
                    <a:pt x="60515" y="266153"/>
                  </a:lnTo>
                  <a:lnTo>
                    <a:pt x="53771" y="267652"/>
                  </a:lnTo>
                  <a:lnTo>
                    <a:pt x="45427" y="271957"/>
                  </a:lnTo>
                  <a:close/>
                </a:path>
                <a:path w="133350" h="1223010">
                  <a:moveTo>
                    <a:pt x="5689" y="333578"/>
                  </a:moveTo>
                  <a:lnTo>
                    <a:pt x="5689" y="415378"/>
                  </a:lnTo>
                  <a:lnTo>
                    <a:pt x="23050" y="415378"/>
                  </a:lnTo>
                  <a:lnTo>
                    <a:pt x="23050" y="333578"/>
                  </a:lnTo>
                  <a:lnTo>
                    <a:pt x="5689" y="333578"/>
                  </a:lnTo>
                  <a:close/>
                </a:path>
                <a:path w="133350" h="1223010">
                  <a:moveTo>
                    <a:pt x="29616" y="216725"/>
                  </a:moveTo>
                  <a:lnTo>
                    <a:pt x="29616" y="231838"/>
                  </a:lnTo>
                  <a:lnTo>
                    <a:pt x="31242" y="238366"/>
                  </a:lnTo>
                  <a:lnTo>
                    <a:pt x="76314" y="260953"/>
                  </a:lnTo>
                  <a:lnTo>
                    <a:pt x="82613" y="259562"/>
                  </a:lnTo>
                  <a:lnTo>
                    <a:pt x="94195" y="253593"/>
                  </a:lnTo>
                  <a:lnTo>
                    <a:pt x="98691" y="249364"/>
                  </a:lnTo>
                  <a:lnTo>
                    <a:pt x="105156" y="238366"/>
                  </a:lnTo>
                  <a:lnTo>
                    <a:pt x="106756" y="231838"/>
                  </a:lnTo>
                  <a:lnTo>
                    <a:pt x="106756" y="216725"/>
                  </a:lnTo>
                  <a:lnTo>
                    <a:pt x="105156" y="210210"/>
                  </a:lnTo>
                  <a:lnTo>
                    <a:pt x="98691" y="199224"/>
                  </a:lnTo>
                  <a:lnTo>
                    <a:pt x="94195" y="194970"/>
                  </a:lnTo>
                  <a:lnTo>
                    <a:pt x="90703" y="193170"/>
                  </a:lnTo>
                  <a:lnTo>
                    <a:pt x="90703" y="227660"/>
                  </a:lnTo>
                  <a:lnTo>
                    <a:pt x="89738" y="230568"/>
                  </a:lnTo>
                  <a:lnTo>
                    <a:pt x="72440" y="239991"/>
                  </a:lnTo>
                  <a:lnTo>
                    <a:pt x="63741" y="239991"/>
                  </a:lnTo>
                  <a:lnTo>
                    <a:pt x="60515" y="239505"/>
                  </a:lnTo>
                  <a:lnTo>
                    <a:pt x="59867" y="239407"/>
                  </a:lnTo>
                  <a:lnTo>
                    <a:pt x="45427" y="227660"/>
                  </a:lnTo>
                  <a:lnTo>
                    <a:pt x="45427" y="193306"/>
                  </a:lnTo>
                  <a:lnTo>
                    <a:pt x="42202" y="194970"/>
                  </a:lnTo>
                  <a:lnTo>
                    <a:pt x="37693" y="199224"/>
                  </a:lnTo>
                  <a:lnTo>
                    <a:pt x="31242" y="210210"/>
                  </a:lnTo>
                  <a:lnTo>
                    <a:pt x="29616" y="216725"/>
                  </a:lnTo>
                  <a:close/>
                </a:path>
                <a:path w="133350" h="1223010">
                  <a:moveTo>
                    <a:pt x="45427" y="193306"/>
                  </a:moveTo>
                  <a:lnTo>
                    <a:pt x="45427" y="220751"/>
                  </a:lnTo>
                  <a:lnTo>
                    <a:pt x="46418" y="217881"/>
                  </a:lnTo>
                  <a:lnTo>
                    <a:pt x="50368" y="213271"/>
                  </a:lnTo>
                  <a:lnTo>
                    <a:pt x="53060" y="211543"/>
                  </a:lnTo>
                  <a:lnTo>
                    <a:pt x="56464" y="210375"/>
                  </a:lnTo>
                  <a:lnTo>
                    <a:pt x="59867" y="209168"/>
                  </a:lnTo>
                  <a:lnTo>
                    <a:pt x="63741" y="208572"/>
                  </a:lnTo>
                  <a:lnTo>
                    <a:pt x="72440" y="208572"/>
                  </a:lnTo>
                  <a:lnTo>
                    <a:pt x="75882" y="209102"/>
                  </a:lnTo>
                  <a:lnTo>
                    <a:pt x="76314" y="209168"/>
                  </a:lnTo>
                  <a:lnTo>
                    <a:pt x="79717" y="210375"/>
                  </a:lnTo>
                  <a:lnTo>
                    <a:pt x="83121" y="211543"/>
                  </a:lnTo>
                  <a:lnTo>
                    <a:pt x="85813" y="213271"/>
                  </a:lnTo>
                  <a:lnTo>
                    <a:pt x="89738" y="217881"/>
                  </a:lnTo>
                  <a:lnTo>
                    <a:pt x="90703" y="220751"/>
                  </a:lnTo>
                  <a:lnTo>
                    <a:pt x="90703" y="193170"/>
                  </a:lnTo>
                  <a:lnTo>
                    <a:pt x="82613" y="189001"/>
                  </a:lnTo>
                  <a:lnTo>
                    <a:pt x="76314" y="187610"/>
                  </a:lnTo>
                  <a:lnTo>
                    <a:pt x="60515" y="187515"/>
                  </a:lnTo>
                  <a:lnTo>
                    <a:pt x="53771" y="189001"/>
                  </a:lnTo>
                  <a:lnTo>
                    <a:pt x="45427" y="193306"/>
                  </a:lnTo>
                  <a:close/>
                </a:path>
                <a:path w="133350" h="1223010">
                  <a:moveTo>
                    <a:pt x="5689" y="158673"/>
                  </a:moveTo>
                  <a:lnTo>
                    <a:pt x="5689" y="179387"/>
                  </a:lnTo>
                  <a:lnTo>
                    <a:pt x="105295" y="179387"/>
                  </a:lnTo>
                  <a:lnTo>
                    <a:pt x="105295" y="158673"/>
                  </a:lnTo>
                  <a:lnTo>
                    <a:pt x="5689" y="158673"/>
                  </a:lnTo>
                  <a:close/>
                </a:path>
                <a:path w="133350" h="1223010">
                  <a:moveTo>
                    <a:pt x="5689" y="126707"/>
                  </a:moveTo>
                  <a:lnTo>
                    <a:pt x="5689" y="147421"/>
                  </a:lnTo>
                  <a:lnTo>
                    <a:pt x="105295" y="147421"/>
                  </a:lnTo>
                  <a:lnTo>
                    <a:pt x="105295" y="126707"/>
                  </a:lnTo>
                  <a:lnTo>
                    <a:pt x="83794" y="126707"/>
                  </a:lnTo>
                  <a:lnTo>
                    <a:pt x="83794" y="128650"/>
                  </a:lnTo>
                  <a:lnTo>
                    <a:pt x="58940" y="128600"/>
                  </a:lnTo>
                  <a:lnTo>
                    <a:pt x="58940" y="126707"/>
                  </a:lnTo>
                  <a:lnTo>
                    <a:pt x="5689" y="126707"/>
                  </a:lnTo>
                  <a:close/>
                </a:path>
                <a:path w="133350" h="1223010">
                  <a:moveTo>
                    <a:pt x="62941" y="105584"/>
                  </a:moveTo>
                  <a:lnTo>
                    <a:pt x="68135" y="110032"/>
                  </a:lnTo>
                  <a:lnTo>
                    <a:pt x="68135" y="114934"/>
                  </a:lnTo>
                  <a:lnTo>
                    <a:pt x="75166" y="121093"/>
                  </a:lnTo>
                  <a:lnTo>
                    <a:pt x="105295" y="100736"/>
                  </a:lnTo>
                  <a:lnTo>
                    <a:pt x="105295" y="76466"/>
                  </a:lnTo>
                  <a:lnTo>
                    <a:pt x="62941" y="105584"/>
                  </a:lnTo>
                  <a:close/>
                </a:path>
                <a:path w="133350" h="1223010">
                  <a:moveTo>
                    <a:pt x="58940" y="126707"/>
                  </a:moveTo>
                  <a:lnTo>
                    <a:pt x="58940" y="128600"/>
                  </a:lnTo>
                  <a:lnTo>
                    <a:pt x="83794" y="128650"/>
                  </a:lnTo>
                  <a:lnTo>
                    <a:pt x="81576" y="126707"/>
                  </a:lnTo>
                  <a:lnTo>
                    <a:pt x="58940" y="126707"/>
                  </a:lnTo>
                  <a:close/>
                </a:path>
                <a:path w="133350" h="1223010">
                  <a:moveTo>
                    <a:pt x="81576" y="126707"/>
                  </a:moveTo>
                  <a:lnTo>
                    <a:pt x="83794" y="128650"/>
                  </a:lnTo>
                  <a:lnTo>
                    <a:pt x="83794" y="126707"/>
                  </a:lnTo>
                  <a:lnTo>
                    <a:pt x="81576" y="126707"/>
                  </a:lnTo>
                  <a:close/>
                </a:path>
                <a:path w="133350" h="1223010">
                  <a:moveTo>
                    <a:pt x="30594" y="77876"/>
                  </a:moveTo>
                  <a:lnTo>
                    <a:pt x="30594" y="101663"/>
                  </a:lnTo>
                  <a:lnTo>
                    <a:pt x="58940" y="125590"/>
                  </a:lnTo>
                  <a:lnTo>
                    <a:pt x="58940" y="126707"/>
                  </a:lnTo>
                  <a:lnTo>
                    <a:pt x="81576" y="126707"/>
                  </a:lnTo>
                  <a:lnTo>
                    <a:pt x="75166" y="121093"/>
                  </a:lnTo>
                  <a:lnTo>
                    <a:pt x="72758" y="122720"/>
                  </a:lnTo>
                  <a:lnTo>
                    <a:pt x="58115" y="108902"/>
                  </a:lnTo>
                  <a:lnTo>
                    <a:pt x="58115" y="101449"/>
                  </a:lnTo>
                  <a:lnTo>
                    <a:pt x="30594" y="77876"/>
                  </a:lnTo>
                  <a:close/>
                </a:path>
                <a:path w="133350" h="1223010">
                  <a:moveTo>
                    <a:pt x="58115" y="108902"/>
                  </a:moveTo>
                  <a:lnTo>
                    <a:pt x="72758" y="122720"/>
                  </a:lnTo>
                  <a:lnTo>
                    <a:pt x="75166" y="121093"/>
                  </a:lnTo>
                  <a:lnTo>
                    <a:pt x="68135" y="114934"/>
                  </a:lnTo>
                  <a:lnTo>
                    <a:pt x="68135" y="110032"/>
                  </a:lnTo>
                  <a:lnTo>
                    <a:pt x="62941" y="105584"/>
                  </a:lnTo>
                  <a:lnTo>
                    <a:pt x="58115" y="108902"/>
                  </a:lnTo>
                  <a:close/>
                </a:path>
                <a:path w="133350" h="1223010">
                  <a:moveTo>
                    <a:pt x="58115" y="101449"/>
                  </a:moveTo>
                  <a:lnTo>
                    <a:pt x="58115" y="108902"/>
                  </a:lnTo>
                  <a:lnTo>
                    <a:pt x="62941" y="105584"/>
                  </a:lnTo>
                  <a:lnTo>
                    <a:pt x="58115" y="101449"/>
                  </a:lnTo>
                  <a:close/>
                </a:path>
                <a:path w="133350" h="1223010">
                  <a:moveTo>
                    <a:pt x="30594" y="52349"/>
                  </a:moveTo>
                  <a:lnTo>
                    <a:pt x="30594" y="73063"/>
                  </a:lnTo>
                  <a:lnTo>
                    <a:pt x="105295" y="73063"/>
                  </a:lnTo>
                  <a:lnTo>
                    <a:pt x="105295" y="52349"/>
                  </a:lnTo>
                  <a:lnTo>
                    <a:pt x="30594" y="52349"/>
                  </a:lnTo>
                  <a:close/>
                </a:path>
                <a:path w="133350" h="1223010">
                  <a:moveTo>
                    <a:pt x="0" y="59575"/>
                  </a:moveTo>
                  <a:lnTo>
                    <a:pt x="0" y="65735"/>
                  </a:lnTo>
                  <a:lnTo>
                    <a:pt x="1041" y="68376"/>
                  </a:lnTo>
                  <a:lnTo>
                    <a:pt x="5156" y="72758"/>
                  </a:lnTo>
                  <a:lnTo>
                    <a:pt x="7607" y="73837"/>
                  </a:lnTo>
                  <a:lnTo>
                    <a:pt x="13347" y="73837"/>
                  </a:lnTo>
                  <a:lnTo>
                    <a:pt x="15824" y="72758"/>
                  </a:lnTo>
                  <a:lnTo>
                    <a:pt x="17894" y="70586"/>
                  </a:lnTo>
                  <a:lnTo>
                    <a:pt x="19939" y="68376"/>
                  </a:lnTo>
                  <a:lnTo>
                    <a:pt x="20967" y="65735"/>
                  </a:lnTo>
                  <a:lnTo>
                    <a:pt x="20967" y="59575"/>
                  </a:lnTo>
                  <a:lnTo>
                    <a:pt x="19939" y="56946"/>
                  </a:lnTo>
                  <a:lnTo>
                    <a:pt x="15824" y="52577"/>
                  </a:lnTo>
                  <a:lnTo>
                    <a:pt x="13347" y="51473"/>
                  </a:lnTo>
                  <a:lnTo>
                    <a:pt x="7607" y="51473"/>
                  </a:lnTo>
                  <a:lnTo>
                    <a:pt x="5156" y="52577"/>
                  </a:lnTo>
                  <a:lnTo>
                    <a:pt x="3111" y="54775"/>
                  </a:lnTo>
                  <a:lnTo>
                    <a:pt x="1041" y="56946"/>
                  </a:lnTo>
                  <a:lnTo>
                    <a:pt x="0" y="59575"/>
                  </a:lnTo>
                  <a:close/>
                </a:path>
                <a:path w="133350" h="1223010">
                  <a:moveTo>
                    <a:pt x="12700" y="15417"/>
                  </a:moveTo>
                  <a:lnTo>
                    <a:pt x="12700" y="36144"/>
                  </a:lnTo>
                  <a:lnTo>
                    <a:pt x="89954" y="36169"/>
                  </a:lnTo>
                  <a:lnTo>
                    <a:pt x="94018" y="35153"/>
                  </a:lnTo>
                  <a:lnTo>
                    <a:pt x="100431" y="31000"/>
                  </a:lnTo>
                  <a:lnTo>
                    <a:pt x="102793" y="28092"/>
                  </a:lnTo>
                  <a:lnTo>
                    <a:pt x="105943" y="20362"/>
                  </a:lnTo>
                  <a:lnTo>
                    <a:pt x="105943" y="19950"/>
                  </a:lnTo>
                  <a:lnTo>
                    <a:pt x="106514" y="16230"/>
                  </a:lnTo>
                  <a:lnTo>
                    <a:pt x="106311" y="11239"/>
                  </a:lnTo>
                  <a:lnTo>
                    <a:pt x="106311" y="9274"/>
                  </a:lnTo>
                  <a:lnTo>
                    <a:pt x="105943" y="6261"/>
                  </a:lnTo>
                  <a:lnTo>
                    <a:pt x="105486" y="4381"/>
                  </a:lnTo>
                  <a:lnTo>
                    <a:pt x="105067" y="2501"/>
                  </a:lnTo>
                  <a:lnTo>
                    <a:pt x="104698" y="1041"/>
                  </a:lnTo>
                  <a:lnTo>
                    <a:pt x="104368" y="0"/>
                  </a:lnTo>
                  <a:lnTo>
                    <a:pt x="89954" y="3051"/>
                  </a:lnTo>
                  <a:lnTo>
                    <a:pt x="89636" y="3118"/>
                  </a:lnTo>
                  <a:lnTo>
                    <a:pt x="89636" y="9817"/>
                  </a:lnTo>
                  <a:lnTo>
                    <a:pt x="89420" y="11048"/>
                  </a:lnTo>
                  <a:lnTo>
                    <a:pt x="88582" y="13144"/>
                  </a:lnTo>
                  <a:lnTo>
                    <a:pt x="87845" y="13957"/>
                  </a:lnTo>
                  <a:lnTo>
                    <a:pt x="85750" y="15125"/>
                  </a:lnTo>
                  <a:lnTo>
                    <a:pt x="84251" y="15417"/>
                  </a:lnTo>
                  <a:lnTo>
                    <a:pt x="12700" y="15417"/>
                  </a:lnTo>
                  <a:close/>
                </a:path>
                <a:path w="133350" h="1223010">
                  <a:moveTo>
                    <a:pt x="89052" y="3242"/>
                  </a:moveTo>
                  <a:lnTo>
                    <a:pt x="89052" y="3784"/>
                  </a:lnTo>
                  <a:lnTo>
                    <a:pt x="89420" y="5649"/>
                  </a:lnTo>
                  <a:lnTo>
                    <a:pt x="89636" y="6928"/>
                  </a:lnTo>
                  <a:lnTo>
                    <a:pt x="89636" y="3118"/>
                  </a:lnTo>
                  <a:lnTo>
                    <a:pt x="89052" y="3242"/>
                  </a:lnTo>
                  <a:close/>
                </a:path>
                <a:path w="133350" h="1223010">
                  <a:moveTo>
                    <a:pt x="30594" y="36150"/>
                  </a:moveTo>
                  <a:lnTo>
                    <a:pt x="30594" y="46354"/>
                  </a:lnTo>
                  <a:lnTo>
                    <a:pt x="46151" y="46354"/>
                  </a:lnTo>
                  <a:lnTo>
                    <a:pt x="46151" y="36155"/>
                  </a:lnTo>
                  <a:lnTo>
                    <a:pt x="30594" y="36150"/>
                  </a:lnTo>
                  <a:close/>
                </a:path>
                <a:path w="133350" h="1223010">
                  <a:moveTo>
                    <a:pt x="30594" y="1358"/>
                  </a:moveTo>
                  <a:lnTo>
                    <a:pt x="30594" y="15417"/>
                  </a:lnTo>
                  <a:lnTo>
                    <a:pt x="46151" y="15417"/>
                  </a:lnTo>
                  <a:lnTo>
                    <a:pt x="46151" y="1358"/>
                  </a:lnTo>
                  <a:lnTo>
                    <a:pt x="30594" y="135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77800" y="4775200"/>
            <a:ext cx="254635" cy="2971800"/>
            <a:chOff x="177800" y="4775200"/>
            <a:chExt cx="254635" cy="2971800"/>
          </a:xfrm>
        </p:grpSpPr>
        <p:sp>
          <p:nvSpPr>
            <p:cNvPr id="10" name="object 10"/>
            <p:cNvSpPr/>
            <p:nvPr/>
          </p:nvSpPr>
          <p:spPr>
            <a:xfrm>
              <a:off x="177800" y="4775200"/>
              <a:ext cx="254635" cy="1308100"/>
            </a:xfrm>
            <a:custGeom>
              <a:avLst/>
              <a:gdLst/>
              <a:ahLst/>
              <a:cxnLst/>
              <a:rect l="l" t="t" r="r" b="b"/>
              <a:pathLst>
                <a:path w="254634" h="1308100">
                  <a:moveTo>
                    <a:pt x="254596" y="1308100"/>
                  </a:moveTo>
                  <a:lnTo>
                    <a:pt x="0" y="1308100"/>
                  </a:lnTo>
                  <a:lnTo>
                    <a:pt x="0" y="0"/>
                  </a:lnTo>
                  <a:lnTo>
                    <a:pt x="254596" y="0"/>
                  </a:lnTo>
                  <a:lnTo>
                    <a:pt x="254596" y="1308100"/>
                  </a:lnTo>
                  <a:close/>
                </a:path>
              </a:pathLst>
            </a:custGeom>
            <a:solidFill>
              <a:srgbClr val="FD9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1935" y="4934000"/>
              <a:ext cx="102870" cy="990600"/>
            </a:xfrm>
            <a:custGeom>
              <a:avLst/>
              <a:gdLst/>
              <a:ahLst/>
              <a:cxnLst/>
              <a:rect l="l" t="t" r="r" b="b"/>
              <a:pathLst>
                <a:path w="102870" h="990600">
                  <a:moveTo>
                    <a:pt x="0" y="937818"/>
                  </a:moveTo>
                  <a:lnTo>
                    <a:pt x="0" y="952347"/>
                  </a:lnTo>
                  <a:lnTo>
                    <a:pt x="2006" y="960234"/>
                  </a:lnTo>
                  <a:lnTo>
                    <a:pt x="36087" y="988458"/>
                  </a:lnTo>
                  <a:lnTo>
                    <a:pt x="51168" y="989990"/>
                  </a:lnTo>
                  <a:lnTo>
                    <a:pt x="58267" y="989648"/>
                  </a:lnTo>
                  <a:lnTo>
                    <a:pt x="100317" y="960424"/>
                  </a:lnTo>
                  <a:lnTo>
                    <a:pt x="102323" y="952474"/>
                  </a:lnTo>
                  <a:lnTo>
                    <a:pt x="102323" y="937209"/>
                  </a:lnTo>
                  <a:lnTo>
                    <a:pt x="83705" y="906271"/>
                  </a:lnTo>
                  <a:lnTo>
                    <a:pt x="83705" y="948283"/>
                  </a:lnTo>
                  <a:lnTo>
                    <a:pt x="82575" y="952338"/>
                  </a:lnTo>
                  <a:lnTo>
                    <a:pt x="82575" y="952545"/>
                  </a:lnTo>
                  <a:lnTo>
                    <a:pt x="77533" y="960361"/>
                  </a:lnTo>
                  <a:lnTo>
                    <a:pt x="74015" y="963241"/>
                  </a:lnTo>
                  <a:lnTo>
                    <a:pt x="69062" y="965479"/>
                  </a:lnTo>
                  <a:lnTo>
                    <a:pt x="64223" y="967587"/>
                  </a:lnTo>
                  <a:lnTo>
                    <a:pt x="58267" y="968641"/>
                  </a:lnTo>
                  <a:lnTo>
                    <a:pt x="44259" y="968641"/>
                  </a:lnTo>
                  <a:lnTo>
                    <a:pt x="38392" y="967587"/>
                  </a:lnTo>
                  <a:lnTo>
                    <a:pt x="28689" y="963371"/>
                  </a:lnTo>
                  <a:lnTo>
                    <a:pt x="24993" y="960412"/>
                  </a:lnTo>
                  <a:lnTo>
                    <a:pt x="22466" y="956576"/>
                  </a:lnTo>
                  <a:lnTo>
                    <a:pt x="19900" y="952753"/>
                  </a:lnTo>
                  <a:lnTo>
                    <a:pt x="18630" y="948258"/>
                  </a:lnTo>
                  <a:lnTo>
                    <a:pt x="18630" y="906224"/>
                  </a:lnTo>
                  <a:lnTo>
                    <a:pt x="16382" y="907427"/>
                  </a:lnTo>
                  <a:lnTo>
                    <a:pt x="12611" y="910539"/>
                  </a:lnTo>
                  <a:lnTo>
                    <a:pt x="9537" y="914361"/>
                  </a:lnTo>
                  <a:lnTo>
                    <a:pt x="6413" y="918197"/>
                  </a:lnTo>
                  <a:lnTo>
                    <a:pt x="4051" y="922591"/>
                  </a:lnTo>
                  <a:lnTo>
                    <a:pt x="812" y="932472"/>
                  </a:lnTo>
                  <a:lnTo>
                    <a:pt x="0" y="937818"/>
                  </a:lnTo>
                  <a:close/>
                </a:path>
                <a:path w="102870" h="990600">
                  <a:moveTo>
                    <a:pt x="67017" y="900353"/>
                  </a:moveTo>
                  <a:lnTo>
                    <a:pt x="67017" y="921682"/>
                  </a:lnTo>
                  <a:lnTo>
                    <a:pt x="69062" y="922052"/>
                  </a:lnTo>
                  <a:lnTo>
                    <a:pt x="69583" y="922146"/>
                  </a:lnTo>
                  <a:lnTo>
                    <a:pt x="71945" y="923023"/>
                  </a:lnTo>
                  <a:lnTo>
                    <a:pt x="73888" y="924215"/>
                  </a:lnTo>
                  <a:lnTo>
                    <a:pt x="76098" y="925525"/>
                  </a:lnTo>
                  <a:lnTo>
                    <a:pt x="82575" y="935431"/>
                  </a:lnTo>
                  <a:lnTo>
                    <a:pt x="83324" y="937818"/>
                  </a:lnTo>
                  <a:lnTo>
                    <a:pt x="83705" y="940434"/>
                  </a:lnTo>
                  <a:lnTo>
                    <a:pt x="83705" y="906271"/>
                  </a:lnTo>
                  <a:lnTo>
                    <a:pt x="76098" y="902336"/>
                  </a:lnTo>
                  <a:lnTo>
                    <a:pt x="71945" y="901023"/>
                  </a:lnTo>
                  <a:lnTo>
                    <a:pt x="71589" y="900912"/>
                  </a:lnTo>
                  <a:lnTo>
                    <a:pt x="67017" y="900353"/>
                  </a:lnTo>
                  <a:close/>
                </a:path>
                <a:path w="102870" h="990600">
                  <a:moveTo>
                    <a:pt x="18630" y="906224"/>
                  </a:moveTo>
                  <a:lnTo>
                    <a:pt x="18630" y="940257"/>
                  </a:lnTo>
                  <a:lnTo>
                    <a:pt x="19037" y="937615"/>
                  </a:lnTo>
                  <a:lnTo>
                    <a:pt x="20650" y="932713"/>
                  </a:lnTo>
                  <a:lnTo>
                    <a:pt x="36087" y="921684"/>
                  </a:lnTo>
                  <a:lnTo>
                    <a:pt x="36233" y="921664"/>
                  </a:lnTo>
                  <a:lnTo>
                    <a:pt x="36233" y="900353"/>
                  </a:lnTo>
                  <a:lnTo>
                    <a:pt x="31026" y="900971"/>
                  </a:lnTo>
                  <a:lnTo>
                    <a:pt x="30454" y="901039"/>
                  </a:lnTo>
                  <a:lnTo>
                    <a:pt x="25336" y="902601"/>
                  </a:lnTo>
                  <a:lnTo>
                    <a:pt x="18630" y="906224"/>
                  </a:lnTo>
                  <a:close/>
                </a:path>
                <a:path w="102870" h="990600">
                  <a:moveTo>
                    <a:pt x="26263" y="870280"/>
                  </a:moveTo>
                  <a:lnTo>
                    <a:pt x="26263" y="890993"/>
                  </a:lnTo>
                  <a:lnTo>
                    <a:pt x="79844" y="890930"/>
                  </a:lnTo>
                  <a:lnTo>
                    <a:pt x="83858" y="890064"/>
                  </a:lnTo>
                  <a:lnTo>
                    <a:pt x="84429" y="889941"/>
                  </a:lnTo>
                  <a:lnTo>
                    <a:pt x="84670" y="889888"/>
                  </a:lnTo>
                  <a:lnTo>
                    <a:pt x="93040" y="885647"/>
                  </a:lnTo>
                  <a:lnTo>
                    <a:pt x="96265" y="882675"/>
                  </a:lnTo>
                  <a:lnTo>
                    <a:pt x="100799" y="875093"/>
                  </a:lnTo>
                  <a:lnTo>
                    <a:pt x="101942" y="870699"/>
                  </a:lnTo>
                  <a:lnTo>
                    <a:pt x="101942" y="860094"/>
                  </a:lnTo>
                  <a:lnTo>
                    <a:pt x="100609" y="855344"/>
                  </a:lnTo>
                  <a:lnTo>
                    <a:pt x="95288" y="847534"/>
                  </a:lnTo>
                  <a:lnTo>
                    <a:pt x="91770" y="844727"/>
                  </a:lnTo>
                  <a:lnTo>
                    <a:pt x="87401" y="843038"/>
                  </a:lnTo>
                  <a:lnTo>
                    <a:pt x="87401" y="822375"/>
                  </a:lnTo>
                  <a:lnTo>
                    <a:pt x="84429" y="822375"/>
                  </a:lnTo>
                  <a:lnTo>
                    <a:pt x="84429" y="861263"/>
                  </a:lnTo>
                  <a:lnTo>
                    <a:pt x="83146" y="864400"/>
                  </a:lnTo>
                  <a:lnTo>
                    <a:pt x="78028" y="869060"/>
                  </a:lnTo>
                  <a:lnTo>
                    <a:pt x="74536" y="870242"/>
                  </a:lnTo>
                  <a:lnTo>
                    <a:pt x="26263" y="870280"/>
                  </a:lnTo>
                  <a:close/>
                </a:path>
                <a:path w="102870" h="990600">
                  <a:moveTo>
                    <a:pt x="87401" y="822375"/>
                  </a:moveTo>
                  <a:lnTo>
                    <a:pt x="87401" y="842263"/>
                  </a:lnTo>
                  <a:lnTo>
                    <a:pt x="100964" y="842263"/>
                  </a:lnTo>
                  <a:lnTo>
                    <a:pt x="100964" y="822375"/>
                  </a:lnTo>
                  <a:lnTo>
                    <a:pt x="87401" y="822375"/>
                  </a:lnTo>
                  <a:close/>
                </a:path>
                <a:path w="102870" h="990600">
                  <a:moveTo>
                    <a:pt x="26263" y="822375"/>
                  </a:moveTo>
                  <a:lnTo>
                    <a:pt x="26263" y="843089"/>
                  </a:lnTo>
                  <a:lnTo>
                    <a:pt x="72491" y="843064"/>
                  </a:lnTo>
                  <a:lnTo>
                    <a:pt x="75298" y="843724"/>
                  </a:lnTo>
                  <a:lnTo>
                    <a:pt x="79667" y="846311"/>
                  </a:lnTo>
                  <a:lnTo>
                    <a:pt x="79844" y="846416"/>
                  </a:lnTo>
                  <a:lnTo>
                    <a:pt x="81559" y="848169"/>
                  </a:lnTo>
                  <a:lnTo>
                    <a:pt x="82727" y="850341"/>
                  </a:lnTo>
                  <a:lnTo>
                    <a:pt x="83858" y="852512"/>
                  </a:lnTo>
                  <a:lnTo>
                    <a:pt x="84429" y="854849"/>
                  </a:lnTo>
                  <a:lnTo>
                    <a:pt x="84429" y="822375"/>
                  </a:lnTo>
                  <a:lnTo>
                    <a:pt x="26263" y="822375"/>
                  </a:lnTo>
                  <a:close/>
                </a:path>
                <a:path w="102870" h="990600">
                  <a:moveTo>
                    <a:pt x="78257" y="794080"/>
                  </a:moveTo>
                  <a:lnTo>
                    <a:pt x="79324" y="814463"/>
                  </a:lnTo>
                  <a:lnTo>
                    <a:pt x="86461" y="813447"/>
                  </a:lnTo>
                  <a:lnTo>
                    <a:pt x="92100" y="810031"/>
                  </a:lnTo>
                  <a:lnTo>
                    <a:pt x="96253" y="804202"/>
                  </a:lnTo>
                  <a:lnTo>
                    <a:pt x="100368" y="798321"/>
                  </a:lnTo>
                  <a:lnTo>
                    <a:pt x="102425" y="790447"/>
                  </a:lnTo>
                  <a:lnTo>
                    <a:pt x="102425" y="774077"/>
                  </a:lnTo>
                  <a:lnTo>
                    <a:pt x="101396" y="768349"/>
                  </a:lnTo>
                  <a:lnTo>
                    <a:pt x="97281" y="758393"/>
                  </a:lnTo>
                  <a:lnTo>
                    <a:pt x="94399" y="754481"/>
                  </a:lnTo>
                  <a:lnTo>
                    <a:pt x="87490" y="749116"/>
                  </a:lnTo>
                  <a:lnTo>
                    <a:pt x="87490" y="784212"/>
                  </a:lnTo>
                  <a:lnTo>
                    <a:pt x="86791" y="786937"/>
                  </a:lnTo>
                  <a:lnTo>
                    <a:pt x="86791" y="787119"/>
                  </a:lnTo>
                  <a:lnTo>
                    <a:pt x="85153" y="789609"/>
                  </a:lnTo>
                  <a:lnTo>
                    <a:pt x="83565" y="791971"/>
                  </a:lnTo>
                  <a:lnTo>
                    <a:pt x="81267" y="793457"/>
                  </a:lnTo>
                  <a:lnTo>
                    <a:pt x="78257" y="794080"/>
                  </a:lnTo>
                  <a:close/>
                </a:path>
                <a:path w="102870" h="990600">
                  <a:moveTo>
                    <a:pt x="25285" y="771372"/>
                  </a:moveTo>
                  <a:lnTo>
                    <a:pt x="25285" y="787184"/>
                  </a:lnTo>
                  <a:lnTo>
                    <a:pt x="26225" y="792772"/>
                  </a:lnTo>
                  <a:lnTo>
                    <a:pt x="54114" y="812469"/>
                  </a:lnTo>
                  <a:lnTo>
                    <a:pt x="58699" y="810691"/>
                  </a:lnTo>
                  <a:lnTo>
                    <a:pt x="62306" y="807161"/>
                  </a:lnTo>
                  <a:lnTo>
                    <a:pt x="65900" y="803592"/>
                  </a:lnTo>
                  <a:lnTo>
                    <a:pt x="68427" y="798169"/>
                  </a:lnTo>
                  <a:lnTo>
                    <a:pt x="73113" y="774687"/>
                  </a:lnTo>
                  <a:lnTo>
                    <a:pt x="74053" y="772286"/>
                  </a:lnTo>
                  <a:lnTo>
                    <a:pt x="75285" y="770737"/>
                  </a:lnTo>
                  <a:lnTo>
                    <a:pt x="76479" y="769175"/>
                  </a:lnTo>
                  <a:lnTo>
                    <a:pt x="78028" y="768388"/>
                  </a:lnTo>
                  <a:lnTo>
                    <a:pt x="82143" y="768388"/>
                  </a:lnTo>
                  <a:lnTo>
                    <a:pt x="83972" y="769518"/>
                  </a:lnTo>
                  <a:lnTo>
                    <a:pt x="85407" y="771753"/>
                  </a:lnTo>
                  <a:lnTo>
                    <a:pt x="86791" y="773963"/>
                  </a:lnTo>
                  <a:lnTo>
                    <a:pt x="87490" y="776884"/>
                  </a:lnTo>
                  <a:lnTo>
                    <a:pt x="87490" y="749116"/>
                  </a:lnTo>
                  <a:lnTo>
                    <a:pt x="87007" y="748741"/>
                  </a:lnTo>
                  <a:lnTo>
                    <a:pt x="82715" y="747293"/>
                  </a:lnTo>
                  <a:lnTo>
                    <a:pt x="72428" y="747293"/>
                  </a:lnTo>
                  <a:lnTo>
                    <a:pt x="68084" y="749071"/>
                  </a:lnTo>
                  <a:lnTo>
                    <a:pt x="61468" y="756208"/>
                  </a:lnTo>
                  <a:lnTo>
                    <a:pt x="59080" y="761618"/>
                  </a:lnTo>
                  <a:lnTo>
                    <a:pt x="54863" y="782408"/>
                  </a:lnTo>
                  <a:lnTo>
                    <a:pt x="54114" y="785875"/>
                  </a:lnTo>
                  <a:lnTo>
                    <a:pt x="53124" y="788327"/>
                  </a:lnTo>
                  <a:lnTo>
                    <a:pt x="50660" y="791184"/>
                  </a:lnTo>
                  <a:lnTo>
                    <a:pt x="49148" y="791895"/>
                  </a:lnTo>
                  <a:lnTo>
                    <a:pt x="45135" y="791895"/>
                  </a:lnTo>
                  <a:lnTo>
                    <a:pt x="43345" y="790790"/>
                  </a:lnTo>
                  <a:lnTo>
                    <a:pt x="42024" y="788581"/>
                  </a:lnTo>
                  <a:lnTo>
                    <a:pt x="40690" y="786445"/>
                  </a:lnTo>
                  <a:lnTo>
                    <a:pt x="40386" y="785307"/>
                  </a:lnTo>
                  <a:lnTo>
                    <a:pt x="39979" y="783666"/>
                  </a:lnTo>
                  <a:lnTo>
                    <a:pt x="39979" y="750325"/>
                  </a:lnTo>
                  <a:lnTo>
                    <a:pt x="35255" y="753084"/>
                  </a:lnTo>
                  <a:lnTo>
                    <a:pt x="27279" y="763943"/>
                  </a:lnTo>
                  <a:lnTo>
                    <a:pt x="25285" y="771372"/>
                  </a:lnTo>
                  <a:close/>
                </a:path>
                <a:path w="102870" h="990600">
                  <a:moveTo>
                    <a:pt x="39979" y="750325"/>
                  </a:moveTo>
                  <a:lnTo>
                    <a:pt x="39979" y="778065"/>
                  </a:lnTo>
                  <a:lnTo>
                    <a:pt x="40386" y="776008"/>
                  </a:lnTo>
                  <a:lnTo>
                    <a:pt x="42024" y="772472"/>
                  </a:lnTo>
                  <a:lnTo>
                    <a:pt x="43027" y="771118"/>
                  </a:lnTo>
                  <a:lnTo>
                    <a:pt x="45656" y="768984"/>
                  </a:lnTo>
                  <a:lnTo>
                    <a:pt x="47104" y="768286"/>
                  </a:lnTo>
                  <a:lnTo>
                    <a:pt x="48729" y="767968"/>
                  </a:lnTo>
                  <a:lnTo>
                    <a:pt x="47561" y="748995"/>
                  </a:lnTo>
                  <a:lnTo>
                    <a:pt x="42024" y="749732"/>
                  </a:lnTo>
                  <a:lnTo>
                    <a:pt x="41198" y="749841"/>
                  </a:lnTo>
                  <a:lnTo>
                    <a:pt x="40690" y="749909"/>
                  </a:lnTo>
                  <a:lnTo>
                    <a:pt x="39979" y="750325"/>
                  </a:lnTo>
                  <a:close/>
                </a:path>
                <a:path w="102870" h="990600">
                  <a:moveTo>
                    <a:pt x="8369" y="713917"/>
                  </a:moveTo>
                  <a:lnTo>
                    <a:pt x="8369" y="734631"/>
                  </a:lnTo>
                  <a:lnTo>
                    <a:pt x="85623" y="734669"/>
                  </a:lnTo>
                  <a:lnTo>
                    <a:pt x="89687" y="733653"/>
                  </a:lnTo>
                  <a:lnTo>
                    <a:pt x="96100" y="729500"/>
                  </a:lnTo>
                  <a:lnTo>
                    <a:pt x="98463" y="726592"/>
                  </a:lnTo>
                  <a:lnTo>
                    <a:pt x="101612" y="718849"/>
                  </a:lnTo>
                  <a:lnTo>
                    <a:pt x="101612" y="718439"/>
                  </a:lnTo>
                  <a:lnTo>
                    <a:pt x="102184" y="714730"/>
                  </a:lnTo>
                  <a:lnTo>
                    <a:pt x="101980" y="709739"/>
                  </a:lnTo>
                  <a:lnTo>
                    <a:pt x="101980" y="707774"/>
                  </a:lnTo>
                  <a:lnTo>
                    <a:pt x="101612" y="704761"/>
                  </a:lnTo>
                  <a:lnTo>
                    <a:pt x="101155" y="702881"/>
                  </a:lnTo>
                  <a:lnTo>
                    <a:pt x="100736" y="701001"/>
                  </a:lnTo>
                  <a:lnTo>
                    <a:pt x="100368" y="699541"/>
                  </a:lnTo>
                  <a:lnTo>
                    <a:pt x="100037" y="698499"/>
                  </a:lnTo>
                  <a:lnTo>
                    <a:pt x="85623" y="701551"/>
                  </a:lnTo>
                  <a:lnTo>
                    <a:pt x="85305" y="701618"/>
                  </a:lnTo>
                  <a:lnTo>
                    <a:pt x="85305" y="708304"/>
                  </a:lnTo>
                  <a:lnTo>
                    <a:pt x="85089" y="709536"/>
                  </a:lnTo>
                  <a:lnTo>
                    <a:pt x="84251" y="711644"/>
                  </a:lnTo>
                  <a:lnTo>
                    <a:pt x="83515" y="712457"/>
                  </a:lnTo>
                  <a:lnTo>
                    <a:pt x="81419" y="713625"/>
                  </a:lnTo>
                  <a:lnTo>
                    <a:pt x="79921" y="713917"/>
                  </a:lnTo>
                  <a:lnTo>
                    <a:pt x="8369" y="713917"/>
                  </a:lnTo>
                  <a:close/>
                </a:path>
                <a:path w="102870" h="990600">
                  <a:moveTo>
                    <a:pt x="84721" y="701742"/>
                  </a:moveTo>
                  <a:lnTo>
                    <a:pt x="84721" y="702271"/>
                  </a:lnTo>
                  <a:lnTo>
                    <a:pt x="85089" y="704147"/>
                  </a:lnTo>
                  <a:lnTo>
                    <a:pt x="85305" y="705409"/>
                  </a:lnTo>
                  <a:lnTo>
                    <a:pt x="85305" y="701618"/>
                  </a:lnTo>
                  <a:lnTo>
                    <a:pt x="84721" y="701742"/>
                  </a:lnTo>
                  <a:close/>
                </a:path>
                <a:path w="102870" h="990600">
                  <a:moveTo>
                    <a:pt x="26263" y="734640"/>
                  </a:moveTo>
                  <a:lnTo>
                    <a:pt x="26263" y="744854"/>
                  </a:lnTo>
                  <a:lnTo>
                    <a:pt x="41821" y="744854"/>
                  </a:lnTo>
                  <a:lnTo>
                    <a:pt x="41821" y="734647"/>
                  </a:lnTo>
                  <a:lnTo>
                    <a:pt x="26263" y="734640"/>
                  </a:lnTo>
                  <a:close/>
                </a:path>
                <a:path w="102870" h="990600">
                  <a:moveTo>
                    <a:pt x="26263" y="699858"/>
                  </a:moveTo>
                  <a:lnTo>
                    <a:pt x="26263" y="713917"/>
                  </a:lnTo>
                  <a:lnTo>
                    <a:pt x="41821" y="713917"/>
                  </a:lnTo>
                  <a:lnTo>
                    <a:pt x="41821" y="699858"/>
                  </a:lnTo>
                  <a:lnTo>
                    <a:pt x="26263" y="699858"/>
                  </a:lnTo>
                  <a:close/>
                </a:path>
                <a:path w="102870" h="990600">
                  <a:moveTo>
                    <a:pt x="25285" y="651205"/>
                  </a:moveTo>
                  <a:lnTo>
                    <a:pt x="25285" y="666318"/>
                  </a:lnTo>
                  <a:lnTo>
                    <a:pt x="26911" y="672858"/>
                  </a:lnTo>
                  <a:lnTo>
                    <a:pt x="71983" y="695432"/>
                  </a:lnTo>
                  <a:lnTo>
                    <a:pt x="78282" y="694042"/>
                  </a:lnTo>
                  <a:lnTo>
                    <a:pt x="102425" y="666318"/>
                  </a:lnTo>
                  <a:lnTo>
                    <a:pt x="102425" y="651205"/>
                  </a:lnTo>
                  <a:lnTo>
                    <a:pt x="100825" y="644690"/>
                  </a:lnTo>
                  <a:lnTo>
                    <a:pt x="94361" y="633704"/>
                  </a:lnTo>
                  <a:lnTo>
                    <a:pt x="89865" y="629450"/>
                  </a:lnTo>
                  <a:lnTo>
                    <a:pt x="86372" y="627654"/>
                  </a:lnTo>
                  <a:lnTo>
                    <a:pt x="86372" y="662139"/>
                  </a:lnTo>
                  <a:lnTo>
                    <a:pt x="85407" y="665060"/>
                  </a:lnTo>
                  <a:lnTo>
                    <a:pt x="68110" y="674471"/>
                  </a:lnTo>
                  <a:lnTo>
                    <a:pt x="59410" y="674471"/>
                  </a:lnTo>
                  <a:lnTo>
                    <a:pt x="41097" y="662139"/>
                  </a:lnTo>
                  <a:lnTo>
                    <a:pt x="41097" y="627798"/>
                  </a:lnTo>
                  <a:lnTo>
                    <a:pt x="37871" y="629450"/>
                  </a:lnTo>
                  <a:lnTo>
                    <a:pt x="33362" y="633704"/>
                  </a:lnTo>
                  <a:lnTo>
                    <a:pt x="26911" y="644690"/>
                  </a:lnTo>
                  <a:lnTo>
                    <a:pt x="25285" y="651205"/>
                  </a:lnTo>
                  <a:close/>
                </a:path>
                <a:path w="102870" h="990600">
                  <a:moveTo>
                    <a:pt x="41097" y="627798"/>
                  </a:moveTo>
                  <a:lnTo>
                    <a:pt x="41097" y="655231"/>
                  </a:lnTo>
                  <a:lnTo>
                    <a:pt x="42087" y="652360"/>
                  </a:lnTo>
                  <a:lnTo>
                    <a:pt x="46037" y="647763"/>
                  </a:lnTo>
                  <a:lnTo>
                    <a:pt x="48729" y="646023"/>
                  </a:lnTo>
                  <a:lnTo>
                    <a:pt x="55537" y="643661"/>
                  </a:lnTo>
                  <a:lnTo>
                    <a:pt x="59410" y="643051"/>
                  </a:lnTo>
                  <a:lnTo>
                    <a:pt x="68110" y="643051"/>
                  </a:lnTo>
                  <a:lnTo>
                    <a:pt x="86372" y="655231"/>
                  </a:lnTo>
                  <a:lnTo>
                    <a:pt x="86372" y="627654"/>
                  </a:lnTo>
                  <a:lnTo>
                    <a:pt x="78282" y="623493"/>
                  </a:lnTo>
                  <a:lnTo>
                    <a:pt x="71983" y="622091"/>
                  </a:lnTo>
                  <a:lnTo>
                    <a:pt x="56184" y="621995"/>
                  </a:lnTo>
                  <a:lnTo>
                    <a:pt x="49441" y="623493"/>
                  </a:lnTo>
                  <a:lnTo>
                    <a:pt x="41097" y="627798"/>
                  </a:lnTo>
                  <a:close/>
                </a:path>
                <a:path w="102870" h="990600">
                  <a:moveTo>
                    <a:pt x="26263" y="594131"/>
                  </a:moveTo>
                  <a:lnTo>
                    <a:pt x="26263" y="613879"/>
                  </a:lnTo>
                  <a:lnTo>
                    <a:pt x="100964" y="613879"/>
                  </a:lnTo>
                  <a:lnTo>
                    <a:pt x="100964" y="593153"/>
                  </a:lnTo>
                  <a:lnTo>
                    <a:pt x="53365" y="593153"/>
                  </a:lnTo>
                  <a:lnTo>
                    <a:pt x="51460" y="592730"/>
                  </a:lnTo>
                  <a:lnTo>
                    <a:pt x="42354" y="583298"/>
                  </a:lnTo>
                  <a:lnTo>
                    <a:pt x="42354" y="505413"/>
                  </a:lnTo>
                  <a:lnTo>
                    <a:pt x="39446" y="506434"/>
                  </a:lnTo>
                  <a:lnTo>
                    <a:pt x="39446" y="594131"/>
                  </a:lnTo>
                  <a:lnTo>
                    <a:pt x="26263" y="594131"/>
                  </a:lnTo>
                  <a:close/>
                </a:path>
                <a:path w="102870" h="990600">
                  <a:moveTo>
                    <a:pt x="42354" y="541324"/>
                  </a:moveTo>
                  <a:lnTo>
                    <a:pt x="42354" y="577595"/>
                  </a:lnTo>
                  <a:lnTo>
                    <a:pt x="43561" y="574565"/>
                  </a:lnTo>
                  <a:lnTo>
                    <a:pt x="43561" y="574743"/>
                  </a:lnTo>
                  <a:lnTo>
                    <a:pt x="45618" y="572782"/>
                  </a:lnTo>
                  <a:lnTo>
                    <a:pt x="47790" y="570674"/>
                  </a:lnTo>
                  <a:lnTo>
                    <a:pt x="50711" y="569620"/>
                  </a:lnTo>
                  <a:lnTo>
                    <a:pt x="100964" y="569620"/>
                  </a:lnTo>
                  <a:lnTo>
                    <a:pt x="100964" y="549528"/>
                  </a:lnTo>
                  <a:lnTo>
                    <a:pt x="51460" y="549528"/>
                  </a:lnTo>
                  <a:lnTo>
                    <a:pt x="48323" y="548474"/>
                  </a:lnTo>
                  <a:lnTo>
                    <a:pt x="43561" y="544258"/>
                  </a:lnTo>
                  <a:lnTo>
                    <a:pt x="42354" y="541324"/>
                  </a:lnTo>
                  <a:close/>
                </a:path>
                <a:path w="102870" h="990600">
                  <a:moveTo>
                    <a:pt x="42354" y="505413"/>
                  </a:moveTo>
                  <a:lnTo>
                    <a:pt x="42354" y="534263"/>
                  </a:lnTo>
                  <a:lnTo>
                    <a:pt x="43561" y="531070"/>
                  </a:lnTo>
                  <a:lnTo>
                    <a:pt x="43561" y="531332"/>
                  </a:lnTo>
                  <a:lnTo>
                    <a:pt x="47548" y="527100"/>
                  </a:lnTo>
                  <a:lnTo>
                    <a:pt x="50711" y="525995"/>
                  </a:lnTo>
                  <a:lnTo>
                    <a:pt x="100964" y="525995"/>
                  </a:lnTo>
                  <a:lnTo>
                    <a:pt x="100964" y="505320"/>
                  </a:lnTo>
                  <a:lnTo>
                    <a:pt x="42354" y="505413"/>
                  </a:lnTo>
                  <a:close/>
                </a:path>
                <a:path w="102870" h="990600">
                  <a:moveTo>
                    <a:pt x="25285" y="567321"/>
                  </a:moveTo>
                  <a:lnTo>
                    <a:pt x="25285" y="577494"/>
                  </a:lnTo>
                  <a:lnTo>
                    <a:pt x="26581" y="581874"/>
                  </a:lnTo>
                  <a:lnTo>
                    <a:pt x="29133" y="585543"/>
                  </a:lnTo>
                  <a:lnTo>
                    <a:pt x="31737" y="589197"/>
                  </a:lnTo>
                  <a:lnTo>
                    <a:pt x="35166" y="591729"/>
                  </a:lnTo>
                  <a:lnTo>
                    <a:pt x="39446" y="593255"/>
                  </a:lnTo>
                  <a:lnTo>
                    <a:pt x="39446" y="552157"/>
                  </a:lnTo>
                  <a:lnTo>
                    <a:pt x="35166" y="553346"/>
                  </a:lnTo>
                  <a:lnTo>
                    <a:pt x="31737" y="555699"/>
                  </a:lnTo>
                  <a:lnTo>
                    <a:pt x="26581" y="562935"/>
                  </a:lnTo>
                  <a:lnTo>
                    <a:pt x="25285" y="567321"/>
                  </a:lnTo>
                  <a:close/>
                </a:path>
                <a:path w="102870" h="990600">
                  <a:moveTo>
                    <a:pt x="25285" y="521893"/>
                  </a:moveTo>
                  <a:lnTo>
                    <a:pt x="25285" y="534339"/>
                  </a:lnTo>
                  <a:lnTo>
                    <a:pt x="26581" y="539089"/>
                  </a:lnTo>
                  <a:lnTo>
                    <a:pt x="31737" y="547103"/>
                  </a:lnTo>
                  <a:lnTo>
                    <a:pt x="35166" y="549859"/>
                  </a:lnTo>
                  <a:lnTo>
                    <a:pt x="39446" y="551383"/>
                  </a:lnTo>
                  <a:lnTo>
                    <a:pt x="39446" y="506434"/>
                  </a:lnTo>
                  <a:lnTo>
                    <a:pt x="36360" y="507517"/>
                  </a:lnTo>
                  <a:lnTo>
                    <a:pt x="31953" y="511886"/>
                  </a:lnTo>
                  <a:lnTo>
                    <a:pt x="27508" y="516229"/>
                  </a:lnTo>
                  <a:lnTo>
                    <a:pt x="25285" y="521893"/>
                  </a:lnTo>
                  <a:close/>
                </a:path>
                <a:path w="102870" h="990600">
                  <a:moveTo>
                    <a:pt x="25285" y="456158"/>
                  </a:moveTo>
                  <a:lnTo>
                    <a:pt x="25285" y="468414"/>
                  </a:lnTo>
                  <a:lnTo>
                    <a:pt x="26911" y="474802"/>
                  </a:lnTo>
                  <a:lnTo>
                    <a:pt x="71831" y="497319"/>
                  </a:lnTo>
                  <a:lnTo>
                    <a:pt x="78295" y="495913"/>
                  </a:lnTo>
                  <a:lnTo>
                    <a:pt x="102425" y="467944"/>
                  </a:lnTo>
                  <a:lnTo>
                    <a:pt x="102425" y="454101"/>
                  </a:lnTo>
                  <a:lnTo>
                    <a:pt x="86956" y="428762"/>
                  </a:lnTo>
                  <a:lnTo>
                    <a:pt x="86956" y="463397"/>
                  </a:lnTo>
                  <a:lnTo>
                    <a:pt x="86232" y="466394"/>
                  </a:lnTo>
                  <a:lnTo>
                    <a:pt x="72656" y="476846"/>
                  </a:lnTo>
                  <a:lnTo>
                    <a:pt x="68910" y="476841"/>
                  </a:lnTo>
                  <a:lnTo>
                    <a:pt x="68910" y="489051"/>
                  </a:lnTo>
                  <a:lnTo>
                    <a:pt x="56070" y="489051"/>
                  </a:lnTo>
                  <a:lnTo>
                    <a:pt x="56070" y="476824"/>
                  </a:lnTo>
                  <a:lnTo>
                    <a:pt x="53809" y="476821"/>
                  </a:lnTo>
                  <a:lnTo>
                    <a:pt x="51320" y="476172"/>
                  </a:lnTo>
                  <a:lnTo>
                    <a:pt x="51130" y="476122"/>
                  </a:lnTo>
                  <a:lnTo>
                    <a:pt x="46304" y="473392"/>
                  </a:lnTo>
                  <a:lnTo>
                    <a:pt x="44373" y="471512"/>
                  </a:lnTo>
                  <a:lnTo>
                    <a:pt x="41490" y="466686"/>
                  </a:lnTo>
                  <a:lnTo>
                    <a:pt x="40754" y="463892"/>
                  </a:lnTo>
                  <a:lnTo>
                    <a:pt x="40754" y="431104"/>
                  </a:lnTo>
                  <a:lnTo>
                    <a:pt x="37922" y="432898"/>
                  </a:lnTo>
                  <a:lnTo>
                    <a:pt x="31584" y="439318"/>
                  </a:lnTo>
                  <a:lnTo>
                    <a:pt x="29222" y="443052"/>
                  </a:lnTo>
                  <a:lnTo>
                    <a:pt x="27673" y="447332"/>
                  </a:lnTo>
                  <a:lnTo>
                    <a:pt x="26085" y="451573"/>
                  </a:lnTo>
                  <a:lnTo>
                    <a:pt x="25285" y="456158"/>
                  </a:lnTo>
                  <a:close/>
                </a:path>
                <a:path w="102870" h="990600">
                  <a:moveTo>
                    <a:pt x="78295" y="445579"/>
                  </a:moveTo>
                  <a:lnTo>
                    <a:pt x="86956" y="457619"/>
                  </a:lnTo>
                  <a:lnTo>
                    <a:pt x="86956" y="428762"/>
                  </a:lnTo>
                  <a:lnTo>
                    <a:pt x="84366" y="427475"/>
                  </a:lnTo>
                  <a:lnTo>
                    <a:pt x="84175" y="427380"/>
                  </a:lnTo>
                  <a:lnTo>
                    <a:pt x="79565" y="426415"/>
                  </a:lnTo>
                  <a:lnTo>
                    <a:pt x="78295" y="445579"/>
                  </a:lnTo>
                  <a:close/>
                </a:path>
                <a:path w="102870" h="990600">
                  <a:moveTo>
                    <a:pt x="56070" y="476824"/>
                  </a:moveTo>
                  <a:lnTo>
                    <a:pt x="56070" y="489051"/>
                  </a:lnTo>
                  <a:lnTo>
                    <a:pt x="68910" y="489051"/>
                  </a:lnTo>
                  <a:lnTo>
                    <a:pt x="68910" y="476841"/>
                  </a:lnTo>
                  <a:lnTo>
                    <a:pt x="56070" y="476824"/>
                  </a:lnTo>
                  <a:close/>
                </a:path>
                <a:path w="102870" h="990600">
                  <a:moveTo>
                    <a:pt x="40754" y="431104"/>
                  </a:moveTo>
                  <a:lnTo>
                    <a:pt x="40754" y="457733"/>
                  </a:lnTo>
                  <a:lnTo>
                    <a:pt x="41490" y="454786"/>
                  </a:lnTo>
                  <a:lnTo>
                    <a:pt x="41490" y="454961"/>
                  </a:lnTo>
                  <a:lnTo>
                    <a:pt x="42748" y="452818"/>
                  </a:lnTo>
                  <a:lnTo>
                    <a:pt x="44043" y="450519"/>
                  </a:lnTo>
                  <a:lnTo>
                    <a:pt x="45846" y="448716"/>
                  </a:lnTo>
                  <a:lnTo>
                    <a:pt x="50444" y="446125"/>
                  </a:lnTo>
                  <a:lnTo>
                    <a:pt x="53086" y="445477"/>
                  </a:lnTo>
                  <a:lnTo>
                    <a:pt x="56070" y="445477"/>
                  </a:lnTo>
                  <a:lnTo>
                    <a:pt x="56070" y="476824"/>
                  </a:lnTo>
                  <a:lnTo>
                    <a:pt x="68910" y="476841"/>
                  </a:lnTo>
                  <a:lnTo>
                    <a:pt x="68910" y="425970"/>
                  </a:lnTo>
                  <a:lnTo>
                    <a:pt x="56273" y="426067"/>
                  </a:lnTo>
                  <a:lnTo>
                    <a:pt x="51320" y="426872"/>
                  </a:lnTo>
                  <a:lnTo>
                    <a:pt x="41821" y="430428"/>
                  </a:lnTo>
                  <a:lnTo>
                    <a:pt x="40754" y="431104"/>
                  </a:lnTo>
                  <a:close/>
                </a:path>
                <a:path w="102870" h="990600">
                  <a:moveTo>
                    <a:pt x="26390" y="397713"/>
                  </a:moveTo>
                  <a:lnTo>
                    <a:pt x="26390" y="417804"/>
                  </a:lnTo>
                  <a:lnTo>
                    <a:pt x="100964" y="417804"/>
                  </a:lnTo>
                  <a:lnTo>
                    <a:pt x="100964" y="397090"/>
                  </a:lnTo>
                  <a:lnTo>
                    <a:pt x="55651" y="397090"/>
                  </a:lnTo>
                  <a:lnTo>
                    <a:pt x="52958" y="396405"/>
                  </a:lnTo>
                  <a:lnTo>
                    <a:pt x="43294" y="384696"/>
                  </a:lnTo>
                  <a:lnTo>
                    <a:pt x="43294" y="372478"/>
                  </a:lnTo>
                  <a:lnTo>
                    <a:pt x="39293" y="372478"/>
                  </a:lnTo>
                  <a:lnTo>
                    <a:pt x="39293" y="397713"/>
                  </a:lnTo>
                  <a:lnTo>
                    <a:pt x="26390" y="397713"/>
                  </a:lnTo>
                  <a:close/>
                </a:path>
                <a:path w="102870" h="990600">
                  <a:moveTo>
                    <a:pt x="43294" y="372478"/>
                  </a:moveTo>
                  <a:lnTo>
                    <a:pt x="43294" y="378231"/>
                  </a:lnTo>
                  <a:lnTo>
                    <a:pt x="43853" y="374024"/>
                  </a:lnTo>
                  <a:lnTo>
                    <a:pt x="43853" y="374281"/>
                  </a:lnTo>
                  <a:lnTo>
                    <a:pt x="44018" y="373456"/>
                  </a:lnTo>
                  <a:lnTo>
                    <a:pt x="44310" y="372478"/>
                  </a:lnTo>
                  <a:lnTo>
                    <a:pt x="43294" y="372478"/>
                  </a:lnTo>
                  <a:close/>
                </a:path>
                <a:path w="102870" h="990600">
                  <a:moveTo>
                    <a:pt x="25260" y="376834"/>
                  </a:moveTo>
                  <a:lnTo>
                    <a:pt x="25260" y="383368"/>
                  </a:lnTo>
                  <a:lnTo>
                    <a:pt x="26390" y="386867"/>
                  </a:lnTo>
                  <a:lnTo>
                    <a:pt x="28790" y="390080"/>
                  </a:lnTo>
                  <a:lnTo>
                    <a:pt x="31153" y="393293"/>
                  </a:lnTo>
                  <a:lnTo>
                    <a:pt x="34658" y="395579"/>
                  </a:lnTo>
                  <a:lnTo>
                    <a:pt x="39293" y="396938"/>
                  </a:lnTo>
                  <a:lnTo>
                    <a:pt x="39293" y="372478"/>
                  </a:lnTo>
                  <a:lnTo>
                    <a:pt x="25920" y="372478"/>
                  </a:lnTo>
                  <a:lnTo>
                    <a:pt x="25692" y="373379"/>
                  </a:lnTo>
                  <a:lnTo>
                    <a:pt x="25514" y="374434"/>
                  </a:lnTo>
                  <a:lnTo>
                    <a:pt x="25260" y="376834"/>
                  </a:lnTo>
                  <a:close/>
                </a:path>
                <a:path w="102870" h="990600">
                  <a:moveTo>
                    <a:pt x="78257" y="323697"/>
                  </a:moveTo>
                  <a:lnTo>
                    <a:pt x="79324" y="344081"/>
                  </a:lnTo>
                  <a:lnTo>
                    <a:pt x="86461" y="343065"/>
                  </a:lnTo>
                  <a:lnTo>
                    <a:pt x="92100" y="339648"/>
                  </a:lnTo>
                  <a:lnTo>
                    <a:pt x="100368" y="327939"/>
                  </a:lnTo>
                  <a:lnTo>
                    <a:pt x="102425" y="320065"/>
                  </a:lnTo>
                  <a:lnTo>
                    <a:pt x="102425" y="303695"/>
                  </a:lnTo>
                  <a:lnTo>
                    <a:pt x="101396" y="297967"/>
                  </a:lnTo>
                  <a:lnTo>
                    <a:pt x="97281" y="288010"/>
                  </a:lnTo>
                  <a:lnTo>
                    <a:pt x="94399" y="284086"/>
                  </a:lnTo>
                  <a:lnTo>
                    <a:pt x="90703" y="281241"/>
                  </a:lnTo>
                  <a:lnTo>
                    <a:pt x="87490" y="278735"/>
                  </a:lnTo>
                  <a:lnTo>
                    <a:pt x="87490" y="313829"/>
                  </a:lnTo>
                  <a:lnTo>
                    <a:pt x="86791" y="316554"/>
                  </a:lnTo>
                  <a:lnTo>
                    <a:pt x="86791" y="316736"/>
                  </a:lnTo>
                  <a:lnTo>
                    <a:pt x="85153" y="319227"/>
                  </a:lnTo>
                  <a:lnTo>
                    <a:pt x="83565" y="321589"/>
                  </a:lnTo>
                  <a:lnTo>
                    <a:pt x="81267" y="323075"/>
                  </a:lnTo>
                  <a:lnTo>
                    <a:pt x="78257" y="323697"/>
                  </a:lnTo>
                  <a:close/>
                </a:path>
                <a:path w="102870" h="990600">
                  <a:moveTo>
                    <a:pt x="25285" y="300989"/>
                  </a:moveTo>
                  <a:lnTo>
                    <a:pt x="25285" y="316801"/>
                  </a:lnTo>
                  <a:lnTo>
                    <a:pt x="26225" y="322389"/>
                  </a:lnTo>
                  <a:lnTo>
                    <a:pt x="54114" y="342087"/>
                  </a:lnTo>
                  <a:lnTo>
                    <a:pt x="58699" y="340309"/>
                  </a:lnTo>
                  <a:lnTo>
                    <a:pt x="62306" y="336778"/>
                  </a:lnTo>
                  <a:lnTo>
                    <a:pt x="65900" y="333209"/>
                  </a:lnTo>
                  <a:lnTo>
                    <a:pt x="68427" y="327786"/>
                  </a:lnTo>
                  <a:lnTo>
                    <a:pt x="73113" y="304304"/>
                  </a:lnTo>
                  <a:lnTo>
                    <a:pt x="74053" y="301904"/>
                  </a:lnTo>
                  <a:lnTo>
                    <a:pt x="75285" y="300354"/>
                  </a:lnTo>
                  <a:lnTo>
                    <a:pt x="76479" y="298792"/>
                  </a:lnTo>
                  <a:lnTo>
                    <a:pt x="78028" y="298005"/>
                  </a:lnTo>
                  <a:lnTo>
                    <a:pt x="82143" y="298005"/>
                  </a:lnTo>
                  <a:lnTo>
                    <a:pt x="83972" y="299135"/>
                  </a:lnTo>
                  <a:lnTo>
                    <a:pt x="85407" y="301370"/>
                  </a:lnTo>
                  <a:lnTo>
                    <a:pt x="86791" y="303580"/>
                  </a:lnTo>
                  <a:lnTo>
                    <a:pt x="87490" y="306501"/>
                  </a:lnTo>
                  <a:lnTo>
                    <a:pt x="87490" y="278735"/>
                  </a:lnTo>
                  <a:lnTo>
                    <a:pt x="87007" y="278358"/>
                  </a:lnTo>
                  <a:lnTo>
                    <a:pt x="82715" y="276910"/>
                  </a:lnTo>
                  <a:lnTo>
                    <a:pt x="72428" y="276910"/>
                  </a:lnTo>
                  <a:lnTo>
                    <a:pt x="68084" y="278688"/>
                  </a:lnTo>
                  <a:lnTo>
                    <a:pt x="61468" y="285826"/>
                  </a:lnTo>
                  <a:lnTo>
                    <a:pt x="59080" y="291236"/>
                  </a:lnTo>
                  <a:lnTo>
                    <a:pt x="54863" y="312026"/>
                  </a:lnTo>
                  <a:lnTo>
                    <a:pt x="54114" y="315493"/>
                  </a:lnTo>
                  <a:lnTo>
                    <a:pt x="53124" y="317944"/>
                  </a:lnTo>
                  <a:lnTo>
                    <a:pt x="50660" y="320789"/>
                  </a:lnTo>
                  <a:lnTo>
                    <a:pt x="49148" y="321513"/>
                  </a:lnTo>
                  <a:lnTo>
                    <a:pt x="45135" y="321513"/>
                  </a:lnTo>
                  <a:lnTo>
                    <a:pt x="43345" y="320408"/>
                  </a:lnTo>
                  <a:lnTo>
                    <a:pt x="42024" y="318198"/>
                  </a:lnTo>
                  <a:lnTo>
                    <a:pt x="40690" y="316062"/>
                  </a:lnTo>
                  <a:lnTo>
                    <a:pt x="40386" y="314924"/>
                  </a:lnTo>
                  <a:lnTo>
                    <a:pt x="39979" y="313283"/>
                  </a:lnTo>
                  <a:lnTo>
                    <a:pt x="39979" y="279931"/>
                  </a:lnTo>
                  <a:lnTo>
                    <a:pt x="35255" y="282701"/>
                  </a:lnTo>
                  <a:lnTo>
                    <a:pt x="27279" y="293560"/>
                  </a:lnTo>
                  <a:lnTo>
                    <a:pt x="25285" y="300989"/>
                  </a:lnTo>
                  <a:close/>
                </a:path>
                <a:path w="102870" h="990600">
                  <a:moveTo>
                    <a:pt x="39979" y="279931"/>
                  </a:moveTo>
                  <a:lnTo>
                    <a:pt x="39979" y="307682"/>
                  </a:lnTo>
                  <a:lnTo>
                    <a:pt x="40386" y="305625"/>
                  </a:lnTo>
                  <a:lnTo>
                    <a:pt x="41198" y="303898"/>
                  </a:lnTo>
                  <a:lnTo>
                    <a:pt x="48729" y="297586"/>
                  </a:lnTo>
                  <a:lnTo>
                    <a:pt x="47561" y="278612"/>
                  </a:lnTo>
                  <a:lnTo>
                    <a:pt x="42024" y="279339"/>
                  </a:lnTo>
                  <a:lnTo>
                    <a:pt x="41198" y="279447"/>
                  </a:lnTo>
                  <a:lnTo>
                    <a:pt x="40690" y="279514"/>
                  </a:lnTo>
                  <a:lnTo>
                    <a:pt x="39979" y="279931"/>
                  </a:lnTo>
                  <a:close/>
                </a:path>
                <a:path w="102870" h="990600">
                  <a:moveTo>
                    <a:pt x="25285" y="229044"/>
                  </a:moveTo>
                  <a:lnTo>
                    <a:pt x="25285" y="243116"/>
                  </a:lnTo>
                  <a:lnTo>
                    <a:pt x="26923" y="249631"/>
                  </a:lnTo>
                  <a:lnTo>
                    <a:pt x="33439" y="260591"/>
                  </a:lnTo>
                  <a:lnTo>
                    <a:pt x="37972" y="264820"/>
                  </a:lnTo>
                  <a:lnTo>
                    <a:pt x="49542" y="270751"/>
                  </a:lnTo>
                  <a:lnTo>
                    <a:pt x="56248" y="272224"/>
                  </a:lnTo>
                  <a:lnTo>
                    <a:pt x="71462" y="272224"/>
                  </a:lnTo>
                  <a:lnTo>
                    <a:pt x="102425" y="243116"/>
                  </a:lnTo>
                  <a:lnTo>
                    <a:pt x="102425" y="228815"/>
                  </a:lnTo>
                  <a:lnTo>
                    <a:pt x="101206" y="223062"/>
                  </a:lnTo>
                  <a:lnTo>
                    <a:pt x="96342" y="213334"/>
                  </a:lnTo>
                  <a:lnTo>
                    <a:pt x="92976" y="209524"/>
                  </a:lnTo>
                  <a:lnTo>
                    <a:pt x="86029" y="205073"/>
                  </a:lnTo>
                  <a:lnTo>
                    <a:pt x="86029" y="238429"/>
                  </a:lnTo>
                  <a:lnTo>
                    <a:pt x="85153" y="241236"/>
                  </a:lnTo>
                  <a:lnTo>
                    <a:pt x="68376" y="251167"/>
                  </a:lnTo>
                  <a:lnTo>
                    <a:pt x="58915" y="251167"/>
                  </a:lnTo>
                  <a:lnTo>
                    <a:pt x="41440" y="238429"/>
                  </a:lnTo>
                  <a:lnTo>
                    <a:pt x="41440" y="205061"/>
                  </a:lnTo>
                  <a:lnTo>
                    <a:pt x="34531" y="209664"/>
                  </a:lnTo>
                  <a:lnTo>
                    <a:pt x="31203" y="213537"/>
                  </a:lnTo>
                  <a:lnTo>
                    <a:pt x="26466" y="223329"/>
                  </a:lnTo>
                  <a:lnTo>
                    <a:pt x="25285" y="229044"/>
                  </a:lnTo>
                  <a:close/>
                </a:path>
                <a:path w="102870" h="990600">
                  <a:moveTo>
                    <a:pt x="73583" y="202095"/>
                  </a:moveTo>
                  <a:lnTo>
                    <a:pt x="73583" y="221653"/>
                  </a:lnTo>
                  <a:lnTo>
                    <a:pt x="75768" y="221969"/>
                  </a:lnTo>
                  <a:lnTo>
                    <a:pt x="76212" y="222034"/>
                  </a:lnTo>
                  <a:lnTo>
                    <a:pt x="78143" y="222743"/>
                  </a:lnTo>
                  <a:lnTo>
                    <a:pt x="86029" y="232854"/>
                  </a:lnTo>
                  <a:lnTo>
                    <a:pt x="86029" y="205073"/>
                  </a:lnTo>
                  <a:lnTo>
                    <a:pt x="84315" y="203974"/>
                  </a:lnTo>
                  <a:lnTo>
                    <a:pt x="79286" y="202425"/>
                  </a:lnTo>
                  <a:lnTo>
                    <a:pt x="78143" y="202359"/>
                  </a:lnTo>
                  <a:lnTo>
                    <a:pt x="76212" y="202247"/>
                  </a:lnTo>
                  <a:lnTo>
                    <a:pt x="75768" y="202221"/>
                  </a:lnTo>
                  <a:lnTo>
                    <a:pt x="73583" y="202095"/>
                  </a:lnTo>
                  <a:close/>
                </a:path>
                <a:path w="102870" h="990600">
                  <a:moveTo>
                    <a:pt x="41440" y="205061"/>
                  </a:moveTo>
                  <a:lnTo>
                    <a:pt x="41440" y="231419"/>
                  </a:lnTo>
                  <a:lnTo>
                    <a:pt x="42583" y="228358"/>
                  </a:lnTo>
                  <a:lnTo>
                    <a:pt x="44894" y="226021"/>
                  </a:lnTo>
                  <a:lnTo>
                    <a:pt x="47155" y="223659"/>
                  </a:lnTo>
                  <a:lnTo>
                    <a:pt x="50152" y="222199"/>
                  </a:lnTo>
                  <a:lnTo>
                    <a:pt x="53886" y="221653"/>
                  </a:lnTo>
                  <a:lnTo>
                    <a:pt x="53886" y="202095"/>
                  </a:lnTo>
                  <a:lnTo>
                    <a:pt x="50152" y="202284"/>
                  </a:lnTo>
                  <a:lnTo>
                    <a:pt x="48120" y="202387"/>
                  </a:lnTo>
                  <a:lnTo>
                    <a:pt x="43091" y="203961"/>
                  </a:lnTo>
                  <a:lnTo>
                    <a:pt x="41440" y="205061"/>
                  </a:lnTo>
                  <a:close/>
                </a:path>
                <a:path w="102870" h="990600">
                  <a:moveTo>
                    <a:pt x="25285" y="152869"/>
                  </a:moveTo>
                  <a:lnTo>
                    <a:pt x="25285" y="167982"/>
                  </a:lnTo>
                  <a:lnTo>
                    <a:pt x="26911" y="174523"/>
                  </a:lnTo>
                  <a:lnTo>
                    <a:pt x="71983" y="197097"/>
                  </a:lnTo>
                  <a:lnTo>
                    <a:pt x="78282" y="195706"/>
                  </a:lnTo>
                  <a:lnTo>
                    <a:pt x="102425" y="167982"/>
                  </a:lnTo>
                  <a:lnTo>
                    <a:pt x="102425" y="152869"/>
                  </a:lnTo>
                  <a:lnTo>
                    <a:pt x="100825" y="146354"/>
                  </a:lnTo>
                  <a:lnTo>
                    <a:pt x="94361" y="135369"/>
                  </a:lnTo>
                  <a:lnTo>
                    <a:pt x="89865" y="131114"/>
                  </a:lnTo>
                  <a:lnTo>
                    <a:pt x="86372" y="129318"/>
                  </a:lnTo>
                  <a:lnTo>
                    <a:pt x="86372" y="163804"/>
                  </a:lnTo>
                  <a:lnTo>
                    <a:pt x="85407" y="166725"/>
                  </a:lnTo>
                  <a:lnTo>
                    <a:pt x="68110" y="176136"/>
                  </a:lnTo>
                  <a:lnTo>
                    <a:pt x="59410" y="176136"/>
                  </a:lnTo>
                  <a:lnTo>
                    <a:pt x="56184" y="175649"/>
                  </a:lnTo>
                  <a:lnTo>
                    <a:pt x="55537" y="175552"/>
                  </a:lnTo>
                  <a:lnTo>
                    <a:pt x="41097" y="163804"/>
                  </a:lnTo>
                  <a:lnTo>
                    <a:pt x="41097" y="129463"/>
                  </a:lnTo>
                  <a:lnTo>
                    <a:pt x="37871" y="131114"/>
                  </a:lnTo>
                  <a:lnTo>
                    <a:pt x="33362" y="135369"/>
                  </a:lnTo>
                  <a:lnTo>
                    <a:pt x="26911" y="146354"/>
                  </a:lnTo>
                  <a:lnTo>
                    <a:pt x="25285" y="152869"/>
                  </a:lnTo>
                  <a:close/>
                </a:path>
                <a:path w="102870" h="990600">
                  <a:moveTo>
                    <a:pt x="41097" y="129463"/>
                  </a:moveTo>
                  <a:lnTo>
                    <a:pt x="41097" y="156895"/>
                  </a:lnTo>
                  <a:lnTo>
                    <a:pt x="42087" y="154025"/>
                  </a:lnTo>
                  <a:lnTo>
                    <a:pt x="46037" y="149428"/>
                  </a:lnTo>
                  <a:lnTo>
                    <a:pt x="48729" y="147688"/>
                  </a:lnTo>
                  <a:lnTo>
                    <a:pt x="55537" y="145326"/>
                  </a:lnTo>
                  <a:lnTo>
                    <a:pt x="59410" y="144716"/>
                  </a:lnTo>
                  <a:lnTo>
                    <a:pt x="68110" y="144716"/>
                  </a:lnTo>
                  <a:lnTo>
                    <a:pt x="71551" y="145258"/>
                  </a:lnTo>
                  <a:lnTo>
                    <a:pt x="71983" y="145326"/>
                  </a:lnTo>
                  <a:lnTo>
                    <a:pt x="78790" y="147688"/>
                  </a:lnTo>
                  <a:lnTo>
                    <a:pt x="81483" y="149428"/>
                  </a:lnTo>
                  <a:lnTo>
                    <a:pt x="85407" y="154025"/>
                  </a:lnTo>
                  <a:lnTo>
                    <a:pt x="86372" y="156895"/>
                  </a:lnTo>
                  <a:lnTo>
                    <a:pt x="86372" y="129318"/>
                  </a:lnTo>
                  <a:lnTo>
                    <a:pt x="78282" y="125158"/>
                  </a:lnTo>
                  <a:lnTo>
                    <a:pt x="71983" y="123756"/>
                  </a:lnTo>
                  <a:lnTo>
                    <a:pt x="56184" y="123659"/>
                  </a:lnTo>
                  <a:lnTo>
                    <a:pt x="49441" y="125158"/>
                  </a:lnTo>
                  <a:lnTo>
                    <a:pt x="41097" y="129463"/>
                  </a:lnTo>
                  <a:close/>
                </a:path>
                <a:path w="102870" h="990600">
                  <a:moveTo>
                    <a:pt x="25514" y="28874"/>
                  </a:moveTo>
                  <a:lnTo>
                    <a:pt x="25514" y="43341"/>
                  </a:lnTo>
                  <a:lnTo>
                    <a:pt x="26911" y="48831"/>
                  </a:lnTo>
                  <a:lnTo>
                    <a:pt x="33400" y="59689"/>
                  </a:lnTo>
                  <a:lnTo>
                    <a:pt x="37922" y="63880"/>
                  </a:lnTo>
                  <a:lnTo>
                    <a:pt x="49529" y="69849"/>
                  </a:lnTo>
                  <a:lnTo>
                    <a:pt x="55651" y="71210"/>
                  </a:lnTo>
                  <a:lnTo>
                    <a:pt x="56070" y="71303"/>
                  </a:lnTo>
                  <a:lnTo>
                    <a:pt x="71831" y="71348"/>
                  </a:lnTo>
                  <a:lnTo>
                    <a:pt x="78295" y="69930"/>
                  </a:lnTo>
                  <a:lnTo>
                    <a:pt x="78663" y="69849"/>
                  </a:lnTo>
                  <a:lnTo>
                    <a:pt x="90170" y="63880"/>
                  </a:lnTo>
                  <a:lnTo>
                    <a:pt x="94614" y="59639"/>
                  </a:lnTo>
                  <a:lnTo>
                    <a:pt x="100964" y="48396"/>
                  </a:lnTo>
                  <a:lnTo>
                    <a:pt x="100964" y="48147"/>
                  </a:lnTo>
                  <a:lnTo>
                    <a:pt x="102425" y="41973"/>
                  </a:lnTo>
                  <a:lnTo>
                    <a:pt x="102425" y="28117"/>
                  </a:lnTo>
                  <a:lnTo>
                    <a:pt x="101485" y="22694"/>
                  </a:lnTo>
                  <a:lnTo>
                    <a:pt x="97751" y="13416"/>
                  </a:lnTo>
                  <a:lnTo>
                    <a:pt x="95034" y="9397"/>
                  </a:lnTo>
                  <a:lnTo>
                    <a:pt x="88188" y="3403"/>
                  </a:lnTo>
                  <a:lnTo>
                    <a:pt x="86956" y="2791"/>
                  </a:lnTo>
                  <a:lnTo>
                    <a:pt x="86956" y="37414"/>
                  </a:lnTo>
                  <a:lnTo>
                    <a:pt x="86232" y="40411"/>
                  </a:lnTo>
                  <a:lnTo>
                    <a:pt x="72656" y="50863"/>
                  </a:lnTo>
                  <a:lnTo>
                    <a:pt x="68910" y="50858"/>
                  </a:lnTo>
                  <a:lnTo>
                    <a:pt x="68910" y="63080"/>
                  </a:lnTo>
                  <a:lnTo>
                    <a:pt x="56070" y="63080"/>
                  </a:lnTo>
                  <a:lnTo>
                    <a:pt x="56070" y="50841"/>
                  </a:lnTo>
                  <a:lnTo>
                    <a:pt x="53809" y="50838"/>
                  </a:lnTo>
                  <a:lnTo>
                    <a:pt x="51320" y="50189"/>
                  </a:lnTo>
                  <a:lnTo>
                    <a:pt x="51130" y="50139"/>
                  </a:lnTo>
                  <a:lnTo>
                    <a:pt x="46481" y="47509"/>
                  </a:lnTo>
                  <a:lnTo>
                    <a:pt x="46304" y="47409"/>
                  </a:lnTo>
                  <a:lnTo>
                    <a:pt x="44373" y="45529"/>
                  </a:lnTo>
                  <a:lnTo>
                    <a:pt x="41490" y="40703"/>
                  </a:lnTo>
                  <a:lnTo>
                    <a:pt x="40754" y="37909"/>
                  </a:lnTo>
                  <a:lnTo>
                    <a:pt x="40754" y="5130"/>
                  </a:lnTo>
                  <a:lnTo>
                    <a:pt x="37922" y="6914"/>
                  </a:lnTo>
                  <a:lnTo>
                    <a:pt x="31584" y="13334"/>
                  </a:lnTo>
                  <a:lnTo>
                    <a:pt x="29222" y="17068"/>
                  </a:lnTo>
                  <a:lnTo>
                    <a:pt x="27673" y="21348"/>
                  </a:lnTo>
                  <a:lnTo>
                    <a:pt x="26085" y="25590"/>
                  </a:lnTo>
                  <a:lnTo>
                    <a:pt x="25514" y="28874"/>
                  </a:lnTo>
                  <a:close/>
                </a:path>
                <a:path w="102870" h="990600">
                  <a:moveTo>
                    <a:pt x="26390" y="95453"/>
                  </a:moveTo>
                  <a:lnTo>
                    <a:pt x="26390" y="115544"/>
                  </a:lnTo>
                  <a:lnTo>
                    <a:pt x="100964" y="115544"/>
                  </a:lnTo>
                  <a:lnTo>
                    <a:pt x="100964" y="94818"/>
                  </a:lnTo>
                  <a:lnTo>
                    <a:pt x="55651" y="94818"/>
                  </a:lnTo>
                  <a:lnTo>
                    <a:pt x="53086" y="94176"/>
                  </a:lnTo>
                  <a:lnTo>
                    <a:pt x="43294" y="82434"/>
                  </a:lnTo>
                  <a:lnTo>
                    <a:pt x="43294" y="70218"/>
                  </a:lnTo>
                  <a:lnTo>
                    <a:pt x="39293" y="70218"/>
                  </a:lnTo>
                  <a:lnTo>
                    <a:pt x="39293" y="95453"/>
                  </a:lnTo>
                  <a:lnTo>
                    <a:pt x="26390" y="95453"/>
                  </a:lnTo>
                  <a:close/>
                </a:path>
                <a:path w="102870" h="990600">
                  <a:moveTo>
                    <a:pt x="78295" y="19596"/>
                  </a:moveTo>
                  <a:lnTo>
                    <a:pt x="86956" y="31635"/>
                  </a:lnTo>
                  <a:lnTo>
                    <a:pt x="86956" y="2791"/>
                  </a:lnTo>
                  <a:lnTo>
                    <a:pt x="84366" y="1504"/>
                  </a:lnTo>
                  <a:lnTo>
                    <a:pt x="84175" y="1409"/>
                  </a:lnTo>
                  <a:lnTo>
                    <a:pt x="79565" y="431"/>
                  </a:lnTo>
                  <a:lnTo>
                    <a:pt x="78295" y="19596"/>
                  </a:lnTo>
                  <a:close/>
                </a:path>
                <a:path w="102870" h="990600">
                  <a:moveTo>
                    <a:pt x="56070" y="50841"/>
                  </a:moveTo>
                  <a:lnTo>
                    <a:pt x="56070" y="63080"/>
                  </a:lnTo>
                  <a:lnTo>
                    <a:pt x="68910" y="63080"/>
                  </a:lnTo>
                  <a:lnTo>
                    <a:pt x="68910" y="50858"/>
                  </a:lnTo>
                  <a:lnTo>
                    <a:pt x="56070" y="50841"/>
                  </a:lnTo>
                  <a:close/>
                </a:path>
                <a:path w="102870" h="990600">
                  <a:moveTo>
                    <a:pt x="40754" y="5130"/>
                  </a:moveTo>
                  <a:lnTo>
                    <a:pt x="40754" y="31749"/>
                  </a:lnTo>
                  <a:lnTo>
                    <a:pt x="41490" y="28803"/>
                  </a:lnTo>
                  <a:lnTo>
                    <a:pt x="41490" y="28979"/>
                  </a:lnTo>
                  <a:lnTo>
                    <a:pt x="42748" y="26847"/>
                  </a:lnTo>
                  <a:lnTo>
                    <a:pt x="44043" y="24536"/>
                  </a:lnTo>
                  <a:lnTo>
                    <a:pt x="45846" y="22745"/>
                  </a:lnTo>
                  <a:lnTo>
                    <a:pt x="50444" y="20142"/>
                  </a:lnTo>
                  <a:lnTo>
                    <a:pt x="52958" y="19525"/>
                  </a:lnTo>
                  <a:lnTo>
                    <a:pt x="56070" y="19494"/>
                  </a:lnTo>
                  <a:lnTo>
                    <a:pt x="56070" y="50841"/>
                  </a:lnTo>
                  <a:lnTo>
                    <a:pt x="68910" y="50858"/>
                  </a:lnTo>
                  <a:lnTo>
                    <a:pt x="68910" y="0"/>
                  </a:lnTo>
                  <a:lnTo>
                    <a:pt x="56273" y="95"/>
                  </a:lnTo>
                  <a:lnTo>
                    <a:pt x="51320" y="888"/>
                  </a:lnTo>
                  <a:lnTo>
                    <a:pt x="41821" y="4457"/>
                  </a:lnTo>
                  <a:lnTo>
                    <a:pt x="40754" y="5130"/>
                  </a:lnTo>
                  <a:close/>
                </a:path>
                <a:path w="102870" h="990600">
                  <a:moveTo>
                    <a:pt x="43294" y="70218"/>
                  </a:moveTo>
                  <a:lnTo>
                    <a:pt x="43294" y="75971"/>
                  </a:lnTo>
                  <a:lnTo>
                    <a:pt x="43853" y="71764"/>
                  </a:lnTo>
                  <a:lnTo>
                    <a:pt x="43853" y="72016"/>
                  </a:lnTo>
                  <a:lnTo>
                    <a:pt x="44043" y="71099"/>
                  </a:lnTo>
                  <a:lnTo>
                    <a:pt x="44373" y="70008"/>
                  </a:lnTo>
                  <a:lnTo>
                    <a:pt x="44373" y="70218"/>
                  </a:lnTo>
                  <a:lnTo>
                    <a:pt x="43294" y="70218"/>
                  </a:lnTo>
                  <a:close/>
                </a:path>
                <a:path w="102870" h="990600">
                  <a:moveTo>
                    <a:pt x="25514" y="72174"/>
                  </a:moveTo>
                  <a:lnTo>
                    <a:pt x="25514" y="81894"/>
                  </a:lnTo>
                  <a:lnTo>
                    <a:pt x="26390" y="84607"/>
                  </a:lnTo>
                  <a:lnTo>
                    <a:pt x="28790" y="87820"/>
                  </a:lnTo>
                  <a:lnTo>
                    <a:pt x="31153" y="91033"/>
                  </a:lnTo>
                  <a:lnTo>
                    <a:pt x="34658" y="93319"/>
                  </a:lnTo>
                  <a:lnTo>
                    <a:pt x="39293" y="94678"/>
                  </a:lnTo>
                  <a:lnTo>
                    <a:pt x="39293" y="70218"/>
                  </a:lnTo>
                  <a:lnTo>
                    <a:pt x="25920" y="70218"/>
                  </a:lnTo>
                  <a:lnTo>
                    <a:pt x="25692" y="71119"/>
                  </a:lnTo>
                  <a:lnTo>
                    <a:pt x="25514" y="72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77800" y="6121400"/>
              <a:ext cx="254000" cy="1625600"/>
            </a:xfrm>
            <a:custGeom>
              <a:avLst/>
              <a:gdLst/>
              <a:ahLst/>
              <a:cxnLst/>
              <a:rect l="l" t="t" r="r" b="b"/>
              <a:pathLst>
                <a:path w="254000" h="1625600">
                  <a:moveTo>
                    <a:pt x="254000" y="1625600"/>
                  </a:moveTo>
                  <a:lnTo>
                    <a:pt x="0" y="1625600"/>
                  </a:lnTo>
                  <a:lnTo>
                    <a:pt x="0" y="0"/>
                  </a:lnTo>
                  <a:lnTo>
                    <a:pt x="254000" y="0"/>
                  </a:lnTo>
                  <a:lnTo>
                    <a:pt x="254000" y="1625600"/>
                  </a:lnTo>
                  <a:close/>
                </a:path>
              </a:pathLst>
            </a:custGeom>
            <a:solidFill>
              <a:srgbClr val="FD9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3293" y="6170904"/>
              <a:ext cx="101600" cy="1542415"/>
            </a:xfrm>
            <a:custGeom>
              <a:avLst/>
              <a:gdLst/>
              <a:ahLst/>
              <a:cxnLst/>
              <a:rect l="l" t="t" r="r" b="b"/>
              <a:pathLst>
                <a:path w="101600" h="1542415">
                  <a:moveTo>
                    <a:pt x="0" y="1523555"/>
                  </a:moveTo>
                  <a:lnTo>
                    <a:pt x="0" y="1542034"/>
                  </a:lnTo>
                  <a:lnTo>
                    <a:pt x="99606" y="1542034"/>
                  </a:lnTo>
                  <a:lnTo>
                    <a:pt x="99606" y="1520977"/>
                  </a:lnTo>
                  <a:lnTo>
                    <a:pt x="36918" y="1520977"/>
                  </a:lnTo>
                  <a:lnTo>
                    <a:pt x="36918" y="1498221"/>
                  </a:lnTo>
                  <a:lnTo>
                    <a:pt x="0" y="1523555"/>
                  </a:lnTo>
                  <a:close/>
                </a:path>
                <a:path w="101600" h="1542415">
                  <a:moveTo>
                    <a:pt x="36918" y="1498221"/>
                  </a:moveTo>
                  <a:lnTo>
                    <a:pt x="36918" y="1520253"/>
                  </a:lnTo>
                  <a:lnTo>
                    <a:pt x="99606" y="1476921"/>
                  </a:lnTo>
                  <a:lnTo>
                    <a:pt x="99606" y="1458722"/>
                  </a:lnTo>
                  <a:lnTo>
                    <a:pt x="62649" y="1458722"/>
                  </a:lnTo>
                  <a:lnTo>
                    <a:pt x="62649" y="1480566"/>
                  </a:lnTo>
                  <a:lnTo>
                    <a:pt x="36918" y="1498221"/>
                  </a:lnTo>
                  <a:close/>
                </a:path>
                <a:path w="101600" h="1542415">
                  <a:moveTo>
                    <a:pt x="0" y="1458722"/>
                  </a:moveTo>
                  <a:lnTo>
                    <a:pt x="0" y="1479689"/>
                  </a:lnTo>
                  <a:lnTo>
                    <a:pt x="62649" y="1479689"/>
                  </a:lnTo>
                  <a:lnTo>
                    <a:pt x="62649" y="1458722"/>
                  </a:lnTo>
                  <a:lnTo>
                    <a:pt x="0" y="1458722"/>
                  </a:lnTo>
                  <a:close/>
                </a:path>
                <a:path w="101600" h="1542415">
                  <a:moveTo>
                    <a:pt x="23926" y="1408925"/>
                  </a:moveTo>
                  <a:lnTo>
                    <a:pt x="23926" y="1421180"/>
                  </a:lnTo>
                  <a:lnTo>
                    <a:pt x="25552" y="1427568"/>
                  </a:lnTo>
                  <a:lnTo>
                    <a:pt x="70472" y="1450086"/>
                  </a:lnTo>
                  <a:lnTo>
                    <a:pt x="76936" y="1448668"/>
                  </a:lnTo>
                  <a:lnTo>
                    <a:pt x="101066" y="1420710"/>
                  </a:lnTo>
                  <a:lnTo>
                    <a:pt x="101066" y="1406867"/>
                  </a:lnTo>
                  <a:lnTo>
                    <a:pt x="85598" y="1381528"/>
                  </a:lnTo>
                  <a:lnTo>
                    <a:pt x="85598" y="1416151"/>
                  </a:lnTo>
                  <a:lnTo>
                    <a:pt x="84874" y="1419148"/>
                  </a:lnTo>
                  <a:lnTo>
                    <a:pt x="71297" y="1429600"/>
                  </a:lnTo>
                  <a:lnTo>
                    <a:pt x="67551" y="1429595"/>
                  </a:lnTo>
                  <a:lnTo>
                    <a:pt x="67551" y="1441818"/>
                  </a:lnTo>
                  <a:lnTo>
                    <a:pt x="54711" y="1441818"/>
                  </a:lnTo>
                  <a:lnTo>
                    <a:pt x="54711" y="1429578"/>
                  </a:lnTo>
                  <a:lnTo>
                    <a:pt x="52451" y="1429575"/>
                  </a:lnTo>
                  <a:lnTo>
                    <a:pt x="49961" y="1428926"/>
                  </a:lnTo>
                  <a:lnTo>
                    <a:pt x="49771" y="1428877"/>
                  </a:lnTo>
                  <a:lnTo>
                    <a:pt x="44945" y="1426159"/>
                  </a:lnTo>
                  <a:lnTo>
                    <a:pt x="43014" y="1424279"/>
                  </a:lnTo>
                  <a:lnTo>
                    <a:pt x="40132" y="1419440"/>
                  </a:lnTo>
                  <a:lnTo>
                    <a:pt x="39395" y="1416659"/>
                  </a:lnTo>
                  <a:lnTo>
                    <a:pt x="39395" y="1383867"/>
                  </a:lnTo>
                  <a:lnTo>
                    <a:pt x="36563" y="1385652"/>
                  </a:lnTo>
                  <a:lnTo>
                    <a:pt x="30226" y="1392072"/>
                  </a:lnTo>
                  <a:lnTo>
                    <a:pt x="27863" y="1395806"/>
                  </a:lnTo>
                  <a:lnTo>
                    <a:pt x="26314" y="1400086"/>
                  </a:lnTo>
                  <a:lnTo>
                    <a:pt x="24726" y="1404327"/>
                  </a:lnTo>
                  <a:lnTo>
                    <a:pt x="23926" y="1408925"/>
                  </a:lnTo>
                  <a:close/>
                </a:path>
                <a:path w="101600" h="1542415">
                  <a:moveTo>
                    <a:pt x="76936" y="1398333"/>
                  </a:moveTo>
                  <a:lnTo>
                    <a:pt x="85598" y="1410385"/>
                  </a:lnTo>
                  <a:lnTo>
                    <a:pt x="85598" y="1381528"/>
                  </a:lnTo>
                  <a:lnTo>
                    <a:pt x="83007" y="1380241"/>
                  </a:lnTo>
                  <a:lnTo>
                    <a:pt x="82816" y="1380147"/>
                  </a:lnTo>
                  <a:lnTo>
                    <a:pt x="78206" y="1379169"/>
                  </a:lnTo>
                  <a:lnTo>
                    <a:pt x="76936" y="1398333"/>
                  </a:lnTo>
                  <a:close/>
                </a:path>
                <a:path w="101600" h="1542415">
                  <a:moveTo>
                    <a:pt x="54711" y="1429578"/>
                  </a:moveTo>
                  <a:lnTo>
                    <a:pt x="54711" y="1441818"/>
                  </a:lnTo>
                  <a:lnTo>
                    <a:pt x="67551" y="1441818"/>
                  </a:lnTo>
                  <a:lnTo>
                    <a:pt x="67551" y="1429595"/>
                  </a:lnTo>
                  <a:lnTo>
                    <a:pt x="54711" y="1429578"/>
                  </a:lnTo>
                  <a:close/>
                </a:path>
                <a:path w="101600" h="1542415">
                  <a:moveTo>
                    <a:pt x="39395" y="1383867"/>
                  </a:moveTo>
                  <a:lnTo>
                    <a:pt x="39395" y="1410487"/>
                  </a:lnTo>
                  <a:lnTo>
                    <a:pt x="40132" y="1407541"/>
                  </a:lnTo>
                  <a:lnTo>
                    <a:pt x="40132" y="1407716"/>
                  </a:lnTo>
                  <a:lnTo>
                    <a:pt x="41389" y="1405585"/>
                  </a:lnTo>
                  <a:lnTo>
                    <a:pt x="42684" y="1403273"/>
                  </a:lnTo>
                  <a:lnTo>
                    <a:pt x="44488" y="1401483"/>
                  </a:lnTo>
                  <a:lnTo>
                    <a:pt x="49085" y="1398892"/>
                  </a:lnTo>
                  <a:lnTo>
                    <a:pt x="51727" y="1398231"/>
                  </a:lnTo>
                  <a:lnTo>
                    <a:pt x="54711" y="1398231"/>
                  </a:lnTo>
                  <a:lnTo>
                    <a:pt x="54711" y="1429578"/>
                  </a:lnTo>
                  <a:lnTo>
                    <a:pt x="67551" y="1429595"/>
                  </a:lnTo>
                  <a:lnTo>
                    <a:pt x="67551" y="1378737"/>
                  </a:lnTo>
                  <a:lnTo>
                    <a:pt x="54914" y="1378833"/>
                  </a:lnTo>
                  <a:lnTo>
                    <a:pt x="49961" y="1379626"/>
                  </a:lnTo>
                  <a:lnTo>
                    <a:pt x="40462" y="1383195"/>
                  </a:lnTo>
                  <a:lnTo>
                    <a:pt x="39395" y="1383867"/>
                  </a:lnTo>
                  <a:close/>
                </a:path>
                <a:path w="101600" h="1542415">
                  <a:moveTo>
                    <a:pt x="39052" y="1309092"/>
                  </a:moveTo>
                  <a:lnTo>
                    <a:pt x="39052" y="1335468"/>
                  </a:lnTo>
                  <a:lnTo>
                    <a:pt x="39903" y="1332738"/>
                  </a:lnTo>
                  <a:lnTo>
                    <a:pt x="43268" y="1328889"/>
                  </a:lnTo>
                  <a:lnTo>
                    <a:pt x="45656" y="1327912"/>
                  </a:lnTo>
                  <a:lnTo>
                    <a:pt x="50609" y="1327912"/>
                  </a:lnTo>
                  <a:lnTo>
                    <a:pt x="56095" y="1349705"/>
                  </a:lnTo>
                  <a:lnTo>
                    <a:pt x="56705" y="1353235"/>
                  </a:lnTo>
                  <a:lnTo>
                    <a:pt x="74587" y="1374063"/>
                  </a:lnTo>
                  <a:lnTo>
                    <a:pt x="83680" y="1374060"/>
                  </a:lnTo>
                  <a:lnTo>
                    <a:pt x="101015" y="1354023"/>
                  </a:lnTo>
                  <a:lnTo>
                    <a:pt x="101015" y="1345565"/>
                  </a:lnTo>
                  <a:lnTo>
                    <a:pt x="89242" y="1327429"/>
                  </a:lnTo>
                  <a:lnTo>
                    <a:pt x="89242" y="1307198"/>
                  </a:lnTo>
                  <a:lnTo>
                    <a:pt x="86715" y="1307198"/>
                  </a:lnTo>
                  <a:lnTo>
                    <a:pt x="86715" y="1346504"/>
                  </a:lnTo>
                  <a:lnTo>
                    <a:pt x="85991" y="1349133"/>
                  </a:lnTo>
                  <a:lnTo>
                    <a:pt x="84531" y="1351203"/>
                  </a:lnTo>
                  <a:lnTo>
                    <a:pt x="83032" y="1353248"/>
                  </a:lnTo>
                  <a:lnTo>
                    <a:pt x="80886" y="1354277"/>
                  </a:lnTo>
                  <a:lnTo>
                    <a:pt x="76111" y="1354277"/>
                  </a:lnTo>
                  <a:lnTo>
                    <a:pt x="67576" y="1336979"/>
                  </a:lnTo>
                  <a:lnTo>
                    <a:pt x="67068" y="1334185"/>
                  </a:lnTo>
                  <a:lnTo>
                    <a:pt x="64973" y="1327759"/>
                  </a:lnTo>
                  <a:lnTo>
                    <a:pt x="64973" y="1307198"/>
                  </a:lnTo>
                  <a:lnTo>
                    <a:pt x="44780" y="1307198"/>
                  </a:lnTo>
                  <a:lnTo>
                    <a:pt x="40970" y="1308049"/>
                  </a:lnTo>
                  <a:lnTo>
                    <a:pt x="39052" y="1309092"/>
                  </a:lnTo>
                  <a:close/>
                </a:path>
                <a:path w="101600" h="1542415">
                  <a:moveTo>
                    <a:pt x="89242" y="1307198"/>
                  </a:moveTo>
                  <a:lnTo>
                    <a:pt x="89242" y="1326845"/>
                  </a:lnTo>
                  <a:lnTo>
                    <a:pt x="99606" y="1326845"/>
                  </a:lnTo>
                  <a:lnTo>
                    <a:pt x="99606" y="1307198"/>
                  </a:lnTo>
                  <a:lnTo>
                    <a:pt x="89242" y="1307198"/>
                  </a:lnTo>
                  <a:close/>
                </a:path>
                <a:path w="101600" h="1542415">
                  <a:moveTo>
                    <a:pt x="64973" y="1307198"/>
                  </a:moveTo>
                  <a:lnTo>
                    <a:pt x="64973" y="1327759"/>
                  </a:lnTo>
                  <a:lnTo>
                    <a:pt x="75526" y="1327759"/>
                  </a:lnTo>
                  <a:lnTo>
                    <a:pt x="77876" y="1328432"/>
                  </a:lnTo>
                  <a:lnTo>
                    <a:pt x="82029" y="1331087"/>
                  </a:lnTo>
                  <a:lnTo>
                    <a:pt x="83680" y="1332915"/>
                  </a:lnTo>
                  <a:lnTo>
                    <a:pt x="86118" y="1337589"/>
                  </a:lnTo>
                  <a:lnTo>
                    <a:pt x="86715" y="1340281"/>
                  </a:lnTo>
                  <a:lnTo>
                    <a:pt x="86715" y="1307198"/>
                  </a:lnTo>
                  <a:lnTo>
                    <a:pt x="64973" y="1307198"/>
                  </a:lnTo>
                  <a:close/>
                </a:path>
                <a:path w="101600" h="1542415">
                  <a:moveTo>
                    <a:pt x="23926" y="1334757"/>
                  </a:moveTo>
                  <a:lnTo>
                    <a:pt x="23926" y="1344866"/>
                  </a:lnTo>
                  <a:lnTo>
                    <a:pt x="24841" y="1350124"/>
                  </a:lnTo>
                  <a:lnTo>
                    <a:pt x="45199" y="1371240"/>
                  </a:lnTo>
                  <a:lnTo>
                    <a:pt x="45656" y="1371337"/>
                  </a:lnTo>
                  <a:lnTo>
                    <a:pt x="46113" y="1371434"/>
                  </a:lnTo>
                  <a:lnTo>
                    <a:pt x="47663" y="1352283"/>
                  </a:lnTo>
                  <a:lnTo>
                    <a:pt x="45199" y="1351559"/>
                  </a:lnTo>
                  <a:lnTo>
                    <a:pt x="43268" y="1350192"/>
                  </a:lnTo>
                  <a:lnTo>
                    <a:pt x="39903" y="1345725"/>
                  </a:lnTo>
                  <a:lnTo>
                    <a:pt x="39052" y="1342732"/>
                  </a:lnTo>
                  <a:lnTo>
                    <a:pt x="39052" y="1309092"/>
                  </a:lnTo>
                  <a:lnTo>
                    <a:pt x="34582" y="1311490"/>
                  </a:lnTo>
                  <a:lnTo>
                    <a:pt x="31953" y="1313840"/>
                  </a:lnTo>
                  <a:lnTo>
                    <a:pt x="27863" y="1319771"/>
                  </a:lnTo>
                  <a:lnTo>
                    <a:pt x="26365" y="1323162"/>
                  </a:lnTo>
                  <a:lnTo>
                    <a:pt x="24422" y="1330782"/>
                  </a:lnTo>
                  <a:lnTo>
                    <a:pt x="23926" y="1334757"/>
                  </a:lnTo>
                  <a:close/>
                </a:path>
                <a:path w="101600" h="1542415">
                  <a:moveTo>
                    <a:pt x="25031" y="1276388"/>
                  </a:moveTo>
                  <a:lnTo>
                    <a:pt x="25031" y="1296466"/>
                  </a:lnTo>
                  <a:lnTo>
                    <a:pt x="99606" y="1296466"/>
                  </a:lnTo>
                  <a:lnTo>
                    <a:pt x="99606" y="1275753"/>
                  </a:lnTo>
                  <a:lnTo>
                    <a:pt x="54292" y="1275753"/>
                  </a:lnTo>
                  <a:lnTo>
                    <a:pt x="51600" y="1275067"/>
                  </a:lnTo>
                  <a:lnTo>
                    <a:pt x="41935" y="1263358"/>
                  </a:lnTo>
                  <a:lnTo>
                    <a:pt x="41935" y="1251140"/>
                  </a:lnTo>
                  <a:lnTo>
                    <a:pt x="37934" y="1251140"/>
                  </a:lnTo>
                  <a:lnTo>
                    <a:pt x="37934" y="1276388"/>
                  </a:lnTo>
                  <a:lnTo>
                    <a:pt x="25031" y="1276388"/>
                  </a:lnTo>
                  <a:close/>
                </a:path>
                <a:path w="101600" h="1542415">
                  <a:moveTo>
                    <a:pt x="41935" y="1251140"/>
                  </a:moveTo>
                  <a:lnTo>
                    <a:pt x="41935" y="1256893"/>
                  </a:lnTo>
                  <a:lnTo>
                    <a:pt x="42494" y="1252702"/>
                  </a:lnTo>
                  <a:lnTo>
                    <a:pt x="42494" y="1252951"/>
                  </a:lnTo>
                  <a:lnTo>
                    <a:pt x="42659" y="1252118"/>
                  </a:lnTo>
                  <a:lnTo>
                    <a:pt x="42951" y="1251140"/>
                  </a:lnTo>
                  <a:lnTo>
                    <a:pt x="41935" y="1251140"/>
                  </a:lnTo>
                  <a:close/>
                </a:path>
                <a:path w="101600" h="1542415">
                  <a:moveTo>
                    <a:pt x="23901" y="1255496"/>
                  </a:moveTo>
                  <a:lnTo>
                    <a:pt x="23901" y="1262043"/>
                  </a:lnTo>
                  <a:lnTo>
                    <a:pt x="25031" y="1265542"/>
                  </a:lnTo>
                  <a:lnTo>
                    <a:pt x="27432" y="1268742"/>
                  </a:lnTo>
                  <a:lnTo>
                    <a:pt x="29794" y="1271955"/>
                  </a:lnTo>
                  <a:lnTo>
                    <a:pt x="33299" y="1274241"/>
                  </a:lnTo>
                  <a:lnTo>
                    <a:pt x="37934" y="1275600"/>
                  </a:lnTo>
                  <a:lnTo>
                    <a:pt x="37934" y="1251140"/>
                  </a:lnTo>
                  <a:lnTo>
                    <a:pt x="24561" y="1251140"/>
                  </a:lnTo>
                  <a:lnTo>
                    <a:pt x="24333" y="1252054"/>
                  </a:lnTo>
                  <a:lnTo>
                    <a:pt x="24155" y="1253109"/>
                  </a:lnTo>
                  <a:lnTo>
                    <a:pt x="23901" y="1255496"/>
                  </a:lnTo>
                  <a:close/>
                </a:path>
                <a:path w="101600" h="1542415">
                  <a:moveTo>
                    <a:pt x="50482" y="1201508"/>
                  </a:moveTo>
                  <a:lnTo>
                    <a:pt x="50482" y="1246936"/>
                  </a:lnTo>
                  <a:lnTo>
                    <a:pt x="66929" y="1246936"/>
                  </a:lnTo>
                  <a:lnTo>
                    <a:pt x="66929" y="1201508"/>
                  </a:lnTo>
                  <a:lnTo>
                    <a:pt x="50482" y="1201508"/>
                  </a:lnTo>
                  <a:close/>
                </a:path>
                <a:path w="101600" h="1542415">
                  <a:moveTo>
                    <a:pt x="24904" y="1169454"/>
                  </a:moveTo>
                  <a:lnTo>
                    <a:pt x="24904" y="1189202"/>
                  </a:lnTo>
                  <a:lnTo>
                    <a:pt x="99606" y="1189202"/>
                  </a:lnTo>
                  <a:lnTo>
                    <a:pt x="99606" y="1168488"/>
                  </a:lnTo>
                  <a:lnTo>
                    <a:pt x="52006" y="1168488"/>
                  </a:lnTo>
                  <a:lnTo>
                    <a:pt x="50101" y="1168065"/>
                  </a:lnTo>
                  <a:lnTo>
                    <a:pt x="40995" y="1158633"/>
                  </a:lnTo>
                  <a:lnTo>
                    <a:pt x="40995" y="1080748"/>
                  </a:lnTo>
                  <a:lnTo>
                    <a:pt x="38087" y="1081763"/>
                  </a:lnTo>
                  <a:lnTo>
                    <a:pt x="38087" y="1169454"/>
                  </a:lnTo>
                  <a:lnTo>
                    <a:pt x="24904" y="1169454"/>
                  </a:lnTo>
                  <a:close/>
                </a:path>
                <a:path w="101600" h="1542415">
                  <a:moveTo>
                    <a:pt x="40995" y="1116660"/>
                  </a:moveTo>
                  <a:lnTo>
                    <a:pt x="40995" y="1152918"/>
                  </a:lnTo>
                  <a:lnTo>
                    <a:pt x="42202" y="1149902"/>
                  </a:lnTo>
                  <a:lnTo>
                    <a:pt x="42202" y="1150077"/>
                  </a:lnTo>
                  <a:lnTo>
                    <a:pt x="46431" y="1145997"/>
                  </a:lnTo>
                  <a:lnTo>
                    <a:pt x="49352" y="1144943"/>
                  </a:lnTo>
                  <a:lnTo>
                    <a:pt x="99606" y="1144943"/>
                  </a:lnTo>
                  <a:lnTo>
                    <a:pt x="99606" y="1124864"/>
                  </a:lnTo>
                  <a:lnTo>
                    <a:pt x="50101" y="1124864"/>
                  </a:lnTo>
                  <a:lnTo>
                    <a:pt x="46964" y="1123810"/>
                  </a:lnTo>
                  <a:lnTo>
                    <a:pt x="42202" y="1119593"/>
                  </a:lnTo>
                  <a:lnTo>
                    <a:pt x="40995" y="1116660"/>
                  </a:lnTo>
                  <a:close/>
                </a:path>
                <a:path w="101600" h="1542415">
                  <a:moveTo>
                    <a:pt x="40995" y="1080748"/>
                  </a:moveTo>
                  <a:lnTo>
                    <a:pt x="40995" y="1109586"/>
                  </a:lnTo>
                  <a:lnTo>
                    <a:pt x="42202" y="1106393"/>
                  </a:lnTo>
                  <a:lnTo>
                    <a:pt x="42202" y="1106655"/>
                  </a:lnTo>
                  <a:lnTo>
                    <a:pt x="46189" y="1102423"/>
                  </a:lnTo>
                  <a:lnTo>
                    <a:pt x="49352" y="1101318"/>
                  </a:lnTo>
                  <a:lnTo>
                    <a:pt x="99606" y="1101318"/>
                  </a:lnTo>
                  <a:lnTo>
                    <a:pt x="99606" y="1080655"/>
                  </a:lnTo>
                  <a:lnTo>
                    <a:pt x="40995" y="1080748"/>
                  </a:lnTo>
                  <a:close/>
                </a:path>
                <a:path w="101600" h="1542415">
                  <a:moveTo>
                    <a:pt x="23926" y="1142644"/>
                  </a:moveTo>
                  <a:lnTo>
                    <a:pt x="23926" y="1152829"/>
                  </a:lnTo>
                  <a:lnTo>
                    <a:pt x="25222" y="1157209"/>
                  </a:lnTo>
                  <a:lnTo>
                    <a:pt x="27825" y="1160951"/>
                  </a:lnTo>
                  <a:lnTo>
                    <a:pt x="30378" y="1164532"/>
                  </a:lnTo>
                  <a:lnTo>
                    <a:pt x="33807" y="1167064"/>
                  </a:lnTo>
                  <a:lnTo>
                    <a:pt x="38087" y="1168590"/>
                  </a:lnTo>
                  <a:lnTo>
                    <a:pt x="38087" y="1127493"/>
                  </a:lnTo>
                  <a:lnTo>
                    <a:pt x="23926" y="1142644"/>
                  </a:lnTo>
                  <a:close/>
                </a:path>
                <a:path w="101600" h="1542415">
                  <a:moveTo>
                    <a:pt x="23926" y="1097216"/>
                  </a:moveTo>
                  <a:lnTo>
                    <a:pt x="23926" y="1109675"/>
                  </a:lnTo>
                  <a:lnTo>
                    <a:pt x="25222" y="1114425"/>
                  </a:lnTo>
                  <a:lnTo>
                    <a:pt x="30378" y="1122426"/>
                  </a:lnTo>
                  <a:lnTo>
                    <a:pt x="33807" y="1125181"/>
                  </a:lnTo>
                  <a:lnTo>
                    <a:pt x="38087" y="1126705"/>
                  </a:lnTo>
                  <a:lnTo>
                    <a:pt x="38087" y="1081763"/>
                  </a:lnTo>
                  <a:lnTo>
                    <a:pt x="35001" y="1082840"/>
                  </a:lnTo>
                  <a:lnTo>
                    <a:pt x="30594" y="1087221"/>
                  </a:lnTo>
                  <a:lnTo>
                    <a:pt x="26149" y="1091565"/>
                  </a:lnTo>
                  <a:lnTo>
                    <a:pt x="23926" y="1097216"/>
                  </a:lnTo>
                  <a:close/>
                </a:path>
                <a:path w="101600" h="1542415">
                  <a:moveTo>
                    <a:pt x="23926" y="1031494"/>
                  </a:moveTo>
                  <a:lnTo>
                    <a:pt x="23926" y="1043749"/>
                  </a:lnTo>
                  <a:lnTo>
                    <a:pt x="25552" y="1050137"/>
                  </a:lnTo>
                  <a:lnTo>
                    <a:pt x="70472" y="1072654"/>
                  </a:lnTo>
                  <a:lnTo>
                    <a:pt x="76936" y="1071236"/>
                  </a:lnTo>
                  <a:lnTo>
                    <a:pt x="77304" y="1071156"/>
                  </a:lnTo>
                  <a:lnTo>
                    <a:pt x="88811" y="1065199"/>
                  </a:lnTo>
                  <a:lnTo>
                    <a:pt x="93256" y="1060945"/>
                  </a:lnTo>
                  <a:lnTo>
                    <a:pt x="99504" y="1049896"/>
                  </a:lnTo>
                  <a:lnTo>
                    <a:pt x="101066" y="1043279"/>
                  </a:lnTo>
                  <a:lnTo>
                    <a:pt x="101066" y="1029436"/>
                  </a:lnTo>
                  <a:lnTo>
                    <a:pt x="85598" y="1004097"/>
                  </a:lnTo>
                  <a:lnTo>
                    <a:pt x="85598" y="1038720"/>
                  </a:lnTo>
                  <a:lnTo>
                    <a:pt x="84874" y="1041717"/>
                  </a:lnTo>
                  <a:lnTo>
                    <a:pt x="71297" y="1052182"/>
                  </a:lnTo>
                  <a:lnTo>
                    <a:pt x="67551" y="1052174"/>
                  </a:lnTo>
                  <a:lnTo>
                    <a:pt x="67551" y="1064387"/>
                  </a:lnTo>
                  <a:lnTo>
                    <a:pt x="54711" y="1064387"/>
                  </a:lnTo>
                  <a:lnTo>
                    <a:pt x="54711" y="1052148"/>
                  </a:lnTo>
                  <a:lnTo>
                    <a:pt x="52451" y="1052144"/>
                  </a:lnTo>
                  <a:lnTo>
                    <a:pt x="49961" y="1051495"/>
                  </a:lnTo>
                  <a:lnTo>
                    <a:pt x="49771" y="1051445"/>
                  </a:lnTo>
                  <a:lnTo>
                    <a:pt x="44945" y="1048727"/>
                  </a:lnTo>
                  <a:lnTo>
                    <a:pt x="43014" y="1046848"/>
                  </a:lnTo>
                  <a:lnTo>
                    <a:pt x="40132" y="1042009"/>
                  </a:lnTo>
                  <a:lnTo>
                    <a:pt x="39395" y="1039228"/>
                  </a:lnTo>
                  <a:lnTo>
                    <a:pt x="39395" y="1006439"/>
                  </a:lnTo>
                  <a:lnTo>
                    <a:pt x="36563" y="1008233"/>
                  </a:lnTo>
                  <a:lnTo>
                    <a:pt x="30226" y="1014641"/>
                  </a:lnTo>
                  <a:lnTo>
                    <a:pt x="27863" y="1018374"/>
                  </a:lnTo>
                  <a:lnTo>
                    <a:pt x="26314" y="1022654"/>
                  </a:lnTo>
                  <a:lnTo>
                    <a:pt x="24726" y="1026909"/>
                  </a:lnTo>
                  <a:lnTo>
                    <a:pt x="23926" y="1031494"/>
                  </a:lnTo>
                  <a:close/>
                </a:path>
                <a:path w="101600" h="1542415">
                  <a:moveTo>
                    <a:pt x="76936" y="1020902"/>
                  </a:moveTo>
                  <a:lnTo>
                    <a:pt x="85598" y="1032954"/>
                  </a:lnTo>
                  <a:lnTo>
                    <a:pt x="85598" y="1004097"/>
                  </a:lnTo>
                  <a:lnTo>
                    <a:pt x="83007" y="1002810"/>
                  </a:lnTo>
                  <a:lnTo>
                    <a:pt x="82816" y="1002715"/>
                  </a:lnTo>
                  <a:lnTo>
                    <a:pt x="78206" y="1001737"/>
                  </a:lnTo>
                  <a:lnTo>
                    <a:pt x="76936" y="1020902"/>
                  </a:lnTo>
                  <a:close/>
                </a:path>
                <a:path w="101600" h="1542415">
                  <a:moveTo>
                    <a:pt x="54711" y="1052148"/>
                  </a:moveTo>
                  <a:lnTo>
                    <a:pt x="54711" y="1064387"/>
                  </a:lnTo>
                  <a:lnTo>
                    <a:pt x="67551" y="1064387"/>
                  </a:lnTo>
                  <a:lnTo>
                    <a:pt x="67551" y="1052174"/>
                  </a:lnTo>
                  <a:lnTo>
                    <a:pt x="54711" y="1052148"/>
                  </a:lnTo>
                  <a:close/>
                </a:path>
                <a:path w="101600" h="1542415">
                  <a:moveTo>
                    <a:pt x="39395" y="1006439"/>
                  </a:moveTo>
                  <a:lnTo>
                    <a:pt x="39395" y="1033068"/>
                  </a:lnTo>
                  <a:lnTo>
                    <a:pt x="40132" y="1030122"/>
                  </a:lnTo>
                  <a:lnTo>
                    <a:pt x="40132" y="1030297"/>
                  </a:lnTo>
                  <a:lnTo>
                    <a:pt x="41389" y="1028153"/>
                  </a:lnTo>
                  <a:lnTo>
                    <a:pt x="42684" y="1025855"/>
                  </a:lnTo>
                  <a:lnTo>
                    <a:pt x="44488" y="1024051"/>
                  </a:lnTo>
                  <a:lnTo>
                    <a:pt x="49085" y="1021461"/>
                  </a:lnTo>
                  <a:lnTo>
                    <a:pt x="51727" y="1020813"/>
                  </a:lnTo>
                  <a:lnTo>
                    <a:pt x="54711" y="1020813"/>
                  </a:lnTo>
                  <a:lnTo>
                    <a:pt x="54711" y="1052148"/>
                  </a:lnTo>
                  <a:lnTo>
                    <a:pt x="67551" y="1052174"/>
                  </a:lnTo>
                  <a:lnTo>
                    <a:pt x="67551" y="1001306"/>
                  </a:lnTo>
                  <a:lnTo>
                    <a:pt x="54914" y="1001401"/>
                  </a:lnTo>
                  <a:lnTo>
                    <a:pt x="49961" y="1002195"/>
                  </a:lnTo>
                  <a:lnTo>
                    <a:pt x="40462" y="1005763"/>
                  </a:lnTo>
                  <a:lnTo>
                    <a:pt x="39395" y="1006439"/>
                  </a:lnTo>
                  <a:close/>
                </a:path>
                <a:path w="101600" h="1542415">
                  <a:moveTo>
                    <a:pt x="24155" y="880120"/>
                  </a:moveTo>
                  <a:lnTo>
                    <a:pt x="24155" y="894584"/>
                  </a:lnTo>
                  <a:lnTo>
                    <a:pt x="25552" y="900074"/>
                  </a:lnTo>
                  <a:lnTo>
                    <a:pt x="70472" y="922591"/>
                  </a:lnTo>
                  <a:lnTo>
                    <a:pt x="76936" y="921173"/>
                  </a:lnTo>
                  <a:lnTo>
                    <a:pt x="77304" y="921092"/>
                  </a:lnTo>
                  <a:lnTo>
                    <a:pt x="88811" y="915136"/>
                  </a:lnTo>
                  <a:lnTo>
                    <a:pt x="93256" y="910882"/>
                  </a:lnTo>
                  <a:lnTo>
                    <a:pt x="99606" y="899652"/>
                  </a:lnTo>
                  <a:lnTo>
                    <a:pt x="99606" y="899402"/>
                  </a:lnTo>
                  <a:lnTo>
                    <a:pt x="101066" y="893216"/>
                  </a:lnTo>
                  <a:lnTo>
                    <a:pt x="101066" y="879373"/>
                  </a:lnTo>
                  <a:lnTo>
                    <a:pt x="100126" y="873937"/>
                  </a:lnTo>
                  <a:lnTo>
                    <a:pt x="96393" y="864659"/>
                  </a:lnTo>
                  <a:lnTo>
                    <a:pt x="93675" y="860640"/>
                  </a:lnTo>
                  <a:lnTo>
                    <a:pt x="86829" y="854646"/>
                  </a:lnTo>
                  <a:lnTo>
                    <a:pt x="85598" y="854034"/>
                  </a:lnTo>
                  <a:lnTo>
                    <a:pt x="85598" y="888657"/>
                  </a:lnTo>
                  <a:lnTo>
                    <a:pt x="84874" y="891654"/>
                  </a:lnTo>
                  <a:lnTo>
                    <a:pt x="71297" y="902119"/>
                  </a:lnTo>
                  <a:lnTo>
                    <a:pt x="67551" y="902111"/>
                  </a:lnTo>
                  <a:lnTo>
                    <a:pt x="67551" y="914323"/>
                  </a:lnTo>
                  <a:lnTo>
                    <a:pt x="54711" y="914323"/>
                  </a:lnTo>
                  <a:lnTo>
                    <a:pt x="54711" y="902085"/>
                  </a:lnTo>
                  <a:lnTo>
                    <a:pt x="52451" y="902081"/>
                  </a:lnTo>
                  <a:lnTo>
                    <a:pt x="49961" y="901432"/>
                  </a:lnTo>
                  <a:lnTo>
                    <a:pt x="49771" y="901382"/>
                  </a:lnTo>
                  <a:lnTo>
                    <a:pt x="44945" y="898664"/>
                  </a:lnTo>
                  <a:lnTo>
                    <a:pt x="43014" y="896785"/>
                  </a:lnTo>
                  <a:lnTo>
                    <a:pt x="40132" y="891946"/>
                  </a:lnTo>
                  <a:lnTo>
                    <a:pt x="39395" y="889165"/>
                  </a:lnTo>
                  <a:lnTo>
                    <a:pt x="39395" y="856376"/>
                  </a:lnTo>
                  <a:lnTo>
                    <a:pt x="36563" y="858170"/>
                  </a:lnTo>
                  <a:lnTo>
                    <a:pt x="30226" y="864590"/>
                  </a:lnTo>
                  <a:lnTo>
                    <a:pt x="27863" y="868311"/>
                  </a:lnTo>
                  <a:lnTo>
                    <a:pt x="26314" y="872591"/>
                  </a:lnTo>
                  <a:lnTo>
                    <a:pt x="24726" y="876846"/>
                  </a:lnTo>
                  <a:lnTo>
                    <a:pt x="24155" y="880120"/>
                  </a:lnTo>
                  <a:close/>
                </a:path>
                <a:path w="101600" h="1542415">
                  <a:moveTo>
                    <a:pt x="25031" y="946696"/>
                  </a:moveTo>
                  <a:lnTo>
                    <a:pt x="25031" y="966787"/>
                  </a:lnTo>
                  <a:lnTo>
                    <a:pt x="99606" y="966787"/>
                  </a:lnTo>
                  <a:lnTo>
                    <a:pt x="99606" y="946073"/>
                  </a:lnTo>
                  <a:lnTo>
                    <a:pt x="54292" y="946073"/>
                  </a:lnTo>
                  <a:lnTo>
                    <a:pt x="51727" y="945420"/>
                  </a:lnTo>
                  <a:lnTo>
                    <a:pt x="41935" y="933679"/>
                  </a:lnTo>
                  <a:lnTo>
                    <a:pt x="41935" y="921461"/>
                  </a:lnTo>
                  <a:lnTo>
                    <a:pt x="37934" y="921461"/>
                  </a:lnTo>
                  <a:lnTo>
                    <a:pt x="37934" y="946696"/>
                  </a:lnTo>
                  <a:lnTo>
                    <a:pt x="25031" y="946696"/>
                  </a:lnTo>
                  <a:close/>
                </a:path>
                <a:path w="101600" h="1542415">
                  <a:moveTo>
                    <a:pt x="76936" y="870839"/>
                  </a:moveTo>
                  <a:lnTo>
                    <a:pt x="85598" y="882891"/>
                  </a:lnTo>
                  <a:lnTo>
                    <a:pt x="85598" y="854034"/>
                  </a:lnTo>
                  <a:lnTo>
                    <a:pt x="83007" y="852747"/>
                  </a:lnTo>
                  <a:lnTo>
                    <a:pt x="82816" y="852652"/>
                  </a:lnTo>
                  <a:lnTo>
                    <a:pt x="78206" y="851674"/>
                  </a:lnTo>
                  <a:lnTo>
                    <a:pt x="76936" y="870839"/>
                  </a:lnTo>
                  <a:close/>
                </a:path>
                <a:path w="101600" h="1542415">
                  <a:moveTo>
                    <a:pt x="54711" y="902085"/>
                  </a:moveTo>
                  <a:lnTo>
                    <a:pt x="54711" y="914323"/>
                  </a:lnTo>
                  <a:lnTo>
                    <a:pt x="67551" y="914323"/>
                  </a:lnTo>
                  <a:lnTo>
                    <a:pt x="67551" y="902111"/>
                  </a:lnTo>
                  <a:lnTo>
                    <a:pt x="54711" y="902085"/>
                  </a:lnTo>
                  <a:close/>
                </a:path>
                <a:path w="101600" h="1542415">
                  <a:moveTo>
                    <a:pt x="39395" y="856376"/>
                  </a:moveTo>
                  <a:lnTo>
                    <a:pt x="39395" y="883005"/>
                  </a:lnTo>
                  <a:lnTo>
                    <a:pt x="40132" y="880059"/>
                  </a:lnTo>
                  <a:lnTo>
                    <a:pt x="40132" y="880234"/>
                  </a:lnTo>
                  <a:lnTo>
                    <a:pt x="41389" y="878090"/>
                  </a:lnTo>
                  <a:lnTo>
                    <a:pt x="42684" y="875792"/>
                  </a:lnTo>
                  <a:lnTo>
                    <a:pt x="44488" y="873988"/>
                  </a:lnTo>
                  <a:lnTo>
                    <a:pt x="49085" y="871397"/>
                  </a:lnTo>
                  <a:lnTo>
                    <a:pt x="51600" y="870781"/>
                  </a:lnTo>
                  <a:lnTo>
                    <a:pt x="54711" y="870750"/>
                  </a:lnTo>
                  <a:lnTo>
                    <a:pt x="54711" y="902085"/>
                  </a:lnTo>
                  <a:lnTo>
                    <a:pt x="67551" y="902111"/>
                  </a:lnTo>
                  <a:lnTo>
                    <a:pt x="67551" y="851242"/>
                  </a:lnTo>
                  <a:lnTo>
                    <a:pt x="54914" y="851338"/>
                  </a:lnTo>
                  <a:lnTo>
                    <a:pt x="49961" y="852131"/>
                  </a:lnTo>
                  <a:lnTo>
                    <a:pt x="40462" y="855700"/>
                  </a:lnTo>
                  <a:lnTo>
                    <a:pt x="39395" y="856376"/>
                  </a:lnTo>
                  <a:close/>
                </a:path>
                <a:path w="101600" h="1542415">
                  <a:moveTo>
                    <a:pt x="41935" y="921461"/>
                  </a:moveTo>
                  <a:lnTo>
                    <a:pt x="41935" y="927214"/>
                  </a:lnTo>
                  <a:lnTo>
                    <a:pt x="42494" y="923007"/>
                  </a:lnTo>
                  <a:lnTo>
                    <a:pt x="42494" y="923259"/>
                  </a:lnTo>
                  <a:lnTo>
                    <a:pt x="42684" y="922342"/>
                  </a:lnTo>
                  <a:lnTo>
                    <a:pt x="43014" y="921251"/>
                  </a:lnTo>
                  <a:lnTo>
                    <a:pt x="43014" y="921461"/>
                  </a:lnTo>
                  <a:lnTo>
                    <a:pt x="41935" y="921461"/>
                  </a:lnTo>
                  <a:close/>
                </a:path>
                <a:path w="101600" h="1542415">
                  <a:moveTo>
                    <a:pt x="24155" y="923417"/>
                  </a:moveTo>
                  <a:lnTo>
                    <a:pt x="24155" y="933137"/>
                  </a:lnTo>
                  <a:lnTo>
                    <a:pt x="25031" y="935850"/>
                  </a:lnTo>
                  <a:lnTo>
                    <a:pt x="27432" y="939063"/>
                  </a:lnTo>
                  <a:lnTo>
                    <a:pt x="29794" y="942276"/>
                  </a:lnTo>
                  <a:lnTo>
                    <a:pt x="33299" y="944562"/>
                  </a:lnTo>
                  <a:lnTo>
                    <a:pt x="37934" y="945921"/>
                  </a:lnTo>
                  <a:lnTo>
                    <a:pt x="37934" y="921461"/>
                  </a:lnTo>
                  <a:lnTo>
                    <a:pt x="24561" y="921461"/>
                  </a:lnTo>
                  <a:lnTo>
                    <a:pt x="24333" y="922362"/>
                  </a:lnTo>
                  <a:lnTo>
                    <a:pt x="24155" y="923417"/>
                  </a:lnTo>
                  <a:close/>
                </a:path>
                <a:path w="101600" h="1542415">
                  <a:moveTo>
                    <a:pt x="76898" y="825995"/>
                  </a:moveTo>
                  <a:lnTo>
                    <a:pt x="77965" y="846378"/>
                  </a:lnTo>
                  <a:lnTo>
                    <a:pt x="85102" y="845375"/>
                  </a:lnTo>
                  <a:lnTo>
                    <a:pt x="90741" y="841959"/>
                  </a:lnTo>
                  <a:lnTo>
                    <a:pt x="99009" y="830249"/>
                  </a:lnTo>
                  <a:lnTo>
                    <a:pt x="101066" y="822375"/>
                  </a:lnTo>
                  <a:lnTo>
                    <a:pt x="101066" y="805992"/>
                  </a:lnTo>
                  <a:lnTo>
                    <a:pt x="100037" y="800277"/>
                  </a:lnTo>
                  <a:lnTo>
                    <a:pt x="95923" y="790321"/>
                  </a:lnTo>
                  <a:lnTo>
                    <a:pt x="93040" y="786396"/>
                  </a:lnTo>
                  <a:lnTo>
                    <a:pt x="86131" y="781031"/>
                  </a:lnTo>
                  <a:lnTo>
                    <a:pt x="86131" y="816127"/>
                  </a:lnTo>
                  <a:lnTo>
                    <a:pt x="85432" y="818864"/>
                  </a:lnTo>
                  <a:lnTo>
                    <a:pt x="85432" y="819048"/>
                  </a:lnTo>
                  <a:lnTo>
                    <a:pt x="82207" y="823899"/>
                  </a:lnTo>
                  <a:lnTo>
                    <a:pt x="79908" y="825385"/>
                  </a:lnTo>
                  <a:lnTo>
                    <a:pt x="76898" y="825995"/>
                  </a:lnTo>
                  <a:close/>
                </a:path>
                <a:path w="101600" h="1542415">
                  <a:moveTo>
                    <a:pt x="23926" y="803287"/>
                  </a:moveTo>
                  <a:lnTo>
                    <a:pt x="23926" y="819111"/>
                  </a:lnTo>
                  <a:lnTo>
                    <a:pt x="24866" y="824687"/>
                  </a:lnTo>
                  <a:lnTo>
                    <a:pt x="41668" y="844162"/>
                  </a:lnTo>
                  <a:lnTo>
                    <a:pt x="41986" y="844261"/>
                  </a:lnTo>
                  <a:lnTo>
                    <a:pt x="71755" y="806615"/>
                  </a:lnTo>
                  <a:lnTo>
                    <a:pt x="72694" y="804214"/>
                  </a:lnTo>
                  <a:lnTo>
                    <a:pt x="75120" y="801103"/>
                  </a:lnTo>
                  <a:lnTo>
                    <a:pt x="76669" y="800303"/>
                  </a:lnTo>
                  <a:lnTo>
                    <a:pt x="80784" y="800303"/>
                  </a:lnTo>
                  <a:lnTo>
                    <a:pt x="82613" y="801446"/>
                  </a:lnTo>
                  <a:lnTo>
                    <a:pt x="85432" y="805878"/>
                  </a:lnTo>
                  <a:lnTo>
                    <a:pt x="86131" y="808799"/>
                  </a:lnTo>
                  <a:lnTo>
                    <a:pt x="86131" y="781031"/>
                  </a:lnTo>
                  <a:lnTo>
                    <a:pt x="85648" y="780656"/>
                  </a:lnTo>
                  <a:lnTo>
                    <a:pt x="81356" y="779208"/>
                  </a:lnTo>
                  <a:lnTo>
                    <a:pt x="71069" y="779208"/>
                  </a:lnTo>
                  <a:lnTo>
                    <a:pt x="66725" y="780999"/>
                  </a:lnTo>
                  <a:lnTo>
                    <a:pt x="60109" y="788136"/>
                  </a:lnTo>
                  <a:lnTo>
                    <a:pt x="57721" y="793546"/>
                  </a:lnTo>
                  <a:lnTo>
                    <a:pt x="53505" y="814324"/>
                  </a:lnTo>
                  <a:lnTo>
                    <a:pt x="52755" y="817803"/>
                  </a:lnTo>
                  <a:lnTo>
                    <a:pt x="51765" y="820242"/>
                  </a:lnTo>
                  <a:lnTo>
                    <a:pt x="49301" y="823099"/>
                  </a:lnTo>
                  <a:lnTo>
                    <a:pt x="47790" y="823810"/>
                  </a:lnTo>
                  <a:lnTo>
                    <a:pt x="43776" y="823810"/>
                  </a:lnTo>
                  <a:lnTo>
                    <a:pt x="41986" y="822706"/>
                  </a:lnTo>
                  <a:lnTo>
                    <a:pt x="40665" y="820508"/>
                  </a:lnTo>
                  <a:lnTo>
                    <a:pt x="39331" y="818360"/>
                  </a:lnTo>
                  <a:lnTo>
                    <a:pt x="39027" y="817227"/>
                  </a:lnTo>
                  <a:lnTo>
                    <a:pt x="38620" y="815594"/>
                  </a:lnTo>
                  <a:lnTo>
                    <a:pt x="38620" y="782240"/>
                  </a:lnTo>
                  <a:lnTo>
                    <a:pt x="33896" y="784999"/>
                  </a:lnTo>
                  <a:lnTo>
                    <a:pt x="25920" y="795858"/>
                  </a:lnTo>
                  <a:lnTo>
                    <a:pt x="23926" y="803287"/>
                  </a:lnTo>
                  <a:close/>
                </a:path>
                <a:path w="101600" h="1542415">
                  <a:moveTo>
                    <a:pt x="38620" y="782240"/>
                  </a:moveTo>
                  <a:lnTo>
                    <a:pt x="38620" y="809980"/>
                  </a:lnTo>
                  <a:lnTo>
                    <a:pt x="39027" y="807923"/>
                  </a:lnTo>
                  <a:lnTo>
                    <a:pt x="39839" y="806208"/>
                  </a:lnTo>
                  <a:lnTo>
                    <a:pt x="47370" y="799884"/>
                  </a:lnTo>
                  <a:lnTo>
                    <a:pt x="46202" y="780923"/>
                  </a:lnTo>
                  <a:lnTo>
                    <a:pt x="40665" y="781649"/>
                  </a:lnTo>
                  <a:lnTo>
                    <a:pt x="39839" y="781758"/>
                  </a:lnTo>
                  <a:lnTo>
                    <a:pt x="39331" y="781824"/>
                  </a:lnTo>
                  <a:lnTo>
                    <a:pt x="38620" y="782240"/>
                  </a:lnTo>
                  <a:close/>
                </a:path>
                <a:path w="101600" h="1542415">
                  <a:moveTo>
                    <a:pt x="23926" y="731342"/>
                  </a:moveTo>
                  <a:lnTo>
                    <a:pt x="23926" y="745413"/>
                  </a:lnTo>
                  <a:lnTo>
                    <a:pt x="25565" y="751928"/>
                  </a:lnTo>
                  <a:lnTo>
                    <a:pt x="32080" y="762889"/>
                  </a:lnTo>
                  <a:lnTo>
                    <a:pt x="36614" y="767130"/>
                  </a:lnTo>
                  <a:lnTo>
                    <a:pt x="48183" y="773061"/>
                  </a:lnTo>
                  <a:lnTo>
                    <a:pt x="54889" y="774534"/>
                  </a:lnTo>
                  <a:lnTo>
                    <a:pt x="70104" y="774534"/>
                  </a:lnTo>
                  <a:lnTo>
                    <a:pt x="101066" y="745413"/>
                  </a:lnTo>
                  <a:lnTo>
                    <a:pt x="101066" y="731113"/>
                  </a:lnTo>
                  <a:lnTo>
                    <a:pt x="99847" y="725360"/>
                  </a:lnTo>
                  <a:lnTo>
                    <a:pt x="94983" y="715632"/>
                  </a:lnTo>
                  <a:lnTo>
                    <a:pt x="91617" y="711822"/>
                  </a:lnTo>
                  <a:lnTo>
                    <a:pt x="84670" y="707381"/>
                  </a:lnTo>
                  <a:lnTo>
                    <a:pt x="84670" y="740727"/>
                  </a:lnTo>
                  <a:lnTo>
                    <a:pt x="83794" y="743534"/>
                  </a:lnTo>
                  <a:lnTo>
                    <a:pt x="67017" y="753478"/>
                  </a:lnTo>
                  <a:lnTo>
                    <a:pt x="57556" y="753478"/>
                  </a:lnTo>
                  <a:lnTo>
                    <a:pt x="40081" y="740727"/>
                  </a:lnTo>
                  <a:lnTo>
                    <a:pt x="40081" y="707372"/>
                  </a:lnTo>
                  <a:lnTo>
                    <a:pt x="33172" y="711974"/>
                  </a:lnTo>
                  <a:lnTo>
                    <a:pt x="29844" y="715848"/>
                  </a:lnTo>
                  <a:lnTo>
                    <a:pt x="25107" y="725639"/>
                  </a:lnTo>
                  <a:lnTo>
                    <a:pt x="23926" y="731342"/>
                  </a:lnTo>
                  <a:close/>
                </a:path>
                <a:path w="101600" h="1542415">
                  <a:moveTo>
                    <a:pt x="72224" y="704405"/>
                  </a:moveTo>
                  <a:lnTo>
                    <a:pt x="72224" y="723950"/>
                  </a:lnTo>
                  <a:lnTo>
                    <a:pt x="74409" y="724277"/>
                  </a:lnTo>
                  <a:lnTo>
                    <a:pt x="74853" y="724344"/>
                  </a:lnTo>
                  <a:lnTo>
                    <a:pt x="83210" y="731151"/>
                  </a:lnTo>
                  <a:lnTo>
                    <a:pt x="84188" y="733031"/>
                  </a:lnTo>
                  <a:lnTo>
                    <a:pt x="84670" y="735152"/>
                  </a:lnTo>
                  <a:lnTo>
                    <a:pt x="84670" y="707381"/>
                  </a:lnTo>
                  <a:lnTo>
                    <a:pt x="82956" y="706285"/>
                  </a:lnTo>
                  <a:lnTo>
                    <a:pt x="77927" y="704723"/>
                  </a:lnTo>
                  <a:lnTo>
                    <a:pt x="76784" y="704659"/>
                  </a:lnTo>
                  <a:lnTo>
                    <a:pt x="74853" y="704551"/>
                  </a:lnTo>
                  <a:lnTo>
                    <a:pt x="74409" y="704527"/>
                  </a:lnTo>
                  <a:lnTo>
                    <a:pt x="72224" y="704405"/>
                  </a:lnTo>
                  <a:close/>
                </a:path>
                <a:path w="101600" h="1542415">
                  <a:moveTo>
                    <a:pt x="40081" y="707372"/>
                  </a:moveTo>
                  <a:lnTo>
                    <a:pt x="40081" y="733729"/>
                  </a:lnTo>
                  <a:lnTo>
                    <a:pt x="41224" y="730669"/>
                  </a:lnTo>
                  <a:lnTo>
                    <a:pt x="43535" y="728332"/>
                  </a:lnTo>
                  <a:lnTo>
                    <a:pt x="45796" y="725957"/>
                  </a:lnTo>
                  <a:lnTo>
                    <a:pt x="48793" y="724509"/>
                  </a:lnTo>
                  <a:lnTo>
                    <a:pt x="52527" y="723950"/>
                  </a:lnTo>
                  <a:lnTo>
                    <a:pt x="52527" y="704405"/>
                  </a:lnTo>
                  <a:lnTo>
                    <a:pt x="48793" y="704594"/>
                  </a:lnTo>
                  <a:lnTo>
                    <a:pt x="46761" y="704697"/>
                  </a:lnTo>
                  <a:lnTo>
                    <a:pt x="41732" y="706272"/>
                  </a:lnTo>
                  <a:lnTo>
                    <a:pt x="40081" y="707372"/>
                  </a:lnTo>
                  <a:close/>
                </a:path>
                <a:path w="101600" h="1542415">
                  <a:moveTo>
                    <a:pt x="24904" y="675767"/>
                  </a:moveTo>
                  <a:lnTo>
                    <a:pt x="24904" y="696480"/>
                  </a:lnTo>
                  <a:lnTo>
                    <a:pt x="78486" y="696417"/>
                  </a:lnTo>
                  <a:lnTo>
                    <a:pt x="100584" y="676186"/>
                  </a:lnTo>
                  <a:lnTo>
                    <a:pt x="100584" y="665581"/>
                  </a:lnTo>
                  <a:lnTo>
                    <a:pt x="99250" y="660831"/>
                  </a:lnTo>
                  <a:lnTo>
                    <a:pt x="93929" y="653021"/>
                  </a:lnTo>
                  <a:lnTo>
                    <a:pt x="90411" y="650214"/>
                  </a:lnTo>
                  <a:lnTo>
                    <a:pt x="86042" y="648538"/>
                  </a:lnTo>
                  <a:lnTo>
                    <a:pt x="86042" y="627862"/>
                  </a:lnTo>
                  <a:lnTo>
                    <a:pt x="83070" y="627862"/>
                  </a:lnTo>
                  <a:lnTo>
                    <a:pt x="83070" y="666750"/>
                  </a:lnTo>
                  <a:lnTo>
                    <a:pt x="81788" y="669886"/>
                  </a:lnTo>
                  <a:lnTo>
                    <a:pt x="76669" y="674547"/>
                  </a:lnTo>
                  <a:lnTo>
                    <a:pt x="73177" y="675741"/>
                  </a:lnTo>
                  <a:lnTo>
                    <a:pt x="24904" y="675767"/>
                  </a:lnTo>
                  <a:close/>
                </a:path>
                <a:path w="101600" h="1542415">
                  <a:moveTo>
                    <a:pt x="86042" y="627862"/>
                  </a:moveTo>
                  <a:lnTo>
                    <a:pt x="86042" y="647750"/>
                  </a:lnTo>
                  <a:lnTo>
                    <a:pt x="99606" y="647750"/>
                  </a:lnTo>
                  <a:lnTo>
                    <a:pt x="99606" y="627862"/>
                  </a:lnTo>
                  <a:lnTo>
                    <a:pt x="86042" y="627862"/>
                  </a:lnTo>
                  <a:close/>
                </a:path>
                <a:path w="101600" h="1542415">
                  <a:moveTo>
                    <a:pt x="24904" y="627862"/>
                  </a:moveTo>
                  <a:lnTo>
                    <a:pt x="24904" y="648576"/>
                  </a:lnTo>
                  <a:lnTo>
                    <a:pt x="71132" y="648550"/>
                  </a:lnTo>
                  <a:lnTo>
                    <a:pt x="73939" y="649211"/>
                  </a:lnTo>
                  <a:lnTo>
                    <a:pt x="83070" y="660336"/>
                  </a:lnTo>
                  <a:lnTo>
                    <a:pt x="83070" y="627862"/>
                  </a:lnTo>
                  <a:lnTo>
                    <a:pt x="24904" y="627862"/>
                  </a:lnTo>
                  <a:close/>
                </a:path>
                <a:path w="101600" h="1542415">
                  <a:moveTo>
                    <a:pt x="23926" y="578497"/>
                  </a:moveTo>
                  <a:lnTo>
                    <a:pt x="23926" y="590753"/>
                  </a:lnTo>
                  <a:lnTo>
                    <a:pt x="25552" y="597141"/>
                  </a:lnTo>
                  <a:lnTo>
                    <a:pt x="70472" y="619658"/>
                  </a:lnTo>
                  <a:lnTo>
                    <a:pt x="76936" y="618240"/>
                  </a:lnTo>
                  <a:lnTo>
                    <a:pt x="77304" y="618159"/>
                  </a:lnTo>
                  <a:lnTo>
                    <a:pt x="88811" y="612203"/>
                  </a:lnTo>
                  <a:lnTo>
                    <a:pt x="93256" y="607949"/>
                  </a:lnTo>
                  <a:lnTo>
                    <a:pt x="99504" y="596900"/>
                  </a:lnTo>
                  <a:lnTo>
                    <a:pt x="101066" y="590283"/>
                  </a:lnTo>
                  <a:lnTo>
                    <a:pt x="101066" y="576440"/>
                  </a:lnTo>
                  <a:lnTo>
                    <a:pt x="85598" y="551101"/>
                  </a:lnTo>
                  <a:lnTo>
                    <a:pt x="85598" y="585724"/>
                  </a:lnTo>
                  <a:lnTo>
                    <a:pt x="84874" y="588721"/>
                  </a:lnTo>
                  <a:lnTo>
                    <a:pt x="71297" y="599186"/>
                  </a:lnTo>
                  <a:lnTo>
                    <a:pt x="67551" y="599178"/>
                  </a:lnTo>
                  <a:lnTo>
                    <a:pt x="67551" y="611390"/>
                  </a:lnTo>
                  <a:lnTo>
                    <a:pt x="54711" y="611390"/>
                  </a:lnTo>
                  <a:lnTo>
                    <a:pt x="54711" y="599152"/>
                  </a:lnTo>
                  <a:lnTo>
                    <a:pt x="52451" y="599147"/>
                  </a:lnTo>
                  <a:lnTo>
                    <a:pt x="49961" y="598499"/>
                  </a:lnTo>
                  <a:lnTo>
                    <a:pt x="49771" y="598449"/>
                  </a:lnTo>
                  <a:lnTo>
                    <a:pt x="44945" y="595731"/>
                  </a:lnTo>
                  <a:lnTo>
                    <a:pt x="43014" y="593852"/>
                  </a:lnTo>
                  <a:lnTo>
                    <a:pt x="40132" y="589013"/>
                  </a:lnTo>
                  <a:lnTo>
                    <a:pt x="39395" y="586232"/>
                  </a:lnTo>
                  <a:lnTo>
                    <a:pt x="39395" y="553443"/>
                  </a:lnTo>
                  <a:lnTo>
                    <a:pt x="36563" y="555237"/>
                  </a:lnTo>
                  <a:lnTo>
                    <a:pt x="30226" y="561657"/>
                  </a:lnTo>
                  <a:lnTo>
                    <a:pt x="27863" y="565378"/>
                  </a:lnTo>
                  <a:lnTo>
                    <a:pt x="26314" y="569658"/>
                  </a:lnTo>
                  <a:lnTo>
                    <a:pt x="24726" y="573913"/>
                  </a:lnTo>
                  <a:lnTo>
                    <a:pt x="23926" y="578497"/>
                  </a:lnTo>
                  <a:close/>
                </a:path>
                <a:path w="101600" h="1542415">
                  <a:moveTo>
                    <a:pt x="76936" y="567905"/>
                  </a:moveTo>
                  <a:lnTo>
                    <a:pt x="85598" y="579958"/>
                  </a:lnTo>
                  <a:lnTo>
                    <a:pt x="85598" y="551101"/>
                  </a:lnTo>
                  <a:lnTo>
                    <a:pt x="83007" y="549814"/>
                  </a:lnTo>
                  <a:lnTo>
                    <a:pt x="82816" y="549719"/>
                  </a:lnTo>
                  <a:lnTo>
                    <a:pt x="78206" y="548741"/>
                  </a:lnTo>
                  <a:lnTo>
                    <a:pt x="76936" y="567905"/>
                  </a:lnTo>
                  <a:close/>
                </a:path>
                <a:path w="101600" h="1542415">
                  <a:moveTo>
                    <a:pt x="54711" y="599152"/>
                  </a:moveTo>
                  <a:lnTo>
                    <a:pt x="54711" y="611390"/>
                  </a:lnTo>
                  <a:lnTo>
                    <a:pt x="67551" y="611390"/>
                  </a:lnTo>
                  <a:lnTo>
                    <a:pt x="67551" y="599178"/>
                  </a:lnTo>
                  <a:lnTo>
                    <a:pt x="54711" y="599152"/>
                  </a:lnTo>
                  <a:close/>
                </a:path>
                <a:path w="101600" h="1542415">
                  <a:moveTo>
                    <a:pt x="39395" y="553443"/>
                  </a:moveTo>
                  <a:lnTo>
                    <a:pt x="39395" y="580072"/>
                  </a:lnTo>
                  <a:lnTo>
                    <a:pt x="40132" y="577126"/>
                  </a:lnTo>
                  <a:lnTo>
                    <a:pt x="40132" y="577300"/>
                  </a:lnTo>
                  <a:lnTo>
                    <a:pt x="41389" y="575157"/>
                  </a:lnTo>
                  <a:lnTo>
                    <a:pt x="42684" y="572858"/>
                  </a:lnTo>
                  <a:lnTo>
                    <a:pt x="44488" y="571055"/>
                  </a:lnTo>
                  <a:lnTo>
                    <a:pt x="49085" y="568464"/>
                  </a:lnTo>
                  <a:lnTo>
                    <a:pt x="51727" y="567817"/>
                  </a:lnTo>
                  <a:lnTo>
                    <a:pt x="54711" y="567817"/>
                  </a:lnTo>
                  <a:lnTo>
                    <a:pt x="54711" y="599152"/>
                  </a:lnTo>
                  <a:lnTo>
                    <a:pt x="67551" y="599178"/>
                  </a:lnTo>
                  <a:lnTo>
                    <a:pt x="67551" y="548309"/>
                  </a:lnTo>
                  <a:lnTo>
                    <a:pt x="54914" y="548405"/>
                  </a:lnTo>
                  <a:lnTo>
                    <a:pt x="49961" y="549198"/>
                  </a:lnTo>
                  <a:lnTo>
                    <a:pt x="40462" y="552767"/>
                  </a:lnTo>
                  <a:lnTo>
                    <a:pt x="39395" y="553443"/>
                  </a:lnTo>
                  <a:close/>
                </a:path>
                <a:path w="101600" h="1542415">
                  <a:moveTo>
                    <a:pt x="24904" y="494042"/>
                  </a:moveTo>
                  <a:lnTo>
                    <a:pt x="24904" y="513791"/>
                  </a:lnTo>
                  <a:lnTo>
                    <a:pt x="99606" y="513791"/>
                  </a:lnTo>
                  <a:lnTo>
                    <a:pt x="99606" y="493077"/>
                  </a:lnTo>
                  <a:lnTo>
                    <a:pt x="53212" y="493039"/>
                  </a:lnTo>
                  <a:lnTo>
                    <a:pt x="50469" y="492442"/>
                  </a:lnTo>
                  <a:lnTo>
                    <a:pt x="45897" y="490067"/>
                  </a:lnTo>
                  <a:lnTo>
                    <a:pt x="44145" y="488416"/>
                  </a:lnTo>
                  <a:lnTo>
                    <a:pt x="41744" y="484174"/>
                  </a:lnTo>
                  <a:lnTo>
                    <a:pt x="41249" y="482130"/>
                  </a:lnTo>
                  <a:lnTo>
                    <a:pt x="41249" y="445998"/>
                  </a:lnTo>
                  <a:lnTo>
                    <a:pt x="38087" y="447608"/>
                  </a:lnTo>
                  <a:lnTo>
                    <a:pt x="38087" y="494042"/>
                  </a:lnTo>
                  <a:lnTo>
                    <a:pt x="24904" y="494042"/>
                  </a:lnTo>
                  <a:close/>
                </a:path>
                <a:path w="101600" h="1542415">
                  <a:moveTo>
                    <a:pt x="41249" y="445998"/>
                  </a:moveTo>
                  <a:lnTo>
                    <a:pt x="41249" y="474509"/>
                  </a:lnTo>
                  <a:lnTo>
                    <a:pt x="42443" y="471512"/>
                  </a:lnTo>
                  <a:lnTo>
                    <a:pt x="47599" y="466775"/>
                  </a:lnTo>
                  <a:lnTo>
                    <a:pt x="51168" y="465607"/>
                  </a:lnTo>
                  <a:lnTo>
                    <a:pt x="99606" y="465645"/>
                  </a:lnTo>
                  <a:lnTo>
                    <a:pt x="99606" y="444919"/>
                  </a:lnTo>
                  <a:lnTo>
                    <a:pt x="45897" y="444993"/>
                  </a:lnTo>
                  <a:lnTo>
                    <a:pt x="41744" y="445891"/>
                  </a:lnTo>
                  <a:lnTo>
                    <a:pt x="41249" y="445998"/>
                  </a:lnTo>
                  <a:close/>
                </a:path>
                <a:path w="101600" h="1542415">
                  <a:moveTo>
                    <a:pt x="23926" y="465518"/>
                  </a:moveTo>
                  <a:lnTo>
                    <a:pt x="23926" y="476250"/>
                  </a:lnTo>
                  <a:lnTo>
                    <a:pt x="25209" y="480961"/>
                  </a:lnTo>
                  <a:lnTo>
                    <a:pt x="27774" y="484847"/>
                  </a:lnTo>
                  <a:lnTo>
                    <a:pt x="30302" y="488746"/>
                  </a:lnTo>
                  <a:lnTo>
                    <a:pt x="33743" y="491515"/>
                  </a:lnTo>
                  <a:lnTo>
                    <a:pt x="38087" y="493166"/>
                  </a:lnTo>
                  <a:lnTo>
                    <a:pt x="38087" y="447608"/>
                  </a:lnTo>
                  <a:lnTo>
                    <a:pt x="32842" y="450278"/>
                  </a:lnTo>
                  <a:lnTo>
                    <a:pt x="29603" y="453275"/>
                  </a:lnTo>
                  <a:lnTo>
                    <a:pt x="25069" y="460984"/>
                  </a:lnTo>
                  <a:lnTo>
                    <a:pt x="23926" y="465518"/>
                  </a:lnTo>
                  <a:close/>
                </a:path>
                <a:path w="101600" h="1542415">
                  <a:moveTo>
                    <a:pt x="23926" y="395795"/>
                  </a:moveTo>
                  <a:lnTo>
                    <a:pt x="23926" y="408051"/>
                  </a:lnTo>
                  <a:lnTo>
                    <a:pt x="25552" y="414439"/>
                  </a:lnTo>
                  <a:lnTo>
                    <a:pt x="70472" y="436956"/>
                  </a:lnTo>
                  <a:lnTo>
                    <a:pt x="76936" y="435550"/>
                  </a:lnTo>
                  <a:lnTo>
                    <a:pt x="77304" y="435470"/>
                  </a:lnTo>
                  <a:lnTo>
                    <a:pt x="88811" y="429501"/>
                  </a:lnTo>
                  <a:lnTo>
                    <a:pt x="93256" y="425259"/>
                  </a:lnTo>
                  <a:lnTo>
                    <a:pt x="99504" y="414197"/>
                  </a:lnTo>
                  <a:lnTo>
                    <a:pt x="101066" y="407581"/>
                  </a:lnTo>
                  <a:lnTo>
                    <a:pt x="101066" y="393738"/>
                  </a:lnTo>
                  <a:lnTo>
                    <a:pt x="85598" y="368399"/>
                  </a:lnTo>
                  <a:lnTo>
                    <a:pt x="85598" y="403034"/>
                  </a:lnTo>
                  <a:lnTo>
                    <a:pt x="84874" y="406031"/>
                  </a:lnTo>
                  <a:lnTo>
                    <a:pt x="71297" y="416483"/>
                  </a:lnTo>
                  <a:lnTo>
                    <a:pt x="67551" y="416478"/>
                  </a:lnTo>
                  <a:lnTo>
                    <a:pt x="67551" y="428688"/>
                  </a:lnTo>
                  <a:lnTo>
                    <a:pt x="54711" y="428688"/>
                  </a:lnTo>
                  <a:lnTo>
                    <a:pt x="54711" y="416461"/>
                  </a:lnTo>
                  <a:lnTo>
                    <a:pt x="52451" y="416458"/>
                  </a:lnTo>
                  <a:lnTo>
                    <a:pt x="49961" y="415809"/>
                  </a:lnTo>
                  <a:lnTo>
                    <a:pt x="49771" y="415759"/>
                  </a:lnTo>
                  <a:lnTo>
                    <a:pt x="44945" y="413029"/>
                  </a:lnTo>
                  <a:lnTo>
                    <a:pt x="43014" y="411149"/>
                  </a:lnTo>
                  <a:lnTo>
                    <a:pt x="40132" y="406323"/>
                  </a:lnTo>
                  <a:lnTo>
                    <a:pt x="39395" y="403529"/>
                  </a:lnTo>
                  <a:lnTo>
                    <a:pt x="39395" y="370741"/>
                  </a:lnTo>
                  <a:lnTo>
                    <a:pt x="36563" y="372535"/>
                  </a:lnTo>
                  <a:lnTo>
                    <a:pt x="30226" y="378955"/>
                  </a:lnTo>
                  <a:lnTo>
                    <a:pt x="27863" y="382689"/>
                  </a:lnTo>
                  <a:lnTo>
                    <a:pt x="26314" y="386969"/>
                  </a:lnTo>
                  <a:lnTo>
                    <a:pt x="24726" y="391210"/>
                  </a:lnTo>
                  <a:lnTo>
                    <a:pt x="23926" y="395795"/>
                  </a:lnTo>
                  <a:close/>
                </a:path>
                <a:path w="101600" h="1542415">
                  <a:moveTo>
                    <a:pt x="76936" y="385216"/>
                  </a:moveTo>
                  <a:lnTo>
                    <a:pt x="85598" y="397256"/>
                  </a:lnTo>
                  <a:lnTo>
                    <a:pt x="85598" y="368399"/>
                  </a:lnTo>
                  <a:lnTo>
                    <a:pt x="83007" y="367111"/>
                  </a:lnTo>
                  <a:lnTo>
                    <a:pt x="82816" y="367017"/>
                  </a:lnTo>
                  <a:lnTo>
                    <a:pt x="78206" y="366052"/>
                  </a:lnTo>
                  <a:lnTo>
                    <a:pt x="76936" y="385216"/>
                  </a:lnTo>
                  <a:close/>
                </a:path>
                <a:path w="101600" h="1542415">
                  <a:moveTo>
                    <a:pt x="54711" y="416461"/>
                  </a:moveTo>
                  <a:lnTo>
                    <a:pt x="54711" y="428688"/>
                  </a:lnTo>
                  <a:lnTo>
                    <a:pt x="67551" y="428688"/>
                  </a:lnTo>
                  <a:lnTo>
                    <a:pt x="67551" y="416478"/>
                  </a:lnTo>
                  <a:lnTo>
                    <a:pt x="54711" y="416461"/>
                  </a:lnTo>
                  <a:close/>
                </a:path>
                <a:path w="101600" h="1542415">
                  <a:moveTo>
                    <a:pt x="39395" y="370741"/>
                  </a:moveTo>
                  <a:lnTo>
                    <a:pt x="39395" y="397370"/>
                  </a:lnTo>
                  <a:lnTo>
                    <a:pt x="40132" y="394423"/>
                  </a:lnTo>
                  <a:lnTo>
                    <a:pt x="40132" y="394598"/>
                  </a:lnTo>
                  <a:lnTo>
                    <a:pt x="41389" y="392455"/>
                  </a:lnTo>
                  <a:lnTo>
                    <a:pt x="42684" y="390156"/>
                  </a:lnTo>
                  <a:lnTo>
                    <a:pt x="44488" y="388353"/>
                  </a:lnTo>
                  <a:lnTo>
                    <a:pt x="49085" y="385762"/>
                  </a:lnTo>
                  <a:lnTo>
                    <a:pt x="51727" y="385114"/>
                  </a:lnTo>
                  <a:lnTo>
                    <a:pt x="54711" y="385114"/>
                  </a:lnTo>
                  <a:lnTo>
                    <a:pt x="54711" y="416461"/>
                  </a:lnTo>
                  <a:lnTo>
                    <a:pt x="67551" y="416478"/>
                  </a:lnTo>
                  <a:lnTo>
                    <a:pt x="67551" y="365607"/>
                  </a:lnTo>
                  <a:lnTo>
                    <a:pt x="54914" y="365704"/>
                  </a:lnTo>
                  <a:lnTo>
                    <a:pt x="49961" y="366509"/>
                  </a:lnTo>
                  <a:lnTo>
                    <a:pt x="40462" y="370065"/>
                  </a:lnTo>
                  <a:lnTo>
                    <a:pt x="39395" y="370741"/>
                  </a:lnTo>
                  <a:close/>
                </a:path>
                <a:path w="101600" h="1542415">
                  <a:moveTo>
                    <a:pt x="7010" y="331762"/>
                  </a:moveTo>
                  <a:lnTo>
                    <a:pt x="7010" y="352475"/>
                  </a:lnTo>
                  <a:lnTo>
                    <a:pt x="84264" y="352513"/>
                  </a:lnTo>
                  <a:lnTo>
                    <a:pt x="88328" y="351497"/>
                  </a:lnTo>
                  <a:lnTo>
                    <a:pt x="94742" y="347345"/>
                  </a:lnTo>
                  <a:lnTo>
                    <a:pt x="97104" y="344436"/>
                  </a:lnTo>
                  <a:lnTo>
                    <a:pt x="100253" y="336707"/>
                  </a:lnTo>
                  <a:lnTo>
                    <a:pt x="100253" y="336295"/>
                  </a:lnTo>
                  <a:lnTo>
                    <a:pt x="100825" y="332574"/>
                  </a:lnTo>
                  <a:lnTo>
                    <a:pt x="100622" y="327583"/>
                  </a:lnTo>
                  <a:lnTo>
                    <a:pt x="100622" y="325618"/>
                  </a:lnTo>
                  <a:lnTo>
                    <a:pt x="100253" y="322605"/>
                  </a:lnTo>
                  <a:lnTo>
                    <a:pt x="99796" y="320725"/>
                  </a:lnTo>
                  <a:lnTo>
                    <a:pt x="99377" y="318846"/>
                  </a:lnTo>
                  <a:lnTo>
                    <a:pt x="99009" y="317385"/>
                  </a:lnTo>
                  <a:lnTo>
                    <a:pt x="98679" y="316344"/>
                  </a:lnTo>
                  <a:lnTo>
                    <a:pt x="84264" y="319395"/>
                  </a:lnTo>
                  <a:lnTo>
                    <a:pt x="83947" y="319463"/>
                  </a:lnTo>
                  <a:lnTo>
                    <a:pt x="83947" y="326148"/>
                  </a:lnTo>
                  <a:lnTo>
                    <a:pt x="83731" y="327380"/>
                  </a:lnTo>
                  <a:lnTo>
                    <a:pt x="82892" y="329488"/>
                  </a:lnTo>
                  <a:lnTo>
                    <a:pt x="82156" y="330301"/>
                  </a:lnTo>
                  <a:lnTo>
                    <a:pt x="80060" y="331470"/>
                  </a:lnTo>
                  <a:lnTo>
                    <a:pt x="78562" y="331762"/>
                  </a:lnTo>
                  <a:lnTo>
                    <a:pt x="7010" y="331762"/>
                  </a:lnTo>
                  <a:close/>
                </a:path>
                <a:path w="101600" h="1542415">
                  <a:moveTo>
                    <a:pt x="83362" y="319586"/>
                  </a:moveTo>
                  <a:lnTo>
                    <a:pt x="83362" y="320128"/>
                  </a:lnTo>
                  <a:lnTo>
                    <a:pt x="83731" y="321991"/>
                  </a:lnTo>
                  <a:lnTo>
                    <a:pt x="83947" y="323254"/>
                  </a:lnTo>
                  <a:lnTo>
                    <a:pt x="83947" y="319463"/>
                  </a:lnTo>
                  <a:lnTo>
                    <a:pt x="83362" y="319586"/>
                  </a:lnTo>
                  <a:close/>
                </a:path>
                <a:path w="101600" h="1542415">
                  <a:moveTo>
                    <a:pt x="24904" y="352484"/>
                  </a:moveTo>
                  <a:lnTo>
                    <a:pt x="24904" y="362699"/>
                  </a:lnTo>
                  <a:lnTo>
                    <a:pt x="40462" y="362699"/>
                  </a:lnTo>
                  <a:lnTo>
                    <a:pt x="40462" y="352492"/>
                  </a:lnTo>
                  <a:lnTo>
                    <a:pt x="24904" y="352484"/>
                  </a:lnTo>
                  <a:close/>
                </a:path>
                <a:path w="101600" h="1542415">
                  <a:moveTo>
                    <a:pt x="24904" y="317703"/>
                  </a:moveTo>
                  <a:lnTo>
                    <a:pt x="24904" y="331762"/>
                  </a:lnTo>
                  <a:lnTo>
                    <a:pt x="40462" y="331762"/>
                  </a:lnTo>
                  <a:lnTo>
                    <a:pt x="40462" y="317703"/>
                  </a:lnTo>
                  <a:lnTo>
                    <a:pt x="24904" y="317703"/>
                  </a:lnTo>
                  <a:close/>
                </a:path>
                <a:path w="101600" h="1542415">
                  <a:moveTo>
                    <a:pt x="24904" y="294195"/>
                  </a:moveTo>
                  <a:lnTo>
                    <a:pt x="24904" y="315150"/>
                  </a:lnTo>
                  <a:lnTo>
                    <a:pt x="99606" y="294830"/>
                  </a:lnTo>
                  <a:lnTo>
                    <a:pt x="99606" y="272935"/>
                  </a:lnTo>
                  <a:lnTo>
                    <a:pt x="75095" y="266236"/>
                  </a:lnTo>
                  <a:lnTo>
                    <a:pt x="75095" y="282613"/>
                  </a:lnTo>
                  <a:lnTo>
                    <a:pt x="24904" y="294195"/>
                  </a:lnTo>
                  <a:close/>
                </a:path>
                <a:path w="101600" h="1542415">
                  <a:moveTo>
                    <a:pt x="52628" y="242491"/>
                  </a:moveTo>
                  <a:lnTo>
                    <a:pt x="52628" y="259181"/>
                  </a:lnTo>
                  <a:lnTo>
                    <a:pt x="99606" y="246341"/>
                  </a:lnTo>
                  <a:lnTo>
                    <a:pt x="99606" y="224396"/>
                  </a:lnTo>
                  <a:lnTo>
                    <a:pt x="75095" y="217745"/>
                  </a:lnTo>
                  <a:lnTo>
                    <a:pt x="74803" y="217666"/>
                  </a:lnTo>
                  <a:lnTo>
                    <a:pt x="74803" y="237045"/>
                  </a:lnTo>
                  <a:lnTo>
                    <a:pt x="52628" y="242491"/>
                  </a:lnTo>
                  <a:close/>
                </a:path>
                <a:path w="101600" h="1542415">
                  <a:moveTo>
                    <a:pt x="24904" y="249301"/>
                  </a:moveTo>
                  <a:lnTo>
                    <a:pt x="24904" y="269875"/>
                  </a:lnTo>
                  <a:lnTo>
                    <a:pt x="74803" y="281869"/>
                  </a:lnTo>
                  <a:lnTo>
                    <a:pt x="75095" y="281940"/>
                  </a:lnTo>
                  <a:lnTo>
                    <a:pt x="75095" y="266236"/>
                  </a:lnTo>
                  <a:lnTo>
                    <a:pt x="52628" y="260096"/>
                  </a:lnTo>
                  <a:lnTo>
                    <a:pt x="52628" y="242491"/>
                  </a:lnTo>
                  <a:lnTo>
                    <a:pt x="24904" y="249301"/>
                  </a:lnTo>
                  <a:close/>
                </a:path>
                <a:path w="101600" h="1542415">
                  <a:moveTo>
                    <a:pt x="24904" y="204127"/>
                  </a:moveTo>
                  <a:lnTo>
                    <a:pt x="24904" y="225031"/>
                  </a:lnTo>
                  <a:lnTo>
                    <a:pt x="74803" y="236410"/>
                  </a:lnTo>
                  <a:lnTo>
                    <a:pt x="74803" y="217666"/>
                  </a:lnTo>
                  <a:lnTo>
                    <a:pt x="24904" y="204127"/>
                  </a:lnTo>
                  <a:close/>
                </a:path>
                <a:path w="101600" h="1542415">
                  <a:moveTo>
                    <a:pt x="23926" y="158978"/>
                  </a:moveTo>
                  <a:lnTo>
                    <a:pt x="23926" y="174091"/>
                  </a:lnTo>
                  <a:lnTo>
                    <a:pt x="25552" y="180632"/>
                  </a:lnTo>
                  <a:lnTo>
                    <a:pt x="70624" y="203206"/>
                  </a:lnTo>
                  <a:lnTo>
                    <a:pt x="76923" y="201815"/>
                  </a:lnTo>
                  <a:lnTo>
                    <a:pt x="101066" y="174091"/>
                  </a:lnTo>
                  <a:lnTo>
                    <a:pt x="101066" y="158978"/>
                  </a:lnTo>
                  <a:lnTo>
                    <a:pt x="99466" y="152463"/>
                  </a:lnTo>
                  <a:lnTo>
                    <a:pt x="93002" y="141478"/>
                  </a:lnTo>
                  <a:lnTo>
                    <a:pt x="88506" y="137223"/>
                  </a:lnTo>
                  <a:lnTo>
                    <a:pt x="85013" y="135427"/>
                  </a:lnTo>
                  <a:lnTo>
                    <a:pt x="85013" y="169913"/>
                  </a:lnTo>
                  <a:lnTo>
                    <a:pt x="84048" y="172834"/>
                  </a:lnTo>
                  <a:lnTo>
                    <a:pt x="66751" y="182245"/>
                  </a:lnTo>
                  <a:lnTo>
                    <a:pt x="58051" y="182245"/>
                  </a:lnTo>
                  <a:lnTo>
                    <a:pt x="54825" y="181758"/>
                  </a:lnTo>
                  <a:lnTo>
                    <a:pt x="54178" y="181660"/>
                  </a:lnTo>
                  <a:lnTo>
                    <a:pt x="39738" y="169913"/>
                  </a:lnTo>
                  <a:lnTo>
                    <a:pt x="39738" y="135562"/>
                  </a:lnTo>
                  <a:lnTo>
                    <a:pt x="36512" y="137223"/>
                  </a:lnTo>
                  <a:lnTo>
                    <a:pt x="32003" y="141478"/>
                  </a:lnTo>
                  <a:lnTo>
                    <a:pt x="25552" y="152463"/>
                  </a:lnTo>
                  <a:lnTo>
                    <a:pt x="23926" y="158978"/>
                  </a:lnTo>
                  <a:close/>
                </a:path>
                <a:path w="101600" h="1542415">
                  <a:moveTo>
                    <a:pt x="39738" y="135562"/>
                  </a:moveTo>
                  <a:lnTo>
                    <a:pt x="39738" y="163004"/>
                  </a:lnTo>
                  <a:lnTo>
                    <a:pt x="40728" y="160134"/>
                  </a:lnTo>
                  <a:lnTo>
                    <a:pt x="44678" y="155536"/>
                  </a:lnTo>
                  <a:lnTo>
                    <a:pt x="47370" y="153797"/>
                  </a:lnTo>
                  <a:lnTo>
                    <a:pt x="54178" y="151434"/>
                  </a:lnTo>
                  <a:lnTo>
                    <a:pt x="58051" y="150825"/>
                  </a:lnTo>
                  <a:lnTo>
                    <a:pt x="66751" y="150825"/>
                  </a:lnTo>
                  <a:lnTo>
                    <a:pt x="70192" y="151366"/>
                  </a:lnTo>
                  <a:lnTo>
                    <a:pt x="70624" y="151434"/>
                  </a:lnTo>
                  <a:lnTo>
                    <a:pt x="77431" y="153797"/>
                  </a:lnTo>
                  <a:lnTo>
                    <a:pt x="80124" y="155536"/>
                  </a:lnTo>
                  <a:lnTo>
                    <a:pt x="84048" y="160134"/>
                  </a:lnTo>
                  <a:lnTo>
                    <a:pt x="85013" y="163004"/>
                  </a:lnTo>
                  <a:lnTo>
                    <a:pt x="85013" y="135427"/>
                  </a:lnTo>
                  <a:lnTo>
                    <a:pt x="76923" y="131267"/>
                  </a:lnTo>
                  <a:lnTo>
                    <a:pt x="70624" y="129864"/>
                  </a:lnTo>
                  <a:lnTo>
                    <a:pt x="54825" y="129768"/>
                  </a:lnTo>
                  <a:lnTo>
                    <a:pt x="48082" y="131267"/>
                  </a:lnTo>
                  <a:lnTo>
                    <a:pt x="39738" y="135562"/>
                  </a:lnTo>
                  <a:close/>
                </a:path>
                <a:path w="101600" h="1542415">
                  <a:moveTo>
                    <a:pt x="25031" y="101561"/>
                  </a:moveTo>
                  <a:lnTo>
                    <a:pt x="25031" y="121653"/>
                  </a:lnTo>
                  <a:lnTo>
                    <a:pt x="99606" y="121653"/>
                  </a:lnTo>
                  <a:lnTo>
                    <a:pt x="99606" y="100926"/>
                  </a:lnTo>
                  <a:lnTo>
                    <a:pt x="54292" y="100926"/>
                  </a:lnTo>
                  <a:lnTo>
                    <a:pt x="51600" y="100253"/>
                  </a:lnTo>
                  <a:lnTo>
                    <a:pt x="46939" y="97497"/>
                  </a:lnTo>
                  <a:lnTo>
                    <a:pt x="45123" y="95618"/>
                  </a:lnTo>
                  <a:lnTo>
                    <a:pt x="42494" y="90843"/>
                  </a:lnTo>
                  <a:lnTo>
                    <a:pt x="41935" y="88543"/>
                  </a:lnTo>
                  <a:lnTo>
                    <a:pt x="41935" y="76327"/>
                  </a:lnTo>
                  <a:lnTo>
                    <a:pt x="37934" y="76327"/>
                  </a:lnTo>
                  <a:lnTo>
                    <a:pt x="37934" y="101561"/>
                  </a:lnTo>
                  <a:lnTo>
                    <a:pt x="25031" y="101561"/>
                  </a:lnTo>
                  <a:close/>
                </a:path>
                <a:path w="101600" h="1542415">
                  <a:moveTo>
                    <a:pt x="41935" y="76327"/>
                  </a:moveTo>
                  <a:lnTo>
                    <a:pt x="41935" y="82080"/>
                  </a:lnTo>
                  <a:lnTo>
                    <a:pt x="42494" y="77873"/>
                  </a:lnTo>
                  <a:lnTo>
                    <a:pt x="42494" y="78125"/>
                  </a:lnTo>
                  <a:lnTo>
                    <a:pt x="42659" y="77292"/>
                  </a:lnTo>
                  <a:lnTo>
                    <a:pt x="42951" y="76327"/>
                  </a:lnTo>
                  <a:lnTo>
                    <a:pt x="41935" y="76327"/>
                  </a:lnTo>
                  <a:close/>
                </a:path>
                <a:path w="101600" h="1542415">
                  <a:moveTo>
                    <a:pt x="23901" y="80683"/>
                  </a:moveTo>
                  <a:lnTo>
                    <a:pt x="23901" y="87216"/>
                  </a:lnTo>
                  <a:lnTo>
                    <a:pt x="25031" y="90716"/>
                  </a:lnTo>
                  <a:lnTo>
                    <a:pt x="27432" y="93929"/>
                  </a:lnTo>
                  <a:lnTo>
                    <a:pt x="29794" y="97142"/>
                  </a:lnTo>
                  <a:lnTo>
                    <a:pt x="33299" y="99428"/>
                  </a:lnTo>
                  <a:lnTo>
                    <a:pt x="37934" y="100787"/>
                  </a:lnTo>
                  <a:lnTo>
                    <a:pt x="37934" y="76327"/>
                  </a:lnTo>
                  <a:lnTo>
                    <a:pt x="24561" y="76327"/>
                  </a:lnTo>
                  <a:lnTo>
                    <a:pt x="24333" y="77228"/>
                  </a:lnTo>
                  <a:lnTo>
                    <a:pt x="24155" y="78282"/>
                  </a:lnTo>
                  <a:lnTo>
                    <a:pt x="23901" y="80683"/>
                  </a:lnTo>
                  <a:close/>
                </a:path>
                <a:path w="101600" h="1542415">
                  <a:moveTo>
                    <a:pt x="0" y="50241"/>
                  </a:moveTo>
                  <a:lnTo>
                    <a:pt x="0" y="70954"/>
                  </a:lnTo>
                  <a:lnTo>
                    <a:pt x="99606" y="70954"/>
                  </a:lnTo>
                  <a:lnTo>
                    <a:pt x="99606" y="50241"/>
                  </a:lnTo>
                  <a:lnTo>
                    <a:pt x="78105" y="50241"/>
                  </a:lnTo>
                  <a:lnTo>
                    <a:pt x="78105" y="52184"/>
                  </a:lnTo>
                  <a:lnTo>
                    <a:pt x="53251" y="52133"/>
                  </a:lnTo>
                  <a:lnTo>
                    <a:pt x="53251" y="50241"/>
                  </a:lnTo>
                  <a:lnTo>
                    <a:pt x="0" y="50241"/>
                  </a:lnTo>
                  <a:close/>
                </a:path>
                <a:path w="101600" h="1542415">
                  <a:moveTo>
                    <a:pt x="57259" y="29112"/>
                  </a:moveTo>
                  <a:lnTo>
                    <a:pt x="62445" y="33553"/>
                  </a:lnTo>
                  <a:lnTo>
                    <a:pt x="62445" y="38468"/>
                  </a:lnTo>
                  <a:lnTo>
                    <a:pt x="69476" y="44626"/>
                  </a:lnTo>
                  <a:lnTo>
                    <a:pt x="99606" y="24269"/>
                  </a:lnTo>
                  <a:lnTo>
                    <a:pt x="99606" y="0"/>
                  </a:lnTo>
                  <a:lnTo>
                    <a:pt x="57259" y="29112"/>
                  </a:lnTo>
                  <a:close/>
                </a:path>
                <a:path w="101600" h="1542415">
                  <a:moveTo>
                    <a:pt x="53251" y="50241"/>
                  </a:moveTo>
                  <a:lnTo>
                    <a:pt x="53251" y="52133"/>
                  </a:lnTo>
                  <a:lnTo>
                    <a:pt x="78105" y="52184"/>
                  </a:lnTo>
                  <a:lnTo>
                    <a:pt x="75886" y="50241"/>
                  </a:lnTo>
                  <a:lnTo>
                    <a:pt x="53251" y="50241"/>
                  </a:lnTo>
                  <a:close/>
                </a:path>
                <a:path w="101600" h="1542415">
                  <a:moveTo>
                    <a:pt x="75886" y="50241"/>
                  </a:moveTo>
                  <a:lnTo>
                    <a:pt x="78105" y="52184"/>
                  </a:lnTo>
                  <a:lnTo>
                    <a:pt x="78105" y="50241"/>
                  </a:lnTo>
                  <a:lnTo>
                    <a:pt x="75886" y="50241"/>
                  </a:lnTo>
                  <a:close/>
                </a:path>
                <a:path w="101600" h="1542415">
                  <a:moveTo>
                    <a:pt x="24904" y="1409"/>
                  </a:moveTo>
                  <a:lnTo>
                    <a:pt x="24904" y="25196"/>
                  </a:lnTo>
                  <a:lnTo>
                    <a:pt x="53251" y="49123"/>
                  </a:lnTo>
                  <a:lnTo>
                    <a:pt x="53251" y="50241"/>
                  </a:lnTo>
                  <a:lnTo>
                    <a:pt x="75886" y="50241"/>
                  </a:lnTo>
                  <a:lnTo>
                    <a:pt x="69476" y="44626"/>
                  </a:lnTo>
                  <a:lnTo>
                    <a:pt x="67068" y="46253"/>
                  </a:lnTo>
                  <a:lnTo>
                    <a:pt x="52425" y="32435"/>
                  </a:lnTo>
                  <a:lnTo>
                    <a:pt x="52425" y="24973"/>
                  </a:lnTo>
                  <a:lnTo>
                    <a:pt x="24904" y="1409"/>
                  </a:lnTo>
                  <a:close/>
                </a:path>
                <a:path w="101600" h="1542415">
                  <a:moveTo>
                    <a:pt x="52425" y="32435"/>
                  </a:moveTo>
                  <a:lnTo>
                    <a:pt x="67068" y="46253"/>
                  </a:lnTo>
                  <a:lnTo>
                    <a:pt x="69476" y="44626"/>
                  </a:lnTo>
                  <a:lnTo>
                    <a:pt x="62445" y="38468"/>
                  </a:lnTo>
                  <a:lnTo>
                    <a:pt x="62445" y="33553"/>
                  </a:lnTo>
                  <a:lnTo>
                    <a:pt x="57259" y="29112"/>
                  </a:lnTo>
                  <a:lnTo>
                    <a:pt x="52425" y="32435"/>
                  </a:lnTo>
                  <a:close/>
                </a:path>
                <a:path w="101600" h="1542415">
                  <a:moveTo>
                    <a:pt x="52425" y="24973"/>
                  </a:moveTo>
                  <a:lnTo>
                    <a:pt x="52425" y="32435"/>
                  </a:lnTo>
                  <a:lnTo>
                    <a:pt x="57259" y="29112"/>
                  </a:lnTo>
                  <a:lnTo>
                    <a:pt x="52425" y="249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2489" y="722172"/>
            <a:ext cx="899490" cy="132689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88900" y="1155700"/>
            <a:ext cx="13881100" cy="1205230"/>
            <a:chOff x="88900" y="1155700"/>
            <a:chExt cx="13881100" cy="120523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900" y="1155700"/>
              <a:ext cx="13881100" cy="5334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09397" y="1715782"/>
              <a:ext cx="1762760" cy="645160"/>
            </a:xfrm>
            <a:custGeom>
              <a:avLst/>
              <a:gdLst/>
              <a:ahLst/>
              <a:cxnLst/>
              <a:rect l="l" t="t" r="r" b="b"/>
              <a:pathLst>
                <a:path w="1762760" h="645160">
                  <a:moveTo>
                    <a:pt x="1762506" y="127"/>
                  </a:moveTo>
                  <a:lnTo>
                    <a:pt x="1751203" y="127"/>
                  </a:lnTo>
                  <a:lnTo>
                    <a:pt x="1751203" y="0"/>
                  </a:lnTo>
                  <a:lnTo>
                    <a:pt x="1739900" y="0"/>
                  </a:lnTo>
                  <a:lnTo>
                    <a:pt x="1739900" y="240017"/>
                  </a:lnTo>
                  <a:lnTo>
                    <a:pt x="1739900" y="622300"/>
                  </a:lnTo>
                  <a:lnTo>
                    <a:pt x="1739900" y="622427"/>
                  </a:lnTo>
                  <a:lnTo>
                    <a:pt x="22606" y="622427"/>
                  </a:lnTo>
                  <a:lnTo>
                    <a:pt x="22606" y="622300"/>
                  </a:lnTo>
                  <a:lnTo>
                    <a:pt x="22606" y="240017"/>
                  </a:lnTo>
                  <a:lnTo>
                    <a:pt x="1739900" y="240017"/>
                  </a:lnTo>
                  <a:lnTo>
                    <a:pt x="1739900" y="0"/>
                  </a:lnTo>
                  <a:lnTo>
                    <a:pt x="11303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622300"/>
                  </a:lnTo>
                  <a:lnTo>
                    <a:pt x="0" y="645160"/>
                  </a:lnTo>
                  <a:lnTo>
                    <a:pt x="11303" y="645160"/>
                  </a:lnTo>
                  <a:lnTo>
                    <a:pt x="1751203" y="645160"/>
                  </a:lnTo>
                  <a:lnTo>
                    <a:pt x="1751203" y="645033"/>
                  </a:lnTo>
                  <a:lnTo>
                    <a:pt x="1762506" y="645033"/>
                  </a:lnTo>
                  <a:lnTo>
                    <a:pt x="1762506" y="622427"/>
                  </a:lnTo>
                  <a:lnTo>
                    <a:pt x="1751203" y="622427"/>
                  </a:lnTo>
                  <a:lnTo>
                    <a:pt x="1751203" y="622300"/>
                  </a:lnTo>
                  <a:lnTo>
                    <a:pt x="1762506" y="622300"/>
                  </a:lnTo>
                  <a:lnTo>
                    <a:pt x="1762506" y="22860"/>
                  </a:lnTo>
                  <a:lnTo>
                    <a:pt x="1751203" y="22860"/>
                  </a:lnTo>
                  <a:lnTo>
                    <a:pt x="1751203" y="22733"/>
                  </a:lnTo>
                  <a:lnTo>
                    <a:pt x="1762506" y="22733"/>
                  </a:lnTo>
                  <a:lnTo>
                    <a:pt x="1762506" y="127"/>
                  </a:lnTo>
                  <a:close/>
                </a:path>
              </a:pathLst>
            </a:custGeom>
            <a:solidFill>
              <a:srgbClr val="E13E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51827" y="1755596"/>
              <a:ext cx="1652270" cy="125730"/>
            </a:xfrm>
            <a:custGeom>
              <a:avLst/>
              <a:gdLst/>
              <a:ahLst/>
              <a:cxnLst/>
              <a:rect l="l" t="t" r="r" b="b"/>
              <a:pathLst>
                <a:path w="1652270" h="125730">
                  <a:moveTo>
                    <a:pt x="60426" y="27152"/>
                  </a:moveTo>
                  <a:lnTo>
                    <a:pt x="35915" y="27152"/>
                  </a:lnTo>
                  <a:lnTo>
                    <a:pt x="35915" y="124002"/>
                  </a:lnTo>
                  <a:lnTo>
                    <a:pt x="60426" y="124002"/>
                  </a:lnTo>
                  <a:lnTo>
                    <a:pt x="60426" y="27152"/>
                  </a:lnTo>
                  <a:close/>
                </a:path>
                <a:path w="1652270" h="125730">
                  <a:moveTo>
                    <a:pt x="96342" y="6705"/>
                  </a:moveTo>
                  <a:lnTo>
                    <a:pt x="0" y="6705"/>
                  </a:lnTo>
                  <a:lnTo>
                    <a:pt x="0" y="27152"/>
                  </a:lnTo>
                  <a:lnTo>
                    <a:pt x="96342" y="27152"/>
                  </a:lnTo>
                  <a:lnTo>
                    <a:pt x="96342" y="6705"/>
                  </a:lnTo>
                  <a:close/>
                </a:path>
                <a:path w="1652270" h="125730">
                  <a:moveTo>
                    <a:pt x="139928" y="36029"/>
                  </a:moveTo>
                  <a:lnTo>
                    <a:pt x="115531" y="36029"/>
                  </a:lnTo>
                  <a:lnTo>
                    <a:pt x="115531" y="124002"/>
                  </a:lnTo>
                  <a:lnTo>
                    <a:pt x="139928" y="124002"/>
                  </a:lnTo>
                  <a:lnTo>
                    <a:pt x="139928" y="36029"/>
                  </a:lnTo>
                  <a:close/>
                </a:path>
                <a:path w="1652270" h="125730">
                  <a:moveTo>
                    <a:pt x="131406" y="0"/>
                  </a:moveTo>
                  <a:lnTo>
                    <a:pt x="124155" y="0"/>
                  </a:lnTo>
                  <a:lnTo>
                    <a:pt x="121043" y="1219"/>
                  </a:lnTo>
                  <a:lnTo>
                    <a:pt x="115887" y="6070"/>
                  </a:lnTo>
                  <a:lnTo>
                    <a:pt x="114604" y="8953"/>
                  </a:lnTo>
                  <a:lnTo>
                    <a:pt x="114604" y="15709"/>
                  </a:lnTo>
                  <a:lnTo>
                    <a:pt x="115887" y="18630"/>
                  </a:lnTo>
                  <a:lnTo>
                    <a:pt x="118452" y="21082"/>
                  </a:lnTo>
                  <a:lnTo>
                    <a:pt x="121043" y="23482"/>
                  </a:lnTo>
                  <a:lnTo>
                    <a:pt x="124155" y="24688"/>
                  </a:lnTo>
                  <a:lnTo>
                    <a:pt x="131406" y="24688"/>
                  </a:lnTo>
                  <a:lnTo>
                    <a:pt x="134505" y="23482"/>
                  </a:lnTo>
                  <a:lnTo>
                    <a:pt x="139661" y="18630"/>
                  </a:lnTo>
                  <a:lnTo>
                    <a:pt x="140957" y="15709"/>
                  </a:lnTo>
                  <a:lnTo>
                    <a:pt x="140957" y="8953"/>
                  </a:lnTo>
                  <a:lnTo>
                    <a:pt x="139661" y="6070"/>
                  </a:lnTo>
                  <a:lnTo>
                    <a:pt x="137058" y="3670"/>
                  </a:lnTo>
                  <a:lnTo>
                    <a:pt x="134505" y="1219"/>
                  </a:lnTo>
                  <a:lnTo>
                    <a:pt x="131406" y="0"/>
                  </a:lnTo>
                  <a:close/>
                </a:path>
                <a:path w="1652270" h="125730">
                  <a:moveTo>
                    <a:pt x="186499" y="36029"/>
                  </a:moveTo>
                  <a:lnTo>
                    <a:pt x="163245" y="36029"/>
                  </a:lnTo>
                  <a:lnTo>
                    <a:pt x="163245" y="124002"/>
                  </a:lnTo>
                  <a:lnTo>
                    <a:pt x="187655" y="124002"/>
                  </a:lnTo>
                  <a:lnTo>
                    <a:pt x="187655" y="67945"/>
                  </a:lnTo>
                  <a:lnTo>
                    <a:pt x="188151" y="65697"/>
                  </a:lnTo>
                  <a:lnTo>
                    <a:pt x="199262" y="54991"/>
                  </a:lnTo>
                  <a:lnTo>
                    <a:pt x="290990" y="54991"/>
                  </a:lnTo>
                  <a:lnTo>
                    <a:pt x="289787" y="51549"/>
                  </a:lnTo>
                  <a:lnTo>
                    <a:pt x="186499" y="51549"/>
                  </a:lnTo>
                  <a:lnTo>
                    <a:pt x="186499" y="36029"/>
                  </a:lnTo>
                  <a:close/>
                </a:path>
                <a:path w="1652270" h="125730">
                  <a:moveTo>
                    <a:pt x="248691" y="54991"/>
                  </a:moveTo>
                  <a:lnTo>
                    <a:pt x="205981" y="54991"/>
                  </a:lnTo>
                  <a:lnTo>
                    <a:pt x="209207" y="56261"/>
                  </a:lnTo>
                  <a:lnTo>
                    <a:pt x="211645" y="58826"/>
                  </a:lnTo>
                  <a:lnTo>
                    <a:pt x="214134" y="61379"/>
                  </a:lnTo>
                  <a:lnTo>
                    <a:pt x="215379" y="64820"/>
                  </a:lnTo>
                  <a:lnTo>
                    <a:pt x="215379" y="124002"/>
                  </a:lnTo>
                  <a:lnTo>
                    <a:pt x="239026" y="124002"/>
                  </a:lnTo>
                  <a:lnTo>
                    <a:pt x="239026" y="65697"/>
                  </a:lnTo>
                  <a:lnTo>
                    <a:pt x="240271" y="62014"/>
                  </a:lnTo>
                  <a:lnTo>
                    <a:pt x="245236" y="56400"/>
                  </a:lnTo>
                  <a:lnTo>
                    <a:pt x="248691" y="54991"/>
                  </a:lnTo>
                  <a:close/>
                </a:path>
                <a:path w="1652270" h="125730">
                  <a:moveTo>
                    <a:pt x="290990" y="54991"/>
                  </a:moveTo>
                  <a:lnTo>
                    <a:pt x="257009" y="54991"/>
                  </a:lnTo>
                  <a:lnTo>
                    <a:pt x="258838" y="55676"/>
                  </a:lnTo>
                  <a:lnTo>
                    <a:pt x="260315" y="56261"/>
                  </a:lnTo>
                  <a:lnTo>
                    <a:pt x="265455" y="61099"/>
                  </a:lnTo>
                  <a:lnTo>
                    <a:pt x="266750" y="64820"/>
                  </a:lnTo>
                  <a:lnTo>
                    <a:pt x="266750" y="124002"/>
                  </a:lnTo>
                  <a:lnTo>
                    <a:pt x="291096" y="124002"/>
                  </a:lnTo>
                  <a:lnTo>
                    <a:pt x="290990" y="54991"/>
                  </a:lnTo>
                  <a:close/>
                </a:path>
                <a:path w="1652270" h="125730">
                  <a:moveTo>
                    <a:pt x="218084" y="34886"/>
                  </a:moveTo>
                  <a:lnTo>
                    <a:pt x="206095" y="34886"/>
                  </a:lnTo>
                  <a:lnTo>
                    <a:pt x="202158" y="36029"/>
                  </a:lnTo>
                  <a:lnTo>
                    <a:pt x="187540" y="51549"/>
                  </a:lnTo>
                  <a:lnTo>
                    <a:pt x="235940" y="51549"/>
                  </a:lnTo>
                  <a:lnTo>
                    <a:pt x="234539" y="46507"/>
                  </a:lnTo>
                  <a:lnTo>
                    <a:pt x="231769" y="42481"/>
                  </a:lnTo>
                  <a:lnTo>
                    <a:pt x="223250" y="36410"/>
                  </a:lnTo>
                  <a:lnTo>
                    <a:pt x="218084" y="34886"/>
                  </a:lnTo>
                  <a:close/>
                </a:path>
                <a:path w="1652270" h="125730">
                  <a:moveTo>
                    <a:pt x="271576" y="34886"/>
                  </a:moveTo>
                  <a:lnTo>
                    <a:pt x="256921" y="34886"/>
                  </a:lnTo>
                  <a:lnTo>
                    <a:pt x="251320" y="36410"/>
                  </a:lnTo>
                  <a:lnTo>
                    <a:pt x="241896" y="42481"/>
                  </a:lnTo>
                  <a:lnTo>
                    <a:pt x="238645" y="46507"/>
                  </a:lnTo>
                  <a:lnTo>
                    <a:pt x="236854" y="51549"/>
                  </a:lnTo>
                  <a:lnTo>
                    <a:pt x="289787" y="51549"/>
                  </a:lnTo>
                  <a:lnTo>
                    <a:pt x="288518" y="47917"/>
                  </a:lnTo>
                  <a:lnTo>
                    <a:pt x="283362" y="42722"/>
                  </a:lnTo>
                  <a:lnTo>
                    <a:pt x="278244" y="37490"/>
                  </a:lnTo>
                  <a:lnTo>
                    <a:pt x="271576" y="34886"/>
                  </a:lnTo>
                  <a:close/>
                </a:path>
                <a:path w="1652270" h="125730">
                  <a:moveTo>
                    <a:pt x="359067" y="34886"/>
                  </a:moveTo>
                  <a:lnTo>
                    <a:pt x="344639" y="34886"/>
                  </a:lnTo>
                  <a:lnTo>
                    <a:pt x="337108" y="36791"/>
                  </a:lnTo>
                  <a:lnTo>
                    <a:pt x="310642" y="71132"/>
                  </a:lnTo>
                  <a:lnTo>
                    <a:pt x="310591" y="89700"/>
                  </a:lnTo>
                  <a:lnTo>
                    <a:pt x="312264" y="97307"/>
                  </a:lnTo>
                  <a:lnTo>
                    <a:pt x="312356" y="97726"/>
                  </a:lnTo>
                  <a:lnTo>
                    <a:pt x="345186" y="125717"/>
                  </a:lnTo>
                  <a:lnTo>
                    <a:pt x="361492" y="125717"/>
                  </a:lnTo>
                  <a:lnTo>
                    <a:pt x="391333" y="107505"/>
                  </a:lnTo>
                  <a:lnTo>
                    <a:pt x="350558" y="107505"/>
                  </a:lnTo>
                  <a:lnTo>
                    <a:pt x="347027" y="106641"/>
                  </a:lnTo>
                  <a:lnTo>
                    <a:pt x="334708" y="90665"/>
                  </a:lnTo>
                  <a:lnTo>
                    <a:pt x="334716" y="86258"/>
                  </a:lnTo>
                  <a:lnTo>
                    <a:pt x="320332" y="86258"/>
                  </a:lnTo>
                  <a:lnTo>
                    <a:pt x="320332" y="71132"/>
                  </a:lnTo>
                  <a:lnTo>
                    <a:pt x="334742" y="71132"/>
                  </a:lnTo>
                  <a:lnTo>
                    <a:pt x="334746" y="68465"/>
                  </a:lnTo>
                  <a:lnTo>
                    <a:pt x="335512" y="65544"/>
                  </a:lnTo>
                  <a:lnTo>
                    <a:pt x="335572" y="65316"/>
                  </a:lnTo>
                  <a:lnTo>
                    <a:pt x="338772" y="59626"/>
                  </a:lnTo>
                  <a:lnTo>
                    <a:pt x="340995" y="57353"/>
                  </a:lnTo>
                  <a:lnTo>
                    <a:pt x="346684" y="53949"/>
                  </a:lnTo>
                  <a:lnTo>
                    <a:pt x="349961" y="53098"/>
                  </a:lnTo>
                  <a:lnTo>
                    <a:pt x="388574" y="53098"/>
                  </a:lnTo>
                  <a:lnTo>
                    <a:pt x="386463" y="49758"/>
                  </a:lnTo>
                  <a:lnTo>
                    <a:pt x="378904" y="42291"/>
                  </a:lnTo>
                  <a:lnTo>
                    <a:pt x="374510" y="39522"/>
                  </a:lnTo>
                  <a:lnTo>
                    <a:pt x="369481" y="37693"/>
                  </a:lnTo>
                  <a:lnTo>
                    <a:pt x="364477" y="35814"/>
                  </a:lnTo>
                  <a:lnTo>
                    <a:pt x="359067" y="34886"/>
                  </a:lnTo>
                  <a:close/>
                </a:path>
                <a:path w="1652270" h="125730">
                  <a:moveTo>
                    <a:pt x="371538" y="97307"/>
                  </a:moveTo>
                  <a:lnTo>
                    <a:pt x="357352" y="107505"/>
                  </a:lnTo>
                  <a:lnTo>
                    <a:pt x="391333" y="107505"/>
                  </a:lnTo>
                  <a:lnTo>
                    <a:pt x="392963" y="104228"/>
                  </a:lnTo>
                  <a:lnTo>
                    <a:pt x="394106" y="98806"/>
                  </a:lnTo>
                  <a:lnTo>
                    <a:pt x="371538" y="97307"/>
                  </a:lnTo>
                  <a:close/>
                </a:path>
                <a:path w="1652270" h="125730">
                  <a:moveTo>
                    <a:pt x="334742" y="71132"/>
                  </a:moveTo>
                  <a:lnTo>
                    <a:pt x="320332" y="71132"/>
                  </a:lnTo>
                  <a:lnTo>
                    <a:pt x="320332" y="86258"/>
                  </a:lnTo>
                  <a:lnTo>
                    <a:pt x="334716" y="86258"/>
                  </a:lnTo>
                  <a:lnTo>
                    <a:pt x="334742" y="71132"/>
                  </a:lnTo>
                  <a:close/>
                </a:path>
                <a:path w="1652270" h="125730">
                  <a:moveTo>
                    <a:pt x="388574" y="53098"/>
                  </a:moveTo>
                  <a:lnTo>
                    <a:pt x="357212" y="53098"/>
                  </a:lnTo>
                  <a:lnTo>
                    <a:pt x="360630" y="53949"/>
                  </a:lnTo>
                  <a:lnTo>
                    <a:pt x="360454" y="53949"/>
                  </a:lnTo>
                  <a:lnTo>
                    <a:pt x="363004" y="55448"/>
                  </a:lnTo>
                  <a:lnTo>
                    <a:pt x="365709" y="56972"/>
                  </a:lnTo>
                  <a:lnTo>
                    <a:pt x="367830" y="59093"/>
                  </a:lnTo>
                  <a:lnTo>
                    <a:pt x="370890" y="64516"/>
                  </a:lnTo>
                  <a:lnTo>
                    <a:pt x="371652" y="67627"/>
                  </a:lnTo>
                  <a:lnTo>
                    <a:pt x="371652" y="71132"/>
                  </a:lnTo>
                  <a:lnTo>
                    <a:pt x="334742" y="71132"/>
                  </a:lnTo>
                  <a:lnTo>
                    <a:pt x="334716" y="86258"/>
                  </a:lnTo>
                  <a:lnTo>
                    <a:pt x="394614" y="86258"/>
                  </a:lnTo>
                  <a:lnTo>
                    <a:pt x="394500" y="71361"/>
                  </a:lnTo>
                  <a:lnTo>
                    <a:pt x="393573" y="65544"/>
                  </a:lnTo>
                  <a:lnTo>
                    <a:pt x="389369" y="54356"/>
                  </a:lnTo>
                  <a:lnTo>
                    <a:pt x="388574" y="53098"/>
                  </a:lnTo>
                  <a:close/>
                </a:path>
                <a:path w="1652270" h="125730">
                  <a:moveTo>
                    <a:pt x="438721" y="6705"/>
                  </a:moveTo>
                  <a:lnTo>
                    <a:pt x="414324" y="6705"/>
                  </a:lnTo>
                  <a:lnTo>
                    <a:pt x="414324" y="124002"/>
                  </a:lnTo>
                  <a:lnTo>
                    <a:pt x="438721" y="124002"/>
                  </a:lnTo>
                  <a:lnTo>
                    <a:pt x="438721" y="6705"/>
                  </a:lnTo>
                  <a:close/>
                </a:path>
                <a:path w="1652270" h="125730">
                  <a:moveTo>
                    <a:pt x="486448" y="36029"/>
                  </a:moveTo>
                  <a:lnTo>
                    <a:pt x="462051" y="36029"/>
                  </a:lnTo>
                  <a:lnTo>
                    <a:pt x="462051" y="124002"/>
                  </a:lnTo>
                  <a:lnTo>
                    <a:pt x="486448" y="124002"/>
                  </a:lnTo>
                  <a:lnTo>
                    <a:pt x="486448" y="36029"/>
                  </a:lnTo>
                  <a:close/>
                </a:path>
                <a:path w="1652270" h="125730">
                  <a:moveTo>
                    <a:pt x="477926" y="0"/>
                  </a:moveTo>
                  <a:lnTo>
                    <a:pt x="470674" y="0"/>
                  </a:lnTo>
                  <a:lnTo>
                    <a:pt x="467563" y="1219"/>
                  </a:lnTo>
                  <a:lnTo>
                    <a:pt x="462406" y="6070"/>
                  </a:lnTo>
                  <a:lnTo>
                    <a:pt x="461137" y="8953"/>
                  </a:lnTo>
                  <a:lnTo>
                    <a:pt x="461137" y="15709"/>
                  </a:lnTo>
                  <a:lnTo>
                    <a:pt x="462406" y="18630"/>
                  </a:lnTo>
                  <a:lnTo>
                    <a:pt x="464972" y="21082"/>
                  </a:lnTo>
                  <a:lnTo>
                    <a:pt x="467563" y="23482"/>
                  </a:lnTo>
                  <a:lnTo>
                    <a:pt x="470674" y="24688"/>
                  </a:lnTo>
                  <a:lnTo>
                    <a:pt x="477926" y="24688"/>
                  </a:lnTo>
                  <a:lnTo>
                    <a:pt x="481025" y="23482"/>
                  </a:lnTo>
                  <a:lnTo>
                    <a:pt x="486181" y="18630"/>
                  </a:lnTo>
                  <a:lnTo>
                    <a:pt x="487476" y="15709"/>
                  </a:lnTo>
                  <a:lnTo>
                    <a:pt x="487476" y="8953"/>
                  </a:lnTo>
                  <a:lnTo>
                    <a:pt x="486181" y="6070"/>
                  </a:lnTo>
                  <a:lnTo>
                    <a:pt x="483577" y="3670"/>
                  </a:lnTo>
                  <a:lnTo>
                    <a:pt x="481025" y="1219"/>
                  </a:lnTo>
                  <a:lnTo>
                    <a:pt x="477926" y="0"/>
                  </a:lnTo>
                  <a:close/>
                </a:path>
                <a:path w="1652270" h="125730">
                  <a:moveTo>
                    <a:pt x="533031" y="36029"/>
                  </a:moveTo>
                  <a:lnTo>
                    <a:pt x="509778" y="36029"/>
                  </a:lnTo>
                  <a:lnTo>
                    <a:pt x="509778" y="124002"/>
                  </a:lnTo>
                  <a:lnTo>
                    <a:pt x="534174" y="124002"/>
                  </a:lnTo>
                  <a:lnTo>
                    <a:pt x="534212" y="69367"/>
                  </a:lnTo>
                  <a:lnTo>
                    <a:pt x="534911" y="66128"/>
                  </a:lnTo>
                  <a:lnTo>
                    <a:pt x="537705" y="60756"/>
                  </a:lnTo>
                  <a:lnTo>
                    <a:pt x="539648" y="58686"/>
                  </a:lnTo>
                  <a:lnTo>
                    <a:pt x="544652" y="55867"/>
                  </a:lnTo>
                  <a:lnTo>
                    <a:pt x="547093" y="55270"/>
                  </a:lnTo>
                  <a:lnTo>
                    <a:pt x="589610" y="55270"/>
                  </a:lnTo>
                  <a:lnTo>
                    <a:pt x="587718" y="51549"/>
                  </a:lnTo>
                  <a:lnTo>
                    <a:pt x="533031" y="51549"/>
                  </a:lnTo>
                  <a:lnTo>
                    <a:pt x="533031" y="36029"/>
                  </a:lnTo>
                  <a:close/>
                </a:path>
                <a:path w="1652270" h="125730">
                  <a:moveTo>
                    <a:pt x="589610" y="55270"/>
                  </a:moveTo>
                  <a:lnTo>
                    <a:pt x="556014" y="55270"/>
                  </a:lnTo>
                  <a:lnTo>
                    <a:pt x="559562" y="56680"/>
                  </a:lnTo>
                  <a:lnTo>
                    <a:pt x="565137" y="62750"/>
                  </a:lnTo>
                  <a:lnTo>
                    <a:pt x="566508" y="66954"/>
                  </a:lnTo>
                  <a:lnTo>
                    <a:pt x="566470" y="124002"/>
                  </a:lnTo>
                  <a:lnTo>
                    <a:pt x="590880" y="124002"/>
                  </a:lnTo>
                  <a:lnTo>
                    <a:pt x="590795" y="60756"/>
                  </a:lnTo>
                  <a:lnTo>
                    <a:pt x="589610" y="55270"/>
                  </a:lnTo>
                  <a:close/>
                </a:path>
                <a:path w="1652270" h="125730">
                  <a:moveTo>
                    <a:pt x="566623" y="34886"/>
                  </a:moveTo>
                  <a:lnTo>
                    <a:pt x="553986" y="34886"/>
                  </a:lnTo>
                  <a:lnTo>
                    <a:pt x="548436" y="36385"/>
                  </a:lnTo>
                  <a:lnTo>
                    <a:pt x="543852" y="39408"/>
                  </a:lnTo>
                  <a:lnTo>
                    <a:pt x="539267" y="42379"/>
                  </a:lnTo>
                  <a:lnTo>
                    <a:pt x="536003" y="46431"/>
                  </a:lnTo>
                  <a:lnTo>
                    <a:pt x="534060" y="51549"/>
                  </a:lnTo>
                  <a:lnTo>
                    <a:pt x="587718" y="51549"/>
                  </a:lnTo>
                  <a:lnTo>
                    <a:pt x="584581" y="45377"/>
                  </a:lnTo>
                  <a:lnTo>
                    <a:pt x="581037" y="41567"/>
                  </a:lnTo>
                  <a:lnTo>
                    <a:pt x="571957" y="36220"/>
                  </a:lnTo>
                  <a:lnTo>
                    <a:pt x="566623" y="34886"/>
                  </a:lnTo>
                  <a:close/>
                </a:path>
                <a:path w="1652270" h="125730">
                  <a:moveTo>
                    <a:pt x="658812" y="34886"/>
                  </a:moveTo>
                  <a:lnTo>
                    <a:pt x="644372" y="34886"/>
                  </a:lnTo>
                  <a:lnTo>
                    <a:pt x="636854" y="36791"/>
                  </a:lnTo>
                  <a:lnTo>
                    <a:pt x="610387" y="71132"/>
                  </a:lnTo>
                  <a:lnTo>
                    <a:pt x="610336" y="89700"/>
                  </a:lnTo>
                  <a:lnTo>
                    <a:pt x="611997" y="97307"/>
                  </a:lnTo>
                  <a:lnTo>
                    <a:pt x="644931" y="125717"/>
                  </a:lnTo>
                  <a:lnTo>
                    <a:pt x="661238" y="125717"/>
                  </a:lnTo>
                  <a:lnTo>
                    <a:pt x="691066" y="107505"/>
                  </a:lnTo>
                  <a:lnTo>
                    <a:pt x="650290" y="107505"/>
                  </a:lnTo>
                  <a:lnTo>
                    <a:pt x="646760" y="106641"/>
                  </a:lnTo>
                  <a:lnTo>
                    <a:pt x="634453" y="90665"/>
                  </a:lnTo>
                  <a:lnTo>
                    <a:pt x="634461" y="86258"/>
                  </a:lnTo>
                  <a:lnTo>
                    <a:pt x="620077" y="86258"/>
                  </a:lnTo>
                  <a:lnTo>
                    <a:pt x="620077" y="71132"/>
                  </a:lnTo>
                  <a:lnTo>
                    <a:pt x="634487" y="71132"/>
                  </a:lnTo>
                  <a:lnTo>
                    <a:pt x="634492" y="68465"/>
                  </a:lnTo>
                  <a:lnTo>
                    <a:pt x="635245" y="65544"/>
                  </a:lnTo>
                  <a:lnTo>
                    <a:pt x="635304" y="65316"/>
                  </a:lnTo>
                  <a:lnTo>
                    <a:pt x="638517" y="59626"/>
                  </a:lnTo>
                  <a:lnTo>
                    <a:pt x="640727" y="57353"/>
                  </a:lnTo>
                  <a:lnTo>
                    <a:pt x="643559" y="55676"/>
                  </a:lnTo>
                  <a:lnTo>
                    <a:pt x="646417" y="53949"/>
                  </a:lnTo>
                  <a:lnTo>
                    <a:pt x="649706" y="53098"/>
                  </a:lnTo>
                  <a:lnTo>
                    <a:pt x="688319" y="53098"/>
                  </a:lnTo>
                  <a:lnTo>
                    <a:pt x="686208" y="49758"/>
                  </a:lnTo>
                  <a:lnTo>
                    <a:pt x="678649" y="42291"/>
                  </a:lnTo>
                  <a:lnTo>
                    <a:pt x="674255" y="39522"/>
                  </a:lnTo>
                  <a:lnTo>
                    <a:pt x="669213" y="37693"/>
                  </a:lnTo>
                  <a:lnTo>
                    <a:pt x="664210" y="35814"/>
                  </a:lnTo>
                  <a:lnTo>
                    <a:pt x="658812" y="34886"/>
                  </a:lnTo>
                  <a:close/>
                </a:path>
                <a:path w="1652270" h="125730">
                  <a:moveTo>
                    <a:pt x="671283" y="97307"/>
                  </a:moveTo>
                  <a:lnTo>
                    <a:pt x="657098" y="107505"/>
                  </a:lnTo>
                  <a:lnTo>
                    <a:pt x="691066" y="107505"/>
                  </a:lnTo>
                  <a:lnTo>
                    <a:pt x="692582" y="104457"/>
                  </a:lnTo>
                  <a:lnTo>
                    <a:pt x="692696" y="104228"/>
                  </a:lnTo>
                  <a:lnTo>
                    <a:pt x="693839" y="98806"/>
                  </a:lnTo>
                  <a:lnTo>
                    <a:pt x="671283" y="97307"/>
                  </a:lnTo>
                  <a:close/>
                </a:path>
                <a:path w="1652270" h="125730">
                  <a:moveTo>
                    <a:pt x="634487" y="71132"/>
                  </a:moveTo>
                  <a:lnTo>
                    <a:pt x="620077" y="71132"/>
                  </a:lnTo>
                  <a:lnTo>
                    <a:pt x="620077" y="86258"/>
                  </a:lnTo>
                  <a:lnTo>
                    <a:pt x="634461" y="86258"/>
                  </a:lnTo>
                  <a:lnTo>
                    <a:pt x="634487" y="71132"/>
                  </a:lnTo>
                  <a:close/>
                </a:path>
                <a:path w="1652270" h="125730">
                  <a:moveTo>
                    <a:pt x="688319" y="53098"/>
                  </a:moveTo>
                  <a:lnTo>
                    <a:pt x="656958" y="53098"/>
                  </a:lnTo>
                  <a:lnTo>
                    <a:pt x="660375" y="53949"/>
                  </a:lnTo>
                  <a:lnTo>
                    <a:pt x="660199" y="53949"/>
                  </a:lnTo>
                  <a:lnTo>
                    <a:pt x="662749" y="55448"/>
                  </a:lnTo>
                  <a:lnTo>
                    <a:pt x="665454" y="56972"/>
                  </a:lnTo>
                  <a:lnTo>
                    <a:pt x="667575" y="59093"/>
                  </a:lnTo>
                  <a:lnTo>
                    <a:pt x="670623" y="64516"/>
                  </a:lnTo>
                  <a:lnTo>
                    <a:pt x="671398" y="67627"/>
                  </a:lnTo>
                  <a:lnTo>
                    <a:pt x="671398" y="71132"/>
                  </a:lnTo>
                  <a:lnTo>
                    <a:pt x="634487" y="71132"/>
                  </a:lnTo>
                  <a:lnTo>
                    <a:pt x="634461" y="86258"/>
                  </a:lnTo>
                  <a:lnTo>
                    <a:pt x="694359" y="86258"/>
                  </a:lnTo>
                  <a:lnTo>
                    <a:pt x="694244" y="71361"/>
                  </a:lnTo>
                  <a:lnTo>
                    <a:pt x="693305" y="65544"/>
                  </a:lnTo>
                  <a:lnTo>
                    <a:pt x="689114" y="54356"/>
                  </a:lnTo>
                  <a:lnTo>
                    <a:pt x="688319" y="53098"/>
                  </a:lnTo>
                  <a:close/>
                </a:path>
                <a:path w="1652270" h="125730">
                  <a:moveTo>
                    <a:pt x="811225" y="6705"/>
                  </a:moveTo>
                  <a:lnTo>
                    <a:pt x="755637" y="6705"/>
                  </a:lnTo>
                  <a:lnTo>
                    <a:pt x="755637" y="124002"/>
                  </a:lnTo>
                  <a:lnTo>
                    <a:pt x="814527" y="124002"/>
                  </a:lnTo>
                  <a:lnTo>
                    <a:pt x="821918" y="122593"/>
                  </a:lnTo>
                  <a:lnTo>
                    <a:pt x="833907" y="116941"/>
                  </a:lnTo>
                  <a:lnTo>
                    <a:pt x="838428" y="113106"/>
                  </a:lnTo>
                  <a:lnTo>
                    <a:pt x="844351" y="103720"/>
                  </a:lnTo>
                  <a:lnTo>
                    <a:pt x="780427" y="103720"/>
                  </a:lnTo>
                  <a:lnTo>
                    <a:pt x="780427" y="72567"/>
                  </a:lnTo>
                  <a:lnTo>
                    <a:pt x="840090" y="72567"/>
                  </a:lnTo>
                  <a:lnTo>
                    <a:pt x="836828" y="69227"/>
                  </a:lnTo>
                  <a:lnTo>
                    <a:pt x="832891" y="66903"/>
                  </a:lnTo>
                  <a:lnTo>
                    <a:pt x="829005" y="64566"/>
                  </a:lnTo>
                  <a:lnTo>
                    <a:pt x="824826" y="63309"/>
                  </a:lnTo>
                  <a:lnTo>
                    <a:pt x="820356" y="63119"/>
                  </a:lnTo>
                  <a:lnTo>
                    <a:pt x="820356" y="61976"/>
                  </a:lnTo>
                  <a:lnTo>
                    <a:pt x="824433" y="61061"/>
                  </a:lnTo>
                  <a:lnTo>
                    <a:pt x="828065" y="59512"/>
                  </a:lnTo>
                  <a:lnTo>
                    <a:pt x="833464" y="55791"/>
                  </a:lnTo>
                  <a:lnTo>
                    <a:pt x="780427" y="55791"/>
                  </a:lnTo>
                  <a:lnTo>
                    <a:pt x="780427" y="26746"/>
                  </a:lnTo>
                  <a:lnTo>
                    <a:pt x="840386" y="26746"/>
                  </a:lnTo>
                  <a:lnTo>
                    <a:pt x="840092" y="25692"/>
                  </a:lnTo>
                  <a:lnTo>
                    <a:pt x="834288" y="16649"/>
                  </a:lnTo>
                  <a:lnTo>
                    <a:pt x="829957" y="13093"/>
                  </a:lnTo>
                  <a:lnTo>
                    <a:pt x="818426" y="7975"/>
                  </a:lnTo>
                  <a:lnTo>
                    <a:pt x="811225" y="6705"/>
                  </a:lnTo>
                  <a:close/>
                </a:path>
                <a:path w="1652270" h="125730">
                  <a:moveTo>
                    <a:pt x="840060" y="72567"/>
                  </a:moveTo>
                  <a:lnTo>
                    <a:pt x="805192" y="72567"/>
                  </a:lnTo>
                  <a:lnTo>
                    <a:pt x="808608" y="73279"/>
                  </a:lnTo>
                  <a:lnTo>
                    <a:pt x="814374" y="76098"/>
                  </a:lnTo>
                  <a:lnTo>
                    <a:pt x="816610" y="78054"/>
                  </a:lnTo>
                  <a:lnTo>
                    <a:pt x="819746" y="83007"/>
                  </a:lnTo>
                  <a:lnTo>
                    <a:pt x="820521" y="85877"/>
                  </a:lnTo>
                  <a:lnTo>
                    <a:pt x="820521" y="93548"/>
                  </a:lnTo>
                  <a:lnTo>
                    <a:pt x="818946" y="97104"/>
                  </a:lnTo>
                  <a:lnTo>
                    <a:pt x="812596" y="102412"/>
                  </a:lnTo>
                  <a:lnTo>
                    <a:pt x="807567" y="103720"/>
                  </a:lnTo>
                  <a:lnTo>
                    <a:pt x="844351" y="103720"/>
                  </a:lnTo>
                  <a:lnTo>
                    <a:pt x="844575" y="103365"/>
                  </a:lnTo>
                  <a:lnTo>
                    <a:pt x="846124" y="97802"/>
                  </a:lnTo>
                  <a:lnTo>
                    <a:pt x="846124" y="85877"/>
                  </a:lnTo>
                  <a:lnTo>
                    <a:pt x="844905" y="80860"/>
                  </a:lnTo>
                  <a:lnTo>
                    <a:pt x="840060" y="72567"/>
                  </a:lnTo>
                  <a:close/>
                </a:path>
                <a:path w="1652270" h="125730">
                  <a:moveTo>
                    <a:pt x="840386" y="26746"/>
                  </a:moveTo>
                  <a:lnTo>
                    <a:pt x="804773" y="26746"/>
                  </a:lnTo>
                  <a:lnTo>
                    <a:pt x="809015" y="28041"/>
                  </a:lnTo>
                  <a:lnTo>
                    <a:pt x="811987" y="30645"/>
                  </a:lnTo>
                  <a:lnTo>
                    <a:pt x="815009" y="33235"/>
                  </a:lnTo>
                  <a:lnTo>
                    <a:pt x="816521" y="36652"/>
                  </a:lnTo>
                  <a:lnTo>
                    <a:pt x="816521" y="43992"/>
                  </a:lnTo>
                  <a:lnTo>
                    <a:pt x="802220" y="55791"/>
                  </a:lnTo>
                  <a:lnTo>
                    <a:pt x="833464" y="55791"/>
                  </a:lnTo>
                  <a:lnTo>
                    <a:pt x="834330" y="55194"/>
                  </a:lnTo>
                  <a:lnTo>
                    <a:pt x="836968" y="52298"/>
                  </a:lnTo>
                  <a:lnTo>
                    <a:pt x="840625" y="45377"/>
                  </a:lnTo>
                  <a:lnTo>
                    <a:pt x="841540" y="41351"/>
                  </a:lnTo>
                  <a:lnTo>
                    <a:pt x="841472" y="30645"/>
                  </a:lnTo>
                  <a:lnTo>
                    <a:pt x="840386" y="26746"/>
                  </a:lnTo>
                  <a:close/>
                </a:path>
                <a:path w="1652270" h="125730">
                  <a:moveTo>
                    <a:pt x="889241" y="36029"/>
                  </a:moveTo>
                  <a:lnTo>
                    <a:pt x="865593" y="36029"/>
                  </a:lnTo>
                  <a:lnTo>
                    <a:pt x="865593" y="124002"/>
                  </a:lnTo>
                  <a:lnTo>
                    <a:pt x="889990" y="124002"/>
                  </a:lnTo>
                  <a:lnTo>
                    <a:pt x="889990" y="70637"/>
                  </a:lnTo>
                  <a:lnTo>
                    <a:pt x="890790" y="67475"/>
                  </a:lnTo>
                  <a:lnTo>
                    <a:pt x="905065" y="55956"/>
                  </a:lnTo>
                  <a:lnTo>
                    <a:pt x="918972" y="55956"/>
                  </a:lnTo>
                  <a:lnTo>
                    <a:pt x="918972" y="51371"/>
                  </a:lnTo>
                  <a:lnTo>
                    <a:pt x="889241" y="51371"/>
                  </a:lnTo>
                  <a:lnTo>
                    <a:pt x="889241" y="36029"/>
                  </a:lnTo>
                  <a:close/>
                </a:path>
                <a:path w="1652270" h="125730">
                  <a:moveTo>
                    <a:pt x="918972" y="55956"/>
                  </a:moveTo>
                  <a:lnTo>
                    <a:pt x="910336" y="55956"/>
                  </a:lnTo>
                  <a:lnTo>
                    <a:pt x="912190" y="56095"/>
                  </a:lnTo>
                  <a:lnTo>
                    <a:pt x="917109" y="56743"/>
                  </a:lnTo>
                  <a:lnTo>
                    <a:pt x="916836" y="56743"/>
                  </a:lnTo>
                  <a:lnTo>
                    <a:pt x="917829" y="56934"/>
                  </a:lnTo>
                  <a:lnTo>
                    <a:pt x="918972" y="57277"/>
                  </a:lnTo>
                  <a:lnTo>
                    <a:pt x="918972" y="55956"/>
                  </a:lnTo>
                  <a:close/>
                </a:path>
                <a:path w="1652270" h="125730">
                  <a:moveTo>
                    <a:pt x="913828" y="34848"/>
                  </a:moveTo>
                  <a:lnTo>
                    <a:pt x="906138" y="34848"/>
                  </a:lnTo>
                  <a:lnTo>
                    <a:pt x="902017" y="36182"/>
                  </a:lnTo>
                  <a:lnTo>
                    <a:pt x="894461" y="41795"/>
                  </a:lnTo>
                  <a:lnTo>
                    <a:pt x="891768" y="45910"/>
                  </a:lnTo>
                  <a:lnTo>
                    <a:pt x="890155" y="51371"/>
                  </a:lnTo>
                  <a:lnTo>
                    <a:pt x="918972" y="51371"/>
                  </a:lnTo>
                  <a:lnTo>
                    <a:pt x="918972" y="35623"/>
                  </a:lnTo>
                  <a:lnTo>
                    <a:pt x="917905" y="35356"/>
                  </a:lnTo>
                  <a:lnTo>
                    <a:pt x="916660" y="35153"/>
                  </a:lnTo>
                  <a:lnTo>
                    <a:pt x="913828" y="34848"/>
                  </a:lnTo>
                  <a:close/>
                </a:path>
                <a:path w="1652270" h="125730">
                  <a:moveTo>
                    <a:pt x="976198" y="34886"/>
                  </a:moveTo>
                  <a:lnTo>
                    <a:pt x="961758" y="34886"/>
                  </a:lnTo>
                  <a:lnTo>
                    <a:pt x="954239" y="36791"/>
                  </a:lnTo>
                  <a:lnTo>
                    <a:pt x="927772" y="71132"/>
                  </a:lnTo>
                  <a:lnTo>
                    <a:pt x="927722" y="89700"/>
                  </a:lnTo>
                  <a:lnTo>
                    <a:pt x="929383" y="97307"/>
                  </a:lnTo>
                  <a:lnTo>
                    <a:pt x="962317" y="125717"/>
                  </a:lnTo>
                  <a:lnTo>
                    <a:pt x="978623" y="125717"/>
                  </a:lnTo>
                  <a:lnTo>
                    <a:pt x="1008452" y="107505"/>
                  </a:lnTo>
                  <a:lnTo>
                    <a:pt x="967676" y="107505"/>
                  </a:lnTo>
                  <a:lnTo>
                    <a:pt x="964145" y="106641"/>
                  </a:lnTo>
                  <a:lnTo>
                    <a:pt x="951826" y="90665"/>
                  </a:lnTo>
                  <a:lnTo>
                    <a:pt x="951834" y="86258"/>
                  </a:lnTo>
                  <a:lnTo>
                    <a:pt x="937450" y="86258"/>
                  </a:lnTo>
                  <a:lnTo>
                    <a:pt x="937450" y="71132"/>
                  </a:lnTo>
                  <a:lnTo>
                    <a:pt x="951860" y="71132"/>
                  </a:lnTo>
                  <a:lnTo>
                    <a:pt x="951864" y="68465"/>
                  </a:lnTo>
                  <a:lnTo>
                    <a:pt x="952630" y="65544"/>
                  </a:lnTo>
                  <a:lnTo>
                    <a:pt x="952690" y="65316"/>
                  </a:lnTo>
                  <a:lnTo>
                    <a:pt x="955903" y="59626"/>
                  </a:lnTo>
                  <a:lnTo>
                    <a:pt x="958113" y="57353"/>
                  </a:lnTo>
                  <a:lnTo>
                    <a:pt x="963802" y="53949"/>
                  </a:lnTo>
                  <a:lnTo>
                    <a:pt x="967092" y="53098"/>
                  </a:lnTo>
                  <a:lnTo>
                    <a:pt x="1005696" y="53098"/>
                  </a:lnTo>
                  <a:lnTo>
                    <a:pt x="1003593" y="49758"/>
                  </a:lnTo>
                  <a:lnTo>
                    <a:pt x="996035" y="42291"/>
                  </a:lnTo>
                  <a:lnTo>
                    <a:pt x="991641" y="39522"/>
                  </a:lnTo>
                  <a:lnTo>
                    <a:pt x="986599" y="37693"/>
                  </a:lnTo>
                  <a:lnTo>
                    <a:pt x="981595" y="35814"/>
                  </a:lnTo>
                  <a:lnTo>
                    <a:pt x="976198" y="34886"/>
                  </a:lnTo>
                  <a:close/>
                </a:path>
                <a:path w="1652270" h="125730">
                  <a:moveTo>
                    <a:pt x="988656" y="97307"/>
                  </a:moveTo>
                  <a:lnTo>
                    <a:pt x="974470" y="107505"/>
                  </a:lnTo>
                  <a:lnTo>
                    <a:pt x="1008452" y="107505"/>
                  </a:lnTo>
                  <a:lnTo>
                    <a:pt x="1009968" y="104457"/>
                  </a:lnTo>
                  <a:lnTo>
                    <a:pt x="1010081" y="104228"/>
                  </a:lnTo>
                  <a:lnTo>
                    <a:pt x="1011224" y="98806"/>
                  </a:lnTo>
                  <a:lnTo>
                    <a:pt x="988656" y="97307"/>
                  </a:lnTo>
                  <a:close/>
                </a:path>
                <a:path w="1652270" h="125730">
                  <a:moveTo>
                    <a:pt x="951860" y="71132"/>
                  </a:moveTo>
                  <a:lnTo>
                    <a:pt x="937450" y="71132"/>
                  </a:lnTo>
                  <a:lnTo>
                    <a:pt x="937450" y="86258"/>
                  </a:lnTo>
                  <a:lnTo>
                    <a:pt x="951834" y="86258"/>
                  </a:lnTo>
                  <a:lnTo>
                    <a:pt x="951860" y="71132"/>
                  </a:lnTo>
                  <a:close/>
                </a:path>
                <a:path w="1652270" h="125730">
                  <a:moveTo>
                    <a:pt x="1005696" y="53098"/>
                  </a:moveTo>
                  <a:lnTo>
                    <a:pt x="974344" y="53098"/>
                  </a:lnTo>
                  <a:lnTo>
                    <a:pt x="977761" y="53949"/>
                  </a:lnTo>
                  <a:lnTo>
                    <a:pt x="977584" y="53949"/>
                  </a:lnTo>
                  <a:lnTo>
                    <a:pt x="980122" y="55448"/>
                  </a:lnTo>
                  <a:lnTo>
                    <a:pt x="982840" y="56972"/>
                  </a:lnTo>
                  <a:lnTo>
                    <a:pt x="984961" y="59093"/>
                  </a:lnTo>
                  <a:lnTo>
                    <a:pt x="988009" y="64516"/>
                  </a:lnTo>
                  <a:lnTo>
                    <a:pt x="988771" y="67627"/>
                  </a:lnTo>
                  <a:lnTo>
                    <a:pt x="988771" y="71132"/>
                  </a:lnTo>
                  <a:lnTo>
                    <a:pt x="951860" y="71132"/>
                  </a:lnTo>
                  <a:lnTo>
                    <a:pt x="951834" y="86258"/>
                  </a:lnTo>
                  <a:lnTo>
                    <a:pt x="1011745" y="86258"/>
                  </a:lnTo>
                  <a:lnTo>
                    <a:pt x="1011630" y="71361"/>
                  </a:lnTo>
                  <a:lnTo>
                    <a:pt x="1010691" y="65544"/>
                  </a:lnTo>
                  <a:lnTo>
                    <a:pt x="1006487" y="54356"/>
                  </a:lnTo>
                  <a:lnTo>
                    <a:pt x="1005696" y="53098"/>
                  </a:lnTo>
                  <a:close/>
                </a:path>
                <a:path w="1652270" h="125730">
                  <a:moveTo>
                    <a:pt x="1103849" y="52692"/>
                  </a:moveTo>
                  <a:lnTo>
                    <a:pt x="1072781" y="52692"/>
                  </a:lnTo>
                  <a:lnTo>
                    <a:pt x="1075982" y="53682"/>
                  </a:lnTo>
                  <a:lnTo>
                    <a:pt x="1078242" y="55676"/>
                  </a:lnTo>
                  <a:lnTo>
                    <a:pt x="1080528" y="57658"/>
                  </a:lnTo>
                  <a:lnTo>
                    <a:pt x="1081671" y="60464"/>
                  </a:lnTo>
                  <a:lnTo>
                    <a:pt x="1081671" y="66306"/>
                  </a:lnTo>
                  <a:lnTo>
                    <a:pt x="1056017" y="72758"/>
                  </a:lnTo>
                  <a:lnTo>
                    <a:pt x="1051852" y="73482"/>
                  </a:lnTo>
                  <a:lnTo>
                    <a:pt x="1027315" y="94538"/>
                  </a:lnTo>
                  <a:lnTo>
                    <a:pt x="1027322" y="105257"/>
                  </a:lnTo>
                  <a:lnTo>
                    <a:pt x="1050925" y="125666"/>
                  </a:lnTo>
                  <a:lnTo>
                    <a:pt x="1060881" y="125666"/>
                  </a:lnTo>
                  <a:lnTo>
                    <a:pt x="1082255" y="111798"/>
                  </a:lnTo>
                  <a:lnTo>
                    <a:pt x="1106081" y="111798"/>
                  </a:lnTo>
                  <a:lnTo>
                    <a:pt x="1106081" y="108826"/>
                  </a:lnTo>
                  <a:lnTo>
                    <a:pt x="1059776" y="108826"/>
                  </a:lnTo>
                  <a:lnTo>
                    <a:pt x="1056690" y="107962"/>
                  </a:lnTo>
                  <a:lnTo>
                    <a:pt x="1054239" y="106248"/>
                  </a:lnTo>
                  <a:lnTo>
                    <a:pt x="1051839" y="104495"/>
                  </a:lnTo>
                  <a:lnTo>
                    <a:pt x="1050632" y="101955"/>
                  </a:lnTo>
                  <a:lnTo>
                    <a:pt x="1050632" y="96342"/>
                  </a:lnTo>
                  <a:lnTo>
                    <a:pt x="1069365" y="86537"/>
                  </a:lnTo>
                  <a:lnTo>
                    <a:pt x="1071003" y="86271"/>
                  </a:lnTo>
                  <a:lnTo>
                    <a:pt x="1081849" y="83223"/>
                  </a:lnTo>
                  <a:lnTo>
                    <a:pt x="1106081" y="83223"/>
                  </a:lnTo>
                  <a:lnTo>
                    <a:pt x="1106081" y="59436"/>
                  </a:lnTo>
                  <a:lnTo>
                    <a:pt x="1105065" y="54952"/>
                  </a:lnTo>
                  <a:lnTo>
                    <a:pt x="1103849" y="52692"/>
                  </a:lnTo>
                  <a:close/>
                </a:path>
                <a:path w="1652270" h="125730">
                  <a:moveTo>
                    <a:pt x="1106081" y="111798"/>
                  </a:moveTo>
                  <a:lnTo>
                    <a:pt x="1082941" y="111798"/>
                  </a:lnTo>
                  <a:lnTo>
                    <a:pt x="1082941" y="124002"/>
                  </a:lnTo>
                  <a:lnTo>
                    <a:pt x="1106081" y="124002"/>
                  </a:lnTo>
                  <a:lnTo>
                    <a:pt x="1106081" y="111798"/>
                  </a:lnTo>
                  <a:close/>
                </a:path>
                <a:path w="1652270" h="125730">
                  <a:moveTo>
                    <a:pt x="1106081" y="83223"/>
                  </a:moveTo>
                  <a:lnTo>
                    <a:pt x="1081849" y="83223"/>
                  </a:lnTo>
                  <a:lnTo>
                    <a:pt x="1081849" y="95656"/>
                  </a:lnTo>
                  <a:lnTo>
                    <a:pt x="1081062" y="98425"/>
                  </a:lnTo>
                  <a:lnTo>
                    <a:pt x="1067104" y="108826"/>
                  </a:lnTo>
                  <a:lnTo>
                    <a:pt x="1106081" y="108826"/>
                  </a:lnTo>
                  <a:lnTo>
                    <a:pt x="1106081" y="83223"/>
                  </a:lnTo>
                  <a:close/>
                </a:path>
                <a:path w="1652270" h="125730">
                  <a:moveTo>
                    <a:pt x="1073619" y="34886"/>
                  </a:moveTo>
                  <a:lnTo>
                    <a:pt x="1061707" y="34886"/>
                  </a:lnTo>
                  <a:lnTo>
                    <a:pt x="1055522" y="35953"/>
                  </a:lnTo>
                  <a:lnTo>
                    <a:pt x="1030748" y="59436"/>
                  </a:lnTo>
                  <a:lnTo>
                    <a:pt x="1030642" y="59931"/>
                  </a:lnTo>
                  <a:lnTo>
                    <a:pt x="1030528" y="60464"/>
                  </a:lnTo>
                  <a:lnTo>
                    <a:pt x="1030414" y="60998"/>
                  </a:lnTo>
                  <a:lnTo>
                    <a:pt x="1052982" y="62826"/>
                  </a:lnTo>
                  <a:lnTo>
                    <a:pt x="1053820" y="59931"/>
                  </a:lnTo>
                  <a:lnTo>
                    <a:pt x="1055435" y="57658"/>
                  </a:lnTo>
                  <a:lnTo>
                    <a:pt x="1055535" y="57518"/>
                  </a:lnTo>
                  <a:lnTo>
                    <a:pt x="1058051" y="55676"/>
                  </a:lnTo>
                  <a:lnTo>
                    <a:pt x="1060712" y="53682"/>
                  </a:lnTo>
                  <a:lnTo>
                    <a:pt x="1064221" y="52692"/>
                  </a:lnTo>
                  <a:lnTo>
                    <a:pt x="1103849" y="52692"/>
                  </a:lnTo>
                  <a:lnTo>
                    <a:pt x="1101013" y="47421"/>
                  </a:lnTo>
                  <a:lnTo>
                    <a:pt x="1098245" y="44335"/>
                  </a:lnTo>
                  <a:lnTo>
                    <a:pt x="1091260" y="39522"/>
                  </a:lnTo>
                  <a:lnTo>
                    <a:pt x="1087272" y="37744"/>
                  </a:lnTo>
                  <a:lnTo>
                    <a:pt x="1078293" y="35458"/>
                  </a:lnTo>
                  <a:lnTo>
                    <a:pt x="1073619" y="34886"/>
                  </a:lnTo>
                  <a:close/>
                </a:path>
                <a:path w="1652270" h="125730">
                  <a:moveTo>
                    <a:pt x="1153185" y="6705"/>
                  </a:moveTo>
                  <a:lnTo>
                    <a:pt x="1128788" y="6705"/>
                  </a:lnTo>
                  <a:lnTo>
                    <a:pt x="1128788" y="124002"/>
                  </a:lnTo>
                  <a:lnTo>
                    <a:pt x="1153185" y="124002"/>
                  </a:lnTo>
                  <a:lnTo>
                    <a:pt x="1153185" y="98691"/>
                  </a:lnTo>
                  <a:lnTo>
                    <a:pt x="1150899" y="98691"/>
                  </a:lnTo>
                  <a:lnTo>
                    <a:pt x="1150950" y="69418"/>
                  </a:lnTo>
                  <a:lnTo>
                    <a:pt x="1153185" y="69418"/>
                  </a:lnTo>
                  <a:lnTo>
                    <a:pt x="1153185" y="6705"/>
                  </a:lnTo>
                  <a:close/>
                </a:path>
                <a:path w="1652270" h="125730">
                  <a:moveTo>
                    <a:pt x="1178064" y="74129"/>
                  </a:moveTo>
                  <a:lnTo>
                    <a:pt x="1172832" y="80238"/>
                  </a:lnTo>
                  <a:lnTo>
                    <a:pt x="1167041" y="80238"/>
                  </a:lnTo>
                  <a:lnTo>
                    <a:pt x="1159797" y="88519"/>
                  </a:lnTo>
                  <a:lnTo>
                    <a:pt x="1183767" y="124002"/>
                  </a:lnTo>
                  <a:lnTo>
                    <a:pt x="1212354" y="124002"/>
                  </a:lnTo>
                  <a:lnTo>
                    <a:pt x="1178064" y="74129"/>
                  </a:lnTo>
                  <a:close/>
                </a:path>
                <a:path w="1652270" h="125730">
                  <a:moveTo>
                    <a:pt x="1153185" y="69418"/>
                  </a:moveTo>
                  <a:lnTo>
                    <a:pt x="1150950" y="69418"/>
                  </a:lnTo>
                  <a:lnTo>
                    <a:pt x="1150899" y="98691"/>
                  </a:lnTo>
                  <a:lnTo>
                    <a:pt x="1153185" y="96078"/>
                  </a:lnTo>
                  <a:lnTo>
                    <a:pt x="1153185" y="69418"/>
                  </a:lnTo>
                  <a:close/>
                </a:path>
                <a:path w="1652270" h="125730">
                  <a:moveTo>
                    <a:pt x="1153185" y="96078"/>
                  </a:moveTo>
                  <a:lnTo>
                    <a:pt x="1150899" y="98691"/>
                  </a:lnTo>
                  <a:lnTo>
                    <a:pt x="1153185" y="98691"/>
                  </a:lnTo>
                  <a:lnTo>
                    <a:pt x="1153185" y="96078"/>
                  </a:lnTo>
                  <a:close/>
                </a:path>
                <a:path w="1652270" h="125730">
                  <a:moveTo>
                    <a:pt x="1210691" y="36029"/>
                  </a:moveTo>
                  <a:lnTo>
                    <a:pt x="1182687" y="36029"/>
                  </a:lnTo>
                  <a:lnTo>
                    <a:pt x="1154506" y="69418"/>
                  </a:lnTo>
                  <a:lnTo>
                    <a:pt x="1153185" y="69418"/>
                  </a:lnTo>
                  <a:lnTo>
                    <a:pt x="1153185" y="96078"/>
                  </a:lnTo>
                  <a:lnTo>
                    <a:pt x="1159797" y="88519"/>
                  </a:lnTo>
                  <a:lnTo>
                    <a:pt x="1157884" y="85686"/>
                  </a:lnTo>
                  <a:lnTo>
                    <a:pt x="1174153" y="68440"/>
                  </a:lnTo>
                  <a:lnTo>
                    <a:pt x="1182935" y="68440"/>
                  </a:lnTo>
                  <a:lnTo>
                    <a:pt x="1210691" y="36029"/>
                  </a:lnTo>
                  <a:close/>
                </a:path>
                <a:path w="1652270" h="125730">
                  <a:moveTo>
                    <a:pt x="1174153" y="68440"/>
                  </a:moveTo>
                  <a:lnTo>
                    <a:pt x="1157884" y="85686"/>
                  </a:lnTo>
                  <a:lnTo>
                    <a:pt x="1159797" y="88519"/>
                  </a:lnTo>
                  <a:lnTo>
                    <a:pt x="1167041" y="80238"/>
                  </a:lnTo>
                  <a:lnTo>
                    <a:pt x="1172832" y="80238"/>
                  </a:lnTo>
                  <a:lnTo>
                    <a:pt x="1178064" y="74129"/>
                  </a:lnTo>
                  <a:lnTo>
                    <a:pt x="1174153" y="68440"/>
                  </a:lnTo>
                  <a:close/>
                </a:path>
                <a:path w="1652270" h="125730">
                  <a:moveTo>
                    <a:pt x="1182935" y="68440"/>
                  </a:moveTo>
                  <a:lnTo>
                    <a:pt x="1174153" y="68440"/>
                  </a:lnTo>
                  <a:lnTo>
                    <a:pt x="1178064" y="74129"/>
                  </a:lnTo>
                  <a:lnTo>
                    <a:pt x="1182935" y="68440"/>
                  </a:lnTo>
                  <a:close/>
                </a:path>
                <a:path w="1652270" h="125730">
                  <a:moveTo>
                    <a:pt x="1260106" y="34886"/>
                  </a:moveTo>
                  <a:lnTo>
                    <a:pt x="1248727" y="34886"/>
                  </a:lnTo>
                  <a:lnTo>
                    <a:pt x="1242783" y="36563"/>
                  </a:lnTo>
                  <a:lnTo>
                    <a:pt x="1219860" y="72887"/>
                  </a:lnTo>
                  <a:lnTo>
                    <a:pt x="1219555" y="80124"/>
                  </a:lnTo>
                  <a:lnTo>
                    <a:pt x="1219555" y="89941"/>
                  </a:lnTo>
                  <a:lnTo>
                    <a:pt x="1220998" y="97599"/>
                  </a:lnTo>
                  <a:lnTo>
                    <a:pt x="1221117" y="98234"/>
                  </a:lnTo>
                  <a:lnTo>
                    <a:pt x="1248549" y="125437"/>
                  </a:lnTo>
                  <a:lnTo>
                    <a:pt x="1259967" y="125437"/>
                  </a:lnTo>
                  <a:lnTo>
                    <a:pt x="1280210" y="109918"/>
                  </a:lnTo>
                  <a:lnTo>
                    <a:pt x="1305293" y="109918"/>
                  </a:lnTo>
                  <a:lnTo>
                    <a:pt x="1305293" y="106019"/>
                  </a:lnTo>
                  <a:lnTo>
                    <a:pt x="1258963" y="106019"/>
                  </a:lnTo>
                  <a:lnTo>
                    <a:pt x="1255781" y="104990"/>
                  </a:lnTo>
                  <a:lnTo>
                    <a:pt x="1244490" y="85242"/>
                  </a:lnTo>
                  <a:lnTo>
                    <a:pt x="1244496" y="74777"/>
                  </a:lnTo>
                  <a:lnTo>
                    <a:pt x="1258963" y="54292"/>
                  </a:lnTo>
                  <a:lnTo>
                    <a:pt x="1305293" y="54292"/>
                  </a:lnTo>
                  <a:lnTo>
                    <a:pt x="1305293" y="50800"/>
                  </a:lnTo>
                  <a:lnTo>
                    <a:pt x="1280210" y="50800"/>
                  </a:lnTo>
                  <a:lnTo>
                    <a:pt x="1279144" y="48437"/>
                  </a:lnTo>
                  <a:lnTo>
                    <a:pt x="1277581" y="46024"/>
                  </a:lnTo>
                  <a:lnTo>
                    <a:pt x="1275511" y="43586"/>
                  </a:lnTo>
                  <a:lnTo>
                    <a:pt x="1273492" y="41109"/>
                  </a:lnTo>
                  <a:lnTo>
                    <a:pt x="1270812" y="39039"/>
                  </a:lnTo>
                  <a:lnTo>
                    <a:pt x="1267498" y="37401"/>
                  </a:lnTo>
                  <a:lnTo>
                    <a:pt x="1264208" y="35725"/>
                  </a:lnTo>
                  <a:lnTo>
                    <a:pt x="1260106" y="34886"/>
                  </a:lnTo>
                  <a:close/>
                </a:path>
                <a:path w="1652270" h="125730">
                  <a:moveTo>
                    <a:pt x="1305293" y="109918"/>
                  </a:moveTo>
                  <a:lnTo>
                    <a:pt x="1281239" y="109918"/>
                  </a:lnTo>
                  <a:lnTo>
                    <a:pt x="1281239" y="124002"/>
                  </a:lnTo>
                  <a:lnTo>
                    <a:pt x="1305293" y="124002"/>
                  </a:lnTo>
                  <a:lnTo>
                    <a:pt x="1305293" y="109918"/>
                  </a:lnTo>
                  <a:close/>
                </a:path>
                <a:path w="1652270" h="125730">
                  <a:moveTo>
                    <a:pt x="1305293" y="54292"/>
                  </a:moveTo>
                  <a:lnTo>
                    <a:pt x="1266901" y="54292"/>
                  </a:lnTo>
                  <a:lnTo>
                    <a:pt x="1269114" y="54991"/>
                  </a:lnTo>
                  <a:lnTo>
                    <a:pt x="1270291" y="55384"/>
                  </a:lnTo>
                  <a:lnTo>
                    <a:pt x="1275740" y="59550"/>
                  </a:lnTo>
                  <a:lnTo>
                    <a:pt x="1277848" y="62522"/>
                  </a:lnTo>
                  <a:lnTo>
                    <a:pt x="1280744" y="70243"/>
                  </a:lnTo>
                  <a:lnTo>
                    <a:pt x="1281468" y="74777"/>
                  </a:lnTo>
                  <a:lnTo>
                    <a:pt x="1281468" y="85242"/>
                  </a:lnTo>
                  <a:lnTo>
                    <a:pt x="1280756" y="89662"/>
                  </a:lnTo>
                  <a:lnTo>
                    <a:pt x="1280682" y="89941"/>
                  </a:lnTo>
                  <a:lnTo>
                    <a:pt x="1279232" y="93700"/>
                  </a:lnTo>
                  <a:lnTo>
                    <a:pt x="1277785" y="97599"/>
                  </a:lnTo>
                  <a:lnTo>
                    <a:pt x="1275689" y="100634"/>
                  </a:lnTo>
                  <a:lnTo>
                    <a:pt x="1273007" y="102755"/>
                  </a:lnTo>
                  <a:lnTo>
                    <a:pt x="1270109" y="104990"/>
                  </a:lnTo>
                  <a:lnTo>
                    <a:pt x="1266901" y="106019"/>
                  </a:lnTo>
                  <a:lnTo>
                    <a:pt x="1305293" y="106019"/>
                  </a:lnTo>
                  <a:lnTo>
                    <a:pt x="1305293" y="54292"/>
                  </a:lnTo>
                  <a:close/>
                </a:path>
                <a:path w="1652270" h="125730">
                  <a:moveTo>
                    <a:pt x="1305293" y="6705"/>
                  </a:moveTo>
                  <a:lnTo>
                    <a:pt x="1280960" y="6705"/>
                  </a:lnTo>
                  <a:lnTo>
                    <a:pt x="1280960" y="50800"/>
                  </a:lnTo>
                  <a:lnTo>
                    <a:pt x="1305293" y="50800"/>
                  </a:lnTo>
                  <a:lnTo>
                    <a:pt x="1305293" y="6705"/>
                  </a:lnTo>
                  <a:close/>
                </a:path>
                <a:path w="1652270" h="125730">
                  <a:moveTo>
                    <a:pt x="1377784" y="34886"/>
                  </a:moveTo>
                  <a:lnTo>
                    <a:pt x="1359992" y="34886"/>
                  </a:lnTo>
                  <a:lnTo>
                    <a:pt x="1352295" y="36791"/>
                  </a:lnTo>
                  <a:lnTo>
                    <a:pt x="1325755" y="70510"/>
                  </a:lnTo>
                  <a:lnTo>
                    <a:pt x="1325697" y="89865"/>
                  </a:lnTo>
                  <a:lnTo>
                    <a:pt x="1327340" y="97294"/>
                  </a:lnTo>
                  <a:lnTo>
                    <a:pt x="1359992" y="125717"/>
                  </a:lnTo>
                  <a:lnTo>
                    <a:pt x="1377784" y="125717"/>
                  </a:lnTo>
                  <a:lnTo>
                    <a:pt x="1385455" y="123825"/>
                  </a:lnTo>
                  <a:lnTo>
                    <a:pt x="1398409" y="116230"/>
                  </a:lnTo>
                  <a:lnTo>
                    <a:pt x="1403413" y="110921"/>
                  </a:lnTo>
                  <a:lnTo>
                    <a:pt x="1405527" y="106819"/>
                  </a:lnTo>
                  <a:lnTo>
                    <a:pt x="1364919" y="106819"/>
                  </a:lnTo>
                  <a:lnTo>
                    <a:pt x="1361478" y="105676"/>
                  </a:lnTo>
                  <a:lnTo>
                    <a:pt x="1350391" y="85305"/>
                  </a:lnTo>
                  <a:lnTo>
                    <a:pt x="1350391" y="75069"/>
                  </a:lnTo>
                  <a:lnTo>
                    <a:pt x="1364919" y="53492"/>
                  </a:lnTo>
                  <a:lnTo>
                    <a:pt x="1405361" y="53492"/>
                  </a:lnTo>
                  <a:lnTo>
                    <a:pt x="1403413" y="49695"/>
                  </a:lnTo>
                  <a:lnTo>
                    <a:pt x="1398409" y="44386"/>
                  </a:lnTo>
                  <a:lnTo>
                    <a:pt x="1391920" y="40614"/>
                  </a:lnTo>
                  <a:lnTo>
                    <a:pt x="1385455" y="36791"/>
                  </a:lnTo>
                  <a:lnTo>
                    <a:pt x="1377784" y="34886"/>
                  </a:lnTo>
                  <a:close/>
                </a:path>
                <a:path w="1652270" h="125730">
                  <a:moveTo>
                    <a:pt x="1405361" y="53492"/>
                  </a:moveTo>
                  <a:lnTo>
                    <a:pt x="1373047" y="53492"/>
                  </a:lnTo>
                  <a:lnTo>
                    <a:pt x="1376426" y="54660"/>
                  </a:lnTo>
                  <a:lnTo>
                    <a:pt x="1381848" y="59321"/>
                  </a:lnTo>
                  <a:lnTo>
                    <a:pt x="1383893" y="62484"/>
                  </a:lnTo>
                  <a:lnTo>
                    <a:pt x="1385265" y="66497"/>
                  </a:lnTo>
                  <a:lnTo>
                    <a:pt x="1386687" y="70510"/>
                  </a:lnTo>
                  <a:lnTo>
                    <a:pt x="1387386" y="75069"/>
                  </a:lnTo>
                  <a:lnTo>
                    <a:pt x="1387386" y="85305"/>
                  </a:lnTo>
                  <a:lnTo>
                    <a:pt x="1386763" y="89369"/>
                  </a:lnTo>
                  <a:lnTo>
                    <a:pt x="1386687" y="89865"/>
                  </a:lnTo>
                  <a:lnTo>
                    <a:pt x="1385265" y="93878"/>
                  </a:lnTo>
                  <a:lnTo>
                    <a:pt x="1383893" y="97878"/>
                  </a:lnTo>
                  <a:lnTo>
                    <a:pt x="1381848" y="101053"/>
                  </a:lnTo>
                  <a:lnTo>
                    <a:pt x="1379143" y="103378"/>
                  </a:lnTo>
                  <a:lnTo>
                    <a:pt x="1376426" y="105676"/>
                  </a:lnTo>
                  <a:lnTo>
                    <a:pt x="1373047" y="106819"/>
                  </a:lnTo>
                  <a:lnTo>
                    <a:pt x="1405527" y="106819"/>
                  </a:lnTo>
                  <a:lnTo>
                    <a:pt x="1410436" y="97294"/>
                  </a:lnTo>
                  <a:lnTo>
                    <a:pt x="1412079" y="89865"/>
                  </a:lnTo>
                  <a:lnTo>
                    <a:pt x="1412189" y="71272"/>
                  </a:lnTo>
                  <a:lnTo>
                    <a:pt x="1410436" y="63322"/>
                  </a:lnTo>
                  <a:lnTo>
                    <a:pt x="1405361" y="53492"/>
                  </a:lnTo>
                  <a:close/>
                </a:path>
                <a:path w="1652270" h="125730">
                  <a:moveTo>
                    <a:pt x="1447723" y="36029"/>
                  </a:moveTo>
                  <a:lnTo>
                    <a:pt x="1423047" y="36029"/>
                  </a:lnTo>
                  <a:lnTo>
                    <a:pt x="1446987" y="124002"/>
                  </a:lnTo>
                  <a:lnTo>
                    <a:pt x="1472755" y="124002"/>
                  </a:lnTo>
                  <a:lnTo>
                    <a:pt x="1480646" y="95135"/>
                  </a:lnTo>
                  <a:lnTo>
                    <a:pt x="1461363" y="95135"/>
                  </a:lnTo>
                  <a:lnTo>
                    <a:pt x="1447723" y="36029"/>
                  </a:lnTo>
                  <a:close/>
                </a:path>
                <a:path w="1652270" h="125730">
                  <a:moveTo>
                    <a:pt x="1508614" y="68668"/>
                  </a:moveTo>
                  <a:lnTo>
                    <a:pt x="1488973" y="68668"/>
                  </a:lnTo>
                  <a:lnTo>
                    <a:pt x="1504086" y="124002"/>
                  </a:lnTo>
                  <a:lnTo>
                    <a:pt x="1529918" y="124002"/>
                  </a:lnTo>
                  <a:lnTo>
                    <a:pt x="1537756" y="95135"/>
                  </a:lnTo>
                  <a:lnTo>
                    <a:pt x="1537850" y="94792"/>
                  </a:lnTo>
                  <a:lnTo>
                    <a:pt x="1515033" y="94792"/>
                  </a:lnTo>
                  <a:lnTo>
                    <a:pt x="1508614" y="68668"/>
                  </a:lnTo>
                  <a:close/>
                </a:path>
                <a:path w="1652270" h="125730">
                  <a:moveTo>
                    <a:pt x="1500593" y="36029"/>
                  </a:moveTo>
                  <a:lnTo>
                    <a:pt x="1476362" y="36029"/>
                  </a:lnTo>
                  <a:lnTo>
                    <a:pt x="1462246" y="94792"/>
                  </a:lnTo>
                  <a:lnTo>
                    <a:pt x="1462163" y="95135"/>
                  </a:lnTo>
                  <a:lnTo>
                    <a:pt x="1480646" y="95135"/>
                  </a:lnTo>
                  <a:lnTo>
                    <a:pt x="1487881" y="68668"/>
                  </a:lnTo>
                  <a:lnTo>
                    <a:pt x="1508614" y="68668"/>
                  </a:lnTo>
                  <a:lnTo>
                    <a:pt x="1500593" y="36029"/>
                  </a:lnTo>
                  <a:close/>
                </a:path>
                <a:path w="1652270" h="125730">
                  <a:moveTo>
                    <a:pt x="1553806" y="36029"/>
                  </a:moveTo>
                  <a:lnTo>
                    <a:pt x="1529181" y="36029"/>
                  </a:lnTo>
                  <a:lnTo>
                    <a:pt x="1515770" y="94792"/>
                  </a:lnTo>
                  <a:lnTo>
                    <a:pt x="1537850" y="94792"/>
                  </a:lnTo>
                  <a:lnTo>
                    <a:pt x="1553806" y="36029"/>
                  </a:lnTo>
                  <a:close/>
                </a:path>
                <a:path w="1652270" h="125730">
                  <a:moveTo>
                    <a:pt x="1593850" y="36029"/>
                  </a:moveTo>
                  <a:lnTo>
                    <a:pt x="1570596" y="36029"/>
                  </a:lnTo>
                  <a:lnTo>
                    <a:pt x="1570596" y="124002"/>
                  </a:lnTo>
                  <a:lnTo>
                    <a:pt x="1595005" y="124002"/>
                  </a:lnTo>
                  <a:lnTo>
                    <a:pt x="1595043" y="69367"/>
                  </a:lnTo>
                  <a:lnTo>
                    <a:pt x="1595742" y="66128"/>
                  </a:lnTo>
                  <a:lnTo>
                    <a:pt x="1598536" y="60756"/>
                  </a:lnTo>
                  <a:lnTo>
                    <a:pt x="1600479" y="58686"/>
                  </a:lnTo>
                  <a:lnTo>
                    <a:pt x="1605483" y="55867"/>
                  </a:lnTo>
                  <a:lnTo>
                    <a:pt x="1607913" y="55270"/>
                  </a:lnTo>
                  <a:lnTo>
                    <a:pt x="1650441" y="55270"/>
                  </a:lnTo>
                  <a:lnTo>
                    <a:pt x="1648544" y="51549"/>
                  </a:lnTo>
                  <a:lnTo>
                    <a:pt x="1593850" y="51549"/>
                  </a:lnTo>
                  <a:lnTo>
                    <a:pt x="1593850" y="36029"/>
                  </a:lnTo>
                  <a:close/>
                </a:path>
                <a:path w="1652270" h="125730">
                  <a:moveTo>
                    <a:pt x="1650441" y="55270"/>
                  </a:moveTo>
                  <a:lnTo>
                    <a:pt x="1616845" y="55270"/>
                  </a:lnTo>
                  <a:lnTo>
                    <a:pt x="1620393" y="56680"/>
                  </a:lnTo>
                  <a:lnTo>
                    <a:pt x="1625968" y="62750"/>
                  </a:lnTo>
                  <a:lnTo>
                    <a:pt x="1627339" y="66954"/>
                  </a:lnTo>
                  <a:lnTo>
                    <a:pt x="1627301" y="124002"/>
                  </a:lnTo>
                  <a:lnTo>
                    <a:pt x="1651698" y="124002"/>
                  </a:lnTo>
                  <a:lnTo>
                    <a:pt x="1651614" y="60756"/>
                  </a:lnTo>
                  <a:lnTo>
                    <a:pt x="1650441" y="55270"/>
                  </a:lnTo>
                  <a:close/>
                </a:path>
                <a:path w="1652270" h="125730">
                  <a:moveTo>
                    <a:pt x="1627454" y="34886"/>
                  </a:moveTo>
                  <a:lnTo>
                    <a:pt x="1614817" y="34886"/>
                  </a:lnTo>
                  <a:lnTo>
                    <a:pt x="1609267" y="36385"/>
                  </a:lnTo>
                  <a:lnTo>
                    <a:pt x="1604683" y="39408"/>
                  </a:lnTo>
                  <a:lnTo>
                    <a:pt x="1600098" y="42379"/>
                  </a:lnTo>
                  <a:lnTo>
                    <a:pt x="1596834" y="46431"/>
                  </a:lnTo>
                  <a:lnTo>
                    <a:pt x="1594891" y="51549"/>
                  </a:lnTo>
                  <a:lnTo>
                    <a:pt x="1648544" y="51549"/>
                  </a:lnTo>
                  <a:lnTo>
                    <a:pt x="1645399" y="45377"/>
                  </a:lnTo>
                  <a:lnTo>
                    <a:pt x="1641868" y="41567"/>
                  </a:lnTo>
                  <a:lnTo>
                    <a:pt x="1632788" y="36220"/>
                  </a:lnTo>
                  <a:lnTo>
                    <a:pt x="1627454" y="348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1863" y="1971598"/>
              <a:ext cx="1183005" cy="322580"/>
            </a:xfrm>
            <a:custGeom>
              <a:avLst/>
              <a:gdLst/>
              <a:ahLst/>
              <a:cxnLst/>
              <a:rect l="l" t="t" r="r" b="b"/>
              <a:pathLst>
                <a:path w="1183005" h="322580">
                  <a:moveTo>
                    <a:pt x="5181" y="36283"/>
                  </a:moveTo>
                  <a:lnTo>
                    <a:pt x="0" y="41592"/>
                  </a:lnTo>
                  <a:lnTo>
                    <a:pt x="23190" y="64642"/>
                  </a:lnTo>
                  <a:lnTo>
                    <a:pt x="33851" y="54013"/>
                  </a:lnTo>
                  <a:lnTo>
                    <a:pt x="23190" y="54013"/>
                  </a:lnTo>
                  <a:lnTo>
                    <a:pt x="5181" y="36283"/>
                  </a:lnTo>
                  <a:close/>
                </a:path>
                <a:path w="1183005" h="322580">
                  <a:moveTo>
                    <a:pt x="60413" y="16916"/>
                  </a:moveTo>
                  <a:lnTo>
                    <a:pt x="23190" y="54013"/>
                  </a:lnTo>
                  <a:lnTo>
                    <a:pt x="33851" y="54013"/>
                  </a:lnTo>
                  <a:lnTo>
                    <a:pt x="65735" y="22224"/>
                  </a:lnTo>
                  <a:lnTo>
                    <a:pt x="60413" y="16916"/>
                  </a:lnTo>
                  <a:close/>
                </a:path>
                <a:path w="1183005" h="322580">
                  <a:moveTo>
                    <a:pt x="115874" y="3276"/>
                  </a:moveTo>
                  <a:lnTo>
                    <a:pt x="107416" y="3276"/>
                  </a:lnTo>
                  <a:lnTo>
                    <a:pt x="107416" y="73101"/>
                  </a:lnTo>
                  <a:lnTo>
                    <a:pt x="115874" y="73101"/>
                  </a:lnTo>
                  <a:lnTo>
                    <a:pt x="115874" y="3276"/>
                  </a:lnTo>
                  <a:close/>
                </a:path>
                <a:path w="1183005" h="322580">
                  <a:moveTo>
                    <a:pt x="153936" y="20053"/>
                  </a:moveTo>
                  <a:lnTo>
                    <a:pt x="146113" y="20053"/>
                  </a:lnTo>
                  <a:lnTo>
                    <a:pt x="142227" y="21145"/>
                  </a:lnTo>
                  <a:lnTo>
                    <a:pt x="135485" y="25577"/>
                  </a:lnTo>
                  <a:lnTo>
                    <a:pt x="132867" y="28689"/>
                  </a:lnTo>
                  <a:lnTo>
                    <a:pt x="129095" y="36779"/>
                  </a:lnTo>
                  <a:lnTo>
                    <a:pt x="128155" y="41554"/>
                  </a:lnTo>
                  <a:lnTo>
                    <a:pt x="128155" y="52603"/>
                  </a:lnTo>
                  <a:lnTo>
                    <a:pt x="146024" y="74193"/>
                  </a:lnTo>
                  <a:lnTo>
                    <a:pt x="153746" y="74193"/>
                  </a:lnTo>
                  <a:lnTo>
                    <a:pt x="164395" y="66967"/>
                  </a:lnTo>
                  <a:lnTo>
                    <a:pt x="148120" y="66967"/>
                  </a:lnTo>
                  <a:lnTo>
                    <a:pt x="145461" y="66128"/>
                  </a:lnTo>
                  <a:lnTo>
                    <a:pt x="144590" y="65519"/>
                  </a:lnTo>
                  <a:lnTo>
                    <a:pt x="140766" y="62509"/>
                  </a:lnTo>
                  <a:lnTo>
                    <a:pt x="139064" y="60096"/>
                  </a:lnTo>
                  <a:lnTo>
                    <a:pt x="136891" y="54355"/>
                  </a:lnTo>
                  <a:lnTo>
                    <a:pt x="136766" y="54025"/>
                  </a:lnTo>
                  <a:lnTo>
                    <a:pt x="136245" y="50876"/>
                  </a:lnTo>
                  <a:lnTo>
                    <a:pt x="136246" y="43002"/>
                  </a:lnTo>
                  <a:lnTo>
                    <a:pt x="136766" y="39916"/>
                  </a:lnTo>
                  <a:lnTo>
                    <a:pt x="148069" y="27279"/>
                  </a:lnTo>
                  <a:lnTo>
                    <a:pt x="164448" y="27279"/>
                  </a:lnTo>
                  <a:lnTo>
                    <a:pt x="163169" y="25577"/>
                  </a:lnTo>
                  <a:lnTo>
                    <a:pt x="162128" y="24142"/>
                  </a:lnTo>
                  <a:lnTo>
                    <a:pt x="160604" y="22872"/>
                  </a:lnTo>
                  <a:lnTo>
                    <a:pt x="158597" y="21755"/>
                  </a:lnTo>
                  <a:lnTo>
                    <a:pt x="156629" y="20612"/>
                  </a:lnTo>
                  <a:lnTo>
                    <a:pt x="153936" y="20053"/>
                  </a:lnTo>
                  <a:close/>
                </a:path>
                <a:path w="1183005" h="322580">
                  <a:moveTo>
                    <a:pt x="174383" y="65049"/>
                  </a:moveTo>
                  <a:lnTo>
                    <a:pt x="166611" y="65049"/>
                  </a:lnTo>
                  <a:lnTo>
                    <a:pt x="166611" y="73101"/>
                  </a:lnTo>
                  <a:lnTo>
                    <a:pt x="174383" y="73101"/>
                  </a:lnTo>
                  <a:lnTo>
                    <a:pt x="174383" y="65049"/>
                  </a:lnTo>
                  <a:close/>
                </a:path>
                <a:path w="1183005" h="322580">
                  <a:moveTo>
                    <a:pt x="164448" y="27279"/>
                  </a:moveTo>
                  <a:lnTo>
                    <a:pt x="154749" y="27279"/>
                  </a:lnTo>
                  <a:lnTo>
                    <a:pt x="157573" y="28155"/>
                  </a:lnTo>
                  <a:lnTo>
                    <a:pt x="161950" y="31407"/>
                  </a:lnTo>
                  <a:lnTo>
                    <a:pt x="163639" y="33693"/>
                  </a:lnTo>
                  <a:lnTo>
                    <a:pt x="165912" y="39585"/>
                  </a:lnTo>
                  <a:lnTo>
                    <a:pt x="166484" y="43002"/>
                  </a:lnTo>
                  <a:lnTo>
                    <a:pt x="166484" y="50876"/>
                  </a:lnTo>
                  <a:lnTo>
                    <a:pt x="165955" y="54025"/>
                  </a:lnTo>
                  <a:lnTo>
                    <a:pt x="165900" y="54355"/>
                  </a:lnTo>
                  <a:lnTo>
                    <a:pt x="163688" y="60096"/>
                  </a:lnTo>
                  <a:lnTo>
                    <a:pt x="163575" y="60388"/>
                  </a:lnTo>
                  <a:lnTo>
                    <a:pt x="161886" y="62737"/>
                  </a:lnTo>
                  <a:lnTo>
                    <a:pt x="157429" y="66128"/>
                  </a:lnTo>
                  <a:lnTo>
                    <a:pt x="154711" y="66967"/>
                  </a:lnTo>
                  <a:lnTo>
                    <a:pt x="164395" y="66967"/>
                  </a:lnTo>
                  <a:lnTo>
                    <a:pt x="164993" y="66128"/>
                  </a:lnTo>
                  <a:lnTo>
                    <a:pt x="165658" y="65049"/>
                  </a:lnTo>
                  <a:lnTo>
                    <a:pt x="174383" y="65049"/>
                  </a:lnTo>
                  <a:lnTo>
                    <a:pt x="174383" y="29044"/>
                  </a:lnTo>
                  <a:lnTo>
                    <a:pt x="165658" y="29044"/>
                  </a:lnTo>
                  <a:lnTo>
                    <a:pt x="165082" y="28155"/>
                  </a:lnTo>
                  <a:lnTo>
                    <a:pt x="164448" y="27279"/>
                  </a:lnTo>
                  <a:close/>
                </a:path>
                <a:path w="1183005" h="322580">
                  <a:moveTo>
                    <a:pt x="174383" y="3276"/>
                  </a:moveTo>
                  <a:lnTo>
                    <a:pt x="166344" y="3276"/>
                  </a:lnTo>
                  <a:lnTo>
                    <a:pt x="166344" y="29044"/>
                  </a:lnTo>
                  <a:lnTo>
                    <a:pt x="174383" y="29044"/>
                  </a:lnTo>
                  <a:lnTo>
                    <a:pt x="174383" y="3276"/>
                  </a:lnTo>
                  <a:close/>
                </a:path>
                <a:path w="1183005" h="322580">
                  <a:moveTo>
                    <a:pt x="212991" y="20053"/>
                  </a:moveTo>
                  <a:lnTo>
                    <a:pt x="205524" y="20053"/>
                  </a:lnTo>
                  <a:lnTo>
                    <a:pt x="201396" y="21208"/>
                  </a:lnTo>
                  <a:lnTo>
                    <a:pt x="194322" y="25819"/>
                  </a:lnTo>
                  <a:lnTo>
                    <a:pt x="191579" y="29032"/>
                  </a:lnTo>
                  <a:lnTo>
                    <a:pt x="187709" y="37096"/>
                  </a:lnTo>
                  <a:lnTo>
                    <a:pt x="187642" y="37236"/>
                  </a:lnTo>
                  <a:lnTo>
                    <a:pt x="186856" y="41033"/>
                  </a:lnTo>
                  <a:lnTo>
                    <a:pt x="186790" y="41351"/>
                  </a:lnTo>
                  <a:lnTo>
                    <a:pt x="186664" y="52692"/>
                  </a:lnTo>
                  <a:lnTo>
                    <a:pt x="206032" y="74193"/>
                  </a:lnTo>
                  <a:lnTo>
                    <a:pt x="214617" y="74193"/>
                  </a:lnTo>
                  <a:lnTo>
                    <a:pt x="228722" y="66967"/>
                  </a:lnTo>
                  <a:lnTo>
                    <a:pt x="207822" y="66967"/>
                  </a:lnTo>
                  <a:lnTo>
                    <a:pt x="204977" y="66255"/>
                  </a:lnTo>
                  <a:lnTo>
                    <a:pt x="194716" y="49644"/>
                  </a:lnTo>
                  <a:lnTo>
                    <a:pt x="192392" y="49644"/>
                  </a:lnTo>
                  <a:lnTo>
                    <a:pt x="192392" y="42684"/>
                  </a:lnTo>
                  <a:lnTo>
                    <a:pt x="194716" y="42684"/>
                  </a:lnTo>
                  <a:lnTo>
                    <a:pt x="194716" y="41033"/>
                  </a:lnTo>
                  <a:lnTo>
                    <a:pt x="207048" y="27279"/>
                  </a:lnTo>
                  <a:lnTo>
                    <a:pt x="227159" y="27279"/>
                  </a:lnTo>
                  <a:lnTo>
                    <a:pt x="223418" y="23799"/>
                  </a:lnTo>
                  <a:lnTo>
                    <a:pt x="220992" y="22326"/>
                  </a:lnTo>
                  <a:lnTo>
                    <a:pt x="215684" y="20497"/>
                  </a:lnTo>
                  <a:lnTo>
                    <a:pt x="212991" y="20053"/>
                  </a:lnTo>
                  <a:close/>
                </a:path>
                <a:path w="1183005" h="322580">
                  <a:moveTo>
                    <a:pt x="224167" y="58775"/>
                  </a:moveTo>
                  <a:lnTo>
                    <a:pt x="213194" y="66967"/>
                  </a:lnTo>
                  <a:lnTo>
                    <a:pt x="228722" y="66967"/>
                  </a:lnTo>
                  <a:lnTo>
                    <a:pt x="229742" y="65912"/>
                  </a:lnTo>
                  <a:lnTo>
                    <a:pt x="231127" y="63601"/>
                  </a:lnTo>
                  <a:lnTo>
                    <a:pt x="231940" y="60959"/>
                  </a:lnTo>
                  <a:lnTo>
                    <a:pt x="224167" y="58775"/>
                  </a:lnTo>
                  <a:close/>
                </a:path>
                <a:path w="1183005" h="322580">
                  <a:moveTo>
                    <a:pt x="194716" y="42684"/>
                  </a:moveTo>
                  <a:lnTo>
                    <a:pt x="192392" y="42684"/>
                  </a:lnTo>
                  <a:lnTo>
                    <a:pt x="192392" y="49644"/>
                  </a:lnTo>
                  <a:lnTo>
                    <a:pt x="194716" y="49644"/>
                  </a:lnTo>
                  <a:lnTo>
                    <a:pt x="194716" y="42684"/>
                  </a:lnTo>
                  <a:close/>
                </a:path>
                <a:path w="1183005" h="322580">
                  <a:moveTo>
                    <a:pt x="227159" y="27279"/>
                  </a:moveTo>
                  <a:lnTo>
                    <a:pt x="213169" y="27279"/>
                  </a:lnTo>
                  <a:lnTo>
                    <a:pt x="216125" y="28066"/>
                  </a:lnTo>
                  <a:lnTo>
                    <a:pt x="215879" y="28066"/>
                  </a:lnTo>
                  <a:lnTo>
                    <a:pt x="219989" y="30632"/>
                  </a:lnTo>
                  <a:lnTo>
                    <a:pt x="221640" y="32461"/>
                  </a:lnTo>
                  <a:lnTo>
                    <a:pt x="223989" y="37096"/>
                  </a:lnTo>
                  <a:lnTo>
                    <a:pt x="224574" y="39738"/>
                  </a:lnTo>
                  <a:lnTo>
                    <a:pt x="224574" y="42684"/>
                  </a:lnTo>
                  <a:lnTo>
                    <a:pt x="194716" y="42684"/>
                  </a:lnTo>
                  <a:lnTo>
                    <a:pt x="194716" y="49644"/>
                  </a:lnTo>
                  <a:lnTo>
                    <a:pt x="232765" y="49644"/>
                  </a:lnTo>
                  <a:lnTo>
                    <a:pt x="232715" y="41033"/>
                  </a:lnTo>
                  <a:lnTo>
                    <a:pt x="232117" y="37236"/>
                  </a:lnTo>
                  <a:lnTo>
                    <a:pt x="229556" y="30632"/>
                  </a:lnTo>
                  <a:lnTo>
                    <a:pt x="227918" y="28066"/>
                  </a:lnTo>
                  <a:lnTo>
                    <a:pt x="227159" y="27279"/>
                  </a:lnTo>
                  <a:close/>
                </a:path>
                <a:path w="1183005" h="322580">
                  <a:moveTo>
                    <a:pt x="280421" y="27139"/>
                  </a:moveTo>
                  <a:lnTo>
                    <a:pt x="267906" y="27139"/>
                  </a:lnTo>
                  <a:lnTo>
                    <a:pt x="270662" y="28066"/>
                  </a:lnTo>
                  <a:lnTo>
                    <a:pt x="274320" y="31800"/>
                  </a:lnTo>
                  <a:lnTo>
                    <a:pt x="275247" y="34442"/>
                  </a:lnTo>
                  <a:lnTo>
                    <a:pt x="275247" y="39344"/>
                  </a:lnTo>
                  <a:lnTo>
                    <a:pt x="274777" y="40258"/>
                  </a:lnTo>
                  <a:lnTo>
                    <a:pt x="272935" y="41300"/>
                  </a:lnTo>
                  <a:lnTo>
                    <a:pt x="271487" y="41681"/>
                  </a:lnTo>
                  <a:lnTo>
                    <a:pt x="264921" y="42417"/>
                  </a:lnTo>
                  <a:lnTo>
                    <a:pt x="259308" y="43141"/>
                  </a:lnTo>
                  <a:lnTo>
                    <a:pt x="241426" y="61645"/>
                  </a:lnTo>
                  <a:lnTo>
                    <a:pt x="242214" y="64554"/>
                  </a:lnTo>
                  <a:lnTo>
                    <a:pt x="245402" y="69354"/>
                  </a:lnTo>
                  <a:lnTo>
                    <a:pt x="247548" y="71183"/>
                  </a:lnTo>
                  <a:lnTo>
                    <a:pt x="252958" y="73698"/>
                  </a:lnTo>
                  <a:lnTo>
                    <a:pt x="255968" y="74333"/>
                  </a:lnTo>
                  <a:lnTo>
                    <a:pt x="262331" y="74333"/>
                  </a:lnTo>
                  <a:lnTo>
                    <a:pt x="274294" y="67144"/>
                  </a:lnTo>
                  <a:lnTo>
                    <a:pt x="257456" y="67144"/>
                  </a:lnTo>
                  <a:lnTo>
                    <a:pt x="254944" y="66471"/>
                  </a:lnTo>
                  <a:lnTo>
                    <a:pt x="254773" y="66471"/>
                  </a:lnTo>
                  <a:lnTo>
                    <a:pt x="252564" y="64985"/>
                  </a:lnTo>
                  <a:lnTo>
                    <a:pt x="250507" y="63550"/>
                  </a:lnTo>
                  <a:lnTo>
                    <a:pt x="249566" y="61645"/>
                  </a:lnTo>
                  <a:lnTo>
                    <a:pt x="249560" y="56324"/>
                  </a:lnTo>
                  <a:lnTo>
                    <a:pt x="249930" y="55232"/>
                  </a:lnTo>
                  <a:lnTo>
                    <a:pt x="250012" y="54990"/>
                  </a:lnTo>
                  <a:lnTo>
                    <a:pt x="267087" y="49047"/>
                  </a:lnTo>
                  <a:lnTo>
                    <a:pt x="270535" y="48501"/>
                  </a:lnTo>
                  <a:lnTo>
                    <a:pt x="271856" y="48221"/>
                  </a:lnTo>
                  <a:lnTo>
                    <a:pt x="274110" y="47574"/>
                  </a:lnTo>
                  <a:lnTo>
                    <a:pt x="274904" y="47193"/>
                  </a:lnTo>
                  <a:lnTo>
                    <a:pt x="275247" y="46774"/>
                  </a:lnTo>
                  <a:lnTo>
                    <a:pt x="283286" y="46774"/>
                  </a:lnTo>
                  <a:lnTo>
                    <a:pt x="283286" y="34442"/>
                  </a:lnTo>
                  <a:lnTo>
                    <a:pt x="282857" y="32321"/>
                  </a:lnTo>
                  <a:lnTo>
                    <a:pt x="282751" y="31800"/>
                  </a:lnTo>
                  <a:lnTo>
                    <a:pt x="282659" y="31343"/>
                  </a:lnTo>
                  <a:lnTo>
                    <a:pt x="282613" y="31114"/>
                  </a:lnTo>
                  <a:lnTo>
                    <a:pt x="280421" y="27139"/>
                  </a:lnTo>
                  <a:close/>
                </a:path>
                <a:path w="1183005" h="322580">
                  <a:moveTo>
                    <a:pt x="283286" y="66014"/>
                  </a:moveTo>
                  <a:lnTo>
                    <a:pt x="275247" y="66014"/>
                  </a:lnTo>
                  <a:lnTo>
                    <a:pt x="275247" y="73101"/>
                  </a:lnTo>
                  <a:lnTo>
                    <a:pt x="283286" y="73101"/>
                  </a:lnTo>
                  <a:lnTo>
                    <a:pt x="283286" y="66014"/>
                  </a:lnTo>
                  <a:close/>
                </a:path>
                <a:path w="1183005" h="322580">
                  <a:moveTo>
                    <a:pt x="283286" y="46774"/>
                  </a:moveTo>
                  <a:lnTo>
                    <a:pt x="275247" y="46774"/>
                  </a:lnTo>
                  <a:lnTo>
                    <a:pt x="275170" y="56603"/>
                  </a:lnTo>
                  <a:lnTo>
                    <a:pt x="274675" y="58407"/>
                  </a:lnTo>
                  <a:lnTo>
                    <a:pt x="272427" y="62356"/>
                  </a:lnTo>
                  <a:lnTo>
                    <a:pt x="270763" y="63969"/>
                  </a:lnTo>
                  <a:lnTo>
                    <a:pt x="266382" y="66471"/>
                  </a:lnTo>
                  <a:lnTo>
                    <a:pt x="263542" y="67144"/>
                  </a:lnTo>
                  <a:lnTo>
                    <a:pt x="274294" y="67144"/>
                  </a:lnTo>
                  <a:lnTo>
                    <a:pt x="274840" y="66014"/>
                  </a:lnTo>
                  <a:lnTo>
                    <a:pt x="283286" y="66014"/>
                  </a:lnTo>
                  <a:lnTo>
                    <a:pt x="283286" y="46774"/>
                  </a:lnTo>
                  <a:close/>
                </a:path>
                <a:path w="1183005" h="322580">
                  <a:moveTo>
                    <a:pt x="265607" y="20053"/>
                  </a:moveTo>
                  <a:lnTo>
                    <a:pt x="261289" y="20053"/>
                  </a:lnTo>
                  <a:lnTo>
                    <a:pt x="258610" y="20408"/>
                  </a:lnTo>
                  <a:lnTo>
                    <a:pt x="242925" y="32321"/>
                  </a:lnTo>
                  <a:lnTo>
                    <a:pt x="250558" y="35051"/>
                  </a:lnTo>
                  <a:lnTo>
                    <a:pt x="251447" y="33146"/>
                  </a:lnTo>
                  <a:lnTo>
                    <a:pt x="252983" y="31343"/>
                  </a:lnTo>
                  <a:lnTo>
                    <a:pt x="257225" y="28066"/>
                  </a:lnTo>
                  <a:lnTo>
                    <a:pt x="257020" y="28066"/>
                  </a:lnTo>
                  <a:lnTo>
                    <a:pt x="260349" y="27139"/>
                  </a:lnTo>
                  <a:lnTo>
                    <a:pt x="280421" y="27139"/>
                  </a:lnTo>
                  <a:lnTo>
                    <a:pt x="279882" y="26161"/>
                  </a:lnTo>
                  <a:lnTo>
                    <a:pt x="278168" y="24307"/>
                  </a:lnTo>
                  <a:lnTo>
                    <a:pt x="274053" y="21856"/>
                  </a:lnTo>
                  <a:lnTo>
                    <a:pt x="272186" y="21145"/>
                  </a:lnTo>
                  <a:lnTo>
                    <a:pt x="272505" y="21145"/>
                  </a:lnTo>
                  <a:lnTo>
                    <a:pt x="269722" y="20662"/>
                  </a:lnTo>
                  <a:lnTo>
                    <a:pt x="267538" y="20256"/>
                  </a:lnTo>
                  <a:lnTo>
                    <a:pt x="265607" y="20053"/>
                  </a:lnTo>
                  <a:close/>
                </a:path>
                <a:path w="1183005" h="322580">
                  <a:moveTo>
                    <a:pt x="308444" y="8178"/>
                  </a:moveTo>
                  <a:lnTo>
                    <a:pt x="300393" y="8178"/>
                  </a:lnTo>
                  <a:lnTo>
                    <a:pt x="300393" y="63322"/>
                  </a:lnTo>
                  <a:lnTo>
                    <a:pt x="312305" y="73786"/>
                  </a:lnTo>
                  <a:lnTo>
                    <a:pt x="316804" y="73786"/>
                  </a:lnTo>
                  <a:lnTo>
                    <a:pt x="319047" y="73291"/>
                  </a:lnTo>
                  <a:lnTo>
                    <a:pt x="320039" y="73037"/>
                  </a:lnTo>
                  <a:lnTo>
                    <a:pt x="320586" y="72834"/>
                  </a:lnTo>
                  <a:lnTo>
                    <a:pt x="319042" y="66014"/>
                  </a:lnTo>
                  <a:lnTo>
                    <a:pt x="313664" y="66014"/>
                  </a:lnTo>
                  <a:lnTo>
                    <a:pt x="312026" y="65468"/>
                  </a:lnTo>
                  <a:lnTo>
                    <a:pt x="310972" y="65074"/>
                  </a:lnTo>
                  <a:lnTo>
                    <a:pt x="310108" y="64325"/>
                  </a:lnTo>
                  <a:lnTo>
                    <a:pt x="308775" y="62077"/>
                  </a:lnTo>
                  <a:lnTo>
                    <a:pt x="308444" y="60375"/>
                  </a:lnTo>
                  <a:lnTo>
                    <a:pt x="308444" y="8178"/>
                  </a:lnTo>
                  <a:close/>
                </a:path>
                <a:path w="1183005" h="322580">
                  <a:moveTo>
                    <a:pt x="319649" y="65468"/>
                  </a:moveTo>
                  <a:lnTo>
                    <a:pt x="318919" y="65468"/>
                  </a:lnTo>
                  <a:lnTo>
                    <a:pt x="319042" y="66014"/>
                  </a:lnTo>
                  <a:lnTo>
                    <a:pt x="316841" y="66014"/>
                  </a:lnTo>
                  <a:lnTo>
                    <a:pt x="319649" y="65468"/>
                  </a:lnTo>
                  <a:close/>
                </a:path>
                <a:path w="1183005" h="322580">
                  <a:moveTo>
                    <a:pt x="300393" y="20726"/>
                  </a:moveTo>
                  <a:lnTo>
                    <a:pt x="292480" y="20726"/>
                  </a:lnTo>
                  <a:lnTo>
                    <a:pt x="292480" y="27546"/>
                  </a:lnTo>
                  <a:lnTo>
                    <a:pt x="300393" y="27546"/>
                  </a:lnTo>
                  <a:lnTo>
                    <a:pt x="300393" y="20726"/>
                  </a:lnTo>
                  <a:close/>
                </a:path>
                <a:path w="1183005" h="322580">
                  <a:moveTo>
                    <a:pt x="319620" y="20726"/>
                  </a:moveTo>
                  <a:lnTo>
                    <a:pt x="308444" y="20726"/>
                  </a:lnTo>
                  <a:lnTo>
                    <a:pt x="308444" y="27546"/>
                  </a:lnTo>
                  <a:lnTo>
                    <a:pt x="319620" y="27546"/>
                  </a:lnTo>
                  <a:lnTo>
                    <a:pt x="319620" y="20726"/>
                  </a:lnTo>
                  <a:close/>
                </a:path>
                <a:path w="1183005" h="322580">
                  <a:moveTo>
                    <a:pt x="338658" y="20726"/>
                  </a:moveTo>
                  <a:lnTo>
                    <a:pt x="330606" y="20726"/>
                  </a:lnTo>
                  <a:lnTo>
                    <a:pt x="330606" y="73101"/>
                  </a:lnTo>
                  <a:lnTo>
                    <a:pt x="338658" y="73101"/>
                  </a:lnTo>
                  <a:lnTo>
                    <a:pt x="338658" y="20726"/>
                  </a:lnTo>
                  <a:close/>
                </a:path>
                <a:path w="1183005" h="322580">
                  <a:moveTo>
                    <a:pt x="336270" y="1092"/>
                  </a:moveTo>
                  <a:lnTo>
                    <a:pt x="333133" y="1092"/>
                  </a:lnTo>
                  <a:lnTo>
                    <a:pt x="331774" y="1625"/>
                  </a:lnTo>
                  <a:lnTo>
                    <a:pt x="329526" y="3759"/>
                  </a:lnTo>
                  <a:lnTo>
                    <a:pt x="328968" y="5041"/>
                  </a:lnTo>
                  <a:lnTo>
                    <a:pt x="328968" y="8051"/>
                  </a:lnTo>
                  <a:lnTo>
                    <a:pt x="329526" y="9334"/>
                  </a:lnTo>
                  <a:lnTo>
                    <a:pt x="331774" y="11468"/>
                  </a:lnTo>
                  <a:lnTo>
                    <a:pt x="333133" y="12001"/>
                  </a:lnTo>
                  <a:lnTo>
                    <a:pt x="336270" y="12001"/>
                  </a:lnTo>
                  <a:lnTo>
                    <a:pt x="337604" y="11468"/>
                  </a:lnTo>
                  <a:lnTo>
                    <a:pt x="339852" y="9334"/>
                  </a:lnTo>
                  <a:lnTo>
                    <a:pt x="340423" y="8051"/>
                  </a:lnTo>
                  <a:lnTo>
                    <a:pt x="340423" y="5041"/>
                  </a:lnTo>
                  <a:lnTo>
                    <a:pt x="339852" y="3759"/>
                  </a:lnTo>
                  <a:lnTo>
                    <a:pt x="337604" y="1625"/>
                  </a:lnTo>
                  <a:lnTo>
                    <a:pt x="336270" y="1092"/>
                  </a:lnTo>
                  <a:close/>
                </a:path>
                <a:path w="1183005" h="322580">
                  <a:moveTo>
                    <a:pt x="378269" y="20053"/>
                  </a:moveTo>
                  <a:lnTo>
                    <a:pt x="368808" y="20053"/>
                  </a:lnTo>
                  <a:lnTo>
                    <a:pt x="364667" y="21170"/>
                  </a:lnTo>
                  <a:lnTo>
                    <a:pt x="357543" y="25679"/>
                  </a:lnTo>
                  <a:lnTo>
                    <a:pt x="354774" y="28828"/>
                  </a:lnTo>
                  <a:lnTo>
                    <a:pt x="350799" y="36969"/>
                  </a:lnTo>
                  <a:lnTo>
                    <a:pt x="349808" y="41732"/>
                  </a:lnTo>
                  <a:lnTo>
                    <a:pt x="349808" y="52603"/>
                  </a:lnTo>
                  <a:lnTo>
                    <a:pt x="368808" y="74193"/>
                  </a:lnTo>
                  <a:lnTo>
                    <a:pt x="378269" y="74193"/>
                  </a:lnTo>
                  <a:lnTo>
                    <a:pt x="382409" y="73063"/>
                  </a:lnTo>
                  <a:lnTo>
                    <a:pt x="389521" y="68567"/>
                  </a:lnTo>
                  <a:lnTo>
                    <a:pt x="390928" y="66967"/>
                  </a:lnTo>
                  <a:lnTo>
                    <a:pt x="369951" y="66967"/>
                  </a:lnTo>
                  <a:lnTo>
                    <a:pt x="366991" y="66039"/>
                  </a:lnTo>
                  <a:lnTo>
                    <a:pt x="362356" y="62356"/>
                  </a:lnTo>
                  <a:lnTo>
                    <a:pt x="360641" y="59943"/>
                  </a:lnTo>
                  <a:lnTo>
                    <a:pt x="358406" y="53936"/>
                  </a:lnTo>
                  <a:lnTo>
                    <a:pt x="357860" y="50685"/>
                  </a:lnTo>
                  <a:lnTo>
                    <a:pt x="357860" y="43687"/>
                  </a:lnTo>
                  <a:lnTo>
                    <a:pt x="369951" y="27279"/>
                  </a:lnTo>
                  <a:lnTo>
                    <a:pt x="390928" y="27279"/>
                  </a:lnTo>
                  <a:lnTo>
                    <a:pt x="389521" y="25679"/>
                  </a:lnTo>
                  <a:lnTo>
                    <a:pt x="382409" y="21170"/>
                  </a:lnTo>
                  <a:lnTo>
                    <a:pt x="378269" y="20053"/>
                  </a:lnTo>
                  <a:close/>
                </a:path>
                <a:path w="1183005" h="322580">
                  <a:moveTo>
                    <a:pt x="390928" y="27279"/>
                  </a:moveTo>
                  <a:lnTo>
                    <a:pt x="377126" y="27279"/>
                  </a:lnTo>
                  <a:lnTo>
                    <a:pt x="380085" y="28206"/>
                  </a:lnTo>
                  <a:lnTo>
                    <a:pt x="384721" y="31940"/>
                  </a:lnTo>
                  <a:lnTo>
                    <a:pt x="386435" y="34378"/>
                  </a:lnTo>
                  <a:lnTo>
                    <a:pt x="388670" y="40424"/>
                  </a:lnTo>
                  <a:lnTo>
                    <a:pt x="389229" y="43687"/>
                  </a:lnTo>
                  <a:lnTo>
                    <a:pt x="389229" y="50685"/>
                  </a:lnTo>
                  <a:lnTo>
                    <a:pt x="377126" y="66967"/>
                  </a:lnTo>
                  <a:lnTo>
                    <a:pt x="390928" y="66967"/>
                  </a:lnTo>
                  <a:lnTo>
                    <a:pt x="392290" y="65417"/>
                  </a:lnTo>
                  <a:lnTo>
                    <a:pt x="396265" y="57327"/>
                  </a:lnTo>
                  <a:lnTo>
                    <a:pt x="397268" y="52603"/>
                  </a:lnTo>
                  <a:lnTo>
                    <a:pt x="397268" y="41732"/>
                  </a:lnTo>
                  <a:lnTo>
                    <a:pt x="396265" y="36969"/>
                  </a:lnTo>
                  <a:lnTo>
                    <a:pt x="392290" y="28828"/>
                  </a:lnTo>
                  <a:lnTo>
                    <a:pt x="390928" y="27279"/>
                  </a:lnTo>
                  <a:close/>
                </a:path>
                <a:path w="1183005" h="322580">
                  <a:moveTo>
                    <a:pt x="416204" y="20866"/>
                  </a:moveTo>
                  <a:lnTo>
                    <a:pt x="408431" y="20866"/>
                  </a:lnTo>
                  <a:lnTo>
                    <a:pt x="408431" y="73101"/>
                  </a:lnTo>
                  <a:lnTo>
                    <a:pt x="416471" y="73101"/>
                  </a:lnTo>
                  <a:lnTo>
                    <a:pt x="416471" y="38557"/>
                  </a:lnTo>
                  <a:lnTo>
                    <a:pt x="416989" y="36258"/>
                  </a:lnTo>
                  <a:lnTo>
                    <a:pt x="417055" y="35966"/>
                  </a:lnTo>
                  <a:lnTo>
                    <a:pt x="419366" y="31686"/>
                  </a:lnTo>
                  <a:lnTo>
                    <a:pt x="420954" y="30060"/>
                  </a:lnTo>
                  <a:lnTo>
                    <a:pt x="422948" y="28943"/>
                  </a:lnTo>
                  <a:lnTo>
                    <a:pt x="416204" y="28943"/>
                  </a:lnTo>
                  <a:lnTo>
                    <a:pt x="416204" y="20866"/>
                  </a:lnTo>
                  <a:close/>
                </a:path>
                <a:path w="1183005" h="322580">
                  <a:moveTo>
                    <a:pt x="446916" y="27279"/>
                  </a:moveTo>
                  <a:lnTo>
                    <a:pt x="433565" y="27279"/>
                  </a:lnTo>
                  <a:lnTo>
                    <a:pt x="436498" y="28435"/>
                  </a:lnTo>
                  <a:lnTo>
                    <a:pt x="438632" y="30759"/>
                  </a:lnTo>
                  <a:lnTo>
                    <a:pt x="440778" y="33045"/>
                  </a:lnTo>
                  <a:lnTo>
                    <a:pt x="441748" y="35966"/>
                  </a:lnTo>
                  <a:lnTo>
                    <a:pt x="441845" y="73101"/>
                  </a:lnTo>
                  <a:lnTo>
                    <a:pt x="449884" y="73101"/>
                  </a:lnTo>
                  <a:lnTo>
                    <a:pt x="449884" y="35369"/>
                  </a:lnTo>
                  <a:lnTo>
                    <a:pt x="449148" y="31686"/>
                  </a:lnTo>
                  <a:lnTo>
                    <a:pt x="446916" y="27279"/>
                  </a:lnTo>
                  <a:close/>
                </a:path>
                <a:path w="1183005" h="322580">
                  <a:moveTo>
                    <a:pt x="435698" y="20053"/>
                  </a:moveTo>
                  <a:lnTo>
                    <a:pt x="428205" y="20053"/>
                  </a:lnTo>
                  <a:lnTo>
                    <a:pt x="424980" y="20866"/>
                  </a:lnTo>
                  <a:lnTo>
                    <a:pt x="419976" y="24117"/>
                  </a:lnTo>
                  <a:lnTo>
                    <a:pt x="418109" y="26250"/>
                  </a:lnTo>
                  <a:lnTo>
                    <a:pt x="416865" y="28943"/>
                  </a:lnTo>
                  <a:lnTo>
                    <a:pt x="422948" y="28943"/>
                  </a:lnTo>
                  <a:lnTo>
                    <a:pt x="424980" y="27838"/>
                  </a:lnTo>
                  <a:lnTo>
                    <a:pt x="427266" y="27279"/>
                  </a:lnTo>
                  <a:lnTo>
                    <a:pt x="446916" y="27279"/>
                  </a:lnTo>
                  <a:lnTo>
                    <a:pt x="446189" y="25844"/>
                  </a:lnTo>
                  <a:lnTo>
                    <a:pt x="444131" y="23660"/>
                  </a:lnTo>
                  <a:lnTo>
                    <a:pt x="438974" y="20866"/>
                  </a:lnTo>
                  <a:lnTo>
                    <a:pt x="439192" y="20866"/>
                  </a:lnTo>
                  <a:lnTo>
                    <a:pt x="435698" y="20053"/>
                  </a:lnTo>
                  <a:close/>
                </a:path>
                <a:path w="1183005" h="322580">
                  <a:moveTo>
                    <a:pt x="525887" y="27139"/>
                  </a:moveTo>
                  <a:lnTo>
                    <a:pt x="513372" y="27139"/>
                  </a:lnTo>
                  <a:lnTo>
                    <a:pt x="516128" y="28066"/>
                  </a:lnTo>
                  <a:lnTo>
                    <a:pt x="519785" y="31800"/>
                  </a:lnTo>
                  <a:lnTo>
                    <a:pt x="520712" y="34442"/>
                  </a:lnTo>
                  <a:lnTo>
                    <a:pt x="520712" y="39344"/>
                  </a:lnTo>
                  <a:lnTo>
                    <a:pt x="520242" y="40258"/>
                  </a:lnTo>
                  <a:lnTo>
                    <a:pt x="518401" y="41300"/>
                  </a:lnTo>
                  <a:lnTo>
                    <a:pt x="516953" y="41681"/>
                  </a:lnTo>
                  <a:lnTo>
                    <a:pt x="510387" y="42417"/>
                  </a:lnTo>
                  <a:lnTo>
                    <a:pt x="504774" y="43141"/>
                  </a:lnTo>
                  <a:lnTo>
                    <a:pt x="486892" y="61645"/>
                  </a:lnTo>
                  <a:lnTo>
                    <a:pt x="487680" y="64554"/>
                  </a:lnTo>
                  <a:lnTo>
                    <a:pt x="490867" y="69354"/>
                  </a:lnTo>
                  <a:lnTo>
                    <a:pt x="493014" y="71183"/>
                  </a:lnTo>
                  <a:lnTo>
                    <a:pt x="498424" y="73698"/>
                  </a:lnTo>
                  <a:lnTo>
                    <a:pt x="501434" y="74333"/>
                  </a:lnTo>
                  <a:lnTo>
                    <a:pt x="507796" y="74333"/>
                  </a:lnTo>
                  <a:lnTo>
                    <a:pt x="519760" y="67144"/>
                  </a:lnTo>
                  <a:lnTo>
                    <a:pt x="502922" y="67144"/>
                  </a:lnTo>
                  <a:lnTo>
                    <a:pt x="500410" y="66471"/>
                  </a:lnTo>
                  <a:lnTo>
                    <a:pt x="500238" y="66471"/>
                  </a:lnTo>
                  <a:lnTo>
                    <a:pt x="498043" y="64985"/>
                  </a:lnTo>
                  <a:lnTo>
                    <a:pt x="495973" y="63550"/>
                  </a:lnTo>
                  <a:lnTo>
                    <a:pt x="495032" y="61645"/>
                  </a:lnTo>
                  <a:lnTo>
                    <a:pt x="495026" y="56324"/>
                  </a:lnTo>
                  <a:lnTo>
                    <a:pt x="495396" y="55232"/>
                  </a:lnTo>
                  <a:lnTo>
                    <a:pt x="512552" y="49047"/>
                  </a:lnTo>
                  <a:lnTo>
                    <a:pt x="516000" y="48501"/>
                  </a:lnTo>
                  <a:lnTo>
                    <a:pt x="517321" y="48221"/>
                  </a:lnTo>
                  <a:lnTo>
                    <a:pt x="519576" y="47574"/>
                  </a:lnTo>
                  <a:lnTo>
                    <a:pt x="520369" y="47193"/>
                  </a:lnTo>
                  <a:lnTo>
                    <a:pt x="520712" y="46774"/>
                  </a:lnTo>
                  <a:lnTo>
                    <a:pt x="528764" y="46774"/>
                  </a:lnTo>
                  <a:lnTo>
                    <a:pt x="528764" y="34442"/>
                  </a:lnTo>
                  <a:lnTo>
                    <a:pt x="528327" y="32321"/>
                  </a:lnTo>
                  <a:lnTo>
                    <a:pt x="528220" y="31800"/>
                  </a:lnTo>
                  <a:lnTo>
                    <a:pt x="528125" y="31343"/>
                  </a:lnTo>
                  <a:lnTo>
                    <a:pt x="528078" y="31114"/>
                  </a:lnTo>
                  <a:lnTo>
                    <a:pt x="525887" y="27139"/>
                  </a:lnTo>
                  <a:close/>
                </a:path>
                <a:path w="1183005" h="322580">
                  <a:moveTo>
                    <a:pt x="528764" y="66014"/>
                  </a:moveTo>
                  <a:lnTo>
                    <a:pt x="520712" y="66014"/>
                  </a:lnTo>
                  <a:lnTo>
                    <a:pt x="520712" y="73101"/>
                  </a:lnTo>
                  <a:lnTo>
                    <a:pt x="528764" y="73101"/>
                  </a:lnTo>
                  <a:lnTo>
                    <a:pt x="528764" y="66014"/>
                  </a:lnTo>
                  <a:close/>
                </a:path>
                <a:path w="1183005" h="322580">
                  <a:moveTo>
                    <a:pt x="528764" y="46774"/>
                  </a:moveTo>
                  <a:lnTo>
                    <a:pt x="520712" y="46774"/>
                  </a:lnTo>
                  <a:lnTo>
                    <a:pt x="520636" y="56603"/>
                  </a:lnTo>
                  <a:lnTo>
                    <a:pt x="520141" y="58407"/>
                  </a:lnTo>
                  <a:lnTo>
                    <a:pt x="517893" y="62356"/>
                  </a:lnTo>
                  <a:lnTo>
                    <a:pt x="516229" y="63969"/>
                  </a:lnTo>
                  <a:lnTo>
                    <a:pt x="511848" y="66471"/>
                  </a:lnTo>
                  <a:lnTo>
                    <a:pt x="509007" y="67144"/>
                  </a:lnTo>
                  <a:lnTo>
                    <a:pt x="519760" y="67144"/>
                  </a:lnTo>
                  <a:lnTo>
                    <a:pt x="520306" y="66014"/>
                  </a:lnTo>
                  <a:lnTo>
                    <a:pt x="528764" y="66014"/>
                  </a:lnTo>
                  <a:lnTo>
                    <a:pt x="528764" y="46774"/>
                  </a:lnTo>
                  <a:close/>
                </a:path>
                <a:path w="1183005" h="322580">
                  <a:moveTo>
                    <a:pt x="511073" y="20053"/>
                  </a:moveTo>
                  <a:lnTo>
                    <a:pt x="506755" y="20053"/>
                  </a:lnTo>
                  <a:lnTo>
                    <a:pt x="504075" y="20408"/>
                  </a:lnTo>
                  <a:lnTo>
                    <a:pt x="488391" y="32321"/>
                  </a:lnTo>
                  <a:lnTo>
                    <a:pt x="496023" y="35051"/>
                  </a:lnTo>
                  <a:lnTo>
                    <a:pt x="496912" y="33146"/>
                  </a:lnTo>
                  <a:lnTo>
                    <a:pt x="498449" y="31343"/>
                  </a:lnTo>
                  <a:lnTo>
                    <a:pt x="502690" y="28066"/>
                  </a:lnTo>
                  <a:lnTo>
                    <a:pt x="502485" y="28066"/>
                  </a:lnTo>
                  <a:lnTo>
                    <a:pt x="505828" y="27139"/>
                  </a:lnTo>
                  <a:lnTo>
                    <a:pt x="525887" y="27139"/>
                  </a:lnTo>
                  <a:lnTo>
                    <a:pt x="525348" y="26161"/>
                  </a:lnTo>
                  <a:lnTo>
                    <a:pt x="523633" y="24307"/>
                  </a:lnTo>
                  <a:lnTo>
                    <a:pt x="519518" y="21856"/>
                  </a:lnTo>
                  <a:lnTo>
                    <a:pt x="517663" y="21145"/>
                  </a:lnTo>
                  <a:lnTo>
                    <a:pt x="517987" y="21145"/>
                  </a:lnTo>
                  <a:lnTo>
                    <a:pt x="515188" y="20662"/>
                  </a:lnTo>
                  <a:lnTo>
                    <a:pt x="513003" y="20256"/>
                  </a:lnTo>
                  <a:lnTo>
                    <a:pt x="511073" y="20053"/>
                  </a:lnTo>
                  <a:close/>
                </a:path>
                <a:path w="1183005" h="322580">
                  <a:moveTo>
                    <a:pt x="550087" y="20866"/>
                  </a:moveTo>
                  <a:lnTo>
                    <a:pt x="542315" y="20866"/>
                  </a:lnTo>
                  <a:lnTo>
                    <a:pt x="542315" y="73101"/>
                  </a:lnTo>
                  <a:lnTo>
                    <a:pt x="550367" y="73101"/>
                  </a:lnTo>
                  <a:lnTo>
                    <a:pt x="550367" y="38557"/>
                  </a:lnTo>
                  <a:lnTo>
                    <a:pt x="550885" y="36258"/>
                  </a:lnTo>
                  <a:lnTo>
                    <a:pt x="550951" y="35966"/>
                  </a:lnTo>
                  <a:lnTo>
                    <a:pt x="553262" y="31686"/>
                  </a:lnTo>
                  <a:lnTo>
                    <a:pt x="554837" y="30060"/>
                  </a:lnTo>
                  <a:lnTo>
                    <a:pt x="556908" y="28917"/>
                  </a:lnTo>
                  <a:lnTo>
                    <a:pt x="550087" y="28917"/>
                  </a:lnTo>
                  <a:lnTo>
                    <a:pt x="550087" y="20866"/>
                  </a:lnTo>
                  <a:close/>
                </a:path>
                <a:path w="1183005" h="322580">
                  <a:moveTo>
                    <a:pt x="580812" y="27279"/>
                  </a:moveTo>
                  <a:lnTo>
                    <a:pt x="567461" y="27279"/>
                  </a:lnTo>
                  <a:lnTo>
                    <a:pt x="570395" y="28435"/>
                  </a:lnTo>
                  <a:lnTo>
                    <a:pt x="572528" y="30759"/>
                  </a:lnTo>
                  <a:lnTo>
                    <a:pt x="574662" y="33045"/>
                  </a:lnTo>
                  <a:lnTo>
                    <a:pt x="575632" y="35966"/>
                  </a:lnTo>
                  <a:lnTo>
                    <a:pt x="575729" y="73101"/>
                  </a:lnTo>
                  <a:lnTo>
                    <a:pt x="583780" y="73101"/>
                  </a:lnTo>
                  <a:lnTo>
                    <a:pt x="583780" y="35369"/>
                  </a:lnTo>
                  <a:lnTo>
                    <a:pt x="583044" y="31686"/>
                  </a:lnTo>
                  <a:lnTo>
                    <a:pt x="580812" y="27279"/>
                  </a:lnTo>
                  <a:close/>
                </a:path>
                <a:path w="1183005" h="322580">
                  <a:moveTo>
                    <a:pt x="569594" y="20053"/>
                  </a:moveTo>
                  <a:lnTo>
                    <a:pt x="562089" y="20053"/>
                  </a:lnTo>
                  <a:lnTo>
                    <a:pt x="558863" y="20866"/>
                  </a:lnTo>
                  <a:lnTo>
                    <a:pt x="553872" y="24117"/>
                  </a:lnTo>
                  <a:lnTo>
                    <a:pt x="552005" y="26250"/>
                  </a:lnTo>
                  <a:lnTo>
                    <a:pt x="550773" y="28917"/>
                  </a:lnTo>
                  <a:lnTo>
                    <a:pt x="556908" y="28917"/>
                  </a:lnTo>
                  <a:lnTo>
                    <a:pt x="558863" y="27838"/>
                  </a:lnTo>
                  <a:lnTo>
                    <a:pt x="561162" y="27279"/>
                  </a:lnTo>
                  <a:lnTo>
                    <a:pt x="580812" y="27279"/>
                  </a:lnTo>
                  <a:lnTo>
                    <a:pt x="580085" y="25844"/>
                  </a:lnTo>
                  <a:lnTo>
                    <a:pt x="578015" y="23660"/>
                  </a:lnTo>
                  <a:lnTo>
                    <a:pt x="572857" y="20866"/>
                  </a:lnTo>
                  <a:lnTo>
                    <a:pt x="573074" y="20866"/>
                  </a:lnTo>
                  <a:lnTo>
                    <a:pt x="569594" y="20053"/>
                  </a:lnTo>
                  <a:close/>
                </a:path>
                <a:path w="1183005" h="322580">
                  <a:moveTo>
                    <a:pt x="620674" y="20053"/>
                  </a:moveTo>
                  <a:lnTo>
                    <a:pt x="612863" y="20053"/>
                  </a:lnTo>
                  <a:lnTo>
                    <a:pt x="608977" y="21145"/>
                  </a:lnTo>
                  <a:lnTo>
                    <a:pt x="602236" y="25577"/>
                  </a:lnTo>
                  <a:lnTo>
                    <a:pt x="599617" y="28689"/>
                  </a:lnTo>
                  <a:lnTo>
                    <a:pt x="595845" y="36779"/>
                  </a:lnTo>
                  <a:lnTo>
                    <a:pt x="594906" y="41554"/>
                  </a:lnTo>
                  <a:lnTo>
                    <a:pt x="594906" y="52603"/>
                  </a:lnTo>
                  <a:lnTo>
                    <a:pt x="612762" y="74193"/>
                  </a:lnTo>
                  <a:lnTo>
                    <a:pt x="620496" y="74193"/>
                  </a:lnTo>
                  <a:lnTo>
                    <a:pt x="623189" y="73634"/>
                  </a:lnTo>
                  <a:lnTo>
                    <a:pt x="627240" y="71386"/>
                  </a:lnTo>
                  <a:lnTo>
                    <a:pt x="628789" y="70103"/>
                  </a:lnTo>
                  <a:lnTo>
                    <a:pt x="631143" y="66967"/>
                  </a:lnTo>
                  <a:lnTo>
                    <a:pt x="614857" y="66967"/>
                  </a:lnTo>
                  <a:lnTo>
                    <a:pt x="612199" y="66128"/>
                  </a:lnTo>
                  <a:lnTo>
                    <a:pt x="602983" y="43002"/>
                  </a:lnTo>
                  <a:lnTo>
                    <a:pt x="603504" y="39916"/>
                  </a:lnTo>
                  <a:lnTo>
                    <a:pt x="605751" y="33985"/>
                  </a:lnTo>
                  <a:lnTo>
                    <a:pt x="607453" y="31635"/>
                  </a:lnTo>
                  <a:lnTo>
                    <a:pt x="611974" y="28155"/>
                  </a:lnTo>
                  <a:lnTo>
                    <a:pt x="614819" y="27279"/>
                  </a:lnTo>
                  <a:lnTo>
                    <a:pt x="631195" y="27279"/>
                  </a:lnTo>
                  <a:lnTo>
                    <a:pt x="629919" y="25577"/>
                  </a:lnTo>
                  <a:lnTo>
                    <a:pt x="628878" y="24142"/>
                  </a:lnTo>
                  <a:lnTo>
                    <a:pt x="627354" y="22872"/>
                  </a:lnTo>
                  <a:lnTo>
                    <a:pt x="625347" y="21755"/>
                  </a:lnTo>
                  <a:lnTo>
                    <a:pt x="623366" y="20612"/>
                  </a:lnTo>
                  <a:lnTo>
                    <a:pt x="620674" y="20053"/>
                  </a:lnTo>
                  <a:close/>
                </a:path>
                <a:path w="1183005" h="322580">
                  <a:moveTo>
                    <a:pt x="641134" y="65049"/>
                  </a:moveTo>
                  <a:lnTo>
                    <a:pt x="633361" y="65049"/>
                  </a:lnTo>
                  <a:lnTo>
                    <a:pt x="633361" y="73101"/>
                  </a:lnTo>
                  <a:lnTo>
                    <a:pt x="641134" y="73101"/>
                  </a:lnTo>
                  <a:lnTo>
                    <a:pt x="641134" y="65049"/>
                  </a:lnTo>
                  <a:close/>
                </a:path>
                <a:path w="1183005" h="322580">
                  <a:moveTo>
                    <a:pt x="631195" y="27279"/>
                  </a:moveTo>
                  <a:lnTo>
                    <a:pt x="621499" y="27279"/>
                  </a:lnTo>
                  <a:lnTo>
                    <a:pt x="624311" y="28155"/>
                  </a:lnTo>
                  <a:lnTo>
                    <a:pt x="628700" y="31407"/>
                  </a:lnTo>
                  <a:lnTo>
                    <a:pt x="630389" y="33693"/>
                  </a:lnTo>
                  <a:lnTo>
                    <a:pt x="632663" y="39585"/>
                  </a:lnTo>
                  <a:lnTo>
                    <a:pt x="633222" y="43002"/>
                  </a:lnTo>
                  <a:lnTo>
                    <a:pt x="633222" y="50876"/>
                  </a:lnTo>
                  <a:lnTo>
                    <a:pt x="621449" y="66967"/>
                  </a:lnTo>
                  <a:lnTo>
                    <a:pt x="631143" y="66967"/>
                  </a:lnTo>
                  <a:lnTo>
                    <a:pt x="631732" y="66128"/>
                  </a:lnTo>
                  <a:lnTo>
                    <a:pt x="632409" y="65049"/>
                  </a:lnTo>
                  <a:lnTo>
                    <a:pt x="641134" y="65049"/>
                  </a:lnTo>
                  <a:lnTo>
                    <a:pt x="641134" y="29044"/>
                  </a:lnTo>
                  <a:lnTo>
                    <a:pt x="632409" y="29044"/>
                  </a:lnTo>
                  <a:lnTo>
                    <a:pt x="631820" y="28155"/>
                  </a:lnTo>
                  <a:lnTo>
                    <a:pt x="631195" y="27279"/>
                  </a:lnTo>
                  <a:close/>
                </a:path>
                <a:path w="1183005" h="322580">
                  <a:moveTo>
                    <a:pt x="641134" y="3276"/>
                  </a:moveTo>
                  <a:lnTo>
                    <a:pt x="633094" y="3276"/>
                  </a:lnTo>
                  <a:lnTo>
                    <a:pt x="633094" y="29044"/>
                  </a:lnTo>
                  <a:lnTo>
                    <a:pt x="641134" y="29044"/>
                  </a:lnTo>
                  <a:lnTo>
                    <a:pt x="641134" y="3276"/>
                  </a:lnTo>
                  <a:close/>
                </a:path>
                <a:path w="1183005" h="322580">
                  <a:moveTo>
                    <a:pt x="705065" y="20053"/>
                  </a:moveTo>
                  <a:lnTo>
                    <a:pt x="697242" y="20053"/>
                  </a:lnTo>
                  <a:lnTo>
                    <a:pt x="693356" y="21145"/>
                  </a:lnTo>
                  <a:lnTo>
                    <a:pt x="686614" y="25577"/>
                  </a:lnTo>
                  <a:lnTo>
                    <a:pt x="684009" y="28689"/>
                  </a:lnTo>
                  <a:lnTo>
                    <a:pt x="680237" y="36779"/>
                  </a:lnTo>
                  <a:lnTo>
                    <a:pt x="679284" y="41554"/>
                  </a:lnTo>
                  <a:lnTo>
                    <a:pt x="679284" y="52603"/>
                  </a:lnTo>
                  <a:lnTo>
                    <a:pt x="697153" y="74193"/>
                  </a:lnTo>
                  <a:lnTo>
                    <a:pt x="704888" y="74193"/>
                  </a:lnTo>
                  <a:lnTo>
                    <a:pt x="707580" y="73634"/>
                  </a:lnTo>
                  <a:lnTo>
                    <a:pt x="711619" y="71386"/>
                  </a:lnTo>
                  <a:lnTo>
                    <a:pt x="713181" y="70103"/>
                  </a:lnTo>
                  <a:lnTo>
                    <a:pt x="715535" y="66967"/>
                  </a:lnTo>
                  <a:lnTo>
                    <a:pt x="699249" y="66967"/>
                  </a:lnTo>
                  <a:lnTo>
                    <a:pt x="696591" y="66128"/>
                  </a:lnTo>
                  <a:lnTo>
                    <a:pt x="687375" y="43002"/>
                  </a:lnTo>
                  <a:lnTo>
                    <a:pt x="687895" y="39916"/>
                  </a:lnTo>
                  <a:lnTo>
                    <a:pt x="699198" y="27279"/>
                  </a:lnTo>
                  <a:lnTo>
                    <a:pt x="715586" y="27279"/>
                  </a:lnTo>
                  <a:lnTo>
                    <a:pt x="714298" y="25577"/>
                  </a:lnTo>
                  <a:lnTo>
                    <a:pt x="713257" y="24142"/>
                  </a:lnTo>
                  <a:lnTo>
                    <a:pt x="711733" y="22872"/>
                  </a:lnTo>
                  <a:lnTo>
                    <a:pt x="709739" y="21755"/>
                  </a:lnTo>
                  <a:lnTo>
                    <a:pt x="707758" y="20612"/>
                  </a:lnTo>
                  <a:lnTo>
                    <a:pt x="705065" y="20053"/>
                  </a:lnTo>
                  <a:close/>
                </a:path>
                <a:path w="1183005" h="322580">
                  <a:moveTo>
                    <a:pt x="725525" y="65049"/>
                  </a:moveTo>
                  <a:lnTo>
                    <a:pt x="717753" y="65049"/>
                  </a:lnTo>
                  <a:lnTo>
                    <a:pt x="717753" y="73101"/>
                  </a:lnTo>
                  <a:lnTo>
                    <a:pt x="725525" y="73101"/>
                  </a:lnTo>
                  <a:lnTo>
                    <a:pt x="725525" y="65049"/>
                  </a:lnTo>
                  <a:close/>
                </a:path>
                <a:path w="1183005" h="322580">
                  <a:moveTo>
                    <a:pt x="715586" y="27279"/>
                  </a:moveTo>
                  <a:lnTo>
                    <a:pt x="705878" y="27279"/>
                  </a:lnTo>
                  <a:lnTo>
                    <a:pt x="708702" y="28155"/>
                  </a:lnTo>
                  <a:lnTo>
                    <a:pt x="710857" y="29768"/>
                  </a:lnTo>
                  <a:lnTo>
                    <a:pt x="713092" y="31407"/>
                  </a:lnTo>
                  <a:lnTo>
                    <a:pt x="714768" y="33693"/>
                  </a:lnTo>
                  <a:lnTo>
                    <a:pt x="717042" y="39585"/>
                  </a:lnTo>
                  <a:lnTo>
                    <a:pt x="717613" y="43002"/>
                  </a:lnTo>
                  <a:lnTo>
                    <a:pt x="717613" y="50876"/>
                  </a:lnTo>
                  <a:lnTo>
                    <a:pt x="717084" y="54025"/>
                  </a:lnTo>
                  <a:lnTo>
                    <a:pt x="717029" y="54355"/>
                  </a:lnTo>
                  <a:lnTo>
                    <a:pt x="705840" y="66967"/>
                  </a:lnTo>
                  <a:lnTo>
                    <a:pt x="715535" y="66967"/>
                  </a:lnTo>
                  <a:lnTo>
                    <a:pt x="716123" y="66128"/>
                  </a:lnTo>
                  <a:lnTo>
                    <a:pt x="716788" y="65049"/>
                  </a:lnTo>
                  <a:lnTo>
                    <a:pt x="725525" y="65049"/>
                  </a:lnTo>
                  <a:lnTo>
                    <a:pt x="725525" y="29044"/>
                  </a:lnTo>
                  <a:lnTo>
                    <a:pt x="716788" y="29044"/>
                  </a:lnTo>
                  <a:lnTo>
                    <a:pt x="716212" y="28155"/>
                  </a:lnTo>
                  <a:lnTo>
                    <a:pt x="715586" y="27279"/>
                  </a:lnTo>
                  <a:close/>
                </a:path>
                <a:path w="1183005" h="322580">
                  <a:moveTo>
                    <a:pt x="725525" y="3276"/>
                  </a:moveTo>
                  <a:lnTo>
                    <a:pt x="717473" y="3276"/>
                  </a:lnTo>
                  <a:lnTo>
                    <a:pt x="717473" y="29044"/>
                  </a:lnTo>
                  <a:lnTo>
                    <a:pt x="725525" y="29044"/>
                  </a:lnTo>
                  <a:lnTo>
                    <a:pt x="725525" y="3276"/>
                  </a:lnTo>
                  <a:close/>
                </a:path>
                <a:path w="1183005" h="322580">
                  <a:moveTo>
                    <a:pt x="764120" y="20053"/>
                  </a:moveTo>
                  <a:lnTo>
                    <a:pt x="756666" y="20053"/>
                  </a:lnTo>
                  <a:lnTo>
                    <a:pt x="752525" y="21208"/>
                  </a:lnTo>
                  <a:lnTo>
                    <a:pt x="745451" y="25819"/>
                  </a:lnTo>
                  <a:lnTo>
                    <a:pt x="742708" y="29032"/>
                  </a:lnTo>
                  <a:lnTo>
                    <a:pt x="738838" y="37096"/>
                  </a:lnTo>
                  <a:lnTo>
                    <a:pt x="738771" y="37236"/>
                  </a:lnTo>
                  <a:lnTo>
                    <a:pt x="737985" y="41033"/>
                  </a:lnTo>
                  <a:lnTo>
                    <a:pt x="737919" y="41351"/>
                  </a:lnTo>
                  <a:lnTo>
                    <a:pt x="737793" y="52692"/>
                  </a:lnTo>
                  <a:lnTo>
                    <a:pt x="757161" y="74193"/>
                  </a:lnTo>
                  <a:lnTo>
                    <a:pt x="765759" y="74193"/>
                  </a:lnTo>
                  <a:lnTo>
                    <a:pt x="779870" y="66967"/>
                  </a:lnTo>
                  <a:lnTo>
                    <a:pt x="758952" y="66967"/>
                  </a:lnTo>
                  <a:lnTo>
                    <a:pt x="756107" y="66255"/>
                  </a:lnTo>
                  <a:lnTo>
                    <a:pt x="745845" y="49644"/>
                  </a:lnTo>
                  <a:lnTo>
                    <a:pt x="743521" y="49644"/>
                  </a:lnTo>
                  <a:lnTo>
                    <a:pt x="743521" y="42684"/>
                  </a:lnTo>
                  <a:lnTo>
                    <a:pt x="745845" y="42684"/>
                  </a:lnTo>
                  <a:lnTo>
                    <a:pt x="745845" y="41033"/>
                  </a:lnTo>
                  <a:lnTo>
                    <a:pt x="758190" y="27279"/>
                  </a:lnTo>
                  <a:lnTo>
                    <a:pt x="778288" y="27279"/>
                  </a:lnTo>
                  <a:lnTo>
                    <a:pt x="774547" y="23799"/>
                  </a:lnTo>
                  <a:lnTo>
                    <a:pt x="772134" y="22326"/>
                  </a:lnTo>
                  <a:lnTo>
                    <a:pt x="766813" y="20497"/>
                  </a:lnTo>
                  <a:lnTo>
                    <a:pt x="764120" y="20053"/>
                  </a:lnTo>
                  <a:close/>
                </a:path>
                <a:path w="1183005" h="322580">
                  <a:moveTo>
                    <a:pt x="775296" y="58775"/>
                  </a:moveTo>
                  <a:lnTo>
                    <a:pt x="764324" y="66967"/>
                  </a:lnTo>
                  <a:lnTo>
                    <a:pt x="779870" y="66967"/>
                  </a:lnTo>
                  <a:lnTo>
                    <a:pt x="780884" y="65912"/>
                  </a:lnTo>
                  <a:lnTo>
                    <a:pt x="782256" y="63601"/>
                  </a:lnTo>
                  <a:lnTo>
                    <a:pt x="783069" y="60959"/>
                  </a:lnTo>
                  <a:lnTo>
                    <a:pt x="775296" y="58775"/>
                  </a:lnTo>
                  <a:close/>
                </a:path>
                <a:path w="1183005" h="322580">
                  <a:moveTo>
                    <a:pt x="745845" y="42684"/>
                  </a:moveTo>
                  <a:lnTo>
                    <a:pt x="743521" y="42684"/>
                  </a:lnTo>
                  <a:lnTo>
                    <a:pt x="743521" y="49644"/>
                  </a:lnTo>
                  <a:lnTo>
                    <a:pt x="745845" y="49644"/>
                  </a:lnTo>
                  <a:lnTo>
                    <a:pt x="745845" y="42684"/>
                  </a:lnTo>
                  <a:close/>
                </a:path>
                <a:path w="1183005" h="322580">
                  <a:moveTo>
                    <a:pt x="778288" y="27279"/>
                  </a:moveTo>
                  <a:lnTo>
                    <a:pt x="764298" y="27279"/>
                  </a:lnTo>
                  <a:lnTo>
                    <a:pt x="767255" y="28066"/>
                  </a:lnTo>
                  <a:lnTo>
                    <a:pt x="767009" y="28066"/>
                  </a:lnTo>
                  <a:lnTo>
                    <a:pt x="771118" y="30632"/>
                  </a:lnTo>
                  <a:lnTo>
                    <a:pt x="772782" y="32461"/>
                  </a:lnTo>
                  <a:lnTo>
                    <a:pt x="775119" y="37096"/>
                  </a:lnTo>
                  <a:lnTo>
                    <a:pt x="775703" y="39738"/>
                  </a:lnTo>
                  <a:lnTo>
                    <a:pt x="775703" y="42684"/>
                  </a:lnTo>
                  <a:lnTo>
                    <a:pt x="745845" y="42684"/>
                  </a:lnTo>
                  <a:lnTo>
                    <a:pt x="745845" y="49644"/>
                  </a:lnTo>
                  <a:lnTo>
                    <a:pt x="783894" y="49644"/>
                  </a:lnTo>
                  <a:lnTo>
                    <a:pt x="783844" y="41033"/>
                  </a:lnTo>
                  <a:lnTo>
                    <a:pt x="783247" y="37236"/>
                  </a:lnTo>
                  <a:lnTo>
                    <a:pt x="780685" y="30632"/>
                  </a:lnTo>
                  <a:lnTo>
                    <a:pt x="779047" y="28066"/>
                  </a:lnTo>
                  <a:lnTo>
                    <a:pt x="778288" y="27279"/>
                  </a:lnTo>
                  <a:close/>
                </a:path>
                <a:path w="1183005" h="322580">
                  <a:moveTo>
                    <a:pt x="800328" y="58648"/>
                  </a:moveTo>
                  <a:lnTo>
                    <a:pt x="792683" y="60553"/>
                  </a:lnTo>
                  <a:lnTo>
                    <a:pt x="793622" y="65011"/>
                  </a:lnTo>
                  <a:lnTo>
                    <a:pt x="795832" y="68402"/>
                  </a:lnTo>
                  <a:lnTo>
                    <a:pt x="802843" y="73037"/>
                  </a:lnTo>
                  <a:lnTo>
                    <a:pt x="807262" y="74193"/>
                  </a:lnTo>
                  <a:lnTo>
                    <a:pt x="816673" y="74193"/>
                  </a:lnTo>
                  <a:lnTo>
                    <a:pt x="820242" y="73507"/>
                  </a:lnTo>
                  <a:lnTo>
                    <a:pt x="826376" y="70777"/>
                  </a:lnTo>
                  <a:lnTo>
                    <a:pt x="828763" y="68922"/>
                  </a:lnTo>
                  <a:lnTo>
                    <a:pt x="830078" y="67106"/>
                  </a:lnTo>
                  <a:lnTo>
                    <a:pt x="809167" y="67106"/>
                  </a:lnTo>
                  <a:lnTo>
                    <a:pt x="806500" y="66395"/>
                  </a:lnTo>
                  <a:lnTo>
                    <a:pt x="802424" y="63576"/>
                  </a:lnTo>
                  <a:lnTo>
                    <a:pt x="801077" y="61506"/>
                  </a:lnTo>
                  <a:lnTo>
                    <a:pt x="800974" y="61163"/>
                  </a:lnTo>
                  <a:lnTo>
                    <a:pt x="800328" y="58648"/>
                  </a:lnTo>
                  <a:close/>
                </a:path>
                <a:path w="1183005" h="322580">
                  <a:moveTo>
                    <a:pt x="818743" y="20053"/>
                  </a:moveTo>
                  <a:lnTo>
                    <a:pt x="809879" y="20053"/>
                  </a:lnTo>
                  <a:lnTo>
                    <a:pt x="806576" y="20700"/>
                  </a:lnTo>
                  <a:lnTo>
                    <a:pt x="800785" y="23291"/>
                  </a:lnTo>
                  <a:lnTo>
                    <a:pt x="798499" y="25069"/>
                  </a:lnTo>
                  <a:lnTo>
                    <a:pt x="795159" y="29616"/>
                  </a:lnTo>
                  <a:lnTo>
                    <a:pt x="794321" y="32232"/>
                  </a:lnTo>
                  <a:lnTo>
                    <a:pt x="794321" y="38798"/>
                  </a:lnTo>
                  <a:lnTo>
                    <a:pt x="795377" y="41643"/>
                  </a:lnTo>
                  <a:lnTo>
                    <a:pt x="795439" y="41808"/>
                  </a:lnTo>
                  <a:lnTo>
                    <a:pt x="797661" y="44221"/>
                  </a:lnTo>
                  <a:lnTo>
                    <a:pt x="799922" y="46608"/>
                  </a:lnTo>
                  <a:lnTo>
                    <a:pt x="803440" y="48374"/>
                  </a:lnTo>
                  <a:lnTo>
                    <a:pt x="819607" y="52171"/>
                  </a:lnTo>
                  <a:lnTo>
                    <a:pt x="821550" y="53098"/>
                  </a:lnTo>
                  <a:lnTo>
                    <a:pt x="824103" y="55575"/>
                  </a:lnTo>
                  <a:lnTo>
                    <a:pt x="824738" y="57099"/>
                  </a:lnTo>
                  <a:lnTo>
                    <a:pt x="824738" y="61163"/>
                  </a:lnTo>
                  <a:lnTo>
                    <a:pt x="823620" y="63093"/>
                  </a:lnTo>
                  <a:lnTo>
                    <a:pt x="819065" y="66395"/>
                  </a:lnTo>
                  <a:lnTo>
                    <a:pt x="818857" y="66395"/>
                  </a:lnTo>
                  <a:lnTo>
                    <a:pt x="816216" y="67106"/>
                  </a:lnTo>
                  <a:lnTo>
                    <a:pt x="830078" y="67106"/>
                  </a:lnTo>
                  <a:lnTo>
                    <a:pt x="832192" y="64185"/>
                  </a:lnTo>
                  <a:lnTo>
                    <a:pt x="833056" y="61506"/>
                  </a:lnTo>
                  <a:lnTo>
                    <a:pt x="833056" y="54851"/>
                  </a:lnTo>
                  <a:lnTo>
                    <a:pt x="832034" y="52171"/>
                  </a:lnTo>
                  <a:lnTo>
                    <a:pt x="831913" y="51854"/>
                  </a:lnTo>
                  <a:lnTo>
                    <a:pt x="827316" y="47205"/>
                  </a:lnTo>
                  <a:lnTo>
                    <a:pt x="823823" y="45465"/>
                  </a:lnTo>
                  <a:lnTo>
                    <a:pt x="808278" y="41643"/>
                  </a:lnTo>
                  <a:lnTo>
                    <a:pt x="806005" y="40678"/>
                  </a:lnTo>
                  <a:lnTo>
                    <a:pt x="803097" y="38353"/>
                  </a:lnTo>
                  <a:lnTo>
                    <a:pt x="802373" y="36779"/>
                  </a:lnTo>
                  <a:lnTo>
                    <a:pt x="802373" y="32524"/>
                  </a:lnTo>
                  <a:lnTo>
                    <a:pt x="803427" y="30670"/>
                  </a:lnTo>
                  <a:lnTo>
                    <a:pt x="807681" y="27749"/>
                  </a:lnTo>
                  <a:lnTo>
                    <a:pt x="810348" y="27000"/>
                  </a:lnTo>
                  <a:lnTo>
                    <a:pt x="829631" y="27000"/>
                  </a:lnTo>
                  <a:lnTo>
                    <a:pt x="828738" y="25730"/>
                  </a:lnTo>
                  <a:lnTo>
                    <a:pt x="822807" y="21183"/>
                  </a:lnTo>
                  <a:lnTo>
                    <a:pt x="818743" y="20053"/>
                  </a:lnTo>
                  <a:close/>
                </a:path>
                <a:path w="1183005" h="322580">
                  <a:moveTo>
                    <a:pt x="829631" y="27000"/>
                  </a:moveTo>
                  <a:lnTo>
                    <a:pt x="815898" y="27000"/>
                  </a:lnTo>
                  <a:lnTo>
                    <a:pt x="817816" y="27381"/>
                  </a:lnTo>
                  <a:lnTo>
                    <a:pt x="820813" y="28879"/>
                  </a:lnTo>
                  <a:lnTo>
                    <a:pt x="821994" y="29832"/>
                  </a:lnTo>
                  <a:lnTo>
                    <a:pt x="823805" y="32232"/>
                  </a:lnTo>
                  <a:lnTo>
                    <a:pt x="824420" y="33299"/>
                  </a:lnTo>
                  <a:lnTo>
                    <a:pt x="824877" y="34505"/>
                  </a:lnTo>
                  <a:lnTo>
                    <a:pt x="831879" y="32524"/>
                  </a:lnTo>
                  <a:lnTo>
                    <a:pt x="832125" y="32524"/>
                  </a:lnTo>
                  <a:lnTo>
                    <a:pt x="830898" y="28879"/>
                  </a:lnTo>
                  <a:lnTo>
                    <a:pt x="830846" y="28727"/>
                  </a:lnTo>
                  <a:lnTo>
                    <a:pt x="829631" y="27000"/>
                  </a:lnTo>
                  <a:close/>
                </a:path>
                <a:path w="1183005" h="322580">
                  <a:moveTo>
                    <a:pt x="852093" y="20726"/>
                  </a:moveTo>
                  <a:lnTo>
                    <a:pt x="844041" y="20726"/>
                  </a:lnTo>
                  <a:lnTo>
                    <a:pt x="844041" y="73101"/>
                  </a:lnTo>
                  <a:lnTo>
                    <a:pt x="852093" y="73101"/>
                  </a:lnTo>
                  <a:lnTo>
                    <a:pt x="852093" y="20726"/>
                  </a:lnTo>
                  <a:close/>
                </a:path>
                <a:path w="1183005" h="322580">
                  <a:moveTo>
                    <a:pt x="849706" y="1092"/>
                  </a:moveTo>
                  <a:lnTo>
                    <a:pt x="846569" y="1092"/>
                  </a:lnTo>
                  <a:lnTo>
                    <a:pt x="845210" y="1625"/>
                  </a:lnTo>
                  <a:lnTo>
                    <a:pt x="842962" y="3759"/>
                  </a:lnTo>
                  <a:lnTo>
                    <a:pt x="842403" y="5041"/>
                  </a:lnTo>
                  <a:lnTo>
                    <a:pt x="842403" y="8051"/>
                  </a:lnTo>
                  <a:lnTo>
                    <a:pt x="842962" y="9334"/>
                  </a:lnTo>
                  <a:lnTo>
                    <a:pt x="845210" y="11468"/>
                  </a:lnTo>
                  <a:lnTo>
                    <a:pt x="846569" y="12001"/>
                  </a:lnTo>
                  <a:lnTo>
                    <a:pt x="849706" y="12001"/>
                  </a:lnTo>
                  <a:lnTo>
                    <a:pt x="851039" y="11468"/>
                  </a:lnTo>
                  <a:lnTo>
                    <a:pt x="853300" y="9334"/>
                  </a:lnTo>
                  <a:lnTo>
                    <a:pt x="853859" y="8051"/>
                  </a:lnTo>
                  <a:lnTo>
                    <a:pt x="853859" y="5041"/>
                  </a:lnTo>
                  <a:lnTo>
                    <a:pt x="853300" y="3759"/>
                  </a:lnTo>
                  <a:lnTo>
                    <a:pt x="851039" y="1625"/>
                  </a:lnTo>
                  <a:lnTo>
                    <a:pt x="849706" y="1092"/>
                  </a:lnTo>
                  <a:close/>
                </a:path>
                <a:path w="1183005" h="322580">
                  <a:moveTo>
                    <a:pt x="871842" y="78828"/>
                  </a:moveTo>
                  <a:lnTo>
                    <a:pt x="866225" y="82765"/>
                  </a:lnTo>
                  <a:lnTo>
                    <a:pt x="865443" y="83350"/>
                  </a:lnTo>
                  <a:lnTo>
                    <a:pt x="866521" y="85153"/>
                  </a:lnTo>
                  <a:lnTo>
                    <a:pt x="882954" y="93827"/>
                  </a:lnTo>
                  <a:lnTo>
                    <a:pt x="891019" y="93827"/>
                  </a:lnTo>
                  <a:lnTo>
                    <a:pt x="894816" y="93154"/>
                  </a:lnTo>
                  <a:lnTo>
                    <a:pt x="901661" y="90500"/>
                  </a:lnTo>
                  <a:lnTo>
                    <a:pt x="904392" y="88417"/>
                  </a:lnTo>
                  <a:lnTo>
                    <a:pt x="905506" y="86855"/>
                  </a:lnTo>
                  <a:lnTo>
                    <a:pt x="884299" y="86855"/>
                  </a:lnTo>
                  <a:lnTo>
                    <a:pt x="881126" y="86271"/>
                  </a:lnTo>
                  <a:lnTo>
                    <a:pt x="877239" y="84429"/>
                  </a:lnTo>
                  <a:lnTo>
                    <a:pt x="875715" y="83350"/>
                  </a:lnTo>
                  <a:lnTo>
                    <a:pt x="873493" y="80873"/>
                  </a:lnTo>
                  <a:lnTo>
                    <a:pt x="872566" y="79781"/>
                  </a:lnTo>
                  <a:lnTo>
                    <a:pt x="871842" y="78828"/>
                  </a:lnTo>
                  <a:close/>
                </a:path>
                <a:path w="1183005" h="322580">
                  <a:moveTo>
                    <a:pt x="909485" y="63423"/>
                  </a:moveTo>
                  <a:lnTo>
                    <a:pt x="901433" y="63423"/>
                  </a:lnTo>
                  <a:lnTo>
                    <a:pt x="901433" y="78422"/>
                  </a:lnTo>
                  <a:lnTo>
                    <a:pt x="900061" y="81622"/>
                  </a:lnTo>
                  <a:lnTo>
                    <a:pt x="894562" y="85712"/>
                  </a:lnTo>
                  <a:lnTo>
                    <a:pt x="890682" y="86855"/>
                  </a:lnTo>
                  <a:lnTo>
                    <a:pt x="905506" y="86855"/>
                  </a:lnTo>
                  <a:lnTo>
                    <a:pt x="908456" y="82765"/>
                  </a:lnTo>
                  <a:lnTo>
                    <a:pt x="909485" y="79095"/>
                  </a:lnTo>
                  <a:lnTo>
                    <a:pt x="909485" y="63423"/>
                  </a:lnTo>
                  <a:close/>
                </a:path>
                <a:path w="1183005" h="322580">
                  <a:moveTo>
                    <a:pt x="889025" y="20053"/>
                  </a:moveTo>
                  <a:lnTo>
                    <a:pt x="881202" y="20053"/>
                  </a:lnTo>
                  <a:lnTo>
                    <a:pt x="877316" y="21145"/>
                  </a:lnTo>
                  <a:lnTo>
                    <a:pt x="870585" y="25539"/>
                  </a:lnTo>
                  <a:lnTo>
                    <a:pt x="867968" y="28625"/>
                  </a:lnTo>
                  <a:lnTo>
                    <a:pt x="864196" y="36614"/>
                  </a:lnTo>
                  <a:lnTo>
                    <a:pt x="863244" y="41274"/>
                  </a:lnTo>
                  <a:lnTo>
                    <a:pt x="863244" y="52095"/>
                  </a:lnTo>
                  <a:lnTo>
                    <a:pt x="881253" y="72288"/>
                  </a:lnTo>
                  <a:lnTo>
                    <a:pt x="888885" y="72288"/>
                  </a:lnTo>
                  <a:lnTo>
                    <a:pt x="899685" y="65049"/>
                  </a:lnTo>
                  <a:lnTo>
                    <a:pt x="883208" y="65049"/>
                  </a:lnTo>
                  <a:lnTo>
                    <a:pt x="880759" y="64376"/>
                  </a:lnTo>
                  <a:lnTo>
                    <a:pt x="880534" y="64376"/>
                  </a:lnTo>
                  <a:lnTo>
                    <a:pt x="875868" y="61112"/>
                  </a:lnTo>
                  <a:lnTo>
                    <a:pt x="871335" y="42735"/>
                  </a:lnTo>
                  <a:lnTo>
                    <a:pt x="871854" y="39738"/>
                  </a:lnTo>
                  <a:lnTo>
                    <a:pt x="883157" y="27279"/>
                  </a:lnTo>
                  <a:lnTo>
                    <a:pt x="899667" y="27279"/>
                  </a:lnTo>
                  <a:lnTo>
                    <a:pt x="897293" y="24142"/>
                  </a:lnTo>
                  <a:lnTo>
                    <a:pt x="895756" y="22872"/>
                  </a:lnTo>
                  <a:lnTo>
                    <a:pt x="893724" y="21755"/>
                  </a:lnTo>
                  <a:lnTo>
                    <a:pt x="891929" y="20726"/>
                  </a:lnTo>
                  <a:lnTo>
                    <a:pt x="892283" y="20726"/>
                  </a:lnTo>
                  <a:lnTo>
                    <a:pt x="889025" y="20053"/>
                  </a:lnTo>
                  <a:close/>
                </a:path>
                <a:path w="1183005" h="322580">
                  <a:moveTo>
                    <a:pt x="899667" y="27279"/>
                  </a:moveTo>
                  <a:lnTo>
                    <a:pt x="889838" y="27279"/>
                  </a:lnTo>
                  <a:lnTo>
                    <a:pt x="892663" y="28143"/>
                  </a:lnTo>
                  <a:lnTo>
                    <a:pt x="897051" y="31368"/>
                  </a:lnTo>
                  <a:lnTo>
                    <a:pt x="898728" y="33629"/>
                  </a:lnTo>
                  <a:lnTo>
                    <a:pt x="901001" y="39408"/>
                  </a:lnTo>
                  <a:lnTo>
                    <a:pt x="901572" y="42735"/>
                  </a:lnTo>
                  <a:lnTo>
                    <a:pt x="901572" y="50368"/>
                  </a:lnTo>
                  <a:lnTo>
                    <a:pt x="901046" y="53365"/>
                  </a:lnTo>
                  <a:lnTo>
                    <a:pt x="900988" y="53695"/>
                  </a:lnTo>
                  <a:lnTo>
                    <a:pt x="898677" y="59232"/>
                  </a:lnTo>
                  <a:lnTo>
                    <a:pt x="896975" y="61366"/>
                  </a:lnTo>
                  <a:lnTo>
                    <a:pt x="892434" y="64376"/>
                  </a:lnTo>
                  <a:lnTo>
                    <a:pt x="892295" y="64376"/>
                  </a:lnTo>
                  <a:lnTo>
                    <a:pt x="889800" y="65049"/>
                  </a:lnTo>
                  <a:lnTo>
                    <a:pt x="899685" y="65049"/>
                  </a:lnTo>
                  <a:lnTo>
                    <a:pt x="900163" y="64376"/>
                  </a:lnTo>
                  <a:lnTo>
                    <a:pt x="900747" y="63423"/>
                  </a:lnTo>
                  <a:lnTo>
                    <a:pt x="909485" y="63423"/>
                  </a:lnTo>
                  <a:lnTo>
                    <a:pt x="909485" y="29044"/>
                  </a:lnTo>
                  <a:lnTo>
                    <a:pt x="900887" y="29044"/>
                  </a:lnTo>
                  <a:lnTo>
                    <a:pt x="900303" y="28143"/>
                  </a:lnTo>
                  <a:lnTo>
                    <a:pt x="899667" y="27279"/>
                  </a:lnTo>
                  <a:close/>
                </a:path>
                <a:path w="1183005" h="322580">
                  <a:moveTo>
                    <a:pt x="909485" y="20726"/>
                  </a:moveTo>
                  <a:lnTo>
                    <a:pt x="901712" y="20726"/>
                  </a:lnTo>
                  <a:lnTo>
                    <a:pt x="901712" y="29044"/>
                  </a:lnTo>
                  <a:lnTo>
                    <a:pt x="909485" y="29044"/>
                  </a:lnTo>
                  <a:lnTo>
                    <a:pt x="909485" y="20726"/>
                  </a:lnTo>
                  <a:close/>
                </a:path>
                <a:path w="1183005" h="322580">
                  <a:moveTo>
                    <a:pt x="930859" y="20866"/>
                  </a:moveTo>
                  <a:lnTo>
                    <a:pt x="923086" y="20866"/>
                  </a:lnTo>
                  <a:lnTo>
                    <a:pt x="923086" y="73101"/>
                  </a:lnTo>
                  <a:lnTo>
                    <a:pt x="931125" y="73101"/>
                  </a:lnTo>
                  <a:lnTo>
                    <a:pt x="931125" y="38557"/>
                  </a:lnTo>
                  <a:lnTo>
                    <a:pt x="931644" y="36258"/>
                  </a:lnTo>
                  <a:lnTo>
                    <a:pt x="931710" y="35966"/>
                  </a:lnTo>
                  <a:lnTo>
                    <a:pt x="934034" y="31686"/>
                  </a:lnTo>
                  <a:lnTo>
                    <a:pt x="935609" y="30060"/>
                  </a:lnTo>
                  <a:lnTo>
                    <a:pt x="937679" y="28917"/>
                  </a:lnTo>
                  <a:lnTo>
                    <a:pt x="930859" y="28917"/>
                  </a:lnTo>
                  <a:lnTo>
                    <a:pt x="930859" y="20866"/>
                  </a:lnTo>
                  <a:close/>
                </a:path>
                <a:path w="1183005" h="322580">
                  <a:moveTo>
                    <a:pt x="961580" y="27279"/>
                  </a:moveTo>
                  <a:lnTo>
                    <a:pt x="948220" y="27279"/>
                  </a:lnTo>
                  <a:lnTo>
                    <a:pt x="951153" y="28435"/>
                  </a:lnTo>
                  <a:lnTo>
                    <a:pt x="955433" y="33045"/>
                  </a:lnTo>
                  <a:lnTo>
                    <a:pt x="956403" y="35966"/>
                  </a:lnTo>
                  <a:lnTo>
                    <a:pt x="956500" y="73101"/>
                  </a:lnTo>
                  <a:lnTo>
                    <a:pt x="964539" y="73101"/>
                  </a:lnTo>
                  <a:lnTo>
                    <a:pt x="964539" y="35369"/>
                  </a:lnTo>
                  <a:lnTo>
                    <a:pt x="963803" y="31686"/>
                  </a:lnTo>
                  <a:lnTo>
                    <a:pt x="961580" y="27279"/>
                  </a:lnTo>
                  <a:close/>
                </a:path>
                <a:path w="1183005" h="322580">
                  <a:moveTo>
                    <a:pt x="950366" y="20053"/>
                  </a:moveTo>
                  <a:lnTo>
                    <a:pt x="942860" y="20053"/>
                  </a:lnTo>
                  <a:lnTo>
                    <a:pt x="939634" y="20866"/>
                  </a:lnTo>
                  <a:lnTo>
                    <a:pt x="934631" y="24117"/>
                  </a:lnTo>
                  <a:lnTo>
                    <a:pt x="932764" y="26250"/>
                  </a:lnTo>
                  <a:lnTo>
                    <a:pt x="931544" y="28917"/>
                  </a:lnTo>
                  <a:lnTo>
                    <a:pt x="937679" y="28917"/>
                  </a:lnTo>
                  <a:lnTo>
                    <a:pt x="939634" y="27838"/>
                  </a:lnTo>
                  <a:lnTo>
                    <a:pt x="941933" y="27279"/>
                  </a:lnTo>
                  <a:lnTo>
                    <a:pt x="961580" y="27279"/>
                  </a:lnTo>
                  <a:lnTo>
                    <a:pt x="960856" y="25844"/>
                  </a:lnTo>
                  <a:lnTo>
                    <a:pt x="958786" y="23660"/>
                  </a:lnTo>
                  <a:lnTo>
                    <a:pt x="953629" y="20866"/>
                  </a:lnTo>
                  <a:lnTo>
                    <a:pt x="953845" y="20866"/>
                  </a:lnTo>
                  <a:lnTo>
                    <a:pt x="950366" y="20053"/>
                  </a:lnTo>
                  <a:close/>
                </a:path>
                <a:path w="1183005" h="322580">
                  <a:moveTo>
                    <a:pt x="1001039" y="0"/>
                  </a:moveTo>
                  <a:lnTo>
                    <a:pt x="993940" y="0"/>
                  </a:lnTo>
                  <a:lnTo>
                    <a:pt x="989787" y="6070"/>
                  </a:lnTo>
                  <a:lnTo>
                    <a:pt x="986574" y="12712"/>
                  </a:lnTo>
                  <a:lnTo>
                    <a:pt x="982103" y="27152"/>
                  </a:lnTo>
                  <a:lnTo>
                    <a:pt x="980986" y="35051"/>
                  </a:lnTo>
                  <a:lnTo>
                    <a:pt x="980986" y="52235"/>
                  </a:lnTo>
                  <a:lnTo>
                    <a:pt x="993940" y="87287"/>
                  </a:lnTo>
                  <a:lnTo>
                    <a:pt x="1001039" y="87287"/>
                  </a:lnTo>
                  <a:lnTo>
                    <a:pt x="998854" y="84289"/>
                  </a:lnTo>
                  <a:lnTo>
                    <a:pt x="996873" y="80403"/>
                  </a:lnTo>
                  <a:lnTo>
                    <a:pt x="993330" y="70853"/>
                  </a:lnTo>
                  <a:lnTo>
                    <a:pt x="991920" y="65684"/>
                  </a:lnTo>
                  <a:lnTo>
                    <a:pt x="989825" y="54546"/>
                  </a:lnTo>
                  <a:lnTo>
                    <a:pt x="989304" y="49047"/>
                  </a:lnTo>
                  <a:lnTo>
                    <a:pt x="989304" y="39573"/>
                  </a:lnTo>
                  <a:lnTo>
                    <a:pt x="999401" y="2247"/>
                  </a:lnTo>
                  <a:lnTo>
                    <a:pt x="1001039" y="0"/>
                  </a:lnTo>
                  <a:close/>
                </a:path>
                <a:path w="1183005" h="322580">
                  <a:moveTo>
                    <a:pt x="1039520" y="2324"/>
                  </a:moveTo>
                  <a:lnTo>
                    <a:pt x="1029335" y="2324"/>
                  </a:lnTo>
                  <a:lnTo>
                    <a:pt x="1024966" y="3746"/>
                  </a:lnTo>
                  <a:lnTo>
                    <a:pt x="1017714" y="9397"/>
                  </a:lnTo>
                  <a:lnTo>
                    <a:pt x="1014945" y="13487"/>
                  </a:lnTo>
                  <a:lnTo>
                    <a:pt x="1011097" y="24193"/>
                  </a:lnTo>
                  <a:lnTo>
                    <a:pt x="1010145" y="30645"/>
                  </a:lnTo>
                  <a:lnTo>
                    <a:pt x="1010145" y="45783"/>
                  </a:lnTo>
                  <a:lnTo>
                    <a:pt x="1029284" y="74053"/>
                  </a:lnTo>
                  <a:lnTo>
                    <a:pt x="1039558" y="74053"/>
                  </a:lnTo>
                  <a:lnTo>
                    <a:pt x="1043940" y="72656"/>
                  </a:lnTo>
                  <a:lnTo>
                    <a:pt x="1051166" y="67043"/>
                  </a:lnTo>
                  <a:lnTo>
                    <a:pt x="1051492" y="66560"/>
                  </a:lnTo>
                  <a:lnTo>
                    <a:pt x="1031036" y="66560"/>
                  </a:lnTo>
                  <a:lnTo>
                    <a:pt x="1028141" y="65455"/>
                  </a:lnTo>
                  <a:lnTo>
                    <a:pt x="1023340" y="61048"/>
                  </a:lnTo>
                  <a:lnTo>
                    <a:pt x="1021511" y="57823"/>
                  </a:lnTo>
                  <a:lnTo>
                    <a:pt x="1018971" y="49364"/>
                  </a:lnTo>
                  <a:lnTo>
                    <a:pt x="1018336" y="44234"/>
                  </a:lnTo>
                  <a:lnTo>
                    <a:pt x="1018336" y="29121"/>
                  </a:lnTo>
                  <a:lnTo>
                    <a:pt x="1019746" y="22110"/>
                  </a:lnTo>
                  <a:lnTo>
                    <a:pt x="1025436" y="12179"/>
                  </a:lnTo>
                  <a:lnTo>
                    <a:pt x="1029373" y="9690"/>
                  </a:lnTo>
                  <a:lnTo>
                    <a:pt x="1051314" y="9690"/>
                  </a:lnTo>
                  <a:lnTo>
                    <a:pt x="1051115" y="9397"/>
                  </a:lnTo>
                  <a:lnTo>
                    <a:pt x="1043863" y="3746"/>
                  </a:lnTo>
                  <a:lnTo>
                    <a:pt x="1039520" y="2324"/>
                  </a:lnTo>
                  <a:close/>
                </a:path>
                <a:path w="1183005" h="322580">
                  <a:moveTo>
                    <a:pt x="1051314" y="9690"/>
                  </a:moveTo>
                  <a:lnTo>
                    <a:pt x="1037793" y="9690"/>
                  </a:lnTo>
                  <a:lnTo>
                    <a:pt x="1040663" y="10794"/>
                  </a:lnTo>
                  <a:lnTo>
                    <a:pt x="1043051" y="13030"/>
                  </a:lnTo>
                  <a:lnTo>
                    <a:pt x="1045463" y="15252"/>
                  </a:lnTo>
                  <a:lnTo>
                    <a:pt x="1047305" y="18491"/>
                  </a:lnTo>
                  <a:lnTo>
                    <a:pt x="1048575" y="22745"/>
                  </a:lnTo>
                  <a:lnTo>
                    <a:pt x="1049870" y="26987"/>
                  </a:lnTo>
                  <a:lnTo>
                    <a:pt x="1050518" y="32143"/>
                  </a:lnTo>
                  <a:lnTo>
                    <a:pt x="1050518" y="47282"/>
                  </a:lnTo>
                  <a:lnTo>
                    <a:pt x="1049108" y="54279"/>
                  </a:lnTo>
                  <a:lnTo>
                    <a:pt x="1043470" y="64096"/>
                  </a:lnTo>
                  <a:lnTo>
                    <a:pt x="1039520" y="66560"/>
                  </a:lnTo>
                  <a:lnTo>
                    <a:pt x="1051492" y="66560"/>
                  </a:lnTo>
                  <a:lnTo>
                    <a:pt x="1053922" y="62966"/>
                  </a:lnTo>
                  <a:lnTo>
                    <a:pt x="1057744" y="52260"/>
                  </a:lnTo>
                  <a:lnTo>
                    <a:pt x="1058697" y="45783"/>
                  </a:lnTo>
                  <a:lnTo>
                    <a:pt x="1058697" y="30645"/>
                  </a:lnTo>
                  <a:lnTo>
                    <a:pt x="1057732" y="24193"/>
                  </a:lnTo>
                  <a:lnTo>
                    <a:pt x="1055801" y="18859"/>
                  </a:lnTo>
                  <a:lnTo>
                    <a:pt x="1053896" y="13487"/>
                  </a:lnTo>
                  <a:lnTo>
                    <a:pt x="1051314" y="9690"/>
                  </a:lnTo>
                  <a:close/>
                </a:path>
                <a:path w="1183005" h="322580">
                  <a:moveTo>
                    <a:pt x="1100670" y="34442"/>
                  </a:moveTo>
                  <a:lnTo>
                    <a:pt x="1070127" y="34442"/>
                  </a:lnTo>
                  <a:lnTo>
                    <a:pt x="1070127" y="41935"/>
                  </a:lnTo>
                  <a:lnTo>
                    <a:pt x="1100670" y="41935"/>
                  </a:lnTo>
                  <a:lnTo>
                    <a:pt x="1100670" y="34442"/>
                  </a:lnTo>
                  <a:close/>
                </a:path>
                <a:path w="1183005" h="322580">
                  <a:moveTo>
                    <a:pt x="1153553" y="3276"/>
                  </a:moveTo>
                  <a:lnTo>
                    <a:pt x="1108824" y="3276"/>
                  </a:lnTo>
                  <a:lnTo>
                    <a:pt x="1108824" y="10769"/>
                  </a:lnTo>
                  <a:lnTo>
                    <a:pt x="1144828" y="10769"/>
                  </a:lnTo>
                  <a:lnTo>
                    <a:pt x="1144828" y="11315"/>
                  </a:lnTo>
                  <a:lnTo>
                    <a:pt x="1113586" y="73101"/>
                  </a:lnTo>
                  <a:lnTo>
                    <a:pt x="1122451" y="73101"/>
                  </a:lnTo>
                  <a:lnTo>
                    <a:pt x="1153489" y="11315"/>
                  </a:lnTo>
                  <a:lnTo>
                    <a:pt x="1153553" y="3276"/>
                  </a:lnTo>
                  <a:close/>
                </a:path>
                <a:path w="1183005" h="322580">
                  <a:moveTo>
                    <a:pt x="1169504" y="0"/>
                  </a:moveTo>
                  <a:lnTo>
                    <a:pt x="1162405" y="0"/>
                  </a:lnTo>
                  <a:lnTo>
                    <a:pt x="1164590" y="2997"/>
                  </a:lnTo>
                  <a:lnTo>
                    <a:pt x="1166571" y="6883"/>
                  </a:lnTo>
                  <a:lnTo>
                    <a:pt x="1170114" y="16433"/>
                  </a:lnTo>
                  <a:lnTo>
                    <a:pt x="1171524" y="21602"/>
                  </a:lnTo>
                  <a:lnTo>
                    <a:pt x="1173619" y="32740"/>
                  </a:lnTo>
                  <a:lnTo>
                    <a:pt x="1174140" y="38226"/>
                  </a:lnTo>
                  <a:lnTo>
                    <a:pt x="1174140" y="47688"/>
                  </a:lnTo>
                  <a:lnTo>
                    <a:pt x="1173835" y="51815"/>
                  </a:lnTo>
                  <a:lnTo>
                    <a:pt x="1173213" y="56019"/>
                  </a:lnTo>
                  <a:lnTo>
                    <a:pt x="1172629" y="60197"/>
                  </a:lnTo>
                  <a:lnTo>
                    <a:pt x="1171790" y="64261"/>
                  </a:lnTo>
                  <a:lnTo>
                    <a:pt x="1169657" y="72097"/>
                  </a:lnTo>
                  <a:lnTo>
                    <a:pt x="1168412" y="75691"/>
                  </a:lnTo>
                  <a:lnTo>
                    <a:pt x="1166977" y="78968"/>
                  </a:lnTo>
                  <a:lnTo>
                    <a:pt x="1165567" y="82257"/>
                  </a:lnTo>
                  <a:lnTo>
                    <a:pt x="1164043" y="85039"/>
                  </a:lnTo>
                  <a:lnTo>
                    <a:pt x="1162405" y="87287"/>
                  </a:lnTo>
                  <a:lnTo>
                    <a:pt x="1169504" y="87287"/>
                  </a:lnTo>
                  <a:lnTo>
                    <a:pt x="1173657" y="81216"/>
                  </a:lnTo>
                  <a:lnTo>
                    <a:pt x="1176858" y="74574"/>
                  </a:lnTo>
                  <a:lnTo>
                    <a:pt x="1181312" y="60197"/>
                  </a:lnTo>
                  <a:lnTo>
                    <a:pt x="1182458" y="52235"/>
                  </a:lnTo>
                  <a:lnTo>
                    <a:pt x="1182458" y="35051"/>
                  </a:lnTo>
                  <a:lnTo>
                    <a:pt x="1181328" y="27152"/>
                  </a:lnTo>
                  <a:lnTo>
                    <a:pt x="1179080" y="19951"/>
                  </a:lnTo>
                  <a:lnTo>
                    <a:pt x="1176858" y="12712"/>
                  </a:lnTo>
                  <a:lnTo>
                    <a:pt x="1173657" y="6070"/>
                  </a:lnTo>
                  <a:lnTo>
                    <a:pt x="1169504" y="0"/>
                  </a:lnTo>
                  <a:close/>
                </a:path>
                <a:path w="1183005" h="322580">
                  <a:moveTo>
                    <a:pt x="5181" y="150583"/>
                  </a:moveTo>
                  <a:lnTo>
                    <a:pt x="0" y="155892"/>
                  </a:lnTo>
                  <a:lnTo>
                    <a:pt x="23190" y="178942"/>
                  </a:lnTo>
                  <a:lnTo>
                    <a:pt x="33851" y="168313"/>
                  </a:lnTo>
                  <a:lnTo>
                    <a:pt x="23190" y="168313"/>
                  </a:lnTo>
                  <a:lnTo>
                    <a:pt x="5181" y="150583"/>
                  </a:lnTo>
                  <a:close/>
                </a:path>
                <a:path w="1183005" h="322580">
                  <a:moveTo>
                    <a:pt x="60413" y="131216"/>
                  </a:moveTo>
                  <a:lnTo>
                    <a:pt x="23190" y="168313"/>
                  </a:lnTo>
                  <a:lnTo>
                    <a:pt x="33851" y="168313"/>
                  </a:lnTo>
                  <a:lnTo>
                    <a:pt x="65735" y="136524"/>
                  </a:lnTo>
                  <a:lnTo>
                    <a:pt x="60413" y="131216"/>
                  </a:lnTo>
                  <a:close/>
                </a:path>
                <a:path w="1183005" h="322580">
                  <a:moveTo>
                    <a:pt x="136690" y="117576"/>
                  </a:moveTo>
                  <a:lnTo>
                    <a:pt x="107416" y="117576"/>
                  </a:lnTo>
                  <a:lnTo>
                    <a:pt x="107416" y="187401"/>
                  </a:lnTo>
                  <a:lnTo>
                    <a:pt x="138150" y="187401"/>
                  </a:lnTo>
                  <a:lnTo>
                    <a:pt x="142620" y="186588"/>
                  </a:lnTo>
                  <a:lnTo>
                    <a:pt x="149478" y="183311"/>
                  </a:lnTo>
                  <a:lnTo>
                    <a:pt x="151993" y="181089"/>
                  </a:lnTo>
                  <a:lnTo>
                    <a:pt x="152671" y="179895"/>
                  </a:lnTo>
                  <a:lnTo>
                    <a:pt x="115874" y="179895"/>
                  </a:lnTo>
                  <a:lnTo>
                    <a:pt x="115874" y="155625"/>
                  </a:lnTo>
                  <a:lnTo>
                    <a:pt x="151090" y="155625"/>
                  </a:lnTo>
                  <a:lnTo>
                    <a:pt x="150520" y="155016"/>
                  </a:lnTo>
                  <a:lnTo>
                    <a:pt x="146202" y="152285"/>
                  </a:lnTo>
                  <a:lnTo>
                    <a:pt x="144056" y="151536"/>
                  </a:lnTo>
                  <a:lnTo>
                    <a:pt x="141922" y="151396"/>
                  </a:lnTo>
                  <a:lnTo>
                    <a:pt x="141922" y="150710"/>
                  </a:lnTo>
                  <a:lnTo>
                    <a:pt x="143929" y="150164"/>
                  </a:lnTo>
                  <a:lnTo>
                    <a:pt x="145770" y="149326"/>
                  </a:lnTo>
                  <a:lnTo>
                    <a:pt x="147385" y="148259"/>
                  </a:lnTo>
                  <a:lnTo>
                    <a:pt x="115874" y="148259"/>
                  </a:lnTo>
                  <a:lnTo>
                    <a:pt x="115874" y="125069"/>
                  </a:lnTo>
                  <a:lnTo>
                    <a:pt x="149969" y="125069"/>
                  </a:lnTo>
                  <a:lnTo>
                    <a:pt x="149377" y="123990"/>
                  </a:lnTo>
                  <a:lnTo>
                    <a:pt x="147027" y="121754"/>
                  </a:lnTo>
                  <a:lnTo>
                    <a:pt x="140703" y="118414"/>
                  </a:lnTo>
                  <a:lnTo>
                    <a:pt x="136690" y="117576"/>
                  </a:lnTo>
                  <a:close/>
                </a:path>
                <a:path w="1183005" h="322580">
                  <a:moveTo>
                    <a:pt x="151090" y="155625"/>
                  </a:moveTo>
                  <a:lnTo>
                    <a:pt x="136105" y="155625"/>
                  </a:lnTo>
                  <a:lnTo>
                    <a:pt x="138734" y="156235"/>
                  </a:lnTo>
                  <a:lnTo>
                    <a:pt x="143192" y="158673"/>
                  </a:lnTo>
                  <a:lnTo>
                    <a:pt x="144906" y="160286"/>
                  </a:lnTo>
                  <a:lnTo>
                    <a:pt x="147319" y="164312"/>
                  </a:lnTo>
                  <a:lnTo>
                    <a:pt x="147929" y="166484"/>
                  </a:lnTo>
                  <a:lnTo>
                    <a:pt x="147929" y="171919"/>
                  </a:lnTo>
                  <a:lnTo>
                    <a:pt x="146748" y="174536"/>
                  </a:lnTo>
                  <a:lnTo>
                    <a:pt x="142087" y="178828"/>
                  </a:lnTo>
                  <a:lnTo>
                    <a:pt x="138175" y="179895"/>
                  </a:lnTo>
                  <a:lnTo>
                    <a:pt x="152671" y="179895"/>
                  </a:lnTo>
                  <a:lnTo>
                    <a:pt x="155168" y="175501"/>
                  </a:lnTo>
                  <a:lnTo>
                    <a:pt x="155968" y="172351"/>
                  </a:lnTo>
                  <a:lnTo>
                    <a:pt x="155968" y="165176"/>
                  </a:lnTo>
                  <a:lnTo>
                    <a:pt x="155244" y="162051"/>
                  </a:lnTo>
                  <a:lnTo>
                    <a:pt x="152336" y="156959"/>
                  </a:lnTo>
                  <a:lnTo>
                    <a:pt x="151090" y="155625"/>
                  </a:lnTo>
                  <a:close/>
                </a:path>
                <a:path w="1183005" h="322580">
                  <a:moveTo>
                    <a:pt x="149969" y="125069"/>
                  </a:moveTo>
                  <a:lnTo>
                    <a:pt x="136461" y="125069"/>
                  </a:lnTo>
                  <a:lnTo>
                    <a:pt x="139852" y="126149"/>
                  </a:lnTo>
                  <a:lnTo>
                    <a:pt x="144132" y="130454"/>
                  </a:lnTo>
                  <a:lnTo>
                    <a:pt x="145199" y="133057"/>
                  </a:lnTo>
                  <a:lnTo>
                    <a:pt x="145199" y="138582"/>
                  </a:lnTo>
                  <a:lnTo>
                    <a:pt x="134099" y="148259"/>
                  </a:lnTo>
                  <a:lnTo>
                    <a:pt x="147385" y="148259"/>
                  </a:lnTo>
                  <a:lnTo>
                    <a:pt x="149212" y="147053"/>
                  </a:lnTo>
                  <a:lnTo>
                    <a:pt x="150596" y="145503"/>
                  </a:lnTo>
                  <a:lnTo>
                    <a:pt x="152704" y="141604"/>
                  </a:lnTo>
                  <a:lnTo>
                    <a:pt x="153238" y="139128"/>
                  </a:lnTo>
                  <a:lnTo>
                    <a:pt x="153238" y="132714"/>
                  </a:lnTo>
                  <a:lnTo>
                    <a:pt x="152463" y="129616"/>
                  </a:lnTo>
                  <a:lnTo>
                    <a:pt x="149969" y="125069"/>
                  </a:lnTo>
                  <a:close/>
                </a:path>
                <a:path w="1183005" h="322580">
                  <a:moveTo>
                    <a:pt x="175691" y="135026"/>
                  </a:moveTo>
                  <a:lnTo>
                    <a:pt x="167652" y="135026"/>
                  </a:lnTo>
                  <a:lnTo>
                    <a:pt x="167652" y="172758"/>
                  </a:lnTo>
                  <a:lnTo>
                    <a:pt x="181279" y="188086"/>
                  </a:lnTo>
                  <a:lnTo>
                    <a:pt x="188518" y="188086"/>
                  </a:lnTo>
                  <a:lnTo>
                    <a:pt x="191782" y="187159"/>
                  </a:lnTo>
                  <a:lnTo>
                    <a:pt x="196964" y="183451"/>
                  </a:lnTo>
                  <a:lnTo>
                    <a:pt x="198881" y="181190"/>
                  </a:lnTo>
                  <a:lnTo>
                    <a:pt x="199284" y="180314"/>
                  </a:lnTo>
                  <a:lnTo>
                    <a:pt x="183807" y="180314"/>
                  </a:lnTo>
                  <a:lnTo>
                    <a:pt x="181063" y="179171"/>
                  </a:lnTo>
                  <a:lnTo>
                    <a:pt x="176758" y="174624"/>
                  </a:lnTo>
                  <a:lnTo>
                    <a:pt x="175691" y="171576"/>
                  </a:lnTo>
                  <a:lnTo>
                    <a:pt x="175691" y="135026"/>
                  </a:lnTo>
                  <a:close/>
                </a:path>
                <a:path w="1183005" h="322580">
                  <a:moveTo>
                    <a:pt x="208699" y="178536"/>
                  </a:moveTo>
                  <a:lnTo>
                    <a:pt x="200647" y="178536"/>
                  </a:lnTo>
                  <a:lnTo>
                    <a:pt x="200647" y="187401"/>
                  </a:lnTo>
                  <a:lnTo>
                    <a:pt x="208699" y="187401"/>
                  </a:lnTo>
                  <a:lnTo>
                    <a:pt x="208699" y="178536"/>
                  </a:lnTo>
                  <a:close/>
                </a:path>
                <a:path w="1183005" h="322580">
                  <a:moveTo>
                    <a:pt x="208699" y="135026"/>
                  </a:moveTo>
                  <a:lnTo>
                    <a:pt x="200647" y="135026"/>
                  </a:lnTo>
                  <a:lnTo>
                    <a:pt x="200647" y="169265"/>
                  </a:lnTo>
                  <a:lnTo>
                    <a:pt x="200036" y="171576"/>
                  </a:lnTo>
                  <a:lnTo>
                    <a:pt x="199936" y="171957"/>
                  </a:lnTo>
                  <a:lnTo>
                    <a:pt x="198501" y="174066"/>
                  </a:lnTo>
                  <a:lnTo>
                    <a:pt x="197091" y="176187"/>
                  </a:lnTo>
                  <a:lnTo>
                    <a:pt x="195338" y="177749"/>
                  </a:lnTo>
                  <a:lnTo>
                    <a:pt x="191185" y="179793"/>
                  </a:lnTo>
                  <a:lnTo>
                    <a:pt x="189153" y="180314"/>
                  </a:lnTo>
                  <a:lnTo>
                    <a:pt x="199284" y="180314"/>
                  </a:lnTo>
                  <a:lnTo>
                    <a:pt x="200101" y="178536"/>
                  </a:lnTo>
                  <a:lnTo>
                    <a:pt x="208699" y="178536"/>
                  </a:lnTo>
                  <a:lnTo>
                    <a:pt x="208699" y="135026"/>
                  </a:lnTo>
                  <a:close/>
                </a:path>
                <a:path w="1183005" h="322580">
                  <a:moveTo>
                    <a:pt x="230352" y="135026"/>
                  </a:moveTo>
                  <a:lnTo>
                    <a:pt x="222313" y="135026"/>
                  </a:lnTo>
                  <a:lnTo>
                    <a:pt x="222313" y="187401"/>
                  </a:lnTo>
                  <a:lnTo>
                    <a:pt x="230352" y="187401"/>
                  </a:lnTo>
                  <a:lnTo>
                    <a:pt x="230352" y="135026"/>
                  </a:lnTo>
                  <a:close/>
                </a:path>
                <a:path w="1183005" h="322580">
                  <a:moveTo>
                    <a:pt x="227964" y="115392"/>
                  </a:moveTo>
                  <a:lnTo>
                    <a:pt x="224828" y="115392"/>
                  </a:lnTo>
                  <a:lnTo>
                    <a:pt x="223481" y="115925"/>
                  </a:lnTo>
                  <a:lnTo>
                    <a:pt x="222338" y="116992"/>
                  </a:lnTo>
                  <a:lnTo>
                    <a:pt x="221233" y="118059"/>
                  </a:lnTo>
                  <a:lnTo>
                    <a:pt x="220675" y="119341"/>
                  </a:lnTo>
                  <a:lnTo>
                    <a:pt x="220675" y="122351"/>
                  </a:lnTo>
                  <a:lnTo>
                    <a:pt x="221233" y="123634"/>
                  </a:lnTo>
                  <a:lnTo>
                    <a:pt x="222338" y="124701"/>
                  </a:lnTo>
                  <a:lnTo>
                    <a:pt x="223481" y="125768"/>
                  </a:lnTo>
                  <a:lnTo>
                    <a:pt x="224828" y="126301"/>
                  </a:lnTo>
                  <a:lnTo>
                    <a:pt x="227964" y="126301"/>
                  </a:lnTo>
                  <a:lnTo>
                    <a:pt x="229311" y="125768"/>
                  </a:lnTo>
                  <a:lnTo>
                    <a:pt x="231559" y="123634"/>
                  </a:lnTo>
                  <a:lnTo>
                    <a:pt x="232130" y="122351"/>
                  </a:lnTo>
                  <a:lnTo>
                    <a:pt x="232130" y="119341"/>
                  </a:lnTo>
                  <a:lnTo>
                    <a:pt x="231559" y="118059"/>
                  </a:lnTo>
                  <a:lnTo>
                    <a:pt x="229311" y="115925"/>
                  </a:lnTo>
                  <a:lnTo>
                    <a:pt x="227964" y="115392"/>
                  </a:lnTo>
                  <a:close/>
                </a:path>
                <a:path w="1183005" h="322580">
                  <a:moveTo>
                    <a:pt x="252018" y="117576"/>
                  </a:moveTo>
                  <a:lnTo>
                    <a:pt x="243966" y="117576"/>
                  </a:lnTo>
                  <a:lnTo>
                    <a:pt x="243966" y="187401"/>
                  </a:lnTo>
                  <a:lnTo>
                    <a:pt x="252018" y="187401"/>
                  </a:lnTo>
                  <a:lnTo>
                    <a:pt x="252018" y="117576"/>
                  </a:lnTo>
                  <a:close/>
                </a:path>
                <a:path w="1183005" h="322580">
                  <a:moveTo>
                    <a:pt x="288950" y="134353"/>
                  </a:moveTo>
                  <a:lnTo>
                    <a:pt x="281127" y="134353"/>
                  </a:lnTo>
                  <a:lnTo>
                    <a:pt x="277241" y="135445"/>
                  </a:lnTo>
                  <a:lnTo>
                    <a:pt x="270499" y="139877"/>
                  </a:lnTo>
                  <a:lnTo>
                    <a:pt x="267893" y="142989"/>
                  </a:lnTo>
                  <a:lnTo>
                    <a:pt x="264121" y="151079"/>
                  </a:lnTo>
                  <a:lnTo>
                    <a:pt x="263169" y="155854"/>
                  </a:lnTo>
                  <a:lnTo>
                    <a:pt x="263169" y="166903"/>
                  </a:lnTo>
                  <a:lnTo>
                    <a:pt x="264056" y="171373"/>
                  </a:lnTo>
                  <a:lnTo>
                    <a:pt x="264121" y="171703"/>
                  </a:lnTo>
                  <a:lnTo>
                    <a:pt x="267893" y="179819"/>
                  </a:lnTo>
                  <a:lnTo>
                    <a:pt x="270509" y="182956"/>
                  </a:lnTo>
                  <a:lnTo>
                    <a:pt x="277234" y="187401"/>
                  </a:lnTo>
                  <a:lnTo>
                    <a:pt x="281038" y="188493"/>
                  </a:lnTo>
                  <a:lnTo>
                    <a:pt x="288772" y="188493"/>
                  </a:lnTo>
                  <a:lnTo>
                    <a:pt x="291464" y="187934"/>
                  </a:lnTo>
                  <a:lnTo>
                    <a:pt x="295503" y="185686"/>
                  </a:lnTo>
                  <a:lnTo>
                    <a:pt x="297065" y="184403"/>
                  </a:lnTo>
                  <a:lnTo>
                    <a:pt x="299419" y="181267"/>
                  </a:lnTo>
                  <a:lnTo>
                    <a:pt x="283133" y="181267"/>
                  </a:lnTo>
                  <a:lnTo>
                    <a:pt x="280475" y="180428"/>
                  </a:lnTo>
                  <a:lnTo>
                    <a:pt x="271259" y="157302"/>
                  </a:lnTo>
                  <a:lnTo>
                    <a:pt x="271780" y="154216"/>
                  </a:lnTo>
                  <a:lnTo>
                    <a:pt x="283083" y="141579"/>
                  </a:lnTo>
                  <a:lnTo>
                    <a:pt x="299471" y="141579"/>
                  </a:lnTo>
                  <a:lnTo>
                    <a:pt x="298183" y="139877"/>
                  </a:lnTo>
                  <a:lnTo>
                    <a:pt x="297141" y="138442"/>
                  </a:lnTo>
                  <a:lnTo>
                    <a:pt x="295617" y="137172"/>
                  </a:lnTo>
                  <a:lnTo>
                    <a:pt x="293623" y="136055"/>
                  </a:lnTo>
                  <a:lnTo>
                    <a:pt x="291642" y="134912"/>
                  </a:lnTo>
                  <a:lnTo>
                    <a:pt x="288950" y="134353"/>
                  </a:lnTo>
                  <a:close/>
                </a:path>
                <a:path w="1183005" h="322580">
                  <a:moveTo>
                    <a:pt x="309410" y="179349"/>
                  </a:moveTo>
                  <a:lnTo>
                    <a:pt x="301637" y="179349"/>
                  </a:lnTo>
                  <a:lnTo>
                    <a:pt x="301637" y="187401"/>
                  </a:lnTo>
                  <a:lnTo>
                    <a:pt x="309410" y="187401"/>
                  </a:lnTo>
                  <a:lnTo>
                    <a:pt x="309410" y="179349"/>
                  </a:lnTo>
                  <a:close/>
                </a:path>
                <a:path w="1183005" h="322580">
                  <a:moveTo>
                    <a:pt x="299471" y="141579"/>
                  </a:moveTo>
                  <a:lnTo>
                    <a:pt x="289763" y="141579"/>
                  </a:lnTo>
                  <a:lnTo>
                    <a:pt x="292586" y="142455"/>
                  </a:lnTo>
                  <a:lnTo>
                    <a:pt x="294741" y="144068"/>
                  </a:lnTo>
                  <a:lnTo>
                    <a:pt x="296976" y="145707"/>
                  </a:lnTo>
                  <a:lnTo>
                    <a:pt x="298653" y="147993"/>
                  </a:lnTo>
                  <a:lnTo>
                    <a:pt x="300926" y="153885"/>
                  </a:lnTo>
                  <a:lnTo>
                    <a:pt x="301498" y="157302"/>
                  </a:lnTo>
                  <a:lnTo>
                    <a:pt x="301498" y="165176"/>
                  </a:lnTo>
                  <a:lnTo>
                    <a:pt x="289725" y="181267"/>
                  </a:lnTo>
                  <a:lnTo>
                    <a:pt x="299419" y="181267"/>
                  </a:lnTo>
                  <a:lnTo>
                    <a:pt x="300008" y="180428"/>
                  </a:lnTo>
                  <a:lnTo>
                    <a:pt x="300672" y="179349"/>
                  </a:lnTo>
                  <a:lnTo>
                    <a:pt x="309410" y="179349"/>
                  </a:lnTo>
                  <a:lnTo>
                    <a:pt x="309410" y="143344"/>
                  </a:lnTo>
                  <a:lnTo>
                    <a:pt x="300672" y="143344"/>
                  </a:lnTo>
                  <a:lnTo>
                    <a:pt x="300096" y="142455"/>
                  </a:lnTo>
                  <a:lnTo>
                    <a:pt x="299471" y="141579"/>
                  </a:lnTo>
                  <a:close/>
                </a:path>
                <a:path w="1183005" h="322580">
                  <a:moveTo>
                    <a:pt x="309410" y="117576"/>
                  </a:moveTo>
                  <a:lnTo>
                    <a:pt x="301358" y="117576"/>
                  </a:lnTo>
                  <a:lnTo>
                    <a:pt x="301358" y="143344"/>
                  </a:lnTo>
                  <a:lnTo>
                    <a:pt x="309410" y="143344"/>
                  </a:lnTo>
                  <a:lnTo>
                    <a:pt x="309410" y="117576"/>
                  </a:lnTo>
                  <a:close/>
                </a:path>
                <a:path w="1183005" h="322580">
                  <a:moveTo>
                    <a:pt x="347052" y="114299"/>
                  </a:moveTo>
                  <a:lnTo>
                    <a:pt x="339953" y="114299"/>
                  </a:lnTo>
                  <a:lnTo>
                    <a:pt x="335800" y="120370"/>
                  </a:lnTo>
                  <a:lnTo>
                    <a:pt x="332587" y="127012"/>
                  </a:lnTo>
                  <a:lnTo>
                    <a:pt x="328117" y="141452"/>
                  </a:lnTo>
                  <a:lnTo>
                    <a:pt x="326999" y="149351"/>
                  </a:lnTo>
                  <a:lnTo>
                    <a:pt x="326999" y="166535"/>
                  </a:lnTo>
                  <a:lnTo>
                    <a:pt x="339953" y="201587"/>
                  </a:lnTo>
                  <a:lnTo>
                    <a:pt x="347052" y="201587"/>
                  </a:lnTo>
                  <a:lnTo>
                    <a:pt x="344868" y="198589"/>
                  </a:lnTo>
                  <a:lnTo>
                    <a:pt x="342887" y="194703"/>
                  </a:lnTo>
                  <a:lnTo>
                    <a:pt x="339344" y="185153"/>
                  </a:lnTo>
                  <a:lnTo>
                    <a:pt x="337934" y="179984"/>
                  </a:lnTo>
                  <a:lnTo>
                    <a:pt x="335838" y="168846"/>
                  </a:lnTo>
                  <a:lnTo>
                    <a:pt x="335318" y="163347"/>
                  </a:lnTo>
                  <a:lnTo>
                    <a:pt x="335318" y="153873"/>
                  </a:lnTo>
                  <a:lnTo>
                    <a:pt x="345414" y="116547"/>
                  </a:lnTo>
                  <a:lnTo>
                    <a:pt x="347052" y="114299"/>
                  </a:lnTo>
                  <a:close/>
                </a:path>
                <a:path w="1183005" h="322580">
                  <a:moveTo>
                    <a:pt x="384073" y="116624"/>
                  </a:moveTo>
                  <a:lnTo>
                    <a:pt x="375932" y="116624"/>
                  </a:lnTo>
                  <a:lnTo>
                    <a:pt x="372287" y="117424"/>
                  </a:lnTo>
                  <a:lnTo>
                    <a:pt x="358863" y="138874"/>
                  </a:lnTo>
                  <a:lnTo>
                    <a:pt x="359796" y="142024"/>
                  </a:lnTo>
                  <a:lnTo>
                    <a:pt x="359841" y="142176"/>
                  </a:lnTo>
                  <a:lnTo>
                    <a:pt x="363791" y="147980"/>
                  </a:lnTo>
                  <a:lnTo>
                    <a:pt x="366458" y="149847"/>
                  </a:lnTo>
                  <a:lnTo>
                    <a:pt x="369798" y="150710"/>
                  </a:lnTo>
                  <a:lnTo>
                    <a:pt x="369798" y="151129"/>
                  </a:lnTo>
                  <a:lnTo>
                    <a:pt x="356273" y="165900"/>
                  </a:lnTo>
                  <a:lnTo>
                    <a:pt x="356273" y="172631"/>
                  </a:lnTo>
                  <a:lnTo>
                    <a:pt x="375348" y="188353"/>
                  </a:lnTo>
                  <a:lnTo>
                    <a:pt x="384683" y="188353"/>
                  </a:lnTo>
                  <a:lnTo>
                    <a:pt x="388785" y="187528"/>
                  </a:lnTo>
                  <a:lnTo>
                    <a:pt x="395909" y="184188"/>
                  </a:lnTo>
                  <a:lnTo>
                    <a:pt x="398691" y="181876"/>
                  </a:lnTo>
                  <a:lnTo>
                    <a:pt x="399386" y="180860"/>
                  </a:lnTo>
                  <a:lnTo>
                    <a:pt x="376847" y="180860"/>
                  </a:lnTo>
                  <a:lnTo>
                    <a:pt x="374091" y="180339"/>
                  </a:lnTo>
                  <a:lnTo>
                    <a:pt x="364591" y="170941"/>
                  </a:lnTo>
                  <a:lnTo>
                    <a:pt x="364591" y="165900"/>
                  </a:lnTo>
                  <a:lnTo>
                    <a:pt x="377050" y="154939"/>
                  </a:lnTo>
                  <a:lnTo>
                    <a:pt x="397777" y="154939"/>
                  </a:lnTo>
                  <a:lnTo>
                    <a:pt x="395046" y="152653"/>
                  </a:lnTo>
                  <a:lnTo>
                    <a:pt x="392772" y="151574"/>
                  </a:lnTo>
                  <a:lnTo>
                    <a:pt x="390258" y="151129"/>
                  </a:lnTo>
                  <a:lnTo>
                    <a:pt x="390258" y="150710"/>
                  </a:lnTo>
                  <a:lnTo>
                    <a:pt x="393522" y="149847"/>
                  </a:lnTo>
                  <a:lnTo>
                    <a:pt x="396151" y="147980"/>
                  </a:lnTo>
                  <a:lnTo>
                    <a:pt x="396333" y="147713"/>
                  </a:lnTo>
                  <a:lnTo>
                    <a:pt x="377482" y="147713"/>
                  </a:lnTo>
                  <a:lnTo>
                    <a:pt x="375234" y="147218"/>
                  </a:lnTo>
                  <a:lnTo>
                    <a:pt x="367042" y="138125"/>
                  </a:lnTo>
                  <a:lnTo>
                    <a:pt x="367042" y="133349"/>
                  </a:lnTo>
                  <a:lnTo>
                    <a:pt x="377418" y="123990"/>
                  </a:lnTo>
                  <a:lnTo>
                    <a:pt x="397297" y="123990"/>
                  </a:lnTo>
                  <a:lnTo>
                    <a:pt x="396557" y="122859"/>
                  </a:lnTo>
                  <a:lnTo>
                    <a:pt x="394055" y="120649"/>
                  </a:lnTo>
                  <a:lnTo>
                    <a:pt x="387692" y="117424"/>
                  </a:lnTo>
                  <a:lnTo>
                    <a:pt x="384073" y="116624"/>
                  </a:lnTo>
                  <a:close/>
                </a:path>
                <a:path w="1183005" h="322580">
                  <a:moveTo>
                    <a:pt x="397777" y="154939"/>
                  </a:moveTo>
                  <a:lnTo>
                    <a:pt x="382981" y="154939"/>
                  </a:lnTo>
                  <a:lnTo>
                    <a:pt x="385610" y="155524"/>
                  </a:lnTo>
                  <a:lnTo>
                    <a:pt x="390220" y="157835"/>
                  </a:lnTo>
                  <a:lnTo>
                    <a:pt x="392048" y="159435"/>
                  </a:lnTo>
                  <a:lnTo>
                    <a:pt x="394728" y="163474"/>
                  </a:lnTo>
                  <a:lnTo>
                    <a:pt x="395414" y="165900"/>
                  </a:lnTo>
                  <a:lnTo>
                    <a:pt x="395414" y="170941"/>
                  </a:lnTo>
                  <a:lnTo>
                    <a:pt x="383184" y="180860"/>
                  </a:lnTo>
                  <a:lnTo>
                    <a:pt x="399386" y="180860"/>
                  </a:lnTo>
                  <a:lnTo>
                    <a:pt x="402717" y="175996"/>
                  </a:lnTo>
                  <a:lnTo>
                    <a:pt x="403733" y="172631"/>
                  </a:lnTo>
                  <a:lnTo>
                    <a:pt x="403733" y="165900"/>
                  </a:lnTo>
                  <a:lnTo>
                    <a:pt x="403191" y="163474"/>
                  </a:lnTo>
                  <a:lnTo>
                    <a:pt x="403123" y="163169"/>
                  </a:lnTo>
                  <a:lnTo>
                    <a:pt x="400710" y="158153"/>
                  </a:lnTo>
                  <a:lnTo>
                    <a:pt x="399097" y="156044"/>
                  </a:lnTo>
                  <a:lnTo>
                    <a:pt x="397777" y="154939"/>
                  </a:lnTo>
                  <a:close/>
                </a:path>
                <a:path w="1183005" h="322580">
                  <a:moveTo>
                    <a:pt x="397297" y="123990"/>
                  </a:moveTo>
                  <a:lnTo>
                    <a:pt x="382600" y="123990"/>
                  </a:lnTo>
                  <a:lnTo>
                    <a:pt x="384848" y="124472"/>
                  </a:lnTo>
                  <a:lnTo>
                    <a:pt x="388708" y="126403"/>
                  </a:lnTo>
                  <a:lnTo>
                    <a:pt x="390220" y="127774"/>
                  </a:lnTo>
                  <a:lnTo>
                    <a:pt x="392404" y="131292"/>
                  </a:lnTo>
                  <a:lnTo>
                    <a:pt x="392963" y="133349"/>
                  </a:lnTo>
                  <a:lnTo>
                    <a:pt x="392963" y="138125"/>
                  </a:lnTo>
                  <a:lnTo>
                    <a:pt x="382523" y="147713"/>
                  </a:lnTo>
                  <a:lnTo>
                    <a:pt x="396333" y="147713"/>
                  </a:lnTo>
                  <a:lnTo>
                    <a:pt x="400126" y="142176"/>
                  </a:lnTo>
                  <a:lnTo>
                    <a:pt x="401142" y="138874"/>
                  </a:lnTo>
                  <a:lnTo>
                    <a:pt x="401045" y="131292"/>
                  </a:lnTo>
                  <a:lnTo>
                    <a:pt x="400215" y="128447"/>
                  </a:lnTo>
                  <a:lnTo>
                    <a:pt x="397297" y="123990"/>
                  </a:lnTo>
                  <a:close/>
                </a:path>
                <a:path w="1183005" h="322580">
                  <a:moveTo>
                    <a:pt x="445833" y="148742"/>
                  </a:moveTo>
                  <a:lnTo>
                    <a:pt x="415289" y="148742"/>
                  </a:lnTo>
                  <a:lnTo>
                    <a:pt x="415289" y="156235"/>
                  </a:lnTo>
                  <a:lnTo>
                    <a:pt x="445833" y="156235"/>
                  </a:lnTo>
                  <a:lnTo>
                    <a:pt x="445833" y="148742"/>
                  </a:lnTo>
                  <a:close/>
                </a:path>
                <a:path w="1183005" h="322580">
                  <a:moveTo>
                    <a:pt x="494232" y="123990"/>
                  </a:moveTo>
                  <a:lnTo>
                    <a:pt x="479526" y="123990"/>
                  </a:lnTo>
                  <a:lnTo>
                    <a:pt x="482099" y="124536"/>
                  </a:lnTo>
                  <a:lnTo>
                    <a:pt x="481931" y="124536"/>
                  </a:lnTo>
                  <a:lnTo>
                    <a:pt x="485838" y="126428"/>
                  </a:lnTo>
                  <a:lnTo>
                    <a:pt x="487438" y="127812"/>
                  </a:lnTo>
                  <a:lnTo>
                    <a:pt x="488594" y="129616"/>
                  </a:lnTo>
                  <a:lnTo>
                    <a:pt x="489775" y="131406"/>
                  </a:lnTo>
                  <a:lnTo>
                    <a:pt x="490258" y="133121"/>
                  </a:lnTo>
                  <a:lnTo>
                    <a:pt x="490281" y="138556"/>
                  </a:lnTo>
                  <a:lnTo>
                    <a:pt x="489940" y="140169"/>
                  </a:lnTo>
                  <a:lnTo>
                    <a:pt x="455447" y="181267"/>
                  </a:lnTo>
                  <a:lnTo>
                    <a:pt x="455447" y="187401"/>
                  </a:lnTo>
                  <a:lnTo>
                    <a:pt x="499503" y="187401"/>
                  </a:lnTo>
                  <a:lnTo>
                    <a:pt x="499503" y="179895"/>
                  </a:lnTo>
                  <a:lnTo>
                    <a:pt x="467042" y="179895"/>
                  </a:lnTo>
                  <a:lnTo>
                    <a:pt x="467042" y="179349"/>
                  </a:lnTo>
                  <a:lnTo>
                    <a:pt x="494372" y="148666"/>
                  </a:lnTo>
                  <a:lnTo>
                    <a:pt x="496874" y="143522"/>
                  </a:lnTo>
                  <a:lnTo>
                    <a:pt x="497814" y="141071"/>
                  </a:lnTo>
                  <a:lnTo>
                    <a:pt x="498271" y="138556"/>
                  </a:lnTo>
                  <a:lnTo>
                    <a:pt x="498226" y="132232"/>
                  </a:lnTo>
                  <a:lnTo>
                    <a:pt x="497382" y="129133"/>
                  </a:lnTo>
                  <a:lnTo>
                    <a:pt x="494232" y="123990"/>
                  </a:lnTo>
                  <a:close/>
                </a:path>
                <a:path w="1183005" h="322580">
                  <a:moveTo>
                    <a:pt x="481368" y="116624"/>
                  </a:moveTo>
                  <a:lnTo>
                    <a:pt x="473202" y="116624"/>
                  </a:lnTo>
                  <a:lnTo>
                    <a:pt x="469531" y="117487"/>
                  </a:lnTo>
                  <a:lnTo>
                    <a:pt x="455726" y="133121"/>
                  </a:lnTo>
                  <a:lnTo>
                    <a:pt x="455726" y="137210"/>
                  </a:lnTo>
                  <a:lnTo>
                    <a:pt x="463778" y="137210"/>
                  </a:lnTo>
                  <a:lnTo>
                    <a:pt x="463778" y="134556"/>
                  </a:lnTo>
                  <a:lnTo>
                    <a:pt x="464274" y="132397"/>
                  </a:lnTo>
                  <a:lnTo>
                    <a:pt x="474319" y="123990"/>
                  </a:lnTo>
                  <a:lnTo>
                    <a:pt x="494232" y="123990"/>
                  </a:lnTo>
                  <a:lnTo>
                    <a:pt x="493835" y="123342"/>
                  </a:lnTo>
                  <a:lnTo>
                    <a:pt x="491312" y="120942"/>
                  </a:lnTo>
                  <a:lnTo>
                    <a:pt x="484987" y="117487"/>
                  </a:lnTo>
                  <a:lnTo>
                    <a:pt x="481368" y="116624"/>
                  </a:lnTo>
                  <a:close/>
                </a:path>
                <a:path w="1183005" h="322580">
                  <a:moveTo>
                    <a:pt x="537006" y="126441"/>
                  </a:moveTo>
                  <a:lnTo>
                    <a:pt x="528548" y="126441"/>
                  </a:lnTo>
                  <a:lnTo>
                    <a:pt x="528548" y="187401"/>
                  </a:lnTo>
                  <a:lnTo>
                    <a:pt x="537006" y="187401"/>
                  </a:lnTo>
                  <a:lnTo>
                    <a:pt x="537006" y="126441"/>
                  </a:lnTo>
                  <a:close/>
                </a:path>
                <a:path w="1183005" h="322580">
                  <a:moveTo>
                    <a:pt x="537006" y="117576"/>
                  </a:moveTo>
                  <a:lnTo>
                    <a:pt x="528548" y="117576"/>
                  </a:lnTo>
                  <a:lnTo>
                    <a:pt x="511098" y="129171"/>
                  </a:lnTo>
                  <a:lnTo>
                    <a:pt x="511098" y="137756"/>
                  </a:lnTo>
                  <a:lnTo>
                    <a:pt x="528142" y="126441"/>
                  </a:lnTo>
                  <a:lnTo>
                    <a:pt x="537006" y="126441"/>
                  </a:lnTo>
                  <a:lnTo>
                    <a:pt x="537006" y="117576"/>
                  </a:lnTo>
                  <a:close/>
                </a:path>
                <a:path w="1183005" h="322580">
                  <a:moveTo>
                    <a:pt x="560324" y="114299"/>
                  </a:moveTo>
                  <a:lnTo>
                    <a:pt x="553237" y="114299"/>
                  </a:lnTo>
                  <a:lnTo>
                    <a:pt x="555421" y="117297"/>
                  </a:lnTo>
                  <a:lnTo>
                    <a:pt x="557403" y="121183"/>
                  </a:lnTo>
                  <a:lnTo>
                    <a:pt x="560946" y="130733"/>
                  </a:lnTo>
                  <a:lnTo>
                    <a:pt x="562355" y="135902"/>
                  </a:lnTo>
                  <a:lnTo>
                    <a:pt x="564438" y="147040"/>
                  </a:lnTo>
                  <a:lnTo>
                    <a:pt x="564972" y="152526"/>
                  </a:lnTo>
                  <a:lnTo>
                    <a:pt x="564972" y="161988"/>
                  </a:lnTo>
                  <a:lnTo>
                    <a:pt x="557809" y="193268"/>
                  </a:lnTo>
                  <a:lnTo>
                    <a:pt x="556399" y="196557"/>
                  </a:lnTo>
                  <a:lnTo>
                    <a:pt x="554875" y="199339"/>
                  </a:lnTo>
                  <a:lnTo>
                    <a:pt x="553237" y="201587"/>
                  </a:lnTo>
                  <a:lnTo>
                    <a:pt x="560324" y="201587"/>
                  </a:lnTo>
                  <a:lnTo>
                    <a:pt x="564489" y="195516"/>
                  </a:lnTo>
                  <a:lnTo>
                    <a:pt x="567677" y="188874"/>
                  </a:lnTo>
                  <a:lnTo>
                    <a:pt x="572144" y="174497"/>
                  </a:lnTo>
                  <a:lnTo>
                    <a:pt x="573290" y="166535"/>
                  </a:lnTo>
                  <a:lnTo>
                    <a:pt x="573290" y="149351"/>
                  </a:lnTo>
                  <a:lnTo>
                    <a:pt x="572160" y="141452"/>
                  </a:lnTo>
                  <a:lnTo>
                    <a:pt x="567677" y="127012"/>
                  </a:lnTo>
                  <a:lnTo>
                    <a:pt x="564489" y="120370"/>
                  </a:lnTo>
                  <a:lnTo>
                    <a:pt x="560324" y="114299"/>
                  </a:lnTo>
                  <a:close/>
                </a:path>
                <a:path w="1183005" h="322580">
                  <a:moveTo>
                    <a:pt x="5181" y="264883"/>
                  </a:moveTo>
                  <a:lnTo>
                    <a:pt x="0" y="270192"/>
                  </a:lnTo>
                  <a:lnTo>
                    <a:pt x="23190" y="293242"/>
                  </a:lnTo>
                  <a:lnTo>
                    <a:pt x="33851" y="282613"/>
                  </a:lnTo>
                  <a:lnTo>
                    <a:pt x="23190" y="282613"/>
                  </a:lnTo>
                  <a:lnTo>
                    <a:pt x="5181" y="264883"/>
                  </a:lnTo>
                  <a:close/>
                </a:path>
                <a:path w="1183005" h="322580">
                  <a:moveTo>
                    <a:pt x="60413" y="245516"/>
                  </a:moveTo>
                  <a:lnTo>
                    <a:pt x="23190" y="282613"/>
                  </a:lnTo>
                  <a:lnTo>
                    <a:pt x="33851" y="282613"/>
                  </a:lnTo>
                  <a:lnTo>
                    <a:pt x="65735" y="250824"/>
                  </a:lnTo>
                  <a:lnTo>
                    <a:pt x="60413" y="245516"/>
                  </a:lnTo>
                  <a:close/>
                </a:path>
                <a:path w="1183005" h="322580">
                  <a:moveTo>
                    <a:pt x="134010" y="239369"/>
                  </a:moveTo>
                  <a:lnTo>
                    <a:pt x="125552" y="239369"/>
                  </a:lnTo>
                  <a:lnTo>
                    <a:pt x="125552" y="301701"/>
                  </a:lnTo>
                  <a:lnTo>
                    <a:pt x="134010" y="301701"/>
                  </a:lnTo>
                  <a:lnTo>
                    <a:pt x="134010" y="239369"/>
                  </a:lnTo>
                  <a:close/>
                </a:path>
                <a:path w="1183005" h="322580">
                  <a:moveTo>
                    <a:pt x="155968" y="231876"/>
                  </a:moveTo>
                  <a:lnTo>
                    <a:pt x="103593" y="231876"/>
                  </a:lnTo>
                  <a:lnTo>
                    <a:pt x="103593" y="239369"/>
                  </a:lnTo>
                  <a:lnTo>
                    <a:pt x="155968" y="239369"/>
                  </a:lnTo>
                  <a:lnTo>
                    <a:pt x="155968" y="231876"/>
                  </a:lnTo>
                  <a:close/>
                </a:path>
                <a:path w="1183005" h="322580">
                  <a:moveTo>
                    <a:pt x="183070" y="248653"/>
                  </a:moveTo>
                  <a:lnTo>
                    <a:pt x="175615" y="248653"/>
                  </a:lnTo>
                  <a:lnTo>
                    <a:pt x="171488" y="249808"/>
                  </a:lnTo>
                  <a:lnTo>
                    <a:pt x="156947" y="269633"/>
                  </a:lnTo>
                  <a:lnTo>
                    <a:pt x="156882" y="269951"/>
                  </a:lnTo>
                  <a:lnTo>
                    <a:pt x="176123" y="302793"/>
                  </a:lnTo>
                  <a:lnTo>
                    <a:pt x="184708" y="302793"/>
                  </a:lnTo>
                  <a:lnTo>
                    <a:pt x="187909" y="302247"/>
                  </a:lnTo>
                  <a:lnTo>
                    <a:pt x="193586" y="300037"/>
                  </a:lnTo>
                  <a:lnTo>
                    <a:pt x="195973" y="298500"/>
                  </a:lnTo>
                  <a:lnTo>
                    <a:pt x="198813" y="295567"/>
                  </a:lnTo>
                  <a:lnTo>
                    <a:pt x="177914" y="295567"/>
                  </a:lnTo>
                  <a:lnTo>
                    <a:pt x="175069" y="294855"/>
                  </a:lnTo>
                  <a:lnTo>
                    <a:pt x="164795" y="278244"/>
                  </a:lnTo>
                  <a:lnTo>
                    <a:pt x="162483" y="278244"/>
                  </a:lnTo>
                  <a:lnTo>
                    <a:pt x="162483" y="271284"/>
                  </a:lnTo>
                  <a:lnTo>
                    <a:pt x="164795" y="271284"/>
                  </a:lnTo>
                  <a:lnTo>
                    <a:pt x="164795" y="269633"/>
                  </a:lnTo>
                  <a:lnTo>
                    <a:pt x="177139" y="255879"/>
                  </a:lnTo>
                  <a:lnTo>
                    <a:pt x="197250" y="255879"/>
                  </a:lnTo>
                  <a:lnTo>
                    <a:pt x="193509" y="252399"/>
                  </a:lnTo>
                  <a:lnTo>
                    <a:pt x="191084" y="250926"/>
                  </a:lnTo>
                  <a:lnTo>
                    <a:pt x="185775" y="249097"/>
                  </a:lnTo>
                  <a:lnTo>
                    <a:pt x="183070" y="248653"/>
                  </a:lnTo>
                  <a:close/>
                </a:path>
                <a:path w="1183005" h="322580">
                  <a:moveTo>
                    <a:pt x="194259" y="287375"/>
                  </a:moveTo>
                  <a:lnTo>
                    <a:pt x="183286" y="295567"/>
                  </a:lnTo>
                  <a:lnTo>
                    <a:pt x="198813" y="295567"/>
                  </a:lnTo>
                  <a:lnTo>
                    <a:pt x="199834" y="294512"/>
                  </a:lnTo>
                  <a:lnTo>
                    <a:pt x="201218" y="292201"/>
                  </a:lnTo>
                  <a:lnTo>
                    <a:pt x="201914" y="289940"/>
                  </a:lnTo>
                  <a:lnTo>
                    <a:pt x="202031" y="289559"/>
                  </a:lnTo>
                  <a:lnTo>
                    <a:pt x="194259" y="287375"/>
                  </a:lnTo>
                  <a:close/>
                </a:path>
                <a:path w="1183005" h="322580">
                  <a:moveTo>
                    <a:pt x="164795" y="271284"/>
                  </a:moveTo>
                  <a:lnTo>
                    <a:pt x="162483" y="271284"/>
                  </a:lnTo>
                  <a:lnTo>
                    <a:pt x="162483" y="278244"/>
                  </a:lnTo>
                  <a:lnTo>
                    <a:pt x="164795" y="278244"/>
                  </a:lnTo>
                  <a:lnTo>
                    <a:pt x="164795" y="271284"/>
                  </a:lnTo>
                  <a:close/>
                </a:path>
                <a:path w="1183005" h="322580">
                  <a:moveTo>
                    <a:pt x="197250" y="255879"/>
                  </a:moveTo>
                  <a:lnTo>
                    <a:pt x="183260" y="255879"/>
                  </a:lnTo>
                  <a:lnTo>
                    <a:pt x="186202" y="256666"/>
                  </a:lnTo>
                  <a:lnTo>
                    <a:pt x="185959" y="256666"/>
                  </a:lnTo>
                  <a:lnTo>
                    <a:pt x="190080" y="259232"/>
                  </a:lnTo>
                  <a:lnTo>
                    <a:pt x="191731" y="261061"/>
                  </a:lnTo>
                  <a:lnTo>
                    <a:pt x="194081" y="265696"/>
                  </a:lnTo>
                  <a:lnTo>
                    <a:pt x="194665" y="268338"/>
                  </a:lnTo>
                  <a:lnTo>
                    <a:pt x="194665" y="271284"/>
                  </a:lnTo>
                  <a:lnTo>
                    <a:pt x="164795" y="271284"/>
                  </a:lnTo>
                  <a:lnTo>
                    <a:pt x="164795" y="278244"/>
                  </a:lnTo>
                  <a:lnTo>
                    <a:pt x="202857" y="278244"/>
                  </a:lnTo>
                  <a:lnTo>
                    <a:pt x="202807" y="269633"/>
                  </a:lnTo>
                  <a:lnTo>
                    <a:pt x="202209" y="265836"/>
                  </a:lnTo>
                  <a:lnTo>
                    <a:pt x="199635" y="259232"/>
                  </a:lnTo>
                  <a:lnTo>
                    <a:pt x="198009" y="256666"/>
                  </a:lnTo>
                  <a:lnTo>
                    <a:pt x="197250" y="255879"/>
                  </a:lnTo>
                  <a:close/>
                </a:path>
                <a:path w="1183005" h="322580">
                  <a:moveTo>
                    <a:pt x="219290" y="287248"/>
                  </a:moveTo>
                  <a:lnTo>
                    <a:pt x="211645" y="289153"/>
                  </a:lnTo>
                  <a:lnTo>
                    <a:pt x="212585" y="293611"/>
                  </a:lnTo>
                  <a:lnTo>
                    <a:pt x="214795" y="297002"/>
                  </a:lnTo>
                  <a:lnTo>
                    <a:pt x="221792" y="301637"/>
                  </a:lnTo>
                  <a:lnTo>
                    <a:pt x="226212" y="302793"/>
                  </a:lnTo>
                  <a:lnTo>
                    <a:pt x="235623" y="302793"/>
                  </a:lnTo>
                  <a:lnTo>
                    <a:pt x="239191" y="302107"/>
                  </a:lnTo>
                  <a:lnTo>
                    <a:pt x="245338" y="299377"/>
                  </a:lnTo>
                  <a:lnTo>
                    <a:pt x="247726" y="297522"/>
                  </a:lnTo>
                  <a:lnTo>
                    <a:pt x="249040" y="295706"/>
                  </a:lnTo>
                  <a:lnTo>
                    <a:pt x="228130" y="295706"/>
                  </a:lnTo>
                  <a:lnTo>
                    <a:pt x="225450" y="294995"/>
                  </a:lnTo>
                  <a:lnTo>
                    <a:pt x="221386" y="292176"/>
                  </a:lnTo>
                  <a:lnTo>
                    <a:pt x="220039" y="290106"/>
                  </a:lnTo>
                  <a:lnTo>
                    <a:pt x="219936" y="289763"/>
                  </a:lnTo>
                  <a:lnTo>
                    <a:pt x="219290" y="287248"/>
                  </a:lnTo>
                  <a:close/>
                </a:path>
                <a:path w="1183005" h="322580">
                  <a:moveTo>
                    <a:pt x="237693" y="248653"/>
                  </a:moveTo>
                  <a:lnTo>
                    <a:pt x="228828" y="248653"/>
                  </a:lnTo>
                  <a:lnTo>
                    <a:pt x="225539" y="249300"/>
                  </a:lnTo>
                  <a:lnTo>
                    <a:pt x="219735" y="251891"/>
                  </a:lnTo>
                  <a:lnTo>
                    <a:pt x="217449" y="253669"/>
                  </a:lnTo>
                  <a:lnTo>
                    <a:pt x="214109" y="258216"/>
                  </a:lnTo>
                  <a:lnTo>
                    <a:pt x="213283" y="260832"/>
                  </a:lnTo>
                  <a:lnTo>
                    <a:pt x="213283" y="267398"/>
                  </a:lnTo>
                  <a:lnTo>
                    <a:pt x="214340" y="270243"/>
                  </a:lnTo>
                  <a:lnTo>
                    <a:pt x="214401" y="270408"/>
                  </a:lnTo>
                  <a:lnTo>
                    <a:pt x="216623" y="272821"/>
                  </a:lnTo>
                  <a:lnTo>
                    <a:pt x="218871" y="275208"/>
                  </a:lnTo>
                  <a:lnTo>
                    <a:pt x="222402" y="276974"/>
                  </a:lnTo>
                  <a:lnTo>
                    <a:pt x="238556" y="280771"/>
                  </a:lnTo>
                  <a:lnTo>
                    <a:pt x="240512" y="281698"/>
                  </a:lnTo>
                  <a:lnTo>
                    <a:pt x="243065" y="284175"/>
                  </a:lnTo>
                  <a:lnTo>
                    <a:pt x="243700" y="285699"/>
                  </a:lnTo>
                  <a:lnTo>
                    <a:pt x="243700" y="289763"/>
                  </a:lnTo>
                  <a:lnTo>
                    <a:pt x="242582" y="291693"/>
                  </a:lnTo>
                  <a:lnTo>
                    <a:pt x="238027" y="294995"/>
                  </a:lnTo>
                  <a:lnTo>
                    <a:pt x="237820" y="294995"/>
                  </a:lnTo>
                  <a:lnTo>
                    <a:pt x="235178" y="295706"/>
                  </a:lnTo>
                  <a:lnTo>
                    <a:pt x="249040" y="295706"/>
                  </a:lnTo>
                  <a:lnTo>
                    <a:pt x="251155" y="292785"/>
                  </a:lnTo>
                  <a:lnTo>
                    <a:pt x="252018" y="290106"/>
                  </a:lnTo>
                  <a:lnTo>
                    <a:pt x="252018" y="283451"/>
                  </a:lnTo>
                  <a:lnTo>
                    <a:pt x="250985" y="280771"/>
                  </a:lnTo>
                  <a:lnTo>
                    <a:pt x="250863" y="280454"/>
                  </a:lnTo>
                  <a:lnTo>
                    <a:pt x="246278" y="275805"/>
                  </a:lnTo>
                  <a:lnTo>
                    <a:pt x="242785" y="274065"/>
                  </a:lnTo>
                  <a:lnTo>
                    <a:pt x="227241" y="270243"/>
                  </a:lnTo>
                  <a:lnTo>
                    <a:pt x="224967" y="269278"/>
                  </a:lnTo>
                  <a:lnTo>
                    <a:pt x="222059" y="266953"/>
                  </a:lnTo>
                  <a:lnTo>
                    <a:pt x="221335" y="265379"/>
                  </a:lnTo>
                  <a:lnTo>
                    <a:pt x="221335" y="261124"/>
                  </a:lnTo>
                  <a:lnTo>
                    <a:pt x="222389" y="259270"/>
                  </a:lnTo>
                  <a:lnTo>
                    <a:pt x="226644" y="256349"/>
                  </a:lnTo>
                  <a:lnTo>
                    <a:pt x="229311" y="255600"/>
                  </a:lnTo>
                  <a:lnTo>
                    <a:pt x="248594" y="255600"/>
                  </a:lnTo>
                  <a:lnTo>
                    <a:pt x="247700" y="254330"/>
                  </a:lnTo>
                  <a:lnTo>
                    <a:pt x="241769" y="249783"/>
                  </a:lnTo>
                  <a:lnTo>
                    <a:pt x="237693" y="248653"/>
                  </a:lnTo>
                  <a:close/>
                </a:path>
                <a:path w="1183005" h="322580">
                  <a:moveTo>
                    <a:pt x="248594" y="255600"/>
                  </a:moveTo>
                  <a:lnTo>
                    <a:pt x="234861" y="255600"/>
                  </a:lnTo>
                  <a:lnTo>
                    <a:pt x="236778" y="255981"/>
                  </a:lnTo>
                  <a:lnTo>
                    <a:pt x="239776" y="257479"/>
                  </a:lnTo>
                  <a:lnTo>
                    <a:pt x="240957" y="258432"/>
                  </a:lnTo>
                  <a:lnTo>
                    <a:pt x="242768" y="260832"/>
                  </a:lnTo>
                  <a:lnTo>
                    <a:pt x="243382" y="261899"/>
                  </a:lnTo>
                  <a:lnTo>
                    <a:pt x="243827" y="263105"/>
                  </a:lnTo>
                  <a:lnTo>
                    <a:pt x="250841" y="261124"/>
                  </a:lnTo>
                  <a:lnTo>
                    <a:pt x="251087" y="261124"/>
                  </a:lnTo>
                  <a:lnTo>
                    <a:pt x="249860" y="257479"/>
                  </a:lnTo>
                  <a:lnTo>
                    <a:pt x="249808" y="257327"/>
                  </a:lnTo>
                  <a:lnTo>
                    <a:pt x="248594" y="255600"/>
                  </a:lnTo>
                  <a:close/>
                </a:path>
                <a:path w="1183005" h="322580">
                  <a:moveTo>
                    <a:pt x="274599" y="236778"/>
                  </a:moveTo>
                  <a:lnTo>
                    <a:pt x="266547" y="236778"/>
                  </a:lnTo>
                  <a:lnTo>
                    <a:pt x="266547" y="291922"/>
                  </a:lnTo>
                  <a:lnTo>
                    <a:pt x="278460" y="302386"/>
                  </a:lnTo>
                  <a:lnTo>
                    <a:pt x="282958" y="302386"/>
                  </a:lnTo>
                  <a:lnTo>
                    <a:pt x="285202" y="301891"/>
                  </a:lnTo>
                  <a:lnTo>
                    <a:pt x="286181" y="301637"/>
                  </a:lnTo>
                  <a:lnTo>
                    <a:pt x="286727" y="301434"/>
                  </a:lnTo>
                  <a:lnTo>
                    <a:pt x="285196" y="294614"/>
                  </a:lnTo>
                  <a:lnTo>
                    <a:pt x="279819" y="294614"/>
                  </a:lnTo>
                  <a:lnTo>
                    <a:pt x="276999" y="293674"/>
                  </a:lnTo>
                  <a:lnTo>
                    <a:pt x="277126" y="293674"/>
                  </a:lnTo>
                  <a:lnTo>
                    <a:pt x="276263" y="292925"/>
                  </a:lnTo>
                  <a:lnTo>
                    <a:pt x="274929" y="290677"/>
                  </a:lnTo>
                  <a:lnTo>
                    <a:pt x="274599" y="288975"/>
                  </a:lnTo>
                  <a:lnTo>
                    <a:pt x="274599" y="236778"/>
                  </a:lnTo>
                  <a:close/>
                </a:path>
                <a:path w="1183005" h="322580">
                  <a:moveTo>
                    <a:pt x="266547" y="249326"/>
                  </a:moveTo>
                  <a:lnTo>
                    <a:pt x="258635" y="249326"/>
                  </a:lnTo>
                  <a:lnTo>
                    <a:pt x="258635" y="256146"/>
                  </a:lnTo>
                  <a:lnTo>
                    <a:pt x="266547" y="256146"/>
                  </a:lnTo>
                  <a:lnTo>
                    <a:pt x="266547" y="249326"/>
                  </a:lnTo>
                  <a:close/>
                </a:path>
                <a:path w="1183005" h="322580">
                  <a:moveTo>
                    <a:pt x="285775" y="249326"/>
                  </a:moveTo>
                  <a:lnTo>
                    <a:pt x="274599" y="249326"/>
                  </a:lnTo>
                  <a:lnTo>
                    <a:pt x="274599" y="256146"/>
                  </a:lnTo>
                  <a:lnTo>
                    <a:pt x="285775" y="256146"/>
                  </a:lnTo>
                  <a:lnTo>
                    <a:pt x="285775" y="249326"/>
                  </a:lnTo>
                  <a:close/>
                </a:path>
                <a:path w="1183005" h="322580">
                  <a:moveTo>
                    <a:pt x="304799" y="249326"/>
                  </a:moveTo>
                  <a:lnTo>
                    <a:pt x="296760" y="249326"/>
                  </a:lnTo>
                  <a:lnTo>
                    <a:pt x="296760" y="301701"/>
                  </a:lnTo>
                  <a:lnTo>
                    <a:pt x="304799" y="301701"/>
                  </a:lnTo>
                  <a:lnTo>
                    <a:pt x="304799" y="249326"/>
                  </a:lnTo>
                  <a:close/>
                </a:path>
                <a:path w="1183005" h="322580">
                  <a:moveTo>
                    <a:pt x="302412" y="229692"/>
                  </a:moveTo>
                  <a:lnTo>
                    <a:pt x="299275" y="229692"/>
                  </a:lnTo>
                  <a:lnTo>
                    <a:pt x="297929" y="230225"/>
                  </a:lnTo>
                  <a:lnTo>
                    <a:pt x="296786" y="231292"/>
                  </a:lnTo>
                  <a:lnTo>
                    <a:pt x="295681" y="232359"/>
                  </a:lnTo>
                  <a:lnTo>
                    <a:pt x="295122" y="233641"/>
                  </a:lnTo>
                  <a:lnTo>
                    <a:pt x="295122" y="236651"/>
                  </a:lnTo>
                  <a:lnTo>
                    <a:pt x="295681" y="237934"/>
                  </a:lnTo>
                  <a:lnTo>
                    <a:pt x="296786" y="239001"/>
                  </a:lnTo>
                  <a:lnTo>
                    <a:pt x="297929" y="240068"/>
                  </a:lnTo>
                  <a:lnTo>
                    <a:pt x="299275" y="240601"/>
                  </a:lnTo>
                  <a:lnTo>
                    <a:pt x="302412" y="240601"/>
                  </a:lnTo>
                  <a:lnTo>
                    <a:pt x="303758" y="240068"/>
                  </a:lnTo>
                  <a:lnTo>
                    <a:pt x="306006" y="237934"/>
                  </a:lnTo>
                  <a:lnTo>
                    <a:pt x="306577" y="236651"/>
                  </a:lnTo>
                  <a:lnTo>
                    <a:pt x="306577" y="233641"/>
                  </a:lnTo>
                  <a:lnTo>
                    <a:pt x="306006" y="232359"/>
                  </a:lnTo>
                  <a:lnTo>
                    <a:pt x="303758" y="230225"/>
                  </a:lnTo>
                  <a:lnTo>
                    <a:pt x="302412" y="229692"/>
                  </a:lnTo>
                  <a:close/>
                </a:path>
                <a:path w="1183005" h="322580">
                  <a:moveTo>
                    <a:pt x="326186" y="249466"/>
                  </a:moveTo>
                  <a:lnTo>
                    <a:pt x="318414" y="249466"/>
                  </a:lnTo>
                  <a:lnTo>
                    <a:pt x="318414" y="301701"/>
                  </a:lnTo>
                  <a:lnTo>
                    <a:pt x="326466" y="301701"/>
                  </a:lnTo>
                  <a:lnTo>
                    <a:pt x="326466" y="267157"/>
                  </a:lnTo>
                  <a:lnTo>
                    <a:pt x="326973" y="264858"/>
                  </a:lnTo>
                  <a:lnTo>
                    <a:pt x="327037" y="264566"/>
                  </a:lnTo>
                  <a:lnTo>
                    <a:pt x="329361" y="260286"/>
                  </a:lnTo>
                  <a:lnTo>
                    <a:pt x="330936" y="258660"/>
                  </a:lnTo>
                  <a:lnTo>
                    <a:pt x="333007" y="257517"/>
                  </a:lnTo>
                  <a:lnTo>
                    <a:pt x="326186" y="257517"/>
                  </a:lnTo>
                  <a:lnTo>
                    <a:pt x="326186" y="249466"/>
                  </a:lnTo>
                  <a:close/>
                </a:path>
                <a:path w="1183005" h="322580">
                  <a:moveTo>
                    <a:pt x="356911" y="255879"/>
                  </a:moveTo>
                  <a:lnTo>
                    <a:pt x="343560" y="255879"/>
                  </a:lnTo>
                  <a:lnTo>
                    <a:pt x="346494" y="257035"/>
                  </a:lnTo>
                  <a:lnTo>
                    <a:pt x="348627" y="259359"/>
                  </a:lnTo>
                  <a:lnTo>
                    <a:pt x="350761" y="261645"/>
                  </a:lnTo>
                  <a:lnTo>
                    <a:pt x="351731" y="264566"/>
                  </a:lnTo>
                  <a:lnTo>
                    <a:pt x="351828" y="301701"/>
                  </a:lnTo>
                  <a:lnTo>
                    <a:pt x="359879" y="301701"/>
                  </a:lnTo>
                  <a:lnTo>
                    <a:pt x="359879" y="263969"/>
                  </a:lnTo>
                  <a:lnTo>
                    <a:pt x="359143" y="260286"/>
                  </a:lnTo>
                  <a:lnTo>
                    <a:pt x="356911" y="255879"/>
                  </a:lnTo>
                  <a:close/>
                </a:path>
                <a:path w="1183005" h="322580">
                  <a:moveTo>
                    <a:pt x="345694" y="248653"/>
                  </a:moveTo>
                  <a:lnTo>
                    <a:pt x="338188" y="248653"/>
                  </a:lnTo>
                  <a:lnTo>
                    <a:pt x="334962" y="249466"/>
                  </a:lnTo>
                  <a:lnTo>
                    <a:pt x="329958" y="252717"/>
                  </a:lnTo>
                  <a:lnTo>
                    <a:pt x="328104" y="254850"/>
                  </a:lnTo>
                  <a:lnTo>
                    <a:pt x="326872" y="257517"/>
                  </a:lnTo>
                  <a:lnTo>
                    <a:pt x="333007" y="257517"/>
                  </a:lnTo>
                  <a:lnTo>
                    <a:pt x="334962" y="256438"/>
                  </a:lnTo>
                  <a:lnTo>
                    <a:pt x="337261" y="255879"/>
                  </a:lnTo>
                  <a:lnTo>
                    <a:pt x="356911" y="255879"/>
                  </a:lnTo>
                  <a:lnTo>
                    <a:pt x="356184" y="254444"/>
                  </a:lnTo>
                  <a:lnTo>
                    <a:pt x="354114" y="252260"/>
                  </a:lnTo>
                  <a:lnTo>
                    <a:pt x="348956" y="249466"/>
                  </a:lnTo>
                  <a:lnTo>
                    <a:pt x="349173" y="249466"/>
                  </a:lnTo>
                  <a:lnTo>
                    <a:pt x="345694" y="248653"/>
                  </a:lnTo>
                  <a:close/>
                </a:path>
                <a:path w="1183005" h="322580">
                  <a:moveTo>
                    <a:pt x="379590" y="307428"/>
                  </a:moveTo>
                  <a:lnTo>
                    <a:pt x="373973" y="311365"/>
                  </a:lnTo>
                  <a:lnTo>
                    <a:pt x="373191" y="311950"/>
                  </a:lnTo>
                  <a:lnTo>
                    <a:pt x="374269" y="313753"/>
                  </a:lnTo>
                  <a:lnTo>
                    <a:pt x="390702" y="322427"/>
                  </a:lnTo>
                  <a:lnTo>
                    <a:pt x="398780" y="322427"/>
                  </a:lnTo>
                  <a:lnTo>
                    <a:pt x="402577" y="321754"/>
                  </a:lnTo>
                  <a:lnTo>
                    <a:pt x="409409" y="319100"/>
                  </a:lnTo>
                  <a:lnTo>
                    <a:pt x="412140" y="317017"/>
                  </a:lnTo>
                  <a:lnTo>
                    <a:pt x="413254" y="315455"/>
                  </a:lnTo>
                  <a:lnTo>
                    <a:pt x="392063" y="315455"/>
                  </a:lnTo>
                  <a:lnTo>
                    <a:pt x="388873" y="314871"/>
                  </a:lnTo>
                  <a:lnTo>
                    <a:pt x="384987" y="313029"/>
                  </a:lnTo>
                  <a:lnTo>
                    <a:pt x="383463" y="311950"/>
                  </a:lnTo>
                  <a:lnTo>
                    <a:pt x="381241" y="309473"/>
                  </a:lnTo>
                  <a:lnTo>
                    <a:pt x="380314" y="308381"/>
                  </a:lnTo>
                  <a:lnTo>
                    <a:pt x="379590" y="307428"/>
                  </a:lnTo>
                  <a:close/>
                </a:path>
                <a:path w="1183005" h="322580">
                  <a:moveTo>
                    <a:pt x="417233" y="292023"/>
                  </a:moveTo>
                  <a:lnTo>
                    <a:pt x="409181" y="292023"/>
                  </a:lnTo>
                  <a:lnTo>
                    <a:pt x="409181" y="307022"/>
                  </a:lnTo>
                  <a:lnTo>
                    <a:pt x="407809" y="310222"/>
                  </a:lnTo>
                  <a:lnTo>
                    <a:pt x="402310" y="314312"/>
                  </a:lnTo>
                  <a:lnTo>
                    <a:pt x="398430" y="315455"/>
                  </a:lnTo>
                  <a:lnTo>
                    <a:pt x="413254" y="315455"/>
                  </a:lnTo>
                  <a:lnTo>
                    <a:pt x="416204" y="311365"/>
                  </a:lnTo>
                  <a:lnTo>
                    <a:pt x="417233" y="307695"/>
                  </a:lnTo>
                  <a:lnTo>
                    <a:pt x="417233" y="292023"/>
                  </a:lnTo>
                  <a:close/>
                </a:path>
                <a:path w="1183005" h="322580">
                  <a:moveTo>
                    <a:pt x="396773" y="248653"/>
                  </a:moveTo>
                  <a:lnTo>
                    <a:pt x="388962" y="248653"/>
                  </a:lnTo>
                  <a:lnTo>
                    <a:pt x="385063" y="249745"/>
                  </a:lnTo>
                  <a:lnTo>
                    <a:pt x="378313" y="254177"/>
                  </a:lnTo>
                  <a:lnTo>
                    <a:pt x="375716" y="257225"/>
                  </a:lnTo>
                  <a:lnTo>
                    <a:pt x="371944" y="265214"/>
                  </a:lnTo>
                  <a:lnTo>
                    <a:pt x="371005" y="269874"/>
                  </a:lnTo>
                  <a:lnTo>
                    <a:pt x="371005" y="280695"/>
                  </a:lnTo>
                  <a:lnTo>
                    <a:pt x="389001" y="300888"/>
                  </a:lnTo>
                  <a:lnTo>
                    <a:pt x="396633" y="300888"/>
                  </a:lnTo>
                  <a:lnTo>
                    <a:pt x="407433" y="293649"/>
                  </a:lnTo>
                  <a:lnTo>
                    <a:pt x="390956" y="293649"/>
                  </a:lnTo>
                  <a:lnTo>
                    <a:pt x="388507" y="292976"/>
                  </a:lnTo>
                  <a:lnTo>
                    <a:pt x="388282" y="292976"/>
                  </a:lnTo>
                  <a:lnTo>
                    <a:pt x="383616" y="289712"/>
                  </a:lnTo>
                  <a:lnTo>
                    <a:pt x="379083" y="271335"/>
                  </a:lnTo>
                  <a:lnTo>
                    <a:pt x="379602" y="268338"/>
                  </a:lnTo>
                  <a:lnTo>
                    <a:pt x="381850" y="262508"/>
                  </a:lnTo>
                  <a:lnTo>
                    <a:pt x="383552" y="260197"/>
                  </a:lnTo>
                  <a:lnTo>
                    <a:pt x="388073" y="256743"/>
                  </a:lnTo>
                  <a:lnTo>
                    <a:pt x="390905" y="255879"/>
                  </a:lnTo>
                  <a:lnTo>
                    <a:pt x="407424" y="255879"/>
                  </a:lnTo>
                  <a:lnTo>
                    <a:pt x="406120" y="254177"/>
                  </a:lnTo>
                  <a:lnTo>
                    <a:pt x="405053" y="252742"/>
                  </a:lnTo>
                  <a:lnTo>
                    <a:pt x="403504" y="251472"/>
                  </a:lnTo>
                  <a:lnTo>
                    <a:pt x="401485" y="250355"/>
                  </a:lnTo>
                  <a:lnTo>
                    <a:pt x="399679" y="249326"/>
                  </a:lnTo>
                  <a:lnTo>
                    <a:pt x="400031" y="249326"/>
                  </a:lnTo>
                  <a:lnTo>
                    <a:pt x="396773" y="248653"/>
                  </a:lnTo>
                  <a:close/>
                </a:path>
                <a:path w="1183005" h="322580">
                  <a:moveTo>
                    <a:pt x="407424" y="255879"/>
                  </a:moveTo>
                  <a:lnTo>
                    <a:pt x="397598" y="255879"/>
                  </a:lnTo>
                  <a:lnTo>
                    <a:pt x="400411" y="256743"/>
                  </a:lnTo>
                  <a:lnTo>
                    <a:pt x="404799" y="259968"/>
                  </a:lnTo>
                  <a:lnTo>
                    <a:pt x="406476" y="262229"/>
                  </a:lnTo>
                  <a:lnTo>
                    <a:pt x="408749" y="268008"/>
                  </a:lnTo>
                  <a:lnTo>
                    <a:pt x="409320" y="271335"/>
                  </a:lnTo>
                  <a:lnTo>
                    <a:pt x="409320" y="278968"/>
                  </a:lnTo>
                  <a:lnTo>
                    <a:pt x="408794" y="281965"/>
                  </a:lnTo>
                  <a:lnTo>
                    <a:pt x="408736" y="282295"/>
                  </a:lnTo>
                  <a:lnTo>
                    <a:pt x="406425" y="287832"/>
                  </a:lnTo>
                  <a:lnTo>
                    <a:pt x="404736" y="289966"/>
                  </a:lnTo>
                  <a:lnTo>
                    <a:pt x="400182" y="292976"/>
                  </a:lnTo>
                  <a:lnTo>
                    <a:pt x="400043" y="292976"/>
                  </a:lnTo>
                  <a:lnTo>
                    <a:pt x="397548" y="293649"/>
                  </a:lnTo>
                  <a:lnTo>
                    <a:pt x="407433" y="293649"/>
                  </a:lnTo>
                  <a:lnTo>
                    <a:pt x="407911" y="292976"/>
                  </a:lnTo>
                  <a:lnTo>
                    <a:pt x="408508" y="292023"/>
                  </a:lnTo>
                  <a:lnTo>
                    <a:pt x="417233" y="292023"/>
                  </a:lnTo>
                  <a:lnTo>
                    <a:pt x="417233" y="257644"/>
                  </a:lnTo>
                  <a:lnTo>
                    <a:pt x="408635" y="257644"/>
                  </a:lnTo>
                  <a:lnTo>
                    <a:pt x="408050" y="256743"/>
                  </a:lnTo>
                  <a:lnTo>
                    <a:pt x="407424" y="255879"/>
                  </a:lnTo>
                  <a:close/>
                </a:path>
                <a:path w="1183005" h="322580">
                  <a:moveTo>
                    <a:pt x="417233" y="249326"/>
                  </a:moveTo>
                  <a:lnTo>
                    <a:pt x="409460" y="249326"/>
                  </a:lnTo>
                  <a:lnTo>
                    <a:pt x="409460" y="257644"/>
                  </a:lnTo>
                  <a:lnTo>
                    <a:pt x="417233" y="257644"/>
                  </a:lnTo>
                  <a:lnTo>
                    <a:pt x="417233" y="249326"/>
                  </a:lnTo>
                  <a:close/>
                </a:path>
                <a:path w="1183005" h="322580">
                  <a:moveTo>
                    <a:pt x="493260" y="255739"/>
                  </a:moveTo>
                  <a:lnTo>
                    <a:pt x="480745" y="255739"/>
                  </a:lnTo>
                  <a:lnTo>
                    <a:pt x="483501" y="256666"/>
                  </a:lnTo>
                  <a:lnTo>
                    <a:pt x="487159" y="260400"/>
                  </a:lnTo>
                  <a:lnTo>
                    <a:pt x="488086" y="263042"/>
                  </a:lnTo>
                  <a:lnTo>
                    <a:pt x="488086" y="267944"/>
                  </a:lnTo>
                  <a:lnTo>
                    <a:pt x="487616" y="268858"/>
                  </a:lnTo>
                  <a:lnTo>
                    <a:pt x="485775" y="269900"/>
                  </a:lnTo>
                  <a:lnTo>
                    <a:pt x="484314" y="270281"/>
                  </a:lnTo>
                  <a:lnTo>
                    <a:pt x="477761" y="271017"/>
                  </a:lnTo>
                  <a:lnTo>
                    <a:pt x="472147" y="271741"/>
                  </a:lnTo>
                  <a:lnTo>
                    <a:pt x="454266" y="290245"/>
                  </a:lnTo>
                  <a:lnTo>
                    <a:pt x="455053" y="293154"/>
                  </a:lnTo>
                  <a:lnTo>
                    <a:pt x="458241" y="297954"/>
                  </a:lnTo>
                  <a:lnTo>
                    <a:pt x="460387" y="299783"/>
                  </a:lnTo>
                  <a:lnTo>
                    <a:pt x="465797" y="302298"/>
                  </a:lnTo>
                  <a:lnTo>
                    <a:pt x="468807" y="302933"/>
                  </a:lnTo>
                  <a:lnTo>
                    <a:pt x="475170" y="302933"/>
                  </a:lnTo>
                  <a:lnTo>
                    <a:pt x="487133" y="295744"/>
                  </a:lnTo>
                  <a:lnTo>
                    <a:pt x="470296" y="295744"/>
                  </a:lnTo>
                  <a:lnTo>
                    <a:pt x="467784" y="295071"/>
                  </a:lnTo>
                  <a:lnTo>
                    <a:pt x="467612" y="295071"/>
                  </a:lnTo>
                  <a:lnTo>
                    <a:pt x="465404" y="293585"/>
                  </a:lnTo>
                  <a:lnTo>
                    <a:pt x="463346" y="292150"/>
                  </a:lnTo>
                  <a:lnTo>
                    <a:pt x="462405" y="290245"/>
                  </a:lnTo>
                  <a:lnTo>
                    <a:pt x="462400" y="284924"/>
                  </a:lnTo>
                  <a:lnTo>
                    <a:pt x="462769" y="283832"/>
                  </a:lnTo>
                  <a:lnTo>
                    <a:pt x="479926" y="277647"/>
                  </a:lnTo>
                  <a:lnTo>
                    <a:pt x="483374" y="277101"/>
                  </a:lnTo>
                  <a:lnTo>
                    <a:pt x="484695" y="276821"/>
                  </a:lnTo>
                  <a:lnTo>
                    <a:pt x="486949" y="276174"/>
                  </a:lnTo>
                  <a:lnTo>
                    <a:pt x="487743" y="275793"/>
                  </a:lnTo>
                  <a:lnTo>
                    <a:pt x="488086" y="275374"/>
                  </a:lnTo>
                  <a:lnTo>
                    <a:pt x="496125" y="275374"/>
                  </a:lnTo>
                  <a:lnTo>
                    <a:pt x="496125" y="263042"/>
                  </a:lnTo>
                  <a:lnTo>
                    <a:pt x="495696" y="260921"/>
                  </a:lnTo>
                  <a:lnTo>
                    <a:pt x="495591" y="260400"/>
                  </a:lnTo>
                  <a:lnTo>
                    <a:pt x="495498" y="259943"/>
                  </a:lnTo>
                  <a:lnTo>
                    <a:pt x="495452" y="259714"/>
                  </a:lnTo>
                  <a:lnTo>
                    <a:pt x="493260" y="255739"/>
                  </a:lnTo>
                  <a:close/>
                </a:path>
                <a:path w="1183005" h="322580">
                  <a:moveTo>
                    <a:pt x="496125" y="294614"/>
                  </a:moveTo>
                  <a:lnTo>
                    <a:pt x="488086" y="294614"/>
                  </a:lnTo>
                  <a:lnTo>
                    <a:pt x="488086" y="301701"/>
                  </a:lnTo>
                  <a:lnTo>
                    <a:pt x="496125" y="301701"/>
                  </a:lnTo>
                  <a:lnTo>
                    <a:pt x="496125" y="294614"/>
                  </a:lnTo>
                  <a:close/>
                </a:path>
                <a:path w="1183005" h="322580">
                  <a:moveTo>
                    <a:pt x="496125" y="275374"/>
                  </a:moveTo>
                  <a:lnTo>
                    <a:pt x="488086" y="275374"/>
                  </a:lnTo>
                  <a:lnTo>
                    <a:pt x="488009" y="285203"/>
                  </a:lnTo>
                  <a:lnTo>
                    <a:pt x="487514" y="287007"/>
                  </a:lnTo>
                  <a:lnTo>
                    <a:pt x="485267" y="290956"/>
                  </a:lnTo>
                  <a:lnTo>
                    <a:pt x="483603" y="292569"/>
                  </a:lnTo>
                  <a:lnTo>
                    <a:pt x="479221" y="295071"/>
                  </a:lnTo>
                  <a:lnTo>
                    <a:pt x="476367" y="295744"/>
                  </a:lnTo>
                  <a:lnTo>
                    <a:pt x="487133" y="295744"/>
                  </a:lnTo>
                  <a:lnTo>
                    <a:pt x="487667" y="294614"/>
                  </a:lnTo>
                  <a:lnTo>
                    <a:pt x="496125" y="294614"/>
                  </a:lnTo>
                  <a:lnTo>
                    <a:pt x="496125" y="275374"/>
                  </a:lnTo>
                  <a:close/>
                </a:path>
                <a:path w="1183005" h="322580">
                  <a:moveTo>
                    <a:pt x="478447" y="248653"/>
                  </a:moveTo>
                  <a:lnTo>
                    <a:pt x="474129" y="248653"/>
                  </a:lnTo>
                  <a:lnTo>
                    <a:pt x="471449" y="249008"/>
                  </a:lnTo>
                  <a:lnTo>
                    <a:pt x="455764" y="260921"/>
                  </a:lnTo>
                  <a:lnTo>
                    <a:pt x="463397" y="263651"/>
                  </a:lnTo>
                  <a:lnTo>
                    <a:pt x="464286" y="261746"/>
                  </a:lnTo>
                  <a:lnTo>
                    <a:pt x="465823" y="259943"/>
                  </a:lnTo>
                  <a:lnTo>
                    <a:pt x="470064" y="256666"/>
                  </a:lnTo>
                  <a:lnTo>
                    <a:pt x="469860" y="256666"/>
                  </a:lnTo>
                  <a:lnTo>
                    <a:pt x="473189" y="255739"/>
                  </a:lnTo>
                  <a:lnTo>
                    <a:pt x="493260" y="255739"/>
                  </a:lnTo>
                  <a:lnTo>
                    <a:pt x="492721" y="254761"/>
                  </a:lnTo>
                  <a:lnTo>
                    <a:pt x="491007" y="252907"/>
                  </a:lnTo>
                  <a:lnTo>
                    <a:pt x="486892" y="250456"/>
                  </a:lnTo>
                  <a:lnTo>
                    <a:pt x="485025" y="249745"/>
                  </a:lnTo>
                  <a:lnTo>
                    <a:pt x="485344" y="249745"/>
                  </a:lnTo>
                  <a:lnTo>
                    <a:pt x="482561" y="249262"/>
                  </a:lnTo>
                  <a:lnTo>
                    <a:pt x="480377" y="248856"/>
                  </a:lnTo>
                  <a:lnTo>
                    <a:pt x="478447" y="248653"/>
                  </a:lnTo>
                  <a:close/>
                </a:path>
                <a:path w="1183005" h="322580">
                  <a:moveTo>
                    <a:pt x="517461" y="249466"/>
                  </a:moveTo>
                  <a:lnTo>
                    <a:pt x="509689" y="249466"/>
                  </a:lnTo>
                  <a:lnTo>
                    <a:pt x="509689" y="301701"/>
                  </a:lnTo>
                  <a:lnTo>
                    <a:pt x="517740" y="301701"/>
                  </a:lnTo>
                  <a:lnTo>
                    <a:pt x="517740" y="267157"/>
                  </a:lnTo>
                  <a:lnTo>
                    <a:pt x="518247" y="264858"/>
                  </a:lnTo>
                  <a:lnTo>
                    <a:pt x="518312" y="264566"/>
                  </a:lnTo>
                  <a:lnTo>
                    <a:pt x="520636" y="260286"/>
                  </a:lnTo>
                  <a:lnTo>
                    <a:pt x="522211" y="258660"/>
                  </a:lnTo>
                  <a:lnTo>
                    <a:pt x="524281" y="257517"/>
                  </a:lnTo>
                  <a:lnTo>
                    <a:pt x="517461" y="257517"/>
                  </a:lnTo>
                  <a:lnTo>
                    <a:pt x="517461" y="249466"/>
                  </a:lnTo>
                  <a:close/>
                </a:path>
                <a:path w="1183005" h="322580">
                  <a:moveTo>
                    <a:pt x="548182" y="255879"/>
                  </a:moveTo>
                  <a:lnTo>
                    <a:pt x="534835" y="255879"/>
                  </a:lnTo>
                  <a:lnTo>
                    <a:pt x="537756" y="257035"/>
                  </a:lnTo>
                  <a:lnTo>
                    <a:pt x="542036" y="261645"/>
                  </a:lnTo>
                  <a:lnTo>
                    <a:pt x="543005" y="264566"/>
                  </a:lnTo>
                  <a:lnTo>
                    <a:pt x="543102" y="301701"/>
                  </a:lnTo>
                  <a:lnTo>
                    <a:pt x="551154" y="301701"/>
                  </a:lnTo>
                  <a:lnTo>
                    <a:pt x="551154" y="263969"/>
                  </a:lnTo>
                  <a:lnTo>
                    <a:pt x="550405" y="260286"/>
                  </a:lnTo>
                  <a:lnTo>
                    <a:pt x="548182" y="255879"/>
                  </a:lnTo>
                  <a:close/>
                </a:path>
                <a:path w="1183005" h="322580">
                  <a:moveTo>
                    <a:pt x="536968" y="248653"/>
                  </a:moveTo>
                  <a:lnTo>
                    <a:pt x="529463" y="248653"/>
                  </a:lnTo>
                  <a:lnTo>
                    <a:pt x="526237" y="249466"/>
                  </a:lnTo>
                  <a:lnTo>
                    <a:pt x="521233" y="252717"/>
                  </a:lnTo>
                  <a:lnTo>
                    <a:pt x="519379" y="254850"/>
                  </a:lnTo>
                  <a:lnTo>
                    <a:pt x="518147" y="257517"/>
                  </a:lnTo>
                  <a:lnTo>
                    <a:pt x="524281" y="257517"/>
                  </a:lnTo>
                  <a:lnTo>
                    <a:pt x="526237" y="256438"/>
                  </a:lnTo>
                  <a:lnTo>
                    <a:pt x="528535" y="255879"/>
                  </a:lnTo>
                  <a:lnTo>
                    <a:pt x="548182" y="255879"/>
                  </a:lnTo>
                  <a:lnTo>
                    <a:pt x="547458" y="254444"/>
                  </a:lnTo>
                  <a:lnTo>
                    <a:pt x="545388" y="252260"/>
                  </a:lnTo>
                  <a:lnTo>
                    <a:pt x="540231" y="249466"/>
                  </a:lnTo>
                  <a:lnTo>
                    <a:pt x="540448" y="249466"/>
                  </a:lnTo>
                  <a:lnTo>
                    <a:pt x="536968" y="248653"/>
                  </a:lnTo>
                  <a:close/>
                </a:path>
                <a:path w="1183005" h="322580">
                  <a:moveTo>
                    <a:pt x="588048" y="248653"/>
                  </a:moveTo>
                  <a:lnTo>
                    <a:pt x="580224" y="248653"/>
                  </a:lnTo>
                  <a:lnTo>
                    <a:pt x="576338" y="249745"/>
                  </a:lnTo>
                  <a:lnTo>
                    <a:pt x="569620" y="254165"/>
                  </a:lnTo>
                  <a:lnTo>
                    <a:pt x="566991" y="257289"/>
                  </a:lnTo>
                  <a:lnTo>
                    <a:pt x="563219" y="265379"/>
                  </a:lnTo>
                  <a:lnTo>
                    <a:pt x="562279" y="270154"/>
                  </a:lnTo>
                  <a:lnTo>
                    <a:pt x="562279" y="281203"/>
                  </a:lnTo>
                  <a:lnTo>
                    <a:pt x="580136" y="302793"/>
                  </a:lnTo>
                  <a:lnTo>
                    <a:pt x="587870" y="302793"/>
                  </a:lnTo>
                  <a:lnTo>
                    <a:pt x="590562" y="302234"/>
                  </a:lnTo>
                  <a:lnTo>
                    <a:pt x="594601" y="299986"/>
                  </a:lnTo>
                  <a:lnTo>
                    <a:pt x="596163" y="298703"/>
                  </a:lnTo>
                  <a:lnTo>
                    <a:pt x="598517" y="295567"/>
                  </a:lnTo>
                  <a:lnTo>
                    <a:pt x="582231" y="295567"/>
                  </a:lnTo>
                  <a:lnTo>
                    <a:pt x="579573" y="294728"/>
                  </a:lnTo>
                  <a:lnTo>
                    <a:pt x="571012" y="282955"/>
                  </a:lnTo>
                  <a:lnTo>
                    <a:pt x="570890" y="282625"/>
                  </a:lnTo>
                  <a:lnTo>
                    <a:pt x="570357" y="279476"/>
                  </a:lnTo>
                  <a:lnTo>
                    <a:pt x="570357" y="271602"/>
                  </a:lnTo>
                  <a:lnTo>
                    <a:pt x="570877" y="268516"/>
                  </a:lnTo>
                  <a:lnTo>
                    <a:pt x="573125" y="262585"/>
                  </a:lnTo>
                  <a:lnTo>
                    <a:pt x="574814" y="260235"/>
                  </a:lnTo>
                  <a:lnTo>
                    <a:pt x="579348" y="256755"/>
                  </a:lnTo>
                  <a:lnTo>
                    <a:pt x="582180" y="255879"/>
                  </a:lnTo>
                  <a:lnTo>
                    <a:pt x="598569" y="255879"/>
                  </a:lnTo>
                  <a:lnTo>
                    <a:pt x="596239" y="252742"/>
                  </a:lnTo>
                  <a:lnTo>
                    <a:pt x="594715" y="251472"/>
                  </a:lnTo>
                  <a:lnTo>
                    <a:pt x="592721" y="250355"/>
                  </a:lnTo>
                  <a:lnTo>
                    <a:pt x="590740" y="249212"/>
                  </a:lnTo>
                  <a:lnTo>
                    <a:pt x="588048" y="248653"/>
                  </a:lnTo>
                  <a:close/>
                </a:path>
                <a:path w="1183005" h="322580">
                  <a:moveTo>
                    <a:pt x="608507" y="293649"/>
                  </a:moveTo>
                  <a:lnTo>
                    <a:pt x="600735" y="293649"/>
                  </a:lnTo>
                  <a:lnTo>
                    <a:pt x="600735" y="301701"/>
                  </a:lnTo>
                  <a:lnTo>
                    <a:pt x="608507" y="301701"/>
                  </a:lnTo>
                  <a:lnTo>
                    <a:pt x="608507" y="293649"/>
                  </a:lnTo>
                  <a:close/>
                </a:path>
                <a:path w="1183005" h="322580">
                  <a:moveTo>
                    <a:pt x="598569" y="255879"/>
                  </a:moveTo>
                  <a:lnTo>
                    <a:pt x="588873" y="255879"/>
                  </a:lnTo>
                  <a:lnTo>
                    <a:pt x="591685" y="256755"/>
                  </a:lnTo>
                  <a:lnTo>
                    <a:pt x="596074" y="260007"/>
                  </a:lnTo>
                  <a:lnTo>
                    <a:pt x="597750" y="262293"/>
                  </a:lnTo>
                  <a:lnTo>
                    <a:pt x="600024" y="268185"/>
                  </a:lnTo>
                  <a:lnTo>
                    <a:pt x="600595" y="271602"/>
                  </a:lnTo>
                  <a:lnTo>
                    <a:pt x="600595" y="279476"/>
                  </a:lnTo>
                  <a:lnTo>
                    <a:pt x="600066" y="282625"/>
                  </a:lnTo>
                  <a:lnTo>
                    <a:pt x="600011" y="282955"/>
                  </a:lnTo>
                  <a:lnTo>
                    <a:pt x="588822" y="295567"/>
                  </a:lnTo>
                  <a:lnTo>
                    <a:pt x="598517" y="295567"/>
                  </a:lnTo>
                  <a:lnTo>
                    <a:pt x="599105" y="294728"/>
                  </a:lnTo>
                  <a:lnTo>
                    <a:pt x="599782" y="293649"/>
                  </a:lnTo>
                  <a:lnTo>
                    <a:pt x="608507" y="293649"/>
                  </a:lnTo>
                  <a:lnTo>
                    <a:pt x="608507" y="257644"/>
                  </a:lnTo>
                  <a:lnTo>
                    <a:pt x="599782" y="257644"/>
                  </a:lnTo>
                  <a:lnTo>
                    <a:pt x="599194" y="256755"/>
                  </a:lnTo>
                  <a:lnTo>
                    <a:pt x="598569" y="255879"/>
                  </a:lnTo>
                  <a:close/>
                </a:path>
                <a:path w="1183005" h="322580">
                  <a:moveTo>
                    <a:pt x="608507" y="231876"/>
                  </a:moveTo>
                  <a:lnTo>
                    <a:pt x="600455" y="231876"/>
                  </a:lnTo>
                  <a:lnTo>
                    <a:pt x="600455" y="257644"/>
                  </a:lnTo>
                  <a:lnTo>
                    <a:pt x="608507" y="257644"/>
                  </a:lnTo>
                  <a:lnTo>
                    <a:pt x="608507" y="231876"/>
                  </a:lnTo>
                  <a:close/>
                </a:path>
                <a:path w="1183005" h="322580">
                  <a:moveTo>
                    <a:pt x="656882" y="249326"/>
                  </a:moveTo>
                  <a:lnTo>
                    <a:pt x="649109" y="249326"/>
                  </a:lnTo>
                  <a:lnTo>
                    <a:pt x="649109" y="321335"/>
                  </a:lnTo>
                  <a:lnTo>
                    <a:pt x="657161" y="321335"/>
                  </a:lnTo>
                  <a:lnTo>
                    <a:pt x="657161" y="293649"/>
                  </a:lnTo>
                  <a:lnTo>
                    <a:pt x="664657" y="293649"/>
                  </a:lnTo>
                  <a:lnTo>
                    <a:pt x="661619" y="291337"/>
                  </a:lnTo>
                  <a:lnTo>
                    <a:pt x="659917" y="288988"/>
                  </a:lnTo>
                  <a:lnTo>
                    <a:pt x="657605" y="282955"/>
                  </a:lnTo>
                  <a:lnTo>
                    <a:pt x="657021" y="279476"/>
                  </a:lnTo>
                  <a:lnTo>
                    <a:pt x="657021" y="271602"/>
                  </a:lnTo>
                  <a:lnTo>
                    <a:pt x="657538" y="268516"/>
                  </a:lnTo>
                  <a:lnTo>
                    <a:pt x="657593" y="268185"/>
                  </a:lnTo>
                  <a:lnTo>
                    <a:pt x="659753" y="262585"/>
                  </a:lnTo>
                  <a:lnTo>
                    <a:pt x="659866" y="262293"/>
                  </a:lnTo>
                  <a:lnTo>
                    <a:pt x="661543" y="260007"/>
                  </a:lnTo>
                  <a:lnTo>
                    <a:pt x="664745" y="257644"/>
                  </a:lnTo>
                  <a:lnTo>
                    <a:pt x="656882" y="257644"/>
                  </a:lnTo>
                  <a:lnTo>
                    <a:pt x="656882" y="249326"/>
                  </a:lnTo>
                  <a:close/>
                </a:path>
                <a:path w="1183005" h="322580">
                  <a:moveTo>
                    <a:pt x="664657" y="293649"/>
                  </a:moveTo>
                  <a:lnTo>
                    <a:pt x="657847" y="293649"/>
                  </a:lnTo>
                  <a:lnTo>
                    <a:pt x="658511" y="294728"/>
                  </a:lnTo>
                  <a:lnTo>
                    <a:pt x="669747" y="302793"/>
                  </a:lnTo>
                  <a:lnTo>
                    <a:pt x="677481" y="302793"/>
                  </a:lnTo>
                  <a:lnTo>
                    <a:pt x="681329" y="301688"/>
                  </a:lnTo>
                  <a:lnTo>
                    <a:pt x="688022" y="297256"/>
                  </a:lnTo>
                  <a:lnTo>
                    <a:pt x="689424" y="295567"/>
                  </a:lnTo>
                  <a:lnTo>
                    <a:pt x="668794" y="295567"/>
                  </a:lnTo>
                  <a:lnTo>
                    <a:pt x="666076" y="294728"/>
                  </a:lnTo>
                  <a:lnTo>
                    <a:pt x="664657" y="293649"/>
                  </a:lnTo>
                  <a:close/>
                </a:path>
                <a:path w="1183005" h="322580">
                  <a:moveTo>
                    <a:pt x="689445" y="255879"/>
                  </a:moveTo>
                  <a:lnTo>
                    <a:pt x="675436" y="255879"/>
                  </a:lnTo>
                  <a:lnTo>
                    <a:pt x="678268" y="256755"/>
                  </a:lnTo>
                  <a:lnTo>
                    <a:pt x="680516" y="258508"/>
                  </a:lnTo>
                  <a:lnTo>
                    <a:pt x="687259" y="279476"/>
                  </a:lnTo>
                  <a:lnTo>
                    <a:pt x="686727" y="282625"/>
                  </a:lnTo>
                  <a:lnTo>
                    <a:pt x="685558" y="285673"/>
                  </a:lnTo>
                  <a:lnTo>
                    <a:pt x="684428" y="288696"/>
                  </a:lnTo>
                  <a:lnTo>
                    <a:pt x="682726" y="291109"/>
                  </a:lnTo>
                  <a:lnTo>
                    <a:pt x="678902" y="294119"/>
                  </a:lnTo>
                  <a:lnTo>
                    <a:pt x="678032" y="294728"/>
                  </a:lnTo>
                  <a:lnTo>
                    <a:pt x="675386" y="295567"/>
                  </a:lnTo>
                  <a:lnTo>
                    <a:pt x="689424" y="295567"/>
                  </a:lnTo>
                  <a:lnTo>
                    <a:pt x="690626" y="294119"/>
                  </a:lnTo>
                  <a:lnTo>
                    <a:pt x="692518" y="290080"/>
                  </a:lnTo>
                  <a:lnTo>
                    <a:pt x="694397" y="286003"/>
                  </a:lnTo>
                  <a:lnTo>
                    <a:pt x="695350" y="281203"/>
                  </a:lnTo>
                  <a:lnTo>
                    <a:pt x="695350" y="270154"/>
                  </a:lnTo>
                  <a:lnTo>
                    <a:pt x="694397" y="265379"/>
                  </a:lnTo>
                  <a:lnTo>
                    <a:pt x="690626" y="257289"/>
                  </a:lnTo>
                  <a:lnTo>
                    <a:pt x="689445" y="255879"/>
                  </a:lnTo>
                  <a:close/>
                </a:path>
                <a:path w="1183005" h="322580">
                  <a:moveTo>
                    <a:pt x="677392" y="248653"/>
                  </a:moveTo>
                  <a:lnTo>
                    <a:pt x="669569" y="248653"/>
                  </a:lnTo>
                  <a:lnTo>
                    <a:pt x="666310" y="249326"/>
                  </a:lnTo>
                  <a:lnTo>
                    <a:pt x="666663" y="249326"/>
                  </a:lnTo>
                  <a:lnTo>
                    <a:pt x="662889" y="251472"/>
                  </a:lnTo>
                  <a:lnTo>
                    <a:pt x="661365" y="252742"/>
                  </a:lnTo>
                  <a:lnTo>
                    <a:pt x="658423" y="256755"/>
                  </a:lnTo>
                  <a:lnTo>
                    <a:pt x="657847" y="257644"/>
                  </a:lnTo>
                  <a:lnTo>
                    <a:pt x="664745" y="257644"/>
                  </a:lnTo>
                  <a:lnTo>
                    <a:pt x="665932" y="256755"/>
                  </a:lnTo>
                  <a:lnTo>
                    <a:pt x="668756" y="255879"/>
                  </a:lnTo>
                  <a:lnTo>
                    <a:pt x="689445" y="255879"/>
                  </a:lnTo>
                  <a:lnTo>
                    <a:pt x="688009" y="254165"/>
                  </a:lnTo>
                  <a:lnTo>
                    <a:pt x="681278" y="249745"/>
                  </a:lnTo>
                  <a:lnTo>
                    <a:pt x="677392" y="248653"/>
                  </a:lnTo>
                  <a:close/>
                </a:path>
                <a:path w="1183005" h="322580">
                  <a:moveTo>
                    <a:pt x="714540" y="249326"/>
                  </a:moveTo>
                  <a:lnTo>
                    <a:pt x="706501" y="249326"/>
                  </a:lnTo>
                  <a:lnTo>
                    <a:pt x="706501" y="301701"/>
                  </a:lnTo>
                  <a:lnTo>
                    <a:pt x="714540" y="301701"/>
                  </a:lnTo>
                  <a:lnTo>
                    <a:pt x="714540" y="249326"/>
                  </a:lnTo>
                  <a:close/>
                </a:path>
                <a:path w="1183005" h="322580">
                  <a:moveTo>
                    <a:pt x="712152" y="229692"/>
                  </a:moveTo>
                  <a:lnTo>
                    <a:pt x="709015" y="229692"/>
                  </a:lnTo>
                  <a:lnTo>
                    <a:pt x="707669" y="230225"/>
                  </a:lnTo>
                  <a:lnTo>
                    <a:pt x="706526" y="231292"/>
                  </a:lnTo>
                  <a:lnTo>
                    <a:pt x="705421" y="232359"/>
                  </a:lnTo>
                  <a:lnTo>
                    <a:pt x="704862" y="233641"/>
                  </a:lnTo>
                  <a:lnTo>
                    <a:pt x="704862" y="236651"/>
                  </a:lnTo>
                  <a:lnTo>
                    <a:pt x="705421" y="237934"/>
                  </a:lnTo>
                  <a:lnTo>
                    <a:pt x="706526" y="239001"/>
                  </a:lnTo>
                  <a:lnTo>
                    <a:pt x="707669" y="240068"/>
                  </a:lnTo>
                  <a:lnTo>
                    <a:pt x="709015" y="240601"/>
                  </a:lnTo>
                  <a:lnTo>
                    <a:pt x="712152" y="240601"/>
                  </a:lnTo>
                  <a:lnTo>
                    <a:pt x="713498" y="240068"/>
                  </a:lnTo>
                  <a:lnTo>
                    <a:pt x="715746" y="237934"/>
                  </a:lnTo>
                  <a:lnTo>
                    <a:pt x="716318" y="236651"/>
                  </a:lnTo>
                  <a:lnTo>
                    <a:pt x="716318" y="233641"/>
                  </a:lnTo>
                  <a:lnTo>
                    <a:pt x="715746" y="232359"/>
                  </a:lnTo>
                  <a:lnTo>
                    <a:pt x="713498" y="230225"/>
                  </a:lnTo>
                  <a:lnTo>
                    <a:pt x="712152" y="229692"/>
                  </a:lnTo>
                  <a:close/>
                </a:path>
                <a:path w="1183005" h="322580">
                  <a:moveTo>
                    <a:pt x="736206" y="231876"/>
                  </a:moveTo>
                  <a:lnTo>
                    <a:pt x="728154" y="231876"/>
                  </a:lnTo>
                  <a:lnTo>
                    <a:pt x="728154" y="301701"/>
                  </a:lnTo>
                  <a:lnTo>
                    <a:pt x="736206" y="301701"/>
                  </a:lnTo>
                  <a:lnTo>
                    <a:pt x="736206" y="231876"/>
                  </a:lnTo>
                  <a:close/>
                </a:path>
                <a:path w="1183005" h="322580">
                  <a:moveTo>
                    <a:pt x="775817" y="248653"/>
                  </a:moveTo>
                  <a:lnTo>
                    <a:pt x="766356" y="248653"/>
                  </a:lnTo>
                  <a:lnTo>
                    <a:pt x="762215" y="249770"/>
                  </a:lnTo>
                  <a:lnTo>
                    <a:pt x="755103" y="254279"/>
                  </a:lnTo>
                  <a:lnTo>
                    <a:pt x="752322" y="257428"/>
                  </a:lnTo>
                  <a:lnTo>
                    <a:pt x="748347" y="265569"/>
                  </a:lnTo>
                  <a:lnTo>
                    <a:pt x="747356" y="270332"/>
                  </a:lnTo>
                  <a:lnTo>
                    <a:pt x="747356" y="281203"/>
                  </a:lnTo>
                  <a:lnTo>
                    <a:pt x="766356" y="302793"/>
                  </a:lnTo>
                  <a:lnTo>
                    <a:pt x="775817" y="302793"/>
                  </a:lnTo>
                  <a:lnTo>
                    <a:pt x="779957" y="301663"/>
                  </a:lnTo>
                  <a:lnTo>
                    <a:pt x="787069" y="297167"/>
                  </a:lnTo>
                  <a:lnTo>
                    <a:pt x="788476" y="295567"/>
                  </a:lnTo>
                  <a:lnTo>
                    <a:pt x="767499" y="295567"/>
                  </a:lnTo>
                  <a:lnTo>
                    <a:pt x="764540" y="294639"/>
                  </a:lnTo>
                  <a:lnTo>
                    <a:pt x="759904" y="290956"/>
                  </a:lnTo>
                  <a:lnTo>
                    <a:pt x="758190" y="288543"/>
                  </a:lnTo>
                  <a:lnTo>
                    <a:pt x="755967" y="282536"/>
                  </a:lnTo>
                  <a:lnTo>
                    <a:pt x="755408" y="279285"/>
                  </a:lnTo>
                  <a:lnTo>
                    <a:pt x="755408" y="272287"/>
                  </a:lnTo>
                  <a:lnTo>
                    <a:pt x="767499" y="255879"/>
                  </a:lnTo>
                  <a:lnTo>
                    <a:pt x="788476" y="255879"/>
                  </a:lnTo>
                  <a:lnTo>
                    <a:pt x="787069" y="254279"/>
                  </a:lnTo>
                  <a:lnTo>
                    <a:pt x="779957" y="249770"/>
                  </a:lnTo>
                  <a:lnTo>
                    <a:pt x="775817" y="248653"/>
                  </a:lnTo>
                  <a:close/>
                </a:path>
                <a:path w="1183005" h="322580">
                  <a:moveTo>
                    <a:pt x="788476" y="255879"/>
                  </a:moveTo>
                  <a:lnTo>
                    <a:pt x="774674" y="255879"/>
                  </a:lnTo>
                  <a:lnTo>
                    <a:pt x="777633" y="256806"/>
                  </a:lnTo>
                  <a:lnTo>
                    <a:pt x="782269" y="260540"/>
                  </a:lnTo>
                  <a:lnTo>
                    <a:pt x="783983" y="262978"/>
                  </a:lnTo>
                  <a:lnTo>
                    <a:pt x="786218" y="269024"/>
                  </a:lnTo>
                  <a:lnTo>
                    <a:pt x="786777" y="272287"/>
                  </a:lnTo>
                  <a:lnTo>
                    <a:pt x="786777" y="279285"/>
                  </a:lnTo>
                  <a:lnTo>
                    <a:pt x="774674" y="295567"/>
                  </a:lnTo>
                  <a:lnTo>
                    <a:pt x="788476" y="295567"/>
                  </a:lnTo>
                  <a:lnTo>
                    <a:pt x="789838" y="294017"/>
                  </a:lnTo>
                  <a:lnTo>
                    <a:pt x="793813" y="285927"/>
                  </a:lnTo>
                  <a:lnTo>
                    <a:pt x="794816" y="281203"/>
                  </a:lnTo>
                  <a:lnTo>
                    <a:pt x="794816" y="270332"/>
                  </a:lnTo>
                  <a:lnTo>
                    <a:pt x="793813" y="265569"/>
                  </a:lnTo>
                  <a:lnTo>
                    <a:pt x="789838" y="257428"/>
                  </a:lnTo>
                  <a:lnTo>
                    <a:pt x="788476" y="255879"/>
                  </a:lnTo>
                  <a:close/>
                </a:path>
                <a:path w="1183005" h="322580">
                  <a:moveTo>
                    <a:pt x="817575" y="236778"/>
                  </a:moveTo>
                  <a:lnTo>
                    <a:pt x="809523" y="236778"/>
                  </a:lnTo>
                  <a:lnTo>
                    <a:pt x="809523" y="291922"/>
                  </a:lnTo>
                  <a:lnTo>
                    <a:pt x="821435" y="302386"/>
                  </a:lnTo>
                  <a:lnTo>
                    <a:pt x="825922" y="302386"/>
                  </a:lnTo>
                  <a:lnTo>
                    <a:pt x="828165" y="301891"/>
                  </a:lnTo>
                  <a:lnTo>
                    <a:pt x="829157" y="301637"/>
                  </a:lnTo>
                  <a:lnTo>
                    <a:pt x="829703" y="301434"/>
                  </a:lnTo>
                  <a:lnTo>
                    <a:pt x="828160" y="294614"/>
                  </a:lnTo>
                  <a:lnTo>
                    <a:pt x="822801" y="294614"/>
                  </a:lnTo>
                  <a:lnTo>
                    <a:pt x="819948" y="293674"/>
                  </a:lnTo>
                  <a:lnTo>
                    <a:pt x="820102" y="293674"/>
                  </a:lnTo>
                  <a:lnTo>
                    <a:pt x="819238" y="292925"/>
                  </a:lnTo>
                  <a:lnTo>
                    <a:pt x="818623" y="291922"/>
                  </a:lnTo>
                  <a:lnTo>
                    <a:pt x="817905" y="290677"/>
                  </a:lnTo>
                  <a:lnTo>
                    <a:pt x="817575" y="288975"/>
                  </a:lnTo>
                  <a:lnTo>
                    <a:pt x="817575" y="236778"/>
                  </a:lnTo>
                  <a:close/>
                </a:path>
                <a:path w="1183005" h="322580">
                  <a:moveTo>
                    <a:pt x="809523" y="249326"/>
                  </a:moveTo>
                  <a:lnTo>
                    <a:pt x="801611" y="249326"/>
                  </a:lnTo>
                  <a:lnTo>
                    <a:pt x="801611" y="256146"/>
                  </a:lnTo>
                  <a:lnTo>
                    <a:pt x="809523" y="256146"/>
                  </a:lnTo>
                  <a:lnTo>
                    <a:pt x="809523" y="249326"/>
                  </a:lnTo>
                  <a:close/>
                </a:path>
                <a:path w="1183005" h="322580">
                  <a:moveTo>
                    <a:pt x="828751" y="249326"/>
                  </a:moveTo>
                  <a:lnTo>
                    <a:pt x="817575" y="249326"/>
                  </a:lnTo>
                  <a:lnTo>
                    <a:pt x="817575" y="256146"/>
                  </a:lnTo>
                  <a:lnTo>
                    <a:pt x="828751" y="256146"/>
                  </a:lnTo>
                  <a:lnTo>
                    <a:pt x="828751" y="249326"/>
                  </a:lnTo>
                  <a:close/>
                </a:path>
                <a:path w="1183005" h="322580">
                  <a:moveTo>
                    <a:pt x="862647" y="228599"/>
                  </a:moveTo>
                  <a:lnTo>
                    <a:pt x="855548" y="228599"/>
                  </a:lnTo>
                  <a:lnTo>
                    <a:pt x="851395" y="234670"/>
                  </a:lnTo>
                  <a:lnTo>
                    <a:pt x="848182" y="241312"/>
                  </a:lnTo>
                  <a:lnTo>
                    <a:pt x="843711" y="255752"/>
                  </a:lnTo>
                  <a:lnTo>
                    <a:pt x="842594" y="263651"/>
                  </a:lnTo>
                  <a:lnTo>
                    <a:pt x="842594" y="280835"/>
                  </a:lnTo>
                  <a:lnTo>
                    <a:pt x="855548" y="315887"/>
                  </a:lnTo>
                  <a:lnTo>
                    <a:pt x="862647" y="315887"/>
                  </a:lnTo>
                  <a:lnTo>
                    <a:pt x="860463" y="312889"/>
                  </a:lnTo>
                  <a:lnTo>
                    <a:pt x="858481" y="309003"/>
                  </a:lnTo>
                  <a:lnTo>
                    <a:pt x="854938" y="299453"/>
                  </a:lnTo>
                  <a:lnTo>
                    <a:pt x="853528" y="294284"/>
                  </a:lnTo>
                  <a:lnTo>
                    <a:pt x="851433" y="283146"/>
                  </a:lnTo>
                  <a:lnTo>
                    <a:pt x="850912" y="277647"/>
                  </a:lnTo>
                  <a:lnTo>
                    <a:pt x="850912" y="268173"/>
                  </a:lnTo>
                  <a:lnTo>
                    <a:pt x="861009" y="230847"/>
                  </a:lnTo>
                  <a:lnTo>
                    <a:pt x="862647" y="228599"/>
                  </a:lnTo>
                  <a:close/>
                </a:path>
                <a:path w="1183005" h="322580">
                  <a:moveTo>
                    <a:pt x="912036" y="238290"/>
                  </a:moveTo>
                  <a:lnTo>
                    <a:pt x="897331" y="238290"/>
                  </a:lnTo>
                  <a:lnTo>
                    <a:pt x="899903" y="238836"/>
                  </a:lnTo>
                  <a:lnTo>
                    <a:pt x="899735" y="238836"/>
                  </a:lnTo>
                  <a:lnTo>
                    <a:pt x="903643" y="240728"/>
                  </a:lnTo>
                  <a:lnTo>
                    <a:pt x="905243" y="242112"/>
                  </a:lnTo>
                  <a:lnTo>
                    <a:pt x="906399" y="243916"/>
                  </a:lnTo>
                  <a:lnTo>
                    <a:pt x="907580" y="245706"/>
                  </a:lnTo>
                  <a:lnTo>
                    <a:pt x="908052" y="247421"/>
                  </a:lnTo>
                  <a:lnTo>
                    <a:pt x="908073" y="252856"/>
                  </a:lnTo>
                  <a:lnTo>
                    <a:pt x="907732" y="254469"/>
                  </a:lnTo>
                  <a:lnTo>
                    <a:pt x="873251" y="295567"/>
                  </a:lnTo>
                  <a:lnTo>
                    <a:pt x="873251" y="301701"/>
                  </a:lnTo>
                  <a:lnTo>
                    <a:pt x="917308" y="301701"/>
                  </a:lnTo>
                  <a:lnTo>
                    <a:pt x="917308" y="294195"/>
                  </a:lnTo>
                  <a:lnTo>
                    <a:pt x="884847" y="294195"/>
                  </a:lnTo>
                  <a:lnTo>
                    <a:pt x="884847" y="293649"/>
                  </a:lnTo>
                  <a:lnTo>
                    <a:pt x="904532" y="272580"/>
                  </a:lnTo>
                  <a:lnTo>
                    <a:pt x="907656" y="268947"/>
                  </a:lnTo>
                  <a:lnTo>
                    <a:pt x="912177" y="262966"/>
                  </a:lnTo>
                  <a:lnTo>
                    <a:pt x="913673" y="260426"/>
                  </a:lnTo>
                  <a:lnTo>
                    <a:pt x="913777" y="260248"/>
                  </a:lnTo>
                  <a:lnTo>
                    <a:pt x="914679" y="257822"/>
                  </a:lnTo>
                  <a:lnTo>
                    <a:pt x="915619" y="255371"/>
                  </a:lnTo>
                  <a:lnTo>
                    <a:pt x="916076" y="252856"/>
                  </a:lnTo>
                  <a:lnTo>
                    <a:pt x="916031" y="246532"/>
                  </a:lnTo>
                  <a:lnTo>
                    <a:pt x="915187" y="243433"/>
                  </a:lnTo>
                  <a:lnTo>
                    <a:pt x="912036" y="238290"/>
                  </a:lnTo>
                  <a:close/>
                </a:path>
                <a:path w="1183005" h="322580">
                  <a:moveTo>
                    <a:pt x="899172" y="230924"/>
                  </a:moveTo>
                  <a:lnTo>
                    <a:pt x="891006" y="230924"/>
                  </a:lnTo>
                  <a:lnTo>
                    <a:pt x="887336" y="231787"/>
                  </a:lnTo>
                  <a:lnTo>
                    <a:pt x="873531" y="247421"/>
                  </a:lnTo>
                  <a:lnTo>
                    <a:pt x="873531" y="251510"/>
                  </a:lnTo>
                  <a:lnTo>
                    <a:pt x="881570" y="251510"/>
                  </a:lnTo>
                  <a:lnTo>
                    <a:pt x="881570" y="248856"/>
                  </a:lnTo>
                  <a:lnTo>
                    <a:pt x="882066" y="246697"/>
                  </a:lnTo>
                  <a:lnTo>
                    <a:pt x="892124" y="238290"/>
                  </a:lnTo>
                  <a:lnTo>
                    <a:pt x="912036" y="238290"/>
                  </a:lnTo>
                  <a:lnTo>
                    <a:pt x="911639" y="237642"/>
                  </a:lnTo>
                  <a:lnTo>
                    <a:pt x="909116" y="235242"/>
                  </a:lnTo>
                  <a:lnTo>
                    <a:pt x="902792" y="231787"/>
                  </a:lnTo>
                  <a:lnTo>
                    <a:pt x="899172" y="230924"/>
                  </a:lnTo>
                  <a:close/>
                </a:path>
                <a:path w="1183005" h="322580">
                  <a:moveTo>
                    <a:pt x="954811" y="240741"/>
                  </a:moveTo>
                  <a:lnTo>
                    <a:pt x="946353" y="240741"/>
                  </a:lnTo>
                  <a:lnTo>
                    <a:pt x="946353" y="301701"/>
                  </a:lnTo>
                  <a:lnTo>
                    <a:pt x="954811" y="301701"/>
                  </a:lnTo>
                  <a:lnTo>
                    <a:pt x="954811" y="240741"/>
                  </a:lnTo>
                  <a:close/>
                </a:path>
                <a:path w="1183005" h="322580">
                  <a:moveTo>
                    <a:pt x="954811" y="231876"/>
                  </a:moveTo>
                  <a:lnTo>
                    <a:pt x="946353" y="231876"/>
                  </a:lnTo>
                  <a:lnTo>
                    <a:pt x="928903" y="243471"/>
                  </a:lnTo>
                  <a:lnTo>
                    <a:pt x="928903" y="252056"/>
                  </a:lnTo>
                  <a:lnTo>
                    <a:pt x="945946" y="240741"/>
                  </a:lnTo>
                  <a:lnTo>
                    <a:pt x="954811" y="240741"/>
                  </a:lnTo>
                  <a:lnTo>
                    <a:pt x="954811" y="231876"/>
                  </a:lnTo>
                  <a:close/>
                </a:path>
                <a:path w="1183005" h="322580">
                  <a:moveTo>
                    <a:pt x="1003909" y="263042"/>
                  </a:moveTo>
                  <a:lnTo>
                    <a:pt x="973353" y="263042"/>
                  </a:lnTo>
                  <a:lnTo>
                    <a:pt x="973353" y="270535"/>
                  </a:lnTo>
                  <a:lnTo>
                    <a:pt x="1003909" y="270535"/>
                  </a:lnTo>
                  <a:lnTo>
                    <a:pt x="1003909" y="263042"/>
                  </a:lnTo>
                  <a:close/>
                </a:path>
                <a:path w="1183005" h="322580">
                  <a:moveTo>
                    <a:pt x="1024140" y="284238"/>
                  </a:moveTo>
                  <a:lnTo>
                    <a:pt x="1015542" y="284238"/>
                  </a:lnTo>
                  <a:lnTo>
                    <a:pt x="1015654" y="286537"/>
                  </a:lnTo>
                  <a:lnTo>
                    <a:pt x="1015720" y="287908"/>
                  </a:lnTo>
                  <a:lnTo>
                    <a:pt x="1034770" y="302653"/>
                  </a:lnTo>
                  <a:lnTo>
                    <a:pt x="1043800" y="302653"/>
                  </a:lnTo>
                  <a:lnTo>
                    <a:pt x="1047411" y="301878"/>
                  </a:lnTo>
                  <a:lnTo>
                    <a:pt x="1047643" y="301878"/>
                  </a:lnTo>
                  <a:lnTo>
                    <a:pt x="1054925" y="298335"/>
                  </a:lnTo>
                  <a:lnTo>
                    <a:pt x="1057719" y="295973"/>
                  </a:lnTo>
                  <a:lnTo>
                    <a:pt x="1058275" y="295160"/>
                  </a:lnTo>
                  <a:lnTo>
                    <a:pt x="1036459" y="295160"/>
                  </a:lnTo>
                  <a:lnTo>
                    <a:pt x="1034008" y="294716"/>
                  </a:lnTo>
                  <a:lnTo>
                    <a:pt x="1024216" y="285203"/>
                  </a:lnTo>
                  <a:lnTo>
                    <a:pt x="1024140" y="284238"/>
                  </a:lnTo>
                  <a:close/>
                </a:path>
                <a:path w="1183005" h="322580">
                  <a:moveTo>
                    <a:pt x="1056561" y="238290"/>
                  </a:moveTo>
                  <a:lnTo>
                    <a:pt x="1041984" y="238290"/>
                  </a:lnTo>
                  <a:lnTo>
                    <a:pt x="1044206" y="238772"/>
                  </a:lnTo>
                  <a:lnTo>
                    <a:pt x="1048004" y="240728"/>
                  </a:lnTo>
                  <a:lnTo>
                    <a:pt x="1049477" y="242087"/>
                  </a:lnTo>
                  <a:lnTo>
                    <a:pt x="1051238" y="245033"/>
                  </a:lnTo>
                  <a:lnTo>
                    <a:pt x="1051591" y="245668"/>
                  </a:lnTo>
                  <a:lnTo>
                    <a:pt x="1052093" y="247649"/>
                  </a:lnTo>
                  <a:lnTo>
                    <a:pt x="1052093" y="252463"/>
                  </a:lnTo>
                  <a:lnTo>
                    <a:pt x="1040815" y="262153"/>
                  </a:lnTo>
                  <a:lnTo>
                    <a:pt x="1032459" y="262153"/>
                  </a:lnTo>
                  <a:lnTo>
                    <a:pt x="1032459" y="269646"/>
                  </a:lnTo>
                  <a:lnTo>
                    <a:pt x="1041590" y="269646"/>
                  </a:lnTo>
                  <a:lnTo>
                    <a:pt x="1044587" y="270205"/>
                  </a:lnTo>
                  <a:lnTo>
                    <a:pt x="1049502" y="272440"/>
                  </a:lnTo>
                  <a:lnTo>
                    <a:pt x="1051369" y="273977"/>
                  </a:lnTo>
                  <a:lnTo>
                    <a:pt x="1053909" y="277914"/>
                  </a:lnTo>
                  <a:lnTo>
                    <a:pt x="1054544" y="280174"/>
                  </a:lnTo>
                  <a:lnTo>
                    <a:pt x="1054544" y="285203"/>
                  </a:lnTo>
                  <a:lnTo>
                    <a:pt x="1053884" y="287362"/>
                  </a:lnTo>
                  <a:lnTo>
                    <a:pt x="1051207" y="291122"/>
                  </a:lnTo>
                  <a:lnTo>
                    <a:pt x="1049439" y="292544"/>
                  </a:lnTo>
                  <a:lnTo>
                    <a:pt x="1044592" y="294716"/>
                  </a:lnTo>
                  <a:lnTo>
                    <a:pt x="1044348" y="294716"/>
                  </a:lnTo>
                  <a:lnTo>
                    <a:pt x="1042136" y="295160"/>
                  </a:lnTo>
                  <a:lnTo>
                    <a:pt x="1058275" y="295160"/>
                  </a:lnTo>
                  <a:lnTo>
                    <a:pt x="1061747" y="290080"/>
                  </a:lnTo>
                  <a:lnTo>
                    <a:pt x="1061834" y="289953"/>
                  </a:lnTo>
                  <a:lnTo>
                    <a:pt x="1062863" y="286537"/>
                  </a:lnTo>
                  <a:lnTo>
                    <a:pt x="1062863" y="278307"/>
                  </a:lnTo>
                  <a:lnTo>
                    <a:pt x="1061631" y="274599"/>
                  </a:lnTo>
                  <a:lnTo>
                    <a:pt x="1056678" y="268566"/>
                  </a:lnTo>
                  <a:lnTo>
                    <a:pt x="1053223" y="266699"/>
                  </a:lnTo>
                  <a:lnTo>
                    <a:pt x="1048816" y="265963"/>
                  </a:lnTo>
                  <a:lnTo>
                    <a:pt x="1048816" y="265429"/>
                  </a:lnTo>
                  <a:lnTo>
                    <a:pt x="1052347" y="264350"/>
                  </a:lnTo>
                  <a:lnTo>
                    <a:pt x="1055128" y="262432"/>
                  </a:lnTo>
                  <a:lnTo>
                    <a:pt x="1059243" y="256882"/>
                  </a:lnTo>
                  <a:lnTo>
                    <a:pt x="1060272" y="253530"/>
                  </a:lnTo>
                  <a:lnTo>
                    <a:pt x="1060272" y="246303"/>
                  </a:lnTo>
                  <a:lnTo>
                    <a:pt x="1059446" y="243243"/>
                  </a:lnTo>
                  <a:lnTo>
                    <a:pt x="1056561" y="238290"/>
                  </a:lnTo>
                  <a:close/>
                </a:path>
                <a:path w="1183005" h="322580">
                  <a:moveTo>
                    <a:pt x="1043863" y="230924"/>
                  </a:moveTo>
                  <a:lnTo>
                    <a:pt x="1035519" y="230924"/>
                  </a:lnTo>
                  <a:lnTo>
                    <a:pt x="1031269" y="231800"/>
                  </a:lnTo>
                  <a:lnTo>
                    <a:pt x="1031576" y="231800"/>
                  </a:lnTo>
                  <a:lnTo>
                    <a:pt x="1025118" y="234784"/>
                  </a:lnTo>
                  <a:lnTo>
                    <a:pt x="1022413" y="236943"/>
                  </a:lnTo>
                  <a:lnTo>
                    <a:pt x="1018285" y="242468"/>
                  </a:lnTo>
                  <a:lnTo>
                    <a:pt x="1017181" y="245668"/>
                  </a:lnTo>
                  <a:lnTo>
                    <a:pt x="1017156" y="246303"/>
                  </a:lnTo>
                  <a:lnTo>
                    <a:pt x="1017041" y="249326"/>
                  </a:lnTo>
                  <a:lnTo>
                    <a:pt x="1025220" y="249326"/>
                  </a:lnTo>
                  <a:lnTo>
                    <a:pt x="1025334" y="247014"/>
                  </a:lnTo>
                  <a:lnTo>
                    <a:pt x="1026071" y="245033"/>
                  </a:lnTo>
                  <a:lnTo>
                    <a:pt x="1028750" y="241744"/>
                  </a:lnTo>
                  <a:lnTo>
                    <a:pt x="1030478" y="240474"/>
                  </a:lnTo>
                  <a:lnTo>
                    <a:pt x="1034609" y="238772"/>
                  </a:lnTo>
                  <a:lnTo>
                    <a:pt x="1034465" y="238772"/>
                  </a:lnTo>
                  <a:lnTo>
                    <a:pt x="1037005" y="238290"/>
                  </a:lnTo>
                  <a:lnTo>
                    <a:pt x="1056561" y="238290"/>
                  </a:lnTo>
                  <a:lnTo>
                    <a:pt x="1056132" y="237553"/>
                  </a:lnTo>
                  <a:lnTo>
                    <a:pt x="1053757" y="235267"/>
                  </a:lnTo>
                  <a:lnTo>
                    <a:pt x="1047572" y="231800"/>
                  </a:lnTo>
                  <a:lnTo>
                    <a:pt x="1043863" y="230924"/>
                  </a:lnTo>
                  <a:close/>
                </a:path>
                <a:path w="1183005" h="322580">
                  <a:moveTo>
                    <a:pt x="1103553" y="230924"/>
                  </a:moveTo>
                  <a:lnTo>
                    <a:pt x="1093368" y="230924"/>
                  </a:lnTo>
                  <a:lnTo>
                    <a:pt x="1089012" y="232346"/>
                  </a:lnTo>
                  <a:lnTo>
                    <a:pt x="1081760" y="237997"/>
                  </a:lnTo>
                  <a:lnTo>
                    <a:pt x="1078979" y="242087"/>
                  </a:lnTo>
                  <a:lnTo>
                    <a:pt x="1075143" y="252793"/>
                  </a:lnTo>
                  <a:lnTo>
                    <a:pt x="1074191" y="259245"/>
                  </a:lnTo>
                  <a:lnTo>
                    <a:pt x="1074191" y="274383"/>
                  </a:lnTo>
                  <a:lnTo>
                    <a:pt x="1093330" y="302653"/>
                  </a:lnTo>
                  <a:lnTo>
                    <a:pt x="1103604" y="302653"/>
                  </a:lnTo>
                  <a:lnTo>
                    <a:pt x="1107973" y="301256"/>
                  </a:lnTo>
                  <a:lnTo>
                    <a:pt x="1115199" y="295643"/>
                  </a:lnTo>
                  <a:lnTo>
                    <a:pt x="1115527" y="295160"/>
                  </a:lnTo>
                  <a:lnTo>
                    <a:pt x="1095070" y="295160"/>
                  </a:lnTo>
                  <a:lnTo>
                    <a:pt x="1092174" y="294055"/>
                  </a:lnTo>
                  <a:lnTo>
                    <a:pt x="1087386" y="289648"/>
                  </a:lnTo>
                  <a:lnTo>
                    <a:pt x="1085557" y="286423"/>
                  </a:lnTo>
                  <a:lnTo>
                    <a:pt x="1083005" y="277964"/>
                  </a:lnTo>
                  <a:lnTo>
                    <a:pt x="1082370" y="272834"/>
                  </a:lnTo>
                  <a:lnTo>
                    <a:pt x="1082370" y="257721"/>
                  </a:lnTo>
                  <a:lnTo>
                    <a:pt x="1083792" y="250710"/>
                  </a:lnTo>
                  <a:lnTo>
                    <a:pt x="1089469" y="240779"/>
                  </a:lnTo>
                  <a:lnTo>
                    <a:pt x="1093419" y="238290"/>
                  </a:lnTo>
                  <a:lnTo>
                    <a:pt x="1115359" y="238290"/>
                  </a:lnTo>
                  <a:lnTo>
                    <a:pt x="1115161" y="237997"/>
                  </a:lnTo>
                  <a:lnTo>
                    <a:pt x="1111516" y="235178"/>
                  </a:lnTo>
                  <a:lnTo>
                    <a:pt x="1107909" y="232346"/>
                  </a:lnTo>
                  <a:lnTo>
                    <a:pt x="1103553" y="230924"/>
                  </a:lnTo>
                  <a:close/>
                </a:path>
                <a:path w="1183005" h="322580">
                  <a:moveTo>
                    <a:pt x="1115359" y="238290"/>
                  </a:moveTo>
                  <a:lnTo>
                    <a:pt x="1101826" y="238290"/>
                  </a:lnTo>
                  <a:lnTo>
                    <a:pt x="1104696" y="239394"/>
                  </a:lnTo>
                  <a:lnTo>
                    <a:pt x="1107084" y="241630"/>
                  </a:lnTo>
                  <a:lnTo>
                    <a:pt x="1109497" y="243852"/>
                  </a:lnTo>
                  <a:lnTo>
                    <a:pt x="1111338" y="247091"/>
                  </a:lnTo>
                  <a:lnTo>
                    <a:pt x="1112608" y="251345"/>
                  </a:lnTo>
                  <a:lnTo>
                    <a:pt x="1113904" y="255587"/>
                  </a:lnTo>
                  <a:lnTo>
                    <a:pt x="1114552" y="260743"/>
                  </a:lnTo>
                  <a:lnTo>
                    <a:pt x="1114552" y="275882"/>
                  </a:lnTo>
                  <a:lnTo>
                    <a:pt x="1113142" y="282879"/>
                  </a:lnTo>
                  <a:lnTo>
                    <a:pt x="1107503" y="292696"/>
                  </a:lnTo>
                  <a:lnTo>
                    <a:pt x="1103553" y="295160"/>
                  </a:lnTo>
                  <a:lnTo>
                    <a:pt x="1115527" y="295160"/>
                  </a:lnTo>
                  <a:lnTo>
                    <a:pt x="1117968" y="291566"/>
                  </a:lnTo>
                  <a:lnTo>
                    <a:pt x="1121778" y="280860"/>
                  </a:lnTo>
                  <a:lnTo>
                    <a:pt x="1122743" y="274383"/>
                  </a:lnTo>
                  <a:lnTo>
                    <a:pt x="1122743" y="259245"/>
                  </a:lnTo>
                  <a:lnTo>
                    <a:pt x="1121778" y="252793"/>
                  </a:lnTo>
                  <a:lnTo>
                    <a:pt x="1119835" y="247459"/>
                  </a:lnTo>
                  <a:lnTo>
                    <a:pt x="1117930" y="242087"/>
                  </a:lnTo>
                  <a:lnTo>
                    <a:pt x="1115359" y="238290"/>
                  </a:lnTo>
                  <a:close/>
                </a:path>
                <a:path w="1183005" h="322580">
                  <a:moveTo>
                    <a:pt x="1138936" y="223151"/>
                  </a:moveTo>
                  <a:lnTo>
                    <a:pt x="1131836" y="223151"/>
                  </a:lnTo>
                  <a:lnTo>
                    <a:pt x="1134021" y="226148"/>
                  </a:lnTo>
                  <a:lnTo>
                    <a:pt x="1136002" y="230035"/>
                  </a:lnTo>
                  <a:lnTo>
                    <a:pt x="1139545" y="239585"/>
                  </a:lnTo>
                  <a:lnTo>
                    <a:pt x="1140955" y="244754"/>
                  </a:lnTo>
                  <a:lnTo>
                    <a:pt x="1143050" y="255892"/>
                  </a:lnTo>
                  <a:lnTo>
                    <a:pt x="1143571" y="261378"/>
                  </a:lnTo>
                  <a:lnTo>
                    <a:pt x="1143571" y="270827"/>
                  </a:lnTo>
                  <a:lnTo>
                    <a:pt x="1143266" y="274954"/>
                  </a:lnTo>
                  <a:lnTo>
                    <a:pt x="1142644" y="279158"/>
                  </a:lnTo>
                  <a:lnTo>
                    <a:pt x="1142060" y="283349"/>
                  </a:lnTo>
                  <a:lnTo>
                    <a:pt x="1141234" y="287400"/>
                  </a:lnTo>
                  <a:lnTo>
                    <a:pt x="1139088" y="295249"/>
                  </a:lnTo>
                  <a:lnTo>
                    <a:pt x="1137843" y="298830"/>
                  </a:lnTo>
                  <a:lnTo>
                    <a:pt x="1136408" y="302107"/>
                  </a:lnTo>
                  <a:lnTo>
                    <a:pt x="1134999" y="305409"/>
                  </a:lnTo>
                  <a:lnTo>
                    <a:pt x="1133475" y="308178"/>
                  </a:lnTo>
                  <a:lnTo>
                    <a:pt x="1131836" y="310426"/>
                  </a:lnTo>
                  <a:lnTo>
                    <a:pt x="1138936" y="310426"/>
                  </a:lnTo>
                  <a:lnTo>
                    <a:pt x="1143088" y="304355"/>
                  </a:lnTo>
                  <a:lnTo>
                    <a:pt x="1146289" y="297726"/>
                  </a:lnTo>
                  <a:lnTo>
                    <a:pt x="1150740" y="283349"/>
                  </a:lnTo>
                  <a:lnTo>
                    <a:pt x="1151890" y="275374"/>
                  </a:lnTo>
                  <a:lnTo>
                    <a:pt x="1151890" y="258190"/>
                  </a:lnTo>
                  <a:lnTo>
                    <a:pt x="1150759" y="250291"/>
                  </a:lnTo>
                  <a:lnTo>
                    <a:pt x="1148511" y="243090"/>
                  </a:lnTo>
                  <a:lnTo>
                    <a:pt x="1146289" y="235864"/>
                  </a:lnTo>
                  <a:lnTo>
                    <a:pt x="1143088" y="229209"/>
                  </a:lnTo>
                  <a:lnTo>
                    <a:pt x="1138936" y="223151"/>
                  </a:lnTo>
                  <a:close/>
                </a:path>
              </a:pathLst>
            </a:custGeom>
            <a:solidFill>
              <a:srgbClr val="5909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4446396" y="3353795"/>
            <a:ext cx="2291715" cy="872490"/>
            <a:chOff x="4446396" y="3353795"/>
            <a:chExt cx="2291715" cy="872490"/>
          </a:xfrm>
        </p:grpSpPr>
        <p:sp>
          <p:nvSpPr>
            <p:cNvPr id="21" name="object 21"/>
            <p:cNvSpPr/>
            <p:nvPr/>
          </p:nvSpPr>
          <p:spPr>
            <a:xfrm>
              <a:off x="4446397" y="3353803"/>
              <a:ext cx="2291715" cy="872490"/>
            </a:xfrm>
            <a:custGeom>
              <a:avLst/>
              <a:gdLst/>
              <a:ahLst/>
              <a:cxnLst/>
              <a:rect l="l" t="t" r="r" b="b"/>
              <a:pathLst>
                <a:path w="2291715" h="872489">
                  <a:moveTo>
                    <a:pt x="2291600" y="393"/>
                  </a:moveTo>
                  <a:lnTo>
                    <a:pt x="2280297" y="393"/>
                  </a:lnTo>
                  <a:lnTo>
                    <a:pt x="2280297" y="0"/>
                  </a:lnTo>
                  <a:lnTo>
                    <a:pt x="2268994" y="0"/>
                  </a:lnTo>
                  <a:lnTo>
                    <a:pt x="2268994" y="849757"/>
                  </a:lnTo>
                  <a:lnTo>
                    <a:pt x="22606" y="849757"/>
                  </a:lnTo>
                  <a:lnTo>
                    <a:pt x="22606" y="849630"/>
                  </a:lnTo>
                  <a:lnTo>
                    <a:pt x="22606" y="323710"/>
                  </a:lnTo>
                  <a:lnTo>
                    <a:pt x="2268994" y="323710"/>
                  </a:lnTo>
                  <a:lnTo>
                    <a:pt x="2268994" y="11696"/>
                  </a:lnTo>
                  <a:lnTo>
                    <a:pt x="22606" y="11696"/>
                  </a:lnTo>
                  <a:lnTo>
                    <a:pt x="22606" y="11430"/>
                  </a:lnTo>
                  <a:lnTo>
                    <a:pt x="2268994" y="11430"/>
                  </a:lnTo>
                  <a:lnTo>
                    <a:pt x="2268994" y="0"/>
                  </a:lnTo>
                  <a:lnTo>
                    <a:pt x="11303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849630"/>
                  </a:lnTo>
                  <a:lnTo>
                    <a:pt x="0" y="872490"/>
                  </a:lnTo>
                  <a:lnTo>
                    <a:pt x="11303" y="872490"/>
                  </a:lnTo>
                  <a:lnTo>
                    <a:pt x="2280297" y="872490"/>
                  </a:lnTo>
                  <a:lnTo>
                    <a:pt x="2280297" y="872363"/>
                  </a:lnTo>
                  <a:lnTo>
                    <a:pt x="2291600" y="872363"/>
                  </a:lnTo>
                  <a:lnTo>
                    <a:pt x="2291600" y="849757"/>
                  </a:lnTo>
                  <a:lnTo>
                    <a:pt x="2280297" y="849757"/>
                  </a:lnTo>
                  <a:lnTo>
                    <a:pt x="2280297" y="849630"/>
                  </a:lnTo>
                  <a:lnTo>
                    <a:pt x="2291600" y="849630"/>
                  </a:lnTo>
                  <a:lnTo>
                    <a:pt x="2291600" y="23012"/>
                  </a:lnTo>
                  <a:lnTo>
                    <a:pt x="2291600" y="22860"/>
                  </a:lnTo>
                  <a:lnTo>
                    <a:pt x="2291600" y="393"/>
                  </a:lnTo>
                  <a:close/>
                </a:path>
              </a:pathLst>
            </a:custGeom>
            <a:solidFill>
              <a:srgbClr val="E13E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96554" y="3398530"/>
              <a:ext cx="1651698" cy="12571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08916" y="3713258"/>
              <a:ext cx="2167610" cy="442175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4357496" y="4877795"/>
            <a:ext cx="2291715" cy="872490"/>
            <a:chOff x="4357496" y="4877795"/>
            <a:chExt cx="2291715" cy="872490"/>
          </a:xfrm>
        </p:grpSpPr>
        <p:sp>
          <p:nvSpPr>
            <p:cNvPr id="25" name="object 25"/>
            <p:cNvSpPr/>
            <p:nvPr/>
          </p:nvSpPr>
          <p:spPr>
            <a:xfrm>
              <a:off x="4357497" y="4877803"/>
              <a:ext cx="2291715" cy="872490"/>
            </a:xfrm>
            <a:custGeom>
              <a:avLst/>
              <a:gdLst/>
              <a:ahLst/>
              <a:cxnLst/>
              <a:rect l="l" t="t" r="r" b="b"/>
              <a:pathLst>
                <a:path w="2291715" h="872489">
                  <a:moveTo>
                    <a:pt x="2291600" y="393"/>
                  </a:moveTo>
                  <a:lnTo>
                    <a:pt x="2280297" y="393"/>
                  </a:lnTo>
                  <a:lnTo>
                    <a:pt x="2280297" y="0"/>
                  </a:lnTo>
                  <a:lnTo>
                    <a:pt x="2268994" y="0"/>
                  </a:lnTo>
                  <a:lnTo>
                    <a:pt x="2268994" y="849757"/>
                  </a:lnTo>
                  <a:lnTo>
                    <a:pt x="22606" y="849757"/>
                  </a:lnTo>
                  <a:lnTo>
                    <a:pt x="22606" y="849630"/>
                  </a:lnTo>
                  <a:lnTo>
                    <a:pt x="22606" y="323710"/>
                  </a:lnTo>
                  <a:lnTo>
                    <a:pt x="2268994" y="323710"/>
                  </a:lnTo>
                  <a:lnTo>
                    <a:pt x="2268994" y="11696"/>
                  </a:lnTo>
                  <a:lnTo>
                    <a:pt x="22606" y="11696"/>
                  </a:lnTo>
                  <a:lnTo>
                    <a:pt x="22606" y="11430"/>
                  </a:lnTo>
                  <a:lnTo>
                    <a:pt x="2268994" y="11430"/>
                  </a:lnTo>
                  <a:lnTo>
                    <a:pt x="2268994" y="0"/>
                  </a:lnTo>
                  <a:lnTo>
                    <a:pt x="11303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849630"/>
                  </a:lnTo>
                  <a:lnTo>
                    <a:pt x="0" y="872490"/>
                  </a:lnTo>
                  <a:lnTo>
                    <a:pt x="11303" y="872490"/>
                  </a:lnTo>
                  <a:lnTo>
                    <a:pt x="2280297" y="872490"/>
                  </a:lnTo>
                  <a:lnTo>
                    <a:pt x="2280297" y="872363"/>
                  </a:lnTo>
                  <a:lnTo>
                    <a:pt x="2291600" y="872363"/>
                  </a:lnTo>
                  <a:lnTo>
                    <a:pt x="2291600" y="849757"/>
                  </a:lnTo>
                  <a:lnTo>
                    <a:pt x="2280297" y="849757"/>
                  </a:lnTo>
                  <a:lnTo>
                    <a:pt x="2280297" y="849630"/>
                  </a:lnTo>
                  <a:lnTo>
                    <a:pt x="2291600" y="849630"/>
                  </a:lnTo>
                  <a:lnTo>
                    <a:pt x="2291600" y="23012"/>
                  </a:lnTo>
                  <a:lnTo>
                    <a:pt x="2291600" y="22860"/>
                  </a:lnTo>
                  <a:lnTo>
                    <a:pt x="2291600" y="393"/>
                  </a:lnTo>
                  <a:close/>
                </a:path>
              </a:pathLst>
            </a:custGeom>
            <a:solidFill>
              <a:srgbClr val="E13E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07654" y="4922530"/>
              <a:ext cx="1651698" cy="12571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20016" y="5237258"/>
              <a:ext cx="2035594" cy="442175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4357496" y="6223995"/>
            <a:ext cx="2291715" cy="872490"/>
            <a:chOff x="4357496" y="6223995"/>
            <a:chExt cx="2291715" cy="872490"/>
          </a:xfrm>
        </p:grpSpPr>
        <p:sp>
          <p:nvSpPr>
            <p:cNvPr id="29" name="object 29"/>
            <p:cNvSpPr/>
            <p:nvPr/>
          </p:nvSpPr>
          <p:spPr>
            <a:xfrm>
              <a:off x="4357497" y="6224003"/>
              <a:ext cx="2291715" cy="872490"/>
            </a:xfrm>
            <a:custGeom>
              <a:avLst/>
              <a:gdLst/>
              <a:ahLst/>
              <a:cxnLst/>
              <a:rect l="l" t="t" r="r" b="b"/>
              <a:pathLst>
                <a:path w="2291715" h="872490">
                  <a:moveTo>
                    <a:pt x="2291600" y="393"/>
                  </a:moveTo>
                  <a:lnTo>
                    <a:pt x="2280297" y="393"/>
                  </a:lnTo>
                  <a:lnTo>
                    <a:pt x="2280297" y="0"/>
                  </a:lnTo>
                  <a:lnTo>
                    <a:pt x="2268994" y="0"/>
                  </a:lnTo>
                  <a:lnTo>
                    <a:pt x="2268994" y="849757"/>
                  </a:lnTo>
                  <a:lnTo>
                    <a:pt x="22606" y="849757"/>
                  </a:lnTo>
                  <a:lnTo>
                    <a:pt x="22606" y="849630"/>
                  </a:lnTo>
                  <a:lnTo>
                    <a:pt x="22606" y="323710"/>
                  </a:lnTo>
                  <a:lnTo>
                    <a:pt x="2268994" y="323710"/>
                  </a:lnTo>
                  <a:lnTo>
                    <a:pt x="2268994" y="11696"/>
                  </a:lnTo>
                  <a:lnTo>
                    <a:pt x="22606" y="11696"/>
                  </a:lnTo>
                  <a:lnTo>
                    <a:pt x="22606" y="11430"/>
                  </a:lnTo>
                  <a:lnTo>
                    <a:pt x="2268994" y="11430"/>
                  </a:lnTo>
                  <a:lnTo>
                    <a:pt x="2268994" y="0"/>
                  </a:lnTo>
                  <a:lnTo>
                    <a:pt x="11303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849630"/>
                  </a:lnTo>
                  <a:lnTo>
                    <a:pt x="0" y="872490"/>
                  </a:lnTo>
                  <a:lnTo>
                    <a:pt x="11303" y="872490"/>
                  </a:lnTo>
                  <a:lnTo>
                    <a:pt x="2280297" y="872490"/>
                  </a:lnTo>
                  <a:lnTo>
                    <a:pt x="2280297" y="872363"/>
                  </a:lnTo>
                  <a:lnTo>
                    <a:pt x="2291600" y="872363"/>
                  </a:lnTo>
                  <a:lnTo>
                    <a:pt x="2291600" y="849757"/>
                  </a:lnTo>
                  <a:lnTo>
                    <a:pt x="2280297" y="849757"/>
                  </a:lnTo>
                  <a:lnTo>
                    <a:pt x="2280297" y="849630"/>
                  </a:lnTo>
                  <a:lnTo>
                    <a:pt x="2291600" y="849630"/>
                  </a:lnTo>
                  <a:lnTo>
                    <a:pt x="2291600" y="23012"/>
                  </a:lnTo>
                  <a:lnTo>
                    <a:pt x="2291600" y="22860"/>
                  </a:lnTo>
                  <a:lnTo>
                    <a:pt x="2291600" y="393"/>
                  </a:lnTo>
                  <a:close/>
                </a:path>
              </a:pathLst>
            </a:custGeom>
            <a:solidFill>
              <a:srgbClr val="E13E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07654" y="6268730"/>
              <a:ext cx="1651698" cy="12571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20016" y="6583458"/>
              <a:ext cx="2035594" cy="442175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5017896" y="1728470"/>
            <a:ext cx="1762760" cy="416559"/>
            <a:chOff x="5017896" y="1728470"/>
            <a:chExt cx="1762760" cy="416559"/>
          </a:xfrm>
        </p:grpSpPr>
        <p:sp>
          <p:nvSpPr>
            <p:cNvPr id="33" name="object 33"/>
            <p:cNvSpPr/>
            <p:nvPr/>
          </p:nvSpPr>
          <p:spPr>
            <a:xfrm>
              <a:off x="5017897" y="1728482"/>
              <a:ext cx="1762760" cy="416559"/>
            </a:xfrm>
            <a:custGeom>
              <a:avLst/>
              <a:gdLst/>
              <a:ahLst/>
              <a:cxnLst/>
              <a:rect l="l" t="t" r="r" b="b"/>
              <a:pathLst>
                <a:path w="1762759" h="416560">
                  <a:moveTo>
                    <a:pt x="1762506" y="127"/>
                  </a:moveTo>
                  <a:lnTo>
                    <a:pt x="1751203" y="127"/>
                  </a:lnTo>
                  <a:lnTo>
                    <a:pt x="1751203" y="0"/>
                  </a:lnTo>
                  <a:lnTo>
                    <a:pt x="1739900" y="0"/>
                  </a:lnTo>
                  <a:lnTo>
                    <a:pt x="1739900" y="240017"/>
                  </a:lnTo>
                  <a:lnTo>
                    <a:pt x="1739900" y="393700"/>
                  </a:lnTo>
                  <a:lnTo>
                    <a:pt x="1739900" y="393827"/>
                  </a:lnTo>
                  <a:lnTo>
                    <a:pt x="22606" y="393827"/>
                  </a:lnTo>
                  <a:lnTo>
                    <a:pt x="22606" y="393700"/>
                  </a:lnTo>
                  <a:lnTo>
                    <a:pt x="22606" y="240017"/>
                  </a:lnTo>
                  <a:lnTo>
                    <a:pt x="1739900" y="240017"/>
                  </a:lnTo>
                  <a:lnTo>
                    <a:pt x="1739900" y="0"/>
                  </a:lnTo>
                  <a:lnTo>
                    <a:pt x="11303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393700"/>
                  </a:lnTo>
                  <a:lnTo>
                    <a:pt x="0" y="416560"/>
                  </a:lnTo>
                  <a:lnTo>
                    <a:pt x="11303" y="416560"/>
                  </a:lnTo>
                  <a:lnTo>
                    <a:pt x="1751203" y="416560"/>
                  </a:lnTo>
                  <a:lnTo>
                    <a:pt x="1751203" y="416433"/>
                  </a:lnTo>
                  <a:lnTo>
                    <a:pt x="1762506" y="416433"/>
                  </a:lnTo>
                  <a:lnTo>
                    <a:pt x="1762506" y="393827"/>
                  </a:lnTo>
                  <a:lnTo>
                    <a:pt x="1751203" y="393827"/>
                  </a:lnTo>
                  <a:lnTo>
                    <a:pt x="1751203" y="393700"/>
                  </a:lnTo>
                  <a:lnTo>
                    <a:pt x="1762506" y="393700"/>
                  </a:lnTo>
                  <a:lnTo>
                    <a:pt x="1762506" y="22860"/>
                  </a:lnTo>
                  <a:lnTo>
                    <a:pt x="1751203" y="22860"/>
                  </a:lnTo>
                  <a:lnTo>
                    <a:pt x="1751203" y="22733"/>
                  </a:lnTo>
                  <a:lnTo>
                    <a:pt x="1762506" y="22733"/>
                  </a:lnTo>
                  <a:lnTo>
                    <a:pt x="1762506" y="127"/>
                  </a:lnTo>
                  <a:close/>
                </a:path>
              </a:pathLst>
            </a:custGeom>
            <a:solidFill>
              <a:srgbClr val="E13E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060327" y="1768296"/>
              <a:ext cx="1652270" cy="125730"/>
            </a:xfrm>
            <a:custGeom>
              <a:avLst/>
              <a:gdLst/>
              <a:ahLst/>
              <a:cxnLst/>
              <a:rect l="l" t="t" r="r" b="b"/>
              <a:pathLst>
                <a:path w="1652270" h="125730">
                  <a:moveTo>
                    <a:pt x="60426" y="27152"/>
                  </a:moveTo>
                  <a:lnTo>
                    <a:pt x="35915" y="27152"/>
                  </a:lnTo>
                  <a:lnTo>
                    <a:pt x="35915" y="124002"/>
                  </a:lnTo>
                  <a:lnTo>
                    <a:pt x="60426" y="124002"/>
                  </a:lnTo>
                  <a:lnTo>
                    <a:pt x="60426" y="27152"/>
                  </a:lnTo>
                  <a:close/>
                </a:path>
                <a:path w="1652270" h="125730">
                  <a:moveTo>
                    <a:pt x="96342" y="6705"/>
                  </a:moveTo>
                  <a:lnTo>
                    <a:pt x="0" y="6705"/>
                  </a:lnTo>
                  <a:lnTo>
                    <a:pt x="0" y="27152"/>
                  </a:lnTo>
                  <a:lnTo>
                    <a:pt x="96342" y="27152"/>
                  </a:lnTo>
                  <a:lnTo>
                    <a:pt x="96342" y="6705"/>
                  </a:lnTo>
                  <a:close/>
                </a:path>
                <a:path w="1652270" h="125730">
                  <a:moveTo>
                    <a:pt x="139928" y="36029"/>
                  </a:moveTo>
                  <a:lnTo>
                    <a:pt x="115531" y="36029"/>
                  </a:lnTo>
                  <a:lnTo>
                    <a:pt x="115531" y="124002"/>
                  </a:lnTo>
                  <a:lnTo>
                    <a:pt x="139928" y="124002"/>
                  </a:lnTo>
                  <a:lnTo>
                    <a:pt x="139928" y="36029"/>
                  </a:lnTo>
                  <a:close/>
                </a:path>
                <a:path w="1652270" h="125730">
                  <a:moveTo>
                    <a:pt x="131406" y="0"/>
                  </a:moveTo>
                  <a:lnTo>
                    <a:pt x="124155" y="0"/>
                  </a:lnTo>
                  <a:lnTo>
                    <a:pt x="121043" y="1219"/>
                  </a:lnTo>
                  <a:lnTo>
                    <a:pt x="115887" y="6070"/>
                  </a:lnTo>
                  <a:lnTo>
                    <a:pt x="114604" y="8953"/>
                  </a:lnTo>
                  <a:lnTo>
                    <a:pt x="114604" y="15709"/>
                  </a:lnTo>
                  <a:lnTo>
                    <a:pt x="115887" y="18630"/>
                  </a:lnTo>
                  <a:lnTo>
                    <a:pt x="118452" y="21082"/>
                  </a:lnTo>
                  <a:lnTo>
                    <a:pt x="121043" y="23482"/>
                  </a:lnTo>
                  <a:lnTo>
                    <a:pt x="124155" y="24688"/>
                  </a:lnTo>
                  <a:lnTo>
                    <a:pt x="131406" y="24688"/>
                  </a:lnTo>
                  <a:lnTo>
                    <a:pt x="134505" y="23482"/>
                  </a:lnTo>
                  <a:lnTo>
                    <a:pt x="139661" y="18630"/>
                  </a:lnTo>
                  <a:lnTo>
                    <a:pt x="140957" y="15709"/>
                  </a:lnTo>
                  <a:lnTo>
                    <a:pt x="140957" y="8953"/>
                  </a:lnTo>
                  <a:lnTo>
                    <a:pt x="139661" y="6070"/>
                  </a:lnTo>
                  <a:lnTo>
                    <a:pt x="137058" y="3670"/>
                  </a:lnTo>
                  <a:lnTo>
                    <a:pt x="134505" y="1219"/>
                  </a:lnTo>
                  <a:lnTo>
                    <a:pt x="131406" y="0"/>
                  </a:lnTo>
                  <a:close/>
                </a:path>
                <a:path w="1652270" h="125730">
                  <a:moveTo>
                    <a:pt x="186499" y="36029"/>
                  </a:moveTo>
                  <a:lnTo>
                    <a:pt x="163245" y="36029"/>
                  </a:lnTo>
                  <a:lnTo>
                    <a:pt x="163245" y="124002"/>
                  </a:lnTo>
                  <a:lnTo>
                    <a:pt x="187655" y="124002"/>
                  </a:lnTo>
                  <a:lnTo>
                    <a:pt x="187655" y="67945"/>
                  </a:lnTo>
                  <a:lnTo>
                    <a:pt x="188151" y="65697"/>
                  </a:lnTo>
                  <a:lnTo>
                    <a:pt x="199262" y="54991"/>
                  </a:lnTo>
                  <a:lnTo>
                    <a:pt x="290990" y="54991"/>
                  </a:lnTo>
                  <a:lnTo>
                    <a:pt x="289787" y="51549"/>
                  </a:lnTo>
                  <a:lnTo>
                    <a:pt x="186499" y="51549"/>
                  </a:lnTo>
                  <a:lnTo>
                    <a:pt x="186499" y="36029"/>
                  </a:lnTo>
                  <a:close/>
                </a:path>
                <a:path w="1652270" h="125730">
                  <a:moveTo>
                    <a:pt x="248691" y="54991"/>
                  </a:moveTo>
                  <a:lnTo>
                    <a:pt x="205981" y="54991"/>
                  </a:lnTo>
                  <a:lnTo>
                    <a:pt x="209207" y="56261"/>
                  </a:lnTo>
                  <a:lnTo>
                    <a:pt x="211645" y="58826"/>
                  </a:lnTo>
                  <a:lnTo>
                    <a:pt x="214134" y="61379"/>
                  </a:lnTo>
                  <a:lnTo>
                    <a:pt x="215379" y="64820"/>
                  </a:lnTo>
                  <a:lnTo>
                    <a:pt x="215379" y="124002"/>
                  </a:lnTo>
                  <a:lnTo>
                    <a:pt x="239026" y="124002"/>
                  </a:lnTo>
                  <a:lnTo>
                    <a:pt x="239026" y="65697"/>
                  </a:lnTo>
                  <a:lnTo>
                    <a:pt x="240271" y="62014"/>
                  </a:lnTo>
                  <a:lnTo>
                    <a:pt x="245236" y="56400"/>
                  </a:lnTo>
                  <a:lnTo>
                    <a:pt x="248691" y="54991"/>
                  </a:lnTo>
                  <a:close/>
                </a:path>
                <a:path w="1652270" h="125730">
                  <a:moveTo>
                    <a:pt x="290990" y="54991"/>
                  </a:moveTo>
                  <a:lnTo>
                    <a:pt x="257009" y="54991"/>
                  </a:lnTo>
                  <a:lnTo>
                    <a:pt x="258838" y="55676"/>
                  </a:lnTo>
                  <a:lnTo>
                    <a:pt x="260315" y="56261"/>
                  </a:lnTo>
                  <a:lnTo>
                    <a:pt x="265455" y="61099"/>
                  </a:lnTo>
                  <a:lnTo>
                    <a:pt x="266750" y="64820"/>
                  </a:lnTo>
                  <a:lnTo>
                    <a:pt x="266750" y="124002"/>
                  </a:lnTo>
                  <a:lnTo>
                    <a:pt x="291096" y="124002"/>
                  </a:lnTo>
                  <a:lnTo>
                    <a:pt x="290990" y="54991"/>
                  </a:lnTo>
                  <a:close/>
                </a:path>
                <a:path w="1652270" h="125730">
                  <a:moveTo>
                    <a:pt x="218084" y="34886"/>
                  </a:moveTo>
                  <a:lnTo>
                    <a:pt x="206095" y="34886"/>
                  </a:lnTo>
                  <a:lnTo>
                    <a:pt x="202158" y="36029"/>
                  </a:lnTo>
                  <a:lnTo>
                    <a:pt x="187540" y="51549"/>
                  </a:lnTo>
                  <a:lnTo>
                    <a:pt x="235940" y="51549"/>
                  </a:lnTo>
                  <a:lnTo>
                    <a:pt x="234539" y="46507"/>
                  </a:lnTo>
                  <a:lnTo>
                    <a:pt x="231769" y="42481"/>
                  </a:lnTo>
                  <a:lnTo>
                    <a:pt x="223250" y="36410"/>
                  </a:lnTo>
                  <a:lnTo>
                    <a:pt x="218084" y="34886"/>
                  </a:lnTo>
                  <a:close/>
                </a:path>
                <a:path w="1652270" h="125730">
                  <a:moveTo>
                    <a:pt x="271576" y="34886"/>
                  </a:moveTo>
                  <a:lnTo>
                    <a:pt x="256920" y="34886"/>
                  </a:lnTo>
                  <a:lnTo>
                    <a:pt x="251320" y="36410"/>
                  </a:lnTo>
                  <a:lnTo>
                    <a:pt x="241896" y="42481"/>
                  </a:lnTo>
                  <a:lnTo>
                    <a:pt x="238645" y="46507"/>
                  </a:lnTo>
                  <a:lnTo>
                    <a:pt x="236854" y="51549"/>
                  </a:lnTo>
                  <a:lnTo>
                    <a:pt x="289787" y="51549"/>
                  </a:lnTo>
                  <a:lnTo>
                    <a:pt x="288518" y="47917"/>
                  </a:lnTo>
                  <a:lnTo>
                    <a:pt x="283362" y="42722"/>
                  </a:lnTo>
                  <a:lnTo>
                    <a:pt x="278244" y="37490"/>
                  </a:lnTo>
                  <a:lnTo>
                    <a:pt x="271576" y="34886"/>
                  </a:lnTo>
                  <a:close/>
                </a:path>
                <a:path w="1652270" h="125730">
                  <a:moveTo>
                    <a:pt x="359067" y="34886"/>
                  </a:moveTo>
                  <a:lnTo>
                    <a:pt x="344639" y="34886"/>
                  </a:lnTo>
                  <a:lnTo>
                    <a:pt x="337108" y="36791"/>
                  </a:lnTo>
                  <a:lnTo>
                    <a:pt x="310642" y="71132"/>
                  </a:lnTo>
                  <a:lnTo>
                    <a:pt x="310591" y="89700"/>
                  </a:lnTo>
                  <a:lnTo>
                    <a:pt x="312264" y="97307"/>
                  </a:lnTo>
                  <a:lnTo>
                    <a:pt x="312356" y="97726"/>
                  </a:lnTo>
                  <a:lnTo>
                    <a:pt x="345185" y="125717"/>
                  </a:lnTo>
                  <a:lnTo>
                    <a:pt x="361492" y="125717"/>
                  </a:lnTo>
                  <a:lnTo>
                    <a:pt x="391333" y="107505"/>
                  </a:lnTo>
                  <a:lnTo>
                    <a:pt x="350558" y="107505"/>
                  </a:lnTo>
                  <a:lnTo>
                    <a:pt x="347027" y="106641"/>
                  </a:lnTo>
                  <a:lnTo>
                    <a:pt x="334708" y="90665"/>
                  </a:lnTo>
                  <a:lnTo>
                    <a:pt x="334716" y="86258"/>
                  </a:lnTo>
                  <a:lnTo>
                    <a:pt x="320332" y="86258"/>
                  </a:lnTo>
                  <a:lnTo>
                    <a:pt x="320332" y="71132"/>
                  </a:lnTo>
                  <a:lnTo>
                    <a:pt x="334742" y="71132"/>
                  </a:lnTo>
                  <a:lnTo>
                    <a:pt x="334746" y="68465"/>
                  </a:lnTo>
                  <a:lnTo>
                    <a:pt x="335512" y="65544"/>
                  </a:lnTo>
                  <a:lnTo>
                    <a:pt x="335572" y="65316"/>
                  </a:lnTo>
                  <a:lnTo>
                    <a:pt x="338772" y="59626"/>
                  </a:lnTo>
                  <a:lnTo>
                    <a:pt x="340994" y="57353"/>
                  </a:lnTo>
                  <a:lnTo>
                    <a:pt x="346684" y="53949"/>
                  </a:lnTo>
                  <a:lnTo>
                    <a:pt x="349961" y="53098"/>
                  </a:lnTo>
                  <a:lnTo>
                    <a:pt x="388574" y="53098"/>
                  </a:lnTo>
                  <a:lnTo>
                    <a:pt x="386463" y="49758"/>
                  </a:lnTo>
                  <a:lnTo>
                    <a:pt x="378904" y="42291"/>
                  </a:lnTo>
                  <a:lnTo>
                    <a:pt x="374510" y="39522"/>
                  </a:lnTo>
                  <a:lnTo>
                    <a:pt x="369481" y="37693"/>
                  </a:lnTo>
                  <a:lnTo>
                    <a:pt x="364477" y="35814"/>
                  </a:lnTo>
                  <a:lnTo>
                    <a:pt x="359067" y="34886"/>
                  </a:lnTo>
                  <a:close/>
                </a:path>
                <a:path w="1652270" h="125730">
                  <a:moveTo>
                    <a:pt x="371538" y="97307"/>
                  </a:moveTo>
                  <a:lnTo>
                    <a:pt x="357352" y="107505"/>
                  </a:lnTo>
                  <a:lnTo>
                    <a:pt x="391333" y="107505"/>
                  </a:lnTo>
                  <a:lnTo>
                    <a:pt x="392963" y="104228"/>
                  </a:lnTo>
                  <a:lnTo>
                    <a:pt x="394106" y="98806"/>
                  </a:lnTo>
                  <a:lnTo>
                    <a:pt x="371538" y="97307"/>
                  </a:lnTo>
                  <a:close/>
                </a:path>
                <a:path w="1652270" h="125730">
                  <a:moveTo>
                    <a:pt x="334742" y="71132"/>
                  </a:moveTo>
                  <a:lnTo>
                    <a:pt x="320332" y="71132"/>
                  </a:lnTo>
                  <a:lnTo>
                    <a:pt x="320332" y="86258"/>
                  </a:lnTo>
                  <a:lnTo>
                    <a:pt x="334716" y="86258"/>
                  </a:lnTo>
                  <a:lnTo>
                    <a:pt x="334742" y="71132"/>
                  </a:lnTo>
                  <a:close/>
                </a:path>
                <a:path w="1652270" h="125730">
                  <a:moveTo>
                    <a:pt x="388574" y="53098"/>
                  </a:moveTo>
                  <a:lnTo>
                    <a:pt x="357212" y="53098"/>
                  </a:lnTo>
                  <a:lnTo>
                    <a:pt x="360630" y="53949"/>
                  </a:lnTo>
                  <a:lnTo>
                    <a:pt x="360454" y="53949"/>
                  </a:lnTo>
                  <a:lnTo>
                    <a:pt x="363004" y="55448"/>
                  </a:lnTo>
                  <a:lnTo>
                    <a:pt x="365709" y="56972"/>
                  </a:lnTo>
                  <a:lnTo>
                    <a:pt x="367830" y="59093"/>
                  </a:lnTo>
                  <a:lnTo>
                    <a:pt x="370890" y="64516"/>
                  </a:lnTo>
                  <a:lnTo>
                    <a:pt x="371652" y="67627"/>
                  </a:lnTo>
                  <a:lnTo>
                    <a:pt x="371652" y="71132"/>
                  </a:lnTo>
                  <a:lnTo>
                    <a:pt x="334742" y="71132"/>
                  </a:lnTo>
                  <a:lnTo>
                    <a:pt x="334716" y="86258"/>
                  </a:lnTo>
                  <a:lnTo>
                    <a:pt x="394614" y="86258"/>
                  </a:lnTo>
                  <a:lnTo>
                    <a:pt x="394500" y="71361"/>
                  </a:lnTo>
                  <a:lnTo>
                    <a:pt x="393572" y="65544"/>
                  </a:lnTo>
                  <a:lnTo>
                    <a:pt x="389369" y="54356"/>
                  </a:lnTo>
                  <a:lnTo>
                    <a:pt x="388574" y="53098"/>
                  </a:lnTo>
                  <a:close/>
                </a:path>
                <a:path w="1652270" h="125730">
                  <a:moveTo>
                    <a:pt x="438721" y="6705"/>
                  </a:moveTo>
                  <a:lnTo>
                    <a:pt x="414324" y="6705"/>
                  </a:lnTo>
                  <a:lnTo>
                    <a:pt x="414324" y="124002"/>
                  </a:lnTo>
                  <a:lnTo>
                    <a:pt x="438721" y="124002"/>
                  </a:lnTo>
                  <a:lnTo>
                    <a:pt x="438721" y="6705"/>
                  </a:lnTo>
                  <a:close/>
                </a:path>
                <a:path w="1652270" h="125730">
                  <a:moveTo>
                    <a:pt x="486448" y="36029"/>
                  </a:moveTo>
                  <a:lnTo>
                    <a:pt x="462051" y="36029"/>
                  </a:lnTo>
                  <a:lnTo>
                    <a:pt x="462051" y="124002"/>
                  </a:lnTo>
                  <a:lnTo>
                    <a:pt x="486448" y="124002"/>
                  </a:lnTo>
                  <a:lnTo>
                    <a:pt x="486448" y="36029"/>
                  </a:lnTo>
                  <a:close/>
                </a:path>
                <a:path w="1652270" h="125730">
                  <a:moveTo>
                    <a:pt x="477926" y="0"/>
                  </a:moveTo>
                  <a:lnTo>
                    <a:pt x="470674" y="0"/>
                  </a:lnTo>
                  <a:lnTo>
                    <a:pt x="467563" y="1219"/>
                  </a:lnTo>
                  <a:lnTo>
                    <a:pt x="462406" y="6070"/>
                  </a:lnTo>
                  <a:lnTo>
                    <a:pt x="461136" y="8953"/>
                  </a:lnTo>
                  <a:lnTo>
                    <a:pt x="461136" y="15709"/>
                  </a:lnTo>
                  <a:lnTo>
                    <a:pt x="462406" y="18630"/>
                  </a:lnTo>
                  <a:lnTo>
                    <a:pt x="464972" y="21082"/>
                  </a:lnTo>
                  <a:lnTo>
                    <a:pt x="467563" y="23482"/>
                  </a:lnTo>
                  <a:lnTo>
                    <a:pt x="470674" y="24688"/>
                  </a:lnTo>
                  <a:lnTo>
                    <a:pt x="477926" y="24688"/>
                  </a:lnTo>
                  <a:lnTo>
                    <a:pt x="481025" y="23482"/>
                  </a:lnTo>
                  <a:lnTo>
                    <a:pt x="486181" y="18630"/>
                  </a:lnTo>
                  <a:lnTo>
                    <a:pt x="487476" y="15709"/>
                  </a:lnTo>
                  <a:lnTo>
                    <a:pt x="487476" y="8953"/>
                  </a:lnTo>
                  <a:lnTo>
                    <a:pt x="486181" y="6070"/>
                  </a:lnTo>
                  <a:lnTo>
                    <a:pt x="483577" y="3670"/>
                  </a:lnTo>
                  <a:lnTo>
                    <a:pt x="481025" y="1219"/>
                  </a:lnTo>
                  <a:lnTo>
                    <a:pt x="477926" y="0"/>
                  </a:lnTo>
                  <a:close/>
                </a:path>
                <a:path w="1652270" h="125730">
                  <a:moveTo>
                    <a:pt x="533031" y="36029"/>
                  </a:moveTo>
                  <a:lnTo>
                    <a:pt x="509777" y="36029"/>
                  </a:lnTo>
                  <a:lnTo>
                    <a:pt x="509777" y="124002"/>
                  </a:lnTo>
                  <a:lnTo>
                    <a:pt x="534174" y="124002"/>
                  </a:lnTo>
                  <a:lnTo>
                    <a:pt x="534212" y="69367"/>
                  </a:lnTo>
                  <a:lnTo>
                    <a:pt x="534911" y="66128"/>
                  </a:lnTo>
                  <a:lnTo>
                    <a:pt x="537705" y="60756"/>
                  </a:lnTo>
                  <a:lnTo>
                    <a:pt x="539648" y="58686"/>
                  </a:lnTo>
                  <a:lnTo>
                    <a:pt x="544652" y="55867"/>
                  </a:lnTo>
                  <a:lnTo>
                    <a:pt x="547093" y="55270"/>
                  </a:lnTo>
                  <a:lnTo>
                    <a:pt x="589610" y="55270"/>
                  </a:lnTo>
                  <a:lnTo>
                    <a:pt x="587718" y="51549"/>
                  </a:lnTo>
                  <a:lnTo>
                    <a:pt x="533031" y="51549"/>
                  </a:lnTo>
                  <a:lnTo>
                    <a:pt x="533031" y="36029"/>
                  </a:lnTo>
                  <a:close/>
                </a:path>
                <a:path w="1652270" h="125730">
                  <a:moveTo>
                    <a:pt x="589610" y="55270"/>
                  </a:moveTo>
                  <a:lnTo>
                    <a:pt x="556014" y="55270"/>
                  </a:lnTo>
                  <a:lnTo>
                    <a:pt x="559561" y="56680"/>
                  </a:lnTo>
                  <a:lnTo>
                    <a:pt x="565137" y="62750"/>
                  </a:lnTo>
                  <a:lnTo>
                    <a:pt x="566508" y="66954"/>
                  </a:lnTo>
                  <a:lnTo>
                    <a:pt x="566470" y="124002"/>
                  </a:lnTo>
                  <a:lnTo>
                    <a:pt x="590880" y="124002"/>
                  </a:lnTo>
                  <a:lnTo>
                    <a:pt x="590795" y="60756"/>
                  </a:lnTo>
                  <a:lnTo>
                    <a:pt x="589610" y="55270"/>
                  </a:lnTo>
                  <a:close/>
                </a:path>
                <a:path w="1652270" h="125730">
                  <a:moveTo>
                    <a:pt x="566623" y="34886"/>
                  </a:moveTo>
                  <a:lnTo>
                    <a:pt x="553986" y="34886"/>
                  </a:lnTo>
                  <a:lnTo>
                    <a:pt x="548436" y="36385"/>
                  </a:lnTo>
                  <a:lnTo>
                    <a:pt x="543852" y="39408"/>
                  </a:lnTo>
                  <a:lnTo>
                    <a:pt x="539267" y="42379"/>
                  </a:lnTo>
                  <a:lnTo>
                    <a:pt x="536003" y="46431"/>
                  </a:lnTo>
                  <a:lnTo>
                    <a:pt x="534060" y="51549"/>
                  </a:lnTo>
                  <a:lnTo>
                    <a:pt x="587718" y="51549"/>
                  </a:lnTo>
                  <a:lnTo>
                    <a:pt x="584580" y="45377"/>
                  </a:lnTo>
                  <a:lnTo>
                    <a:pt x="581037" y="41567"/>
                  </a:lnTo>
                  <a:lnTo>
                    <a:pt x="571957" y="36220"/>
                  </a:lnTo>
                  <a:lnTo>
                    <a:pt x="566623" y="34886"/>
                  </a:lnTo>
                  <a:close/>
                </a:path>
                <a:path w="1652270" h="125730">
                  <a:moveTo>
                    <a:pt x="658812" y="34886"/>
                  </a:moveTo>
                  <a:lnTo>
                    <a:pt x="644372" y="34886"/>
                  </a:lnTo>
                  <a:lnTo>
                    <a:pt x="636854" y="36791"/>
                  </a:lnTo>
                  <a:lnTo>
                    <a:pt x="610387" y="71132"/>
                  </a:lnTo>
                  <a:lnTo>
                    <a:pt x="610336" y="89700"/>
                  </a:lnTo>
                  <a:lnTo>
                    <a:pt x="611997" y="97307"/>
                  </a:lnTo>
                  <a:lnTo>
                    <a:pt x="644931" y="125717"/>
                  </a:lnTo>
                  <a:lnTo>
                    <a:pt x="661238" y="125717"/>
                  </a:lnTo>
                  <a:lnTo>
                    <a:pt x="691066" y="107505"/>
                  </a:lnTo>
                  <a:lnTo>
                    <a:pt x="650290" y="107505"/>
                  </a:lnTo>
                  <a:lnTo>
                    <a:pt x="646760" y="106641"/>
                  </a:lnTo>
                  <a:lnTo>
                    <a:pt x="634453" y="90665"/>
                  </a:lnTo>
                  <a:lnTo>
                    <a:pt x="634461" y="86258"/>
                  </a:lnTo>
                  <a:lnTo>
                    <a:pt x="620077" y="86258"/>
                  </a:lnTo>
                  <a:lnTo>
                    <a:pt x="620077" y="71132"/>
                  </a:lnTo>
                  <a:lnTo>
                    <a:pt x="634487" y="71132"/>
                  </a:lnTo>
                  <a:lnTo>
                    <a:pt x="634491" y="68465"/>
                  </a:lnTo>
                  <a:lnTo>
                    <a:pt x="635245" y="65544"/>
                  </a:lnTo>
                  <a:lnTo>
                    <a:pt x="635304" y="65316"/>
                  </a:lnTo>
                  <a:lnTo>
                    <a:pt x="638517" y="59626"/>
                  </a:lnTo>
                  <a:lnTo>
                    <a:pt x="640727" y="57353"/>
                  </a:lnTo>
                  <a:lnTo>
                    <a:pt x="643559" y="55676"/>
                  </a:lnTo>
                  <a:lnTo>
                    <a:pt x="646417" y="53949"/>
                  </a:lnTo>
                  <a:lnTo>
                    <a:pt x="649706" y="53098"/>
                  </a:lnTo>
                  <a:lnTo>
                    <a:pt x="688319" y="53098"/>
                  </a:lnTo>
                  <a:lnTo>
                    <a:pt x="686208" y="49758"/>
                  </a:lnTo>
                  <a:lnTo>
                    <a:pt x="678649" y="42291"/>
                  </a:lnTo>
                  <a:lnTo>
                    <a:pt x="674255" y="39522"/>
                  </a:lnTo>
                  <a:lnTo>
                    <a:pt x="669213" y="37693"/>
                  </a:lnTo>
                  <a:lnTo>
                    <a:pt x="664209" y="35814"/>
                  </a:lnTo>
                  <a:lnTo>
                    <a:pt x="658812" y="34886"/>
                  </a:lnTo>
                  <a:close/>
                </a:path>
                <a:path w="1652270" h="125730">
                  <a:moveTo>
                    <a:pt x="671283" y="97307"/>
                  </a:moveTo>
                  <a:lnTo>
                    <a:pt x="657097" y="107505"/>
                  </a:lnTo>
                  <a:lnTo>
                    <a:pt x="691066" y="107505"/>
                  </a:lnTo>
                  <a:lnTo>
                    <a:pt x="692582" y="104457"/>
                  </a:lnTo>
                  <a:lnTo>
                    <a:pt x="692696" y="104228"/>
                  </a:lnTo>
                  <a:lnTo>
                    <a:pt x="693839" y="98806"/>
                  </a:lnTo>
                  <a:lnTo>
                    <a:pt x="671283" y="97307"/>
                  </a:lnTo>
                  <a:close/>
                </a:path>
                <a:path w="1652270" h="125730">
                  <a:moveTo>
                    <a:pt x="634487" y="71132"/>
                  </a:moveTo>
                  <a:lnTo>
                    <a:pt x="620077" y="71132"/>
                  </a:lnTo>
                  <a:lnTo>
                    <a:pt x="620077" y="86258"/>
                  </a:lnTo>
                  <a:lnTo>
                    <a:pt x="634461" y="86258"/>
                  </a:lnTo>
                  <a:lnTo>
                    <a:pt x="634487" y="71132"/>
                  </a:lnTo>
                  <a:close/>
                </a:path>
                <a:path w="1652270" h="125730">
                  <a:moveTo>
                    <a:pt x="688319" y="53098"/>
                  </a:moveTo>
                  <a:lnTo>
                    <a:pt x="656958" y="53098"/>
                  </a:lnTo>
                  <a:lnTo>
                    <a:pt x="660375" y="53949"/>
                  </a:lnTo>
                  <a:lnTo>
                    <a:pt x="660199" y="53949"/>
                  </a:lnTo>
                  <a:lnTo>
                    <a:pt x="662749" y="55448"/>
                  </a:lnTo>
                  <a:lnTo>
                    <a:pt x="665454" y="56972"/>
                  </a:lnTo>
                  <a:lnTo>
                    <a:pt x="667575" y="59093"/>
                  </a:lnTo>
                  <a:lnTo>
                    <a:pt x="670623" y="64516"/>
                  </a:lnTo>
                  <a:lnTo>
                    <a:pt x="671398" y="67627"/>
                  </a:lnTo>
                  <a:lnTo>
                    <a:pt x="671398" y="71132"/>
                  </a:lnTo>
                  <a:lnTo>
                    <a:pt x="634487" y="71132"/>
                  </a:lnTo>
                  <a:lnTo>
                    <a:pt x="634461" y="86258"/>
                  </a:lnTo>
                  <a:lnTo>
                    <a:pt x="694359" y="86258"/>
                  </a:lnTo>
                  <a:lnTo>
                    <a:pt x="694244" y="71361"/>
                  </a:lnTo>
                  <a:lnTo>
                    <a:pt x="693305" y="65544"/>
                  </a:lnTo>
                  <a:lnTo>
                    <a:pt x="689114" y="54356"/>
                  </a:lnTo>
                  <a:lnTo>
                    <a:pt x="688319" y="53098"/>
                  </a:lnTo>
                  <a:close/>
                </a:path>
                <a:path w="1652270" h="125730">
                  <a:moveTo>
                    <a:pt x="811225" y="6705"/>
                  </a:moveTo>
                  <a:lnTo>
                    <a:pt x="755637" y="6705"/>
                  </a:lnTo>
                  <a:lnTo>
                    <a:pt x="755637" y="124002"/>
                  </a:lnTo>
                  <a:lnTo>
                    <a:pt x="814527" y="124002"/>
                  </a:lnTo>
                  <a:lnTo>
                    <a:pt x="821918" y="122593"/>
                  </a:lnTo>
                  <a:lnTo>
                    <a:pt x="833907" y="116941"/>
                  </a:lnTo>
                  <a:lnTo>
                    <a:pt x="838428" y="113106"/>
                  </a:lnTo>
                  <a:lnTo>
                    <a:pt x="844351" y="103720"/>
                  </a:lnTo>
                  <a:lnTo>
                    <a:pt x="780427" y="103720"/>
                  </a:lnTo>
                  <a:lnTo>
                    <a:pt x="780427" y="72567"/>
                  </a:lnTo>
                  <a:lnTo>
                    <a:pt x="840090" y="72567"/>
                  </a:lnTo>
                  <a:lnTo>
                    <a:pt x="836828" y="69227"/>
                  </a:lnTo>
                  <a:lnTo>
                    <a:pt x="832891" y="66903"/>
                  </a:lnTo>
                  <a:lnTo>
                    <a:pt x="829005" y="64566"/>
                  </a:lnTo>
                  <a:lnTo>
                    <a:pt x="824826" y="63309"/>
                  </a:lnTo>
                  <a:lnTo>
                    <a:pt x="820356" y="63119"/>
                  </a:lnTo>
                  <a:lnTo>
                    <a:pt x="820356" y="61976"/>
                  </a:lnTo>
                  <a:lnTo>
                    <a:pt x="824433" y="61061"/>
                  </a:lnTo>
                  <a:lnTo>
                    <a:pt x="828065" y="59512"/>
                  </a:lnTo>
                  <a:lnTo>
                    <a:pt x="833464" y="55791"/>
                  </a:lnTo>
                  <a:lnTo>
                    <a:pt x="780427" y="55791"/>
                  </a:lnTo>
                  <a:lnTo>
                    <a:pt x="780427" y="26746"/>
                  </a:lnTo>
                  <a:lnTo>
                    <a:pt x="840386" y="26746"/>
                  </a:lnTo>
                  <a:lnTo>
                    <a:pt x="840092" y="25692"/>
                  </a:lnTo>
                  <a:lnTo>
                    <a:pt x="834288" y="16649"/>
                  </a:lnTo>
                  <a:lnTo>
                    <a:pt x="829957" y="13093"/>
                  </a:lnTo>
                  <a:lnTo>
                    <a:pt x="818426" y="7975"/>
                  </a:lnTo>
                  <a:lnTo>
                    <a:pt x="811225" y="6705"/>
                  </a:lnTo>
                  <a:close/>
                </a:path>
                <a:path w="1652270" h="125730">
                  <a:moveTo>
                    <a:pt x="840060" y="72567"/>
                  </a:moveTo>
                  <a:lnTo>
                    <a:pt x="805192" y="72567"/>
                  </a:lnTo>
                  <a:lnTo>
                    <a:pt x="808608" y="73279"/>
                  </a:lnTo>
                  <a:lnTo>
                    <a:pt x="814374" y="76098"/>
                  </a:lnTo>
                  <a:lnTo>
                    <a:pt x="816609" y="78054"/>
                  </a:lnTo>
                  <a:lnTo>
                    <a:pt x="819746" y="83007"/>
                  </a:lnTo>
                  <a:lnTo>
                    <a:pt x="820521" y="85877"/>
                  </a:lnTo>
                  <a:lnTo>
                    <a:pt x="820521" y="93548"/>
                  </a:lnTo>
                  <a:lnTo>
                    <a:pt x="818946" y="97104"/>
                  </a:lnTo>
                  <a:lnTo>
                    <a:pt x="812596" y="102412"/>
                  </a:lnTo>
                  <a:lnTo>
                    <a:pt x="807567" y="103720"/>
                  </a:lnTo>
                  <a:lnTo>
                    <a:pt x="844351" y="103720"/>
                  </a:lnTo>
                  <a:lnTo>
                    <a:pt x="844575" y="103365"/>
                  </a:lnTo>
                  <a:lnTo>
                    <a:pt x="846124" y="97802"/>
                  </a:lnTo>
                  <a:lnTo>
                    <a:pt x="846124" y="85877"/>
                  </a:lnTo>
                  <a:lnTo>
                    <a:pt x="844905" y="80860"/>
                  </a:lnTo>
                  <a:lnTo>
                    <a:pt x="840060" y="72567"/>
                  </a:lnTo>
                  <a:close/>
                </a:path>
                <a:path w="1652270" h="125730">
                  <a:moveTo>
                    <a:pt x="840386" y="26746"/>
                  </a:moveTo>
                  <a:lnTo>
                    <a:pt x="804773" y="26746"/>
                  </a:lnTo>
                  <a:lnTo>
                    <a:pt x="809015" y="28041"/>
                  </a:lnTo>
                  <a:lnTo>
                    <a:pt x="811987" y="30645"/>
                  </a:lnTo>
                  <a:lnTo>
                    <a:pt x="815009" y="33235"/>
                  </a:lnTo>
                  <a:lnTo>
                    <a:pt x="816521" y="36652"/>
                  </a:lnTo>
                  <a:lnTo>
                    <a:pt x="816521" y="43992"/>
                  </a:lnTo>
                  <a:lnTo>
                    <a:pt x="802220" y="55791"/>
                  </a:lnTo>
                  <a:lnTo>
                    <a:pt x="833464" y="55791"/>
                  </a:lnTo>
                  <a:lnTo>
                    <a:pt x="834330" y="55194"/>
                  </a:lnTo>
                  <a:lnTo>
                    <a:pt x="836968" y="52298"/>
                  </a:lnTo>
                  <a:lnTo>
                    <a:pt x="840625" y="45377"/>
                  </a:lnTo>
                  <a:lnTo>
                    <a:pt x="841540" y="41351"/>
                  </a:lnTo>
                  <a:lnTo>
                    <a:pt x="841472" y="30645"/>
                  </a:lnTo>
                  <a:lnTo>
                    <a:pt x="840386" y="26746"/>
                  </a:lnTo>
                  <a:close/>
                </a:path>
                <a:path w="1652270" h="125730">
                  <a:moveTo>
                    <a:pt x="889241" y="36029"/>
                  </a:moveTo>
                  <a:lnTo>
                    <a:pt x="865593" y="36029"/>
                  </a:lnTo>
                  <a:lnTo>
                    <a:pt x="865593" y="124002"/>
                  </a:lnTo>
                  <a:lnTo>
                    <a:pt x="889990" y="124002"/>
                  </a:lnTo>
                  <a:lnTo>
                    <a:pt x="889990" y="70637"/>
                  </a:lnTo>
                  <a:lnTo>
                    <a:pt x="890790" y="67475"/>
                  </a:lnTo>
                  <a:lnTo>
                    <a:pt x="905065" y="55956"/>
                  </a:lnTo>
                  <a:lnTo>
                    <a:pt x="918971" y="55956"/>
                  </a:lnTo>
                  <a:lnTo>
                    <a:pt x="918971" y="51371"/>
                  </a:lnTo>
                  <a:lnTo>
                    <a:pt x="889241" y="51371"/>
                  </a:lnTo>
                  <a:lnTo>
                    <a:pt x="889241" y="36029"/>
                  </a:lnTo>
                  <a:close/>
                </a:path>
                <a:path w="1652270" h="125730">
                  <a:moveTo>
                    <a:pt x="918971" y="55956"/>
                  </a:moveTo>
                  <a:lnTo>
                    <a:pt x="910335" y="55956"/>
                  </a:lnTo>
                  <a:lnTo>
                    <a:pt x="912190" y="56095"/>
                  </a:lnTo>
                  <a:lnTo>
                    <a:pt x="917109" y="56743"/>
                  </a:lnTo>
                  <a:lnTo>
                    <a:pt x="916836" y="56743"/>
                  </a:lnTo>
                  <a:lnTo>
                    <a:pt x="917828" y="56934"/>
                  </a:lnTo>
                  <a:lnTo>
                    <a:pt x="918971" y="57277"/>
                  </a:lnTo>
                  <a:lnTo>
                    <a:pt x="918971" y="55956"/>
                  </a:lnTo>
                  <a:close/>
                </a:path>
                <a:path w="1652270" h="125730">
                  <a:moveTo>
                    <a:pt x="913828" y="34848"/>
                  </a:moveTo>
                  <a:lnTo>
                    <a:pt x="906138" y="34848"/>
                  </a:lnTo>
                  <a:lnTo>
                    <a:pt x="902017" y="36182"/>
                  </a:lnTo>
                  <a:lnTo>
                    <a:pt x="894460" y="41795"/>
                  </a:lnTo>
                  <a:lnTo>
                    <a:pt x="891768" y="45910"/>
                  </a:lnTo>
                  <a:lnTo>
                    <a:pt x="890155" y="51371"/>
                  </a:lnTo>
                  <a:lnTo>
                    <a:pt x="918971" y="51371"/>
                  </a:lnTo>
                  <a:lnTo>
                    <a:pt x="918971" y="35623"/>
                  </a:lnTo>
                  <a:lnTo>
                    <a:pt x="917905" y="35356"/>
                  </a:lnTo>
                  <a:lnTo>
                    <a:pt x="916660" y="35153"/>
                  </a:lnTo>
                  <a:lnTo>
                    <a:pt x="913828" y="34848"/>
                  </a:lnTo>
                  <a:close/>
                </a:path>
                <a:path w="1652270" h="125730">
                  <a:moveTo>
                    <a:pt x="976198" y="34886"/>
                  </a:moveTo>
                  <a:lnTo>
                    <a:pt x="961758" y="34886"/>
                  </a:lnTo>
                  <a:lnTo>
                    <a:pt x="954239" y="36791"/>
                  </a:lnTo>
                  <a:lnTo>
                    <a:pt x="927772" y="71132"/>
                  </a:lnTo>
                  <a:lnTo>
                    <a:pt x="927722" y="89700"/>
                  </a:lnTo>
                  <a:lnTo>
                    <a:pt x="929383" y="97307"/>
                  </a:lnTo>
                  <a:lnTo>
                    <a:pt x="962317" y="125717"/>
                  </a:lnTo>
                  <a:lnTo>
                    <a:pt x="978623" y="125717"/>
                  </a:lnTo>
                  <a:lnTo>
                    <a:pt x="1008452" y="107505"/>
                  </a:lnTo>
                  <a:lnTo>
                    <a:pt x="967676" y="107505"/>
                  </a:lnTo>
                  <a:lnTo>
                    <a:pt x="964145" y="106641"/>
                  </a:lnTo>
                  <a:lnTo>
                    <a:pt x="951826" y="90665"/>
                  </a:lnTo>
                  <a:lnTo>
                    <a:pt x="951834" y="86258"/>
                  </a:lnTo>
                  <a:lnTo>
                    <a:pt x="937450" y="86258"/>
                  </a:lnTo>
                  <a:lnTo>
                    <a:pt x="937450" y="71132"/>
                  </a:lnTo>
                  <a:lnTo>
                    <a:pt x="951860" y="71132"/>
                  </a:lnTo>
                  <a:lnTo>
                    <a:pt x="951864" y="68465"/>
                  </a:lnTo>
                  <a:lnTo>
                    <a:pt x="952630" y="65544"/>
                  </a:lnTo>
                  <a:lnTo>
                    <a:pt x="952690" y="65316"/>
                  </a:lnTo>
                  <a:lnTo>
                    <a:pt x="955903" y="59626"/>
                  </a:lnTo>
                  <a:lnTo>
                    <a:pt x="958113" y="57353"/>
                  </a:lnTo>
                  <a:lnTo>
                    <a:pt x="963802" y="53949"/>
                  </a:lnTo>
                  <a:lnTo>
                    <a:pt x="967092" y="53098"/>
                  </a:lnTo>
                  <a:lnTo>
                    <a:pt x="1005696" y="53098"/>
                  </a:lnTo>
                  <a:lnTo>
                    <a:pt x="1003593" y="49758"/>
                  </a:lnTo>
                  <a:lnTo>
                    <a:pt x="996035" y="42291"/>
                  </a:lnTo>
                  <a:lnTo>
                    <a:pt x="991641" y="39522"/>
                  </a:lnTo>
                  <a:lnTo>
                    <a:pt x="986599" y="37693"/>
                  </a:lnTo>
                  <a:lnTo>
                    <a:pt x="981595" y="35814"/>
                  </a:lnTo>
                  <a:lnTo>
                    <a:pt x="976198" y="34886"/>
                  </a:lnTo>
                  <a:close/>
                </a:path>
                <a:path w="1652270" h="125730">
                  <a:moveTo>
                    <a:pt x="988656" y="97307"/>
                  </a:moveTo>
                  <a:lnTo>
                    <a:pt x="974470" y="107505"/>
                  </a:lnTo>
                  <a:lnTo>
                    <a:pt x="1008452" y="107505"/>
                  </a:lnTo>
                  <a:lnTo>
                    <a:pt x="1009968" y="104457"/>
                  </a:lnTo>
                  <a:lnTo>
                    <a:pt x="1010081" y="104228"/>
                  </a:lnTo>
                  <a:lnTo>
                    <a:pt x="1011224" y="98806"/>
                  </a:lnTo>
                  <a:lnTo>
                    <a:pt x="988656" y="97307"/>
                  </a:lnTo>
                  <a:close/>
                </a:path>
                <a:path w="1652270" h="125730">
                  <a:moveTo>
                    <a:pt x="951860" y="71132"/>
                  </a:moveTo>
                  <a:lnTo>
                    <a:pt x="937450" y="71132"/>
                  </a:lnTo>
                  <a:lnTo>
                    <a:pt x="937450" y="86258"/>
                  </a:lnTo>
                  <a:lnTo>
                    <a:pt x="951834" y="86258"/>
                  </a:lnTo>
                  <a:lnTo>
                    <a:pt x="951860" y="71132"/>
                  </a:lnTo>
                  <a:close/>
                </a:path>
                <a:path w="1652270" h="125730">
                  <a:moveTo>
                    <a:pt x="1005696" y="53098"/>
                  </a:moveTo>
                  <a:lnTo>
                    <a:pt x="974343" y="53098"/>
                  </a:lnTo>
                  <a:lnTo>
                    <a:pt x="977761" y="53949"/>
                  </a:lnTo>
                  <a:lnTo>
                    <a:pt x="977584" y="53949"/>
                  </a:lnTo>
                  <a:lnTo>
                    <a:pt x="980122" y="55448"/>
                  </a:lnTo>
                  <a:lnTo>
                    <a:pt x="982840" y="56972"/>
                  </a:lnTo>
                  <a:lnTo>
                    <a:pt x="984961" y="59093"/>
                  </a:lnTo>
                  <a:lnTo>
                    <a:pt x="988009" y="64516"/>
                  </a:lnTo>
                  <a:lnTo>
                    <a:pt x="988771" y="67627"/>
                  </a:lnTo>
                  <a:lnTo>
                    <a:pt x="988771" y="71132"/>
                  </a:lnTo>
                  <a:lnTo>
                    <a:pt x="951860" y="71132"/>
                  </a:lnTo>
                  <a:lnTo>
                    <a:pt x="951834" y="86258"/>
                  </a:lnTo>
                  <a:lnTo>
                    <a:pt x="1011745" y="86258"/>
                  </a:lnTo>
                  <a:lnTo>
                    <a:pt x="1011630" y="71361"/>
                  </a:lnTo>
                  <a:lnTo>
                    <a:pt x="1010691" y="65544"/>
                  </a:lnTo>
                  <a:lnTo>
                    <a:pt x="1006487" y="54356"/>
                  </a:lnTo>
                  <a:lnTo>
                    <a:pt x="1005696" y="53098"/>
                  </a:lnTo>
                  <a:close/>
                </a:path>
                <a:path w="1652270" h="125730">
                  <a:moveTo>
                    <a:pt x="1103849" y="52692"/>
                  </a:moveTo>
                  <a:lnTo>
                    <a:pt x="1072781" y="52692"/>
                  </a:lnTo>
                  <a:lnTo>
                    <a:pt x="1075982" y="53682"/>
                  </a:lnTo>
                  <a:lnTo>
                    <a:pt x="1078242" y="55676"/>
                  </a:lnTo>
                  <a:lnTo>
                    <a:pt x="1080528" y="57658"/>
                  </a:lnTo>
                  <a:lnTo>
                    <a:pt x="1081671" y="60464"/>
                  </a:lnTo>
                  <a:lnTo>
                    <a:pt x="1081671" y="66306"/>
                  </a:lnTo>
                  <a:lnTo>
                    <a:pt x="1056017" y="72758"/>
                  </a:lnTo>
                  <a:lnTo>
                    <a:pt x="1051852" y="73482"/>
                  </a:lnTo>
                  <a:lnTo>
                    <a:pt x="1027315" y="94538"/>
                  </a:lnTo>
                  <a:lnTo>
                    <a:pt x="1027322" y="105257"/>
                  </a:lnTo>
                  <a:lnTo>
                    <a:pt x="1050924" y="125666"/>
                  </a:lnTo>
                  <a:lnTo>
                    <a:pt x="1060881" y="125666"/>
                  </a:lnTo>
                  <a:lnTo>
                    <a:pt x="1082255" y="111798"/>
                  </a:lnTo>
                  <a:lnTo>
                    <a:pt x="1106081" y="111798"/>
                  </a:lnTo>
                  <a:lnTo>
                    <a:pt x="1106081" y="108826"/>
                  </a:lnTo>
                  <a:lnTo>
                    <a:pt x="1059776" y="108826"/>
                  </a:lnTo>
                  <a:lnTo>
                    <a:pt x="1056690" y="107962"/>
                  </a:lnTo>
                  <a:lnTo>
                    <a:pt x="1054239" y="106248"/>
                  </a:lnTo>
                  <a:lnTo>
                    <a:pt x="1051839" y="104495"/>
                  </a:lnTo>
                  <a:lnTo>
                    <a:pt x="1050632" y="101955"/>
                  </a:lnTo>
                  <a:lnTo>
                    <a:pt x="1050632" y="96342"/>
                  </a:lnTo>
                  <a:lnTo>
                    <a:pt x="1069365" y="86537"/>
                  </a:lnTo>
                  <a:lnTo>
                    <a:pt x="1071003" y="86271"/>
                  </a:lnTo>
                  <a:lnTo>
                    <a:pt x="1081849" y="83223"/>
                  </a:lnTo>
                  <a:lnTo>
                    <a:pt x="1106081" y="83223"/>
                  </a:lnTo>
                  <a:lnTo>
                    <a:pt x="1106081" y="59436"/>
                  </a:lnTo>
                  <a:lnTo>
                    <a:pt x="1105065" y="54952"/>
                  </a:lnTo>
                  <a:lnTo>
                    <a:pt x="1103849" y="52692"/>
                  </a:lnTo>
                  <a:close/>
                </a:path>
                <a:path w="1652270" h="125730">
                  <a:moveTo>
                    <a:pt x="1106081" y="111798"/>
                  </a:moveTo>
                  <a:lnTo>
                    <a:pt x="1082941" y="111798"/>
                  </a:lnTo>
                  <a:lnTo>
                    <a:pt x="1082941" y="124002"/>
                  </a:lnTo>
                  <a:lnTo>
                    <a:pt x="1106081" y="124002"/>
                  </a:lnTo>
                  <a:lnTo>
                    <a:pt x="1106081" y="111798"/>
                  </a:lnTo>
                  <a:close/>
                </a:path>
                <a:path w="1652270" h="125730">
                  <a:moveTo>
                    <a:pt x="1106081" y="83223"/>
                  </a:moveTo>
                  <a:lnTo>
                    <a:pt x="1081849" y="83223"/>
                  </a:lnTo>
                  <a:lnTo>
                    <a:pt x="1081849" y="95656"/>
                  </a:lnTo>
                  <a:lnTo>
                    <a:pt x="1081062" y="98425"/>
                  </a:lnTo>
                  <a:lnTo>
                    <a:pt x="1067104" y="108826"/>
                  </a:lnTo>
                  <a:lnTo>
                    <a:pt x="1106081" y="108826"/>
                  </a:lnTo>
                  <a:lnTo>
                    <a:pt x="1106081" y="83223"/>
                  </a:lnTo>
                  <a:close/>
                </a:path>
                <a:path w="1652270" h="125730">
                  <a:moveTo>
                    <a:pt x="1073619" y="34886"/>
                  </a:moveTo>
                  <a:lnTo>
                    <a:pt x="1061707" y="34886"/>
                  </a:lnTo>
                  <a:lnTo>
                    <a:pt x="1055522" y="35953"/>
                  </a:lnTo>
                  <a:lnTo>
                    <a:pt x="1030748" y="59436"/>
                  </a:lnTo>
                  <a:lnTo>
                    <a:pt x="1030642" y="59931"/>
                  </a:lnTo>
                  <a:lnTo>
                    <a:pt x="1030528" y="60464"/>
                  </a:lnTo>
                  <a:lnTo>
                    <a:pt x="1030414" y="60998"/>
                  </a:lnTo>
                  <a:lnTo>
                    <a:pt x="1052982" y="62826"/>
                  </a:lnTo>
                  <a:lnTo>
                    <a:pt x="1053820" y="59931"/>
                  </a:lnTo>
                  <a:lnTo>
                    <a:pt x="1055435" y="57658"/>
                  </a:lnTo>
                  <a:lnTo>
                    <a:pt x="1055535" y="57518"/>
                  </a:lnTo>
                  <a:lnTo>
                    <a:pt x="1058051" y="55676"/>
                  </a:lnTo>
                  <a:lnTo>
                    <a:pt x="1060712" y="53682"/>
                  </a:lnTo>
                  <a:lnTo>
                    <a:pt x="1064221" y="52692"/>
                  </a:lnTo>
                  <a:lnTo>
                    <a:pt x="1103849" y="52692"/>
                  </a:lnTo>
                  <a:lnTo>
                    <a:pt x="1101013" y="47421"/>
                  </a:lnTo>
                  <a:lnTo>
                    <a:pt x="1098245" y="44335"/>
                  </a:lnTo>
                  <a:lnTo>
                    <a:pt x="1091260" y="39522"/>
                  </a:lnTo>
                  <a:lnTo>
                    <a:pt x="1087272" y="37744"/>
                  </a:lnTo>
                  <a:lnTo>
                    <a:pt x="1078293" y="35458"/>
                  </a:lnTo>
                  <a:lnTo>
                    <a:pt x="1073619" y="34886"/>
                  </a:lnTo>
                  <a:close/>
                </a:path>
                <a:path w="1652270" h="125730">
                  <a:moveTo>
                    <a:pt x="1153185" y="6705"/>
                  </a:moveTo>
                  <a:lnTo>
                    <a:pt x="1128788" y="6705"/>
                  </a:lnTo>
                  <a:lnTo>
                    <a:pt x="1128788" y="124002"/>
                  </a:lnTo>
                  <a:lnTo>
                    <a:pt x="1153185" y="124002"/>
                  </a:lnTo>
                  <a:lnTo>
                    <a:pt x="1153185" y="98691"/>
                  </a:lnTo>
                  <a:lnTo>
                    <a:pt x="1150899" y="98691"/>
                  </a:lnTo>
                  <a:lnTo>
                    <a:pt x="1150950" y="69418"/>
                  </a:lnTo>
                  <a:lnTo>
                    <a:pt x="1153185" y="69418"/>
                  </a:lnTo>
                  <a:lnTo>
                    <a:pt x="1153185" y="6705"/>
                  </a:lnTo>
                  <a:close/>
                </a:path>
                <a:path w="1652270" h="125730">
                  <a:moveTo>
                    <a:pt x="1178064" y="74129"/>
                  </a:moveTo>
                  <a:lnTo>
                    <a:pt x="1172832" y="80238"/>
                  </a:lnTo>
                  <a:lnTo>
                    <a:pt x="1167041" y="80238"/>
                  </a:lnTo>
                  <a:lnTo>
                    <a:pt x="1159797" y="88519"/>
                  </a:lnTo>
                  <a:lnTo>
                    <a:pt x="1183766" y="124002"/>
                  </a:lnTo>
                  <a:lnTo>
                    <a:pt x="1212354" y="124002"/>
                  </a:lnTo>
                  <a:lnTo>
                    <a:pt x="1178064" y="74129"/>
                  </a:lnTo>
                  <a:close/>
                </a:path>
                <a:path w="1652270" h="125730">
                  <a:moveTo>
                    <a:pt x="1153185" y="69418"/>
                  </a:moveTo>
                  <a:lnTo>
                    <a:pt x="1150950" y="69418"/>
                  </a:lnTo>
                  <a:lnTo>
                    <a:pt x="1150899" y="98691"/>
                  </a:lnTo>
                  <a:lnTo>
                    <a:pt x="1153185" y="96078"/>
                  </a:lnTo>
                  <a:lnTo>
                    <a:pt x="1153185" y="69418"/>
                  </a:lnTo>
                  <a:close/>
                </a:path>
                <a:path w="1652270" h="125730">
                  <a:moveTo>
                    <a:pt x="1153185" y="96078"/>
                  </a:moveTo>
                  <a:lnTo>
                    <a:pt x="1150899" y="98691"/>
                  </a:lnTo>
                  <a:lnTo>
                    <a:pt x="1153185" y="98691"/>
                  </a:lnTo>
                  <a:lnTo>
                    <a:pt x="1153185" y="96078"/>
                  </a:lnTo>
                  <a:close/>
                </a:path>
                <a:path w="1652270" h="125730">
                  <a:moveTo>
                    <a:pt x="1210690" y="36029"/>
                  </a:moveTo>
                  <a:lnTo>
                    <a:pt x="1182687" y="36029"/>
                  </a:lnTo>
                  <a:lnTo>
                    <a:pt x="1154506" y="69418"/>
                  </a:lnTo>
                  <a:lnTo>
                    <a:pt x="1153185" y="69418"/>
                  </a:lnTo>
                  <a:lnTo>
                    <a:pt x="1153185" y="96078"/>
                  </a:lnTo>
                  <a:lnTo>
                    <a:pt x="1159797" y="88519"/>
                  </a:lnTo>
                  <a:lnTo>
                    <a:pt x="1157884" y="85686"/>
                  </a:lnTo>
                  <a:lnTo>
                    <a:pt x="1174153" y="68440"/>
                  </a:lnTo>
                  <a:lnTo>
                    <a:pt x="1182935" y="68440"/>
                  </a:lnTo>
                  <a:lnTo>
                    <a:pt x="1210690" y="36029"/>
                  </a:lnTo>
                  <a:close/>
                </a:path>
                <a:path w="1652270" h="125730">
                  <a:moveTo>
                    <a:pt x="1174153" y="68440"/>
                  </a:moveTo>
                  <a:lnTo>
                    <a:pt x="1157884" y="85686"/>
                  </a:lnTo>
                  <a:lnTo>
                    <a:pt x="1159797" y="88519"/>
                  </a:lnTo>
                  <a:lnTo>
                    <a:pt x="1167041" y="80238"/>
                  </a:lnTo>
                  <a:lnTo>
                    <a:pt x="1172832" y="80238"/>
                  </a:lnTo>
                  <a:lnTo>
                    <a:pt x="1178064" y="74129"/>
                  </a:lnTo>
                  <a:lnTo>
                    <a:pt x="1174153" y="68440"/>
                  </a:lnTo>
                  <a:close/>
                </a:path>
                <a:path w="1652270" h="125730">
                  <a:moveTo>
                    <a:pt x="1182935" y="68440"/>
                  </a:moveTo>
                  <a:lnTo>
                    <a:pt x="1174153" y="68440"/>
                  </a:lnTo>
                  <a:lnTo>
                    <a:pt x="1178064" y="74129"/>
                  </a:lnTo>
                  <a:lnTo>
                    <a:pt x="1182935" y="68440"/>
                  </a:lnTo>
                  <a:close/>
                </a:path>
                <a:path w="1652270" h="125730">
                  <a:moveTo>
                    <a:pt x="1260106" y="34886"/>
                  </a:moveTo>
                  <a:lnTo>
                    <a:pt x="1248727" y="34886"/>
                  </a:lnTo>
                  <a:lnTo>
                    <a:pt x="1242783" y="36563"/>
                  </a:lnTo>
                  <a:lnTo>
                    <a:pt x="1219860" y="72887"/>
                  </a:lnTo>
                  <a:lnTo>
                    <a:pt x="1219555" y="80124"/>
                  </a:lnTo>
                  <a:lnTo>
                    <a:pt x="1219555" y="89941"/>
                  </a:lnTo>
                  <a:lnTo>
                    <a:pt x="1220998" y="97599"/>
                  </a:lnTo>
                  <a:lnTo>
                    <a:pt x="1221117" y="98234"/>
                  </a:lnTo>
                  <a:lnTo>
                    <a:pt x="1248549" y="125437"/>
                  </a:lnTo>
                  <a:lnTo>
                    <a:pt x="1259966" y="125437"/>
                  </a:lnTo>
                  <a:lnTo>
                    <a:pt x="1280210" y="109918"/>
                  </a:lnTo>
                  <a:lnTo>
                    <a:pt x="1305293" y="109918"/>
                  </a:lnTo>
                  <a:lnTo>
                    <a:pt x="1305293" y="106019"/>
                  </a:lnTo>
                  <a:lnTo>
                    <a:pt x="1258963" y="106019"/>
                  </a:lnTo>
                  <a:lnTo>
                    <a:pt x="1255781" y="104990"/>
                  </a:lnTo>
                  <a:lnTo>
                    <a:pt x="1244490" y="85242"/>
                  </a:lnTo>
                  <a:lnTo>
                    <a:pt x="1244496" y="74777"/>
                  </a:lnTo>
                  <a:lnTo>
                    <a:pt x="1258963" y="54292"/>
                  </a:lnTo>
                  <a:lnTo>
                    <a:pt x="1305293" y="54292"/>
                  </a:lnTo>
                  <a:lnTo>
                    <a:pt x="1305293" y="50800"/>
                  </a:lnTo>
                  <a:lnTo>
                    <a:pt x="1280210" y="50800"/>
                  </a:lnTo>
                  <a:lnTo>
                    <a:pt x="1279143" y="48437"/>
                  </a:lnTo>
                  <a:lnTo>
                    <a:pt x="1277581" y="46024"/>
                  </a:lnTo>
                  <a:lnTo>
                    <a:pt x="1275511" y="43586"/>
                  </a:lnTo>
                  <a:lnTo>
                    <a:pt x="1273492" y="41109"/>
                  </a:lnTo>
                  <a:lnTo>
                    <a:pt x="1270812" y="39039"/>
                  </a:lnTo>
                  <a:lnTo>
                    <a:pt x="1267498" y="37401"/>
                  </a:lnTo>
                  <a:lnTo>
                    <a:pt x="1264208" y="35725"/>
                  </a:lnTo>
                  <a:lnTo>
                    <a:pt x="1260106" y="34886"/>
                  </a:lnTo>
                  <a:close/>
                </a:path>
                <a:path w="1652270" h="125730">
                  <a:moveTo>
                    <a:pt x="1305293" y="109918"/>
                  </a:moveTo>
                  <a:lnTo>
                    <a:pt x="1281239" y="109918"/>
                  </a:lnTo>
                  <a:lnTo>
                    <a:pt x="1281239" y="124002"/>
                  </a:lnTo>
                  <a:lnTo>
                    <a:pt x="1305293" y="124002"/>
                  </a:lnTo>
                  <a:lnTo>
                    <a:pt x="1305293" y="109918"/>
                  </a:lnTo>
                  <a:close/>
                </a:path>
                <a:path w="1652270" h="125730">
                  <a:moveTo>
                    <a:pt x="1305293" y="54292"/>
                  </a:moveTo>
                  <a:lnTo>
                    <a:pt x="1266901" y="54292"/>
                  </a:lnTo>
                  <a:lnTo>
                    <a:pt x="1269114" y="54991"/>
                  </a:lnTo>
                  <a:lnTo>
                    <a:pt x="1270291" y="55384"/>
                  </a:lnTo>
                  <a:lnTo>
                    <a:pt x="1275740" y="59550"/>
                  </a:lnTo>
                  <a:lnTo>
                    <a:pt x="1277848" y="62522"/>
                  </a:lnTo>
                  <a:lnTo>
                    <a:pt x="1280744" y="70243"/>
                  </a:lnTo>
                  <a:lnTo>
                    <a:pt x="1281468" y="74777"/>
                  </a:lnTo>
                  <a:lnTo>
                    <a:pt x="1281468" y="85242"/>
                  </a:lnTo>
                  <a:lnTo>
                    <a:pt x="1280756" y="89662"/>
                  </a:lnTo>
                  <a:lnTo>
                    <a:pt x="1280682" y="89941"/>
                  </a:lnTo>
                  <a:lnTo>
                    <a:pt x="1279232" y="93700"/>
                  </a:lnTo>
                  <a:lnTo>
                    <a:pt x="1277785" y="97599"/>
                  </a:lnTo>
                  <a:lnTo>
                    <a:pt x="1275689" y="100634"/>
                  </a:lnTo>
                  <a:lnTo>
                    <a:pt x="1273007" y="102755"/>
                  </a:lnTo>
                  <a:lnTo>
                    <a:pt x="1270109" y="104990"/>
                  </a:lnTo>
                  <a:lnTo>
                    <a:pt x="1266901" y="106019"/>
                  </a:lnTo>
                  <a:lnTo>
                    <a:pt x="1305293" y="106019"/>
                  </a:lnTo>
                  <a:lnTo>
                    <a:pt x="1305293" y="54292"/>
                  </a:lnTo>
                  <a:close/>
                </a:path>
                <a:path w="1652270" h="125730">
                  <a:moveTo>
                    <a:pt x="1305293" y="6705"/>
                  </a:moveTo>
                  <a:lnTo>
                    <a:pt x="1280960" y="6705"/>
                  </a:lnTo>
                  <a:lnTo>
                    <a:pt x="1280960" y="50800"/>
                  </a:lnTo>
                  <a:lnTo>
                    <a:pt x="1305293" y="50800"/>
                  </a:lnTo>
                  <a:lnTo>
                    <a:pt x="1305293" y="6705"/>
                  </a:lnTo>
                  <a:close/>
                </a:path>
                <a:path w="1652270" h="125730">
                  <a:moveTo>
                    <a:pt x="1377784" y="34886"/>
                  </a:moveTo>
                  <a:lnTo>
                    <a:pt x="1359992" y="34886"/>
                  </a:lnTo>
                  <a:lnTo>
                    <a:pt x="1352295" y="36791"/>
                  </a:lnTo>
                  <a:lnTo>
                    <a:pt x="1325755" y="70510"/>
                  </a:lnTo>
                  <a:lnTo>
                    <a:pt x="1325697" y="89865"/>
                  </a:lnTo>
                  <a:lnTo>
                    <a:pt x="1327340" y="97294"/>
                  </a:lnTo>
                  <a:lnTo>
                    <a:pt x="1359992" y="125717"/>
                  </a:lnTo>
                  <a:lnTo>
                    <a:pt x="1377784" y="125717"/>
                  </a:lnTo>
                  <a:lnTo>
                    <a:pt x="1385455" y="123825"/>
                  </a:lnTo>
                  <a:lnTo>
                    <a:pt x="1398409" y="116230"/>
                  </a:lnTo>
                  <a:lnTo>
                    <a:pt x="1403413" y="110921"/>
                  </a:lnTo>
                  <a:lnTo>
                    <a:pt x="1405527" y="106819"/>
                  </a:lnTo>
                  <a:lnTo>
                    <a:pt x="1364919" y="106819"/>
                  </a:lnTo>
                  <a:lnTo>
                    <a:pt x="1361478" y="105676"/>
                  </a:lnTo>
                  <a:lnTo>
                    <a:pt x="1350390" y="85305"/>
                  </a:lnTo>
                  <a:lnTo>
                    <a:pt x="1350390" y="75069"/>
                  </a:lnTo>
                  <a:lnTo>
                    <a:pt x="1364919" y="53492"/>
                  </a:lnTo>
                  <a:lnTo>
                    <a:pt x="1405361" y="53492"/>
                  </a:lnTo>
                  <a:lnTo>
                    <a:pt x="1403413" y="49695"/>
                  </a:lnTo>
                  <a:lnTo>
                    <a:pt x="1398409" y="44386"/>
                  </a:lnTo>
                  <a:lnTo>
                    <a:pt x="1391919" y="40614"/>
                  </a:lnTo>
                  <a:lnTo>
                    <a:pt x="1385455" y="36791"/>
                  </a:lnTo>
                  <a:lnTo>
                    <a:pt x="1377784" y="34886"/>
                  </a:lnTo>
                  <a:close/>
                </a:path>
                <a:path w="1652270" h="125730">
                  <a:moveTo>
                    <a:pt x="1405361" y="53492"/>
                  </a:moveTo>
                  <a:lnTo>
                    <a:pt x="1373047" y="53492"/>
                  </a:lnTo>
                  <a:lnTo>
                    <a:pt x="1376425" y="54660"/>
                  </a:lnTo>
                  <a:lnTo>
                    <a:pt x="1381848" y="59321"/>
                  </a:lnTo>
                  <a:lnTo>
                    <a:pt x="1383893" y="62484"/>
                  </a:lnTo>
                  <a:lnTo>
                    <a:pt x="1385265" y="66497"/>
                  </a:lnTo>
                  <a:lnTo>
                    <a:pt x="1386687" y="70510"/>
                  </a:lnTo>
                  <a:lnTo>
                    <a:pt x="1387386" y="75069"/>
                  </a:lnTo>
                  <a:lnTo>
                    <a:pt x="1387386" y="85305"/>
                  </a:lnTo>
                  <a:lnTo>
                    <a:pt x="1386763" y="89369"/>
                  </a:lnTo>
                  <a:lnTo>
                    <a:pt x="1386687" y="89865"/>
                  </a:lnTo>
                  <a:lnTo>
                    <a:pt x="1385265" y="93878"/>
                  </a:lnTo>
                  <a:lnTo>
                    <a:pt x="1383893" y="97878"/>
                  </a:lnTo>
                  <a:lnTo>
                    <a:pt x="1381848" y="101053"/>
                  </a:lnTo>
                  <a:lnTo>
                    <a:pt x="1379143" y="103378"/>
                  </a:lnTo>
                  <a:lnTo>
                    <a:pt x="1376425" y="105676"/>
                  </a:lnTo>
                  <a:lnTo>
                    <a:pt x="1373047" y="106819"/>
                  </a:lnTo>
                  <a:lnTo>
                    <a:pt x="1405527" y="106819"/>
                  </a:lnTo>
                  <a:lnTo>
                    <a:pt x="1410436" y="97294"/>
                  </a:lnTo>
                  <a:lnTo>
                    <a:pt x="1412079" y="89865"/>
                  </a:lnTo>
                  <a:lnTo>
                    <a:pt x="1412189" y="71272"/>
                  </a:lnTo>
                  <a:lnTo>
                    <a:pt x="1410436" y="63322"/>
                  </a:lnTo>
                  <a:lnTo>
                    <a:pt x="1405361" y="53492"/>
                  </a:lnTo>
                  <a:close/>
                </a:path>
                <a:path w="1652270" h="125730">
                  <a:moveTo>
                    <a:pt x="1447723" y="36029"/>
                  </a:moveTo>
                  <a:lnTo>
                    <a:pt x="1423047" y="36029"/>
                  </a:lnTo>
                  <a:lnTo>
                    <a:pt x="1446987" y="124002"/>
                  </a:lnTo>
                  <a:lnTo>
                    <a:pt x="1472755" y="124002"/>
                  </a:lnTo>
                  <a:lnTo>
                    <a:pt x="1480646" y="95135"/>
                  </a:lnTo>
                  <a:lnTo>
                    <a:pt x="1461363" y="95135"/>
                  </a:lnTo>
                  <a:lnTo>
                    <a:pt x="1447723" y="36029"/>
                  </a:lnTo>
                  <a:close/>
                </a:path>
                <a:path w="1652270" h="125730">
                  <a:moveTo>
                    <a:pt x="1508614" y="68668"/>
                  </a:moveTo>
                  <a:lnTo>
                    <a:pt x="1488973" y="68668"/>
                  </a:lnTo>
                  <a:lnTo>
                    <a:pt x="1504086" y="124002"/>
                  </a:lnTo>
                  <a:lnTo>
                    <a:pt x="1529918" y="124002"/>
                  </a:lnTo>
                  <a:lnTo>
                    <a:pt x="1537756" y="95135"/>
                  </a:lnTo>
                  <a:lnTo>
                    <a:pt x="1537850" y="94792"/>
                  </a:lnTo>
                  <a:lnTo>
                    <a:pt x="1515033" y="94792"/>
                  </a:lnTo>
                  <a:lnTo>
                    <a:pt x="1508614" y="68668"/>
                  </a:lnTo>
                  <a:close/>
                </a:path>
                <a:path w="1652270" h="125730">
                  <a:moveTo>
                    <a:pt x="1500593" y="36029"/>
                  </a:moveTo>
                  <a:lnTo>
                    <a:pt x="1476362" y="36029"/>
                  </a:lnTo>
                  <a:lnTo>
                    <a:pt x="1462246" y="94792"/>
                  </a:lnTo>
                  <a:lnTo>
                    <a:pt x="1462163" y="95135"/>
                  </a:lnTo>
                  <a:lnTo>
                    <a:pt x="1480646" y="95135"/>
                  </a:lnTo>
                  <a:lnTo>
                    <a:pt x="1487881" y="68668"/>
                  </a:lnTo>
                  <a:lnTo>
                    <a:pt x="1508614" y="68668"/>
                  </a:lnTo>
                  <a:lnTo>
                    <a:pt x="1500593" y="36029"/>
                  </a:lnTo>
                  <a:close/>
                </a:path>
                <a:path w="1652270" h="125730">
                  <a:moveTo>
                    <a:pt x="1553806" y="36029"/>
                  </a:moveTo>
                  <a:lnTo>
                    <a:pt x="1529181" y="36029"/>
                  </a:lnTo>
                  <a:lnTo>
                    <a:pt x="1515770" y="94792"/>
                  </a:lnTo>
                  <a:lnTo>
                    <a:pt x="1537850" y="94792"/>
                  </a:lnTo>
                  <a:lnTo>
                    <a:pt x="1553806" y="36029"/>
                  </a:lnTo>
                  <a:close/>
                </a:path>
                <a:path w="1652270" h="125730">
                  <a:moveTo>
                    <a:pt x="1593849" y="36029"/>
                  </a:moveTo>
                  <a:lnTo>
                    <a:pt x="1570596" y="36029"/>
                  </a:lnTo>
                  <a:lnTo>
                    <a:pt x="1570596" y="124002"/>
                  </a:lnTo>
                  <a:lnTo>
                    <a:pt x="1595005" y="124002"/>
                  </a:lnTo>
                  <a:lnTo>
                    <a:pt x="1595043" y="69367"/>
                  </a:lnTo>
                  <a:lnTo>
                    <a:pt x="1595742" y="66128"/>
                  </a:lnTo>
                  <a:lnTo>
                    <a:pt x="1598536" y="60756"/>
                  </a:lnTo>
                  <a:lnTo>
                    <a:pt x="1600479" y="58686"/>
                  </a:lnTo>
                  <a:lnTo>
                    <a:pt x="1605483" y="55867"/>
                  </a:lnTo>
                  <a:lnTo>
                    <a:pt x="1607913" y="55270"/>
                  </a:lnTo>
                  <a:lnTo>
                    <a:pt x="1650441" y="55270"/>
                  </a:lnTo>
                  <a:lnTo>
                    <a:pt x="1648544" y="51549"/>
                  </a:lnTo>
                  <a:lnTo>
                    <a:pt x="1593849" y="51549"/>
                  </a:lnTo>
                  <a:lnTo>
                    <a:pt x="1593849" y="36029"/>
                  </a:lnTo>
                  <a:close/>
                </a:path>
                <a:path w="1652270" h="125730">
                  <a:moveTo>
                    <a:pt x="1650441" y="55270"/>
                  </a:moveTo>
                  <a:lnTo>
                    <a:pt x="1616845" y="55270"/>
                  </a:lnTo>
                  <a:lnTo>
                    <a:pt x="1620392" y="56680"/>
                  </a:lnTo>
                  <a:lnTo>
                    <a:pt x="1625968" y="62750"/>
                  </a:lnTo>
                  <a:lnTo>
                    <a:pt x="1627339" y="66954"/>
                  </a:lnTo>
                  <a:lnTo>
                    <a:pt x="1627301" y="124002"/>
                  </a:lnTo>
                  <a:lnTo>
                    <a:pt x="1651698" y="124002"/>
                  </a:lnTo>
                  <a:lnTo>
                    <a:pt x="1651614" y="60756"/>
                  </a:lnTo>
                  <a:lnTo>
                    <a:pt x="1650441" y="55270"/>
                  </a:lnTo>
                  <a:close/>
                </a:path>
                <a:path w="1652270" h="125730">
                  <a:moveTo>
                    <a:pt x="1627454" y="34886"/>
                  </a:moveTo>
                  <a:lnTo>
                    <a:pt x="1614817" y="34886"/>
                  </a:lnTo>
                  <a:lnTo>
                    <a:pt x="1609267" y="36385"/>
                  </a:lnTo>
                  <a:lnTo>
                    <a:pt x="1604683" y="39408"/>
                  </a:lnTo>
                  <a:lnTo>
                    <a:pt x="1600098" y="42379"/>
                  </a:lnTo>
                  <a:lnTo>
                    <a:pt x="1596834" y="46431"/>
                  </a:lnTo>
                  <a:lnTo>
                    <a:pt x="1594891" y="51549"/>
                  </a:lnTo>
                  <a:lnTo>
                    <a:pt x="1648544" y="51549"/>
                  </a:lnTo>
                  <a:lnTo>
                    <a:pt x="1645399" y="45377"/>
                  </a:lnTo>
                  <a:lnTo>
                    <a:pt x="1641868" y="41567"/>
                  </a:lnTo>
                  <a:lnTo>
                    <a:pt x="1632788" y="36220"/>
                  </a:lnTo>
                  <a:lnTo>
                    <a:pt x="1627454" y="348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090363" y="1978850"/>
              <a:ext cx="784225" cy="99695"/>
            </a:xfrm>
            <a:custGeom>
              <a:avLst/>
              <a:gdLst/>
              <a:ahLst/>
              <a:cxnLst/>
              <a:rect l="l" t="t" r="r" b="b"/>
              <a:pathLst>
                <a:path w="784225" h="99694">
                  <a:moveTo>
                    <a:pt x="5181" y="41732"/>
                  </a:moveTo>
                  <a:lnTo>
                    <a:pt x="0" y="47040"/>
                  </a:lnTo>
                  <a:lnTo>
                    <a:pt x="23190" y="70091"/>
                  </a:lnTo>
                  <a:lnTo>
                    <a:pt x="33851" y="59461"/>
                  </a:lnTo>
                  <a:lnTo>
                    <a:pt x="23190" y="59461"/>
                  </a:lnTo>
                  <a:lnTo>
                    <a:pt x="5181" y="41732"/>
                  </a:lnTo>
                  <a:close/>
                </a:path>
                <a:path w="784225" h="99694">
                  <a:moveTo>
                    <a:pt x="60413" y="22364"/>
                  </a:moveTo>
                  <a:lnTo>
                    <a:pt x="23190" y="59461"/>
                  </a:lnTo>
                  <a:lnTo>
                    <a:pt x="33851" y="59461"/>
                  </a:lnTo>
                  <a:lnTo>
                    <a:pt x="65735" y="27673"/>
                  </a:lnTo>
                  <a:lnTo>
                    <a:pt x="60413" y="22364"/>
                  </a:lnTo>
                  <a:close/>
                </a:path>
                <a:path w="784225" h="99694">
                  <a:moveTo>
                    <a:pt x="113144" y="60540"/>
                  </a:moveTo>
                  <a:lnTo>
                    <a:pt x="104419" y="60540"/>
                  </a:lnTo>
                  <a:lnTo>
                    <a:pt x="104521" y="62001"/>
                  </a:lnTo>
                  <a:lnTo>
                    <a:pt x="104603" y="63182"/>
                  </a:lnTo>
                  <a:lnTo>
                    <a:pt x="104686" y="64363"/>
                  </a:lnTo>
                  <a:lnTo>
                    <a:pt x="124510" y="79781"/>
                  </a:lnTo>
                  <a:lnTo>
                    <a:pt x="134874" y="79781"/>
                  </a:lnTo>
                  <a:lnTo>
                    <a:pt x="138983" y="78968"/>
                  </a:lnTo>
                  <a:lnTo>
                    <a:pt x="139247" y="78968"/>
                  </a:lnTo>
                  <a:lnTo>
                    <a:pt x="146951" y="75285"/>
                  </a:lnTo>
                  <a:lnTo>
                    <a:pt x="149821" y="72872"/>
                  </a:lnTo>
                  <a:lnTo>
                    <a:pt x="150297" y="72136"/>
                  </a:lnTo>
                  <a:lnTo>
                    <a:pt x="126733" y="72136"/>
                  </a:lnTo>
                  <a:lnTo>
                    <a:pt x="124142" y="71729"/>
                  </a:lnTo>
                  <a:lnTo>
                    <a:pt x="113270" y="62001"/>
                  </a:lnTo>
                  <a:lnTo>
                    <a:pt x="113144" y="60540"/>
                  </a:lnTo>
                  <a:close/>
                </a:path>
                <a:path w="784225" h="99694">
                  <a:moveTo>
                    <a:pt x="134696" y="7772"/>
                  </a:moveTo>
                  <a:lnTo>
                    <a:pt x="125742" y="7772"/>
                  </a:lnTo>
                  <a:lnTo>
                    <a:pt x="121704" y="8585"/>
                  </a:lnTo>
                  <a:lnTo>
                    <a:pt x="106324" y="23355"/>
                  </a:lnTo>
                  <a:lnTo>
                    <a:pt x="106324" y="31978"/>
                  </a:lnTo>
                  <a:lnTo>
                    <a:pt x="135102" y="48552"/>
                  </a:lnTo>
                  <a:lnTo>
                    <a:pt x="137388" y="49339"/>
                  </a:lnTo>
                  <a:lnTo>
                    <a:pt x="141617" y="51155"/>
                  </a:lnTo>
                  <a:lnTo>
                    <a:pt x="143319" y="52336"/>
                  </a:lnTo>
                  <a:lnTo>
                    <a:pt x="145910" y="55245"/>
                  </a:lnTo>
                  <a:lnTo>
                    <a:pt x="146558" y="57137"/>
                  </a:lnTo>
                  <a:lnTo>
                    <a:pt x="146558" y="62001"/>
                  </a:lnTo>
                  <a:lnTo>
                    <a:pt x="145808" y="64223"/>
                  </a:lnTo>
                  <a:lnTo>
                    <a:pt x="142811" y="68021"/>
                  </a:lnTo>
                  <a:lnTo>
                    <a:pt x="140779" y="69507"/>
                  </a:lnTo>
                  <a:lnTo>
                    <a:pt x="135357" y="71729"/>
                  </a:lnTo>
                  <a:lnTo>
                    <a:pt x="135000" y="71729"/>
                  </a:lnTo>
                  <a:lnTo>
                    <a:pt x="132740" y="72136"/>
                  </a:lnTo>
                  <a:lnTo>
                    <a:pt x="150297" y="72136"/>
                  </a:lnTo>
                  <a:lnTo>
                    <a:pt x="153758" y="66776"/>
                  </a:lnTo>
                  <a:lnTo>
                    <a:pt x="154736" y="63360"/>
                  </a:lnTo>
                  <a:lnTo>
                    <a:pt x="154736" y="56324"/>
                  </a:lnTo>
                  <a:lnTo>
                    <a:pt x="154076" y="53555"/>
                  </a:lnTo>
                  <a:lnTo>
                    <a:pt x="151384" y="49060"/>
                  </a:lnTo>
                  <a:lnTo>
                    <a:pt x="149682" y="47218"/>
                  </a:lnTo>
                  <a:lnTo>
                    <a:pt x="147612" y="45783"/>
                  </a:lnTo>
                  <a:lnTo>
                    <a:pt x="145567" y="44323"/>
                  </a:lnTo>
                  <a:lnTo>
                    <a:pt x="143421" y="43180"/>
                  </a:lnTo>
                  <a:lnTo>
                    <a:pt x="139221" y="41605"/>
                  </a:lnTo>
                  <a:lnTo>
                    <a:pt x="136918" y="40843"/>
                  </a:lnTo>
                  <a:lnTo>
                    <a:pt x="126720" y="38112"/>
                  </a:lnTo>
                  <a:lnTo>
                    <a:pt x="125298" y="37668"/>
                  </a:lnTo>
                  <a:lnTo>
                    <a:pt x="114515" y="28727"/>
                  </a:lnTo>
                  <a:lnTo>
                    <a:pt x="114515" y="24638"/>
                  </a:lnTo>
                  <a:lnTo>
                    <a:pt x="126834" y="15265"/>
                  </a:lnTo>
                  <a:lnTo>
                    <a:pt x="149432" y="15265"/>
                  </a:lnTo>
                  <a:lnTo>
                    <a:pt x="148575" y="14109"/>
                  </a:lnTo>
                  <a:lnTo>
                    <a:pt x="148463" y="13957"/>
                  </a:lnTo>
                  <a:lnTo>
                    <a:pt x="145759" y="11836"/>
                  </a:lnTo>
                  <a:lnTo>
                    <a:pt x="138724" y="8585"/>
                  </a:lnTo>
                  <a:lnTo>
                    <a:pt x="134696" y="7772"/>
                  </a:lnTo>
                  <a:close/>
                </a:path>
                <a:path w="784225" h="99694">
                  <a:moveTo>
                    <a:pt x="149432" y="15265"/>
                  </a:moveTo>
                  <a:lnTo>
                    <a:pt x="134150" y="15265"/>
                  </a:lnTo>
                  <a:lnTo>
                    <a:pt x="137718" y="16217"/>
                  </a:lnTo>
                  <a:lnTo>
                    <a:pt x="143535" y="20040"/>
                  </a:lnTo>
                  <a:lnTo>
                    <a:pt x="145199" y="22720"/>
                  </a:lnTo>
                  <a:lnTo>
                    <a:pt x="145605" y="26174"/>
                  </a:lnTo>
                  <a:lnTo>
                    <a:pt x="153784" y="26174"/>
                  </a:lnTo>
                  <a:lnTo>
                    <a:pt x="153672" y="22720"/>
                  </a:lnTo>
                  <a:lnTo>
                    <a:pt x="152577" y="19507"/>
                  </a:lnTo>
                  <a:lnTo>
                    <a:pt x="149432" y="15265"/>
                  </a:lnTo>
                  <a:close/>
                </a:path>
                <a:path w="784225" h="99694">
                  <a:moveTo>
                    <a:pt x="191249" y="25501"/>
                  </a:moveTo>
                  <a:lnTo>
                    <a:pt x="182841" y="25501"/>
                  </a:lnTo>
                  <a:lnTo>
                    <a:pt x="178701" y="26657"/>
                  </a:lnTo>
                  <a:lnTo>
                    <a:pt x="171627" y="31267"/>
                  </a:lnTo>
                  <a:lnTo>
                    <a:pt x="168884" y="34467"/>
                  </a:lnTo>
                  <a:lnTo>
                    <a:pt x="164947" y="42621"/>
                  </a:lnTo>
                  <a:lnTo>
                    <a:pt x="163969" y="47320"/>
                  </a:lnTo>
                  <a:lnTo>
                    <a:pt x="163969" y="57861"/>
                  </a:lnTo>
                  <a:lnTo>
                    <a:pt x="182791" y="79641"/>
                  </a:lnTo>
                  <a:lnTo>
                    <a:pt x="191566" y="79641"/>
                  </a:lnTo>
                  <a:lnTo>
                    <a:pt x="194957" y="78930"/>
                  </a:lnTo>
                  <a:lnTo>
                    <a:pt x="200799" y="76034"/>
                  </a:lnTo>
                  <a:lnTo>
                    <a:pt x="203149" y="74079"/>
                  </a:lnTo>
                  <a:lnTo>
                    <a:pt x="204354" y="72415"/>
                  </a:lnTo>
                  <a:lnTo>
                    <a:pt x="184518" y="72415"/>
                  </a:lnTo>
                  <a:lnTo>
                    <a:pt x="181749" y="71577"/>
                  </a:lnTo>
                  <a:lnTo>
                    <a:pt x="177038" y="68262"/>
                  </a:lnTo>
                  <a:lnTo>
                    <a:pt x="175221" y="65938"/>
                  </a:lnTo>
                  <a:lnTo>
                    <a:pt x="172656" y="59931"/>
                  </a:lnTo>
                  <a:lnTo>
                    <a:pt x="172021" y="56413"/>
                  </a:lnTo>
                  <a:lnTo>
                    <a:pt x="172021" y="48412"/>
                  </a:lnTo>
                  <a:lnTo>
                    <a:pt x="172669" y="44970"/>
                  </a:lnTo>
                  <a:lnTo>
                    <a:pt x="175285" y="39077"/>
                  </a:lnTo>
                  <a:lnTo>
                    <a:pt x="177114" y="36791"/>
                  </a:lnTo>
                  <a:lnTo>
                    <a:pt x="181648" y="33655"/>
                  </a:lnTo>
                  <a:lnTo>
                    <a:pt x="181425" y="33655"/>
                  </a:lnTo>
                  <a:lnTo>
                    <a:pt x="184569" y="32727"/>
                  </a:lnTo>
                  <a:lnTo>
                    <a:pt x="204366" y="32727"/>
                  </a:lnTo>
                  <a:lnTo>
                    <a:pt x="202895" y="30810"/>
                  </a:lnTo>
                  <a:lnTo>
                    <a:pt x="200482" y="28905"/>
                  </a:lnTo>
                  <a:lnTo>
                    <a:pt x="194564" y="26174"/>
                  </a:lnTo>
                  <a:lnTo>
                    <a:pt x="191249" y="25501"/>
                  </a:lnTo>
                  <a:close/>
                </a:path>
                <a:path w="784225" h="99694">
                  <a:moveTo>
                    <a:pt x="208292" y="63271"/>
                  </a:moveTo>
                  <a:lnTo>
                    <a:pt x="200253" y="63271"/>
                  </a:lnTo>
                  <a:lnTo>
                    <a:pt x="199745" y="65189"/>
                  </a:lnTo>
                  <a:lnTo>
                    <a:pt x="198907" y="66814"/>
                  </a:lnTo>
                  <a:lnTo>
                    <a:pt x="196545" y="69545"/>
                  </a:lnTo>
                  <a:lnTo>
                    <a:pt x="194977" y="70650"/>
                  </a:lnTo>
                  <a:lnTo>
                    <a:pt x="191693" y="72047"/>
                  </a:lnTo>
                  <a:lnTo>
                    <a:pt x="189801" y="72415"/>
                  </a:lnTo>
                  <a:lnTo>
                    <a:pt x="204354" y="72415"/>
                  </a:lnTo>
                  <a:lnTo>
                    <a:pt x="206717" y="69151"/>
                  </a:lnTo>
                  <a:lnTo>
                    <a:pt x="207848" y="66370"/>
                  </a:lnTo>
                  <a:lnTo>
                    <a:pt x="208292" y="63271"/>
                  </a:lnTo>
                  <a:close/>
                </a:path>
                <a:path w="784225" h="99694">
                  <a:moveTo>
                    <a:pt x="204366" y="32727"/>
                  </a:moveTo>
                  <a:lnTo>
                    <a:pt x="191249" y="32727"/>
                  </a:lnTo>
                  <a:lnTo>
                    <a:pt x="194068" y="33655"/>
                  </a:lnTo>
                  <a:lnTo>
                    <a:pt x="196164" y="35521"/>
                  </a:lnTo>
                  <a:lnTo>
                    <a:pt x="198272" y="37363"/>
                  </a:lnTo>
                  <a:lnTo>
                    <a:pt x="199631" y="39471"/>
                  </a:lnTo>
                  <a:lnTo>
                    <a:pt x="200253" y="41859"/>
                  </a:lnTo>
                  <a:lnTo>
                    <a:pt x="208292" y="41859"/>
                  </a:lnTo>
                  <a:lnTo>
                    <a:pt x="207967" y="39471"/>
                  </a:lnTo>
                  <a:lnTo>
                    <a:pt x="207848" y="38595"/>
                  </a:lnTo>
                  <a:lnTo>
                    <a:pt x="206667" y="35725"/>
                  </a:lnTo>
                  <a:lnTo>
                    <a:pt x="204366" y="32727"/>
                  </a:lnTo>
                  <a:close/>
                </a:path>
                <a:path w="784225" h="99694">
                  <a:moveTo>
                    <a:pt x="255478" y="32588"/>
                  </a:moveTo>
                  <a:lnTo>
                    <a:pt x="242963" y="32588"/>
                  </a:lnTo>
                  <a:lnTo>
                    <a:pt x="245719" y="33515"/>
                  </a:lnTo>
                  <a:lnTo>
                    <a:pt x="249377" y="37249"/>
                  </a:lnTo>
                  <a:lnTo>
                    <a:pt x="250304" y="39890"/>
                  </a:lnTo>
                  <a:lnTo>
                    <a:pt x="250304" y="44792"/>
                  </a:lnTo>
                  <a:lnTo>
                    <a:pt x="249834" y="45707"/>
                  </a:lnTo>
                  <a:lnTo>
                    <a:pt x="247992" y="46748"/>
                  </a:lnTo>
                  <a:lnTo>
                    <a:pt x="246545" y="47129"/>
                  </a:lnTo>
                  <a:lnTo>
                    <a:pt x="239979" y="47866"/>
                  </a:lnTo>
                  <a:lnTo>
                    <a:pt x="234365" y="48590"/>
                  </a:lnTo>
                  <a:lnTo>
                    <a:pt x="216484" y="67094"/>
                  </a:lnTo>
                  <a:lnTo>
                    <a:pt x="217271" y="70002"/>
                  </a:lnTo>
                  <a:lnTo>
                    <a:pt x="220459" y="74803"/>
                  </a:lnTo>
                  <a:lnTo>
                    <a:pt x="222605" y="76631"/>
                  </a:lnTo>
                  <a:lnTo>
                    <a:pt x="228015" y="79146"/>
                  </a:lnTo>
                  <a:lnTo>
                    <a:pt x="231025" y="79781"/>
                  </a:lnTo>
                  <a:lnTo>
                    <a:pt x="237388" y="79781"/>
                  </a:lnTo>
                  <a:lnTo>
                    <a:pt x="249351" y="72593"/>
                  </a:lnTo>
                  <a:lnTo>
                    <a:pt x="232514" y="72593"/>
                  </a:lnTo>
                  <a:lnTo>
                    <a:pt x="230001" y="71920"/>
                  </a:lnTo>
                  <a:lnTo>
                    <a:pt x="229830" y="71920"/>
                  </a:lnTo>
                  <a:lnTo>
                    <a:pt x="227634" y="70434"/>
                  </a:lnTo>
                  <a:lnTo>
                    <a:pt x="225564" y="68999"/>
                  </a:lnTo>
                  <a:lnTo>
                    <a:pt x="224623" y="67094"/>
                  </a:lnTo>
                  <a:lnTo>
                    <a:pt x="224617" y="61772"/>
                  </a:lnTo>
                  <a:lnTo>
                    <a:pt x="224987" y="60680"/>
                  </a:lnTo>
                  <a:lnTo>
                    <a:pt x="225069" y="60439"/>
                  </a:lnTo>
                  <a:lnTo>
                    <a:pt x="242144" y="54495"/>
                  </a:lnTo>
                  <a:lnTo>
                    <a:pt x="245592" y="53949"/>
                  </a:lnTo>
                  <a:lnTo>
                    <a:pt x="246913" y="53670"/>
                  </a:lnTo>
                  <a:lnTo>
                    <a:pt x="249167" y="53022"/>
                  </a:lnTo>
                  <a:lnTo>
                    <a:pt x="249961" y="52641"/>
                  </a:lnTo>
                  <a:lnTo>
                    <a:pt x="250304" y="52222"/>
                  </a:lnTo>
                  <a:lnTo>
                    <a:pt x="258343" y="52222"/>
                  </a:lnTo>
                  <a:lnTo>
                    <a:pt x="258343" y="39890"/>
                  </a:lnTo>
                  <a:lnTo>
                    <a:pt x="257914" y="37769"/>
                  </a:lnTo>
                  <a:lnTo>
                    <a:pt x="257809" y="37249"/>
                  </a:lnTo>
                  <a:lnTo>
                    <a:pt x="257716" y="36791"/>
                  </a:lnTo>
                  <a:lnTo>
                    <a:pt x="257670" y="36563"/>
                  </a:lnTo>
                  <a:lnTo>
                    <a:pt x="255478" y="32588"/>
                  </a:lnTo>
                  <a:close/>
                </a:path>
                <a:path w="784225" h="99694">
                  <a:moveTo>
                    <a:pt x="258343" y="71462"/>
                  </a:moveTo>
                  <a:lnTo>
                    <a:pt x="250304" y="71462"/>
                  </a:lnTo>
                  <a:lnTo>
                    <a:pt x="250304" y="78549"/>
                  </a:lnTo>
                  <a:lnTo>
                    <a:pt x="258343" y="78549"/>
                  </a:lnTo>
                  <a:lnTo>
                    <a:pt x="258343" y="71462"/>
                  </a:lnTo>
                  <a:close/>
                </a:path>
                <a:path w="784225" h="99694">
                  <a:moveTo>
                    <a:pt x="258343" y="52222"/>
                  </a:moveTo>
                  <a:lnTo>
                    <a:pt x="250304" y="52222"/>
                  </a:lnTo>
                  <a:lnTo>
                    <a:pt x="250227" y="62052"/>
                  </a:lnTo>
                  <a:lnTo>
                    <a:pt x="249732" y="63855"/>
                  </a:lnTo>
                  <a:lnTo>
                    <a:pt x="247484" y="67805"/>
                  </a:lnTo>
                  <a:lnTo>
                    <a:pt x="245821" y="69418"/>
                  </a:lnTo>
                  <a:lnTo>
                    <a:pt x="241439" y="71920"/>
                  </a:lnTo>
                  <a:lnTo>
                    <a:pt x="238599" y="72593"/>
                  </a:lnTo>
                  <a:lnTo>
                    <a:pt x="249351" y="72593"/>
                  </a:lnTo>
                  <a:lnTo>
                    <a:pt x="249897" y="71462"/>
                  </a:lnTo>
                  <a:lnTo>
                    <a:pt x="258343" y="71462"/>
                  </a:lnTo>
                  <a:lnTo>
                    <a:pt x="258343" y="52222"/>
                  </a:lnTo>
                  <a:close/>
                </a:path>
                <a:path w="784225" h="99694">
                  <a:moveTo>
                    <a:pt x="240665" y="25501"/>
                  </a:moveTo>
                  <a:lnTo>
                    <a:pt x="236347" y="25501"/>
                  </a:lnTo>
                  <a:lnTo>
                    <a:pt x="233667" y="25857"/>
                  </a:lnTo>
                  <a:lnTo>
                    <a:pt x="217982" y="37769"/>
                  </a:lnTo>
                  <a:lnTo>
                    <a:pt x="225615" y="40500"/>
                  </a:lnTo>
                  <a:lnTo>
                    <a:pt x="226504" y="38595"/>
                  </a:lnTo>
                  <a:lnTo>
                    <a:pt x="228041" y="36791"/>
                  </a:lnTo>
                  <a:lnTo>
                    <a:pt x="232282" y="33515"/>
                  </a:lnTo>
                  <a:lnTo>
                    <a:pt x="232076" y="33515"/>
                  </a:lnTo>
                  <a:lnTo>
                    <a:pt x="235419" y="32588"/>
                  </a:lnTo>
                  <a:lnTo>
                    <a:pt x="255478" y="32588"/>
                  </a:lnTo>
                  <a:lnTo>
                    <a:pt x="254939" y="31610"/>
                  </a:lnTo>
                  <a:lnTo>
                    <a:pt x="253225" y="29756"/>
                  </a:lnTo>
                  <a:lnTo>
                    <a:pt x="249110" y="27305"/>
                  </a:lnTo>
                  <a:lnTo>
                    <a:pt x="247254" y="26593"/>
                  </a:lnTo>
                  <a:lnTo>
                    <a:pt x="247578" y="26593"/>
                  </a:lnTo>
                  <a:lnTo>
                    <a:pt x="244779" y="26111"/>
                  </a:lnTo>
                  <a:lnTo>
                    <a:pt x="242595" y="25704"/>
                  </a:lnTo>
                  <a:lnTo>
                    <a:pt x="240665" y="25501"/>
                  </a:lnTo>
                  <a:close/>
                </a:path>
                <a:path w="784225" h="99694">
                  <a:moveTo>
                    <a:pt x="279958" y="8724"/>
                  </a:moveTo>
                  <a:lnTo>
                    <a:pt x="271907" y="8724"/>
                  </a:lnTo>
                  <a:lnTo>
                    <a:pt x="271907" y="78549"/>
                  </a:lnTo>
                  <a:lnTo>
                    <a:pt x="279958" y="78549"/>
                  </a:lnTo>
                  <a:lnTo>
                    <a:pt x="279958" y="8724"/>
                  </a:lnTo>
                  <a:close/>
                </a:path>
                <a:path w="784225" h="99694">
                  <a:moveTo>
                    <a:pt x="301612" y="26174"/>
                  </a:moveTo>
                  <a:lnTo>
                    <a:pt x="293573" y="26174"/>
                  </a:lnTo>
                  <a:lnTo>
                    <a:pt x="293573" y="78549"/>
                  </a:lnTo>
                  <a:lnTo>
                    <a:pt x="301612" y="78549"/>
                  </a:lnTo>
                  <a:lnTo>
                    <a:pt x="301612" y="26174"/>
                  </a:lnTo>
                  <a:close/>
                </a:path>
                <a:path w="784225" h="99694">
                  <a:moveTo>
                    <a:pt x="299224" y="6540"/>
                  </a:moveTo>
                  <a:lnTo>
                    <a:pt x="296087" y="6540"/>
                  </a:lnTo>
                  <a:lnTo>
                    <a:pt x="294741" y="7073"/>
                  </a:lnTo>
                  <a:lnTo>
                    <a:pt x="293598" y="8140"/>
                  </a:lnTo>
                  <a:lnTo>
                    <a:pt x="292493" y="9207"/>
                  </a:lnTo>
                  <a:lnTo>
                    <a:pt x="291934" y="10490"/>
                  </a:lnTo>
                  <a:lnTo>
                    <a:pt x="291934" y="13500"/>
                  </a:lnTo>
                  <a:lnTo>
                    <a:pt x="292493" y="14782"/>
                  </a:lnTo>
                  <a:lnTo>
                    <a:pt x="293598" y="15849"/>
                  </a:lnTo>
                  <a:lnTo>
                    <a:pt x="294741" y="16916"/>
                  </a:lnTo>
                  <a:lnTo>
                    <a:pt x="296087" y="17449"/>
                  </a:lnTo>
                  <a:lnTo>
                    <a:pt x="299224" y="17449"/>
                  </a:lnTo>
                  <a:lnTo>
                    <a:pt x="300570" y="16916"/>
                  </a:lnTo>
                  <a:lnTo>
                    <a:pt x="302818" y="14782"/>
                  </a:lnTo>
                  <a:lnTo>
                    <a:pt x="303390" y="13500"/>
                  </a:lnTo>
                  <a:lnTo>
                    <a:pt x="303390" y="10490"/>
                  </a:lnTo>
                  <a:lnTo>
                    <a:pt x="302818" y="9207"/>
                  </a:lnTo>
                  <a:lnTo>
                    <a:pt x="300570" y="7073"/>
                  </a:lnTo>
                  <a:lnTo>
                    <a:pt x="299224" y="6540"/>
                  </a:lnTo>
                  <a:close/>
                </a:path>
                <a:path w="784225" h="99694">
                  <a:moveTo>
                    <a:pt x="322999" y="26314"/>
                  </a:moveTo>
                  <a:lnTo>
                    <a:pt x="315226" y="26314"/>
                  </a:lnTo>
                  <a:lnTo>
                    <a:pt x="315226" y="78549"/>
                  </a:lnTo>
                  <a:lnTo>
                    <a:pt x="323278" y="78549"/>
                  </a:lnTo>
                  <a:lnTo>
                    <a:pt x="323278" y="44005"/>
                  </a:lnTo>
                  <a:lnTo>
                    <a:pt x="323785" y="41706"/>
                  </a:lnTo>
                  <a:lnTo>
                    <a:pt x="323850" y="41414"/>
                  </a:lnTo>
                  <a:lnTo>
                    <a:pt x="326174" y="37134"/>
                  </a:lnTo>
                  <a:lnTo>
                    <a:pt x="327748" y="35509"/>
                  </a:lnTo>
                  <a:lnTo>
                    <a:pt x="329819" y="34366"/>
                  </a:lnTo>
                  <a:lnTo>
                    <a:pt x="322999" y="34366"/>
                  </a:lnTo>
                  <a:lnTo>
                    <a:pt x="322999" y="26314"/>
                  </a:lnTo>
                  <a:close/>
                </a:path>
                <a:path w="784225" h="99694">
                  <a:moveTo>
                    <a:pt x="353723" y="32727"/>
                  </a:moveTo>
                  <a:lnTo>
                    <a:pt x="340372" y="32727"/>
                  </a:lnTo>
                  <a:lnTo>
                    <a:pt x="343306" y="33883"/>
                  </a:lnTo>
                  <a:lnTo>
                    <a:pt x="345440" y="36207"/>
                  </a:lnTo>
                  <a:lnTo>
                    <a:pt x="347573" y="38493"/>
                  </a:lnTo>
                  <a:lnTo>
                    <a:pt x="348543" y="41414"/>
                  </a:lnTo>
                  <a:lnTo>
                    <a:pt x="348640" y="78549"/>
                  </a:lnTo>
                  <a:lnTo>
                    <a:pt x="356692" y="78549"/>
                  </a:lnTo>
                  <a:lnTo>
                    <a:pt x="356692" y="40817"/>
                  </a:lnTo>
                  <a:lnTo>
                    <a:pt x="355955" y="37134"/>
                  </a:lnTo>
                  <a:lnTo>
                    <a:pt x="353723" y="32727"/>
                  </a:lnTo>
                  <a:close/>
                </a:path>
                <a:path w="784225" h="99694">
                  <a:moveTo>
                    <a:pt x="342506" y="25501"/>
                  </a:moveTo>
                  <a:lnTo>
                    <a:pt x="335000" y="25501"/>
                  </a:lnTo>
                  <a:lnTo>
                    <a:pt x="331774" y="26314"/>
                  </a:lnTo>
                  <a:lnTo>
                    <a:pt x="326771" y="29565"/>
                  </a:lnTo>
                  <a:lnTo>
                    <a:pt x="324916" y="31699"/>
                  </a:lnTo>
                  <a:lnTo>
                    <a:pt x="323684" y="34366"/>
                  </a:lnTo>
                  <a:lnTo>
                    <a:pt x="329819" y="34366"/>
                  </a:lnTo>
                  <a:lnTo>
                    <a:pt x="331774" y="33286"/>
                  </a:lnTo>
                  <a:lnTo>
                    <a:pt x="334073" y="32727"/>
                  </a:lnTo>
                  <a:lnTo>
                    <a:pt x="353723" y="32727"/>
                  </a:lnTo>
                  <a:lnTo>
                    <a:pt x="352996" y="31292"/>
                  </a:lnTo>
                  <a:lnTo>
                    <a:pt x="350926" y="29108"/>
                  </a:lnTo>
                  <a:lnTo>
                    <a:pt x="345769" y="26314"/>
                  </a:lnTo>
                  <a:lnTo>
                    <a:pt x="345985" y="26314"/>
                  </a:lnTo>
                  <a:lnTo>
                    <a:pt x="342506" y="25501"/>
                  </a:lnTo>
                  <a:close/>
                </a:path>
                <a:path w="784225" h="99694">
                  <a:moveTo>
                    <a:pt x="376402" y="84277"/>
                  </a:moveTo>
                  <a:lnTo>
                    <a:pt x="370786" y="88214"/>
                  </a:lnTo>
                  <a:lnTo>
                    <a:pt x="370004" y="88798"/>
                  </a:lnTo>
                  <a:lnTo>
                    <a:pt x="371081" y="90601"/>
                  </a:lnTo>
                  <a:lnTo>
                    <a:pt x="387515" y="99275"/>
                  </a:lnTo>
                  <a:lnTo>
                    <a:pt x="395592" y="99275"/>
                  </a:lnTo>
                  <a:lnTo>
                    <a:pt x="399389" y="98602"/>
                  </a:lnTo>
                  <a:lnTo>
                    <a:pt x="406222" y="95948"/>
                  </a:lnTo>
                  <a:lnTo>
                    <a:pt x="408952" y="93865"/>
                  </a:lnTo>
                  <a:lnTo>
                    <a:pt x="410066" y="92303"/>
                  </a:lnTo>
                  <a:lnTo>
                    <a:pt x="388875" y="92303"/>
                  </a:lnTo>
                  <a:lnTo>
                    <a:pt x="385686" y="91719"/>
                  </a:lnTo>
                  <a:lnTo>
                    <a:pt x="381800" y="89877"/>
                  </a:lnTo>
                  <a:lnTo>
                    <a:pt x="380276" y="88798"/>
                  </a:lnTo>
                  <a:lnTo>
                    <a:pt x="378053" y="86321"/>
                  </a:lnTo>
                  <a:lnTo>
                    <a:pt x="377126" y="85229"/>
                  </a:lnTo>
                  <a:lnTo>
                    <a:pt x="376402" y="84277"/>
                  </a:lnTo>
                  <a:close/>
                </a:path>
                <a:path w="784225" h="99694">
                  <a:moveTo>
                    <a:pt x="414045" y="68872"/>
                  </a:moveTo>
                  <a:lnTo>
                    <a:pt x="405993" y="68872"/>
                  </a:lnTo>
                  <a:lnTo>
                    <a:pt x="405993" y="83870"/>
                  </a:lnTo>
                  <a:lnTo>
                    <a:pt x="404622" y="87071"/>
                  </a:lnTo>
                  <a:lnTo>
                    <a:pt x="399122" y="91160"/>
                  </a:lnTo>
                  <a:lnTo>
                    <a:pt x="395242" y="92303"/>
                  </a:lnTo>
                  <a:lnTo>
                    <a:pt x="410066" y="92303"/>
                  </a:lnTo>
                  <a:lnTo>
                    <a:pt x="413016" y="88214"/>
                  </a:lnTo>
                  <a:lnTo>
                    <a:pt x="414045" y="84543"/>
                  </a:lnTo>
                  <a:lnTo>
                    <a:pt x="414045" y="68872"/>
                  </a:lnTo>
                  <a:close/>
                </a:path>
                <a:path w="784225" h="99694">
                  <a:moveTo>
                    <a:pt x="393585" y="25501"/>
                  </a:moveTo>
                  <a:lnTo>
                    <a:pt x="385762" y="25501"/>
                  </a:lnTo>
                  <a:lnTo>
                    <a:pt x="381876" y="26593"/>
                  </a:lnTo>
                  <a:lnTo>
                    <a:pt x="375125" y="31026"/>
                  </a:lnTo>
                  <a:lnTo>
                    <a:pt x="372529" y="34074"/>
                  </a:lnTo>
                  <a:lnTo>
                    <a:pt x="368757" y="42062"/>
                  </a:lnTo>
                  <a:lnTo>
                    <a:pt x="367817" y="46723"/>
                  </a:lnTo>
                  <a:lnTo>
                    <a:pt x="367817" y="57543"/>
                  </a:lnTo>
                  <a:lnTo>
                    <a:pt x="385813" y="77736"/>
                  </a:lnTo>
                  <a:lnTo>
                    <a:pt x="393446" y="77736"/>
                  </a:lnTo>
                  <a:lnTo>
                    <a:pt x="404245" y="70497"/>
                  </a:lnTo>
                  <a:lnTo>
                    <a:pt x="387769" y="70497"/>
                  </a:lnTo>
                  <a:lnTo>
                    <a:pt x="385319" y="69824"/>
                  </a:lnTo>
                  <a:lnTo>
                    <a:pt x="385094" y="69824"/>
                  </a:lnTo>
                  <a:lnTo>
                    <a:pt x="380428" y="66560"/>
                  </a:lnTo>
                  <a:lnTo>
                    <a:pt x="375896" y="48183"/>
                  </a:lnTo>
                  <a:lnTo>
                    <a:pt x="376415" y="45186"/>
                  </a:lnTo>
                  <a:lnTo>
                    <a:pt x="378663" y="39357"/>
                  </a:lnTo>
                  <a:lnTo>
                    <a:pt x="380365" y="37045"/>
                  </a:lnTo>
                  <a:lnTo>
                    <a:pt x="384886" y="33591"/>
                  </a:lnTo>
                  <a:lnTo>
                    <a:pt x="387718" y="32727"/>
                  </a:lnTo>
                  <a:lnTo>
                    <a:pt x="404236" y="32727"/>
                  </a:lnTo>
                  <a:lnTo>
                    <a:pt x="402932" y="31026"/>
                  </a:lnTo>
                  <a:lnTo>
                    <a:pt x="401866" y="29591"/>
                  </a:lnTo>
                  <a:lnTo>
                    <a:pt x="400316" y="28321"/>
                  </a:lnTo>
                  <a:lnTo>
                    <a:pt x="398297" y="27203"/>
                  </a:lnTo>
                  <a:lnTo>
                    <a:pt x="396491" y="26174"/>
                  </a:lnTo>
                  <a:lnTo>
                    <a:pt x="396844" y="26174"/>
                  </a:lnTo>
                  <a:lnTo>
                    <a:pt x="393585" y="25501"/>
                  </a:lnTo>
                  <a:close/>
                </a:path>
                <a:path w="784225" h="99694">
                  <a:moveTo>
                    <a:pt x="404236" y="32727"/>
                  </a:moveTo>
                  <a:lnTo>
                    <a:pt x="394411" y="32727"/>
                  </a:lnTo>
                  <a:lnTo>
                    <a:pt x="397223" y="33591"/>
                  </a:lnTo>
                  <a:lnTo>
                    <a:pt x="401612" y="36817"/>
                  </a:lnTo>
                  <a:lnTo>
                    <a:pt x="403288" y="39077"/>
                  </a:lnTo>
                  <a:lnTo>
                    <a:pt x="405561" y="44856"/>
                  </a:lnTo>
                  <a:lnTo>
                    <a:pt x="406133" y="48183"/>
                  </a:lnTo>
                  <a:lnTo>
                    <a:pt x="406133" y="55816"/>
                  </a:lnTo>
                  <a:lnTo>
                    <a:pt x="405607" y="58813"/>
                  </a:lnTo>
                  <a:lnTo>
                    <a:pt x="405549" y="59143"/>
                  </a:lnTo>
                  <a:lnTo>
                    <a:pt x="403237" y="64681"/>
                  </a:lnTo>
                  <a:lnTo>
                    <a:pt x="401548" y="66814"/>
                  </a:lnTo>
                  <a:lnTo>
                    <a:pt x="396994" y="69824"/>
                  </a:lnTo>
                  <a:lnTo>
                    <a:pt x="396855" y="69824"/>
                  </a:lnTo>
                  <a:lnTo>
                    <a:pt x="394360" y="70497"/>
                  </a:lnTo>
                  <a:lnTo>
                    <a:pt x="404245" y="70497"/>
                  </a:lnTo>
                  <a:lnTo>
                    <a:pt x="404723" y="69824"/>
                  </a:lnTo>
                  <a:lnTo>
                    <a:pt x="405320" y="68872"/>
                  </a:lnTo>
                  <a:lnTo>
                    <a:pt x="414045" y="68872"/>
                  </a:lnTo>
                  <a:lnTo>
                    <a:pt x="414045" y="34493"/>
                  </a:lnTo>
                  <a:lnTo>
                    <a:pt x="405447" y="34493"/>
                  </a:lnTo>
                  <a:lnTo>
                    <a:pt x="404863" y="33591"/>
                  </a:lnTo>
                  <a:lnTo>
                    <a:pt x="404236" y="32727"/>
                  </a:lnTo>
                  <a:close/>
                </a:path>
                <a:path w="784225" h="99694">
                  <a:moveTo>
                    <a:pt x="414045" y="26174"/>
                  </a:moveTo>
                  <a:lnTo>
                    <a:pt x="406273" y="26174"/>
                  </a:lnTo>
                  <a:lnTo>
                    <a:pt x="406273" y="34493"/>
                  </a:lnTo>
                  <a:lnTo>
                    <a:pt x="414045" y="34493"/>
                  </a:lnTo>
                  <a:lnTo>
                    <a:pt x="414045" y="26174"/>
                  </a:lnTo>
                  <a:close/>
                </a:path>
                <a:path w="784225" h="99694">
                  <a:moveTo>
                    <a:pt x="476440" y="0"/>
                  </a:moveTo>
                  <a:lnTo>
                    <a:pt x="469341" y="0"/>
                  </a:lnTo>
                  <a:lnTo>
                    <a:pt x="465188" y="6057"/>
                  </a:lnTo>
                  <a:lnTo>
                    <a:pt x="461987" y="12712"/>
                  </a:lnTo>
                  <a:lnTo>
                    <a:pt x="459727" y="19939"/>
                  </a:lnTo>
                  <a:lnTo>
                    <a:pt x="457504" y="27139"/>
                  </a:lnTo>
                  <a:lnTo>
                    <a:pt x="456387" y="35039"/>
                  </a:lnTo>
                  <a:lnTo>
                    <a:pt x="456387" y="52222"/>
                  </a:lnTo>
                  <a:lnTo>
                    <a:pt x="469341" y="87274"/>
                  </a:lnTo>
                  <a:lnTo>
                    <a:pt x="476440" y="87274"/>
                  </a:lnTo>
                  <a:lnTo>
                    <a:pt x="474256" y="84277"/>
                  </a:lnTo>
                  <a:lnTo>
                    <a:pt x="472274" y="80391"/>
                  </a:lnTo>
                  <a:lnTo>
                    <a:pt x="468731" y="70840"/>
                  </a:lnTo>
                  <a:lnTo>
                    <a:pt x="467321" y="65671"/>
                  </a:lnTo>
                  <a:lnTo>
                    <a:pt x="465239" y="54533"/>
                  </a:lnTo>
                  <a:lnTo>
                    <a:pt x="464705" y="49047"/>
                  </a:lnTo>
                  <a:lnTo>
                    <a:pt x="464705" y="39573"/>
                  </a:lnTo>
                  <a:lnTo>
                    <a:pt x="474802" y="2247"/>
                  </a:lnTo>
                  <a:lnTo>
                    <a:pt x="476440" y="0"/>
                  </a:lnTo>
                  <a:close/>
                </a:path>
                <a:path w="784225" h="99694">
                  <a:moveTo>
                    <a:pt x="495503" y="61087"/>
                  </a:moveTo>
                  <a:lnTo>
                    <a:pt x="486918" y="61087"/>
                  </a:lnTo>
                  <a:lnTo>
                    <a:pt x="487029" y="63385"/>
                  </a:lnTo>
                  <a:lnTo>
                    <a:pt x="506145" y="79502"/>
                  </a:lnTo>
                  <a:lnTo>
                    <a:pt x="515162" y="79502"/>
                  </a:lnTo>
                  <a:lnTo>
                    <a:pt x="518785" y="78727"/>
                  </a:lnTo>
                  <a:lnTo>
                    <a:pt x="519018" y="78727"/>
                  </a:lnTo>
                  <a:lnTo>
                    <a:pt x="526300" y="75184"/>
                  </a:lnTo>
                  <a:lnTo>
                    <a:pt x="529094" y="72821"/>
                  </a:lnTo>
                  <a:lnTo>
                    <a:pt x="529650" y="72009"/>
                  </a:lnTo>
                  <a:lnTo>
                    <a:pt x="507822" y="72009"/>
                  </a:lnTo>
                  <a:lnTo>
                    <a:pt x="505383" y="71564"/>
                  </a:lnTo>
                  <a:lnTo>
                    <a:pt x="495584" y="62052"/>
                  </a:lnTo>
                  <a:lnTo>
                    <a:pt x="495503" y="61087"/>
                  </a:lnTo>
                  <a:close/>
                </a:path>
                <a:path w="784225" h="99694">
                  <a:moveTo>
                    <a:pt x="527925" y="15138"/>
                  </a:moveTo>
                  <a:lnTo>
                    <a:pt x="513346" y="15138"/>
                  </a:lnTo>
                  <a:lnTo>
                    <a:pt x="515581" y="15621"/>
                  </a:lnTo>
                  <a:lnTo>
                    <a:pt x="519379" y="17576"/>
                  </a:lnTo>
                  <a:lnTo>
                    <a:pt x="520852" y="18935"/>
                  </a:lnTo>
                  <a:lnTo>
                    <a:pt x="522613" y="21882"/>
                  </a:lnTo>
                  <a:lnTo>
                    <a:pt x="522967" y="22517"/>
                  </a:lnTo>
                  <a:lnTo>
                    <a:pt x="523468" y="24498"/>
                  </a:lnTo>
                  <a:lnTo>
                    <a:pt x="523468" y="29311"/>
                  </a:lnTo>
                  <a:lnTo>
                    <a:pt x="512191" y="39001"/>
                  </a:lnTo>
                  <a:lnTo>
                    <a:pt x="503821" y="39001"/>
                  </a:lnTo>
                  <a:lnTo>
                    <a:pt x="503821" y="46494"/>
                  </a:lnTo>
                  <a:lnTo>
                    <a:pt x="512965" y="46494"/>
                  </a:lnTo>
                  <a:lnTo>
                    <a:pt x="515962" y="47053"/>
                  </a:lnTo>
                  <a:lnTo>
                    <a:pt x="520877" y="49288"/>
                  </a:lnTo>
                  <a:lnTo>
                    <a:pt x="522732" y="50825"/>
                  </a:lnTo>
                  <a:lnTo>
                    <a:pt x="525284" y="54762"/>
                  </a:lnTo>
                  <a:lnTo>
                    <a:pt x="525919" y="57023"/>
                  </a:lnTo>
                  <a:lnTo>
                    <a:pt x="525919" y="62052"/>
                  </a:lnTo>
                  <a:lnTo>
                    <a:pt x="525259" y="64211"/>
                  </a:lnTo>
                  <a:lnTo>
                    <a:pt x="522570" y="67970"/>
                  </a:lnTo>
                  <a:lnTo>
                    <a:pt x="520801" y="69392"/>
                  </a:lnTo>
                  <a:lnTo>
                    <a:pt x="515968" y="71564"/>
                  </a:lnTo>
                  <a:lnTo>
                    <a:pt x="515723" y="71564"/>
                  </a:lnTo>
                  <a:lnTo>
                    <a:pt x="513511" y="72009"/>
                  </a:lnTo>
                  <a:lnTo>
                    <a:pt x="529650" y="72009"/>
                  </a:lnTo>
                  <a:lnTo>
                    <a:pt x="533209" y="66802"/>
                  </a:lnTo>
                  <a:lnTo>
                    <a:pt x="534238" y="63385"/>
                  </a:lnTo>
                  <a:lnTo>
                    <a:pt x="534238" y="55156"/>
                  </a:lnTo>
                  <a:lnTo>
                    <a:pt x="533006" y="51447"/>
                  </a:lnTo>
                  <a:lnTo>
                    <a:pt x="528040" y="45415"/>
                  </a:lnTo>
                  <a:lnTo>
                    <a:pt x="524598" y="43548"/>
                  </a:lnTo>
                  <a:lnTo>
                    <a:pt x="520192" y="42811"/>
                  </a:lnTo>
                  <a:lnTo>
                    <a:pt x="520192" y="42278"/>
                  </a:lnTo>
                  <a:lnTo>
                    <a:pt x="523709" y="41198"/>
                  </a:lnTo>
                  <a:lnTo>
                    <a:pt x="526503" y="39281"/>
                  </a:lnTo>
                  <a:lnTo>
                    <a:pt x="530618" y="33731"/>
                  </a:lnTo>
                  <a:lnTo>
                    <a:pt x="531647" y="30378"/>
                  </a:lnTo>
                  <a:lnTo>
                    <a:pt x="531647" y="23152"/>
                  </a:lnTo>
                  <a:lnTo>
                    <a:pt x="530821" y="20091"/>
                  </a:lnTo>
                  <a:lnTo>
                    <a:pt x="527925" y="15138"/>
                  </a:lnTo>
                  <a:close/>
                </a:path>
                <a:path w="784225" h="99694">
                  <a:moveTo>
                    <a:pt x="515239" y="7772"/>
                  </a:moveTo>
                  <a:lnTo>
                    <a:pt x="506895" y="7772"/>
                  </a:lnTo>
                  <a:lnTo>
                    <a:pt x="502714" y="8648"/>
                  </a:lnTo>
                  <a:lnTo>
                    <a:pt x="502978" y="8648"/>
                  </a:lnTo>
                  <a:lnTo>
                    <a:pt x="496493" y="11633"/>
                  </a:lnTo>
                  <a:lnTo>
                    <a:pt x="488416" y="26174"/>
                  </a:lnTo>
                  <a:lnTo>
                    <a:pt x="496595" y="26174"/>
                  </a:lnTo>
                  <a:lnTo>
                    <a:pt x="496709" y="23863"/>
                  </a:lnTo>
                  <a:lnTo>
                    <a:pt x="497433" y="21882"/>
                  </a:lnTo>
                  <a:lnTo>
                    <a:pt x="500126" y="18592"/>
                  </a:lnTo>
                  <a:lnTo>
                    <a:pt x="501853" y="17322"/>
                  </a:lnTo>
                  <a:lnTo>
                    <a:pt x="505972" y="15621"/>
                  </a:lnTo>
                  <a:lnTo>
                    <a:pt x="505827" y="15621"/>
                  </a:lnTo>
                  <a:lnTo>
                    <a:pt x="508368" y="15138"/>
                  </a:lnTo>
                  <a:lnTo>
                    <a:pt x="527925" y="15138"/>
                  </a:lnTo>
                  <a:lnTo>
                    <a:pt x="527494" y="14401"/>
                  </a:lnTo>
                  <a:lnTo>
                    <a:pt x="525119" y="12115"/>
                  </a:lnTo>
                  <a:lnTo>
                    <a:pt x="518947" y="8648"/>
                  </a:lnTo>
                  <a:lnTo>
                    <a:pt x="515239" y="7772"/>
                  </a:lnTo>
                  <a:close/>
                </a:path>
                <a:path w="784225" h="99694">
                  <a:moveTo>
                    <a:pt x="574929" y="7772"/>
                  </a:moveTo>
                  <a:lnTo>
                    <a:pt x="564743" y="7772"/>
                  </a:lnTo>
                  <a:lnTo>
                    <a:pt x="560374" y="9194"/>
                  </a:lnTo>
                  <a:lnTo>
                    <a:pt x="553123" y="14846"/>
                  </a:lnTo>
                  <a:lnTo>
                    <a:pt x="550354" y="18935"/>
                  </a:lnTo>
                  <a:lnTo>
                    <a:pt x="546519" y="29641"/>
                  </a:lnTo>
                  <a:lnTo>
                    <a:pt x="545553" y="36093"/>
                  </a:lnTo>
                  <a:lnTo>
                    <a:pt x="545553" y="51231"/>
                  </a:lnTo>
                  <a:lnTo>
                    <a:pt x="564692" y="79502"/>
                  </a:lnTo>
                  <a:lnTo>
                    <a:pt x="574967" y="79502"/>
                  </a:lnTo>
                  <a:lnTo>
                    <a:pt x="579348" y="78105"/>
                  </a:lnTo>
                  <a:lnTo>
                    <a:pt x="586574" y="72491"/>
                  </a:lnTo>
                  <a:lnTo>
                    <a:pt x="586901" y="72009"/>
                  </a:lnTo>
                  <a:lnTo>
                    <a:pt x="566445" y="72009"/>
                  </a:lnTo>
                  <a:lnTo>
                    <a:pt x="563549" y="70904"/>
                  </a:lnTo>
                  <a:lnTo>
                    <a:pt x="558749" y="66497"/>
                  </a:lnTo>
                  <a:lnTo>
                    <a:pt x="556920" y="63271"/>
                  </a:lnTo>
                  <a:lnTo>
                    <a:pt x="554380" y="54813"/>
                  </a:lnTo>
                  <a:lnTo>
                    <a:pt x="553745" y="49682"/>
                  </a:lnTo>
                  <a:lnTo>
                    <a:pt x="553745" y="34569"/>
                  </a:lnTo>
                  <a:lnTo>
                    <a:pt x="555167" y="27559"/>
                  </a:lnTo>
                  <a:lnTo>
                    <a:pt x="560844" y="17627"/>
                  </a:lnTo>
                  <a:lnTo>
                    <a:pt x="564794" y="15138"/>
                  </a:lnTo>
                  <a:lnTo>
                    <a:pt x="586722" y="15138"/>
                  </a:lnTo>
                  <a:lnTo>
                    <a:pt x="586524" y="14846"/>
                  </a:lnTo>
                  <a:lnTo>
                    <a:pt x="579272" y="9194"/>
                  </a:lnTo>
                  <a:lnTo>
                    <a:pt x="574929" y="7772"/>
                  </a:lnTo>
                  <a:close/>
                </a:path>
                <a:path w="784225" h="99694">
                  <a:moveTo>
                    <a:pt x="586722" y="15138"/>
                  </a:moveTo>
                  <a:lnTo>
                    <a:pt x="573201" y="15138"/>
                  </a:lnTo>
                  <a:lnTo>
                    <a:pt x="576072" y="16243"/>
                  </a:lnTo>
                  <a:lnTo>
                    <a:pt x="578459" y="18478"/>
                  </a:lnTo>
                  <a:lnTo>
                    <a:pt x="580872" y="20701"/>
                  </a:lnTo>
                  <a:lnTo>
                    <a:pt x="582714" y="23939"/>
                  </a:lnTo>
                  <a:lnTo>
                    <a:pt x="583984" y="28194"/>
                  </a:lnTo>
                  <a:lnTo>
                    <a:pt x="585279" y="32435"/>
                  </a:lnTo>
                  <a:lnTo>
                    <a:pt x="585927" y="37592"/>
                  </a:lnTo>
                  <a:lnTo>
                    <a:pt x="585927" y="52730"/>
                  </a:lnTo>
                  <a:lnTo>
                    <a:pt x="584517" y="59728"/>
                  </a:lnTo>
                  <a:lnTo>
                    <a:pt x="578878" y="69545"/>
                  </a:lnTo>
                  <a:lnTo>
                    <a:pt x="574929" y="72009"/>
                  </a:lnTo>
                  <a:lnTo>
                    <a:pt x="586901" y="72009"/>
                  </a:lnTo>
                  <a:lnTo>
                    <a:pt x="589330" y="68414"/>
                  </a:lnTo>
                  <a:lnTo>
                    <a:pt x="593153" y="57708"/>
                  </a:lnTo>
                  <a:lnTo>
                    <a:pt x="594106" y="51231"/>
                  </a:lnTo>
                  <a:lnTo>
                    <a:pt x="594106" y="36093"/>
                  </a:lnTo>
                  <a:lnTo>
                    <a:pt x="593140" y="29641"/>
                  </a:lnTo>
                  <a:lnTo>
                    <a:pt x="591210" y="24307"/>
                  </a:lnTo>
                  <a:lnTo>
                    <a:pt x="589305" y="18935"/>
                  </a:lnTo>
                  <a:lnTo>
                    <a:pt x="586722" y="15138"/>
                  </a:lnTo>
                  <a:close/>
                </a:path>
                <a:path w="784225" h="99694">
                  <a:moveTo>
                    <a:pt x="636079" y="39890"/>
                  </a:moveTo>
                  <a:lnTo>
                    <a:pt x="605536" y="39890"/>
                  </a:lnTo>
                  <a:lnTo>
                    <a:pt x="605536" y="47383"/>
                  </a:lnTo>
                  <a:lnTo>
                    <a:pt x="636079" y="47383"/>
                  </a:lnTo>
                  <a:lnTo>
                    <a:pt x="636079" y="39890"/>
                  </a:lnTo>
                  <a:close/>
                </a:path>
                <a:path w="784225" h="99694">
                  <a:moveTo>
                    <a:pt x="677164" y="7772"/>
                  </a:moveTo>
                  <a:lnTo>
                    <a:pt x="669315" y="7772"/>
                  </a:lnTo>
                  <a:lnTo>
                    <a:pt x="665784" y="8623"/>
                  </a:lnTo>
                  <a:lnTo>
                    <a:pt x="648059" y="54089"/>
                  </a:lnTo>
                  <a:lnTo>
                    <a:pt x="648601" y="58178"/>
                  </a:lnTo>
                  <a:lnTo>
                    <a:pt x="651356" y="66370"/>
                  </a:lnTo>
                  <a:lnTo>
                    <a:pt x="651471" y="66713"/>
                  </a:lnTo>
                  <a:lnTo>
                    <a:pt x="669769" y="79552"/>
                  </a:lnTo>
                  <a:lnTo>
                    <a:pt x="676871" y="79552"/>
                  </a:lnTo>
                  <a:lnTo>
                    <a:pt x="680961" y="78524"/>
                  </a:lnTo>
                  <a:lnTo>
                    <a:pt x="687933" y="74320"/>
                  </a:lnTo>
                  <a:lnTo>
                    <a:pt x="690141" y="72009"/>
                  </a:lnTo>
                  <a:lnTo>
                    <a:pt x="669251" y="72009"/>
                  </a:lnTo>
                  <a:lnTo>
                    <a:pt x="666736" y="71285"/>
                  </a:lnTo>
                  <a:lnTo>
                    <a:pt x="657745" y="61683"/>
                  </a:lnTo>
                  <a:lnTo>
                    <a:pt x="657669" y="61544"/>
                  </a:lnTo>
                  <a:lnTo>
                    <a:pt x="657034" y="59004"/>
                  </a:lnTo>
                  <a:lnTo>
                    <a:pt x="657021" y="54089"/>
                  </a:lnTo>
                  <a:lnTo>
                    <a:pt x="657428" y="52108"/>
                  </a:lnTo>
                  <a:lnTo>
                    <a:pt x="665317" y="42138"/>
                  </a:lnTo>
                  <a:lnTo>
                    <a:pt x="655802" y="42138"/>
                  </a:lnTo>
                  <a:lnTo>
                    <a:pt x="667842" y="15265"/>
                  </a:lnTo>
                  <a:lnTo>
                    <a:pt x="690255" y="15265"/>
                  </a:lnTo>
                  <a:lnTo>
                    <a:pt x="689254" y="13830"/>
                  </a:lnTo>
                  <a:lnTo>
                    <a:pt x="686752" y="11671"/>
                  </a:lnTo>
                  <a:lnTo>
                    <a:pt x="683691" y="10121"/>
                  </a:lnTo>
                  <a:lnTo>
                    <a:pt x="680791" y="8623"/>
                  </a:lnTo>
                  <a:lnTo>
                    <a:pt x="680986" y="8623"/>
                  </a:lnTo>
                  <a:lnTo>
                    <a:pt x="677164" y="7772"/>
                  </a:lnTo>
                  <a:close/>
                </a:path>
                <a:path w="784225" h="99694">
                  <a:moveTo>
                    <a:pt x="690275" y="40360"/>
                  </a:moveTo>
                  <a:lnTo>
                    <a:pt x="675297" y="40360"/>
                  </a:lnTo>
                  <a:lnTo>
                    <a:pt x="677849" y="41071"/>
                  </a:lnTo>
                  <a:lnTo>
                    <a:pt x="682320" y="43891"/>
                  </a:lnTo>
                  <a:lnTo>
                    <a:pt x="684085" y="45783"/>
                  </a:lnTo>
                  <a:lnTo>
                    <a:pt x="685355" y="48171"/>
                  </a:lnTo>
                  <a:lnTo>
                    <a:pt x="686650" y="50533"/>
                  </a:lnTo>
                  <a:lnTo>
                    <a:pt x="687214" y="52819"/>
                  </a:lnTo>
                  <a:lnTo>
                    <a:pt x="687298" y="59004"/>
                  </a:lnTo>
                  <a:lnTo>
                    <a:pt x="686660" y="61544"/>
                  </a:lnTo>
                  <a:lnTo>
                    <a:pt x="686625" y="61683"/>
                  </a:lnTo>
                  <a:lnTo>
                    <a:pt x="684041" y="66370"/>
                  </a:lnTo>
                  <a:lnTo>
                    <a:pt x="682167" y="68427"/>
                  </a:lnTo>
                  <a:lnTo>
                    <a:pt x="677595" y="71285"/>
                  </a:lnTo>
                  <a:lnTo>
                    <a:pt x="675030" y="72009"/>
                  </a:lnTo>
                  <a:lnTo>
                    <a:pt x="690141" y="72009"/>
                  </a:lnTo>
                  <a:lnTo>
                    <a:pt x="690651" y="71475"/>
                  </a:lnTo>
                  <a:lnTo>
                    <a:pt x="694512" y="64325"/>
                  </a:lnTo>
                  <a:lnTo>
                    <a:pt x="695477" y="60363"/>
                  </a:lnTo>
                  <a:lnTo>
                    <a:pt x="695477" y="51549"/>
                  </a:lnTo>
                  <a:lnTo>
                    <a:pt x="694486" y="47561"/>
                  </a:lnTo>
                  <a:lnTo>
                    <a:pt x="690609" y="40792"/>
                  </a:lnTo>
                  <a:lnTo>
                    <a:pt x="690486" y="40576"/>
                  </a:lnTo>
                  <a:lnTo>
                    <a:pt x="690275" y="40360"/>
                  </a:lnTo>
                  <a:close/>
                </a:path>
                <a:path w="784225" h="99694">
                  <a:moveTo>
                    <a:pt x="677532" y="32867"/>
                  </a:moveTo>
                  <a:lnTo>
                    <a:pt x="671144" y="32867"/>
                  </a:lnTo>
                  <a:lnTo>
                    <a:pt x="668883" y="33235"/>
                  </a:lnTo>
                  <a:lnTo>
                    <a:pt x="656336" y="42138"/>
                  </a:lnTo>
                  <a:lnTo>
                    <a:pt x="665317" y="42138"/>
                  </a:lnTo>
                  <a:lnTo>
                    <a:pt x="668261" y="40792"/>
                  </a:lnTo>
                  <a:lnTo>
                    <a:pt x="670280" y="40360"/>
                  </a:lnTo>
                  <a:lnTo>
                    <a:pt x="690275" y="40360"/>
                  </a:lnTo>
                  <a:lnTo>
                    <a:pt x="687819" y="37846"/>
                  </a:lnTo>
                  <a:lnTo>
                    <a:pt x="681189" y="33858"/>
                  </a:lnTo>
                  <a:lnTo>
                    <a:pt x="677532" y="32867"/>
                  </a:lnTo>
                  <a:close/>
                </a:path>
                <a:path w="784225" h="99694">
                  <a:moveTo>
                    <a:pt x="690255" y="15265"/>
                  </a:moveTo>
                  <a:lnTo>
                    <a:pt x="676935" y="15265"/>
                  </a:lnTo>
                  <a:lnTo>
                    <a:pt x="679894" y="16306"/>
                  </a:lnTo>
                  <a:lnTo>
                    <a:pt x="684339" y="20434"/>
                  </a:lnTo>
                  <a:lnTo>
                    <a:pt x="685850" y="23037"/>
                  </a:lnTo>
                  <a:lnTo>
                    <a:pt x="686612" y="26174"/>
                  </a:lnTo>
                  <a:lnTo>
                    <a:pt x="694944" y="26174"/>
                  </a:lnTo>
                  <a:lnTo>
                    <a:pt x="694446" y="23037"/>
                  </a:lnTo>
                  <a:lnTo>
                    <a:pt x="694372" y="22567"/>
                  </a:lnTo>
                  <a:lnTo>
                    <a:pt x="693115" y="19367"/>
                  </a:lnTo>
                  <a:lnTo>
                    <a:pt x="690255" y="15265"/>
                  </a:lnTo>
                  <a:close/>
                </a:path>
                <a:path w="784225" h="99694">
                  <a:moveTo>
                    <a:pt x="735634" y="7772"/>
                  </a:moveTo>
                  <a:lnTo>
                    <a:pt x="725449" y="7772"/>
                  </a:lnTo>
                  <a:lnTo>
                    <a:pt x="721080" y="9194"/>
                  </a:lnTo>
                  <a:lnTo>
                    <a:pt x="713841" y="14846"/>
                  </a:lnTo>
                  <a:lnTo>
                    <a:pt x="711060" y="18935"/>
                  </a:lnTo>
                  <a:lnTo>
                    <a:pt x="707224" y="29641"/>
                  </a:lnTo>
                  <a:lnTo>
                    <a:pt x="706272" y="36093"/>
                  </a:lnTo>
                  <a:lnTo>
                    <a:pt x="706272" y="51231"/>
                  </a:lnTo>
                  <a:lnTo>
                    <a:pt x="725398" y="79502"/>
                  </a:lnTo>
                  <a:lnTo>
                    <a:pt x="735672" y="79502"/>
                  </a:lnTo>
                  <a:lnTo>
                    <a:pt x="740054" y="78105"/>
                  </a:lnTo>
                  <a:lnTo>
                    <a:pt x="747280" y="72491"/>
                  </a:lnTo>
                  <a:lnTo>
                    <a:pt x="747608" y="72009"/>
                  </a:lnTo>
                  <a:lnTo>
                    <a:pt x="727151" y="72009"/>
                  </a:lnTo>
                  <a:lnTo>
                    <a:pt x="724255" y="70904"/>
                  </a:lnTo>
                  <a:lnTo>
                    <a:pt x="719455" y="66497"/>
                  </a:lnTo>
                  <a:lnTo>
                    <a:pt x="717626" y="63271"/>
                  </a:lnTo>
                  <a:lnTo>
                    <a:pt x="715086" y="54813"/>
                  </a:lnTo>
                  <a:lnTo>
                    <a:pt x="714451" y="49682"/>
                  </a:lnTo>
                  <a:lnTo>
                    <a:pt x="714451" y="34569"/>
                  </a:lnTo>
                  <a:lnTo>
                    <a:pt x="715873" y="27559"/>
                  </a:lnTo>
                  <a:lnTo>
                    <a:pt x="721550" y="17627"/>
                  </a:lnTo>
                  <a:lnTo>
                    <a:pt x="725500" y="15138"/>
                  </a:lnTo>
                  <a:lnTo>
                    <a:pt x="747440" y="15138"/>
                  </a:lnTo>
                  <a:lnTo>
                    <a:pt x="747242" y="14846"/>
                  </a:lnTo>
                  <a:lnTo>
                    <a:pt x="743597" y="12026"/>
                  </a:lnTo>
                  <a:lnTo>
                    <a:pt x="739990" y="9194"/>
                  </a:lnTo>
                  <a:lnTo>
                    <a:pt x="735634" y="7772"/>
                  </a:lnTo>
                  <a:close/>
                </a:path>
                <a:path w="784225" h="99694">
                  <a:moveTo>
                    <a:pt x="747440" y="15138"/>
                  </a:moveTo>
                  <a:lnTo>
                    <a:pt x="733907" y="15138"/>
                  </a:lnTo>
                  <a:lnTo>
                    <a:pt x="736777" y="16243"/>
                  </a:lnTo>
                  <a:lnTo>
                    <a:pt x="739165" y="18478"/>
                  </a:lnTo>
                  <a:lnTo>
                    <a:pt x="741578" y="20701"/>
                  </a:lnTo>
                  <a:lnTo>
                    <a:pt x="743419" y="23939"/>
                  </a:lnTo>
                  <a:lnTo>
                    <a:pt x="744689" y="28194"/>
                  </a:lnTo>
                  <a:lnTo>
                    <a:pt x="745985" y="32435"/>
                  </a:lnTo>
                  <a:lnTo>
                    <a:pt x="746633" y="37592"/>
                  </a:lnTo>
                  <a:lnTo>
                    <a:pt x="746633" y="52730"/>
                  </a:lnTo>
                  <a:lnTo>
                    <a:pt x="745223" y="59728"/>
                  </a:lnTo>
                  <a:lnTo>
                    <a:pt x="739584" y="69545"/>
                  </a:lnTo>
                  <a:lnTo>
                    <a:pt x="735634" y="72009"/>
                  </a:lnTo>
                  <a:lnTo>
                    <a:pt x="747608" y="72009"/>
                  </a:lnTo>
                  <a:lnTo>
                    <a:pt x="750049" y="68414"/>
                  </a:lnTo>
                  <a:lnTo>
                    <a:pt x="753859" y="57708"/>
                  </a:lnTo>
                  <a:lnTo>
                    <a:pt x="754811" y="51231"/>
                  </a:lnTo>
                  <a:lnTo>
                    <a:pt x="754811" y="36093"/>
                  </a:lnTo>
                  <a:lnTo>
                    <a:pt x="753846" y="29641"/>
                  </a:lnTo>
                  <a:lnTo>
                    <a:pt x="751916" y="24307"/>
                  </a:lnTo>
                  <a:lnTo>
                    <a:pt x="750011" y="18935"/>
                  </a:lnTo>
                  <a:lnTo>
                    <a:pt x="747440" y="15138"/>
                  </a:lnTo>
                  <a:close/>
                </a:path>
                <a:path w="784225" h="99694">
                  <a:moveTo>
                    <a:pt x="771017" y="0"/>
                  </a:moveTo>
                  <a:lnTo>
                    <a:pt x="763917" y="0"/>
                  </a:lnTo>
                  <a:lnTo>
                    <a:pt x="766102" y="2997"/>
                  </a:lnTo>
                  <a:lnTo>
                    <a:pt x="768083" y="6883"/>
                  </a:lnTo>
                  <a:lnTo>
                    <a:pt x="771626" y="16433"/>
                  </a:lnTo>
                  <a:lnTo>
                    <a:pt x="773036" y="21602"/>
                  </a:lnTo>
                  <a:lnTo>
                    <a:pt x="775131" y="32740"/>
                  </a:lnTo>
                  <a:lnTo>
                    <a:pt x="775652" y="38227"/>
                  </a:lnTo>
                  <a:lnTo>
                    <a:pt x="775652" y="47675"/>
                  </a:lnTo>
                  <a:lnTo>
                    <a:pt x="775347" y="51803"/>
                  </a:lnTo>
                  <a:lnTo>
                    <a:pt x="774725" y="56007"/>
                  </a:lnTo>
                  <a:lnTo>
                    <a:pt x="774141" y="60198"/>
                  </a:lnTo>
                  <a:lnTo>
                    <a:pt x="773303" y="64249"/>
                  </a:lnTo>
                  <a:lnTo>
                    <a:pt x="771169" y="72097"/>
                  </a:lnTo>
                  <a:lnTo>
                    <a:pt x="769924" y="75679"/>
                  </a:lnTo>
                  <a:lnTo>
                    <a:pt x="768489" y="78955"/>
                  </a:lnTo>
                  <a:lnTo>
                    <a:pt x="767080" y="82257"/>
                  </a:lnTo>
                  <a:lnTo>
                    <a:pt x="765556" y="85026"/>
                  </a:lnTo>
                  <a:lnTo>
                    <a:pt x="763917" y="87274"/>
                  </a:lnTo>
                  <a:lnTo>
                    <a:pt x="771017" y="87274"/>
                  </a:lnTo>
                  <a:lnTo>
                    <a:pt x="775169" y="81203"/>
                  </a:lnTo>
                  <a:lnTo>
                    <a:pt x="778370" y="74574"/>
                  </a:lnTo>
                  <a:lnTo>
                    <a:pt x="782821" y="60198"/>
                  </a:lnTo>
                  <a:lnTo>
                    <a:pt x="783971" y="52222"/>
                  </a:lnTo>
                  <a:lnTo>
                    <a:pt x="783971" y="35039"/>
                  </a:lnTo>
                  <a:lnTo>
                    <a:pt x="782840" y="27139"/>
                  </a:lnTo>
                  <a:lnTo>
                    <a:pt x="780592" y="19939"/>
                  </a:lnTo>
                  <a:lnTo>
                    <a:pt x="778370" y="12712"/>
                  </a:lnTo>
                  <a:lnTo>
                    <a:pt x="775169" y="6057"/>
                  </a:lnTo>
                  <a:lnTo>
                    <a:pt x="771017" y="0"/>
                  </a:lnTo>
                  <a:close/>
                </a:path>
              </a:pathLst>
            </a:custGeom>
            <a:solidFill>
              <a:srgbClr val="5909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9399396" y="3379470"/>
            <a:ext cx="1762760" cy="683260"/>
            <a:chOff x="9399396" y="3379470"/>
            <a:chExt cx="1762760" cy="683260"/>
          </a:xfrm>
        </p:grpSpPr>
        <p:sp>
          <p:nvSpPr>
            <p:cNvPr id="37" name="object 37"/>
            <p:cNvSpPr/>
            <p:nvPr/>
          </p:nvSpPr>
          <p:spPr>
            <a:xfrm>
              <a:off x="9399397" y="3379482"/>
              <a:ext cx="1762760" cy="683260"/>
            </a:xfrm>
            <a:custGeom>
              <a:avLst/>
              <a:gdLst/>
              <a:ahLst/>
              <a:cxnLst/>
              <a:rect l="l" t="t" r="r" b="b"/>
              <a:pathLst>
                <a:path w="1762759" h="683260">
                  <a:moveTo>
                    <a:pt x="1762506" y="127"/>
                  </a:moveTo>
                  <a:lnTo>
                    <a:pt x="1751203" y="127"/>
                  </a:lnTo>
                  <a:lnTo>
                    <a:pt x="1751203" y="0"/>
                  </a:lnTo>
                  <a:lnTo>
                    <a:pt x="1739900" y="0"/>
                  </a:lnTo>
                  <a:lnTo>
                    <a:pt x="1739900" y="240017"/>
                  </a:lnTo>
                  <a:lnTo>
                    <a:pt x="1739900" y="660400"/>
                  </a:lnTo>
                  <a:lnTo>
                    <a:pt x="1739900" y="660527"/>
                  </a:lnTo>
                  <a:lnTo>
                    <a:pt x="22606" y="660527"/>
                  </a:lnTo>
                  <a:lnTo>
                    <a:pt x="22606" y="660400"/>
                  </a:lnTo>
                  <a:lnTo>
                    <a:pt x="22606" y="240017"/>
                  </a:lnTo>
                  <a:lnTo>
                    <a:pt x="1739900" y="240017"/>
                  </a:lnTo>
                  <a:lnTo>
                    <a:pt x="1739900" y="0"/>
                  </a:lnTo>
                  <a:lnTo>
                    <a:pt x="11303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660400"/>
                  </a:lnTo>
                  <a:lnTo>
                    <a:pt x="0" y="683260"/>
                  </a:lnTo>
                  <a:lnTo>
                    <a:pt x="11303" y="683260"/>
                  </a:lnTo>
                  <a:lnTo>
                    <a:pt x="1751203" y="683260"/>
                  </a:lnTo>
                  <a:lnTo>
                    <a:pt x="1751203" y="683133"/>
                  </a:lnTo>
                  <a:lnTo>
                    <a:pt x="1762506" y="683133"/>
                  </a:lnTo>
                  <a:lnTo>
                    <a:pt x="1762506" y="660527"/>
                  </a:lnTo>
                  <a:lnTo>
                    <a:pt x="1751203" y="660527"/>
                  </a:lnTo>
                  <a:lnTo>
                    <a:pt x="1751203" y="660400"/>
                  </a:lnTo>
                  <a:lnTo>
                    <a:pt x="1762506" y="660400"/>
                  </a:lnTo>
                  <a:lnTo>
                    <a:pt x="1762506" y="22860"/>
                  </a:lnTo>
                  <a:lnTo>
                    <a:pt x="1751203" y="22860"/>
                  </a:lnTo>
                  <a:lnTo>
                    <a:pt x="1751203" y="22733"/>
                  </a:lnTo>
                  <a:lnTo>
                    <a:pt x="1762506" y="22733"/>
                  </a:lnTo>
                  <a:lnTo>
                    <a:pt x="1762506" y="127"/>
                  </a:lnTo>
                  <a:close/>
                </a:path>
              </a:pathLst>
            </a:custGeom>
            <a:solidFill>
              <a:srgbClr val="E13E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441827" y="3419296"/>
              <a:ext cx="1652270" cy="125730"/>
            </a:xfrm>
            <a:custGeom>
              <a:avLst/>
              <a:gdLst/>
              <a:ahLst/>
              <a:cxnLst/>
              <a:rect l="l" t="t" r="r" b="b"/>
              <a:pathLst>
                <a:path w="1652270" h="125729">
                  <a:moveTo>
                    <a:pt x="60426" y="27152"/>
                  </a:moveTo>
                  <a:lnTo>
                    <a:pt x="35915" y="27152"/>
                  </a:lnTo>
                  <a:lnTo>
                    <a:pt x="35915" y="124002"/>
                  </a:lnTo>
                  <a:lnTo>
                    <a:pt x="60426" y="124002"/>
                  </a:lnTo>
                  <a:lnTo>
                    <a:pt x="60426" y="27152"/>
                  </a:lnTo>
                  <a:close/>
                </a:path>
                <a:path w="1652270" h="125729">
                  <a:moveTo>
                    <a:pt x="96342" y="6705"/>
                  </a:moveTo>
                  <a:lnTo>
                    <a:pt x="0" y="6705"/>
                  </a:lnTo>
                  <a:lnTo>
                    <a:pt x="0" y="27152"/>
                  </a:lnTo>
                  <a:lnTo>
                    <a:pt x="96342" y="27152"/>
                  </a:lnTo>
                  <a:lnTo>
                    <a:pt x="96342" y="6705"/>
                  </a:lnTo>
                  <a:close/>
                </a:path>
                <a:path w="1652270" h="125729">
                  <a:moveTo>
                    <a:pt x="139928" y="36029"/>
                  </a:moveTo>
                  <a:lnTo>
                    <a:pt x="115531" y="36029"/>
                  </a:lnTo>
                  <a:lnTo>
                    <a:pt x="115531" y="124002"/>
                  </a:lnTo>
                  <a:lnTo>
                    <a:pt x="139928" y="124002"/>
                  </a:lnTo>
                  <a:lnTo>
                    <a:pt x="139928" y="36029"/>
                  </a:lnTo>
                  <a:close/>
                </a:path>
                <a:path w="1652270" h="125729">
                  <a:moveTo>
                    <a:pt x="131406" y="0"/>
                  </a:moveTo>
                  <a:lnTo>
                    <a:pt x="124155" y="0"/>
                  </a:lnTo>
                  <a:lnTo>
                    <a:pt x="121043" y="1219"/>
                  </a:lnTo>
                  <a:lnTo>
                    <a:pt x="115887" y="6070"/>
                  </a:lnTo>
                  <a:lnTo>
                    <a:pt x="114604" y="8953"/>
                  </a:lnTo>
                  <a:lnTo>
                    <a:pt x="114604" y="15709"/>
                  </a:lnTo>
                  <a:lnTo>
                    <a:pt x="115887" y="18630"/>
                  </a:lnTo>
                  <a:lnTo>
                    <a:pt x="118452" y="21082"/>
                  </a:lnTo>
                  <a:lnTo>
                    <a:pt x="121043" y="23482"/>
                  </a:lnTo>
                  <a:lnTo>
                    <a:pt x="124155" y="24688"/>
                  </a:lnTo>
                  <a:lnTo>
                    <a:pt x="131406" y="24688"/>
                  </a:lnTo>
                  <a:lnTo>
                    <a:pt x="134505" y="23482"/>
                  </a:lnTo>
                  <a:lnTo>
                    <a:pt x="139661" y="18630"/>
                  </a:lnTo>
                  <a:lnTo>
                    <a:pt x="140957" y="15709"/>
                  </a:lnTo>
                  <a:lnTo>
                    <a:pt x="140957" y="8953"/>
                  </a:lnTo>
                  <a:lnTo>
                    <a:pt x="139661" y="6070"/>
                  </a:lnTo>
                  <a:lnTo>
                    <a:pt x="137058" y="3670"/>
                  </a:lnTo>
                  <a:lnTo>
                    <a:pt x="134505" y="1219"/>
                  </a:lnTo>
                  <a:lnTo>
                    <a:pt x="131406" y="0"/>
                  </a:lnTo>
                  <a:close/>
                </a:path>
                <a:path w="1652270" h="125729">
                  <a:moveTo>
                    <a:pt x="186499" y="36029"/>
                  </a:moveTo>
                  <a:lnTo>
                    <a:pt x="163245" y="36029"/>
                  </a:lnTo>
                  <a:lnTo>
                    <a:pt x="163245" y="124002"/>
                  </a:lnTo>
                  <a:lnTo>
                    <a:pt x="187655" y="124002"/>
                  </a:lnTo>
                  <a:lnTo>
                    <a:pt x="187655" y="67945"/>
                  </a:lnTo>
                  <a:lnTo>
                    <a:pt x="188151" y="65697"/>
                  </a:lnTo>
                  <a:lnTo>
                    <a:pt x="199262" y="54991"/>
                  </a:lnTo>
                  <a:lnTo>
                    <a:pt x="290990" y="54991"/>
                  </a:lnTo>
                  <a:lnTo>
                    <a:pt x="289787" y="51549"/>
                  </a:lnTo>
                  <a:lnTo>
                    <a:pt x="186499" y="51549"/>
                  </a:lnTo>
                  <a:lnTo>
                    <a:pt x="186499" y="36029"/>
                  </a:lnTo>
                  <a:close/>
                </a:path>
                <a:path w="1652270" h="125729">
                  <a:moveTo>
                    <a:pt x="248691" y="54991"/>
                  </a:moveTo>
                  <a:lnTo>
                    <a:pt x="205981" y="54991"/>
                  </a:lnTo>
                  <a:lnTo>
                    <a:pt x="209207" y="56261"/>
                  </a:lnTo>
                  <a:lnTo>
                    <a:pt x="211645" y="58826"/>
                  </a:lnTo>
                  <a:lnTo>
                    <a:pt x="214134" y="61379"/>
                  </a:lnTo>
                  <a:lnTo>
                    <a:pt x="215379" y="64820"/>
                  </a:lnTo>
                  <a:lnTo>
                    <a:pt x="215379" y="124002"/>
                  </a:lnTo>
                  <a:lnTo>
                    <a:pt x="239026" y="124002"/>
                  </a:lnTo>
                  <a:lnTo>
                    <a:pt x="239026" y="65697"/>
                  </a:lnTo>
                  <a:lnTo>
                    <a:pt x="240271" y="62014"/>
                  </a:lnTo>
                  <a:lnTo>
                    <a:pt x="245236" y="56400"/>
                  </a:lnTo>
                  <a:lnTo>
                    <a:pt x="248691" y="54991"/>
                  </a:lnTo>
                  <a:close/>
                </a:path>
                <a:path w="1652270" h="125729">
                  <a:moveTo>
                    <a:pt x="290990" y="54991"/>
                  </a:moveTo>
                  <a:lnTo>
                    <a:pt x="257009" y="54991"/>
                  </a:lnTo>
                  <a:lnTo>
                    <a:pt x="258838" y="55676"/>
                  </a:lnTo>
                  <a:lnTo>
                    <a:pt x="260315" y="56261"/>
                  </a:lnTo>
                  <a:lnTo>
                    <a:pt x="265455" y="61099"/>
                  </a:lnTo>
                  <a:lnTo>
                    <a:pt x="266750" y="64820"/>
                  </a:lnTo>
                  <a:lnTo>
                    <a:pt x="266750" y="124002"/>
                  </a:lnTo>
                  <a:lnTo>
                    <a:pt x="291096" y="124002"/>
                  </a:lnTo>
                  <a:lnTo>
                    <a:pt x="290990" y="54991"/>
                  </a:lnTo>
                  <a:close/>
                </a:path>
                <a:path w="1652270" h="125729">
                  <a:moveTo>
                    <a:pt x="218084" y="34886"/>
                  </a:moveTo>
                  <a:lnTo>
                    <a:pt x="206095" y="34886"/>
                  </a:lnTo>
                  <a:lnTo>
                    <a:pt x="202158" y="36029"/>
                  </a:lnTo>
                  <a:lnTo>
                    <a:pt x="187540" y="51549"/>
                  </a:lnTo>
                  <a:lnTo>
                    <a:pt x="235940" y="51549"/>
                  </a:lnTo>
                  <a:lnTo>
                    <a:pt x="234539" y="46507"/>
                  </a:lnTo>
                  <a:lnTo>
                    <a:pt x="231769" y="42481"/>
                  </a:lnTo>
                  <a:lnTo>
                    <a:pt x="223250" y="36410"/>
                  </a:lnTo>
                  <a:lnTo>
                    <a:pt x="218084" y="34886"/>
                  </a:lnTo>
                  <a:close/>
                </a:path>
                <a:path w="1652270" h="125729">
                  <a:moveTo>
                    <a:pt x="271576" y="34886"/>
                  </a:moveTo>
                  <a:lnTo>
                    <a:pt x="256920" y="34886"/>
                  </a:lnTo>
                  <a:lnTo>
                    <a:pt x="251320" y="36410"/>
                  </a:lnTo>
                  <a:lnTo>
                    <a:pt x="241896" y="42481"/>
                  </a:lnTo>
                  <a:lnTo>
                    <a:pt x="238645" y="46507"/>
                  </a:lnTo>
                  <a:lnTo>
                    <a:pt x="236854" y="51549"/>
                  </a:lnTo>
                  <a:lnTo>
                    <a:pt x="289787" y="51549"/>
                  </a:lnTo>
                  <a:lnTo>
                    <a:pt x="288518" y="47917"/>
                  </a:lnTo>
                  <a:lnTo>
                    <a:pt x="283362" y="42722"/>
                  </a:lnTo>
                  <a:lnTo>
                    <a:pt x="278244" y="37490"/>
                  </a:lnTo>
                  <a:lnTo>
                    <a:pt x="271576" y="34886"/>
                  </a:lnTo>
                  <a:close/>
                </a:path>
                <a:path w="1652270" h="125729">
                  <a:moveTo>
                    <a:pt x="359067" y="34886"/>
                  </a:moveTo>
                  <a:lnTo>
                    <a:pt x="344639" y="34886"/>
                  </a:lnTo>
                  <a:lnTo>
                    <a:pt x="337108" y="36791"/>
                  </a:lnTo>
                  <a:lnTo>
                    <a:pt x="310642" y="71132"/>
                  </a:lnTo>
                  <a:lnTo>
                    <a:pt x="310591" y="89700"/>
                  </a:lnTo>
                  <a:lnTo>
                    <a:pt x="312264" y="97307"/>
                  </a:lnTo>
                  <a:lnTo>
                    <a:pt x="312356" y="97726"/>
                  </a:lnTo>
                  <a:lnTo>
                    <a:pt x="345185" y="125717"/>
                  </a:lnTo>
                  <a:lnTo>
                    <a:pt x="361492" y="125717"/>
                  </a:lnTo>
                  <a:lnTo>
                    <a:pt x="391333" y="107505"/>
                  </a:lnTo>
                  <a:lnTo>
                    <a:pt x="350558" y="107505"/>
                  </a:lnTo>
                  <a:lnTo>
                    <a:pt x="347027" y="106641"/>
                  </a:lnTo>
                  <a:lnTo>
                    <a:pt x="334708" y="90665"/>
                  </a:lnTo>
                  <a:lnTo>
                    <a:pt x="334716" y="86258"/>
                  </a:lnTo>
                  <a:lnTo>
                    <a:pt x="320332" y="86258"/>
                  </a:lnTo>
                  <a:lnTo>
                    <a:pt x="320332" y="71132"/>
                  </a:lnTo>
                  <a:lnTo>
                    <a:pt x="334742" y="71132"/>
                  </a:lnTo>
                  <a:lnTo>
                    <a:pt x="334746" y="68465"/>
                  </a:lnTo>
                  <a:lnTo>
                    <a:pt x="335512" y="65544"/>
                  </a:lnTo>
                  <a:lnTo>
                    <a:pt x="335572" y="65316"/>
                  </a:lnTo>
                  <a:lnTo>
                    <a:pt x="338772" y="59626"/>
                  </a:lnTo>
                  <a:lnTo>
                    <a:pt x="340994" y="57353"/>
                  </a:lnTo>
                  <a:lnTo>
                    <a:pt x="346684" y="53949"/>
                  </a:lnTo>
                  <a:lnTo>
                    <a:pt x="349961" y="53098"/>
                  </a:lnTo>
                  <a:lnTo>
                    <a:pt x="388574" y="53098"/>
                  </a:lnTo>
                  <a:lnTo>
                    <a:pt x="386463" y="49758"/>
                  </a:lnTo>
                  <a:lnTo>
                    <a:pt x="378904" y="42291"/>
                  </a:lnTo>
                  <a:lnTo>
                    <a:pt x="374510" y="39522"/>
                  </a:lnTo>
                  <a:lnTo>
                    <a:pt x="369481" y="37693"/>
                  </a:lnTo>
                  <a:lnTo>
                    <a:pt x="364477" y="35814"/>
                  </a:lnTo>
                  <a:lnTo>
                    <a:pt x="359067" y="34886"/>
                  </a:lnTo>
                  <a:close/>
                </a:path>
                <a:path w="1652270" h="125729">
                  <a:moveTo>
                    <a:pt x="371538" y="97307"/>
                  </a:moveTo>
                  <a:lnTo>
                    <a:pt x="357352" y="107505"/>
                  </a:lnTo>
                  <a:lnTo>
                    <a:pt x="391333" y="107505"/>
                  </a:lnTo>
                  <a:lnTo>
                    <a:pt x="392963" y="104228"/>
                  </a:lnTo>
                  <a:lnTo>
                    <a:pt x="394106" y="98806"/>
                  </a:lnTo>
                  <a:lnTo>
                    <a:pt x="371538" y="97307"/>
                  </a:lnTo>
                  <a:close/>
                </a:path>
                <a:path w="1652270" h="125729">
                  <a:moveTo>
                    <a:pt x="334742" y="71132"/>
                  </a:moveTo>
                  <a:lnTo>
                    <a:pt x="320332" y="71132"/>
                  </a:lnTo>
                  <a:lnTo>
                    <a:pt x="320332" y="86258"/>
                  </a:lnTo>
                  <a:lnTo>
                    <a:pt x="334716" y="86258"/>
                  </a:lnTo>
                  <a:lnTo>
                    <a:pt x="334742" y="71132"/>
                  </a:lnTo>
                  <a:close/>
                </a:path>
                <a:path w="1652270" h="125729">
                  <a:moveTo>
                    <a:pt x="388574" y="53098"/>
                  </a:moveTo>
                  <a:lnTo>
                    <a:pt x="357212" y="53098"/>
                  </a:lnTo>
                  <a:lnTo>
                    <a:pt x="360630" y="53949"/>
                  </a:lnTo>
                  <a:lnTo>
                    <a:pt x="360454" y="53949"/>
                  </a:lnTo>
                  <a:lnTo>
                    <a:pt x="363004" y="55448"/>
                  </a:lnTo>
                  <a:lnTo>
                    <a:pt x="365709" y="56972"/>
                  </a:lnTo>
                  <a:lnTo>
                    <a:pt x="367830" y="59093"/>
                  </a:lnTo>
                  <a:lnTo>
                    <a:pt x="370890" y="64516"/>
                  </a:lnTo>
                  <a:lnTo>
                    <a:pt x="371652" y="67627"/>
                  </a:lnTo>
                  <a:lnTo>
                    <a:pt x="371652" y="71132"/>
                  </a:lnTo>
                  <a:lnTo>
                    <a:pt x="334742" y="71132"/>
                  </a:lnTo>
                  <a:lnTo>
                    <a:pt x="334716" y="86258"/>
                  </a:lnTo>
                  <a:lnTo>
                    <a:pt x="394614" y="86258"/>
                  </a:lnTo>
                  <a:lnTo>
                    <a:pt x="394500" y="71361"/>
                  </a:lnTo>
                  <a:lnTo>
                    <a:pt x="393572" y="65544"/>
                  </a:lnTo>
                  <a:lnTo>
                    <a:pt x="389369" y="54356"/>
                  </a:lnTo>
                  <a:lnTo>
                    <a:pt x="388574" y="53098"/>
                  </a:lnTo>
                  <a:close/>
                </a:path>
                <a:path w="1652270" h="125729">
                  <a:moveTo>
                    <a:pt x="438721" y="6705"/>
                  </a:moveTo>
                  <a:lnTo>
                    <a:pt x="414324" y="6705"/>
                  </a:lnTo>
                  <a:lnTo>
                    <a:pt x="414324" y="124002"/>
                  </a:lnTo>
                  <a:lnTo>
                    <a:pt x="438721" y="124002"/>
                  </a:lnTo>
                  <a:lnTo>
                    <a:pt x="438721" y="6705"/>
                  </a:lnTo>
                  <a:close/>
                </a:path>
                <a:path w="1652270" h="125729">
                  <a:moveTo>
                    <a:pt x="486448" y="36029"/>
                  </a:moveTo>
                  <a:lnTo>
                    <a:pt x="462051" y="36029"/>
                  </a:lnTo>
                  <a:lnTo>
                    <a:pt x="462051" y="124002"/>
                  </a:lnTo>
                  <a:lnTo>
                    <a:pt x="486448" y="124002"/>
                  </a:lnTo>
                  <a:lnTo>
                    <a:pt x="486448" y="36029"/>
                  </a:lnTo>
                  <a:close/>
                </a:path>
                <a:path w="1652270" h="125729">
                  <a:moveTo>
                    <a:pt x="477926" y="0"/>
                  </a:moveTo>
                  <a:lnTo>
                    <a:pt x="470674" y="0"/>
                  </a:lnTo>
                  <a:lnTo>
                    <a:pt x="467563" y="1219"/>
                  </a:lnTo>
                  <a:lnTo>
                    <a:pt x="462406" y="6070"/>
                  </a:lnTo>
                  <a:lnTo>
                    <a:pt x="461136" y="8953"/>
                  </a:lnTo>
                  <a:lnTo>
                    <a:pt x="461136" y="15709"/>
                  </a:lnTo>
                  <a:lnTo>
                    <a:pt x="462406" y="18630"/>
                  </a:lnTo>
                  <a:lnTo>
                    <a:pt x="464972" y="21082"/>
                  </a:lnTo>
                  <a:lnTo>
                    <a:pt x="467563" y="23482"/>
                  </a:lnTo>
                  <a:lnTo>
                    <a:pt x="470674" y="24688"/>
                  </a:lnTo>
                  <a:lnTo>
                    <a:pt x="477926" y="24688"/>
                  </a:lnTo>
                  <a:lnTo>
                    <a:pt x="481025" y="23482"/>
                  </a:lnTo>
                  <a:lnTo>
                    <a:pt x="486181" y="18630"/>
                  </a:lnTo>
                  <a:lnTo>
                    <a:pt x="487476" y="15709"/>
                  </a:lnTo>
                  <a:lnTo>
                    <a:pt x="487476" y="8953"/>
                  </a:lnTo>
                  <a:lnTo>
                    <a:pt x="486181" y="6070"/>
                  </a:lnTo>
                  <a:lnTo>
                    <a:pt x="483577" y="3670"/>
                  </a:lnTo>
                  <a:lnTo>
                    <a:pt x="481025" y="1219"/>
                  </a:lnTo>
                  <a:lnTo>
                    <a:pt x="477926" y="0"/>
                  </a:lnTo>
                  <a:close/>
                </a:path>
                <a:path w="1652270" h="125729">
                  <a:moveTo>
                    <a:pt x="533031" y="36029"/>
                  </a:moveTo>
                  <a:lnTo>
                    <a:pt x="509777" y="36029"/>
                  </a:lnTo>
                  <a:lnTo>
                    <a:pt x="509777" y="124002"/>
                  </a:lnTo>
                  <a:lnTo>
                    <a:pt x="534174" y="124002"/>
                  </a:lnTo>
                  <a:lnTo>
                    <a:pt x="534212" y="69367"/>
                  </a:lnTo>
                  <a:lnTo>
                    <a:pt x="534911" y="66128"/>
                  </a:lnTo>
                  <a:lnTo>
                    <a:pt x="537705" y="60756"/>
                  </a:lnTo>
                  <a:lnTo>
                    <a:pt x="539648" y="58686"/>
                  </a:lnTo>
                  <a:lnTo>
                    <a:pt x="544652" y="55867"/>
                  </a:lnTo>
                  <a:lnTo>
                    <a:pt x="547093" y="55270"/>
                  </a:lnTo>
                  <a:lnTo>
                    <a:pt x="589610" y="55270"/>
                  </a:lnTo>
                  <a:lnTo>
                    <a:pt x="587718" y="51549"/>
                  </a:lnTo>
                  <a:lnTo>
                    <a:pt x="533031" y="51549"/>
                  </a:lnTo>
                  <a:lnTo>
                    <a:pt x="533031" y="36029"/>
                  </a:lnTo>
                  <a:close/>
                </a:path>
                <a:path w="1652270" h="125729">
                  <a:moveTo>
                    <a:pt x="589610" y="55270"/>
                  </a:moveTo>
                  <a:lnTo>
                    <a:pt x="556014" y="55270"/>
                  </a:lnTo>
                  <a:lnTo>
                    <a:pt x="559561" y="56680"/>
                  </a:lnTo>
                  <a:lnTo>
                    <a:pt x="565137" y="62750"/>
                  </a:lnTo>
                  <a:lnTo>
                    <a:pt x="566508" y="66954"/>
                  </a:lnTo>
                  <a:lnTo>
                    <a:pt x="566470" y="124002"/>
                  </a:lnTo>
                  <a:lnTo>
                    <a:pt x="590880" y="124002"/>
                  </a:lnTo>
                  <a:lnTo>
                    <a:pt x="590795" y="60756"/>
                  </a:lnTo>
                  <a:lnTo>
                    <a:pt x="589610" y="55270"/>
                  </a:lnTo>
                  <a:close/>
                </a:path>
                <a:path w="1652270" h="125729">
                  <a:moveTo>
                    <a:pt x="566623" y="34886"/>
                  </a:moveTo>
                  <a:lnTo>
                    <a:pt x="553986" y="34886"/>
                  </a:lnTo>
                  <a:lnTo>
                    <a:pt x="548436" y="36385"/>
                  </a:lnTo>
                  <a:lnTo>
                    <a:pt x="543852" y="39408"/>
                  </a:lnTo>
                  <a:lnTo>
                    <a:pt x="539267" y="42379"/>
                  </a:lnTo>
                  <a:lnTo>
                    <a:pt x="536003" y="46431"/>
                  </a:lnTo>
                  <a:lnTo>
                    <a:pt x="534060" y="51549"/>
                  </a:lnTo>
                  <a:lnTo>
                    <a:pt x="587718" y="51549"/>
                  </a:lnTo>
                  <a:lnTo>
                    <a:pt x="584580" y="45377"/>
                  </a:lnTo>
                  <a:lnTo>
                    <a:pt x="581037" y="41567"/>
                  </a:lnTo>
                  <a:lnTo>
                    <a:pt x="571957" y="36220"/>
                  </a:lnTo>
                  <a:lnTo>
                    <a:pt x="566623" y="34886"/>
                  </a:lnTo>
                  <a:close/>
                </a:path>
                <a:path w="1652270" h="125729">
                  <a:moveTo>
                    <a:pt x="658812" y="34886"/>
                  </a:moveTo>
                  <a:lnTo>
                    <a:pt x="644372" y="34886"/>
                  </a:lnTo>
                  <a:lnTo>
                    <a:pt x="636854" y="36791"/>
                  </a:lnTo>
                  <a:lnTo>
                    <a:pt x="610387" y="71132"/>
                  </a:lnTo>
                  <a:lnTo>
                    <a:pt x="610336" y="89700"/>
                  </a:lnTo>
                  <a:lnTo>
                    <a:pt x="611997" y="97307"/>
                  </a:lnTo>
                  <a:lnTo>
                    <a:pt x="644931" y="125717"/>
                  </a:lnTo>
                  <a:lnTo>
                    <a:pt x="661238" y="125717"/>
                  </a:lnTo>
                  <a:lnTo>
                    <a:pt x="691066" y="107505"/>
                  </a:lnTo>
                  <a:lnTo>
                    <a:pt x="650290" y="107505"/>
                  </a:lnTo>
                  <a:lnTo>
                    <a:pt x="646760" y="106641"/>
                  </a:lnTo>
                  <a:lnTo>
                    <a:pt x="634453" y="90665"/>
                  </a:lnTo>
                  <a:lnTo>
                    <a:pt x="634461" y="86258"/>
                  </a:lnTo>
                  <a:lnTo>
                    <a:pt x="620077" y="86258"/>
                  </a:lnTo>
                  <a:lnTo>
                    <a:pt x="620077" y="71132"/>
                  </a:lnTo>
                  <a:lnTo>
                    <a:pt x="634487" y="71132"/>
                  </a:lnTo>
                  <a:lnTo>
                    <a:pt x="634491" y="68465"/>
                  </a:lnTo>
                  <a:lnTo>
                    <a:pt x="635245" y="65544"/>
                  </a:lnTo>
                  <a:lnTo>
                    <a:pt x="635304" y="65316"/>
                  </a:lnTo>
                  <a:lnTo>
                    <a:pt x="638517" y="59626"/>
                  </a:lnTo>
                  <a:lnTo>
                    <a:pt x="640727" y="57353"/>
                  </a:lnTo>
                  <a:lnTo>
                    <a:pt x="643559" y="55676"/>
                  </a:lnTo>
                  <a:lnTo>
                    <a:pt x="646417" y="53949"/>
                  </a:lnTo>
                  <a:lnTo>
                    <a:pt x="649706" y="53098"/>
                  </a:lnTo>
                  <a:lnTo>
                    <a:pt x="688319" y="53098"/>
                  </a:lnTo>
                  <a:lnTo>
                    <a:pt x="686208" y="49758"/>
                  </a:lnTo>
                  <a:lnTo>
                    <a:pt x="678649" y="42291"/>
                  </a:lnTo>
                  <a:lnTo>
                    <a:pt x="674255" y="39522"/>
                  </a:lnTo>
                  <a:lnTo>
                    <a:pt x="669213" y="37693"/>
                  </a:lnTo>
                  <a:lnTo>
                    <a:pt x="664209" y="35814"/>
                  </a:lnTo>
                  <a:lnTo>
                    <a:pt x="658812" y="34886"/>
                  </a:lnTo>
                  <a:close/>
                </a:path>
                <a:path w="1652270" h="125729">
                  <a:moveTo>
                    <a:pt x="671283" y="97307"/>
                  </a:moveTo>
                  <a:lnTo>
                    <a:pt x="657097" y="107505"/>
                  </a:lnTo>
                  <a:lnTo>
                    <a:pt x="691066" y="107505"/>
                  </a:lnTo>
                  <a:lnTo>
                    <a:pt x="692582" y="104457"/>
                  </a:lnTo>
                  <a:lnTo>
                    <a:pt x="692696" y="104228"/>
                  </a:lnTo>
                  <a:lnTo>
                    <a:pt x="693839" y="98806"/>
                  </a:lnTo>
                  <a:lnTo>
                    <a:pt x="671283" y="97307"/>
                  </a:lnTo>
                  <a:close/>
                </a:path>
                <a:path w="1652270" h="125729">
                  <a:moveTo>
                    <a:pt x="634487" y="71132"/>
                  </a:moveTo>
                  <a:lnTo>
                    <a:pt x="620077" y="71132"/>
                  </a:lnTo>
                  <a:lnTo>
                    <a:pt x="620077" y="86258"/>
                  </a:lnTo>
                  <a:lnTo>
                    <a:pt x="634461" y="86258"/>
                  </a:lnTo>
                  <a:lnTo>
                    <a:pt x="634487" y="71132"/>
                  </a:lnTo>
                  <a:close/>
                </a:path>
                <a:path w="1652270" h="125729">
                  <a:moveTo>
                    <a:pt x="688319" y="53098"/>
                  </a:moveTo>
                  <a:lnTo>
                    <a:pt x="656958" y="53098"/>
                  </a:lnTo>
                  <a:lnTo>
                    <a:pt x="660375" y="53949"/>
                  </a:lnTo>
                  <a:lnTo>
                    <a:pt x="660199" y="53949"/>
                  </a:lnTo>
                  <a:lnTo>
                    <a:pt x="662749" y="55448"/>
                  </a:lnTo>
                  <a:lnTo>
                    <a:pt x="665454" y="56972"/>
                  </a:lnTo>
                  <a:lnTo>
                    <a:pt x="667575" y="59093"/>
                  </a:lnTo>
                  <a:lnTo>
                    <a:pt x="670623" y="64516"/>
                  </a:lnTo>
                  <a:lnTo>
                    <a:pt x="671398" y="67627"/>
                  </a:lnTo>
                  <a:lnTo>
                    <a:pt x="671398" y="71132"/>
                  </a:lnTo>
                  <a:lnTo>
                    <a:pt x="634487" y="71132"/>
                  </a:lnTo>
                  <a:lnTo>
                    <a:pt x="634461" y="86258"/>
                  </a:lnTo>
                  <a:lnTo>
                    <a:pt x="694359" y="86258"/>
                  </a:lnTo>
                  <a:lnTo>
                    <a:pt x="694244" y="71361"/>
                  </a:lnTo>
                  <a:lnTo>
                    <a:pt x="693305" y="65544"/>
                  </a:lnTo>
                  <a:lnTo>
                    <a:pt x="689114" y="54356"/>
                  </a:lnTo>
                  <a:lnTo>
                    <a:pt x="688319" y="53098"/>
                  </a:lnTo>
                  <a:close/>
                </a:path>
                <a:path w="1652270" h="125729">
                  <a:moveTo>
                    <a:pt x="811225" y="6705"/>
                  </a:moveTo>
                  <a:lnTo>
                    <a:pt x="755637" y="6705"/>
                  </a:lnTo>
                  <a:lnTo>
                    <a:pt x="755637" y="124002"/>
                  </a:lnTo>
                  <a:lnTo>
                    <a:pt x="814527" y="124002"/>
                  </a:lnTo>
                  <a:lnTo>
                    <a:pt x="821918" y="122593"/>
                  </a:lnTo>
                  <a:lnTo>
                    <a:pt x="833907" y="116941"/>
                  </a:lnTo>
                  <a:lnTo>
                    <a:pt x="838428" y="113106"/>
                  </a:lnTo>
                  <a:lnTo>
                    <a:pt x="844351" y="103720"/>
                  </a:lnTo>
                  <a:lnTo>
                    <a:pt x="780427" y="103720"/>
                  </a:lnTo>
                  <a:lnTo>
                    <a:pt x="780427" y="72567"/>
                  </a:lnTo>
                  <a:lnTo>
                    <a:pt x="840090" y="72567"/>
                  </a:lnTo>
                  <a:lnTo>
                    <a:pt x="836828" y="69227"/>
                  </a:lnTo>
                  <a:lnTo>
                    <a:pt x="832891" y="66903"/>
                  </a:lnTo>
                  <a:lnTo>
                    <a:pt x="829005" y="64566"/>
                  </a:lnTo>
                  <a:lnTo>
                    <a:pt x="824826" y="63309"/>
                  </a:lnTo>
                  <a:lnTo>
                    <a:pt x="820356" y="63119"/>
                  </a:lnTo>
                  <a:lnTo>
                    <a:pt x="820356" y="61976"/>
                  </a:lnTo>
                  <a:lnTo>
                    <a:pt x="824433" y="61061"/>
                  </a:lnTo>
                  <a:lnTo>
                    <a:pt x="828065" y="59512"/>
                  </a:lnTo>
                  <a:lnTo>
                    <a:pt x="833464" y="55791"/>
                  </a:lnTo>
                  <a:lnTo>
                    <a:pt x="780427" y="55791"/>
                  </a:lnTo>
                  <a:lnTo>
                    <a:pt x="780427" y="26746"/>
                  </a:lnTo>
                  <a:lnTo>
                    <a:pt x="840386" y="26746"/>
                  </a:lnTo>
                  <a:lnTo>
                    <a:pt x="840092" y="25692"/>
                  </a:lnTo>
                  <a:lnTo>
                    <a:pt x="834288" y="16649"/>
                  </a:lnTo>
                  <a:lnTo>
                    <a:pt x="829957" y="13093"/>
                  </a:lnTo>
                  <a:lnTo>
                    <a:pt x="818426" y="7975"/>
                  </a:lnTo>
                  <a:lnTo>
                    <a:pt x="811225" y="6705"/>
                  </a:lnTo>
                  <a:close/>
                </a:path>
                <a:path w="1652270" h="125729">
                  <a:moveTo>
                    <a:pt x="840060" y="72567"/>
                  </a:moveTo>
                  <a:lnTo>
                    <a:pt x="805192" y="72567"/>
                  </a:lnTo>
                  <a:lnTo>
                    <a:pt x="808608" y="73279"/>
                  </a:lnTo>
                  <a:lnTo>
                    <a:pt x="814374" y="76098"/>
                  </a:lnTo>
                  <a:lnTo>
                    <a:pt x="816609" y="78054"/>
                  </a:lnTo>
                  <a:lnTo>
                    <a:pt x="819746" y="83007"/>
                  </a:lnTo>
                  <a:lnTo>
                    <a:pt x="820521" y="85877"/>
                  </a:lnTo>
                  <a:lnTo>
                    <a:pt x="820521" y="93548"/>
                  </a:lnTo>
                  <a:lnTo>
                    <a:pt x="818946" y="97104"/>
                  </a:lnTo>
                  <a:lnTo>
                    <a:pt x="812596" y="102412"/>
                  </a:lnTo>
                  <a:lnTo>
                    <a:pt x="807567" y="103720"/>
                  </a:lnTo>
                  <a:lnTo>
                    <a:pt x="844351" y="103720"/>
                  </a:lnTo>
                  <a:lnTo>
                    <a:pt x="844575" y="103365"/>
                  </a:lnTo>
                  <a:lnTo>
                    <a:pt x="846124" y="97802"/>
                  </a:lnTo>
                  <a:lnTo>
                    <a:pt x="846124" y="85877"/>
                  </a:lnTo>
                  <a:lnTo>
                    <a:pt x="844905" y="80860"/>
                  </a:lnTo>
                  <a:lnTo>
                    <a:pt x="840060" y="72567"/>
                  </a:lnTo>
                  <a:close/>
                </a:path>
                <a:path w="1652270" h="125729">
                  <a:moveTo>
                    <a:pt x="840386" y="26746"/>
                  </a:moveTo>
                  <a:lnTo>
                    <a:pt x="804773" y="26746"/>
                  </a:lnTo>
                  <a:lnTo>
                    <a:pt x="809015" y="28041"/>
                  </a:lnTo>
                  <a:lnTo>
                    <a:pt x="811987" y="30645"/>
                  </a:lnTo>
                  <a:lnTo>
                    <a:pt x="815009" y="33235"/>
                  </a:lnTo>
                  <a:lnTo>
                    <a:pt x="816521" y="36652"/>
                  </a:lnTo>
                  <a:lnTo>
                    <a:pt x="816521" y="43992"/>
                  </a:lnTo>
                  <a:lnTo>
                    <a:pt x="802220" y="55791"/>
                  </a:lnTo>
                  <a:lnTo>
                    <a:pt x="833464" y="55791"/>
                  </a:lnTo>
                  <a:lnTo>
                    <a:pt x="834330" y="55194"/>
                  </a:lnTo>
                  <a:lnTo>
                    <a:pt x="836968" y="52298"/>
                  </a:lnTo>
                  <a:lnTo>
                    <a:pt x="840625" y="45377"/>
                  </a:lnTo>
                  <a:lnTo>
                    <a:pt x="841540" y="41351"/>
                  </a:lnTo>
                  <a:lnTo>
                    <a:pt x="841472" y="30645"/>
                  </a:lnTo>
                  <a:lnTo>
                    <a:pt x="840386" y="26746"/>
                  </a:lnTo>
                  <a:close/>
                </a:path>
                <a:path w="1652270" h="125729">
                  <a:moveTo>
                    <a:pt x="889241" y="36029"/>
                  </a:moveTo>
                  <a:lnTo>
                    <a:pt x="865593" y="36029"/>
                  </a:lnTo>
                  <a:lnTo>
                    <a:pt x="865593" y="124002"/>
                  </a:lnTo>
                  <a:lnTo>
                    <a:pt x="889990" y="124002"/>
                  </a:lnTo>
                  <a:lnTo>
                    <a:pt x="889990" y="70637"/>
                  </a:lnTo>
                  <a:lnTo>
                    <a:pt x="890790" y="67475"/>
                  </a:lnTo>
                  <a:lnTo>
                    <a:pt x="905065" y="55956"/>
                  </a:lnTo>
                  <a:lnTo>
                    <a:pt x="918971" y="55956"/>
                  </a:lnTo>
                  <a:lnTo>
                    <a:pt x="918971" y="51371"/>
                  </a:lnTo>
                  <a:lnTo>
                    <a:pt x="889241" y="51371"/>
                  </a:lnTo>
                  <a:lnTo>
                    <a:pt x="889241" y="36029"/>
                  </a:lnTo>
                  <a:close/>
                </a:path>
                <a:path w="1652270" h="125729">
                  <a:moveTo>
                    <a:pt x="918971" y="55956"/>
                  </a:moveTo>
                  <a:lnTo>
                    <a:pt x="910335" y="55956"/>
                  </a:lnTo>
                  <a:lnTo>
                    <a:pt x="912190" y="56095"/>
                  </a:lnTo>
                  <a:lnTo>
                    <a:pt x="917109" y="56743"/>
                  </a:lnTo>
                  <a:lnTo>
                    <a:pt x="916836" y="56743"/>
                  </a:lnTo>
                  <a:lnTo>
                    <a:pt x="917828" y="56934"/>
                  </a:lnTo>
                  <a:lnTo>
                    <a:pt x="918971" y="57277"/>
                  </a:lnTo>
                  <a:lnTo>
                    <a:pt x="918971" y="55956"/>
                  </a:lnTo>
                  <a:close/>
                </a:path>
                <a:path w="1652270" h="125729">
                  <a:moveTo>
                    <a:pt x="913828" y="34848"/>
                  </a:moveTo>
                  <a:lnTo>
                    <a:pt x="906138" y="34848"/>
                  </a:lnTo>
                  <a:lnTo>
                    <a:pt x="902017" y="36182"/>
                  </a:lnTo>
                  <a:lnTo>
                    <a:pt x="894460" y="41795"/>
                  </a:lnTo>
                  <a:lnTo>
                    <a:pt x="891768" y="45910"/>
                  </a:lnTo>
                  <a:lnTo>
                    <a:pt x="890155" y="51371"/>
                  </a:lnTo>
                  <a:lnTo>
                    <a:pt x="918971" y="51371"/>
                  </a:lnTo>
                  <a:lnTo>
                    <a:pt x="918971" y="35623"/>
                  </a:lnTo>
                  <a:lnTo>
                    <a:pt x="917905" y="35356"/>
                  </a:lnTo>
                  <a:lnTo>
                    <a:pt x="916660" y="35153"/>
                  </a:lnTo>
                  <a:lnTo>
                    <a:pt x="913828" y="34848"/>
                  </a:lnTo>
                  <a:close/>
                </a:path>
                <a:path w="1652270" h="125729">
                  <a:moveTo>
                    <a:pt x="976198" y="34886"/>
                  </a:moveTo>
                  <a:lnTo>
                    <a:pt x="961758" y="34886"/>
                  </a:lnTo>
                  <a:lnTo>
                    <a:pt x="954239" y="36791"/>
                  </a:lnTo>
                  <a:lnTo>
                    <a:pt x="927772" y="71132"/>
                  </a:lnTo>
                  <a:lnTo>
                    <a:pt x="927722" y="89700"/>
                  </a:lnTo>
                  <a:lnTo>
                    <a:pt x="929383" y="97307"/>
                  </a:lnTo>
                  <a:lnTo>
                    <a:pt x="962317" y="125717"/>
                  </a:lnTo>
                  <a:lnTo>
                    <a:pt x="978623" y="125717"/>
                  </a:lnTo>
                  <a:lnTo>
                    <a:pt x="1008452" y="107505"/>
                  </a:lnTo>
                  <a:lnTo>
                    <a:pt x="967676" y="107505"/>
                  </a:lnTo>
                  <a:lnTo>
                    <a:pt x="964145" y="106641"/>
                  </a:lnTo>
                  <a:lnTo>
                    <a:pt x="951826" y="90665"/>
                  </a:lnTo>
                  <a:lnTo>
                    <a:pt x="951834" y="86258"/>
                  </a:lnTo>
                  <a:lnTo>
                    <a:pt x="937450" y="86258"/>
                  </a:lnTo>
                  <a:lnTo>
                    <a:pt x="937450" y="71132"/>
                  </a:lnTo>
                  <a:lnTo>
                    <a:pt x="951860" y="71132"/>
                  </a:lnTo>
                  <a:lnTo>
                    <a:pt x="951864" y="68465"/>
                  </a:lnTo>
                  <a:lnTo>
                    <a:pt x="952630" y="65544"/>
                  </a:lnTo>
                  <a:lnTo>
                    <a:pt x="952690" y="65316"/>
                  </a:lnTo>
                  <a:lnTo>
                    <a:pt x="955903" y="59626"/>
                  </a:lnTo>
                  <a:lnTo>
                    <a:pt x="958113" y="57353"/>
                  </a:lnTo>
                  <a:lnTo>
                    <a:pt x="963802" y="53949"/>
                  </a:lnTo>
                  <a:lnTo>
                    <a:pt x="967092" y="53098"/>
                  </a:lnTo>
                  <a:lnTo>
                    <a:pt x="1005696" y="53098"/>
                  </a:lnTo>
                  <a:lnTo>
                    <a:pt x="1003593" y="49758"/>
                  </a:lnTo>
                  <a:lnTo>
                    <a:pt x="996035" y="42291"/>
                  </a:lnTo>
                  <a:lnTo>
                    <a:pt x="991641" y="39522"/>
                  </a:lnTo>
                  <a:lnTo>
                    <a:pt x="986599" y="37693"/>
                  </a:lnTo>
                  <a:lnTo>
                    <a:pt x="981595" y="35814"/>
                  </a:lnTo>
                  <a:lnTo>
                    <a:pt x="976198" y="34886"/>
                  </a:lnTo>
                  <a:close/>
                </a:path>
                <a:path w="1652270" h="125729">
                  <a:moveTo>
                    <a:pt x="988656" y="97307"/>
                  </a:moveTo>
                  <a:lnTo>
                    <a:pt x="974470" y="107505"/>
                  </a:lnTo>
                  <a:lnTo>
                    <a:pt x="1008452" y="107505"/>
                  </a:lnTo>
                  <a:lnTo>
                    <a:pt x="1009968" y="104457"/>
                  </a:lnTo>
                  <a:lnTo>
                    <a:pt x="1010081" y="104228"/>
                  </a:lnTo>
                  <a:lnTo>
                    <a:pt x="1011224" y="98806"/>
                  </a:lnTo>
                  <a:lnTo>
                    <a:pt x="988656" y="97307"/>
                  </a:lnTo>
                  <a:close/>
                </a:path>
                <a:path w="1652270" h="125729">
                  <a:moveTo>
                    <a:pt x="951860" y="71132"/>
                  </a:moveTo>
                  <a:lnTo>
                    <a:pt x="937450" y="71132"/>
                  </a:lnTo>
                  <a:lnTo>
                    <a:pt x="937450" y="86258"/>
                  </a:lnTo>
                  <a:lnTo>
                    <a:pt x="951834" y="86258"/>
                  </a:lnTo>
                  <a:lnTo>
                    <a:pt x="951860" y="71132"/>
                  </a:lnTo>
                  <a:close/>
                </a:path>
                <a:path w="1652270" h="125729">
                  <a:moveTo>
                    <a:pt x="1005696" y="53098"/>
                  </a:moveTo>
                  <a:lnTo>
                    <a:pt x="974343" y="53098"/>
                  </a:lnTo>
                  <a:lnTo>
                    <a:pt x="977761" y="53949"/>
                  </a:lnTo>
                  <a:lnTo>
                    <a:pt x="977584" y="53949"/>
                  </a:lnTo>
                  <a:lnTo>
                    <a:pt x="980122" y="55448"/>
                  </a:lnTo>
                  <a:lnTo>
                    <a:pt x="982840" y="56972"/>
                  </a:lnTo>
                  <a:lnTo>
                    <a:pt x="984961" y="59093"/>
                  </a:lnTo>
                  <a:lnTo>
                    <a:pt x="988009" y="64516"/>
                  </a:lnTo>
                  <a:lnTo>
                    <a:pt x="988771" y="67627"/>
                  </a:lnTo>
                  <a:lnTo>
                    <a:pt x="988771" y="71132"/>
                  </a:lnTo>
                  <a:lnTo>
                    <a:pt x="951860" y="71132"/>
                  </a:lnTo>
                  <a:lnTo>
                    <a:pt x="951834" y="86258"/>
                  </a:lnTo>
                  <a:lnTo>
                    <a:pt x="1011745" y="86258"/>
                  </a:lnTo>
                  <a:lnTo>
                    <a:pt x="1011630" y="71361"/>
                  </a:lnTo>
                  <a:lnTo>
                    <a:pt x="1010691" y="65544"/>
                  </a:lnTo>
                  <a:lnTo>
                    <a:pt x="1006487" y="54356"/>
                  </a:lnTo>
                  <a:lnTo>
                    <a:pt x="1005696" y="53098"/>
                  </a:lnTo>
                  <a:close/>
                </a:path>
                <a:path w="1652270" h="125729">
                  <a:moveTo>
                    <a:pt x="1103849" y="52692"/>
                  </a:moveTo>
                  <a:lnTo>
                    <a:pt x="1072781" y="52692"/>
                  </a:lnTo>
                  <a:lnTo>
                    <a:pt x="1075982" y="53682"/>
                  </a:lnTo>
                  <a:lnTo>
                    <a:pt x="1078242" y="55676"/>
                  </a:lnTo>
                  <a:lnTo>
                    <a:pt x="1080528" y="57658"/>
                  </a:lnTo>
                  <a:lnTo>
                    <a:pt x="1081671" y="60464"/>
                  </a:lnTo>
                  <a:lnTo>
                    <a:pt x="1081671" y="66306"/>
                  </a:lnTo>
                  <a:lnTo>
                    <a:pt x="1056017" y="72758"/>
                  </a:lnTo>
                  <a:lnTo>
                    <a:pt x="1051852" y="73482"/>
                  </a:lnTo>
                  <a:lnTo>
                    <a:pt x="1027315" y="94538"/>
                  </a:lnTo>
                  <a:lnTo>
                    <a:pt x="1027322" y="105257"/>
                  </a:lnTo>
                  <a:lnTo>
                    <a:pt x="1050924" y="125666"/>
                  </a:lnTo>
                  <a:lnTo>
                    <a:pt x="1060881" y="125666"/>
                  </a:lnTo>
                  <a:lnTo>
                    <a:pt x="1082255" y="111798"/>
                  </a:lnTo>
                  <a:lnTo>
                    <a:pt x="1106081" y="111798"/>
                  </a:lnTo>
                  <a:lnTo>
                    <a:pt x="1106081" y="108826"/>
                  </a:lnTo>
                  <a:lnTo>
                    <a:pt x="1059776" y="108826"/>
                  </a:lnTo>
                  <a:lnTo>
                    <a:pt x="1056690" y="107962"/>
                  </a:lnTo>
                  <a:lnTo>
                    <a:pt x="1054239" y="106248"/>
                  </a:lnTo>
                  <a:lnTo>
                    <a:pt x="1051839" y="104495"/>
                  </a:lnTo>
                  <a:lnTo>
                    <a:pt x="1050632" y="101955"/>
                  </a:lnTo>
                  <a:lnTo>
                    <a:pt x="1050632" y="96342"/>
                  </a:lnTo>
                  <a:lnTo>
                    <a:pt x="1069365" y="86537"/>
                  </a:lnTo>
                  <a:lnTo>
                    <a:pt x="1071003" y="86271"/>
                  </a:lnTo>
                  <a:lnTo>
                    <a:pt x="1081849" y="83223"/>
                  </a:lnTo>
                  <a:lnTo>
                    <a:pt x="1106081" y="83223"/>
                  </a:lnTo>
                  <a:lnTo>
                    <a:pt x="1106081" y="59436"/>
                  </a:lnTo>
                  <a:lnTo>
                    <a:pt x="1105065" y="54952"/>
                  </a:lnTo>
                  <a:lnTo>
                    <a:pt x="1103849" y="52692"/>
                  </a:lnTo>
                  <a:close/>
                </a:path>
                <a:path w="1652270" h="125729">
                  <a:moveTo>
                    <a:pt x="1106081" y="111798"/>
                  </a:moveTo>
                  <a:lnTo>
                    <a:pt x="1082941" y="111798"/>
                  </a:lnTo>
                  <a:lnTo>
                    <a:pt x="1082941" y="124002"/>
                  </a:lnTo>
                  <a:lnTo>
                    <a:pt x="1106081" y="124002"/>
                  </a:lnTo>
                  <a:lnTo>
                    <a:pt x="1106081" y="111798"/>
                  </a:lnTo>
                  <a:close/>
                </a:path>
                <a:path w="1652270" h="125729">
                  <a:moveTo>
                    <a:pt x="1106081" y="83223"/>
                  </a:moveTo>
                  <a:lnTo>
                    <a:pt x="1081849" y="83223"/>
                  </a:lnTo>
                  <a:lnTo>
                    <a:pt x="1081849" y="95656"/>
                  </a:lnTo>
                  <a:lnTo>
                    <a:pt x="1081062" y="98425"/>
                  </a:lnTo>
                  <a:lnTo>
                    <a:pt x="1067104" y="108826"/>
                  </a:lnTo>
                  <a:lnTo>
                    <a:pt x="1106081" y="108826"/>
                  </a:lnTo>
                  <a:lnTo>
                    <a:pt x="1106081" y="83223"/>
                  </a:lnTo>
                  <a:close/>
                </a:path>
                <a:path w="1652270" h="125729">
                  <a:moveTo>
                    <a:pt x="1073619" y="34886"/>
                  </a:moveTo>
                  <a:lnTo>
                    <a:pt x="1061707" y="34886"/>
                  </a:lnTo>
                  <a:lnTo>
                    <a:pt x="1055522" y="35953"/>
                  </a:lnTo>
                  <a:lnTo>
                    <a:pt x="1030748" y="59436"/>
                  </a:lnTo>
                  <a:lnTo>
                    <a:pt x="1030642" y="59931"/>
                  </a:lnTo>
                  <a:lnTo>
                    <a:pt x="1030528" y="60464"/>
                  </a:lnTo>
                  <a:lnTo>
                    <a:pt x="1030414" y="60998"/>
                  </a:lnTo>
                  <a:lnTo>
                    <a:pt x="1052982" y="62826"/>
                  </a:lnTo>
                  <a:lnTo>
                    <a:pt x="1053820" y="59931"/>
                  </a:lnTo>
                  <a:lnTo>
                    <a:pt x="1055435" y="57658"/>
                  </a:lnTo>
                  <a:lnTo>
                    <a:pt x="1055535" y="57518"/>
                  </a:lnTo>
                  <a:lnTo>
                    <a:pt x="1058051" y="55676"/>
                  </a:lnTo>
                  <a:lnTo>
                    <a:pt x="1060712" y="53682"/>
                  </a:lnTo>
                  <a:lnTo>
                    <a:pt x="1064221" y="52692"/>
                  </a:lnTo>
                  <a:lnTo>
                    <a:pt x="1103849" y="52692"/>
                  </a:lnTo>
                  <a:lnTo>
                    <a:pt x="1101013" y="47421"/>
                  </a:lnTo>
                  <a:lnTo>
                    <a:pt x="1098245" y="44335"/>
                  </a:lnTo>
                  <a:lnTo>
                    <a:pt x="1091260" y="39522"/>
                  </a:lnTo>
                  <a:lnTo>
                    <a:pt x="1087272" y="37744"/>
                  </a:lnTo>
                  <a:lnTo>
                    <a:pt x="1078293" y="35458"/>
                  </a:lnTo>
                  <a:lnTo>
                    <a:pt x="1073619" y="34886"/>
                  </a:lnTo>
                  <a:close/>
                </a:path>
                <a:path w="1652270" h="125729">
                  <a:moveTo>
                    <a:pt x="1153185" y="6705"/>
                  </a:moveTo>
                  <a:lnTo>
                    <a:pt x="1128788" y="6705"/>
                  </a:lnTo>
                  <a:lnTo>
                    <a:pt x="1128788" y="124002"/>
                  </a:lnTo>
                  <a:lnTo>
                    <a:pt x="1153185" y="124002"/>
                  </a:lnTo>
                  <a:lnTo>
                    <a:pt x="1153185" y="98691"/>
                  </a:lnTo>
                  <a:lnTo>
                    <a:pt x="1150899" y="98691"/>
                  </a:lnTo>
                  <a:lnTo>
                    <a:pt x="1150950" y="69418"/>
                  </a:lnTo>
                  <a:lnTo>
                    <a:pt x="1153185" y="69418"/>
                  </a:lnTo>
                  <a:lnTo>
                    <a:pt x="1153185" y="6705"/>
                  </a:lnTo>
                  <a:close/>
                </a:path>
                <a:path w="1652270" h="125729">
                  <a:moveTo>
                    <a:pt x="1178064" y="74129"/>
                  </a:moveTo>
                  <a:lnTo>
                    <a:pt x="1172832" y="80238"/>
                  </a:lnTo>
                  <a:lnTo>
                    <a:pt x="1167041" y="80238"/>
                  </a:lnTo>
                  <a:lnTo>
                    <a:pt x="1159797" y="88519"/>
                  </a:lnTo>
                  <a:lnTo>
                    <a:pt x="1183766" y="124002"/>
                  </a:lnTo>
                  <a:lnTo>
                    <a:pt x="1212354" y="124002"/>
                  </a:lnTo>
                  <a:lnTo>
                    <a:pt x="1178064" y="74129"/>
                  </a:lnTo>
                  <a:close/>
                </a:path>
                <a:path w="1652270" h="125729">
                  <a:moveTo>
                    <a:pt x="1153185" y="69418"/>
                  </a:moveTo>
                  <a:lnTo>
                    <a:pt x="1150950" y="69418"/>
                  </a:lnTo>
                  <a:lnTo>
                    <a:pt x="1150899" y="98691"/>
                  </a:lnTo>
                  <a:lnTo>
                    <a:pt x="1153185" y="96078"/>
                  </a:lnTo>
                  <a:lnTo>
                    <a:pt x="1153185" y="69418"/>
                  </a:lnTo>
                  <a:close/>
                </a:path>
                <a:path w="1652270" h="125729">
                  <a:moveTo>
                    <a:pt x="1153185" y="96078"/>
                  </a:moveTo>
                  <a:lnTo>
                    <a:pt x="1150899" y="98691"/>
                  </a:lnTo>
                  <a:lnTo>
                    <a:pt x="1153185" y="98691"/>
                  </a:lnTo>
                  <a:lnTo>
                    <a:pt x="1153185" y="96078"/>
                  </a:lnTo>
                  <a:close/>
                </a:path>
                <a:path w="1652270" h="125729">
                  <a:moveTo>
                    <a:pt x="1210690" y="36029"/>
                  </a:moveTo>
                  <a:lnTo>
                    <a:pt x="1182687" y="36029"/>
                  </a:lnTo>
                  <a:lnTo>
                    <a:pt x="1154506" y="69418"/>
                  </a:lnTo>
                  <a:lnTo>
                    <a:pt x="1153185" y="69418"/>
                  </a:lnTo>
                  <a:lnTo>
                    <a:pt x="1153185" y="96078"/>
                  </a:lnTo>
                  <a:lnTo>
                    <a:pt x="1159797" y="88519"/>
                  </a:lnTo>
                  <a:lnTo>
                    <a:pt x="1157884" y="85686"/>
                  </a:lnTo>
                  <a:lnTo>
                    <a:pt x="1174153" y="68440"/>
                  </a:lnTo>
                  <a:lnTo>
                    <a:pt x="1182935" y="68440"/>
                  </a:lnTo>
                  <a:lnTo>
                    <a:pt x="1210690" y="36029"/>
                  </a:lnTo>
                  <a:close/>
                </a:path>
                <a:path w="1652270" h="125729">
                  <a:moveTo>
                    <a:pt x="1174153" y="68440"/>
                  </a:moveTo>
                  <a:lnTo>
                    <a:pt x="1157884" y="85686"/>
                  </a:lnTo>
                  <a:lnTo>
                    <a:pt x="1159797" y="88519"/>
                  </a:lnTo>
                  <a:lnTo>
                    <a:pt x="1167041" y="80238"/>
                  </a:lnTo>
                  <a:lnTo>
                    <a:pt x="1172832" y="80238"/>
                  </a:lnTo>
                  <a:lnTo>
                    <a:pt x="1178064" y="74129"/>
                  </a:lnTo>
                  <a:lnTo>
                    <a:pt x="1174153" y="68440"/>
                  </a:lnTo>
                  <a:close/>
                </a:path>
                <a:path w="1652270" h="125729">
                  <a:moveTo>
                    <a:pt x="1182935" y="68440"/>
                  </a:moveTo>
                  <a:lnTo>
                    <a:pt x="1174153" y="68440"/>
                  </a:lnTo>
                  <a:lnTo>
                    <a:pt x="1178064" y="74129"/>
                  </a:lnTo>
                  <a:lnTo>
                    <a:pt x="1182935" y="68440"/>
                  </a:lnTo>
                  <a:close/>
                </a:path>
                <a:path w="1652270" h="125729">
                  <a:moveTo>
                    <a:pt x="1260106" y="34886"/>
                  </a:moveTo>
                  <a:lnTo>
                    <a:pt x="1248727" y="34886"/>
                  </a:lnTo>
                  <a:lnTo>
                    <a:pt x="1242783" y="36563"/>
                  </a:lnTo>
                  <a:lnTo>
                    <a:pt x="1219860" y="72887"/>
                  </a:lnTo>
                  <a:lnTo>
                    <a:pt x="1219555" y="80124"/>
                  </a:lnTo>
                  <a:lnTo>
                    <a:pt x="1219555" y="89941"/>
                  </a:lnTo>
                  <a:lnTo>
                    <a:pt x="1220998" y="97599"/>
                  </a:lnTo>
                  <a:lnTo>
                    <a:pt x="1221117" y="98234"/>
                  </a:lnTo>
                  <a:lnTo>
                    <a:pt x="1248549" y="125437"/>
                  </a:lnTo>
                  <a:lnTo>
                    <a:pt x="1259966" y="125437"/>
                  </a:lnTo>
                  <a:lnTo>
                    <a:pt x="1280210" y="109918"/>
                  </a:lnTo>
                  <a:lnTo>
                    <a:pt x="1305293" y="109918"/>
                  </a:lnTo>
                  <a:lnTo>
                    <a:pt x="1305293" y="106019"/>
                  </a:lnTo>
                  <a:lnTo>
                    <a:pt x="1258963" y="106019"/>
                  </a:lnTo>
                  <a:lnTo>
                    <a:pt x="1255781" y="104990"/>
                  </a:lnTo>
                  <a:lnTo>
                    <a:pt x="1244490" y="85242"/>
                  </a:lnTo>
                  <a:lnTo>
                    <a:pt x="1244496" y="74777"/>
                  </a:lnTo>
                  <a:lnTo>
                    <a:pt x="1258963" y="54292"/>
                  </a:lnTo>
                  <a:lnTo>
                    <a:pt x="1305293" y="54292"/>
                  </a:lnTo>
                  <a:lnTo>
                    <a:pt x="1305293" y="50800"/>
                  </a:lnTo>
                  <a:lnTo>
                    <a:pt x="1280210" y="50800"/>
                  </a:lnTo>
                  <a:lnTo>
                    <a:pt x="1279143" y="48437"/>
                  </a:lnTo>
                  <a:lnTo>
                    <a:pt x="1277581" y="46024"/>
                  </a:lnTo>
                  <a:lnTo>
                    <a:pt x="1275511" y="43586"/>
                  </a:lnTo>
                  <a:lnTo>
                    <a:pt x="1273492" y="41109"/>
                  </a:lnTo>
                  <a:lnTo>
                    <a:pt x="1270812" y="39039"/>
                  </a:lnTo>
                  <a:lnTo>
                    <a:pt x="1267498" y="37401"/>
                  </a:lnTo>
                  <a:lnTo>
                    <a:pt x="1264208" y="35725"/>
                  </a:lnTo>
                  <a:lnTo>
                    <a:pt x="1260106" y="34886"/>
                  </a:lnTo>
                  <a:close/>
                </a:path>
                <a:path w="1652270" h="125729">
                  <a:moveTo>
                    <a:pt x="1305293" y="109918"/>
                  </a:moveTo>
                  <a:lnTo>
                    <a:pt x="1281239" y="109918"/>
                  </a:lnTo>
                  <a:lnTo>
                    <a:pt x="1281239" y="124002"/>
                  </a:lnTo>
                  <a:lnTo>
                    <a:pt x="1305293" y="124002"/>
                  </a:lnTo>
                  <a:lnTo>
                    <a:pt x="1305293" y="109918"/>
                  </a:lnTo>
                  <a:close/>
                </a:path>
                <a:path w="1652270" h="125729">
                  <a:moveTo>
                    <a:pt x="1305293" y="54292"/>
                  </a:moveTo>
                  <a:lnTo>
                    <a:pt x="1266901" y="54292"/>
                  </a:lnTo>
                  <a:lnTo>
                    <a:pt x="1269114" y="54991"/>
                  </a:lnTo>
                  <a:lnTo>
                    <a:pt x="1270291" y="55384"/>
                  </a:lnTo>
                  <a:lnTo>
                    <a:pt x="1275740" y="59550"/>
                  </a:lnTo>
                  <a:lnTo>
                    <a:pt x="1277848" y="62522"/>
                  </a:lnTo>
                  <a:lnTo>
                    <a:pt x="1280744" y="70243"/>
                  </a:lnTo>
                  <a:lnTo>
                    <a:pt x="1281468" y="74777"/>
                  </a:lnTo>
                  <a:lnTo>
                    <a:pt x="1281468" y="85242"/>
                  </a:lnTo>
                  <a:lnTo>
                    <a:pt x="1280756" y="89662"/>
                  </a:lnTo>
                  <a:lnTo>
                    <a:pt x="1280682" y="89941"/>
                  </a:lnTo>
                  <a:lnTo>
                    <a:pt x="1279232" y="93700"/>
                  </a:lnTo>
                  <a:lnTo>
                    <a:pt x="1277785" y="97599"/>
                  </a:lnTo>
                  <a:lnTo>
                    <a:pt x="1275689" y="100634"/>
                  </a:lnTo>
                  <a:lnTo>
                    <a:pt x="1273007" y="102755"/>
                  </a:lnTo>
                  <a:lnTo>
                    <a:pt x="1270109" y="104990"/>
                  </a:lnTo>
                  <a:lnTo>
                    <a:pt x="1266901" y="106019"/>
                  </a:lnTo>
                  <a:lnTo>
                    <a:pt x="1305293" y="106019"/>
                  </a:lnTo>
                  <a:lnTo>
                    <a:pt x="1305293" y="54292"/>
                  </a:lnTo>
                  <a:close/>
                </a:path>
                <a:path w="1652270" h="125729">
                  <a:moveTo>
                    <a:pt x="1305293" y="6705"/>
                  </a:moveTo>
                  <a:lnTo>
                    <a:pt x="1280960" y="6705"/>
                  </a:lnTo>
                  <a:lnTo>
                    <a:pt x="1280960" y="50800"/>
                  </a:lnTo>
                  <a:lnTo>
                    <a:pt x="1305293" y="50800"/>
                  </a:lnTo>
                  <a:lnTo>
                    <a:pt x="1305293" y="6705"/>
                  </a:lnTo>
                  <a:close/>
                </a:path>
                <a:path w="1652270" h="125729">
                  <a:moveTo>
                    <a:pt x="1377784" y="34886"/>
                  </a:moveTo>
                  <a:lnTo>
                    <a:pt x="1359992" y="34886"/>
                  </a:lnTo>
                  <a:lnTo>
                    <a:pt x="1352295" y="36791"/>
                  </a:lnTo>
                  <a:lnTo>
                    <a:pt x="1325755" y="70510"/>
                  </a:lnTo>
                  <a:lnTo>
                    <a:pt x="1325697" y="89865"/>
                  </a:lnTo>
                  <a:lnTo>
                    <a:pt x="1327340" y="97294"/>
                  </a:lnTo>
                  <a:lnTo>
                    <a:pt x="1359992" y="125717"/>
                  </a:lnTo>
                  <a:lnTo>
                    <a:pt x="1377784" y="125717"/>
                  </a:lnTo>
                  <a:lnTo>
                    <a:pt x="1385455" y="123825"/>
                  </a:lnTo>
                  <a:lnTo>
                    <a:pt x="1398409" y="116230"/>
                  </a:lnTo>
                  <a:lnTo>
                    <a:pt x="1403413" y="110921"/>
                  </a:lnTo>
                  <a:lnTo>
                    <a:pt x="1405527" y="106819"/>
                  </a:lnTo>
                  <a:lnTo>
                    <a:pt x="1364919" y="106819"/>
                  </a:lnTo>
                  <a:lnTo>
                    <a:pt x="1361478" y="105676"/>
                  </a:lnTo>
                  <a:lnTo>
                    <a:pt x="1350390" y="85305"/>
                  </a:lnTo>
                  <a:lnTo>
                    <a:pt x="1350390" y="75069"/>
                  </a:lnTo>
                  <a:lnTo>
                    <a:pt x="1364919" y="53492"/>
                  </a:lnTo>
                  <a:lnTo>
                    <a:pt x="1405361" y="53492"/>
                  </a:lnTo>
                  <a:lnTo>
                    <a:pt x="1403413" y="49695"/>
                  </a:lnTo>
                  <a:lnTo>
                    <a:pt x="1398409" y="44386"/>
                  </a:lnTo>
                  <a:lnTo>
                    <a:pt x="1391919" y="40614"/>
                  </a:lnTo>
                  <a:lnTo>
                    <a:pt x="1385455" y="36791"/>
                  </a:lnTo>
                  <a:lnTo>
                    <a:pt x="1377784" y="34886"/>
                  </a:lnTo>
                  <a:close/>
                </a:path>
                <a:path w="1652270" h="125729">
                  <a:moveTo>
                    <a:pt x="1405361" y="53492"/>
                  </a:moveTo>
                  <a:lnTo>
                    <a:pt x="1373047" y="53492"/>
                  </a:lnTo>
                  <a:lnTo>
                    <a:pt x="1376425" y="54660"/>
                  </a:lnTo>
                  <a:lnTo>
                    <a:pt x="1381848" y="59321"/>
                  </a:lnTo>
                  <a:lnTo>
                    <a:pt x="1383893" y="62484"/>
                  </a:lnTo>
                  <a:lnTo>
                    <a:pt x="1385265" y="66497"/>
                  </a:lnTo>
                  <a:lnTo>
                    <a:pt x="1386687" y="70510"/>
                  </a:lnTo>
                  <a:lnTo>
                    <a:pt x="1387386" y="75069"/>
                  </a:lnTo>
                  <a:lnTo>
                    <a:pt x="1387386" y="85305"/>
                  </a:lnTo>
                  <a:lnTo>
                    <a:pt x="1386763" y="89369"/>
                  </a:lnTo>
                  <a:lnTo>
                    <a:pt x="1386687" y="89865"/>
                  </a:lnTo>
                  <a:lnTo>
                    <a:pt x="1385265" y="93878"/>
                  </a:lnTo>
                  <a:lnTo>
                    <a:pt x="1383893" y="97878"/>
                  </a:lnTo>
                  <a:lnTo>
                    <a:pt x="1381848" y="101053"/>
                  </a:lnTo>
                  <a:lnTo>
                    <a:pt x="1379143" y="103378"/>
                  </a:lnTo>
                  <a:lnTo>
                    <a:pt x="1376425" y="105676"/>
                  </a:lnTo>
                  <a:lnTo>
                    <a:pt x="1373047" y="106819"/>
                  </a:lnTo>
                  <a:lnTo>
                    <a:pt x="1405527" y="106819"/>
                  </a:lnTo>
                  <a:lnTo>
                    <a:pt x="1410436" y="97294"/>
                  </a:lnTo>
                  <a:lnTo>
                    <a:pt x="1412079" y="89865"/>
                  </a:lnTo>
                  <a:lnTo>
                    <a:pt x="1412189" y="71272"/>
                  </a:lnTo>
                  <a:lnTo>
                    <a:pt x="1410436" y="63322"/>
                  </a:lnTo>
                  <a:lnTo>
                    <a:pt x="1405361" y="53492"/>
                  </a:lnTo>
                  <a:close/>
                </a:path>
                <a:path w="1652270" h="125729">
                  <a:moveTo>
                    <a:pt x="1447723" y="36029"/>
                  </a:moveTo>
                  <a:lnTo>
                    <a:pt x="1423047" y="36029"/>
                  </a:lnTo>
                  <a:lnTo>
                    <a:pt x="1446987" y="124002"/>
                  </a:lnTo>
                  <a:lnTo>
                    <a:pt x="1472755" y="124002"/>
                  </a:lnTo>
                  <a:lnTo>
                    <a:pt x="1480646" y="95135"/>
                  </a:lnTo>
                  <a:lnTo>
                    <a:pt x="1461363" y="95135"/>
                  </a:lnTo>
                  <a:lnTo>
                    <a:pt x="1447723" y="36029"/>
                  </a:lnTo>
                  <a:close/>
                </a:path>
                <a:path w="1652270" h="125729">
                  <a:moveTo>
                    <a:pt x="1508614" y="68668"/>
                  </a:moveTo>
                  <a:lnTo>
                    <a:pt x="1488973" y="68668"/>
                  </a:lnTo>
                  <a:lnTo>
                    <a:pt x="1504086" y="124002"/>
                  </a:lnTo>
                  <a:lnTo>
                    <a:pt x="1529918" y="124002"/>
                  </a:lnTo>
                  <a:lnTo>
                    <a:pt x="1537756" y="95135"/>
                  </a:lnTo>
                  <a:lnTo>
                    <a:pt x="1537850" y="94792"/>
                  </a:lnTo>
                  <a:lnTo>
                    <a:pt x="1515033" y="94792"/>
                  </a:lnTo>
                  <a:lnTo>
                    <a:pt x="1508614" y="68668"/>
                  </a:lnTo>
                  <a:close/>
                </a:path>
                <a:path w="1652270" h="125729">
                  <a:moveTo>
                    <a:pt x="1500593" y="36029"/>
                  </a:moveTo>
                  <a:lnTo>
                    <a:pt x="1476362" y="36029"/>
                  </a:lnTo>
                  <a:lnTo>
                    <a:pt x="1462246" y="94792"/>
                  </a:lnTo>
                  <a:lnTo>
                    <a:pt x="1462163" y="95135"/>
                  </a:lnTo>
                  <a:lnTo>
                    <a:pt x="1480646" y="95135"/>
                  </a:lnTo>
                  <a:lnTo>
                    <a:pt x="1487881" y="68668"/>
                  </a:lnTo>
                  <a:lnTo>
                    <a:pt x="1508614" y="68668"/>
                  </a:lnTo>
                  <a:lnTo>
                    <a:pt x="1500593" y="36029"/>
                  </a:lnTo>
                  <a:close/>
                </a:path>
                <a:path w="1652270" h="125729">
                  <a:moveTo>
                    <a:pt x="1553806" y="36029"/>
                  </a:moveTo>
                  <a:lnTo>
                    <a:pt x="1529181" y="36029"/>
                  </a:lnTo>
                  <a:lnTo>
                    <a:pt x="1515770" y="94792"/>
                  </a:lnTo>
                  <a:lnTo>
                    <a:pt x="1537850" y="94792"/>
                  </a:lnTo>
                  <a:lnTo>
                    <a:pt x="1553806" y="36029"/>
                  </a:lnTo>
                  <a:close/>
                </a:path>
                <a:path w="1652270" h="125729">
                  <a:moveTo>
                    <a:pt x="1593849" y="36029"/>
                  </a:moveTo>
                  <a:lnTo>
                    <a:pt x="1570596" y="36029"/>
                  </a:lnTo>
                  <a:lnTo>
                    <a:pt x="1570596" y="124002"/>
                  </a:lnTo>
                  <a:lnTo>
                    <a:pt x="1595005" y="124002"/>
                  </a:lnTo>
                  <a:lnTo>
                    <a:pt x="1595043" y="69367"/>
                  </a:lnTo>
                  <a:lnTo>
                    <a:pt x="1595742" y="66128"/>
                  </a:lnTo>
                  <a:lnTo>
                    <a:pt x="1598536" y="60756"/>
                  </a:lnTo>
                  <a:lnTo>
                    <a:pt x="1600479" y="58686"/>
                  </a:lnTo>
                  <a:lnTo>
                    <a:pt x="1605483" y="55867"/>
                  </a:lnTo>
                  <a:lnTo>
                    <a:pt x="1607913" y="55270"/>
                  </a:lnTo>
                  <a:lnTo>
                    <a:pt x="1650441" y="55270"/>
                  </a:lnTo>
                  <a:lnTo>
                    <a:pt x="1648544" y="51549"/>
                  </a:lnTo>
                  <a:lnTo>
                    <a:pt x="1593849" y="51549"/>
                  </a:lnTo>
                  <a:lnTo>
                    <a:pt x="1593849" y="36029"/>
                  </a:lnTo>
                  <a:close/>
                </a:path>
                <a:path w="1652270" h="125729">
                  <a:moveTo>
                    <a:pt x="1650441" y="55270"/>
                  </a:moveTo>
                  <a:lnTo>
                    <a:pt x="1616845" y="55270"/>
                  </a:lnTo>
                  <a:lnTo>
                    <a:pt x="1620392" y="56680"/>
                  </a:lnTo>
                  <a:lnTo>
                    <a:pt x="1625968" y="62750"/>
                  </a:lnTo>
                  <a:lnTo>
                    <a:pt x="1627339" y="66954"/>
                  </a:lnTo>
                  <a:lnTo>
                    <a:pt x="1627301" y="124002"/>
                  </a:lnTo>
                  <a:lnTo>
                    <a:pt x="1651698" y="124002"/>
                  </a:lnTo>
                  <a:lnTo>
                    <a:pt x="1651614" y="60756"/>
                  </a:lnTo>
                  <a:lnTo>
                    <a:pt x="1650441" y="55270"/>
                  </a:lnTo>
                  <a:close/>
                </a:path>
                <a:path w="1652270" h="125729">
                  <a:moveTo>
                    <a:pt x="1627454" y="34886"/>
                  </a:moveTo>
                  <a:lnTo>
                    <a:pt x="1614817" y="34886"/>
                  </a:lnTo>
                  <a:lnTo>
                    <a:pt x="1609267" y="36385"/>
                  </a:lnTo>
                  <a:lnTo>
                    <a:pt x="1604683" y="39408"/>
                  </a:lnTo>
                  <a:lnTo>
                    <a:pt x="1600098" y="42379"/>
                  </a:lnTo>
                  <a:lnTo>
                    <a:pt x="1596834" y="46431"/>
                  </a:lnTo>
                  <a:lnTo>
                    <a:pt x="1594891" y="51549"/>
                  </a:lnTo>
                  <a:lnTo>
                    <a:pt x="1648544" y="51549"/>
                  </a:lnTo>
                  <a:lnTo>
                    <a:pt x="1645399" y="45377"/>
                  </a:lnTo>
                  <a:lnTo>
                    <a:pt x="1641868" y="41567"/>
                  </a:lnTo>
                  <a:lnTo>
                    <a:pt x="1632788" y="36220"/>
                  </a:lnTo>
                  <a:lnTo>
                    <a:pt x="1627454" y="348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471863" y="3667950"/>
              <a:ext cx="1611630" cy="327025"/>
            </a:xfrm>
            <a:custGeom>
              <a:avLst/>
              <a:gdLst/>
              <a:ahLst/>
              <a:cxnLst/>
              <a:rect l="l" t="t" r="r" b="b"/>
              <a:pathLst>
                <a:path w="1611629" h="327025">
                  <a:moveTo>
                    <a:pt x="5181" y="41732"/>
                  </a:moveTo>
                  <a:lnTo>
                    <a:pt x="0" y="47040"/>
                  </a:lnTo>
                  <a:lnTo>
                    <a:pt x="23190" y="70091"/>
                  </a:lnTo>
                  <a:lnTo>
                    <a:pt x="33851" y="59461"/>
                  </a:lnTo>
                  <a:lnTo>
                    <a:pt x="23190" y="59461"/>
                  </a:lnTo>
                  <a:lnTo>
                    <a:pt x="5181" y="41732"/>
                  </a:lnTo>
                  <a:close/>
                </a:path>
                <a:path w="1611629" h="327025">
                  <a:moveTo>
                    <a:pt x="60413" y="22364"/>
                  </a:moveTo>
                  <a:lnTo>
                    <a:pt x="23190" y="59461"/>
                  </a:lnTo>
                  <a:lnTo>
                    <a:pt x="33851" y="59461"/>
                  </a:lnTo>
                  <a:lnTo>
                    <a:pt x="65735" y="27673"/>
                  </a:lnTo>
                  <a:lnTo>
                    <a:pt x="60413" y="22364"/>
                  </a:lnTo>
                  <a:close/>
                </a:path>
                <a:path w="1611629" h="327025">
                  <a:moveTo>
                    <a:pt x="110820" y="8724"/>
                  </a:moveTo>
                  <a:lnTo>
                    <a:pt x="81533" y="8724"/>
                  </a:lnTo>
                  <a:lnTo>
                    <a:pt x="81533" y="78549"/>
                  </a:lnTo>
                  <a:lnTo>
                    <a:pt x="110185" y="78549"/>
                  </a:lnTo>
                  <a:lnTo>
                    <a:pt x="116204" y="77152"/>
                  </a:lnTo>
                  <a:lnTo>
                    <a:pt x="126110" y="71539"/>
                  </a:lnTo>
                  <a:lnTo>
                    <a:pt x="126575" y="71043"/>
                  </a:lnTo>
                  <a:lnTo>
                    <a:pt x="89992" y="71043"/>
                  </a:lnTo>
                  <a:lnTo>
                    <a:pt x="89992" y="16217"/>
                  </a:lnTo>
                  <a:lnTo>
                    <a:pt x="126745" y="16217"/>
                  </a:lnTo>
                  <a:lnTo>
                    <a:pt x="126250" y="15684"/>
                  </a:lnTo>
                  <a:lnTo>
                    <a:pt x="116611" y="10121"/>
                  </a:lnTo>
                  <a:lnTo>
                    <a:pt x="110820" y="8724"/>
                  </a:lnTo>
                  <a:close/>
                </a:path>
                <a:path w="1611629" h="327025">
                  <a:moveTo>
                    <a:pt x="126745" y="16217"/>
                  </a:moveTo>
                  <a:lnTo>
                    <a:pt x="108953" y="16217"/>
                  </a:lnTo>
                  <a:lnTo>
                    <a:pt x="113512" y="17322"/>
                  </a:lnTo>
                  <a:lnTo>
                    <a:pt x="120827" y="21717"/>
                  </a:lnTo>
                  <a:lnTo>
                    <a:pt x="123583" y="24853"/>
                  </a:lnTo>
                  <a:lnTo>
                    <a:pt x="127266" y="33007"/>
                  </a:lnTo>
                  <a:lnTo>
                    <a:pt x="128181" y="37858"/>
                  </a:lnTo>
                  <a:lnTo>
                    <a:pt x="128181" y="49187"/>
                  </a:lnTo>
                  <a:lnTo>
                    <a:pt x="108318" y="71043"/>
                  </a:lnTo>
                  <a:lnTo>
                    <a:pt x="126575" y="71043"/>
                  </a:lnTo>
                  <a:lnTo>
                    <a:pt x="129882" y="67513"/>
                  </a:lnTo>
                  <a:lnTo>
                    <a:pt x="135064" y="57035"/>
                  </a:lnTo>
                  <a:lnTo>
                    <a:pt x="136359" y="50774"/>
                  </a:lnTo>
                  <a:lnTo>
                    <a:pt x="136359" y="36271"/>
                  </a:lnTo>
                  <a:lnTo>
                    <a:pt x="135077" y="30060"/>
                  </a:lnTo>
                  <a:lnTo>
                    <a:pt x="129946" y="19672"/>
                  </a:lnTo>
                  <a:lnTo>
                    <a:pt x="126745" y="16217"/>
                  </a:lnTo>
                  <a:close/>
                </a:path>
                <a:path w="1611629" h="327025">
                  <a:moveTo>
                    <a:pt x="172199" y="25501"/>
                  </a:moveTo>
                  <a:lnTo>
                    <a:pt x="164744" y="25501"/>
                  </a:lnTo>
                  <a:lnTo>
                    <a:pt x="160604" y="26657"/>
                  </a:lnTo>
                  <a:lnTo>
                    <a:pt x="153521" y="31292"/>
                  </a:lnTo>
                  <a:lnTo>
                    <a:pt x="150787" y="34480"/>
                  </a:lnTo>
                  <a:lnTo>
                    <a:pt x="146917" y="42545"/>
                  </a:lnTo>
                  <a:lnTo>
                    <a:pt x="146850" y="42684"/>
                  </a:lnTo>
                  <a:lnTo>
                    <a:pt x="146064" y="46482"/>
                  </a:lnTo>
                  <a:lnTo>
                    <a:pt x="145998" y="46799"/>
                  </a:lnTo>
                  <a:lnTo>
                    <a:pt x="145872" y="58140"/>
                  </a:lnTo>
                  <a:lnTo>
                    <a:pt x="165239" y="79641"/>
                  </a:lnTo>
                  <a:lnTo>
                    <a:pt x="173837" y="79641"/>
                  </a:lnTo>
                  <a:lnTo>
                    <a:pt x="177025" y="79095"/>
                  </a:lnTo>
                  <a:lnTo>
                    <a:pt x="182714" y="76885"/>
                  </a:lnTo>
                  <a:lnTo>
                    <a:pt x="185102" y="75349"/>
                  </a:lnTo>
                  <a:lnTo>
                    <a:pt x="187942" y="72415"/>
                  </a:lnTo>
                  <a:lnTo>
                    <a:pt x="167043" y="72415"/>
                  </a:lnTo>
                  <a:lnTo>
                    <a:pt x="164185" y="71704"/>
                  </a:lnTo>
                  <a:lnTo>
                    <a:pt x="153923" y="55092"/>
                  </a:lnTo>
                  <a:lnTo>
                    <a:pt x="151599" y="55092"/>
                  </a:lnTo>
                  <a:lnTo>
                    <a:pt x="151599" y="48133"/>
                  </a:lnTo>
                  <a:lnTo>
                    <a:pt x="153923" y="48133"/>
                  </a:lnTo>
                  <a:lnTo>
                    <a:pt x="153923" y="46482"/>
                  </a:lnTo>
                  <a:lnTo>
                    <a:pt x="166268" y="32727"/>
                  </a:lnTo>
                  <a:lnTo>
                    <a:pt x="186362" y="32727"/>
                  </a:lnTo>
                  <a:lnTo>
                    <a:pt x="182638" y="29248"/>
                  </a:lnTo>
                  <a:lnTo>
                    <a:pt x="180212" y="27774"/>
                  </a:lnTo>
                  <a:lnTo>
                    <a:pt x="174891" y="25946"/>
                  </a:lnTo>
                  <a:lnTo>
                    <a:pt x="172199" y="25501"/>
                  </a:lnTo>
                  <a:close/>
                </a:path>
                <a:path w="1611629" h="327025">
                  <a:moveTo>
                    <a:pt x="183387" y="64223"/>
                  </a:moveTo>
                  <a:lnTo>
                    <a:pt x="172402" y="72415"/>
                  </a:lnTo>
                  <a:lnTo>
                    <a:pt x="187942" y="72415"/>
                  </a:lnTo>
                  <a:lnTo>
                    <a:pt x="188963" y="71361"/>
                  </a:lnTo>
                  <a:lnTo>
                    <a:pt x="190334" y="69049"/>
                  </a:lnTo>
                  <a:lnTo>
                    <a:pt x="191160" y="66408"/>
                  </a:lnTo>
                  <a:lnTo>
                    <a:pt x="183387" y="64223"/>
                  </a:lnTo>
                  <a:close/>
                </a:path>
                <a:path w="1611629" h="327025">
                  <a:moveTo>
                    <a:pt x="153923" y="48133"/>
                  </a:moveTo>
                  <a:lnTo>
                    <a:pt x="151599" y="48133"/>
                  </a:lnTo>
                  <a:lnTo>
                    <a:pt x="151599" y="55092"/>
                  </a:lnTo>
                  <a:lnTo>
                    <a:pt x="153923" y="55092"/>
                  </a:lnTo>
                  <a:lnTo>
                    <a:pt x="153923" y="48133"/>
                  </a:lnTo>
                  <a:close/>
                </a:path>
                <a:path w="1611629" h="327025">
                  <a:moveTo>
                    <a:pt x="186362" y="32727"/>
                  </a:moveTo>
                  <a:lnTo>
                    <a:pt x="172377" y="32727"/>
                  </a:lnTo>
                  <a:lnTo>
                    <a:pt x="175333" y="33515"/>
                  </a:lnTo>
                  <a:lnTo>
                    <a:pt x="175087" y="33515"/>
                  </a:lnTo>
                  <a:lnTo>
                    <a:pt x="179196" y="36080"/>
                  </a:lnTo>
                  <a:lnTo>
                    <a:pt x="180860" y="37909"/>
                  </a:lnTo>
                  <a:lnTo>
                    <a:pt x="183197" y="42545"/>
                  </a:lnTo>
                  <a:lnTo>
                    <a:pt x="183794" y="45186"/>
                  </a:lnTo>
                  <a:lnTo>
                    <a:pt x="183794" y="48133"/>
                  </a:lnTo>
                  <a:lnTo>
                    <a:pt x="153923" y="48133"/>
                  </a:lnTo>
                  <a:lnTo>
                    <a:pt x="153923" y="55092"/>
                  </a:lnTo>
                  <a:lnTo>
                    <a:pt x="191973" y="55092"/>
                  </a:lnTo>
                  <a:lnTo>
                    <a:pt x="191923" y="46482"/>
                  </a:lnTo>
                  <a:lnTo>
                    <a:pt x="191325" y="42684"/>
                  </a:lnTo>
                  <a:lnTo>
                    <a:pt x="188764" y="36080"/>
                  </a:lnTo>
                  <a:lnTo>
                    <a:pt x="187126" y="33515"/>
                  </a:lnTo>
                  <a:lnTo>
                    <a:pt x="186362" y="32727"/>
                  </a:lnTo>
                  <a:close/>
                </a:path>
                <a:path w="1611629" h="327025">
                  <a:moveTo>
                    <a:pt x="206133" y="26174"/>
                  </a:moveTo>
                  <a:lnTo>
                    <a:pt x="197408" y="26174"/>
                  </a:lnTo>
                  <a:lnTo>
                    <a:pt x="216776" y="78549"/>
                  </a:lnTo>
                  <a:lnTo>
                    <a:pt x="224955" y="78549"/>
                  </a:lnTo>
                  <a:lnTo>
                    <a:pt x="228890" y="67906"/>
                  </a:lnTo>
                  <a:lnTo>
                    <a:pt x="220586" y="67906"/>
                  </a:lnTo>
                  <a:lnTo>
                    <a:pt x="206133" y="26174"/>
                  </a:lnTo>
                  <a:close/>
                </a:path>
                <a:path w="1611629" h="327025">
                  <a:moveTo>
                    <a:pt x="244322" y="26174"/>
                  </a:moveTo>
                  <a:lnTo>
                    <a:pt x="235584" y="26174"/>
                  </a:lnTo>
                  <a:lnTo>
                    <a:pt x="221132" y="67906"/>
                  </a:lnTo>
                  <a:lnTo>
                    <a:pt x="228890" y="67906"/>
                  </a:lnTo>
                  <a:lnTo>
                    <a:pt x="244322" y="26174"/>
                  </a:lnTo>
                  <a:close/>
                </a:path>
                <a:path w="1611629" h="327025">
                  <a:moveTo>
                    <a:pt x="275805" y="25501"/>
                  </a:moveTo>
                  <a:lnTo>
                    <a:pt x="268350" y="25501"/>
                  </a:lnTo>
                  <a:lnTo>
                    <a:pt x="264210" y="26657"/>
                  </a:lnTo>
                  <a:lnTo>
                    <a:pt x="249478" y="58140"/>
                  </a:lnTo>
                  <a:lnTo>
                    <a:pt x="250456" y="62839"/>
                  </a:lnTo>
                  <a:lnTo>
                    <a:pt x="268846" y="79641"/>
                  </a:lnTo>
                  <a:lnTo>
                    <a:pt x="277444" y="79641"/>
                  </a:lnTo>
                  <a:lnTo>
                    <a:pt x="280631" y="79095"/>
                  </a:lnTo>
                  <a:lnTo>
                    <a:pt x="286321" y="76885"/>
                  </a:lnTo>
                  <a:lnTo>
                    <a:pt x="288709" y="75349"/>
                  </a:lnTo>
                  <a:lnTo>
                    <a:pt x="291549" y="72415"/>
                  </a:lnTo>
                  <a:lnTo>
                    <a:pt x="270649" y="72415"/>
                  </a:lnTo>
                  <a:lnTo>
                    <a:pt x="267792" y="71704"/>
                  </a:lnTo>
                  <a:lnTo>
                    <a:pt x="257530" y="55092"/>
                  </a:lnTo>
                  <a:lnTo>
                    <a:pt x="255206" y="55092"/>
                  </a:lnTo>
                  <a:lnTo>
                    <a:pt x="255206" y="48133"/>
                  </a:lnTo>
                  <a:lnTo>
                    <a:pt x="257530" y="48133"/>
                  </a:lnTo>
                  <a:lnTo>
                    <a:pt x="257530" y="46482"/>
                  </a:lnTo>
                  <a:lnTo>
                    <a:pt x="269874" y="32727"/>
                  </a:lnTo>
                  <a:lnTo>
                    <a:pt x="289969" y="32727"/>
                  </a:lnTo>
                  <a:lnTo>
                    <a:pt x="286245" y="29248"/>
                  </a:lnTo>
                  <a:lnTo>
                    <a:pt x="283819" y="27774"/>
                  </a:lnTo>
                  <a:lnTo>
                    <a:pt x="278498" y="25946"/>
                  </a:lnTo>
                  <a:lnTo>
                    <a:pt x="275805" y="25501"/>
                  </a:lnTo>
                  <a:close/>
                </a:path>
                <a:path w="1611629" h="327025">
                  <a:moveTo>
                    <a:pt x="286994" y="64223"/>
                  </a:moveTo>
                  <a:lnTo>
                    <a:pt x="276009" y="72415"/>
                  </a:lnTo>
                  <a:lnTo>
                    <a:pt x="291549" y="72415"/>
                  </a:lnTo>
                  <a:lnTo>
                    <a:pt x="292569" y="71361"/>
                  </a:lnTo>
                  <a:lnTo>
                    <a:pt x="293941" y="69049"/>
                  </a:lnTo>
                  <a:lnTo>
                    <a:pt x="294766" y="66408"/>
                  </a:lnTo>
                  <a:lnTo>
                    <a:pt x="286994" y="64223"/>
                  </a:lnTo>
                  <a:close/>
                </a:path>
                <a:path w="1611629" h="327025">
                  <a:moveTo>
                    <a:pt x="257530" y="48133"/>
                  </a:moveTo>
                  <a:lnTo>
                    <a:pt x="255206" y="48133"/>
                  </a:lnTo>
                  <a:lnTo>
                    <a:pt x="255206" y="55092"/>
                  </a:lnTo>
                  <a:lnTo>
                    <a:pt x="257530" y="55092"/>
                  </a:lnTo>
                  <a:lnTo>
                    <a:pt x="257530" y="48133"/>
                  </a:lnTo>
                  <a:close/>
                </a:path>
                <a:path w="1611629" h="327025">
                  <a:moveTo>
                    <a:pt x="289969" y="32727"/>
                  </a:moveTo>
                  <a:lnTo>
                    <a:pt x="275983" y="32727"/>
                  </a:lnTo>
                  <a:lnTo>
                    <a:pt x="278940" y="33515"/>
                  </a:lnTo>
                  <a:lnTo>
                    <a:pt x="278694" y="33515"/>
                  </a:lnTo>
                  <a:lnTo>
                    <a:pt x="282803" y="36080"/>
                  </a:lnTo>
                  <a:lnTo>
                    <a:pt x="284467" y="37909"/>
                  </a:lnTo>
                  <a:lnTo>
                    <a:pt x="286804" y="42545"/>
                  </a:lnTo>
                  <a:lnTo>
                    <a:pt x="287400" y="45186"/>
                  </a:lnTo>
                  <a:lnTo>
                    <a:pt x="287400" y="48133"/>
                  </a:lnTo>
                  <a:lnTo>
                    <a:pt x="257530" y="48133"/>
                  </a:lnTo>
                  <a:lnTo>
                    <a:pt x="257530" y="55092"/>
                  </a:lnTo>
                  <a:lnTo>
                    <a:pt x="295579" y="55092"/>
                  </a:lnTo>
                  <a:lnTo>
                    <a:pt x="295529" y="46482"/>
                  </a:lnTo>
                  <a:lnTo>
                    <a:pt x="294932" y="42684"/>
                  </a:lnTo>
                  <a:lnTo>
                    <a:pt x="292370" y="36080"/>
                  </a:lnTo>
                  <a:lnTo>
                    <a:pt x="290732" y="33515"/>
                  </a:lnTo>
                  <a:lnTo>
                    <a:pt x="289969" y="32727"/>
                  </a:lnTo>
                  <a:close/>
                </a:path>
                <a:path w="1611629" h="327025">
                  <a:moveTo>
                    <a:pt x="314744" y="8724"/>
                  </a:moveTo>
                  <a:lnTo>
                    <a:pt x="306692" y="8724"/>
                  </a:lnTo>
                  <a:lnTo>
                    <a:pt x="306692" y="78549"/>
                  </a:lnTo>
                  <a:lnTo>
                    <a:pt x="314744" y="78549"/>
                  </a:lnTo>
                  <a:lnTo>
                    <a:pt x="314744" y="8724"/>
                  </a:lnTo>
                  <a:close/>
                </a:path>
                <a:path w="1611629" h="327025">
                  <a:moveTo>
                    <a:pt x="354355" y="25501"/>
                  </a:moveTo>
                  <a:lnTo>
                    <a:pt x="344906" y="25501"/>
                  </a:lnTo>
                  <a:lnTo>
                    <a:pt x="340753" y="26619"/>
                  </a:lnTo>
                  <a:lnTo>
                    <a:pt x="333641" y="31127"/>
                  </a:lnTo>
                  <a:lnTo>
                    <a:pt x="330873" y="34277"/>
                  </a:lnTo>
                  <a:lnTo>
                    <a:pt x="326885" y="42418"/>
                  </a:lnTo>
                  <a:lnTo>
                    <a:pt x="325894" y="47180"/>
                  </a:lnTo>
                  <a:lnTo>
                    <a:pt x="325894" y="58051"/>
                  </a:lnTo>
                  <a:lnTo>
                    <a:pt x="344906" y="79641"/>
                  </a:lnTo>
                  <a:lnTo>
                    <a:pt x="354355" y="79641"/>
                  </a:lnTo>
                  <a:lnTo>
                    <a:pt x="358495" y="78511"/>
                  </a:lnTo>
                  <a:lnTo>
                    <a:pt x="365607" y="74015"/>
                  </a:lnTo>
                  <a:lnTo>
                    <a:pt x="367020" y="72415"/>
                  </a:lnTo>
                  <a:lnTo>
                    <a:pt x="346036" y="72415"/>
                  </a:lnTo>
                  <a:lnTo>
                    <a:pt x="343090" y="71488"/>
                  </a:lnTo>
                  <a:lnTo>
                    <a:pt x="338442" y="67805"/>
                  </a:lnTo>
                  <a:lnTo>
                    <a:pt x="336727" y="65392"/>
                  </a:lnTo>
                  <a:lnTo>
                    <a:pt x="334505" y="59385"/>
                  </a:lnTo>
                  <a:lnTo>
                    <a:pt x="333946" y="56134"/>
                  </a:lnTo>
                  <a:lnTo>
                    <a:pt x="333946" y="49136"/>
                  </a:lnTo>
                  <a:lnTo>
                    <a:pt x="346036" y="32727"/>
                  </a:lnTo>
                  <a:lnTo>
                    <a:pt x="367020" y="32727"/>
                  </a:lnTo>
                  <a:lnTo>
                    <a:pt x="365607" y="31127"/>
                  </a:lnTo>
                  <a:lnTo>
                    <a:pt x="358495" y="26619"/>
                  </a:lnTo>
                  <a:lnTo>
                    <a:pt x="354355" y="25501"/>
                  </a:lnTo>
                  <a:close/>
                </a:path>
                <a:path w="1611629" h="327025">
                  <a:moveTo>
                    <a:pt x="367020" y="32727"/>
                  </a:moveTo>
                  <a:lnTo>
                    <a:pt x="353225" y="32727"/>
                  </a:lnTo>
                  <a:lnTo>
                    <a:pt x="356171" y="33655"/>
                  </a:lnTo>
                  <a:lnTo>
                    <a:pt x="360819" y="37388"/>
                  </a:lnTo>
                  <a:lnTo>
                    <a:pt x="362534" y="39827"/>
                  </a:lnTo>
                  <a:lnTo>
                    <a:pt x="364756" y="45872"/>
                  </a:lnTo>
                  <a:lnTo>
                    <a:pt x="365315" y="49136"/>
                  </a:lnTo>
                  <a:lnTo>
                    <a:pt x="365315" y="56134"/>
                  </a:lnTo>
                  <a:lnTo>
                    <a:pt x="353225" y="72415"/>
                  </a:lnTo>
                  <a:lnTo>
                    <a:pt x="367020" y="72415"/>
                  </a:lnTo>
                  <a:lnTo>
                    <a:pt x="368388" y="70866"/>
                  </a:lnTo>
                  <a:lnTo>
                    <a:pt x="370357" y="66814"/>
                  </a:lnTo>
                  <a:lnTo>
                    <a:pt x="372363" y="62776"/>
                  </a:lnTo>
                  <a:lnTo>
                    <a:pt x="373354" y="58051"/>
                  </a:lnTo>
                  <a:lnTo>
                    <a:pt x="373354" y="47180"/>
                  </a:lnTo>
                  <a:lnTo>
                    <a:pt x="372363" y="42418"/>
                  </a:lnTo>
                  <a:lnTo>
                    <a:pt x="370357" y="38354"/>
                  </a:lnTo>
                  <a:lnTo>
                    <a:pt x="368388" y="34277"/>
                  </a:lnTo>
                  <a:lnTo>
                    <a:pt x="367020" y="32727"/>
                  </a:lnTo>
                  <a:close/>
                </a:path>
                <a:path w="1611629" h="327025">
                  <a:moveTo>
                    <a:pt x="392290" y="26174"/>
                  </a:moveTo>
                  <a:lnTo>
                    <a:pt x="384517" y="26174"/>
                  </a:lnTo>
                  <a:lnTo>
                    <a:pt x="384517" y="98183"/>
                  </a:lnTo>
                  <a:lnTo>
                    <a:pt x="392569" y="98183"/>
                  </a:lnTo>
                  <a:lnTo>
                    <a:pt x="392569" y="70497"/>
                  </a:lnTo>
                  <a:lnTo>
                    <a:pt x="400053" y="70497"/>
                  </a:lnTo>
                  <a:lnTo>
                    <a:pt x="397014" y="68186"/>
                  </a:lnTo>
                  <a:lnTo>
                    <a:pt x="395325" y="65836"/>
                  </a:lnTo>
                  <a:lnTo>
                    <a:pt x="393014" y="59804"/>
                  </a:lnTo>
                  <a:lnTo>
                    <a:pt x="392429" y="56324"/>
                  </a:lnTo>
                  <a:lnTo>
                    <a:pt x="392429" y="48450"/>
                  </a:lnTo>
                  <a:lnTo>
                    <a:pt x="392946" y="45364"/>
                  </a:lnTo>
                  <a:lnTo>
                    <a:pt x="393001" y="45034"/>
                  </a:lnTo>
                  <a:lnTo>
                    <a:pt x="395162" y="39433"/>
                  </a:lnTo>
                  <a:lnTo>
                    <a:pt x="395274" y="39141"/>
                  </a:lnTo>
                  <a:lnTo>
                    <a:pt x="396951" y="36855"/>
                  </a:lnTo>
                  <a:lnTo>
                    <a:pt x="400140" y="34493"/>
                  </a:lnTo>
                  <a:lnTo>
                    <a:pt x="392290" y="34493"/>
                  </a:lnTo>
                  <a:lnTo>
                    <a:pt x="392290" y="26174"/>
                  </a:lnTo>
                  <a:close/>
                </a:path>
                <a:path w="1611629" h="327025">
                  <a:moveTo>
                    <a:pt x="400053" y="70497"/>
                  </a:moveTo>
                  <a:lnTo>
                    <a:pt x="393242" y="70497"/>
                  </a:lnTo>
                  <a:lnTo>
                    <a:pt x="393919" y="71577"/>
                  </a:lnTo>
                  <a:lnTo>
                    <a:pt x="405155" y="79641"/>
                  </a:lnTo>
                  <a:lnTo>
                    <a:pt x="412889" y="79641"/>
                  </a:lnTo>
                  <a:lnTo>
                    <a:pt x="416737" y="78536"/>
                  </a:lnTo>
                  <a:lnTo>
                    <a:pt x="423417" y="74104"/>
                  </a:lnTo>
                  <a:lnTo>
                    <a:pt x="424826" y="72415"/>
                  </a:lnTo>
                  <a:lnTo>
                    <a:pt x="404202" y="72415"/>
                  </a:lnTo>
                  <a:lnTo>
                    <a:pt x="401472" y="71577"/>
                  </a:lnTo>
                  <a:lnTo>
                    <a:pt x="400053" y="70497"/>
                  </a:lnTo>
                  <a:close/>
                </a:path>
                <a:path w="1611629" h="327025">
                  <a:moveTo>
                    <a:pt x="424847" y="32727"/>
                  </a:moveTo>
                  <a:lnTo>
                    <a:pt x="410844" y="32727"/>
                  </a:lnTo>
                  <a:lnTo>
                    <a:pt x="413664" y="33604"/>
                  </a:lnTo>
                  <a:lnTo>
                    <a:pt x="415924" y="35356"/>
                  </a:lnTo>
                  <a:lnTo>
                    <a:pt x="422667" y="48450"/>
                  </a:lnTo>
                  <a:lnTo>
                    <a:pt x="422667" y="56324"/>
                  </a:lnTo>
                  <a:lnTo>
                    <a:pt x="410794" y="72415"/>
                  </a:lnTo>
                  <a:lnTo>
                    <a:pt x="424826" y="72415"/>
                  </a:lnTo>
                  <a:lnTo>
                    <a:pt x="426034" y="70967"/>
                  </a:lnTo>
                  <a:lnTo>
                    <a:pt x="427926" y="66929"/>
                  </a:lnTo>
                  <a:lnTo>
                    <a:pt x="429806" y="62852"/>
                  </a:lnTo>
                  <a:lnTo>
                    <a:pt x="430745" y="58051"/>
                  </a:lnTo>
                  <a:lnTo>
                    <a:pt x="430745" y="47002"/>
                  </a:lnTo>
                  <a:lnTo>
                    <a:pt x="429806" y="42227"/>
                  </a:lnTo>
                  <a:lnTo>
                    <a:pt x="426034" y="34137"/>
                  </a:lnTo>
                  <a:lnTo>
                    <a:pt x="424847" y="32727"/>
                  </a:lnTo>
                  <a:close/>
                </a:path>
                <a:path w="1611629" h="327025">
                  <a:moveTo>
                    <a:pt x="412800" y="25501"/>
                  </a:moveTo>
                  <a:lnTo>
                    <a:pt x="404977" y="25501"/>
                  </a:lnTo>
                  <a:lnTo>
                    <a:pt x="401719" y="26174"/>
                  </a:lnTo>
                  <a:lnTo>
                    <a:pt x="402071" y="26174"/>
                  </a:lnTo>
                  <a:lnTo>
                    <a:pt x="398297" y="28321"/>
                  </a:lnTo>
                  <a:lnTo>
                    <a:pt x="396773" y="29591"/>
                  </a:lnTo>
                  <a:lnTo>
                    <a:pt x="394652" y="32435"/>
                  </a:lnTo>
                  <a:lnTo>
                    <a:pt x="393831" y="33604"/>
                  </a:lnTo>
                  <a:lnTo>
                    <a:pt x="393242" y="34493"/>
                  </a:lnTo>
                  <a:lnTo>
                    <a:pt x="400140" y="34493"/>
                  </a:lnTo>
                  <a:lnTo>
                    <a:pt x="401340" y="33604"/>
                  </a:lnTo>
                  <a:lnTo>
                    <a:pt x="404152" y="32727"/>
                  </a:lnTo>
                  <a:lnTo>
                    <a:pt x="424847" y="32727"/>
                  </a:lnTo>
                  <a:lnTo>
                    <a:pt x="423405" y="31013"/>
                  </a:lnTo>
                  <a:lnTo>
                    <a:pt x="416686" y="26593"/>
                  </a:lnTo>
                  <a:lnTo>
                    <a:pt x="412800" y="25501"/>
                  </a:lnTo>
                  <a:close/>
                </a:path>
                <a:path w="1611629" h="327025">
                  <a:moveTo>
                    <a:pt x="449668" y="26301"/>
                  </a:moveTo>
                  <a:lnTo>
                    <a:pt x="441896" y="26301"/>
                  </a:lnTo>
                  <a:lnTo>
                    <a:pt x="441896" y="78549"/>
                  </a:lnTo>
                  <a:lnTo>
                    <a:pt x="449948" y="78549"/>
                  </a:lnTo>
                  <a:lnTo>
                    <a:pt x="449948" y="43243"/>
                  </a:lnTo>
                  <a:lnTo>
                    <a:pt x="450472" y="41071"/>
                  </a:lnTo>
                  <a:lnTo>
                    <a:pt x="451212" y="39700"/>
                  </a:lnTo>
                  <a:lnTo>
                    <a:pt x="452691" y="37058"/>
                  </a:lnTo>
                  <a:lnTo>
                    <a:pt x="454151" y="35509"/>
                  </a:lnTo>
                  <a:lnTo>
                    <a:pt x="455942" y="34391"/>
                  </a:lnTo>
                  <a:lnTo>
                    <a:pt x="449668" y="34391"/>
                  </a:lnTo>
                  <a:lnTo>
                    <a:pt x="449668" y="26301"/>
                  </a:lnTo>
                  <a:close/>
                </a:path>
                <a:path w="1611629" h="327025">
                  <a:moveTo>
                    <a:pt x="477722" y="32804"/>
                  </a:moveTo>
                  <a:lnTo>
                    <a:pt x="465065" y="32804"/>
                  </a:lnTo>
                  <a:lnTo>
                    <a:pt x="467347" y="33642"/>
                  </a:lnTo>
                  <a:lnTo>
                    <a:pt x="470953" y="37058"/>
                  </a:lnTo>
                  <a:lnTo>
                    <a:pt x="471223" y="37338"/>
                  </a:lnTo>
                  <a:lnTo>
                    <a:pt x="472173" y="39700"/>
                  </a:lnTo>
                  <a:lnTo>
                    <a:pt x="472173" y="78549"/>
                  </a:lnTo>
                  <a:lnTo>
                    <a:pt x="480364" y="78549"/>
                  </a:lnTo>
                  <a:lnTo>
                    <a:pt x="480364" y="41071"/>
                  </a:lnTo>
                  <a:lnTo>
                    <a:pt x="481368" y="38277"/>
                  </a:lnTo>
                  <a:lnTo>
                    <a:pt x="484920" y="34391"/>
                  </a:lnTo>
                  <a:lnTo>
                    <a:pt x="478458" y="34391"/>
                  </a:lnTo>
                  <a:lnTo>
                    <a:pt x="477722" y="32804"/>
                  </a:lnTo>
                  <a:close/>
                </a:path>
                <a:path w="1611629" h="327025">
                  <a:moveTo>
                    <a:pt x="509142" y="32804"/>
                  </a:moveTo>
                  <a:lnTo>
                    <a:pt x="495047" y="32804"/>
                  </a:lnTo>
                  <a:lnTo>
                    <a:pt x="497574" y="33642"/>
                  </a:lnTo>
                  <a:lnTo>
                    <a:pt x="497420" y="33642"/>
                  </a:lnTo>
                  <a:lnTo>
                    <a:pt x="501535" y="36868"/>
                  </a:lnTo>
                  <a:lnTo>
                    <a:pt x="502589" y="39700"/>
                  </a:lnTo>
                  <a:lnTo>
                    <a:pt x="502589" y="78549"/>
                  </a:lnTo>
                  <a:lnTo>
                    <a:pt x="510641" y="78549"/>
                  </a:lnTo>
                  <a:lnTo>
                    <a:pt x="510549" y="37058"/>
                  </a:lnTo>
                  <a:lnTo>
                    <a:pt x="509142" y="32804"/>
                  </a:lnTo>
                  <a:close/>
                </a:path>
                <a:path w="1611629" h="327025">
                  <a:moveTo>
                    <a:pt x="467855" y="25501"/>
                  </a:moveTo>
                  <a:lnTo>
                    <a:pt x="460997" y="25501"/>
                  </a:lnTo>
                  <a:lnTo>
                    <a:pt x="458036" y="26301"/>
                  </a:lnTo>
                  <a:lnTo>
                    <a:pt x="455624" y="27851"/>
                  </a:lnTo>
                  <a:lnTo>
                    <a:pt x="453119" y="29514"/>
                  </a:lnTo>
                  <a:lnTo>
                    <a:pt x="451412" y="31661"/>
                  </a:lnTo>
                  <a:lnTo>
                    <a:pt x="450344" y="34391"/>
                  </a:lnTo>
                  <a:lnTo>
                    <a:pt x="455942" y="34391"/>
                  </a:lnTo>
                  <a:lnTo>
                    <a:pt x="457771" y="33286"/>
                  </a:lnTo>
                  <a:lnTo>
                    <a:pt x="459460" y="32804"/>
                  </a:lnTo>
                  <a:lnTo>
                    <a:pt x="477722" y="32804"/>
                  </a:lnTo>
                  <a:lnTo>
                    <a:pt x="477192" y="31661"/>
                  </a:lnTo>
                  <a:lnTo>
                    <a:pt x="475443" y="29514"/>
                  </a:lnTo>
                  <a:lnTo>
                    <a:pt x="470775" y="26301"/>
                  </a:lnTo>
                  <a:lnTo>
                    <a:pt x="467855" y="25501"/>
                  </a:lnTo>
                  <a:close/>
                </a:path>
                <a:path w="1611629" h="327025">
                  <a:moveTo>
                    <a:pt x="499363" y="25501"/>
                  </a:moveTo>
                  <a:lnTo>
                    <a:pt x="490931" y="25501"/>
                  </a:lnTo>
                  <a:lnTo>
                    <a:pt x="487718" y="26301"/>
                  </a:lnTo>
                  <a:lnTo>
                    <a:pt x="482345" y="29514"/>
                  </a:lnTo>
                  <a:lnTo>
                    <a:pt x="480339" y="31661"/>
                  </a:lnTo>
                  <a:lnTo>
                    <a:pt x="478980" y="34391"/>
                  </a:lnTo>
                  <a:lnTo>
                    <a:pt x="484920" y="34391"/>
                  </a:lnTo>
                  <a:lnTo>
                    <a:pt x="485419" y="33845"/>
                  </a:lnTo>
                  <a:lnTo>
                    <a:pt x="488070" y="32804"/>
                  </a:lnTo>
                  <a:lnTo>
                    <a:pt x="509142" y="32804"/>
                  </a:lnTo>
                  <a:lnTo>
                    <a:pt x="503186" y="26962"/>
                  </a:lnTo>
                  <a:lnTo>
                    <a:pt x="499363" y="25501"/>
                  </a:lnTo>
                  <a:close/>
                </a:path>
                <a:path w="1611629" h="327025">
                  <a:moveTo>
                    <a:pt x="548093" y="25501"/>
                  </a:moveTo>
                  <a:lnTo>
                    <a:pt x="540638" y="25501"/>
                  </a:lnTo>
                  <a:lnTo>
                    <a:pt x="536498" y="26657"/>
                  </a:lnTo>
                  <a:lnTo>
                    <a:pt x="529424" y="31267"/>
                  </a:lnTo>
                  <a:lnTo>
                    <a:pt x="526681" y="34480"/>
                  </a:lnTo>
                  <a:lnTo>
                    <a:pt x="522811" y="42545"/>
                  </a:lnTo>
                  <a:lnTo>
                    <a:pt x="522744" y="42684"/>
                  </a:lnTo>
                  <a:lnTo>
                    <a:pt x="521958" y="46482"/>
                  </a:lnTo>
                  <a:lnTo>
                    <a:pt x="521892" y="46799"/>
                  </a:lnTo>
                  <a:lnTo>
                    <a:pt x="521766" y="58140"/>
                  </a:lnTo>
                  <a:lnTo>
                    <a:pt x="522744" y="62839"/>
                  </a:lnTo>
                  <a:lnTo>
                    <a:pt x="541134" y="79641"/>
                  </a:lnTo>
                  <a:lnTo>
                    <a:pt x="549732" y="79641"/>
                  </a:lnTo>
                  <a:lnTo>
                    <a:pt x="563843" y="72415"/>
                  </a:lnTo>
                  <a:lnTo>
                    <a:pt x="542924" y="72415"/>
                  </a:lnTo>
                  <a:lnTo>
                    <a:pt x="540080" y="71704"/>
                  </a:lnTo>
                  <a:lnTo>
                    <a:pt x="529818" y="55092"/>
                  </a:lnTo>
                  <a:lnTo>
                    <a:pt x="527494" y="55092"/>
                  </a:lnTo>
                  <a:lnTo>
                    <a:pt x="527494" y="48133"/>
                  </a:lnTo>
                  <a:lnTo>
                    <a:pt x="529818" y="48133"/>
                  </a:lnTo>
                  <a:lnTo>
                    <a:pt x="529818" y="46482"/>
                  </a:lnTo>
                  <a:lnTo>
                    <a:pt x="542162" y="32727"/>
                  </a:lnTo>
                  <a:lnTo>
                    <a:pt x="562261" y="32727"/>
                  </a:lnTo>
                  <a:lnTo>
                    <a:pt x="558520" y="29248"/>
                  </a:lnTo>
                  <a:lnTo>
                    <a:pt x="556107" y="27774"/>
                  </a:lnTo>
                  <a:lnTo>
                    <a:pt x="550786" y="25946"/>
                  </a:lnTo>
                  <a:lnTo>
                    <a:pt x="548093" y="25501"/>
                  </a:lnTo>
                  <a:close/>
                </a:path>
                <a:path w="1611629" h="327025">
                  <a:moveTo>
                    <a:pt x="559269" y="64223"/>
                  </a:moveTo>
                  <a:lnTo>
                    <a:pt x="548297" y="72415"/>
                  </a:lnTo>
                  <a:lnTo>
                    <a:pt x="563843" y="72415"/>
                  </a:lnTo>
                  <a:lnTo>
                    <a:pt x="564857" y="71361"/>
                  </a:lnTo>
                  <a:lnTo>
                    <a:pt x="566229" y="69049"/>
                  </a:lnTo>
                  <a:lnTo>
                    <a:pt x="567042" y="66408"/>
                  </a:lnTo>
                  <a:lnTo>
                    <a:pt x="559269" y="64223"/>
                  </a:lnTo>
                  <a:close/>
                </a:path>
                <a:path w="1611629" h="327025">
                  <a:moveTo>
                    <a:pt x="529818" y="48133"/>
                  </a:moveTo>
                  <a:lnTo>
                    <a:pt x="527494" y="48133"/>
                  </a:lnTo>
                  <a:lnTo>
                    <a:pt x="527494" y="55092"/>
                  </a:lnTo>
                  <a:lnTo>
                    <a:pt x="529818" y="55092"/>
                  </a:lnTo>
                  <a:lnTo>
                    <a:pt x="529818" y="48133"/>
                  </a:lnTo>
                  <a:close/>
                </a:path>
                <a:path w="1611629" h="327025">
                  <a:moveTo>
                    <a:pt x="562261" y="32727"/>
                  </a:moveTo>
                  <a:lnTo>
                    <a:pt x="548271" y="32727"/>
                  </a:lnTo>
                  <a:lnTo>
                    <a:pt x="551228" y="33515"/>
                  </a:lnTo>
                  <a:lnTo>
                    <a:pt x="550982" y="33515"/>
                  </a:lnTo>
                  <a:lnTo>
                    <a:pt x="555091" y="36080"/>
                  </a:lnTo>
                  <a:lnTo>
                    <a:pt x="556755" y="37909"/>
                  </a:lnTo>
                  <a:lnTo>
                    <a:pt x="559092" y="42545"/>
                  </a:lnTo>
                  <a:lnTo>
                    <a:pt x="559676" y="45186"/>
                  </a:lnTo>
                  <a:lnTo>
                    <a:pt x="559676" y="48133"/>
                  </a:lnTo>
                  <a:lnTo>
                    <a:pt x="529818" y="48133"/>
                  </a:lnTo>
                  <a:lnTo>
                    <a:pt x="529818" y="55092"/>
                  </a:lnTo>
                  <a:lnTo>
                    <a:pt x="567867" y="55092"/>
                  </a:lnTo>
                  <a:lnTo>
                    <a:pt x="567817" y="46482"/>
                  </a:lnTo>
                  <a:lnTo>
                    <a:pt x="567220" y="42684"/>
                  </a:lnTo>
                  <a:lnTo>
                    <a:pt x="564658" y="36080"/>
                  </a:lnTo>
                  <a:lnTo>
                    <a:pt x="563020" y="33515"/>
                  </a:lnTo>
                  <a:lnTo>
                    <a:pt x="562261" y="32727"/>
                  </a:lnTo>
                  <a:close/>
                </a:path>
                <a:path w="1611629" h="327025">
                  <a:moveTo>
                    <a:pt x="586752" y="26314"/>
                  </a:moveTo>
                  <a:lnTo>
                    <a:pt x="578980" y="26314"/>
                  </a:lnTo>
                  <a:lnTo>
                    <a:pt x="578980" y="78549"/>
                  </a:lnTo>
                  <a:lnTo>
                    <a:pt x="587032" y="78549"/>
                  </a:lnTo>
                  <a:lnTo>
                    <a:pt x="587032" y="44005"/>
                  </a:lnTo>
                  <a:lnTo>
                    <a:pt x="587539" y="41706"/>
                  </a:lnTo>
                  <a:lnTo>
                    <a:pt x="587603" y="41414"/>
                  </a:lnTo>
                  <a:lnTo>
                    <a:pt x="589927" y="37134"/>
                  </a:lnTo>
                  <a:lnTo>
                    <a:pt x="591502" y="35509"/>
                  </a:lnTo>
                  <a:lnTo>
                    <a:pt x="593572" y="34366"/>
                  </a:lnTo>
                  <a:lnTo>
                    <a:pt x="586752" y="34366"/>
                  </a:lnTo>
                  <a:lnTo>
                    <a:pt x="586752" y="26314"/>
                  </a:lnTo>
                  <a:close/>
                </a:path>
                <a:path w="1611629" h="327025">
                  <a:moveTo>
                    <a:pt x="617473" y="32727"/>
                  </a:moveTo>
                  <a:lnTo>
                    <a:pt x="604113" y="32727"/>
                  </a:lnTo>
                  <a:lnTo>
                    <a:pt x="607047" y="33883"/>
                  </a:lnTo>
                  <a:lnTo>
                    <a:pt x="611327" y="38493"/>
                  </a:lnTo>
                  <a:lnTo>
                    <a:pt x="612297" y="41414"/>
                  </a:lnTo>
                  <a:lnTo>
                    <a:pt x="612393" y="78549"/>
                  </a:lnTo>
                  <a:lnTo>
                    <a:pt x="620445" y="78549"/>
                  </a:lnTo>
                  <a:lnTo>
                    <a:pt x="620445" y="40817"/>
                  </a:lnTo>
                  <a:lnTo>
                    <a:pt x="619696" y="37134"/>
                  </a:lnTo>
                  <a:lnTo>
                    <a:pt x="617473" y="32727"/>
                  </a:lnTo>
                  <a:close/>
                </a:path>
                <a:path w="1611629" h="327025">
                  <a:moveTo>
                    <a:pt x="606259" y="25501"/>
                  </a:moveTo>
                  <a:lnTo>
                    <a:pt x="598754" y="25501"/>
                  </a:lnTo>
                  <a:lnTo>
                    <a:pt x="595528" y="26314"/>
                  </a:lnTo>
                  <a:lnTo>
                    <a:pt x="590524" y="29565"/>
                  </a:lnTo>
                  <a:lnTo>
                    <a:pt x="588657" y="31699"/>
                  </a:lnTo>
                  <a:lnTo>
                    <a:pt x="587438" y="34366"/>
                  </a:lnTo>
                  <a:lnTo>
                    <a:pt x="593572" y="34366"/>
                  </a:lnTo>
                  <a:lnTo>
                    <a:pt x="595528" y="33286"/>
                  </a:lnTo>
                  <a:lnTo>
                    <a:pt x="597827" y="32727"/>
                  </a:lnTo>
                  <a:lnTo>
                    <a:pt x="617473" y="32727"/>
                  </a:lnTo>
                  <a:lnTo>
                    <a:pt x="616750" y="31292"/>
                  </a:lnTo>
                  <a:lnTo>
                    <a:pt x="614679" y="29108"/>
                  </a:lnTo>
                  <a:lnTo>
                    <a:pt x="609522" y="26314"/>
                  </a:lnTo>
                  <a:lnTo>
                    <a:pt x="609739" y="26314"/>
                  </a:lnTo>
                  <a:lnTo>
                    <a:pt x="606259" y="25501"/>
                  </a:lnTo>
                  <a:close/>
                </a:path>
                <a:path w="1611629" h="327025">
                  <a:moveTo>
                    <a:pt x="645617" y="13627"/>
                  </a:moveTo>
                  <a:lnTo>
                    <a:pt x="637565" y="13627"/>
                  </a:lnTo>
                  <a:lnTo>
                    <a:pt x="637565" y="68770"/>
                  </a:lnTo>
                  <a:lnTo>
                    <a:pt x="638049" y="70523"/>
                  </a:lnTo>
                  <a:lnTo>
                    <a:pt x="638158" y="70916"/>
                  </a:lnTo>
                  <a:lnTo>
                    <a:pt x="649477" y="79235"/>
                  </a:lnTo>
                  <a:lnTo>
                    <a:pt x="653964" y="79235"/>
                  </a:lnTo>
                  <a:lnTo>
                    <a:pt x="656207" y="78740"/>
                  </a:lnTo>
                  <a:lnTo>
                    <a:pt x="657199" y="78486"/>
                  </a:lnTo>
                  <a:lnTo>
                    <a:pt x="657745" y="78282"/>
                  </a:lnTo>
                  <a:lnTo>
                    <a:pt x="656202" y="71462"/>
                  </a:lnTo>
                  <a:lnTo>
                    <a:pt x="650843" y="71462"/>
                  </a:lnTo>
                  <a:lnTo>
                    <a:pt x="649185" y="70916"/>
                  </a:lnTo>
                  <a:lnTo>
                    <a:pt x="645617" y="65824"/>
                  </a:lnTo>
                  <a:lnTo>
                    <a:pt x="645617" y="13627"/>
                  </a:lnTo>
                  <a:close/>
                </a:path>
                <a:path w="1611629" h="327025">
                  <a:moveTo>
                    <a:pt x="656822" y="70916"/>
                  </a:moveTo>
                  <a:lnTo>
                    <a:pt x="656078" y="70916"/>
                  </a:lnTo>
                  <a:lnTo>
                    <a:pt x="656202" y="71462"/>
                  </a:lnTo>
                  <a:lnTo>
                    <a:pt x="654013" y="71462"/>
                  </a:lnTo>
                  <a:lnTo>
                    <a:pt x="656822" y="70916"/>
                  </a:lnTo>
                  <a:close/>
                </a:path>
                <a:path w="1611629" h="327025">
                  <a:moveTo>
                    <a:pt x="637565" y="26174"/>
                  </a:moveTo>
                  <a:lnTo>
                    <a:pt x="629653" y="26174"/>
                  </a:lnTo>
                  <a:lnTo>
                    <a:pt x="629653" y="32994"/>
                  </a:lnTo>
                  <a:lnTo>
                    <a:pt x="637565" y="32994"/>
                  </a:lnTo>
                  <a:lnTo>
                    <a:pt x="637565" y="26174"/>
                  </a:lnTo>
                  <a:close/>
                </a:path>
                <a:path w="1611629" h="327025">
                  <a:moveTo>
                    <a:pt x="656793" y="26174"/>
                  </a:moveTo>
                  <a:lnTo>
                    <a:pt x="645617" y="26174"/>
                  </a:lnTo>
                  <a:lnTo>
                    <a:pt x="645617" y="32994"/>
                  </a:lnTo>
                  <a:lnTo>
                    <a:pt x="656793" y="32994"/>
                  </a:lnTo>
                  <a:lnTo>
                    <a:pt x="656793" y="26174"/>
                  </a:lnTo>
                  <a:close/>
                </a:path>
                <a:path w="1611629" h="327025">
                  <a:moveTo>
                    <a:pt x="705014" y="40622"/>
                  </a:moveTo>
                  <a:lnTo>
                    <a:pt x="691353" y="56426"/>
                  </a:lnTo>
                  <a:lnTo>
                    <a:pt x="691412" y="64579"/>
                  </a:lnTo>
                  <a:lnTo>
                    <a:pt x="692010" y="66801"/>
                  </a:lnTo>
                  <a:lnTo>
                    <a:pt x="692099" y="67132"/>
                  </a:lnTo>
                  <a:lnTo>
                    <a:pt x="695680" y="72986"/>
                  </a:lnTo>
                  <a:lnTo>
                    <a:pt x="698245" y="75298"/>
                  </a:lnTo>
                  <a:lnTo>
                    <a:pt x="704875" y="78663"/>
                  </a:lnTo>
                  <a:lnTo>
                    <a:pt x="708837" y="79502"/>
                  </a:lnTo>
                  <a:lnTo>
                    <a:pt x="716762" y="79502"/>
                  </a:lnTo>
                  <a:lnTo>
                    <a:pt x="720153" y="78892"/>
                  </a:lnTo>
                  <a:lnTo>
                    <a:pt x="727024" y="76415"/>
                  </a:lnTo>
                  <a:lnTo>
                    <a:pt x="729856" y="74523"/>
                  </a:lnTo>
                  <a:lnTo>
                    <a:pt x="731556" y="72621"/>
                  </a:lnTo>
                  <a:lnTo>
                    <a:pt x="731385" y="72415"/>
                  </a:lnTo>
                  <a:lnTo>
                    <a:pt x="710374" y="72415"/>
                  </a:lnTo>
                  <a:lnTo>
                    <a:pt x="708066" y="71856"/>
                  </a:lnTo>
                  <a:lnTo>
                    <a:pt x="699376" y="59042"/>
                  </a:lnTo>
                  <a:lnTo>
                    <a:pt x="699935" y="57480"/>
                  </a:lnTo>
                  <a:lnTo>
                    <a:pt x="702157" y="53111"/>
                  </a:lnTo>
                  <a:lnTo>
                    <a:pt x="704291" y="50863"/>
                  </a:lnTo>
                  <a:lnTo>
                    <a:pt x="710000" y="46632"/>
                  </a:lnTo>
                  <a:lnTo>
                    <a:pt x="705014" y="40622"/>
                  </a:lnTo>
                  <a:close/>
                </a:path>
                <a:path w="1611629" h="327025">
                  <a:moveTo>
                    <a:pt x="736538" y="66801"/>
                  </a:moveTo>
                  <a:lnTo>
                    <a:pt x="736391" y="66801"/>
                  </a:lnTo>
                  <a:lnTo>
                    <a:pt x="735419" y="67995"/>
                  </a:lnTo>
                  <a:lnTo>
                    <a:pt x="734428" y="69138"/>
                  </a:lnTo>
                  <a:lnTo>
                    <a:pt x="733615" y="69951"/>
                  </a:lnTo>
                  <a:lnTo>
                    <a:pt x="733082" y="70637"/>
                  </a:lnTo>
                  <a:lnTo>
                    <a:pt x="732637" y="71323"/>
                  </a:lnTo>
                  <a:lnTo>
                    <a:pt x="732222" y="71856"/>
                  </a:lnTo>
                  <a:lnTo>
                    <a:pt x="731556" y="72621"/>
                  </a:lnTo>
                  <a:lnTo>
                    <a:pt x="736567" y="78663"/>
                  </a:lnTo>
                  <a:lnTo>
                    <a:pt x="746256" y="78663"/>
                  </a:lnTo>
                  <a:lnTo>
                    <a:pt x="736538" y="66801"/>
                  </a:lnTo>
                  <a:close/>
                </a:path>
                <a:path w="1611629" h="327025">
                  <a:moveTo>
                    <a:pt x="731495" y="60644"/>
                  </a:moveTo>
                  <a:lnTo>
                    <a:pt x="731304" y="61125"/>
                  </a:lnTo>
                  <a:lnTo>
                    <a:pt x="729606" y="63779"/>
                  </a:lnTo>
                  <a:lnTo>
                    <a:pt x="726728" y="66801"/>
                  </a:lnTo>
                  <a:lnTo>
                    <a:pt x="731556" y="72621"/>
                  </a:lnTo>
                  <a:lnTo>
                    <a:pt x="732104" y="72009"/>
                  </a:lnTo>
                  <a:lnTo>
                    <a:pt x="732637" y="71323"/>
                  </a:lnTo>
                  <a:lnTo>
                    <a:pt x="733082" y="70637"/>
                  </a:lnTo>
                  <a:lnTo>
                    <a:pt x="733615" y="69951"/>
                  </a:lnTo>
                  <a:lnTo>
                    <a:pt x="734428" y="69138"/>
                  </a:lnTo>
                  <a:lnTo>
                    <a:pt x="735419" y="67995"/>
                  </a:lnTo>
                  <a:lnTo>
                    <a:pt x="736391" y="66801"/>
                  </a:lnTo>
                  <a:lnTo>
                    <a:pt x="736538" y="66801"/>
                  </a:lnTo>
                  <a:lnTo>
                    <a:pt x="731495" y="60644"/>
                  </a:lnTo>
                  <a:close/>
                </a:path>
                <a:path w="1611629" h="327025">
                  <a:moveTo>
                    <a:pt x="726728" y="66801"/>
                  </a:moveTo>
                  <a:lnTo>
                    <a:pt x="725579" y="67995"/>
                  </a:lnTo>
                  <a:lnTo>
                    <a:pt x="723353" y="69608"/>
                  </a:lnTo>
                  <a:lnTo>
                    <a:pt x="718362" y="71856"/>
                  </a:lnTo>
                  <a:lnTo>
                    <a:pt x="715784" y="72415"/>
                  </a:lnTo>
                  <a:lnTo>
                    <a:pt x="731385" y="72415"/>
                  </a:lnTo>
                  <a:lnTo>
                    <a:pt x="726728" y="66801"/>
                  </a:lnTo>
                  <a:close/>
                </a:path>
                <a:path w="1611629" h="327025">
                  <a:moveTo>
                    <a:pt x="716262" y="42049"/>
                  </a:moveTo>
                  <a:lnTo>
                    <a:pt x="713521" y="44005"/>
                  </a:lnTo>
                  <a:lnTo>
                    <a:pt x="710000" y="46632"/>
                  </a:lnTo>
                  <a:lnTo>
                    <a:pt x="726728" y="66801"/>
                  </a:lnTo>
                  <a:lnTo>
                    <a:pt x="729606" y="63779"/>
                  </a:lnTo>
                  <a:lnTo>
                    <a:pt x="731304" y="61125"/>
                  </a:lnTo>
                  <a:lnTo>
                    <a:pt x="731495" y="60644"/>
                  </a:lnTo>
                  <a:lnTo>
                    <a:pt x="716262" y="42049"/>
                  </a:lnTo>
                  <a:close/>
                </a:path>
                <a:path w="1611629" h="327025">
                  <a:moveTo>
                    <a:pt x="742060" y="48006"/>
                  </a:moveTo>
                  <a:lnTo>
                    <a:pt x="734288" y="48006"/>
                  </a:lnTo>
                  <a:lnTo>
                    <a:pt x="734288" y="51752"/>
                  </a:lnTo>
                  <a:lnTo>
                    <a:pt x="733801" y="54508"/>
                  </a:lnTo>
                  <a:lnTo>
                    <a:pt x="733691" y="55130"/>
                  </a:lnTo>
                  <a:lnTo>
                    <a:pt x="731495" y="60644"/>
                  </a:lnTo>
                  <a:lnTo>
                    <a:pt x="736538" y="66801"/>
                  </a:lnTo>
                  <a:lnTo>
                    <a:pt x="736391" y="66801"/>
                  </a:lnTo>
                  <a:lnTo>
                    <a:pt x="738187" y="64579"/>
                  </a:lnTo>
                  <a:lnTo>
                    <a:pt x="739393" y="62280"/>
                  </a:lnTo>
                  <a:lnTo>
                    <a:pt x="741527" y="56426"/>
                  </a:lnTo>
                  <a:lnTo>
                    <a:pt x="741994" y="53111"/>
                  </a:lnTo>
                  <a:lnTo>
                    <a:pt x="742060" y="48006"/>
                  </a:lnTo>
                  <a:close/>
                </a:path>
                <a:path w="1611629" h="327025">
                  <a:moveTo>
                    <a:pt x="728290" y="14998"/>
                  </a:moveTo>
                  <a:lnTo>
                    <a:pt x="716495" y="14998"/>
                  </a:lnTo>
                  <a:lnTo>
                    <a:pt x="718527" y="15824"/>
                  </a:lnTo>
                  <a:lnTo>
                    <a:pt x="721639" y="19138"/>
                  </a:lnTo>
                  <a:lnTo>
                    <a:pt x="722363" y="20726"/>
                  </a:lnTo>
                  <a:lnTo>
                    <a:pt x="722426" y="25019"/>
                  </a:lnTo>
                  <a:lnTo>
                    <a:pt x="721939" y="26593"/>
                  </a:lnTo>
                  <a:lnTo>
                    <a:pt x="721829" y="26949"/>
                  </a:lnTo>
                  <a:lnTo>
                    <a:pt x="719442" y="29908"/>
                  </a:lnTo>
                  <a:lnTo>
                    <a:pt x="717854" y="31292"/>
                  </a:lnTo>
                  <a:lnTo>
                    <a:pt x="715886" y="32588"/>
                  </a:lnTo>
                  <a:lnTo>
                    <a:pt x="705789" y="40093"/>
                  </a:lnTo>
                  <a:lnTo>
                    <a:pt x="705014" y="40622"/>
                  </a:lnTo>
                  <a:lnTo>
                    <a:pt x="710000" y="46632"/>
                  </a:lnTo>
                  <a:lnTo>
                    <a:pt x="716143" y="42049"/>
                  </a:lnTo>
                  <a:lnTo>
                    <a:pt x="715093" y="40622"/>
                  </a:lnTo>
                  <a:lnTo>
                    <a:pt x="711456" y="36182"/>
                  </a:lnTo>
                  <a:lnTo>
                    <a:pt x="724091" y="36182"/>
                  </a:lnTo>
                  <a:lnTo>
                    <a:pt x="730605" y="25971"/>
                  </a:lnTo>
                  <a:lnTo>
                    <a:pt x="730605" y="20040"/>
                  </a:lnTo>
                  <a:lnTo>
                    <a:pt x="730139" y="18376"/>
                  </a:lnTo>
                  <a:lnTo>
                    <a:pt x="730025" y="17970"/>
                  </a:lnTo>
                  <a:lnTo>
                    <a:pt x="729932" y="17640"/>
                  </a:lnTo>
                  <a:lnTo>
                    <a:pt x="728290" y="14998"/>
                  </a:lnTo>
                  <a:close/>
                </a:path>
                <a:path w="1611629" h="327025">
                  <a:moveTo>
                    <a:pt x="724049" y="36182"/>
                  </a:moveTo>
                  <a:lnTo>
                    <a:pt x="711456" y="36182"/>
                  </a:lnTo>
                  <a:lnTo>
                    <a:pt x="716262" y="42049"/>
                  </a:lnTo>
                  <a:lnTo>
                    <a:pt x="718056" y="40622"/>
                  </a:lnTo>
                  <a:lnTo>
                    <a:pt x="721334" y="38176"/>
                  </a:lnTo>
                  <a:lnTo>
                    <a:pt x="724049" y="36182"/>
                  </a:lnTo>
                  <a:close/>
                </a:path>
                <a:path w="1611629" h="327025">
                  <a:moveTo>
                    <a:pt x="717194" y="8039"/>
                  </a:moveTo>
                  <a:lnTo>
                    <a:pt x="710285" y="8039"/>
                  </a:lnTo>
                  <a:lnTo>
                    <a:pt x="707289" y="8724"/>
                  </a:lnTo>
                  <a:lnTo>
                    <a:pt x="696950" y="27292"/>
                  </a:lnTo>
                  <a:lnTo>
                    <a:pt x="697349" y="28981"/>
                  </a:lnTo>
                  <a:lnTo>
                    <a:pt x="697382" y="29121"/>
                  </a:lnTo>
                  <a:lnTo>
                    <a:pt x="699744" y="33807"/>
                  </a:lnTo>
                  <a:lnTo>
                    <a:pt x="701332" y="36182"/>
                  </a:lnTo>
                  <a:lnTo>
                    <a:pt x="705014" y="40622"/>
                  </a:lnTo>
                  <a:lnTo>
                    <a:pt x="705789" y="40093"/>
                  </a:lnTo>
                  <a:lnTo>
                    <a:pt x="711051" y="36182"/>
                  </a:lnTo>
                  <a:lnTo>
                    <a:pt x="711456" y="36182"/>
                  </a:lnTo>
                  <a:lnTo>
                    <a:pt x="704964" y="22542"/>
                  </a:lnTo>
                  <a:lnTo>
                    <a:pt x="705345" y="21132"/>
                  </a:lnTo>
                  <a:lnTo>
                    <a:pt x="706869" y="18376"/>
                  </a:lnTo>
                  <a:lnTo>
                    <a:pt x="707923" y="17246"/>
                  </a:lnTo>
                  <a:lnTo>
                    <a:pt x="710628" y="15455"/>
                  </a:lnTo>
                  <a:lnTo>
                    <a:pt x="712203" y="14998"/>
                  </a:lnTo>
                  <a:lnTo>
                    <a:pt x="728290" y="14998"/>
                  </a:lnTo>
                  <a:lnTo>
                    <a:pt x="727209" y="13220"/>
                  </a:lnTo>
                  <a:lnTo>
                    <a:pt x="725258" y="11430"/>
                  </a:lnTo>
                  <a:lnTo>
                    <a:pt x="720216" y="8724"/>
                  </a:lnTo>
                  <a:lnTo>
                    <a:pt x="717194" y="8039"/>
                  </a:lnTo>
                  <a:close/>
                </a:path>
                <a:path w="1611629" h="327025">
                  <a:moveTo>
                    <a:pt x="789368" y="8724"/>
                  </a:moveTo>
                  <a:lnTo>
                    <a:pt x="780910" y="8724"/>
                  </a:lnTo>
                  <a:lnTo>
                    <a:pt x="780910" y="78549"/>
                  </a:lnTo>
                  <a:lnTo>
                    <a:pt x="789368" y="78549"/>
                  </a:lnTo>
                  <a:lnTo>
                    <a:pt x="789368" y="8724"/>
                  </a:lnTo>
                  <a:close/>
                </a:path>
                <a:path w="1611629" h="327025">
                  <a:moveTo>
                    <a:pt x="811872" y="26314"/>
                  </a:moveTo>
                  <a:lnTo>
                    <a:pt x="804100" y="26314"/>
                  </a:lnTo>
                  <a:lnTo>
                    <a:pt x="804100" y="78549"/>
                  </a:lnTo>
                  <a:lnTo>
                    <a:pt x="812152" y="78549"/>
                  </a:lnTo>
                  <a:lnTo>
                    <a:pt x="812152" y="44005"/>
                  </a:lnTo>
                  <a:lnTo>
                    <a:pt x="812659" y="41706"/>
                  </a:lnTo>
                  <a:lnTo>
                    <a:pt x="812723" y="41414"/>
                  </a:lnTo>
                  <a:lnTo>
                    <a:pt x="815047" y="37134"/>
                  </a:lnTo>
                  <a:lnTo>
                    <a:pt x="816622" y="35509"/>
                  </a:lnTo>
                  <a:lnTo>
                    <a:pt x="818693" y="34366"/>
                  </a:lnTo>
                  <a:lnTo>
                    <a:pt x="811872" y="34366"/>
                  </a:lnTo>
                  <a:lnTo>
                    <a:pt x="811872" y="26314"/>
                  </a:lnTo>
                  <a:close/>
                </a:path>
                <a:path w="1611629" h="327025">
                  <a:moveTo>
                    <a:pt x="842597" y="32727"/>
                  </a:moveTo>
                  <a:lnTo>
                    <a:pt x="829246" y="32727"/>
                  </a:lnTo>
                  <a:lnTo>
                    <a:pt x="832180" y="33883"/>
                  </a:lnTo>
                  <a:lnTo>
                    <a:pt x="834313" y="36207"/>
                  </a:lnTo>
                  <a:lnTo>
                    <a:pt x="836447" y="38493"/>
                  </a:lnTo>
                  <a:lnTo>
                    <a:pt x="837417" y="41414"/>
                  </a:lnTo>
                  <a:lnTo>
                    <a:pt x="837514" y="78549"/>
                  </a:lnTo>
                  <a:lnTo>
                    <a:pt x="845565" y="78549"/>
                  </a:lnTo>
                  <a:lnTo>
                    <a:pt x="845565" y="40817"/>
                  </a:lnTo>
                  <a:lnTo>
                    <a:pt x="844829" y="37134"/>
                  </a:lnTo>
                  <a:lnTo>
                    <a:pt x="842597" y="32727"/>
                  </a:lnTo>
                  <a:close/>
                </a:path>
                <a:path w="1611629" h="327025">
                  <a:moveTo>
                    <a:pt x="831380" y="25501"/>
                  </a:moveTo>
                  <a:lnTo>
                    <a:pt x="823874" y="25501"/>
                  </a:lnTo>
                  <a:lnTo>
                    <a:pt x="820648" y="26314"/>
                  </a:lnTo>
                  <a:lnTo>
                    <a:pt x="815644" y="29565"/>
                  </a:lnTo>
                  <a:lnTo>
                    <a:pt x="813790" y="31699"/>
                  </a:lnTo>
                  <a:lnTo>
                    <a:pt x="812558" y="34366"/>
                  </a:lnTo>
                  <a:lnTo>
                    <a:pt x="818693" y="34366"/>
                  </a:lnTo>
                  <a:lnTo>
                    <a:pt x="820648" y="33286"/>
                  </a:lnTo>
                  <a:lnTo>
                    <a:pt x="822947" y="32727"/>
                  </a:lnTo>
                  <a:lnTo>
                    <a:pt x="842597" y="32727"/>
                  </a:lnTo>
                  <a:lnTo>
                    <a:pt x="841870" y="31292"/>
                  </a:lnTo>
                  <a:lnTo>
                    <a:pt x="839800" y="29108"/>
                  </a:lnTo>
                  <a:lnTo>
                    <a:pt x="834642" y="26314"/>
                  </a:lnTo>
                  <a:lnTo>
                    <a:pt x="834859" y="26314"/>
                  </a:lnTo>
                  <a:lnTo>
                    <a:pt x="831380" y="25501"/>
                  </a:lnTo>
                  <a:close/>
                </a:path>
                <a:path w="1611629" h="327025">
                  <a:moveTo>
                    <a:pt x="870737" y="13627"/>
                  </a:moveTo>
                  <a:lnTo>
                    <a:pt x="862685" y="13627"/>
                  </a:lnTo>
                  <a:lnTo>
                    <a:pt x="862685" y="68770"/>
                  </a:lnTo>
                  <a:lnTo>
                    <a:pt x="863178" y="70523"/>
                  </a:lnTo>
                  <a:lnTo>
                    <a:pt x="863289" y="70916"/>
                  </a:lnTo>
                  <a:lnTo>
                    <a:pt x="874598" y="79235"/>
                  </a:lnTo>
                  <a:lnTo>
                    <a:pt x="879100" y="79235"/>
                  </a:lnTo>
                  <a:lnTo>
                    <a:pt x="881329" y="78740"/>
                  </a:lnTo>
                  <a:lnTo>
                    <a:pt x="882319" y="78486"/>
                  </a:lnTo>
                  <a:lnTo>
                    <a:pt x="882865" y="78282"/>
                  </a:lnTo>
                  <a:lnTo>
                    <a:pt x="881334" y="71462"/>
                  </a:lnTo>
                  <a:lnTo>
                    <a:pt x="875957" y="71462"/>
                  </a:lnTo>
                  <a:lnTo>
                    <a:pt x="874318" y="70916"/>
                  </a:lnTo>
                  <a:lnTo>
                    <a:pt x="870737" y="65824"/>
                  </a:lnTo>
                  <a:lnTo>
                    <a:pt x="870737" y="13627"/>
                  </a:lnTo>
                  <a:close/>
                </a:path>
                <a:path w="1611629" h="327025">
                  <a:moveTo>
                    <a:pt x="881942" y="70916"/>
                  </a:moveTo>
                  <a:lnTo>
                    <a:pt x="881211" y="70916"/>
                  </a:lnTo>
                  <a:lnTo>
                    <a:pt x="881334" y="71462"/>
                  </a:lnTo>
                  <a:lnTo>
                    <a:pt x="879133" y="71462"/>
                  </a:lnTo>
                  <a:lnTo>
                    <a:pt x="881942" y="70916"/>
                  </a:lnTo>
                  <a:close/>
                </a:path>
                <a:path w="1611629" h="327025">
                  <a:moveTo>
                    <a:pt x="862685" y="26174"/>
                  </a:moveTo>
                  <a:lnTo>
                    <a:pt x="854773" y="26174"/>
                  </a:lnTo>
                  <a:lnTo>
                    <a:pt x="854773" y="32994"/>
                  </a:lnTo>
                  <a:lnTo>
                    <a:pt x="862685" y="32994"/>
                  </a:lnTo>
                  <a:lnTo>
                    <a:pt x="862685" y="26174"/>
                  </a:lnTo>
                  <a:close/>
                </a:path>
                <a:path w="1611629" h="327025">
                  <a:moveTo>
                    <a:pt x="881913" y="26174"/>
                  </a:moveTo>
                  <a:lnTo>
                    <a:pt x="870737" y="26174"/>
                  </a:lnTo>
                  <a:lnTo>
                    <a:pt x="870737" y="32994"/>
                  </a:lnTo>
                  <a:lnTo>
                    <a:pt x="881913" y="32994"/>
                  </a:lnTo>
                  <a:lnTo>
                    <a:pt x="881913" y="26174"/>
                  </a:lnTo>
                  <a:close/>
                </a:path>
                <a:path w="1611629" h="327025">
                  <a:moveTo>
                    <a:pt x="916203" y="25501"/>
                  </a:moveTo>
                  <a:lnTo>
                    <a:pt x="908748" y="25501"/>
                  </a:lnTo>
                  <a:lnTo>
                    <a:pt x="904608" y="26657"/>
                  </a:lnTo>
                  <a:lnTo>
                    <a:pt x="897534" y="31267"/>
                  </a:lnTo>
                  <a:lnTo>
                    <a:pt x="894791" y="34480"/>
                  </a:lnTo>
                  <a:lnTo>
                    <a:pt x="890921" y="42545"/>
                  </a:lnTo>
                  <a:lnTo>
                    <a:pt x="890854" y="42684"/>
                  </a:lnTo>
                  <a:lnTo>
                    <a:pt x="890068" y="46482"/>
                  </a:lnTo>
                  <a:lnTo>
                    <a:pt x="890002" y="46799"/>
                  </a:lnTo>
                  <a:lnTo>
                    <a:pt x="889876" y="58140"/>
                  </a:lnTo>
                  <a:lnTo>
                    <a:pt x="909243" y="79641"/>
                  </a:lnTo>
                  <a:lnTo>
                    <a:pt x="917828" y="79641"/>
                  </a:lnTo>
                  <a:lnTo>
                    <a:pt x="931943" y="72415"/>
                  </a:lnTo>
                  <a:lnTo>
                    <a:pt x="911034" y="72415"/>
                  </a:lnTo>
                  <a:lnTo>
                    <a:pt x="908189" y="71704"/>
                  </a:lnTo>
                  <a:lnTo>
                    <a:pt x="897928" y="55092"/>
                  </a:lnTo>
                  <a:lnTo>
                    <a:pt x="895603" y="55092"/>
                  </a:lnTo>
                  <a:lnTo>
                    <a:pt x="895603" y="48133"/>
                  </a:lnTo>
                  <a:lnTo>
                    <a:pt x="897928" y="48133"/>
                  </a:lnTo>
                  <a:lnTo>
                    <a:pt x="897928" y="46482"/>
                  </a:lnTo>
                  <a:lnTo>
                    <a:pt x="910259" y="32727"/>
                  </a:lnTo>
                  <a:lnTo>
                    <a:pt x="930370" y="32727"/>
                  </a:lnTo>
                  <a:lnTo>
                    <a:pt x="926630" y="29248"/>
                  </a:lnTo>
                  <a:lnTo>
                    <a:pt x="924217" y="27774"/>
                  </a:lnTo>
                  <a:lnTo>
                    <a:pt x="918895" y="25946"/>
                  </a:lnTo>
                  <a:lnTo>
                    <a:pt x="916203" y="25501"/>
                  </a:lnTo>
                  <a:close/>
                </a:path>
                <a:path w="1611629" h="327025">
                  <a:moveTo>
                    <a:pt x="927379" y="64223"/>
                  </a:moveTo>
                  <a:lnTo>
                    <a:pt x="916406" y="72415"/>
                  </a:lnTo>
                  <a:lnTo>
                    <a:pt x="931943" y="72415"/>
                  </a:lnTo>
                  <a:lnTo>
                    <a:pt x="932967" y="71361"/>
                  </a:lnTo>
                  <a:lnTo>
                    <a:pt x="934338" y="69049"/>
                  </a:lnTo>
                  <a:lnTo>
                    <a:pt x="935151" y="66408"/>
                  </a:lnTo>
                  <a:lnTo>
                    <a:pt x="927379" y="64223"/>
                  </a:lnTo>
                  <a:close/>
                </a:path>
                <a:path w="1611629" h="327025">
                  <a:moveTo>
                    <a:pt x="897928" y="48133"/>
                  </a:moveTo>
                  <a:lnTo>
                    <a:pt x="895603" y="48133"/>
                  </a:lnTo>
                  <a:lnTo>
                    <a:pt x="895603" y="55092"/>
                  </a:lnTo>
                  <a:lnTo>
                    <a:pt x="897928" y="55092"/>
                  </a:lnTo>
                  <a:lnTo>
                    <a:pt x="897928" y="48133"/>
                  </a:lnTo>
                  <a:close/>
                </a:path>
                <a:path w="1611629" h="327025">
                  <a:moveTo>
                    <a:pt x="930370" y="32727"/>
                  </a:moveTo>
                  <a:lnTo>
                    <a:pt x="916381" y="32727"/>
                  </a:lnTo>
                  <a:lnTo>
                    <a:pt x="919337" y="33515"/>
                  </a:lnTo>
                  <a:lnTo>
                    <a:pt x="919091" y="33515"/>
                  </a:lnTo>
                  <a:lnTo>
                    <a:pt x="923201" y="36080"/>
                  </a:lnTo>
                  <a:lnTo>
                    <a:pt x="924864" y="37909"/>
                  </a:lnTo>
                  <a:lnTo>
                    <a:pt x="927201" y="42545"/>
                  </a:lnTo>
                  <a:lnTo>
                    <a:pt x="927785" y="45186"/>
                  </a:lnTo>
                  <a:lnTo>
                    <a:pt x="927785" y="48133"/>
                  </a:lnTo>
                  <a:lnTo>
                    <a:pt x="897928" y="48133"/>
                  </a:lnTo>
                  <a:lnTo>
                    <a:pt x="897928" y="55092"/>
                  </a:lnTo>
                  <a:lnTo>
                    <a:pt x="935977" y="55092"/>
                  </a:lnTo>
                  <a:lnTo>
                    <a:pt x="935927" y="46482"/>
                  </a:lnTo>
                  <a:lnTo>
                    <a:pt x="935329" y="42684"/>
                  </a:lnTo>
                  <a:lnTo>
                    <a:pt x="932768" y="36080"/>
                  </a:lnTo>
                  <a:lnTo>
                    <a:pt x="931130" y="33515"/>
                  </a:lnTo>
                  <a:lnTo>
                    <a:pt x="930370" y="32727"/>
                  </a:lnTo>
                  <a:close/>
                </a:path>
                <a:path w="1611629" h="327025">
                  <a:moveTo>
                    <a:pt x="953223" y="84277"/>
                  </a:moveTo>
                  <a:lnTo>
                    <a:pt x="947607" y="88214"/>
                  </a:lnTo>
                  <a:lnTo>
                    <a:pt x="946825" y="88798"/>
                  </a:lnTo>
                  <a:lnTo>
                    <a:pt x="947902" y="90601"/>
                  </a:lnTo>
                  <a:lnTo>
                    <a:pt x="964336" y="99275"/>
                  </a:lnTo>
                  <a:lnTo>
                    <a:pt x="972413" y="99275"/>
                  </a:lnTo>
                  <a:lnTo>
                    <a:pt x="976210" y="98602"/>
                  </a:lnTo>
                  <a:lnTo>
                    <a:pt x="983043" y="95948"/>
                  </a:lnTo>
                  <a:lnTo>
                    <a:pt x="985773" y="93865"/>
                  </a:lnTo>
                  <a:lnTo>
                    <a:pt x="986887" y="92303"/>
                  </a:lnTo>
                  <a:lnTo>
                    <a:pt x="965697" y="92303"/>
                  </a:lnTo>
                  <a:lnTo>
                    <a:pt x="962507" y="91719"/>
                  </a:lnTo>
                  <a:lnTo>
                    <a:pt x="958621" y="89877"/>
                  </a:lnTo>
                  <a:lnTo>
                    <a:pt x="957097" y="88798"/>
                  </a:lnTo>
                  <a:lnTo>
                    <a:pt x="954874" y="86321"/>
                  </a:lnTo>
                  <a:lnTo>
                    <a:pt x="953947" y="85229"/>
                  </a:lnTo>
                  <a:lnTo>
                    <a:pt x="953223" y="84277"/>
                  </a:lnTo>
                  <a:close/>
                </a:path>
                <a:path w="1611629" h="327025">
                  <a:moveTo>
                    <a:pt x="990866" y="68872"/>
                  </a:moveTo>
                  <a:lnTo>
                    <a:pt x="982814" y="68872"/>
                  </a:lnTo>
                  <a:lnTo>
                    <a:pt x="982814" y="83870"/>
                  </a:lnTo>
                  <a:lnTo>
                    <a:pt x="981443" y="87071"/>
                  </a:lnTo>
                  <a:lnTo>
                    <a:pt x="975944" y="91160"/>
                  </a:lnTo>
                  <a:lnTo>
                    <a:pt x="972063" y="92303"/>
                  </a:lnTo>
                  <a:lnTo>
                    <a:pt x="986887" y="92303"/>
                  </a:lnTo>
                  <a:lnTo>
                    <a:pt x="989837" y="88214"/>
                  </a:lnTo>
                  <a:lnTo>
                    <a:pt x="990866" y="84543"/>
                  </a:lnTo>
                  <a:lnTo>
                    <a:pt x="990866" y="68872"/>
                  </a:lnTo>
                  <a:close/>
                </a:path>
                <a:path w="1611629" h="327025">
                  <a:moveTo>
                    <a:pt x="970406" y="25501"/>
                  </a:moveTo>
                  <a:lnTo>
                    <a:pt x="962596" y="25501"/>
                  </a:lnTo>
                  <a:lnTo>
                    <a:pt x="958697" y="26593"/>
                  </a:lnTo>
                  <a:lnTo>
                    <a:pt x="951946" y="31026"/>
                  </a:lnTo>
                  <a:lnTo>
                    <a:pt x="949350" y="34074"/>
                  </a:lnTo>
                  <a:lnTo>
                    <a:pt x="945578" y="42062"/>
                  </a:lnTo>
                  <a:lnTo>
                    <a:pt x="944638" y="46723"/>
                  </a:lnTo>
                  <a:lnTo>
                    <a:pt x="944638" y="57543"/>
                  </a:lnTo>
                  <a:lnTo>
                    <a:pt x="962634" y="77736"/>
                  </a:lnTo>
                  <a:lnTo>
                    <a:pt x="970267" y="77736"/>
                  </a:lnTo>
                  <a:lnTo>
                    <a:pt x="981067" y="70497"/>
                  </a:lnTo>
                  <a:lnTo>
                    <a:pt x="964590" y="70497"/>
                  </a:lnTo>
                  <a:lnTo>
                    <a:pt x="962140" y="69824"/>
                  </a:lnTo>
                  <a:lnTo>
                    <a:pt x="961916" y="69824"/>
                  </a:lnTo>
                  <a:lnTo>
                    <a:pt x="957249" y="66560"/>
                  </a:lnTo>
                  <a:lnTo>
                    <a:pt x="952717" y="48183"/>
                  </a:lnTo>
                  <a:lnTo>
                    <a:pt x="953236" y="45186"/>
                  </a:lnTo>
                  <a:lnTo>
                    <a:pt x="955484" y="39357"/>
                  </a:lnTo>
                  <a:lnTo>
                    <a:pt x="957186" y="37045"/>
                  </a:lnTo>
                  <a:lnTo>
                    <a:pt x="961707" y="33591"/>
                  </a:lnTo>
                  <a:lnTo>
                    <a:pt x="964539" y="32727"/>
                  </a:lnTo>
                  <a:lnTo>
                    <a:pt x="981058" y="32727"/>
                  </a:lnTo>
                  <a:lnTo>
                    <a:pt x="979754" y="31026"/>
                  </a:lnTo>
                  <a:lnTo>
                    <a:pt x="978687" y="29591"/>
                  </a:lnTo>
                  <a:lnTo>
                    <a:pt x="977137" y="28321"/>
                  </a:lnTo>
                  <a:lnTo>
                    <a:pt x="975118" y="27203"/>
                  </a:lnTo>
                  <a:lnTo>
                    <a:pt x="973312" y="26174"/>
                  </a:lnTo>
                  <a:lnTo>
                    <a:pt x="973665" y="26174"/>
                  </a:lnTo>
                  <a:lnTo>
                    <a:pt x="970406" y="25501"/>
                  </a:lnTo>
                  <a:close/>
                </a:path>
                <a:path w="1611629" h="327025">
                  <a:moveTo>
                    <a:pt x="981058" y="32727"/>
                  </a:moveTo>
                  <a:lnTo>
                    <a:pt x="971232" y="32727"/>
                  </a:lnTo>
                  <a:lnTo>
                    <a:pt x="974044" y="33591"/>
                  </a:lnTo>
                  <a:lnTo>
                    <a:pt x="978433" y="36817"/>
                  </a:lnTo>
                  <a:lnTo>
                    <a:pt x="980109" y="39077"/>
                  </a:lnTo>
                  <a:lnTo>
                    <a:pt x="982383" y="44856"/>
                  </a:lnTo>
                  <a:lnTo>
                    <a:pt x="982954" y="48183"/>
                  </a:lnTo>
                  <a:lnTo>
                    <a:pt x="982954" y="55816"/>
                  </a:lnTo>
                  <a:lnTo>
                    <a:pt x="982439" y="58813"/>
                  </a:lnTo>
                  <a:lnTo>
                    <a:pt x="982383" y="59143"/>
                  </a:lnTo>
                  <a:lnTo>
                    <a:pt x="980058" y="64681"/>
                  </a:lnTo>
                  <a:lnTo>
                    <a:pt x="978369" y="66814"/>
                  </a:lnTo>
                  <a:lnTo>
                    <a:pt x="973816" y="69824"/>
                  </a:lnTo>
                  <a:lnTo>
                    <a:pt x="973676" y="69824"/>
                  </a:lnTo>
                  <a:lnTo>
                    <a:pt x="971181" y="70497"/>
                  </a:lnTo>
                  <a:lnTo>
                    <a:pt x="981067" y="70497"/>
                  </a:lnTo>
                  <a:lnTo>
                    <a:pt x="981544" y="69824"/>
                  </a:lnTo>
                  <a:lnTo>
                    <a:pt x="982141" y="68872"/>
                  </a:lnTo>
                  <a:lnTo>
                    <a:pt x="990866" y="68872"/>
                  </a:lnTo>
                  <a:lnTo>
                    <a:pt x="990866" y="34493"/>
                  </a:lnTo>
                  <a:lnTo>
                    <a:pt x="982268" y="34493"/>
                  </a:lnTo>
                  <a:lnTo>
                    <a:pt x="981684" y="33591"/>
                  </a:lnTo>
                  <a:lnTo>
                    <a:pt x="981058" y="32727"/>
                  </a:lnTo>
                  <a:close/>
                </a:path>
                <a:path w="1611629" h="327025">
                  <a:moveTo>
                    <a:pt x="990866" y="26174"/>
                  </a:moveTo>
                  <a:lnTo>
                    <a:pt x="983094" y="26174"/>
                  </a:lnTo>
                  <a:lnTo>
                    <a:pt x="983094" y="34493"/>
                  </a:lnTo>
                  <a:lnTo>
                    <a:pt x="990866" y="34493"/>
                  </a:lnTo>
                  <a:lnTo>
                    <a:pt x="990866" y="26174"/>
                  </a:lnTo>
                  <a:close/>
                </a:path>
                <a:path w="1611629" h="327025">
                  <a:moveTo>
                    <a:pt x="1012240" y="26174"/>
                  </a:moveTo>
                  <a:lnTo>
                    <a:pt x="1004468" y="26174"/>
                  </a:lnTo>
                  <a:lnTo>
                    <a:pt x="1004468" y="78549"/>
                  </a:lnTo>
                  <a:lnTo>
                    <a:pt x="1012520" y="78549"/>
                  </a:lnTo>
                  <a:lnTo>
                    <a:pt x="1012520" y="43040"/>
                  </a:lnTo>
                  <a:lnTo>
                    <a:pt x="1013091" y="40944"/>
                  </a:lnTo>
                  <a:lnTo>
                    <a:pt x="1015377" y="37236"/>
                  </a:lnTo>
                  <a:lnTo>
                    <a:pt x="1016952" y="35788"/>
                  </a:lnTo>
                  <a:lnTo>
                    <a:pt x="1020142" y="34086"/>
                  </a:lnTo>
                  <a:lnTo>
                    <a:pt x="1012240" y="34086"/>
                  </a:lnTo>
                  <a:lnTo>
                    <a:pt x="1012240" y="26174"/>
                  </a:lnTo>
                  <a:close/>
                </a:path>
                <a:path w="1611629" h="327025">
                  <a:moveTo>
                    <a:pt x="1030655" y="25501"/>
                  </a:moveTo>
                  <a:lnTo>
                    <a:pt x="1022797" y="25501"/>
                  </a:lnTo>
                  <a:lnTo>
                    <a:pt x="1020450" y="26174"/>
                  </a:lnTo>
                  <a:lnTo>
                    <a:pt x="1015466" y="29400"/>
                  </a:lnTo>
                  <a:lnTo>
                    <a:pt x="1013739" y="31496"/>
                  </a:lnTo>
                  <a:lnTo>
                    <a:pt x="1012786" y="34086"/>
                  </a:lnTo>
                  <a:lnTo>
                    <a:pt x="1020142" y="34086"/>
                  </a:lnTo>
                  <a:lnTo>
                    <a:pt x="1020903" y="33680"/>
                  </a:lnTo>
                  <a:lnTo>
                    <a:pt x="1022876" y="33210"/>
                  </a:lnTo>
                  <a:lnTo>
                    <a:pt x="1030655" y="33210"/>
                  </a:lnTo>
                  <a:lnTo>
                    <a:pt x="1030655" y="25501"/>
                  </a:lnTo>
                  <a:close/>
                </a:path>
                <a:path w="1611629" h="327025">
                  <a:moveTo>
                    <a:pt x="1030655" y="33210"/>
                  </a:moveTo>
                  <a:lnTo>
                    <a:pt x="1027823" y="33210"/>
                  </a:lnTo>
                  <a:lnTo>
                    <a:pt x="1028776" y="33375"/>
                  </a:lnTo>
                  <a:lnTo>
                    <a:pt x="1030813" y="33680"/>
                  </a:lnTo>
                  <a:lnTo>
                    <a:pt x="1030655" y="33680"/>
                  </a:lnTo>
                  <a:lnTo>
                    <a:pt x="1030655" y="33210"/>
                  </a:lnTo>
                  <a:close/>
                </a:path>
                <a:path w="1611629" h="327025">
                  <a:moveTo>
                    <a:pt x="1075606" y="32588"/>
                  </a:moveTo>
                  <a:lnTo>
                    <a:pt x="1063091" y="32588"/>
                  </a:lnTo>
                  <a:lnTo>
                    <a:pt x="1065860" y="33515"/>
                  </a:lnTo>
                  <a:lnTo>
                    <a:pt x="1069517" y="37249"/>
                  </a:lnTo>
                  <a:lnTo>
                    <a:pt x="1070432" y="39890"/>
                  </a:lnTo>
                  <a:lnTo>
                    <a:pt x="1070432" y="44792"/>
                  </a:lnTo>
                  <a:lnTo>
                    <a:pt x="1069974" y="45707"/>
                  </a:lnTo>
                  <a:lnTo>
                    <a:pt x="1068133" y="46748"/>
                  </a:lnTo>
                  <a:lnTo>
                    <a:pt x="1066672" y="47129"/>
                  </a:lnTo>
                  <a:lnTo>
                    <a:pt x="1060119" y="47866"/>
                  </a:lnTo>
                  <a:lnTo>
                    <a:pt x="1054506" y="48590"/>
                  </a:lnTo>
                  <a:lnTo>
                    <a:pt x="1036612" y="67094"/>
                  </a:lnTo>
                  <a:lnTo>
                    <a:pt x="1037412" y="70002"/>
                  </a:lnTo>
                  <a:lnTo>
                    <a:pt x="1051166" y="79781"/>
                  </a:lnTo>
                  <a:lnTo>
                    <a:pt x="1057528" y="79781"/>
                  </a:lnTo>
                  <a:lnTo>
                    <a:pt x="1069479" y="72593"/>
                  </a:lnTo>
                  <a:lnTo>
                    <a:pt x="1052641" y="72593"/>
                  </a:lnTo>
                  <a:lnTo>
                    <a:pt x="1050141" y="71920"/>
                  </a:lnTo>
                  <a:lnTo>
                    <a:pt x="1049971" y="71920"/>
                  </a:lnTo>
                  <a:lnTo>
                    <a:pt x="1047762" y="70434"/>
                  </a:lnTo>
                  <a:lnTo>
                    <a:pt x="1045692" y="68999"/>
                  </a:lnTo>
                  <a:lnTo>
                    <a:pt x="1044763" y="67094"/>
                  </a:lnTo>
                  <a:lnTo>
                    <a:pt x="1044758" y="61772"/>
                  </a:lnTo>
                  <a:lnTo>
                    <a:pt x="1045128" y="60680"/>
                  </a:lnTo>
                  <a:lnTo>
                    <a:pt x="1045209" y="60439"/>
                  </a:lnTo>
                  <a:lnTo>
                    <a:pt x="1062274" y="54495"/>
                  </a:lnTo>
                  <a:lnTo>
                    <a:pt x="1065733" y="53949"/>
                  </a:lnTo>
                  <a:lnTo>
                    <a:pt x="1067053" y="53670"/>
                  </a:lnTo>
                  <a:lnTo>
                    <a:pt x="1069296" y="53022"/>
                  </a:lnTo>
                  <a:lnTo>
                    <a:pt x="1070101" y="52641"/>
                  </a:lnTo>
                  <a:lnTo>
                    <a:pt x="1070432" y="52222"/>
                  </a:lnTo>
                  <a:lnTo>
                    <a:pt x="1078483" y="52222"/>
                  </a:lnTo>
                  <a:lnTo>
                    <a:pt x="1078483" y="39890"/>
                  </a:lnTo>
                  <a:lnTo>
                    <a:pt x="1078046" y="37769"/>
                  </a:lnTo>
                  <a:lnTo>
                    <a:pt x="1077939" y="37249"/>
                  </a:lnTo>
                  <a:lnTo>
                    <a:pt x="1077845" y="36791"/>
                  </a:lnTo>
                  <a:lnTo>
                    <a:pt x="1077798" y="36563"/>
                  </a:lnTo>
                  <a:lnTo>
                    <a:pt x="1075606" y="32588"/>
                  </a:lnTo>
                  <a:close/>
                </a:path>
                <a:path w="1611629" h="327025">
                  <a:moveTo>
                    <a:pt x="1078483" y="71462"/>
                  </a:moveTo>
                  <a:lnTo>
                    <a:pt x="1070432" y="71462"/>
                  </a:lnTo>
                  <a:lnTo>
                    <a:pt x="1070432" y="78549"/>
                  </a:lnTo>
                  <a:lnTo>
                    <a:pt x="1078483" y="78549"/>
                  </a:lnTo>
                  <a:lnTo>
                    <a:pt x="1078483" y="71462"/>
                  </a:lnTo>
                  <a:close/>
                </a:path>
                <a:path w="1611629" h="327025">
                  <a:moveTo>
                    <a:pt x="1078483" y="52222"/>
                  </a:moveTo>
                  <a:lnTo>
                    <a:pt x="1070432" y="52222"/>
                  </a:lnTo>
                  <a:lnTo>
                    <a:pt x="1070357" y="62052"/>
                  </a:lnTo>
                  <a:lnTo>
                    <a:pt x="1069873" y="63855"/>
                  </a:lnTo>
                  <a:lnTo>
                    <a:pt x="1067612" y="67805"/>
                  </a:lnTo>
                  <a:lnTo>
                    <a:pt x="1065961" y="69418"/>
                  </a:lnTo>
                  <a:lnTo>
                    <a:pt x="1061567" y="71920"/>
                  </a:lnTo>
                  <a:lnTo>
                    <a:pt x="1058727" y="72593"/>
                  </a:lnTo>
                  <a:lnTo>
                    <a:pt x="1069479" y="72593"/>
                  </a:lnTo>
                  <a:lnTo>
                    <a:pt x="1070025" y="71462"/>
                  </a:lnTo>
                  <a:lnTo>
                    <a:pt x="1078483" y="71462"/>
                  </a:lnTo>
                  <a:lnTo>
                    <a:pt x="1078483" y="52222"/>
                  </a:lnTo>
                  <a:close/>
                </a:path>
                <a:path w="1611629" h="327025">
                  <a:moveTo>
                    <a:pt x="1060792" y="25501"/>
                  </a:moveTo>
                  <a:lnTo>
                    <a:pt x="1056474" y="25501"/>
                  </a:lnTo>
                  <a:lnTo>
                    <a:pt x="1053795" y="25857"/>
                  </a:lnTo>
                  <a:lnTo>
                    <a:pt x="1038110" y="37769"/>
                  </a:lnTo>
                  <a:lnTo>
                    <a:pt x="1045756" y="40500"/>
                  </a:lnTo>
                  <a:lnTo>
                    <a:pt x="1046632" y="38595"/>
                  </a:lnTo>
                  <a:lnTo>
                    <a:pt x="1048169" y="36791"/>
                  </a:lnTo>
                  <a:lnTo>
                    <a:pt x="1052422" y="33515"/>
                  </a:lnTo>
                  <a:lnTo>
                    <a:pt x="1052218" y="33515"/>
                  </a:lnTo>
                  <a:lnTo>
                    <a:pt x="1055547" y="32588"/>
                  </a:lnTo>
                  <a:lnTo>
                    <a:pt x="1075606" y="32588"/>
                  </a:lnTo>
                  <a:lnTo>
                    <a:pt x="1075067" y="31610"/>
                  </a:lnTo>
                  <a:lnTo>
                    <a:pt x="1073353" y="29756"/>
                  </a:lnTo>
                  <a:lnTo>
                    <a:pt x="1069238" y="27305"/>
                  </a:lnTo>
                  <a:lnTo>
                    <a:pt x="1067382" y="26593"/>
                  </a:lnTo>
                  <a:lnTo>
                    <a:pt x="1067706" y="26593"/>
                  </a:lnTo>
                  <a:lnTo>
                    <a:pt x="1064907" y="26111"/>
                  </a:lnTo>
                  <a:lnTo>
                    <a:pt x="1062735" y="25704"/>
                  </a:lnTo>
                  <a:lnTo>
                    <a:pt x="1060792" y="25501"/>
                  </a:lnTo>
                  <a:close/>
                </a:path>
                <a:path w="1611629" h="327025">
                  <a:moveTo>
                    <a:pt x="1103642" y="13627"/>
                  </a:moveTo>
                  <a:lnTo>
                    <a:pt x="1095590" y="13627"/>
                  </a:lnTo>
                  <a:lnTo>
                    <a:pt x="1095590" y="68770"/>
                  </a:lnTo>
                  <a:lnTo>
                    <a:pt x="1096075" y="70523"/>
                  </a:lnTo>
                  <a:lnTo>
                    <a:pt x="1096184" y="70916"/>
                  </a:lnTo>
                  <a:lnTo>
                    <a:pt x="1107503" y="79235"/>
                  </a:lnTo>
                  <a:lnTo>
                    <a:pt x="1111989" y="79235"/>
                  </a:lnTo>
                  <a:lnTo>
                    <a:pt x="1114233" y="78740"/>
                  </a:lnTo>
                  <a:lnTo>
                    <a:pt x="1115225" y="78486"/>
                  </a:lnTo>
                  <a:lnTo>
                    <a:pt x="1115771" y="78282"/>
                  </a:lnTo>
                  <a:lnTo>
                    <a:pt x="1114227" y="71462"/>
                  </a:lnTo>
                  <a:lnTo>
                    <a:pt x="1108869" y="71462"/>
                  </a:lnTo>
                  <a:lnTo>
                    <a:pt x="1107211" y="70916"/>
                  </a:lnTo>
                  <a:lnTo>
                    <a:pt x="1103642" y="65824"/>
                  </a:lnTo>
                  <a:lnTo>
                    <a:pt x="1103642" y="13627"/>
                  </a:lnTo>
                  <a:close/>
                </a:path>
                <a:path w="1611629" h="327025">
                  <a:moveTo>
                    <a:pt x="1114847" y="70916"/>
                  </a:moveTo>
                  <a:lnTo>
                    <a:pt x="1114104" y="70916"/>
                  </a:lnTo>
                  <a:lnTo>
                    <a:pt x="1114227" y="71462"/>
                  </a:lnTo>
                  <a:lnTo>
                    <a:pt x="1112039" y="71462"/>
                  </a:lnTo>
                  <a:lnTo>
                    <a:pt x="1114847" y="70916"/>
                  </a:lnTo>
                  <a:close/>
                </a:path>
                <a:path w="1611629" h="327025">
                  <a:moveTo>
                    <a:pt x="1095590" y="26174"/>
                  </a:moveTo>
                  <a:lnTo>
                    <a:pt x="1087678" y="26174"/>
                  </a:lnTo>
                  <a:lnTo>
                    <a:pt x="1087678" y="32994"/>
                  </a:lnTo>
                  <a:lnTo>
                    <a:pt x="1095590" y="32994"/>
                  </a:lnTo>
                  <a:lnTo>
                    <a:pt x="1095590" y="26174"/>
                  </a:lnTo>
                  <a:close/>
                </a:path>
                <a:path w="1611629" h="327025">
                  <a:moveTo>
                    <a:pt x="1114818" y="26174"/>
                  </a:moveTo>
                  <a:lnTo>
                    <a:pt x="1103642" y="26174"/>
                  </a:lnTo>
                  <a:lnTo>
                    <a:pt x="1103642" y="32994"/>
                  </a:lnTo>
                  <a:lnTo>
                    <a:pt x="1114818" y="32994"/>
                  </a:lnTo>
                  <a:lnTo>
                    <a:pt x="1114818" y="26174"/>
                  </a:lnTo>
                  <a:close/>
                </a:path>
                <a:path w="1611629" h="327025">
                  <a:moveTo>
                    <a:pt x="1133843" y="26174"/>
                  </a:moveTo>
                  <a:lnTo>
                    <a:pt x="1125804" y="26174"/>
                  </a:lnTo>
                  <a:lnTo>
                    <a:pt x="1125804" y="78549"/>
                  </a:lnTo>
                  <a:lnTo>
                    <a:pt x="1133843" y="78549"/>
                  </a:lnTo>
                  <a:lnTo>
                    <a:pt x="1133843" y="26174"/>
                  </a:lnTo>
                  <a:close/>
                </a:path>
                <a:path w="1611629" h="327025">
                  <a:moveTo>
                    <a:pt x="1131455" y="6540"/>
                  </a:moveTo>
                  <a:lnTo>
                    <a:pt x="1128318" y="6540"/>
                  </a:lnTo>
                  <a:lnTo>
                    <a:pt x="1126972" y="7073"/>
                  </a:lnTo>
                  <a:lnTo>
                    <a:pt x="1125829" y="8140"/>
                  </a:lnTo>
                  <a:lnTo>
                    <a:pt x="1124724" y="9207"/>
                  </a:lnTo>
                  <a:lnTo>
                    <a:pt x="1124165" y="10490"/>
                  </a:lnTo>
                  <a:lnTo>
                    <a:pt x="1124165" y="13500"/>
                  </a:lnTo>
                  <a:lnTo>
                    <a:pt x="1124724" y="14782"/>
                  </a:lnTo>
                  <a:lnTo>
                    <a:pt x="1125829" y="15849"/>
                  </a:lnTo>
                  <a:lnTo>
                    <a:pt x="1126972" y="16916"/>
                  </a:lnTo>
                  <a:lnTo>
                    <a:pt x="1128318" y="17449"/>
                  </a:lnTo>
                  <a:lnTo>
                    <a:pt x="1131455" y="17449"/>
                  </a:lnTo>
                  <a:lnTo>
                    <a:pt x="1132801" y="16916"/>
                  </a:lnTo>
                  <a:lnTo>
                    <a:pt x="1135049" y="14782"/>
                  </a:lnTo>
                  <a:lnTo>
                    <a:pt x="1135621" y="13500"/>
                  </a:lnTo>
                  <a:lnTo>
                    <a:pt x="1135621" y="10490"/>
                  </a:lnTo>
                  <a:lnTo>
                    <a:pt x="1135049" y="9207"/>
                  </a:lnTo>
                  <a:lnTo>
                    <a:pt x="1132801" y="7073"/>
                  </a:lnTo>
                  <a:lnTo>
                    <a:pt x="1131455" y="6540"/>
                  </a:lnTo>
                  <a:close/>
                </a:path>
                <a:path w="1611629" h="327025">
                  <a:moveTo>
                    <a:pt x="1173454" y="25501"/>
                  </a:moveTo>
                  <a:lnTo>
                    <a:pt x="1164005" y="25501"/>
                  </a:lnTo>
                  <a:lnTo>
                    <a:pt x="1159852" y="26619"/>
                  </a:lnTo>
                  <a:lnTo>
                    <a:pt x="1145006" y="47180"/>
                  </a:lnTo>
                  <a:lnTo>
                    <a:pt x="1145006" y="58051"/>
                  </a:lnTo>
                  <a:lnTo>
                    <a:pt x="1164005" y="79641"/>
                  </a:lnTo>
                  <a:lnTo>
                    <a:pt x="1173454" y="79641"/>
                  </a:lnTo>
                  <a:lnTo>
                    <a:pt x="1177594" y="78511"/>
                  </a:lnTo>
                  <a:lnTo>
                    <a:pt x="1184706" y="74015"/>
                  </a:lnTo>
                  <a:lnTo>
                    <a:pt x="1186119" y="72415"/>
                  </a:lnTo>
                  <a:lnTo>
                    <a:pt x="1165136" y="72415"/>
                  </a:lnTo>
                  <a:lnTo>
                    <a:pt x="1162189" y="71488"/>
                  </a:lnTo>
                  <a:lnTo>
                    <a:pt x="1157554" y="67805"/>
                  </a:lnTo>
                  <a:lnTo>
                    <a:pt x="1155839" y="65392"/>
                  </a:lnTo>
                  <a:lnTo>
                    <a:pt x="1153604" y="59385"/>
                  </a:lnTo>
                  <a:lnTo>
                    <a:pt x="1153045" y="56134"/>
                  </a:lnTo>
                  <a:lnTo>
                    <a:pt x="1153045" y="49136"/>
                  </a:lnTo>
                  <a:lnTo>
                    <a:pt x="1165136" y="32727"/>
                  </a:lnTo>
                  <a:lnTo>
                    <a:pt x="1186119" y="32727"/>
                  </a:lnTo>
                  <a:lnTo>
                    <a:pt x="1184706" y="31127"/>
                  </a:lnTo>
                  <a:lnTo>
                    <a:pt x="1177594" y="26619"/>
                  </a:lnTo>
                  <a:lnTo>
                    <a:pt x="1173454" y="25501"/>
                  </a:lnTo>
                  <a:close/>
                </a:path>
                <a:path w="1611629" h="327025">
                  <a:moveTo>
                    <a:pt x="1186119" y="32727"/>
                  </a:moveTo>
                  <a:lnTo>
                    <a:pt x="1172324" y="32727"/>
                  </a:lnTo>
                  <a:lnTo>
                    <a:pt x="1175283" y="33655"/>
                  </a:lnTo>
                  <a:lnTo>
                    <a:pt x="1179918" y="37388"/>
                  </a:lnTo>
                  <a:lnTo>
                    <a:pt x="1181633" y="39827"/>
                  </a:lnTo>
                  <a:lnTo>
                    <a:pt x="1183855" y="45872"/>
                  </a:lnTo>
                  <a:lnTo>
                    <a:pt x="1184414" y="49136"/>
                  </a:lnTo>
                  <a:lnTo>
                    <a:pt x="1184414" y="56134"/>
                  </a:lnTo>
                  <a:lnTo>
                    <a:pt x="1172324" y="72415"/>
                  </a:lnTo>
                  <a:lnTo>
                    <a:pt x="1186119" y="72415"/>
                  </a:lnTo>
                  <a:lnTo>
                    <a:pt x="1187488" y="70866"/>
                  </a:lnTo>
                  <a:lnTo>
                    <a:pt x="1189456" y="66814"/>
                  </a:lnTo>
                  <a:lnTo>
                    <a:pt x="1191463" y="62776"/>
                  </a:lnTo>
                  <a:lnTo>
                    <a:pt x="1192466" y="58051"/>
                  </a:lnTo>
                  <a:lnTo>
                    <a:pt x="1192466" y="47180"/>
                  </a:lnTo>
                  <a:lnTo>
                    <a:pt x="1191463" y="42418"/>
                  </a:lnTo>
                  <a:lnTo>
                    <a:pt x="1189456" y="38354"/>
                  </a:lnTo>
                  <a:lnTo>
                    <a:pt x="1187488" y="34277"/>
                  </a:lnTo>
                  <a:lnTo>
                    <a:pt x="1186119" y="32727"/>
                  </a:lnTo>
                  <a:close/>
                </a:path>
                <a:path w="1611629" h="327025">
                  <a:moveTo>
                    <a:pt x="1211389" y="26314"/>
                  </a:moveTo>
                  <a:lnTo>
                    <a:pt x="1203617" y="26314"/>
                  </a:lnTo>
                  <a:lnTo>
                    <a:pt x="1203617" y="78549"/>
                  </a:lnTo>
                  <a:lnTo>
                    <a:pt x="1211668" y="78549"/>
                  </a:lnTo>
                  <a:lnTo>
                    <a:pt x="1211668" y="44005"/>
                  </a:lnTo>
                  <a:lnTo>
                    <a:pt x="1212187" y="41706"/>
                  </a:lnTo>
                  <a:lnTo>
                    <a:pt x="1212253" y="41414"/>
                  </a:lnTo>
                  <a:lnTo>
                    <a:pt x="1214564" y="37134"/>
                  </a:lnTo>
                  <a:lnTo>
                    <a:pt x="1216139" y="35509"/>
                  </a:lnTo>
                  <a:lnTo>
                    <a:pt x="1218209" y="34366"/>
                  </a:lnTo>
                  <a:lnTo>
                    <a:pt x="1211389" y="34366"/>
                  </a:lnTo>
                  <a:lnTo>
                    <a:pt x="1211389" y="26314"/>
                  </a:lnTo>
                  <a:close/>
                </a:path>
                <a:path w="1611629" h="327025">
                  <a:moveTo>
                    <a:pt x="1242113" y="32727"/>
                  </a:moveTo>
                  <a:lnTo>
                    <a:pt x="1228763" y="32727"/>
                  </a:lnTo>
                  <a:lnTo>
                    <a:pt x="1231696" y="33883"/>
                  </a:lnTo>
                  <a:lnTo>
                    <a:pt x="1233830" y="36207"/>
                  </a:lnTo>
                  <a:lnTo>
                    <a:pt x="1235963" y="38493"/>
                  </a:lnTo>
                  <a:lnTo>
                    <a:pt x="1236933" y="41414"/>
                  </a:lnTo>
                  <a:lnTo>
                    <a:pt x="1237030" y="78549"/>
                  </a:lnTo>
                  <a:lnTo>
                    <a:pt x="1245082" y="78549"/>
                  </a:lnTo>
                  <a:lnTo>
                    <a:pt x="1245082" y="40817"/>
                  </a:lnTo>
                  <a:lnTo>
                    <a:pt x="1244345" y="37134"/>
                  </a:lnTo>
                  <a:lnTo>
                    <a:pt x="1242113" y="32727"/>
                  </a:lnTo>
                  <a:close/>
                </a:path>
                <a:path w="1611629" h="327025">
                  <a:moveTo>
                    <a:pt x="1230896" y="25501"/>
                  </a:moveTo>
                  <a:lnTo>
                    <a:pt x="1223390" y="25501"/>
                  </a:lnTo>
                  <a:lnTo>
                    <a:pt x="1220165" y="26314"/>
                  </a:lnTo>
                  <a:lnTo>
                    <a:pt x="1215174" y="29565"/>
                  </a:lnTo>
                  <a:lnTo>
                    <a:pt x="1213307" y="31699"/>
                  </a:lnTo>
                  <a:lnTo>
                    <a:pt x="1212075" y="34366"/>
                  </a:lnTo>
                  <a:lnTo>
                    <a:pt x="1218209" y="34366"/>
                  </a:lnTo>
                  <a:lnTo>
                    <a:pt x="1220165" y="33286"/>
                  </a:lnTo>
                  <a:lnTo>
                    <a:pt x="1222463" y="32727"/>
                  </a:lnTo>
                  <a:lnTo>
                    <a:pt x="1242113" y="32727"/>
                  </a:lnTo>
                  <a:lnTo>
                    <a:pt x="1241386" y="31292"/>
                  </a:lnTo>
                  <a:lnTo>
                    <a:pt x="1239316" y="29108"/>
                  </a:lnTo>
                  <a:lnTo>
                    <a:pt x="1234159" y="26314"/>
                  </a:lnTo>
                  <a:lnTo>
                    <a:pt x="1234376" y="26314"/>
                  </a:lnTo>
                  <a:lnTo>
                    <a:pt x="1230896" y="25501"/>
                  </a:lnTo>
                  <a:close/>
                </a:path>
                <a:path w="1611629" h="327025">
                  <a:moveTo>
                    <a:pt x="1307452" y="0"/>
                  </a:moveTo>
                  <a:lnTo>
                    <a:pt x="1300352" y="0"/>
                  </a:lnTo>
                  <a:lnTo>
                    <a:pt x="1296200" y="6057"/>
                  </a:lnTo>
                  <a:lnTo>
                    <a:pt x="1292986" y="12712"/>
                  </a:lnTo>
                  <a:lnTo>
                    <a:pt x="1288516" y="27139"/>
                  </a:lnTo>
                  <a:lnTo>
                    <a:pt x="1287398" y="35039"/>
                  </a:lnTo>
                  <a:lnTo>
                    <a:pt x="1287398" y="52222"/>
                  </a:lnTo>
                  <a:lnTo>
                    <a:pt x="1300352" y="87274"/>
                  </a:lnTo>
                  <a:lnTo>
                    <a:pt x="1307452" y="87274"/>
                  </a:lnTo>
                  <a:lnTo>
                    <a:pt x="1305267" y="84277"/>
                  </a:lnTo>
                  <a:lnTo>
                    <a:pt x="1303286" y="80391"/>
                  </a:lnTo>
                  <a:lnTo>
                    <a:pt x="1299743" y="70840"/>
                  </a:lnTo>
                  <a:lnTo>
                    <a:pt x="1298333" y="65671"/>
                  </a:lnTo>
                  <a:lnTo>
                    <a:pt x="1296238" y="54533"/>
                  </a:lnTo>
                  <a:lnTo>
                    <a:pt x="1295717" y="49047"/>
                  </a:lnTo>
                  <a:lnTo>
                    <a:pt x="1295717" y="39573"/>
                  </a:lnTo>
                  <a:lnTo>
                    <a:pt x="1305813" y="2247"/>
                  </a:lnTo>
                  <a:lnTo>
                    <a:pt x="1307452" y="0"/>
                  </a:lnTo>
                  <a:close/>
                </a:path>
                <a:path w="1611629" h="327025">
                  <a:moveTo>
                    <a:pt x="1346250" y="7772"/>
                  </a:moveTo>
                  <a:lnTo>
                    <a:pt x="1338402" y="7772"/>
                  </a:lnTo>
                  <a:lnTo>
                    <a:pt x="1334871" y="8623"/>
                  </a:lnTo>
                  <a:lnTo>
                    <a:pt x="1328623" y="12026"/>
                  </a:lnTo>
                  <a:lnTo>
                    <a:pt x="1325956" y="14528"/>
                  </a:lnTo>
                  <a:lnTo>
                    <a:pt x="1323759" y="17830"/>
                  </a:lnTo>
                  <a:lnTo>
                    <a:pt x="1321549" y="21094"/>
                  </a:lnTo>
                  <a:lnTo>
                    <a:pt x="1319872" y="25133"/>
                  </a:lnTo>
                  <a:lnTo>
                    <a:pt x="1317546" y="34734"/>
                  </a:lnTo>
                  <a:lnTo>
                    <a:pt x="1316964" y="40208"/>
                  </a:lnTo>
                  <a:lnTo>
                    <a:pt x="1317010" y="53162"/>
                  </a:lnTo>
                  <a:lnTo>
                    <a:pt x="1317688" y="58178"/>
                  </a:lnTo>
                  <a:lnTo>
                    <a:pt x="1320431" y="66370"/>
                  </a:lnTo>
                  <a:lnTo>
                    <a:pt x="1320545" y="66713"/>
                  </a:lnTo>
                  <a:lnTo>
                    <a:pt x="1338841" y="79552"/>
                  </a:lnTo>
                  <a:lnTo>
                    <a:pt x="1345945" y="79552"/>
                  </a:lnTo>
                  <a:lnTo>
                    <a:pt x="1350048" y="78524"/>
                  </a:lnTo>
                  <a:lnTo>
                    <a:pt x="1357020" y="74320"/>
                  </a:lnTo>
                  <a:lnTo>
                    <a:pt x="1359228" y="72009"/>
                  </a:lnTo>
                  <a:lnTo>
                    <a:pt x="1338338" y="72009"/>
                  </a:lnTo>
                  <a:lnTo>
                    <a:pt x="1335823" y="71285"/>
                  </a:lnTo>
                  <a:lnTo>
                    <a:pt x="1326832" y="61683"/>
                  </a:lnTo>
                  <a:lnTo>
                    <a:pt x="1326756" y="61544"/>
                  </a:lnTo>
                  <a:lnTo>
                    <a:pt x="1326121" y="59004"/>
                  </a:lnTo>
                  <a:lnTo>
                    <a:pt x="1326108" y="54089"/>
                  </a:lnTo>
                  <a:lnTo>
                    <a:pt x="1326502" y="52108"/>
                  </a:lnTo>
                  <a:lnTo>
                    <a:pt x="1334394" y="42138"/>
                  </a:lnTo>
                  <a:lnTo>
                    <a:pt x="1324876" y="42138"/>
                  </a:lnTo>
                  <a:lnTo>
                    <a:pt x="1324995" y="33235"/>
                  </a:lnTo>
                  <a:lnTo>
                    <a:pt x="1326464" y="27025"/>
                  </a:lnTo>
                  <a:lnTo>
                    <a:pt x="1332661" y="17627"/>
                  </a:lnTo>
                  <a:lnTo>
                    <a:pt x="1336928" y="15265"/>
                  </a:lnTo>
                  <a:lnTo>
                    <a:pt x="1359341" y="15265"/>
                  </a:lnTo>
                  <a:lnTo>
                    <a:pt x="1358341" y="13830"/>
                  </a:lnTo>
                  <a:lnTo>
                    <a:pt x="1355839" y="11671"/>
                  </a:lnTo>
                  <a:lnTo>
                    <a:pt x="1352765" y="10121"/>
                  </a:lnTo>
                  <a:lnTo>
                    <a:pt x="1349877" y="8623"/>
                  </a:lnTo>
                  <a:lnTo>
                    <a:pt x="1350072" y="8623"/>
                  </a:lnTo>
                  <a:lnTo>
                    <a:pt x="1346250" y="7772"/>
                  </a:lnTo>
                  <a:close/>
                </a:path>
                <a:path w="1611629" h="327025">
                  <a:moveTo>
                    <a:pt x="1359350" y="40360"/>
                  </a:moveTo>
                  <a:lnTo>
                    <a:pt x="1344383" y="40360"/>
                  </a:lnTo>
                  <a:lnTo>
                    <a:pt x="1346923" y="41071"/>
                  </a:lnTo>
                  <a:lnTo>
                    <a:pt x="1351406" y="43891"/>
                  </a:lnTo>
                  <a:lnTo>
                    <a:pt x="1353172" y="45783"/>
                  </a:lnTo>
                  <a:lnTo>
                    <a:pt x="1354442" y="48171"/>
                  </a:lnTo>
                  <a:lnTo>
                    <a:pt x="1355737" y="50533"/>
                  </a:lnTo>
                  <a:lnTo>
                    <a:pt x="1356300" y="52819"/>
                  </a:lnTo>
                  <a:lnTo>
                    <a:pt x="1356385" y="59004"/>
                  </a:lnTo>
                  <a:lnTo>
                    <a:pt x="1355747" y="61544"/>
                  </a:lnTo>
                  <a:lnTo>
                    <a:pt x="1344104" y="72009"/>
                  </a:lnTo>
                  <a:lnTo>
                    <a:pt x="1359228" y="72009"/>
                  </a:lnTo>
                  <a:lnTo>
                    <a:pt x="1359738" y="71475"/>
                  </a:lnTo>
                  <a:lnTo>
                    <a:pt x="1363598" y="64325"/>
                  </a:lnTo>
                  <a:lnTo>
                    <a:pt x="1364564" y="60363"/>
                  </a:lnTo>
                  <a:lnTo>
                    <a:pt x="1364564" y="51549"/>
                  </a:lnTo>
                  <a:lnTo>
                    <a:pt x="1363560" y="47561"/>
                  </a:lnTo>
                  <a:lnTo>
                    <a:pt x="1359684" y="40792"/>
                  </a:lnTo>
                  <a:lnTo>
                    <a:pt x="1359560" y="40576"/>
                  </a:lnTo>
                  <a:lnTo>
                    <a:pt x="1359350" y="40360"/>
                  </a:lnTo>
                  <a:close/>
                </a:path>
                <a:path w="1611629" h="327025">
                  <a:moveTo>
                    <a:pt x="1346606" y="32867"/>
                  </a:moveTo>
                  <a:lnTo>
                    <a:pt x="1340218" y="32867"/>
                  </a:lnTo>
                  <a:lnTo>
                    <a:pt x="1337957" y="33235"/>
                  </a:lnTo>
                  <a:lnTo>
                    <a:pt x="1325422" y="42138"/>
                  </a:lnTo>
                  <a:lnTo>
                    <a:pt x="1334394" y="42138"/>
                  </a:lnTo>
                  <a:lnTo>
                    <a:pt x="1337348" y="40792"/>
                  </a:lnTo>
                  <a:lnTo>
                    <a:pt x="1339354" y="40360"/>
                  </a:lnTo>
                  <a:lnTo>
                    <a:pt x="1359350" y="40360"/>
                  </a:lnTo>
                  <a:lnTo>
                    <a:pt x="1356906" y="37846"/>
                  </a:lnTo>
                  <a:lnTo>
                    <a:pt x="1350263" y="33858"/>
                  </a:lnTo>
                  <a:lnTo>
                    <a:pt x="1346606" y="32867"/>
                  </a:lnTo>
                  <a:close/>
                </a:path>
                <a:path w="1611629" h="327025">
                  <a:moveTo>
                    <a:pt x="1359341" y="15265"/>
                  </a:moveTo>
                  <a:lnTo>
                    <a:pt x="1346022" y="15265"/>
                  </a:lnTo>
                  <a:lnTo>
                    <a:pt x="1348968" y="16306"/>
                  </a:lnTo>
                  <a:lnTo>
                    <a:pt x="1353426" y="20434"/>
                  </a:lnTo>
                  <a:lnTo>
                    <a:pt x="1354924" y="23037"/>
                  </a:lnTo>
                  <a:lnTo>
                    <a:pt x="1355699" y="26174"/>
                  </a:lnTo>
                  <a:lnTo>
                    <a:pt x="1364018" y="26174"/>
                  </a:lnTo>
                  <a:lnTo>
                    <a:pt x="1363532" y="23037"/>
                  </a:lnTo>
                  <a:lnTo>
                    <a:pt x="1363459" y="22567"/>
                  </a:lnTo>
                  <a:lnTo>
                    <a:pt x="1362201" y="19367"/>
                  </a:lnTo>
                  <a:lnTo>
                    <a:pt x="1359341" y="15265"/>
                  </a:lnTo>
                  <a:close/>
                </a:path>
                <a:path w="1611629" h="327025">
                  <a:moveTo>
                    <a:pt x="1404721" y="7772"/>
                  </a:moveTo>
                  <a:lnTo>
                    <a:pt x="1394536" y="7772"/>
                  </a:lnTo>
                  <a:lnTo>
                    <a:pt x="1390167" y="9194"/>
                  </a:lnTo>
                  <a:lnTo>
                    <a:pt x="1382915" y="14846"/>
                  </a:lnTo>
                  <a:lnTo>
                    <a:pt x="1380147" y="18935"/>
                  </a:lnTo>
                  <a:lnTo>
                    <a:pt x="1376298" y="29641"/>
                  </a:lnTo>
                  <a:lnTo>
                    <a:pt x="1375346" y="36093"/>
                  </a:lnTo>
                  <a:lnTo>
                    <a:pt x="1375346" y="51231"/>
                  </a:lnTo>
                  <a:lnTo>
                    <a:pt x="1394485" y="79502"/>
                  </a:lnTo>
                  <a:lnTo>
                    <a:pt x="1404759" y="79502"/>
                  </a:lnTo>
                  <a:lnTo>
                    <a:pt x="1409141" y="78105"/>
                  </a:lnTo>
                  <a:lnTo>
                    <a:pt x="1416367" y="72491"/>
                  </a:lnTo>
                  <a:lnTo>
                    <a:pt x="1416693" y="72009"/>
                  </a:lnTo>
                  <a:lnTo>
                    <a:pt x="1396237" y="72009"/>
                  </a:lnTo>
                  <a:lnTo>
                    <a:pt x="1393342" y="70904"/>
                  </a:lnTo>
                  <a:lnTo>
                    <a:pt x="1388541" y="66497"/>
                  </a:lnTo>
                  <a:lnTo>
                    <a:pt x="1386712" y="63271"/>
                  </a:lnTo>
                  <a:lnTo>
                    <a:pt x="1384172" y="54813"/>
                  </a:lnTo>
                  <a:lnTo>
                    <a:pt x="1383537" y="49682"/>
                  </a:lnTo>
                  <a:lnTo>
                    <a:pt x="1383537" y="34569"/>
                  </a:lnTo>
                  <a:lnTo>
                    <a:pt x="1384947" y="27559"/>
                  </a:lnTo>
                  <a:lnTo>
                    <a:pt x="1390637" y="17627"/>
                  </a:lnTo>
                  <a:lnTo>
                    <a:pt x="1394574" y="15138"/>
                  </a:lnTo>
                  <a:lnTo>
                    <a:pt x="1416515" y="15138"/>
                  </a:lnTo>
                  <a:lnTo>
                    <a:pt x="1416316" y="14846"/>
                  </a:lnTo>
                  <a:lnTo>
                    <a:pt x="1409064" y="9194"/>
                  </a:lnTo>
                  <a:lnTo>
                    <a:pt x="1404721" y="7772"/>
                  </a:lnTo>
                  <a:close/>
                </a:path>
                <a:path w="1611629" h="327025">
                  <a:moveTo>
                    <a:pt x="1416515" y="15138"/>
                  </a:moveTo>
                  <a:lnTo>
                    <a:pt x="1402994" y="15138"/>
                  </a:lnTo>
                  <a:lnTo>
                    <a:pt x="1405864" y="16243"/>
                  </a:lnTo>
                  <a:lnTo>
                    <a:pt x="1408252" y="18478"/>
                  </a:lnTo>
                  <a:lnTo>
                    <a:pt x="1410665" y="20701"/>
                  </a:lnTo>
                  <a:lnTo>
                    <a:pt x="1412506" y="23939"/>
                  </a:lnTo>
                  <a:lnTo>
                    <a:pt x="1413776" y="28194"/>
                  </a:lnTo>
                  <a:lnTo>
                    <a:pt x="1415072" y="32435"/>
                  </a:lnTo>
                  <a:lnTo>
                    <a:pt x="1415719" y="37592"/>
                  </a:lnTo>
                  <a:lnTo>
                    <a:pt x="1415719" y="52730"/>
                  </a:lnTo>
                  <a:lnTo>
                    <a:pt x="1414310" y="59728"/>
                  </a:lnTo>
                  <a:lnTo>
                    <a:pt x="1408671" y="69545"/>
                  </a:lnTo>
                  <a:lnTo>
                    <a:pt x="1404721" y="72009"/>
                  </a:lnTo>
                  <a:lnTo>
                    <a:pt x="1416693" y="72009"/>
                  </a:lnTo>
                  <a:lnTo>
                    <a:pt x="1419123" y="68414"/>
                  </a:lnTo>
                  <a:lnTo>
                    <a:pt x="1422946" y="57708"/>
                  </a:lnTo>
                  <a:lnTo>
                    <a:pt x="1423898" y="51231"/>
                  </a:lnTo>
                  <a:lnTo>
                    <a:pt x="1423898" y="36093"/>
                  </a:lnTo>
                  <a:lnTo>
                    <a:pt x="1422933" y="29641"/>
                  </a:lnTo>
                  <a:lnTo>
                    <a:pt x="1421002" y="24307"/>
                  </a:lnTo>
                  <a:lnTo>
                    <a:pt x="1419097" y="18935"/>
                  </a:lnTo>
                  <a:lnTo>
                    <a:pt x="1416515" y="15138"/>
                  </a:lnTo>
                  <a:close/>
                </a:path>
                <a:path w="1611629" h="327025">
                  <a:moveTo>
                    <a:pt x="1476514" y="39890"/>
                  </a:moveTo>
                  <a:lnTo>
                    <a:pt x="1428508" y="39890"/>
                  </a:lnTo>
                  <a:lnTo>
                    <a:pt x="1428508" y="47383"/>
                  </a:lnTo>
                  <a:lnTo>
                    <a:pt x="1476514" y="47383"/>
                  </a:lnTo>
                  <a:lnTo>
                    <a:pt x="1476514" y="39890"/>
                  </a:lnTo>
                  <a:close/>
                </a:path>
                <a:path w="1611629" h="327025">
                  <a:moveTo>
                    <a:pt x="1524749" y="8724"/>
                  </a:moveTo>
                  <a:lnTo>
                    <a:pt x="1480019" y="8724"/>
                  </a:lnTo>
                  <a:lnTo>
                    <a:pt x="1480019" y="16217"/>
                  </a:lnTo>
                  <a:lnTo>
                    <a:pt x="1516024" y="16217"/>
                  </a:lnTo>
                  <a:lnTo>
                    <a:pt x="1516024" y="16764"/>
                  </a:lnTo>
                  <a:lnTo>
                    <a:pt x="1484795" y="78549"/>
                  </a:lnTo>
                  <a:lnTo>
                    <a:pt x="1493659" y="78549"/>
                  </a:lnTo>
                  <a:lnTo>
                    <a:pt x="1524685" y="16764"/>
                  </a:lnTo>
                  <a:lnTo>
                    <a:pt x="1524749" y="8724"/>
                  </a:lnTo>
                  <a:close/>
                </a:path>
                <a:path w="1611629" h="327025">
                  <a:moveTo>
                    <a:pt x="1562709" y="7772"/>
                  </a:moveTo>
                  <a:lnTo>
                    <a:pt x="1552524" y="7772"/>
                  </a:lnTo>
                  <a:lnTo>
                    <a:pt x="1548155" y="9194"/>
                  </a:lnTo>
                  <a:lnTo>
                    <a:pt x="1540903" y="14846"/>
                  </a:lnTo>
                  <a:lnTo>
                    <a:pt x="1538135" y="18935"/>
                  </a:lnTo>
                  <a:lnTo>
                    <a:pt x="1534286" y="29641"/>
                  </a:lnTo>
                  <a:lnTo>
                    <a:pt x="1533334" y="36093"/>
                  </a:lnTo>
                  <a:lnTo>
                    <a:pt x="1533334" y="51231"/>
                  </a:lnTo>
                  <a:lnTo>
                    <a:pt x="1552473" y="79502"/>
                  </a:lnTo>
                  <a:lnTo>
                    <a:pt x="1562747" y="79502"/>
                  </a:lnTo>
                  <a:lnTo>
                    <a:pt x="1567129" y="78105"/>
                  </a:lnTo>
                  <a:lnTo>
                    <a:pt x="1574355" y="72491"/>
                  </a:lnTo>
                  <a:lnTo>
                    <a:pt x="1574681" y="72009"/>
                  </a:lnTo>
                  <a:lnTo>
                    <a:pt x="1554225" y="72009"/>
                  </a:lnTo>
                  <a:lnTo>
                    <a:pt x="1551330" y="70904"/>
                  </a:lnTo>
                  <a:lnTo>
                    <a:pt x="1546529" y="66497"/>
                  </a:lnTo>
                  <a:lnTo>
                    <a:pt x="1544700" y="63271"/>
                  </a:lnTo>
                  <a:lnTo>
                    <a:pt x="1542160" y="54813"/>
                  </a:lnTo>
                  <a:lnTo>
                    <a:pt x="1541525" y="49682"/>
                  </a:lnTo>
                  <a:lnTo>
                    <a:pt x="1541525" y="34569"/>
                  </a:lnTo>
                  <a:lnTo>
                    <a:pt x="1542935" y="27559"/>
                  </a:lnTo>
                  <a:lnTo>
                    <a:pt x="1548625" y="17627"/>
                  </a:lnTo>
                  <a:lnTo>
                    <a:pt x="1552562" y="15138"/>
                  </a:lnTo>
                  <a:lnTo>
                    <a:pt x="1574503" y="15138"/>
                  </a:lnTo>
                  <a:lnTo>
                    <a:pt x="1574304" y="14846"/>
                  </a:lnTo>
                  <a:lnTo>
                    <a:pt x="1567052" y="9194"/>
                  </a:lnTo>
                  <a:lnTo>
                    <a:pt x="1562709" y="7772"/>
                  </a:lnTo>
                  <a:close/>
                </a:path>
                <a:path w="1611629" h="327025">
                  <a:moveTo>
                    <a:pt x="1574503" y="15138"/>
                  </a:moveTo>
                  <a:lnTo>
                    <a:pt x="1560982" y="15138"/>
                  </a:lnTo>
                  <a:lnTo>
                    <a:pt x="1563852" y="16243"/>
                  </a:lnTo>
                  <a:lnTo>
                    <a:pt x="1566240" y="18478"/>
                  </a:lnTo>
                  <a:lnTo>
                    <a:pt x="1568653" y="20701"/>
                  </a:lnTo>
                  <a:lnTo>
                    <a:pt x="1570494" y="23939"/>
                  </a:lnTo>
                  <a:lnTo>
                    <a:pt x="1571764" y="28194"/>
                  </a:lnTo>
                  <a:lnTo>
                    <a:pt x="1573060" y="32435"/>
                  </a:lnTo>
                  <a:lnTo>
                    <a:pt x="1573707" y="37592"/>
                  </a:lnTo>
                  <a:lnTo>
                    <a:pt x="1573707" y="52730"/>
                  </a:lnTo>
                  <a:lnTo>
                    <a:pt x="1572298" y="59728"/>
                  </a:lnTo>
                  <a:lnTo>
                    <a:pt x="1566659" y="69545"/>
                  </a:lnTo>
                  <a:lnTo>
                    <a:pt x="1562709" y="72009"/>
                  </a:lnTo>
                  <a:lnTo>
                    <a:pt x="1574681" y="72009"/>
                  </a:lnTo>
                  <a:lnTo>
                    <a:pt x="1577111" y="68414"/>
                  </a:lnTo>
                  <a:lnTo>
                    <a:pt x="1580934" y="57708"/>
                  </a:lnTo>
                  <a:lnTo>
                    <a:pt x="1581886" y="51231"/>
                  </a:lnTo>
                  <a:lnTo>
                    <a:pt x="1581886" y="36093"/>
                  </a:lnTo>
                  <a:lnTo>
                    <a:pt x="1580921" y="29641"/>
                  </a:lnTo>
                  <a:lnTo>
                    <a:pt x="1578990" y="24307"/>
                  </a:lnTo>
                  <a:lnTo>
                    <a:pt x="1577085" y="18935"/>
                  </a:lnTo>
                  <a:lnTo>
                    <a:pt x="1574503" y="15138"/>
                  </a:lnTo>
                  <a:close/>
                </a:path>
                <a:path w="1611629" h="327025">
                  <a:moveTo>
                    <a:pt x="1598079" y="0"/>
                  </a:moveTo>
                  <a:lnTo>
                    <a:pt x="1590992" y="0"/>
                  </a:lnTo>
                  <a:lnTo>
                    <a:pt x="1593176" y="2997"/>
                  </a:lnTo>
                  <a:lnTo>
                    <a:pt x="1595158" y="6883"/>
                  </a:lnTo>
                  <a:lnTo>
                    <a:pt x="1598701" y="16433"/>
                  </a:lnTo>
                  <a:lnTo>
                    <a:pt x="1600111" y="21602"/>
                  </a:lnTo>
                  <a:lnTo>
                    <a:pt x="1602193" y="32740"/>
                  </a:lnTo>
                  <a:lnTo>
                    <a:pt x="1602727" y="38227"/>
                  </a:lnTo>
                  <a:lnTo>
                    <a:pt x="1602727" y="47675"/>
                  </a:lnTo>
                  <a:lnTo>
                    <a:pt x="1595564" y="78955"/>
                  </a:lnTo>
                  <a:lnTo>
                    <a:pt x="1594154" y="82257"/>
                  </a:lnTo>
                  <a:lnTo>
                    <a:pt x="1592630" y="85026"/>
                  </a:lnTo>
                  <a:lnTo>
                    <a:pt x="1590992" y="87274"/>
                  </a:lnTo>
                  <a:lnTo>
                    <a:pt x="1598079" y="87274"/>
                  </a:lnTo>
                  <a:lnTo>
                    <a:pt x="1602244" y="81203"/>
                  </a:lnTo>
                  <a:lnTo>
                    <a:pt x="1605432" y="74574"/>
                  </a:lnTo>
                  <a:lnTo>
                    <a:pt x="1609895" y="60198"/>
                  </a:lnTo>
                  <a:lnTo>
                    <a:pt x="1611045" y="52222"/>
                  </a:lnTo>
                  <a:lnTo>
                    <a:pt x="1611045" y="35039"/>
                  </a:lnTo>
                  <a:lnTo>
                    <a:pt x="1609915" y="27139"/>
                  </a:lnTo>
                  <a:lnTo>
                    <a:pt x="1605432" y="12712"/>
                  </a:lnTo>
                  <a:lnTo>
                    <a:pt x="1602244" y="6057"/>
                  </a:lnTo>
                  <a:lnTo>
                    <a:pt x="1598079" y="0"/>
                  </a:lnTo>
                  <a:close/>
                </a:path>
                <a:path w="1611629" h="327025">
                  <a:moveTo>
                    <a:pt x="5181" y="156032"/>
                  </a:moveTo>
                  <a:lnTo>
                    <a:pt x="0" y="161340"/>
                  </a:lnTo>
                  <a:lnTo>
                    <a:pt x="23190" y="184391"/>
                  </a:lnTo>
                  <a:lnTo>
                    <a:pt x="33851" y="173761"/>
                  </a:lnTo>
                  <a:lnTo>
                    <a:pt x="23190" y="173761"/>
                  </a:lnTo>
                  <a:lnTo>
                    <a:pt x="5181" y="156032"/>
                  </a:lnTo>
                  <a:close/>
                </a:path>
                <a:path w="1611629" h="327025">
                  <a:moveTo>
                    <a:pt x="60413" y="136664"/>
                  </a:moveTo>
                  <a:lnTo>
                    <a:pt x="23190" y="173761"/>
                  </a:lnTo>
                  <a:lnTo>
                    <a:pt x="33851" y="173761"/>
                  </a:lnTo>
                  <a:lnTo>
                    <a:pt x="65735" y="141973"/>
                  </a:lnTo>
                  <a:lnTo>
                    <a:pt x="60413" y="136664"/>
                  </a:lnTo>
                  <a:close/>
                </a:path>
                <a:path w="1611629" h="327025">
                  <a:moveTo>
                    <a:pt x="108140" y="130517"/>
                  </a:moveTo>
                  <a:lnTo>
                    <a:pt x="99682" y="130517"/>
                  </a:lnTo>
                  <a:lnTo>
                    <a:pt x="99682" y="192849"/>
                  </a:lnTo>
                  <a:lnTo>
                    <a:pt x="108140" y="192849"/>
                  </a:lnTo>
                  <a:lnTo>
                    <a:pt x="108140" y="130517"/>
                  </a:lnTo>
                  <a:close/>
                </a:path>
                <a:path w="1611629" h="327025">
                  <a:moveTo>
                    <a:pt x="130086" y="123024"/>
                  </a:moveTo>
                  <a:lnTo>
                    <a:pt x="77723" y="123024"/>
                  </a:lnTo>
                  <a:lnTo>
                    <a:pt x="77723" y="130517"/>
                  </a:lnTo>
                  <a:lnTo>
                    <a:pt x="130086" y="130517"/>
                  </a:lnTo>
                  <a:lnTo>
                    <a:pt x="130086" y="123024"/>
                  </a:lnTo>
                  <a:close/>
                </a:path>
                <a:path w="1611629" h="327025">
                  <a:moveTo>
                    <a:pt x="157200" y="139801"/>
                  </a:moveTo>
                  <a:lnTo>
                    <a:pt x="149745" y="139801"/>
                  </a:lnTo>
                  <a:lnTo>
                    <a:pt x="145605" y="140957"/>
                  </a:lnTo>
                  <a:lnTo>
                    <a:pt x="131065" y="160782"/>
                  </a:lnTo>
                  <a:lnTo>
                    <a:pt x="130999" y="161099"/>
                  </a:lnTo>
                  <a:lnTo>
                    <a:pt x="150240" y="193941"/>
                  </a:lnTo>
                  <a:lnTo>
                    <a:pt x="158838" y="193941"/>
                  </a:lnTo>
                  <a:lnTo>
                    <a:pt x="162026" y="193395"/>
                  </a:lnTo>
                  <a:lnTo>
                    <a:pt x="167716" y="191185"/>
                  </a:lnTo>
                  <a:lnTo>
                    <a:pt x="170091" y="189649"/>
                  </a:lnTo>
                  <a:lnTo>
                    <a:pt x="172950" y="186715"/>
                  </a:lnTo>
                  <a:lnTo>
                    <a:pt x="152031" y="186715"/>
                  </a:lnTo>
                  <a:lnTo>
                    <a:pt x="149186" y="186004"/>
                  </a:lnTo>
                  <a:lnTo>
                    <a:pt x="138925" y="169392"/>
                  </a:lnTo>
                  <a:lnTo>
                    <a:pt x="136601" y="169392"/>
                  </a:lnTo>
                  <a:lnTo>
                    <a:pt x="136601" y="162433"/>
                  </a:lnTo>
                  <a:lnTo>
                    <a:pt x="138925" y="162433"/>
                  </a:lnTo>
                  <a:lnTo>
                    <a:pt x="138925" y="160782"/>
                  </a:lnTo>
                  <a:lnTo>
                    <a:pt x="151269" y="147027"/>
                  </a:lnTo>
                  <a:lnTo>
                    <a:pt x="171368" y="147027"/>
                  </a:lnTo>
                  <a:lnTo>
                    <a:pt x="167627" y="143548"/>
                  </a:lnTo>
                  <a:lnTo>
                    <a:pt x="165214" y="142074"/>
                  </a:lnTo>
                  <a:lnTo>
                    <a:pt x="159892" y="140246"/>
                  </a:lnTo>
                  <a:lnTo>
                    <a:pt x="157200" y="139801"/>
                  </a:lnTo>
                  <a:close/>
                </a:path>
                <a:path w="1611629" h="327025">
                  <a:moveTo>
                    <a:pt x="168376" y="178523"/>
                  </a:moveTo>
                  <a:lnTo>
                    <a:pt x="157403" y="186715"/>
                  </a:lnTo>
                  <a:lnTo>
                    <a:pt x="172950" y="186715"/>
                  </a:lnTo>
                  <a:lnTo>
                    <a:pt x="173964" y="185661"/>
                  </a:lnTo>
                  <a:lnTo>
                    <a:pt x="175336" y="183349"/>
                  </a:lnTo>
                  <a:lnTo>
                    <a:pt x="176148" y="180708"/>
                  </a:lnTo>
                  <a:lnTo>
                    <a:pt x="168376" y="178523"/>
                  </a:lnTo>
                  <a:close/>
                </a:path>
                <a:path w="1611629" h="327025">
                  <a:moveTo>
                    <a:pt x="138925" y="162433"/>
                  </a:moveTo>
                  <a:lnTo>
                    <a:pt x="136601" y="162433"/>
                  </a:lnTo>
                  <a:lnTo>
                    <a:pt x="136601" y="169392"/>
                  </a:lnTo>
                  <a:lnTo>
                    <a:pt x="138925" y="169392"/>
                  </a:lnTo>
                  <a:lnTo>
                    <a:pt x="138925" y="162433"/>
                  </a:lnTo>
                  <a:close/>
                </a:path>
                <a:path w="1611629" h="327025">
                  <a:moveTo>
                    <a:pt x="171368" y="147027"/>
                  </a:moveTo>
                  <a:lnTo>
                    <a:pt x="157378" y="147027"/>
                  </a:lnTo>
                  <a:lnTo>
                    <a:pt x="160334" y="147815"/>
                  </a:lnTo>
                  <a:lnTo>
                    <a:pt x="160088" y="147815"/>
                  </a:lnTo>
                  <a:lnTo>
                    <a:pt x="164198" y="150380"/>
                  </a:lnTo>
                  <a:lnTo>
                    <a:pt x="165861" y="152209"/>
                  </a:lnTo>
                  <a:lnTo>
                    <a:pt x="168198" y="156845"/>
                  </a:lnTo>
                  <a:lnTo>
                    <a:pt x="168795" y="159486"/>
                  </a:lnTo>
                  <a:lnTo>
                    <a:pt x="168795" y="162433"/>
                  </a:lnTo>
                  <a:lnTo>
                    <a:pt x="138925" y="162433"/>
                  </a:lnTo>
                  <a:lnTo>
                    <a:pt x="138925" y="169392"/>
                  </a:lnTo>
                  <a:lnTo>
                    <a:pt x="176974" y="169392"/>
                  </a:lnTo>
                  <a:lnTo>
                    <a:pt x="176924" y="160782"/>
                  </a:lnTo>
                  <a:lnTo>
                    <a:pt x="176326" y="156984"/>
                  </a:lnTo>
                  <a:lnTo>
                    <a:pt x="173765" y="150380"/>
                  </a:lnTo>
                  <a:lnTo>
                    <a:pt x="172127" y="147815"/>
                  </a:lnTo>
                  <a:lnTo>
                    <a:pt x="171368" y="147027"/>
                  </a:lnTo>
                  <a:close/>
                </a:path>
                <a:path w="1611629" h="327025">
                  <a:moveTo>
                    <a:pt x="193408" y="178396"/>
                  </a:moveTo>
                  <a:lnTo>
                    <a:pt x="185775" y="180301"/>
                  </a:lnTo>
                  <a:lnTo>
                    <a:pt x="186702" y="184759"/>
                  </a:lnTo>
                  <a:lnTo>
                    <a:pt x="188912" y="188150"/>
                  </a:lnTo>
                  <a:lnTo>
                    <a:pt x="195922" y="192786"/>
                  </a:lnTo>
                  <a:lnTo>
                    <a:pt x="200342" y="193941"/>
                  </a:lnTo>
                  <a:lnTo>
                    <a:pt x="209753" y="193941"/>
                  </a:lnTo>
                  <a:lnTo>
                    <a:pt x="213321" y="193255"/>
                  </a:lnTo>
                  <a:lnTo>
                    <a:pt x="219455" y="190525"/>
                  </a:lnTo>
                  <a:lnTo>
                    <a:pt x="221843" y="188671"/>
                  </a:lnTo>
                  <a:lnTo>
                    <a:pt x="223158" y="186855"/>
                  </a:lnTo>
                  <a:lnTo>
                    <a:pt x="202247" y="186855"/>
                  </a:lnTo>
                  <a:lnTo>
                    <a:pt x="199580" y="186143"/>
                  </a:lnTo>
                  <a:lnTo>
                    <a:pt x="195503" y="183324"/>
                  </a:lnTo>
                  <a:lnTo>
                    <a:pt x="194156" y="181254"/>
                  </a:lnTo>
                  <a:lnTo>
                    <a:pt x="194053" y="180911"/>
                  </a:lnTo>
                  <a:lnTo>
                    <a:pt x="193408" y="178396"/>
                  </a:lnTo>
                  <a:close/>
                </a:path>
                <a:path w="1611629" h="327025">
                  <a:moveTo>
                    <a:pt x="211823" y="139801"/>
                  </a:moveTo>
                  <a:lnTo>
                    <a:pt x="202958" y="139801"/>
                  </a:lnTo>
                  <a:lnTo>
                    <a:pt x="199656" y="140449"/>
                  </a:lnTo>
                  <a:lnTo>
                    <a:pt x="193865" y="143040"/>
                  </a:lnTo>
                  <a:lnTo>
                    <a:pt x="191579" y="144818"/>
                  </a:lnTo>
                  <a:lnTo>
                    <a:pt x="188239" y="149364"/>
                  </a:lnTo>
                  <a:lnTo>
                    <a:pt x="187401" y="151980"/>
                  </a:lnTo>
                  <a:lnTo>
                    <a:pt x="187401" y="158546"/>
                  </a:lnTo>
                  <a:lnTo>
                    <a:pt x="212686" y="171919"/>
                  </a:lnTo>
                  <a:lnTo>
                    <a:pt x="214642" y="172847"/>
                  </a:lnTo>
                  <a:lnTo>
                    <a:pt x="217182" y="175323"/>
                  </a:lnTo>
                  <a:lnTo>
                    <a:pt x="217817" y="176847"/>
                  </a:lnTo>
                  <a:lnTo>
                    <a:pt x="217817" y="180911"/>
                  </a:lnTo>
                  <a:lnTo>
                    <a:pt x="216700" y="182841"/>
                  </a:lnTo>
                  <a:lnTo>
                    <a:pt x="212145" y="186143"/>
                  </a:lnTo>
                  <a:lnTo>
                    <a:pt x="211937" y="186143"/>
                  </a:lnTo>
                  <a:lnTo>
                    <a:pt x="209295" y="186855"/>
                  </a:lnTo>
                  <a:lnTo>
                    <a:pt x="223158" y="186855"/>
                  </a:lnTo>
                  <a:lnTo>
                    <a:pt x="225272" y="183934"/>
                  </a:lnTo>
                  <a:lnTo>
                    <a:pt x="226136" y="181254"/>
                  </a:lnTo>
                  <a:lnTo>
                    <a:pt x="226136" y="174599"/>
                  </a:lnTo>
                  <a:lnTo>
                    <a:pt x="201358" y="161391"/>
                  </a:lnTo>
                  <a:lnTo>
                    <a:pt x="199085" y="160426"/>
                  </a:lnTo>
                  <a:lnTo>
                    <a:pt x="196176" y="158102"/>
                  </a:lnTo>
                  <a:lnTo>
                    <a:pt x="195452" y="156527"/>
                  </a:lnTo>
                  <a:lnTo>
                    <a:pt x="195452" y="152273"/>
                  </a:lnTo>
                  <a:lnTo>
                    <a:pt x="196507" y="150418"/>
                  </a:lnTo>
                  <a:lnTo>
                    <a:pt x="200761" y="147497"/>
                  </a:lnTo>
                  <a:lnTo>
                    <a:pt x="203428" y="146748"/>
                  </a:lnTo>
                  <a:lnTo>
                    <a:pt x="222716" y="146748"/>
                  </a:lnTo>
                  <a:lnTo>
                    <a:pt x="221818" y="145478"/>
                  </a:lnTo>
                  <a:lnTo>
                    <a:pt x="215887" y="140931"/>
                  </a:lnTo>
                  <a:lnTo>
                    <a:pt x="211823" y="139801"/>
                  </a:lnTo>
                  <a:close/>
                </a:path>
                <a:path w="1611629" h="327025">
                  <a:moveTo>
                    <a:pt x="222716" y="146748"/>
                  </a:moveTo>
                  <a:lnTo>
                    <a:pt x="208978" y="146748"/>
                  </a:lnTo>
                  <a:lnTo>
                    <a:pt x="210896" y="147129"/>
                  </a:lnTo>
                  <a:lnTo>
                    <a:pt x="213893" y="148628"/>
                  </a:lnTo>
                  <a:lnTo>
                    <a:pt x="215074" y="149580"/>
                  </a:lnTo>
                  <a:lnTo>
                    <a:pt x="216885" y="151980"/>
                  </a:lnTo>
                  <a:lnTo>
                    <a:pt x="217500" y="153047"/>
                  </a:lnTo>
                  <a:lnTo>
                    <a:pt x="217957" y="154254"/>
                  </a:lnTo>
                  <a:lnTo>
                    <a:pt x="224959" y="152273"/>
                  </a:lnTo>
                  <a:lnTo>
                    <a:pt x="225204" y="152273"/>
                  </a:lnTo>
                  <a:lnTo>
                    <a:pt x="223989" y="148628"/>
                  </a:lnTo>
                  <a:lnTo>
                    <a:pt x="223939" y="148475"/>
                  </a:lnTo>
                  <a:lnTo>
                    <a:pt x="222716" y="146748"/>
                  </a:lnTo>
                  <a:close/>
                </a:path>
                <a:path w="1611629" h="327025">
                  <a:moveTo>
                    <a:pt x="248716" y="127927"/>
                  </a:moveTo>
                  <a:lnTo>
                    <a:pt x="240664" y="127927"/>
                  </a:lnTo>
                  <a:lnTo>
                    <a:pt x="240664" y="183070"/>
                  </a:lnTo>
                  <a:lnTo>
                    <a:pt x="252577" y="193535"/>
                  </a:lnTo>
                  <a:lnTo>
                    <a:pt x="257076" y="193535"/>
                  </a:lnTo>
                  <a:lnTo>
                    <a:pt x="259319" y="193040"/>
                  </a:lnTo>
                  <a:lnTo>
                    <a:pt x="260311" y="192786"/>
                  </a:lnTo>
                  <a:lnTo>
                    <a:pt x="260857" y="192582"/>
                  </a:lnTo>
                  <a:lnTo>
                    <a:pt x="259314" y="185762"/>
                  </a:lnTo>
                  <a:lnTo>
                    <a:pt x="253936" y="185762"/>
                  </a:lnTo>
                  <a:lnTo>
                    <a:pt x="251117" y="184823"/>
                  </a:lnTo>
                  <a:lnTo>
                    <a:pt x="251256" y="184823"/>
                  </a:lnTo>
                  <a:lnTo>
                    <a:pt x="250393" y="184073"/>
                  </a:lnTo>
                  <a:lnTo>
                    <a:pt x="249777" y="183070"/>
                  </a:lnTo>
                  <a:lnTo>
                    <a:pt x="249046" y="181825"/>
                  </a:lnTo>
                  <a:lnTo>
                    <a:pt x="248716" y="180124"/>
                  </a:lnTo>
                  <a:lnTo>
                    <a:pt x="248716" y="127927"/>
                  </a:lnTo>
                  <a:close/>
                </a:path>
                <a:path w="1611629" h="327025">
                  <a:moveTo>
                    <a:pt x="240664" y="140474"/>
                  </a:moveTo>
                  <a:lnTo>
                    <a:pt x="232765" y="140474"/>
                  </a:lnTo>
                  <a:lnTo>
                    <a:pt x="232765" y="147294"/>
                  </a:lnTo>
                  <a:lnTo>
                    <a:pt x="240664" y="147294"/>
                  </a:lnTo>
                  <a:lnTo>
                    <a:pt x="240664" y="140474"/>
                  </a:lnTo>
                  <a:close/>
                </a:path>
                <a:path w="1611629" h="327025">
                  <a:moveTo>
                    <a:pt x="259905" y="140474"/>
                  </a:moveTo>
                  <a:lnTo>
                    <a:pt x="248716" y="140474"/>
                  </a:lnTo>
                  <a:lnTo>
                    <a:pt x="248716" y="147294"/>
                  </a:lnTo>
                  <a:lnTo>
                    <a:pt x="259905" y="147294"/>
                  </a:lnTo>
                  <a:lnTo>
                    <a:pt x="259905" y="140474"/>
                  </a:lnTo>
                  <a:close/>
                </a:path>
                <a:path w="1611629" h="327025">
                  <a:moveTo>
                    <a:pt x="278930" y="140474"/>
                  </a:moveTo>
                  <a:lnTo>
                    <a:pt x="270878" y="140474"/>
                  </a:lnTo>
                  <a:lnTo>
                    <a:pt x="270878" y="192849"/>
                  </a:lnTo>
                  <a:lnTo>
                    <a:pt x="278930" y="192849"/>
                  </a:lnTo>
                  <a:lnTo>
                    <a:pt x="278930" y="140474"/>
                  </a:lnTo>
                  <a:close/>
                </a:path>
                <a:path w="1611629" h="327025">
                  <a:moveTo>
                    <a:pt x="276542" y="120840"/>
                  </a:moveTo>
                  <a:lnTo>
                    <a:pt x="273405" y="120840"/>
                  </a:lnTo>
                  <a:lnTo>
                    <a:pt x="272046" y="121373"/>
                  </a:lnTo>
                  <a:lnTo>
                    <a:pt x="269798" y="123507"/>
                  </a:lnTo>
                  <a:lnTo>
                    <a:pt x="269239" y="124790"/>
                  </a:lnTo>
                  <a:lnTo>
                    <a:pt x="269239" y="127800"/>
                  </a:lnTo>
                  <a:lnTo>
                    <a:pt x="269798" y="129082"/>
                  </a:lnTo>
                  <a:lnTo>
                    <a:pt x="272046" y="131216"/>
                  </a:lnTo>
                  <a:lnTo>
                    <a:pt x="273405" y="131749"/>
                  </a:lnTo>
                  <a:lnTo>
                    <a:pt x="276542" y="131749"/>
                  </a:lnTo>
                  <a:lnTo>
                    <a:pt x="277875" y="131216"/>
                  </a:lnTo>
                  <a:lnTo>
                    <a:pt x="280136" y="129082"/>
                  </a:lnTo>
                  <a:lnTo>
                    <a:pt x="280695" y="127800"/>
                  </a:lnTo>
                  <a:lnTo>
                    <a:pt x="280695" y="124790"/>
                  </a:lnTo>
                  <a:lnTo>
                    <a:pt x="280136" y="123507"/>
                  </a:lnTo>
                  <a:lnTo>
                    <a:pt x="277875" y="121373"/>
                  </a:lnTo>
                  <a:lnTo>
                    <a:pt x="276542" y="120840"/>
                  </a:lnTo>
                  <a:close/>
                </a:path>
                <a:path w="1611629" h="327025">
                  <a:moveTo>
                    <a:pt x="300316" y="140614"/>
                  </a:moveTo>
                  <a:lnTo>
                    <a:pt x="292544" y="140614"/>
                  </a:lnTo>
                  <a:lnTo>
                    <a:pt x="292544" y="192849"/>
                  </a:lnTo>
                  <a:lnTo>
                    <a:pt x="300583" y="192849"/>
                  </a:lnTo>
                  <a:lnTo>
                    <a:pt x="300583" y="158305"/>
                  </a:lnTo>
                  <a:lnTo>
                    <a:pt x="301101" y="156006"/>
                  </a:lnTo>
                  <a:lnTo>
                    <a:pt x="301167" y="155714"/>
                  </a:lnTo>
                  <a:lnTo>
                    <a:pt x="303479" y="151434"/>
                  </a:lnTo>
                  <a:lnTo>
                    <a:pt x="305066" y="149809"/>
                  </a:lnTo>
                  <a:lnTo>
                    <a:pt x="307130" y="148666"/>
                  </a:lnTo>
                  <a:lnTo>
                    <a:pt x="300316" y="148666"/>
                  </a:lnTo>
                  <a:lnTo>
                    <a:pt x="300316" y="140614"/>
                  </a:lnTo>
                  <a:close/>
                </a:path>
                <a:path w="1611629" h="327025">
                  <a:moveTo>
                    <a:pt x="331028" y="147027"/>
                  </a:moveTo>
                  <a:lnTo>
                    <a:pt x="317677" y="147027"/>
                  </a:lnTo>
                  <a:lnTo>
                    <a:pt x="320611" y="148183"/>
                  </a:lnTo>
                  <a:lnTo>
                    <a:pt x="322745" y="150507"/>
                  </a:lnTo>
                  <a:lnTo>
                    <a:pt x="324878" y="152793"/>
                  </a:lnTo>
                  <a:lnTo>
                    <a:pt x="325848" y="155714"/>
                  </a:lnTo>
                  <a:lnTo>
                    <a:pt x="325945" y="192849"/>
                  </a:lnTo>
                  <a:lnTo>
                    <a:pt x="333997" y="192849"/>
                  </a:lnTo>
                  <a:lnTo>
                    <a:pt x="333997" y="155117"/>
                  </a:lnTo>
                  <a:lnTo>
                    <a:pt x="333260" y="151434"/>
                  </a:lnTo>
                  <a:lnTo>
                    <a:pt x="331028" y="147027"/>
                  </a:lnTo>
                  <a:close/>
                </a:path>
                <a:path w="1611629" h="327025">
                  <a:moveTo>
                    <a:pt x="319811" y="139801"/>
                  </a:moveTo>
                  <a:lnTo>
                    <a:pt x="312318" y="139801"/>
                  </a:lnTo>
                  <a:lnTo>
                    <a:pt x="309079" y="140614"/>
                  </a:lnTo>
                  <a:lnTo>
                    <a:pt x="306590" y="142252"/>
                  </a:lnTo>
                  <a:lnTo>
                    <a:pt x="304088" y="143865"/>
                  </a:lnTo>
                  <a:lnTo>
                    <a:pt x="302221" y="145999"/>
                  </a:lnTo>
                  <a:lnTo>
                    <a:pt x="300989" y="148666"/>
                  </a:lnTo>
                  <a:lnTo>
                    <a:pt x="307130" y="148666"/>
                  </a:lnTo>
                  <a:lnTo>
                    <a:pt x="309079" y="147586"/>
                  </a:lnTo>
                  <a:lnTo>
                    <a:pt x="311378" y="147027"/>
                  </a:lnTo>
                  <a:lnTo>
                    <a:pt x="331028" y="147027"/>
                  </a:lnTo>
                  <a:lnTo>
                    <a:pt x="330301" y="145592"/>
                  </a:lnTo>
                  <a:lnTo>
                    <a:pt x="328231" y="143408"/>
                  </a:lnTo>
                  <a:lnTo>
                    <a:pt x="323086" y="140614"/>
                  </a:lnTo>
                  <a:lnTo>
                    <a:pt x="323305" y="140614"/>
                  </a:lnTo>
                  <a:lnTo>
                    <a:pt x="319811" y="139801"/>
                  </a:lnTo>
                  <a:close/>
                </a:path>
                <a:path w="1611629" h="327025">
                  <a:moveTo>
                    <a:pt x="353707" y="198577"/>
                  </a:moveTo>
                  <a:lnTo>
                    <a:pt x="348102" y="202514"/>
                  </a:lnTo>
                  <a:lnTo>
                    <a:pt x="347322" y="203098"/>
                  </a:lnTo>
                  <a:lnTo>
                    <a:pt x="348399" y="204901"/>
                  </a:lnTo>
                  <a:lnTo>
                    <a:pt x="364832" y="213575"/>
                  </a:lnTo>
                  <a:lnTo>
                    <a:pt x="372897" y="213575"/>
                  </a:lnTo>
                  <a:lnTo>
                    <a:pt x="376694" y="212902"/>
                  </a:lnTo>
                  <a:lnTo>
                    <a:pt x="383539" y="210248"/>
                  </a:lnTo>
                  <a:lnTo>
                    <a:pt x="386257" y="208165"/>
                  </a:lnTo>
                  <a:lnTo>
                    <a:pt x="387384" y="206603"/>
                  </a:lnTo>
                  <a:lnTo>
                    <a:pt x="366177" y="206603"/>
                  </a:lnTo>
                  <a:lnTo>
                    <a:pt x="363004" y="206019"/>
                  </a:lnTo>
                  <a:lnTo>
                    <a:pt x="359117" y="204177"/>
                  </a:lnTo>
                  <a:lnTo>
                    <a:pt x="357593" y="203098"/>
                  </a:lnTo>
                  <a:lnTo>
                    <a:pt x="355358" y="200621"/>
                  </a:lnTo>
                  <a:lnTo>
                    <a:pt x="354444" y="199529"/>
                  </a:lnTo>
                  <a:lnTo>
                    <a:pt x="353707" y="198577"/>
                  </a:lnTo>
                  <a:close/>
                </a:path>
                <a:path w="1611629" h="327025">
                  <a:moveTo>
                    <a:pt x="391350" y="183172"/>
                  </a:moveTo>
                  <a:lnTo>
                    <a:pt x="383311" y="183172"/>
                  </a:lnTo>
                  <a:lnTo>
                    <a:pt x="383311" y="198170"/>
                  </a:lnTo>
                  <a:lnTo>
                    <a:pt x="381927" y="201371"/>
                  </a:lnTo>
                  <a:lnTo>
                    <a:pt x="376427" y="205460"/>
                  </a:lnTo>
                  <a:lnTo>
                    <a:pt x="372561" y="206603"/>
                  </a:lnTo>
                  <a:lnTo>
                    <a:pt x="387384" y="206603"/>
                  </a:lnTo>
                  <a:lnTo>
                    <a:pt x="390334" y="202514"/>
                  </a:lnTo>
                  <a:lnTo>
                    <a:pt x="391350" y="198843"/>
                  </a:lnTo>
                  <a:lnTo>
                    <a:pt x="391350" y="183172"/>
                  </a:lnTo>
                  <a:close/>
                </a:path>
                <a:path w="1611629" h="327025">
                  <a:moveTo>
                    <a:pt x="370903" y="139801"/>
                  </a:moveTo>
                  <a:lnTo>
                    <a:pt x="363080" y="139801"/>
                  </a:lnTo>
                  <a:lnTo>
                    <a:pt x="359194" y="140893"/>
                  </a:lnTo>
                  <a:lnTo>
                    <a:pt x="352430" y="145326"/>
                  </a:lnTo>
                  <a:lnTo>
                    <a:pt x="349834" y="148374"/>
                  </a:lnTo>
                  <a:lnTo>
                    <a:pt x="346062" y="156362"/>
                  </a:lnTo>
                  <a:lnTo>
                    <a:pt x="345122" y="161023"/>
                  </a:lnTo>
                  <a:lnTo>
                    <a:pt x="345122" y="171843"/>
                  </a:lnTo>
                  <a:lnTo>
                    <a:pt x="363118" y="192036"/>
                  </a:lnTo>
                  <a:lnTo>
                    <a:pt x="370763" y="192036"/>
                  </a:lnTo>
                  <a:lnTo>
                    <a:pt x="381556" y="184797"/>
                  </a:lnTo>
                  <a:lnTo>
                    <a:pt x="365074" y="184797"/>
                  </a:lnTo>
                  <a:lnTo>
                    <a:pt x="362624" y="184124"/>
                  </a:lnTo>
                  <a:lnTo>
                    <a:pt x="362400" y="184124"/>
                  </a:lnTo>
                  <a:lnTo>
                    <a:pt x="357733" y="180860"/>
                  </a:lnTo>
                  <a:lnTo>
                    <a:pt x="356031" y="178676"/>
                  </a:lnTo>
                  <a:lnTo>
                    <a:pt x="353733" y="173113"/>
                  </a:lnTo>
                  <a:lnTo>
                    <a:pt x="353213" y="170116"/>
                  </a:lnTo>
                  <a:lnTo>
                    <a:pt x="353212" y="162483"/>
                  </a:lnTo>
                  <a:lnTo>
                    <a:pt x="353720" y="159486"/>
                  </a:lnTo>
                  <a:lnTo>
                    <a:pt x="355980" y="153657"/>
                  </a:lnTo>
                  <a:lnTo>
                    <a:pt x="357670" y="151345"/>
                  </a:lnTo>
                  <a:lnTo>
                    <a:pt x="362191" y="147891"/>
                  </a:lnTo>
                  <a:lnTo>
                    <a:pt x="365036" y="147027"/>
                  </a:lnTo>
                  <a:lnTo>
                    <a:pt x="381542" y="147027"/>
                  </a:lnTo>
                  <a:lnTo>
                    <a:pt x="380237" y="145326"/>
                  </a:lnTo>
                  <a:lnTo>
                    <a:pt x="379171" y="143891"/>
                  </a:lnTo>
                  <a:lnTo>
                    <a:pt x="377621" y="142621"/>
                  </a:lnTo>
                  <a:lnTo>
                    <a:pt x="375602" y="141503"/>
                  </a:lnTo>
                  <a:lnTo>
                    <a:pt x="373807" y="140474"/>
                  </a:lnTo>
                  <a:lnTo>
                    <a:pt x="374161" y="140474"/>
                  </a:lnTo>
                  <a:lnTo>
                    <a:pt x="370903" y="139801"/>
                  </a:lnTo>
                  <a:close/>
                </a:path>
                <a:path w="1611629" h="327025">
                  <a:moveTo>
                    <a:pt x="381542" y="147027"/>
                  </a:moveTo>
                  <a:lnTo>
                    <a:pt x="371716" y="147027"/>
                  </a:lnTo>
                  <a:lnTo>
                    <a:pt x="374541" y="147891"/>
                  </a:lnTo>
                  <a:lnTo>
                    <a:pt x="378917" y="151117"/>
                  </a:lnTo>
                  <a:lnTo>
                    <a:pt x="380606" y="153377"/>
                  </a:lnTo>
                  <a:lnTo>
                    <a:pt x="382879" y="159156"/>
                  </a:lnTo>
                  <a:lnTo>
                    <a:pt x="383438" y="162483"/>
                  </a:lnTo>
                  <a:lnTo>
                    <a:pt x="383438" y="170116"/>
                  </a:lnTo>
                  <a:lnTo>
                    <a:pt x="382923" y="173113"/>
                  </a:lnTo>
                  <a:lnTo>
                    <a:pt x="382866" y="173443"/>
                  </a:lnTo>
                  <a:lnTo>
                    <a:pt x="380542" y="178981"/>
                  </a:lnTo>
                  <a:lnTo>
                    <a:pt x="378853" y="181114"/>
                  </a:lnTo>
                  <a:lnTo>
                    <a:pt x="374299" y="184124"/>
                  </a:lnTo>
                  <a:lnTo>
                    <a:pt x="374160" y="184124"/>
                  </a:lnTo>
                  <a:lnTo>
                    <a:pt x="371665" y="184797"/>
                  </a:lnTo>
                  <a:lnTo>
                    <a:pt x="381556" y="184797"/>
                  </a:lnTo>
                  <a:lnTo>
                    <a:pt x="382041" y="184124"/>
                  </a:lnTo>
                  <a:lnTo>
                    <a:pt x="382625" y="183172"/>
                  </a:lnTo>
                  <a:lnTo>
                    <a:pt x="391350" y="183172"/>
                  </a:lnTo>
                  <a:lnTo>
                    <a:pt x="391350" y="148793"/>
                  </a:lnTo>
                  <a:lnTo>
                    <a:pt x="382765" y="148793"/>
                  </a:lnTo>
                  <a:lnTo>
                    <a:pt x="382168" y="147891"/>
                  </a:lnTo>
                  <a:lnTo>
                    <a:pt x="381542" y="147027"/>
                  </a:lnTo>
                  <a:close/>
                </a:path>
                <a:path w="1611629" h="327025">
                  <a:moveTo>
                    <a:pt x="391350" y="140474"/>
                  </a:moveTo>
                  <a:lnTo>
                    <a:pt x="383578" y="140474"/>
                  </a:lnTo>
                  <a:lnTo>
                    <a:pt x="383578" y="148793"/>
                  </a:lnTo>
                  <a:lnTo>
                    <a:pt x="391350" y="148793"/>
                  </a:lnTo>
                  <a:lnTo>
                    <a:pt x="391350" y="140474"/>
                  </a:lnTo>
                  <a:close/>
                </a:path>
                <a:path w="1611629" h="327025">
                  <a:moveTo>
                    <a:pt x="442200" y="154922"/>
                  </a:moveTo>
                  <a:lnTo>
                    <a:pt x="428539" y="170726"/>
                  </a:lnTo>
                  <a:lnTo>
                    <a:pt x="428598" y="178879"/>
                  </a:lnTo>
                  <a:lnTo>
                    <a:pt x="429196" y="181101"/>
                  </a:lnTo>
                  <a:lnTo>
                    <a:pt x="429285" y="181432"/>
                  </a:lnTo>
                  <a:lnTo>
                    <a:pt x="432866" y="187286"/>
                  </a:lnTo>
                  <a:lnTo>
                    <a:pt x="435432" y="189598"/>
                  </a:lnTo>
                  <a:lnTo>
                    <a:pt x="442061" y="192963"/>
                  </a:lnTo>
                  <a:lnTo>
                    <a:pt x="446023" y="193802"/>
                  </a:lnTo>
                  <a:lnTo>
                    <a:pt x="453948" y="193802"/>
                  </a:lnTo>
                  <a:lnTo>
                    <a:pt x="457339" y="193192"/>
                  </a:lnTo>
                  <a:lnTo>
                    <a:pt x="464210" y="190715"/>
                  </a:lnTo>
                  <a:lnTo>
                    <a:pt x="467042" y="188823"/>
                  </a:lnTo>
                  <a:lnTo>
                    <a:pt x="468742" y="186921"/>
                  </a:lnTo>
                  <a:lnTo>
                    <a:pt x="468571" y="186715"/>
                  </a:lnTo>
                  <a:lnTo>
                    <a:pt x="447560" y="186715"/>
                  </a:lnTo>
                  <a:lnTo>
                    <a:pt x="445252" y="186156"/>
                  </a:lnTo>
                  <a:lnTo>
                    <a:pt x="436562" y="173342"/>
                  </a:lnTo>
                  <a:lnTo>
                    <a:pt x="437121" y="171780"/>
                  </a:lnTo>
                  <a:lnTo>
                    <a:pt x="439343" y="167411"/>
                  </a:lnTo>
                  <a:lnTo>
                    <a:pt x="441477" y="165163"/>
                  </a:lnTo>
                  <a:lnTo>
                    <a:pt x="447176" y="160920"/>
                  </a:lnTo>
                  <a:lnTo>
                    <a:pt x="442200" y="154922"/>
                  </a:lnTo>
                  <a:close/>
                </a:path>
                <a:path w="1611629" h="327025">
                  <a:moveTo>
                    <a:pt x="473724" y="181101"/>
                  </a:moveTo>
                  <a:lnTo>
                    <a:pt x="473577" y="181101"/>
                  </a:lnTo>
                  <a:lnTo>
                    <a:pt x="472605" y="182295"/>
                  </a:lnTo>
                  <a:lnTo>
                    <a:pt x="471614" y="183438"/>
                  </a:lnTo>
                  <a:lnTo>
                    <a:pt x="470801" y="184251"/>
                  </a:lnTo>
                  <a:lnTo>
                    <a:pt x="470268" y="184937"/>
                  </a:lnTo>
                  <a:lnTo>
                    <a:pt x="469823" y="185623"/>
                  </a:lnTo>
                  <a:lnTo>
                    <a:pt x="469408" y="186156"/>
                  </a:lnTo>
                  <a:lnTo>
                    <a:pt x="468742" y="186921"/>
                  </a:lnTo>
                  <a:lnTo>
                    <a:pt x="473754" y="192963"/>
                  </a:lnTo>
                  <a:lnTo>
                    <a:pt x="483442" y="192963"/>
                  </a:lnTo>
                  <a:lnTo>
                    <a:pt x="473724" y="181101"/>
                  </a:lnTo>
                  <a:close/>
                </a:path>
                <a:path w="1611629" h="327025">
                  <a:moveTo>
                    <a:pt x="468681" y="174944"/>
                  </a:moveTo>
                  <a:lnTo>
                    <a:pt x="468490" y="175425"/>
                  </a:lnTo>
                  <a:lnTo>
                    <a:pt x="466792" y="178079"/>
                  </a:lnTo>
                  <a:lnTo>
                    <a:pt x="463914" y="181101"/>
                  </a:lnTo>
                  <a:lnTo>
                    <a:pt x="468742" y="186921"/>
                  </a:lnTo>
                  <a:lnTo>
                    <a:pt x="469290" y="186309"/>
                  </a:lnTo>
                  <a:lnTo>
                    <a:pt x="469823" y="185623"/>
                  </a:lnTo>
                  <a:lnTo>
                    <a:pt x="470268" y="184937"/>
                  </a:lnTo>
                  <a:lnTo>
                    <a:pt x="470801" y="184251"/>
                  </a:lnTo>
                  <a:lnTo>
                    <a:pt x="471614" y="183438"/>
                  </a:lnTo>
                  <a:lnTo>
                    <a:pt x="472605" y="182295"/>
                  </a:lnTo>
                  <a:lnTo>
                    <a:pt x="473577" y="181101"/>
                  </a:lnTo>
                  <a:lnTo>
                    <a:pt x="473724" y="181101"/>
                  </a:lnTo>
                  <a:lnTo>
                    <a:pt x="468681" y="174944"/>
                  </a:lnTo>
                  <a:close/>
                </a:path>
                <a:path w="1611629" h="327025">
                  <a:moveTo>
                    <a:pt x="463914" y="181101"/>
                  </a:moveTo>
                  <a:lnTo>
                    <a:pt x="462765" y="182295"/>
                  </a:lnTo>
                  <a:lnTo>
                    <a:pt x="460540" y="183908"/>
                  </a:lnTo>
                  <a:lnTo>
                    <a:pt x="455548" y="186156"/>
                  </a:lnTo>
                  <a:lnTo>
                    <a:pt x="452970" y="186715"/>
                  </a:lnTo>
                  <a:lnTo>
                    <a:pt x="468571" y="186715"/>
                  </a:lnTo>
                  <a:lnTo>
                    <a:pt x="463914" y="181101"/>
                  </a:lnTo>
                  <a:close/>
                </a:path>
                <a:path w="1611629" h="327025">
                  <a:moveTo>
                    <a:pt x="453448" y="156349"/>
                  </a:moveTo>
                  <a:lnTo>
                    <a:pt x="453317" y="156349"/>
                  </a:lnTo>
                  <a:lnTo>
                    <a:pt x="447176" y="160920"/>
                  </a:lnTo>
                  <a:lnTo>
                    <a:pt x="463914" y="181101"/>
                  </a:lnTo>
                  <a:lnTo>
                    <a:pt x="466792" y="178079"/>
                  </a:lnTo>
                  <a:lnTo>
                    <a:pt x="468490" y="175425"/>
                  </a:lnTo>
                  <a:lnTo>
                    <a:pt x="468681" y="174944"/>
                  </a:lnTo>
                  <a:lnTo>
                    <a:pt x="453448" y="156349"/>
                  </a:lnTo>
                  <a:close/>
                </a:path>
                <a:path w="1611629" h="327025">
                  <a:moveTo>
                    <a:pt x="479247" y="162306"/>
                  </a:moveTo>
                  <a:lnTo>
                    <a:pt x="471474" y="162306"/>
                  </a:lnTo>
                  <a:lnTo>
                    <a:pt x="471474" y="166052"/>
                  </a:lnTo>
                  <a:lnTo>
                    <a:pt x="470987" y="168808"/>
                  </a:lnTo>
                  <a:lnTo>
                    <a:pt x="470877" y="169430"/>
                  </a:lnTo>
                  <a:lnTo>
                    <a:pt x="468681" y="174944"/>
                  </a:lnTo>
                  <a:lnTo>
                    <a:pt x="473724" y="181101"/>
                  </a:lnTo>
                  <a:lnTo>
                    <a:pt x="473577" y="181101"/>
                  </a:lnTo>
                  <a:lnTo>
                    <a:pt x="475373" y="178879"/>
                  </a:lnTo>
                  <a:lnTo>
                    <a:pt x="476580" y="176580"/>
                  </a:lnTo>
                  <a:lnTo>
                    <a:pt x="478713" y="170726"/>
                  </a:lnTo>
                  <a:lnTo>
                    <a:pt x="479180" y="167411"/>
                  </a:lnTo>
                  <a:lnTo>
                    <a:pt x="479247" y="162306"/>
                  </a:lnTo>
                  <a:close/>
                </a:path>
                <a:path w="1611629" h="327025">
                  <a:moveTo>
                    <a:pt x="465476" y="129298"/>
                  </a:moveTo>
                  <a:lnTo>
                    <a:pt x="453682" y="129298"/>
                  </a:lnTo>
                  <a:lnTo>
                    <a:pt x="455714" y="130124"/>
                  </a:lnTo>
                  <a:lnTo>
                    <a:pt x="458825" y="133438"/>
                  </a:lnTo>
                  <a:lnTo>
                    <a:pt x="459549" y="135026"/>
                  </a:lnTo>
                  <a:lnTo>
                    <a:pt x="459612" y="139319"/>
                  </a:lnTo>
                  <a:lnTo>
                    <a:pt x="459126" y="140893"/>
                  </a:lnTo>
                  <a:lnTo>
                    <a:pt x="459016" y="141249"/>
                  </a:lnTo>
                  <a:lnTo>
                    <a:pt x="456628" y="144208"/>
                  </a:lnTo>
                  <a:lnTo>
                    <a:pt x="455040" y="145592"/>
                  </a:lnTo>
                  <a:lnTo>
                    <a:pt x="453072" y="146888"/>
                  </a:lnTo>
                  <a:lnTo>
                    <a:pt x="442975" y="154393"/>
                  </a:lnTo>
                  <a:lnTo>
                    <a:pt x="442200" y="154922"/>
                  </a:lnTo>
                  <a:lnTo>
                    <a:pt x="447176" y="160920"/>
                  </a:lnTo>
                  <a:lnTo>
                    <a:pt x="453317" y="156349"/>
                  </a:lnTo>
                  <a:lnTo>
                    <a:pt x="453448" y="156349"/>
                  </a:lnTo>
                  <a:lnTo>
                    <a:pt x="448642" y="150482"/>
                  </a:lnTo>
                  <a:lnTo>
                    <a:pt x="461277" y="150482"/>
                  </a:lnTo>
                  <a:lnTo>
                    <a:pt x="463626" y="148107"/>
                  </a:lnTo>
                  <a:lnTo>
                    <a:pt x="466794" y="143421"/>
                  </a:lnTo>
                  <a:lnTo>
                    <a:pt x="466889" y="143281"/>
                  </a:lnTo>
                  <a:lnTo>
                    <a:pt x="467415" y="141592"/>
                  </a:lnTo>
                  <a:lnTo>
                    <a:pt x="467791" y="140271"/>
                  </a:lnTo>
                  <a:lnTo>
                    <a:pt x="467791" y="134340"/>
                  </a:lnTo>
                  <a:lnTo>
                    <a:pt x="467325" y="132676"/>
                  </a:lnTo>
                  <a:lnTo>
                    <a:pt x="467211" y="132270"/>
                  </a:lnTo>
                  <a:lnTo>
                    <a:pt x="467118" y="131940"/>
                  </a:lnTo>
                  <a:lnTo>
                    <a:pt x="465476" y="129298"/>
                  </a:lnTo>
                  <a:close/>
                </a:path>
                <a:path w="1611629" h="327025">
                  <a:moveTo>
                    <a:pt x="461235" y="150482"/>
                  </a:moveTo>
                  <a:lnTo>
                    <a:pt x="448642" y="150482"/>
                  </a:lnTo>
                  <a:lnTo>
                    <a:pt x="453448" y="156349"/>
                  </a:lnTo>
                  <a:lnTo>
                    <a:pt x="453317" y="156349"/>
                  </a:lnTo>
                  <a:lnTo>
                    <a:pt x="461235" y="150482"/>
                  </a:lnTo>
                  <a:close/>
                </a:path>
                <a:path w="1611629" h="327025">
                  <a:moveTo>
                    <a:pt x="454380" y="122339"/>
                  </a:moveTo>
                  <a:lnTo>
                    <a:pt x="447471" y="122339"/>
                  </a:lnTo>
                  <a:lnTo>
                    <a:pt x="444475" y="123024"/>
                  </a:lnTo>
                  <a:lnTo>
                    <a:pt x="434136" y="141592"/>
                  </a:lnTo>
                  <a:lnTo>
                    <a:pt x="434535" y="143281"/>
                  </a:lnTo>
                  <a:lnTo>
                    <a:pt x="434568" y="143421"/>
                  </a:lnTo>
                  <a:lnTo>
                    <a:pt x="436930" y="148107"/>
                  </a:lnTo>
                  <a:lnTo>
                    <a:pt x="438518" y="150482"/>
                  </a:lnTo>
                  <a:lnTo>
                    <a:pt x="442200" y="154922"/>
                  </a:lnTo>
                  <a:lnTo>
                    <a:pt x="442975" y="154393"/>
                  </a:lnTo>
                  <a:lnTo>
                    <a:pt x="448237" y="150482"/>
                  </a:lnTo>
                  <a:lnTo>
                    <a:pt x="448642" y="150482"/>
                  </a:lnTo>
                  <a:lnTo>
                    <a:pt x="442150" y="136842"/>
                  </a:lnTo>
                  <a:lnTo>
                    <a:pt x="442531" y="135432"/>
                  </a:lnTo>
                  <a:lnTo>
                    <a:pt x="444055" y="132676"/>
                  </a:lnTo>
                  <a:lnTo>
                    <a:pt x="445109" y="131546"/>
                  </a:lnTo>
                  <a:lnTo>
                    <a:pt x="447814" y="129755"/>
                  </a:lnTo>
                  <a:lnTo>
                    <a:pt x="449389" y="129298"/>
                  </a:lnTo>
                  <a:lnTo>
                    <a:pt x="465476" y="129298"/>
                  </a:lnTo>
                  <a:lnTo>
                    <a:pt x="464395" y="127520"/>
                  </a:lnTo>
                  <a:lnTo>
                    <a:pt x="462445" y="125730"/>
                  </a:lnTo>
                  <a:lnTo>
                    <a:pt x="457403" y="123024"/>
                  </a:lnTo>
                  <a:lnTo>
                    <a:pt x="454380" y="122339"/>
                  </a:lnTo>
                  <a:close/>
                </a:path>
                <a:path w="1611629" h="327025">
                  <a:moveTo>
                    <a:pt x="547166" y="123024"/>
                  </a:moveTo>
                  <a:lnTo>
                    <a:pt x="518096" y="123024"/>
                  </a:lnTo>
                  <a:lnTo>
                    <a:pt x="518096" y="192849"/>
                  </a:lnTo>
                  <a:lnTo>
                    <a:pt x="526554" y="192849"/>
                  </a:lnTo>
                  <a:lnTo>
                    <a:pt x="526554" y="167347"/>
                  </a:lnTo>
                  <a:lnTo>
                    <a:pt x="524916" y="167347"/>
                  </a:lnTo>
                  <a:lnTo>
                    <a:pt x="524916" y="159842"/>
                  </a:lnTo>
                  <a:lnTo>
                    <a:pt x="526554" y="159842"/>
                  </a:lnTo>
                  <a:lnTo>
                    <a:pt x="526554" y="130594"/>
                  </a:lnTo>
                  <a:lnTo>
                    <a:pt x="561212" y="130594"/>
                  </a:lnTo>
                  <a:lnTo>
                    <a:pt x="558622" y="127939"/>
                  </a:lnTo>
                  <a:lnTo>
                    <a:pt x="551649" y="124015"/>
                  </a:lnTo>
                  <a:lnTo>
                    <a:pt x="547166" y="123024"/>
                  </a:lnTo>
                  <a:close/>
                </a:path>
                <a:path w="1611629" h="327025">
                  <a:moveTo>
                    <a:pt x="526554" y="159842"/>
                  </a:moveTo>
                  <a:lnTo>
                    <a:pt x="524916" y="159842"/>
                  </a:lnTo>
                  <a:lnTo>
                    <a:pt x="524916" y="167347"/>
                  </a:lnTo>
                  <a:lnTo>
                    <a:pt x="526554" y="167347"/>
                  </a:lnTo>
                  <a:lnTo>
                    <a:pt x="526554" y="159842"/>
                  </a:lnTo>
                  <a:close/>
                </a:path>
                <a:path w="1611629" h="327025">
                  <a:moveTo>
                    <a:pt x="561212" y="130594"/>
                  </a:moveTo>
                  <a:lnTo>
                    <a:pt x="545569" y="130594"/>
                  </a:lnTo>
                  <a:lnTo>
                    <a:pt x="548258" y="131165"/>
                  </a:lnTo>
                  <a:lnTo>
                    <a:pt x="552843" y="133680"/>
                  </a:lnTo>
                  <a:lnTo>
                    <a:pt x="554507" y="135407"/>
                  </a:lnTo>
                  <a:lnTo>
                    <a:pt x="556577" y="139814"/>
                  </a:lnTo>
                  <a:lnTo>
                    <a:pt x="557098" y="142316"/>
                  </a:lnTo>
                  <a:lnTo>
                    <a:pt x="557098" y="147916"/>
                  </a:lnTo>
                  <a:lnTo>
                    <a:pt x="545299" y="159842"/>
                  </a:lnTo>
                  <a:lnTo>
                    <a:pt x="526554" y="159842"/>
                  </a:lnTo>
                  <a:lnTo>
                    <a:pt x="526554" y="167347"/>
                  </a:lnTo>
                  <a:lnTo>
                    <a:pt x="547255" y="167347"/>
                  </a:lnTo>
                  <a:lnTo>
                    <a:pt x="551713" y="166357"/>
                  </a:lnTo>
                  <a:lnTo>
                    <a:pt x="558672" y="162382"/>
                  </a:lnTo>
                  <a:lnTo>
                    <a:pt x="561238" y="159702"/>
                  </a:lnTo>
                  <a:lnTo>
                    <a:pt x="564578" y="152971"/>
                  </a:lnTo>
                  <a:lnTo>
                    <a:pt x="565416" y="149225"/>
                  </a:lnTo>
                  <a:lnTo>
                    <a:pt x="565416" y="141008"/>
                  </a:lnTo>
                  <a:lnTo>
                    <a:pt x="564578" y="137274"/>
                  </a:lnTo>
                  <a:lnTo>
                    <a:pt x="561212" y="130594"/>
                  </a:lnTo>
                  <a:close/>
                </a:path>
                <a:path w="1611629" h="327025">
                  <a:moveTo>
                    <a:pt x="584873" y="140474"/>
                  </a:moveTo>
                  <a:lnTo>
                    <a:pt x="576821" y="140474"/>
                  </a:lnTo>
                  <a:lnTo>
                    <a:pt x="576821" y="192849"/>
                  </a:lnTo>
                  <a:lnTo>
                    <a:pt x="584873" y="192849"/>
                  </a:lnTo>
                  <a:lnTo>
                    <a:pt x="584873" y="140474"/>
                  </a:lnTo>
                  <a:close/>
                </a:path>
                <a:path w="1611629" h="327025">
                  <a:moveTo>
                    <a:pt x="582485" y="120840"/>
                  </a:moveTo>
                  <a:lnTo>
                    <a:pt x="579348" y="120840"/>
                  </a:lnTo>
                  <a:lnTo>
                    <a:pt x="577989" y="121373"/>
                  </a:lnTo>
                  <a:lnTo>
                    <a:pt x="575741" y="123507"/>
                  </a:lnTo>
                  <a:lnTo>
                    <a:pt x="575182" y="124790"/>
                  </a:lnTo>
                  <a:lnTo>
                    <a:pt x="575182" y="127800"/>
                  </a:lnTo>
                  <a:lnTo>
                    <a:pt x="575741" y="129082"/>
                  </a:lnTo>
                  <a:lnTo>
                    <a:pt x="577989" y="131216"/>
                  </a:lnTo>
                  <a:lnTo>
                    <a:pt x="579348" y="131749"/>
                  </a:lnTo>
                  <a:lnTo>
                    <a:pt x="582485" y="131749"/>
                  </a:lnTo>
                  <a:lnTo>
                    <a:pt x="583818" y="131216"/>
                  </a:lnTo>
                  <a:lnTo>
                    <a:pt x="586079" y="129082"/>
                  </a:lnTo>
                  <a:lnTo>
                    <a:pt x="586638" y="127800"/>
                  </a:lnTo>
                  <a:lnTo>
                    <a:pt x="586638" y="124790"/>
                  </a:lnTo>
                  <a:lnTo>
                    <a:pt x="586079" y="123507"/>
                  </a:lnTo>
                  <a:lnTo>
                    <a:pt x="583818" y="121373"/>
                  </a:lnTo>
                  <a:lnTo>
                    <a:pt x="582485" y="120840"/>
                  </a:lnTo>
                  <a:close/>
                </a:path>
                <a:path w="1611629" h="327025">
                  <a:moveTo>
                    <a:pt x="606526" y="123024"/>
                  </a:moveTo>
                  <a:lnTo>
                    <a:pt x="598487" y="123024"/>
                  </a:lnTo>
                  <a:lnTo>
                    <a:pt x="598487" y="192849"/>
                  </a:lnTo>
                  <a:lnTo>
                    <a:pt x="606526" y="192849"/>
                  </a:lnTo>
                  <a:lnTo>
                    <a:pt x="606526" y="123024"/>
                  </a:lnTo>
                  <a:close/>
                </a:path>
                <a:path w="1611629" h="327025">
                  <a:moveTo>
                    <a:pt x="646150" y="139801"/>
                  </a:moveTo>
                  <a:lnTo>
                    <a:pt x="636689" y="139801"/>
                  </a:lnTo>
                  <a:lnTo>
                    <a:pt x="632536" y="140919"/>
                  </a:lnTo>
                  <a:lnTo>
                    <a:pt x="617689" y="161480"/>
                  </a:lnTo>
                  <a:lnTo>
                    <a:pt x="617689" y="172351"/>
                  </a:lnTo>
                  <a:lnTo>
                    <a:pt x="636689" y="193941"/>
                  </a:lnTo>
                  <a:lnTo>
                    <a:pt x="646150" y="193941"/>
                  </a:lnTo>
                  <a:lnTo>
                    <a:pt x="650278" y="192811"/>
                  </a:lnTo>
                  <a:lnTo>
                    <a:pt x="657390" y="188315"/>
                  </a:lnTo>
                  <a:lnTo>
                    <a:pt x="658803" y="186715"/>
                  </a:lnTo>
                  <a:lnTo>
                    <a:pt x="637819" y="186715"/>
                  </a:lnTo>
                  <a:lnTo>
                    <a:pt x="634872" y="185788"/>
                  </a:lnTo>
                  <a:lnTo>
                    <a:pt x="630237" y="182105"/>
                  </a:lnTo>
                  <a:lnTo>
                    <a:pt x="628522" y="179692"/>
                  </a:lnTo>
                  <a:lnTo>
                    <a:pt x="626287" y="173685"/>
                  </a:lnTo>
                  <a:lnTo>
                    <a:pt x="625728" y="170434"/>
                  </a:lnTo>
                  <a:lnTo>
                    <a:pt x="625728" y="163436"/>
                  </a:lnTo>
                  <a:lnTo>
                    <a:pt x="637819" y="147027"/>
                  </a:lnTo>
                  <a:lnTo>
                    <a:pt x="658803" y="147027"/>
                  </a:lnTo>
                  <a:lnTo>
                    <a:pt x="657390" y="145427"/>
                  </a:lnTo>
                  <a:lnTo>
                    <a:pt x="650278" y="140919"/>
                  </a:lnTo>
                  <a:lnTo>
                    <a:pt x="646150" y="139801"/>
                  </a:lnTo>
                  <a:close/>
                </a:path>
                <a:path w="1611629" h="327025">
                  <a:moveTo>
                    <a:pt x="658803" y="147027"/>
                  </a:moveTo>
                  <a:lnTo>
                    <a:pt x="645007" y="147027"/>
                  </a:lnTo>
                  <a:lnTo>
                    <a:pt x="647966" y="147955"/>
                  </a:lnTo>
                  <a:lnTo>
                    <a:pt x="652602" y="151688"/>
                  </a:lnTo>
                  <a:lnTo>
                    <a:pt x="654316" y="154127"/>
                  </a:lnTo>
                  <a:lnTo>
                    <a:pt x="656539" y="160172"/>
                  </a:lnTo>
                  <a:lnTo>
                    <a:pt x="657097" y="163436"/>
                  </a:lnTo>
                  <a:lnTo>
                    <a:pt x="657097" y="170434"/>
                  </a:lnTo>
                  <a:lnTo>
                    <a:pt x="645007" y="186715"/>
                  </a:lnTo>
                  <a:lnTo>
                    <a:pt x="658803" y="186715"/>
                  </a:lnTo>
                  <a:lnTo>
                    <a:pt x="660171" y="185166"/>
                  </a:lnTo>
                  <a:lnTo>
                    <a:pt x="664146" y="177076"/>
                  </a:lnTo>
                  <a:lnTo>
                    <a:pt x="665149" y="172351"/>
                  </a:lnTo>
                  <a:lnTo>
                    <a:pt x="665149" y="161480"/>
                  </a:lnTo>
                  <a:lnTo>
                    <a:pt x="664146" y="156718"/>
                  </a:lnTo>
                  <a:lnTo>
                    <a:pt x="660171" y="148577"/>
                  </a:lnTo>
                  <a:lnTo>
                    <a:pt x="658803" y="147027"/>
                  </a:lnTo>
                  <a:close/>
                </a:path>
                <a:path w="1611629" h="327025">
                  <a:moveTo>
                    <a:pt x="687895" y="127927"/>
                  </a:moveTo>
                  <a:lnTo>
                    <a:pt x="679856" y="127927"/>
                  </a:lnTo>
                  <a:lnTo>
                    <a:pt x="679856" y="183070"/>
                  </a:lnTo>
                  <a:lnTo>
                    <a:pt x="691756" y="193535"/>
                  </a:lnTo>
                  <a:lnTo>
                    <a:pt x="696255" y="193535"/>
                  </a:lnTo>
                  <a:lnTo>
                    <a:pt x="698498" y="193040"/>
                  </a:lnTo>
                  <a:lnTo>
                    <a:pt x="699490" y="192786"/>
                  </a:lnTo>
                  <a:lnTo>
                    <a:pt x="700036" y="192582"/>
                  </a:lnTo>
                  <a:lnTo>
                    <a:pt x="698493" y="185762"/>
                  </a:lnTo>
                  <a:lnTo>
                    <a:pt x="693115" y="185762"/>
                  </a:lnTo>
                  <a:lnTo>
                    <a:pt x="690295" y="184823"/>
                  </a:lnTo>
                  <a:lnTo>
                    <a:pt x="690435" y="184823"/>
                  </a:lnTo>
                  <a:lnTo>
                    <a:pt x="689571" y="184073"/>
                  </a:lnTo>
                  <a:lnTo>
                    <a:pt x="688956" y="183070"/>
                  </a:lnTo>
                  <a:lnTo>
                    <a:pt x="688225" y="181825"/>
                  </a:lnTo>
                  <a:lnTo>
                    <a:pt x="687895" y="180124"/>
                  </a:lnTo>
                  <a:lnTo>
                    <a:pt x="687895" y="127927"/>
                  </a:lnTo>
                  <a:close/>
                </a:path>
                <a:path w="1611629" h="327025">
                  <a:moveTo>
                    <a:pt x="679856" y="140474"/>
                  </a:moveTo>
                  <a:lnTo>
                    <a:pt x="671944" y="140474"/>
                  </a:lnTo>
                  <a:lnTo>
                    <a:pt x="671944" y="147294"/>
                  </a:lnTo>
                  <a:lnTo>
                    <a:pt x="679856" y="147294"/>
                  </a:lnTo>
                  <a:lnTo>
                    <a:pt x="679856" y="140474"/>
                  </a:lnTo>
                  <a:close/>
                </a:path>
                <a:path w="1611629" h="327025">
                  <a:moveTo>
                    <a:pt x="699084" y="140474"/>
                  </a:moveTo>
                  <a:lnTo>
                    <a:pt x="687895" y="140474"/>
                  </a:lnTo>
                  <a:lnTo>
                    <a:pt x="687895" y="147294"/>
                  </a:lnTo>
                  <a:lnTo>
                    <a:pt x="699084" y="147294"/>
                  </a:lnTo>
                  <a:lnTo>
                    <a:pt x="699084" y="140474"/>
                  </a:lnTo>
                  <a:close/>
                </a:path>
                <a:path w="1611629" h="327025">
                  <a:moveTo>
                    <a:pt x="745489" y="123024"/>
                  </a:moveTo>
                  <a:lnTo>
                    <a:pt x="737031" y="123024"/>
                  </a:lnTo>
                  <a:lnTo>
                    <a:pt x="737031" y="192849"/>
                  </a:lnTo>
                  <a:lnTo>
                    <a:pt x="777938" y="192849"/>
                  </a:lnTo>
                  <a:lnTo>
                    <a:pt x="777938" y="185343"/>
                  </a:lnTo>
                  <a:lnTo>
                    <a:pt x="745489" y="185343"/>
                  </a:lnTo>
                  <a:lnTo>
                    <a:pt x="745489" y="123024"/>
                  </a:lnTo>
                  <a:close/>
                </a:path>
                <a:path w="1611629" h="327025">
                  <a:moveTo>
                    <a:pt x="825365" y="146888"/>
                  </a:moveTo>
                  <a:lnTo>
                    <a:pt x="812850" y="146888"/>
                  </a:lnTo>
                  <a:lnTo>
                    <a:pt x="815606" y="147815"/>
                  </a:lnTo>
                  <a:lnTo>
                    <a:pt x="819264" y="151549"/>
                  </a:lnTo>
                  <a:lnTo>
                    <a:pt x="820191" y="154190"/>
                  </a:lnTo>
                  <a:lnTo>
                    <a:pt x="820191" y="159092"/>
                  </a:lnTo>
                  <a:lnTo>
                    <a:pt x="819721" y="160007"/>
                  </a:lnTo>
                  <a:lnTo>
                    <a:pt x="817879" y="161048"/>
                  </a:lnTo>
                  <a:lnTo>
                    <a:pt x="816419" y="161429"/>
                  </a:lnTo>
                  <a:lnTo>
                    <a:pt x="809866" y="162166"/>
                  </a:lnTo>
                  <a:lnTo>
                    <a:pt x="804252" y="162890"/>
                  </a:lnTo>
                  <a:lnTo>
                    <a:pt x="786358" y="181394"/>
                  </a:lnTo>
                  <a:lnTo>
                    <a:pt x="787158" y="184302"/>
                  </a:lnTo>
                  <a:lnTo>
                    <a:pt x="790346" y="189103"/>
                  </a:lnTo>
                  <a:lnTo>
                    <a:pt x="792492" y="190931"/>
                  </a:lnTo>
                  <a:lnTo>
                    <a:pt x="797902" y="193446"/>
                  </a:lnTo>
                  <a:lnTo>
                    <a:pt x="800912" y="194081"/>
                  </a:lnTo>
                  <a:lnTo>
                    <a:pt x="807275" y="194081"/>
                  </a:lnTo>
                  <a:lnTo>
                    <a:pt x="819226" y="186893"/>
                  </a:lnTo>
                  <a:lnTo>
                    <a:pt x="802387" y="186893"/>
                  </a:lnTo>
                  <a:lnTo>
                    <a:pt x="799887" y="186220"/>
                  </a:lnTo>
                  <a:lnTo>
                    <a:pt x="799717" y="186220"/>
                  </a:lnTo>
                  <a:lnTo>
                    <a:pt x="797509" y="184734"/>
                  </a:lnTo>
                  <a:lnTo>
                    <a:pt x="795439" y="183299"/>
                  </a:lnTo>
                  <a:lnTo>
                    <a:pt x="794509" y="181394"/>
                  </a:lnTo>
                  <a:lnTo>
                    <a:pt x="794504" y="176072"/>
                  </a:lnTo>
                  <a:lnTo>
                    <a:pt x="794874" y="174980"/>
                  </a:lnTo>
                  <a:lnTo>
                    <a:pt x="812031" y="168795"/>
                  </a:lnTo>
                  <a:lnTo>
                    <a:pt x="815479" y="168249"/>
                  </a:lnTo>
                  <a:lnTo>
                    <a:pt x="816800" y="167970"/>
                  </a:lnTo>
                  <a:lnTo>
                    <a:pt x="819054" y="167322"/>
                  </a:lnTo>
                  <a:lnTo>
                    <a:pt x="819848" y="166941"/>
                  </a:lnTo>
                  <a:lnTo>
                    <a:pt x="820191" y="166522"/>
                  </a:lnTo>
                  <a:lnTo>
                    <a:pt x="828230" y="166522"/>
                  </a:lnTo>
                  <a:lnTo>
                    <a:pt x="828230" y="154190"/>
                  </a:lnTo>
                  <a:lnTo>
                    <a:pt x="827801" y="152069"/>
                  </a:lnTo>
                  <a:lnTo>
                    <a:pt x="827696" y="151549"/>
                  </a:lnTo>
                  <a:lnTo>
                    <a:pt x="827603" y="151091"/>
                  </a:lnTo>
                  <a:lnTo>
                    <a:pt x="827557" y="150863"/>
                  </a:lnTo>
                  <a:lnTo>
                    <a:pt x="825365" y="146888"/>
                  </a:lnTo>
                  <a:close/>
                </a:path>
                <a:path w="1611629" h="327025">
                  <a:moveTo>
                    <a:pt x="828230" y="185762"/>
                  </a:moveTo>
                  <a:lnTo>
                    <a:pt x="820191" y="185762"/>
                  </a:lnTo>
                  <a:lnTo>
                    <a:pt x="820191" y="192849"/>
                  </a:lnTo>
                  <a:lnTo>
                    <a:pt x="828230" y="192849"/>
                  </a:lnTo>
                  <a:lnTo>
                    <a:pt x="828230" y="185762"/>
                  </a:lnTo>
                  <a:close/>
                </a:path>
                <a:path w="1611629" h="327025">
                  <a:moveTo>
                    <a:pt x="828230" y="166522"/>
                  </a:moveTo>
                  <a:lnTo>
                    <a:pt x="820191" y="166522"/>
                  </a:lnTo>
                  <a:lnTo>
                    <a:pt x="820114" y="176352"/>
                  </a:lnTo>
                  <a:lnTo>
                    <a:pt x="819619" y="178155"/>
                  </a:lnTo>
                  <a:lnTo>
                    <a:pt x="817371" y="182105"/>
                  </a:lnTo>
                  <a:lnTo>
                    <a:pt x="815708" y="183718"/>
                  </a:lnTo>
                  <a:lnTo>
                    <a:pt x="811326" y="186220"/>
                  </a:lnTo>
                  <a:lnTo>
                    <a:pt x="808472" y="186893"/>
                  </a:lnTo>
                  <a:lnTo>
                    <a:pt x="819226" y="186893"/>
                  </a:lnTo>
                  <a:lnTo>
                    <a:pt x="819772" y="185762"/>
                  </a:lnTo>
                  <a:lnTo>
                    <a:pt x="828230" y="185762"/>
                  </a:lnTo>
                  <a:lnTo>
                    <a:pt x="828230" y="166522"/>
                  </a:lnTo>
                  <a:close/>
                </a:path>
                <a:path w="1611629" h="327025">
                  <a:moveTo>
                    <a:pt x="810552" y="139801"/>
                  </a:moveTo>
                  <a:lnTo>
                    <a:pt x="806234" y="139801"/>
                  </a:lnTo>
                  <a:lnTo>
                    <a:pt x="803554" y="140157"/>
                  </a:lnTo>
                  <a:lnTo>
                    <a:pt x="787869" y="152069"/>
                  </a:lnTo>
                  <a:lnTo>
                    <a:pt x="795502" y="154800"/>
                  </a:lnTo>
                  <a:lnTo>
                    <a:pt x="796391" y="152895"/>
                  </a:lnTo>
                  <a:lnTo>
                    <a:pt x="797928" y="151091"/>
                  </a:lnTo>
                  <a:lnTo>
                    <a:pt x="802169" y="147815"/>
                  </a:lnTo>
                  <a:lnTo>
                    <a:pt x="801965" y="147815"/>
                  </a:lnTo>
                  <a:lnTo>
                    <a:pt x="805294" y="146888"/>
                  </a:lnTo>
                  <a:lnTo>
                    <a:pt x="825365" y="146888"/>
                  </a:lnTo>
                  <a:lnTo>
                    <a:pt x="824826" y="145910"/>
                  </a:lnTo>
                  <a:lnTo>
                    <a:pt x="823112" y="144056"/>
                  </a:lnTo>
                  <a:lnTo>
                    <a:pt x="818997" y="141605"/>
                  </a:lnTo>
                  <a:lnTo>
                    <a:pt x="817130" y="140893"/>
                  </a:lnTo>
                  <a:lnTo>
                    <a:pt x="817449" y="140893"/>
                  </a:lnTo>
                  <a:lnTo>
                    <a:pt x="814666" y="140411"/>
                  </a:lnTo>
                  <a:lnTo>
                    <a:pt x="812482" y="140004"/>
                  </a:lnTo>
                  <a:lnTo>
                    <a:pt x="810552" y="139801"/>
                  </a:lnTo>
                  <a:close/>
                </a:path>
                <a:path w="1611629" h="327025">
                  <a:moveTo>
                    <a:pt x="849845" y="140474"/>
                  </a:moveTo>
                  <a:lnTo>
                    <a:pt x="841794" y="140474"/>
                  </a:lnTo>
                  <a:lnTo>
                    <a:pt x="841794" y="178206"/>
                  </a:lnTo>
                  <a:lnTo>
                    <a:pt x="855433" y="193535"/>
                  </a:lnTo>
                  <a:lnTo>
                    <a:pt x="862660" y="193535"/>
                  </a:lnTo>
                  <a:lnTo>
                    <a:pt x="865936" y="192608"/>
                  </a:lnTo>
                  <a:lnTo>
                    <a:pt x="871118" y="188899"/>
                  </a:lnTo>
                  <a:lnTo>
                    <a:pt x="873023" y="186639"/>
                  </a:lnTo>
                  <a:lnTo>
                    <a:pt x="873430" y="185762"/>
                  </a:lnTo>
                  <a:lnTo>
                    <a:pt x="857961" y="185762"/>
                  </a:lnTo>
                  <a:lnTo>
                    <a:pt x="855205" y="184619"/>
                  </a:lnTo>
                  <a:lnTo>
                    <a:pt x="850912" y="180073"/>
                  </a:lnTo>
                  <a:lnTo>
                    <a:pt x="849845" y="177025"/>
                  </a:lnTo>
                  <a:lnTo>
                    <a:pt x="849845" y="140474"/>
                  </a:lnTo>
                  <a:close/>
                </a:path>
                <a:path w="1611629" h="327025">
                  <a:moveTo>
                    <a:pt x="882840" y="183984"/>
                  </a:moveTo>
                  <a:lnTo>
                    <a:pt x="874801" y="183984"/>
                  </a:lnTo>
                  <a:lnTo>
                    <a:pt x="874801" y="192849"/>
                  </a:lnTo>
                  <a:lnTo>
                    <a:pt x="882840" y="192849"/>
                  </a:lnTo>
                  <a:lnTo>
                    <a:pt x="882840" y="183984"/>
                  </a:lnTo>
                  <a:close/>
                </a:path>
                <a:path w="1611629" h="327025">
                  <a:moveTo>
                    <a:pt x="882840" y="140474"/>
                  </a:moveTo>
                  <a:lnTo>
                    <a:pt x="874801" y="140474"/>
                  </a:lnTo>
                  <a:lnTo>
                    <a:pt x="874801" y="174713"/>
                  </a:lnTo>
                  <a:lnTo>
                    <a:pt x="874179" y="177025"/>
                  </a:lnTo>
                  <a:lnTo>
                    <a:pt x="863295" y="185762"/>
                  </a:lnTo>
                  <a:lnTo>
                    <a:pt x="873430" y="185762"/>
                  </a:lnTo>
                  <a:lnTo>
                    <a:pt x="874255" y="183984"/>
                  </a:lnTo>
                  <a:lnTo>
                    <a:pt x="882840" y="183984"/>
                  </a:lnTo>
                  <a:lnTo>
                    <a:pt x="882840" y="140474"/>
                  </a:lnTo>
                  <a:close/>
                </a:path>
                <a:path w="1611629" h="327025">
                  <a:moveTo>
                    <a:pt x="904227" y="140614"/>
                  </a:moveTo>
                  <a:lnTo>
                    <a:pt x="896454" y="140614"/>
                  </a:lnTo>
                  <a:lnTo>
                    <a:pt x="896454" y="192849"/>
                  </a:lnTo>
                  <a:lnTo>
                    <a:pt x="904506" y="192849"/>
                  </a:lnTo>
                  <a:lnTo>
                    <a:pt x="904506" y="158305"/>
                  </a:lnTo>
                  <a:lnTo>
                    <a:pt x="905013" y="156006"/>
                  </a:lnTo>
                  <a:lnTo>
                    <a:pt x="905078" y="155714"/>
                  </a:lnTo>
                  <a:lnTo>
                    <a:pt x="907402" y="151434"/>
                  </a:lnTo>
                  <a:lnTo>
                    <a:pt x="908977" y="149809"/>
                  </a:lnTo>
                  <a:lnTo>
                    <a:pt x="911047" y="148666"/>
                  </a:lnTo>
                  <a:lnTo>
                    <a:pt x="904227" y="148666"/>
                  </a:lnTo>
                  <a:lnTo>
                    <a:pt x="904227" y="140614"/>
                  </a:lnTo>
                  <a:close/>
                </a:path>
                <a:path w="1611629" h="327025">
                  <a:moveTo>
                    <a:pt x="934951" y="147027"/>
                  </a:moveTo>
                  <a:lnTo>
                    <a:pt x="921600" y="147027"/>
                  </a:lnTo>
                  <a:lnTo>
                    <a:pt x="924534" y="148183"/>
                  </a:lnTo>
                  <a:lnTo>
                    <a:pt x="926668" y="150507"/>
                  </a:lnTo>
                  <a:lnTo>
                    <a:pt x="928801" y="152793"/>
                  </a:lnTo>
                  <a:lnTo>
                    <a:pt x="929771" y="155714"/>
                  </a:lnTo>
                  <a:lnTo>
                    <a:pt x="929868" y="192849"/>
                  </a:lnTo>
                  <a:lnTo>
                    <a:pt x="937920" y="192849"/>
                  </a:lnTo>
                  <a:lnTo>
                    <a:pt x="937920" y="155117"/>
                  </a:lnTo>
                  <a:lnTo>
                    <a:pt x="937183" y="151434"/>
                  </a:lnTo>
                  <a:lnTo>
                    <a:pt x="934951" y="147027"/>
                  </a:lnTo>
                  <a:close/>
                </a:path>
                <a:path w="1611629" h="327025">
                  <a:moveTo>
                    <a:pt x="923734" y="139801"/>
                  </a:moveTo>
                  <a:lnTo>
                    <a:pt x="916228" y="139801"/>
                  </a:lnTo>
                  <a:lnTo>
                    <a:pt x="913002" y="140614"/>
                  </a:lnTo>
                  <a:lnTo>
                    <a:pt x="907999" y="143865"/>
                  </a:lnTo>
                  <a:lnTo>
                    <a:pt x="906144" y="145999"/>
                  </a:lnTo>
                  <a:lnTo>
                    <a:pt x="904913" y="148666"/>
                  </a:lnTo>
                  <a:lnTo>
                    <a:pt x="911047" y="148666"/>
                  </a:lnTo>
                  <a:lnTo>
                    <a:pt x="913002" y="147586"/>
                  </a:lnTo>
                  <a:lnTo>
                    <a:pt x="915301" y="147027"/>
                  </a:lnTo>
                  <a:lnTo>
                    <a:pt x="934951" y="147027"/>
                  </a:lnTo>
                  <a:lnTo>
                    <a:pt x="934224" y="145592"/>
                  </a:lnTo>
                  <a:lnTo>
                    <a:pt x="932154" y="143408"/>
                  </a:lnTo>
                  <a:lnTo>
                    <a:pt x="926997" y="140614"/>
                  </a:lnTo>
                  <a:lnTo>
                    <a:pt x="927213" y="140614"/>
                  </a:lnTo>
                  <a:lnTo>
                    <a:pt x="923734" y="139801"/>
                  </a:lnTo>
                  <a:close/>
                </a:path>
                <a:path w="1611629" h="327025">
                  <a:moveTo>
                    <a:pt x="976312" y="139801"/>
                  </a:moveTo>
                  <a:lnTo>
                    <a:pt x="967905" y="139801"/>
                  </a:lnTo>
                  <a:lnTo>
                    <a:pt x="963764" y="140957"/>
                  </a:lnTo>
                  <a:lnTo>
                    <a:pt x="956703" y="145567"/>
                  </a:lnTo>
                  <a:lnTo>
                    <a:pt x="953947" y="148767"/>
                  </a:lnTo>
                  <a:lnTo>
                    <a:pt x="950023" y="156921"/>
                  </a:lnTo>
                  <a:lnTo>
                    <a:pt x="949045" y="161620"/>
                  </a:lnTo>
                  <a:lnTo>
                    <a:pt x="949045" y="172161"/>
                  </a:lnTo>
                  <a:lnTo>
                    <a:pt x="967866" y="193941"/>
                  </a:lnTo>
                  <a:lnTo>
                    <a:pt x="976629" y="193941"/>
                  </a:lnTo>
                  <a:lnTo>
                    <a:pt x="980020" y="193230"/>
                  </a:lnTo>
                  <a:lnTo>
                    <a:pt x="985862" y="190334"/>
                  </a:lnTo>
                  <a:lnTo>
                    <a:pt x="988212" y="188379"/>
                  </a:lnTo>
                  <a:lnTo>
                    <a:pt x="989417" y="186715"/>
                  </a:lnTo>
                  <a:lnTo>
                    <a:pt x="969594" y="186715"/>
                  </a:lnTo>
                  <a:lnTo>
                    <a:pt x="966812" y="185877"/>
                  </a:lnTo>
                  <a:lnTo>
                    <a:pt x="962113" y="182562"/>
                  </a:lnTo>
                  <a:lnTo>
                    <a:pt x="960297" y="180238"/>
                  </a:lnTo>
                  <a:lnTo>
                    <a:pt x="957719" y="174231"/>
                  </a:lnTo>
                  <a:lnTo>
                    <a:pt x="957084" y="170713"/>
                  </a:lnTo>
                  <a:lnTo>
                    <a:pt x="957084" y="162712"/>
                  </a:lnTo>
                  <a:lnTo>
                    <a:pt x="957732" y="159270"/>
                  </a:lnTo>
                  <a:lnTo>
                    <a:pt x="960348" y="153377"/>
                  </a:lnTo>
                  <a:lnTo>
                    <a:pt x="962177" y="151091"/>
                  </a:lnTo>
                  <a:lnTo>
                    <a:pt x="966723" y="147955"/>
                  </a:lnTo>
                  <a:lnTo>
                    <a:pt x="966503" y="147955"/>
                  </a:lnTo>
                  <a:lnTo>
                    <a:pt x="969632" y="147027"/>
                  </a:lnTo>
                  <a:lnTo>
                    <a:pt x="989442" y="147027"/>
                  </a:lnTo>
                  <a:lnTo>
                    <a:pt x="987971" y="145110"/>
                  </a:lnTo>
                  <a:lnTo>
                    <a:pt x="985545" y="143205"/>
                  </a:lnTo>
                  <a:lnTo>
                    <a:pt x="979639" y="140474"/>
                  </a:lnTo>
                  <a:lnTo>
                    <a:pt x="976312" y="139801"/>
                  </a:lnTo>
                  <a:close/>
                </a:path>
                <a:path w="1611629" h="327025">
                  <a:moveTo>
                    <a:pt x="993368" y="177571"/>
                  </a:moveTo>
                  <a:lnTo>
                    <a:pt x="985316" y="177571"/>
                  </a:lnTo>
                  <a:lnTo>
                    <a:pt x="984821" y="179489"/>
                  </a:lnTo>
                  <a:lnTo>
                    <a:pt x="983983" y="181114"/>
                  </a:lnTo>
                  <a:lnTo>
                    <a:pt x="981608" y="183845"/>
                  </a:lnTo>
                  <a:lnTo>
                    <a:pt x="980053" y="184950"/>
                  </a:lnTo>
                  <a:lnTo>
                    <a:pt x="976756" y="186347"/>
                  </a:lnTo>
                  <a:lnTo>
                    <a:pt x="974864" y="186715"/>
                  </a:lnTo>
                  <a:lnTo>
                    <a:pt x="989417" y="186715"/>
                  </a:lnTo>
                  <a:lnTo>
                    <a:pt x="991781" y="183451"/>
                  </a:lnTo>
                  <a:lnTo>
                    <a:pt x="992911" y="180670"/>
                  </a:lnTo>
                  <a:lnTo>
                    <a:pt x="993368" y="177571"/>
                  </a:lnTo>
                  <a:close/>
                </a:path>
                <a:path w="1611629" h="327025">
                  <a:moveTo>
                    <a:pt x="989442" y="147027"/>
                  </a:moveTo>
                  <a:lnTo>
                    <a:pt x="976312" y="147027"/>
                  </a:lnTo>
                  <a:lnTo>
                    <a:pt x="979131" y="147955"/>
                  </a:lnTo>
                  <a:lnTo>
                    <a:pt x="981227" y="149821"/>
                  </a:lnTo>
                  <a:lnTo>
                    <a:pt x="983335" y="151663"/>
                  </a:lnTo>
                  <a:lnTo>
                    <a:pt x="984707" y="153771"/>
                  </a:lnTo>
                  <a:lnTo>
                    <a:pt x="985316" y="156159"/>
                  </a:lnTo>
                  <a:lnTo>
                    <a:pt x="993368" y="156159"/>
                  </a:lnTo>
                  <a:lnTo>
                    <a:pt x="993034" y="153771"/>
                  </a:lnTo>
                  <a:lnTo>
                    <a:pt x="992911" y="152895"/>
                  </a:lnTo>
                  <a:lnTo>
                    <a:pt x="991742" y="150025"/>
                  </a:lnTo>
                  <a:lnTo>
                    <a:pt x="989442" y="147027"/>
                  </a:lnTo>
                  <a:close/>
                </a:path>
                <a:path w="1611629" h="327025">
                  <a:moveTo>
                    <a:pt x="1012050" y="123024"/>
                  </a:moveTo>
                  <a:lnTo>
                    <a:pt x="1003998" y="123024"/>
                  </a:lnTo>
                  <a:lnTo>
                    <a:pt x="1003998" y="192849"/>
                  </a:lnTo>
                  <a:lnTo>
                    <a:pt x="1012050" y="192849"/>
                  </a:lnTo>
                  <a:lnTo>
                    <a:pt x="1012050" y="158305"/>
                  </a:lnTo>
                  <a:lnTo>
                    <a:pt x="1012580" y="155956"/>
                  </a:lnTo>
                  <a:lnTo>
                    <a:pt x="1018802" y="148666"/>
                  </a:lnTo>
                  <a:lnTo>
                    <a:pt x="1012050" y="148666"/>
                  </a:lnTo>
                  <a:lnTo>
                    <a:pt x="1012050" y="123024"/>
                  </a:lnTo>
                  <a:close/>
                </a:path>
                <a:path w="1611629" h="327025">
                  <a:moveTo>
                    <a:pt x="1043041" y="147027"/>
                  </a:moveTo>
                  <a:lnTo>
                    <a:pt x="1029614" y="147027"/>
                  </a:lnTo>
                  <a:lnTo>
                    <a:pt x="1032586" y="148170"/>
                  </a:lnTo>
                  <a:lnTo>
                    <a:pt x="1034719" y="150469"/>
                  </a:lnTo>
                  <a:lnTo>
                    <a:pt x="1036878" y="152742"/>
                  </a:lnTo>
                  <a:lnTo>
                    <a:pt x="1037877" y="155714"/>
                  </a:lnTo>
                  <a:lnTo>
                    <a:pt x="1037958" y="192849"/>
                  </a:lnTo>
                  <a:lnTo>
                    <a:pt x="1046010" y="192849"/>
                  </a:lnTo>
                  <a:lnTo>
                    <a:pt x="1046010" y="155067"/>
                  </a:lnTo>
                  <a:lnTo>
                    <a:pt x="1045273" y="151434"/>
                  </a:lnTo>
                  <a:lnTo>
                    <a:pt x="1044800" y="150469"/>
                  </a:lnTo>
                  <a:lnTo>
                    <a:pt x="1043041" y="147027"/>
                  </a:lnTo>
                  <a:close/>
                </a:path>
                <a:path w="1611629" h="327025">
                  <a:moveTo>
                    <a:pt x="1031709" y="139801"/>
                  </a:moveTo>
                  <a:lnTo>
                    <a:pt x="1024026" y="139801"/>
                  </a:lnTo>
                  <a:lnTo>
                    <a:pt x="1020737" y="140601"/>
                  </a:lnTo>
                  <a:lnTo>
                    <a:pt x="1015796" y="143814"/>
                  </a:lnTo>
                  <a:lnTo>
                    <a:pt x="1013955" y="145961"/>
                  </a:lnTo>
                  <a:lnTo>
                    <a:pt x="1012736" y="148666"/>
                  </a:lnTo>
                  <a:lnTo>
                    <a:pt x="1018802" y="148666"/>
                  </a:lnTo>
                  <a:lnTo>
                    <a:pt x="1020825" y="147586"/>
                  </a:lnTo>
                  <a:lnTo>
                    <a:pt x="1023188" y="147027"/>
                  </a:lnTo>
                  <a:lnTo>
                    <a:pt x="1043041" y="147027"/>
                  </a:lnTo>
                  <a:lnTo>
                    <a:pt x="1042276" y="145529"/>
                  </a:lnTo>
                  <a:lnTo>
                    <a:pt x="1040206" y="143357"/>
                  </a:lnTo>
                  <a:lnTo>
                    <a:pt x="1037513" y="141947"/>
                  </a:lnTo>
                  <a:lnTo>
                    <a:pt x="1035000" y="140601"/>
                  </a:lnTo>
                  <a:lnTo>
                    <a:pt x="1035224" y="140601"/>
                  </a:lnTo>
                  <a:lnTo>
                    <a:pt x="1031709" y="139801"/>
                  </a:lnTo>
                  <a:close/>
                </a:path>
                <a:path w="1611629" h="327025">
                  <a:moveTo>
                    <a:pt x="1108392" y="114300"/>
                  </a:moveTo>
                  <a:lnTo>
                    <a:pt x="1101305" y="114300"/>
                  </a:lnTo>
                  <a:lnTo>
                    <a:pt x="1097140" y="120357"/>
                  </a:lnTo>
                  <a:lnTo>
                    <a:pt x="1093939" y="127012"/>
                  </a:lnTo>
                  <a:lnTo>
                    <a:pt x="1089456" y="141439"/>
                  </a:lnTo>
                  <a:lnTo>
                    <a:pt x="1088339" y="149339"/>
                  </a:lnTo>
                  <a:lnTo>
                    <a:pt x="1088339" y="166522"/>
                  </a:lnTo>
                  <a:lnTo>
                    <a:pt x="1089456" y="174434"/>
                  </a:lnTo>
                  <a:lnTo>
                    <a:pt x="1093939" y="188874"/>
                  </a:lnTo>
                  <a:lnTo>
                    <a:pt x="1097140" y="195503"/>
                  </a:lnTo>
                  <a:lnTo>
                    <a:pt x="1101305" y="201574"/>
                  </a:lnTo>
                  <a:lnTo>
                    <a:pt x="1108392" y="201574"/>
                  </a:lnTo>
                  <a:lnTo>
                    <a:pt x="1106208" y="198577"/>
                  </a:lnTo>
                  <a:lnTo>
                    <a:pt x="1104239" y="194691"/>
                  </a:lnTo>
                  <a:lnTo>
                    <a:pt x="1100683" y="185140"/>
                  </a:lnTo>
                  <a:lnTo>
                    <a:pt x="1099273" y="179971"/>
                  </a:lnTo>
                  <a:lnTo>
                    <a:pt x="1097191" y="168833"/>
                  </a:lnTo>
                  <a:lnTo>
                    <a:pt x="1096670" y="163347"/>
                  </a:lnTo>
                  <a:lnTo>
                    <a:pt x="1096670" y="153873"/>
                  </a:lnTo>
                  <a:lnTo>
                    <a:pt x="1106754" y="116547"/>
                  </a:lnTo>
                  <a:lnTo>
                    <a:pt x="1108392" y="114300"/>
                  </a:lnTo>
                  <a:close/>
                </a:path>
                <a:path w="1611629" h="327025">
                  <a:moveTo>
                    <a:pt x="1161148" y="123024"/>
                  </a:moveTo>
                  <a:lnTo>
                    <a:pt x="1116418" y="123024"/>
                  </a:lnTo>
                  <a:lnTo>
                    <a:pt x="1116418" y="130517"/>
                  </a:lnTo>
                  <a:lnTo>
                    <a:pt x="1152423" y="130517"/>
                  </a:lnTo>
                  <a:lnTo>
                    <a:pt x="1152423" y="131064"/>
                  </a:lnTo>
                  <a:lnTo>
                    <a:pt x="1121181" y="192849"/>
                  </a:lnTo>
                  <a:lnTo>
                    <a:pt x="1130045" y="192849"/>
                  </a:lnTo>
                  <a:lnTo>
                    <a:pt x="1161084" y="131064"/>
                  </a:lnTo>
                  <a:lnTo>
                    <a:pt x="1161148" y="123024"/>
                  </a:lnTo>
                  <a:close/>
                </a:path>
                <a:path w="1611629" h="327025">
                  <a:moveTo>
                    <a:pt x="1197279" y="131889"/>
                  </a:moveTo>
                  <a:lnTo>
                    <a:pt x="1188821" y="131889"/>
                  </a:lnTo>
                  <a:lnTo>
                    <a:pt x="1188821" y="192849"/>
                  </a:lnTo>
                  <a:lnTo>
                    <a:pt x="1197279" y="192849"/>
                  </a:lnTo>
                  <a:lnTo>
                    <a:pt x="1197279" y="131889"/>
                  </a:lnTo>
                  <a:close/>
                </a:path>
                <a:path w="1611629" h="327025">
                  <a:moveTo>
                    <a:pt x="1197279" y="123024"/>
                  </a:moveTo>
                  <a:lnTo>
                    <a:pt x="1188821" y="123024"/>
                  </a:lnTo>
                  <a:lnTo>
                    <a:pt x="1171371" y="134620"/>
                  </a:lnTo>
                  <a:lnTo>
                    <a:pt x="1171371" y="143205"/>
                  </a:lnTo>
                  <a:lnTo>
                    <a:pt x="1188415" y="131889"/>
                  </a:lnTo>
                  <a:lnTo>
                    <a:pt x="1197279" y="131889"/>
                  </a:lnTo>
                  <a:lnTo>
                    <a:pt x="1197279" y="123024"/>
                  </a:lnTo>
                  <a:close/>
                </a:path>
                <a:path w="1611629" h="327025">
                  <a:moveTo>
                    <a:pt x="1257007" y="154190"/>
                  </a:moveTo>
                  <a:lnTo>
                    <a:pt x="1209001" y="154190"/>
                  </a:lnTo>
                  <a:lnTo>
                    <a:pt x="1209001" y="161683"/>
                  </a:lnTo>
                  <a:lnTo>
                    <a:pt x="1257007" y="161683"/>
                  </a:lnTo>
                  <a:lnTo>
                    <a:pt x="1257007" y="154190"/>
                  </a:lnTo>
                  <a:close/>
                </a:path>
                <a:path w="1611629" h="327025">
                  <a:moveTo>
                    <a:pt x="1289532" y="122072"/>
                  </a:moveTo>
                  <a:lnTo>
                    <a:pt x="1281391" y="122072"/>
                  </a:lnTo>
                  <a:lnTo>
                    <a:pt x="1277746" y="122872"/>
                  </a:lnTo>
                  <a:lnTo>
                    <a:pt x="1264323" y="144322"/>
                  </a:lnTo>
                  <a:lnTo>
                    <a:pt x="1265255" y="147472"/>
                  </a:lnTo>
                  <a:lnTo>
                    <a:pt x="1265300" y="147624"/>
                  </a:lnTo>
                  <a:lnTo>
                    <a:pt x="1269250" y="153428"/>
                  </a:lnTo>
                  <a:lnTo>
                    <a:pt x="1271917" y="155295"/>
                  </a:lnTo>
                  <a:lnTo>
                    <a:pt x="1275257" y="156159"/>
                  </a:lnTo>
                  <a:lnTo>
                    <a:pt x="1275257" y="156578"/>
                  </a:lnTo>
                  <a:lnTo>
                    <a:pt x="1261732" y="171348"/>
                  </a:lnTo>
                  <a:lnTo>
                    <a:pt x="1261732" y="178079"/>
                  </a:lnTo>
                  <a:lnTo>
                    <a:pt x="1280794" y="193802"/>
                  </a:lnTo>
                  <a:lnTo>
                    <a:pt x="1290142" y="193802"/>
                  </a:lnTo>
                  <a:lnTo>
                    <a:pt x="1294244" y="192976"/>
                  </a:lnTo>
                  <a:lnTo>
                    <a:pt x="1301356" y="189636"/>
                  </a:lnTo>
                  <a:lnTo>
                    <a:pt x="1304150" y="187325"/>
                  </a:lnTo>
                  <a:lnTo>
                    <a:pt x="1304843" y="186309"/>
                  </a:lnTo>
                  <a:lnTo>
                    <a:pt x="1282306" y="186309"/>
                  </a:lnTo>
                  <a:lnTo>
                    <a:pt x="1279550" y="185788"/>
                  </a:lnTo>
                  <a:lnTo>
                    <a:pt x="1274914" y="183743"/>
                  </a:lnTo>
                  <a:lnTo>
                    <a:pt x="1273124" y="182308"/>
                  </a:lnTo>
                  <a:lnTo>
                    <a:pt x="1270647" y="178574"/>
                  </a:lnTo>
                  <a:lnTo>
                    <a:pt x="1270050" y="176390"/>
                  </a:lnTo>
                  <a:lnTo>
                    <a:pt x="1270050" y="171348"/>
                  </a:lnTo>
                  <a:lnTo>
                    <a:pt x="1282509" y="160388"/>
                  </a:lnTo>
                  <a:lnTo>
                    <a:pt x="1303217" y="160388"/>
                  </a:lnTo>
                  <a:lnTo>
                    <a:pt x="1300505" y="158102"/>
                  </a:lnTo>
                  <a:lnTo>
                    <a:pt x="1298232" y="157022"/>
                  </a:lnTo>
                  <a:lnTo>
                    <a:pt x="1295717" y="156578"/>
                  </a:lnTo>
                  <a:lnTo>
                    <a:pt x="1295717" y="156159"/>
                  </a:lnTo>
                  <a:lnTo>
                    <a:pt x="1298981" y="155295"/>
                  </a:lnTo>
                  <a:lnTo>
                    <a:pt x="1301610" y="153428"/>
                  </a:lnTo>
                  <a:lnTo>
                    <a:pt x="1301792" y="153162"/>
                  </a:lnTo>
                  <a:lnTo>
                    <a:pt x="1282941" y="153162"/>
                  </a:lnTo>
                  <a:lnTo>
                    <a:pt x="1280693" y="152666"/>
                  </a:lnTo>
                  <a:lnTo>
                    <a:pt x="1272501" y="143573"/>
                  </a:lnTo>
                  <a:lnTo>
                    <a:pt x="1272501" y="138798"/>
                  </a:lnTo>
                  <a:lnTo>
                    <a:pt x="1278635" y="130898"/>
                  </a:lnTo>
                  <a:lnTo>
                    <a:pt x="1280579" y="129921"/>
                  </a:lnTo>
                  <a:lnTo>
                    <a:pt x="1282865" y="129438"/>
                  </a:lnTo>
                  <a:lnTo>
                    <a:pt x="1302743" y="129438"/>
                  </a:lnTo>
                  <a:lnTo>
                    <a:pt x="1302003" y="128308"/>
                  </a:lnTo>
                  <a:lnTo>
                    <a:pt x="1299502" y="126098"/>
                  </a:lnTo>
                  <a:lnTo>
                    <a:pt x="1293139" y="122872"/>
                  </a:lnTo>
                  <a:lnTo>
                    <a:pt x="1289532" y="122072"/>
                  </a:lnTo>
                  <a:close/>
                </a:path>
                <a:path w="1611629" h="327025">
                  <a:moveTo>
                    <a:pt x="1303217" y="160388"/>
                  </a:moveTo>
                  <a:lnTo>
                    <a:pt x="1288440" y="160388"/>
                  </a:lnTo>
                  <a:lnTo>
                    <a:pt x="1291069" y="160972"/>
                  </a:lnTo>
                  <a:lnTo>
                    <a:pt x="1295679" y="163283"/>
                  </a:lnTo>
                  <a:lnTo>
                    <a:pt x="1297508" y="164884"/>
                  </a:lnTo>
                  <a:lnTo>
                    <a:pt x="1300187" y="168922"/>
                  </a:lnTo>
                  <a:lnTo>
                    <a:pt x="1300873" y="171348"/>
                  </a:lnTo>
                  <a:lnTo>
                    <a:pt x="1300873" y="176390"/>
                  </a:lnTo>
                  <a:lnTo>
                    <a:pt x="1288643" y="186309"/>
                  </a:lnTo>
                  <a:lnTo>
                    <a:pt x="1304843" y="186309"/>
                  </a:lnTo>
                  <a:lnTo>
                    <a:pt x="1308163" y="181444"/>
                  </a:lnTo>
                  <a:lnTo>
                    <a:pt x="1309192" y="178079"/>
                  </a:lnTo>
                  <a:lnTo>
                    <a:pt x="1309192" y="171348"/>
                  </a:lnTo>
                  <a:lnTo>
                    <a:pt x="1308650" y="168922"/>
                  </a:lnTo>
                  <a:lnTo>
                    <a:pt x="1308582" y="168617"/>
                  </a:lnTo>
                  <a:lnTo>
                    <a:pt x="1306169" y="163601"/>
                  </a:lnTo>
                  <a:lnTo>
                    <a:pt x="1304556" y="161493"/>
                  </a:lnTo>
                  <a:lnTo>
                    <a:pt x="1303217" y="160388"/>
                  </a:lnTo>
                  <a:close/>
                </a:path>
                <a:path w="1611629" h="327025">
                  <a:moveTo>
                    <a:pt x="1302743" y="129438"/>
                  </a:moveTo>
                  <a:lnTo>
                    <a:pt x="1288046" y="129438"/>
                  </a:lnTo>
                  <a:lnTo>
                    <a:pt x="1290307" y="129921"/>
                  </a:lnTo>
                  <a:lnTo>
                    <a:pt x="1294168" y="131851"/>
                  </a:lnTo>
                  <a:lnTo>
                    <a:pt x="1295679" y="133223"/>
                  </a:lnTo>
                  <a:lnTo>
                    <a:pt x="1297863" y="136740"/>
                  </a:lnTo>
                  <a:lnTo>
                    <a:pt x="1298422" y="138798"/>
                  </a:lnTo>
                  <a:lnTo>
                    <a:pt x="1298422" y="143573"/>
                  </a:lnTo>
                  <a:lnTo>
                    <a:pt x="1287983" y="153162"/>
                  </a:lnTo>
                  <a:lnTo>
                    <a:pt x="1301792" y="153162"/>
                  </a:lnTo>
                  <a:lnTo>
                    <a:pt x="1305585" y="147624"/>
                  </a:lnTo>
                  <a:lnTo>
                    <a:pt x="1306601" y="144322"/>
                  </a:lnTo>
                  <a:lnTo>
                    <a:pt x="1306503" y="136740"/>
                  </a:lnTo>
                  <a:lnTo>
                    <a:pt x="1305661" y="133896"/>
                  </a:lnTo>
                  <a:lnTo>
                    <a:pt x="1302743" y="129438"/>
                  </a:lnTo>
                  <a:close/>
                </a:path>
                <a:path w="1611629" h="327025">
                  <a:moveTo>
                    <a:pt x="1349019" y="122072"/>
                  </a:moveTo>
                  <a:lnTo>
                    <a:pt x="1338833" y="122072"/>
                  </a:lnTo>
                  <a:lnTo>
                    <a:pt x="1334477" y="123494"/>
                  </a:lnTo>
                  <a:lnTo>
                    <a:pt x="1327226" y="129146"/>
                  </a:lnTo>
                  <a:lnTo>
                    <a:pt x="1324457" y="133235"/>
                  </a:lnTo>
                  <a:lnTo>
                    <a:pt x="1320609" y="143941"/>
                  </a:lnTo>
                  <a:lnTo>
                    <a:pt x="1319656" y="150393"/>
                  </a:lnTo>
                  <a:lnTo>
                    <a:pt x="1319656" y="165531"/>
                  </a:lnTo>
                  <a:lnTo>
                    <a:pt x="1338795" y="193802"/>
                  </a:lnTo>
                  <a:lnTo>
                    <a:pt x="1349070" y="193802"/>
                  </a:lnTo>
                  <a:lnTo>
                    <a:pt x="1353438" y="192405"/>
                  </a:lnTo>
                  <a:lnTo>
                    <a:pt x="1360677" y="186791"/>
                  </a:lnTo>
                  <a:lnTo>
                    <a:pt x="1361004" y="186309"/>
                  </a:lnTo>
                  <a:lnTo>
                    <a:pt x="1340548" y="186309"/>
                  </a:lnTo>
                  <a:lnTo>
                    <a:pt x="1337640" y="185204"/>
                  </a:lnTo>
                  <a:lnTo>
                    <a:pt x="1332852" y="180797"/>
                  </a:lnTo>
                  <a:lnTo>
                    <a:pt x="1331023" y="177571"/>
                  </a:lnTo>
                  <a:lnTo>
                    <a:pt x="1328470" y="169113"/>
                  </a:lnTo>
                  <a:lnTo>
                    <a:pt x="1327835" y="163982"/>
                  </a:lnTo>
                  <a:lnTo>
                    <a:pt x="1327835" y="148869"/>
                  </a:lnTo>
                  <a:lnTo>
                    <a:pt x="1329258" y="141859"/>
                  </a:lnTo>
                  <a:lnTo>
                    <a:pt x="1334935" y="131927"/>
                  </a:lnTo>
                  <a:lnTo>
                    <a:pt x="1338884" y="129438"/>
                  </a:lnTo>
                  <a:lnTo>
                    <a:pt x="1360824" y="129438"/>
                  </a:lnTo>
                  <a:lnTo>
                    <a:pt x="1360627" y="129146"/>
                  </a:lnTo>
                  <a:lnTo>
                    <a:pt x="1353375" y="123494"/>
                  </a:lnTo>
                  <a:lnTo>
                    <a:pt x="1349019" y="122072"/>
                  </a:lnTo>
                  <a:close/>
                </a:path>
                <a:path w="1611629" h="327025">
                  <a:moveTo>
                    <a:pt x="1360824" y="129438"/>
                  </a:moveTo>
                  <a:lnTo>
                    <a:pt x="1347292" y="129438"/>
                  </a:lnTo>
                  <a:lnTo>
                    <a:pt x="1350175" y="130543"/>
                  </a:lnTo>
                  <a:lnTo>
                    <a:pt x="1354962" y="135001"/>
                  </a:lnTo>
                  <a:lnTo>
                    <a:pt x="1356804" y="138239"/>
                  </a:lnTo>
                  <a:lnTo>
                    <a:pt x="1358074" y="142494"/>
                  </a:lnTo>
                  <a:lnTo>
                    <a:pt x="1359369" y="146735"/>
                  </a:lnTo>
                  <a:lnTo>
                    <a:pt x="1360030" y="151892"/>
                  </a:lnTo>
                  <a:lnTo>
                    <a:pt x="1360030" y="167030"/>
                  </a:lnTo>
                  <a:lnTo>
                    <a:pt x="1358620" y="174028"/>
                  </a:lnTo>
                  <a:lnTo>
                    <a:pt x="1352981" y="183845"/>
                  </a:lnTo>
                  <a:lnTo>
                    <a:pt x="1349019" y="186309"/>
                  </a:lnTo>
                  <a:lnTo>
                    <a:pt x="1361004" y="186309"/>
                  </a:lnTo>
                  <a:lnTo>
                    <a:pt x="1363433" y="182714"/>
                  </a:lnTo>
                  <a:lnTo>
                    <a:pt x="1367256" y="172008"/>
                  </a:lnTo>
                  <a:lnTo>
                    <a:pt x="1368209" y="165531"/>
                  </a:lnTo>
                  <a:lnTo>
                    <a:pt x="1368209" y="150393"/>
                  </a:lnTo>
                  <a:lnTo>
                    <a:pt x="1367243" y="143941"/>
                  </a:lnTo>
                  <a:lnTo>
                    <a:pt x="1363395" y="133235"/>
                  </a:lnTo>
                  <a:lnTo>
                    <a:pt x="1360824" y="129438"/>
                  </a:lnTo>
                  <a:close/>
                </a:path>
                <a:path w="1611629" h="327025">
                  <a:moveTo>
                    <a:pt x="1384401" y="114300"/>
                  </a:moveTo>
                  <a:lnTo>
                    <a:pt x="1377314" y="114300"/>
                  </a:lnTo>
                  <a:lnTo>
                    <a:pt x="1379486" y="117297"/>
                  </a:lnTo>
                  <a:lnTo>
                    <a:pt x="1381467" y="121183"/>
                  </a:lnTo>
                  <a:lnTo>
                    <a:pt x="1385011" y="130733"/>
                  </a:lnTo>
                  <a:lnTo>
                    <a:pt x="1386420" y="135902"/>
                  </a:lnTo>
                  <a:lnTo>
                    <a:pt x="1388516" y="147040"/>
                  </a:lnTo>
                  <a:lnTo>
                    <a:pt x="1389037" y="152527"/>
                  </a:lnTo>
                  <a:lnTo>
                    <a:pt x="1389037" y="161975"/>
                  </a:lnTo>
                  <a:lnTo>
                    <a:pt x="1381874" y="193255"/>
                  </a:lnTo>
                  <a:lnTo>
                    <a:pt x="1380464" y="196557"/>
                  </a:lnTo>
                  <a:lnTo>
                    <a:pt x="1378940" y="199326"/>
                  </a:lnTo>
                  <a:lnTo>
                    <a:pt x="1377314" y="201574"/>
                  </a:lnTo>
                  <a:lnTo>
                    <a:pt x="1384401" y="201574"/>
                  </a:lnTo>
                  <a:lnTo>
                    <a:pt x="1388567" y="195503"/>
                  </a:lnTo>
                  <a:lnTo>
                    <a:pt x="1391754" y="188874"/>
                  </a:lnTo>
                  <a:lnTo>
                    <a:pt x="1393977" y="181660"/>
                  </a:lnTo>
                  <a:lnTo>
                    <a:pt x="1396218" y="174498"/>
                  </a:lnTo>
                  <a:lnTo>
                    <a:pt x="1397355" y="166522"/>
                  </a:lnTo>
                  <a:lnTo>
                    <a:pt x="1397355" y="149339"/>
                  </a:lnTo>
                  <a:lnTo>
                    <a:pt x="1396237" y="141439"/>
                  </a:lnTo>
                  <a:lnTo>
                    <a:pt x="1393977" y="134239"/>
                  </a:lnTo>
                  <a:lnTo>
                    <a:pt x="1391754" y="127012"/>
                  </a:lnTo>
                  <a:lnTo>
                    <a:pt x="1388567" y="120357"/>
                  </a:lnTo>
                  <a:lnTo>
                    <a:pt x="1384401" y="114300"/>
                  </a:lnTo>
                  <a:close/>
                </a:path>
                <a:path w="1611629" h="327025">
                  <a:moveTo>
                    <a:pt x="5181" y="270332"/>
                  </a:moveTo>
                  <a:lnTo>
                    <a:pt x="0" y="275640"/>
                  </a:lnTo>
                  <a:lnTo>
                    <a:pt x="23190" y="298691"/>
                  </a:lnTo>
                  <a:lnTo>
                    <a:pt x="33851" y="288061"/>
                  </a:lnTo>
                  <a:lnTo>
                    <a:pt x="23190" y="288061"/>
                  </a:lnTo>
                  <a:lnTo>
                    <a:pt x="5181" y="270332"/>
                  </a:lnTo>
                  <a:close/>
                </a:path>
                <a:path w="1611629" h="327025">
                  <a:moveTo>
                    <a:pt x="60413" y="250964"/>
                  </a:moveTo>
                  <a:lnTo>
                    <a:pt x="23190" y="288061"/>
                  </a:lnTo>
                  <a:lnTo>
                    <a:pt x="33851" y="288061"/>
                  </a:lnTo>
                  <a:lnTo>
                    <a:pt x="65735" y="256273"/>
                  </a:lnTo>
                  <a:lnTo>
                    <a:pt x="60413" y="250964"/>
                  </a:lnTo>
                  <a:close/>
                </a:path>
                <a:path w="1611629" h="327025">
                  <a:moveTo>
                    <a:pt x="123405" y="237324"/>
                  </a:moveTo>
                  <a:lnTo>
                    <a:pt x="81533" y="237324"/>
                  </a:lnTo>
                  <a:lnTo>
                    <a:pt x="81533" y="307149"/>
                  </a:lnTo>
                  <a:lnTo>
                    <a:pt x="89992" y="307149"/>
                  </a:lnTo>
                  <a:lnTo>
                    <a:pt x="89992" y="275920"/>
                  </a:lnTo>
                  <a:lnTo>
                    <a:pt x="120268" y="275920"/>
                  </a:lnTo>
                  <a:lnTo>
                    <a:pt x="120268" y="268414"/>
                  </a:lnTo>
                  <a:lnTo>
                    <a:pt x="89992" y="268414"/>
                  </a:lnTo>
                  <a:lnTo>
                    <a:pt x="89992" y="244817"/>
                  </a:lnTo>
                  <a:lnTo>
                    <a:pt x="123405" y="244817"/>
                  </a:lnTo>
                  <a:lnTo>
                    <a:pt x="123405" y="237324"/>
                  </a:lnTo>
                  <a:close/>
                </a:path>
                <a:path w="1611629" h="327025">
                  <a:moveTo>
                    <a:pt x="140436" y="254774"/>
                  </a:moveTo>
                  <a:lnTo>
                    <a:pt x="132397" y="254774"/>
                  </a:lnTo>
                  <a:lnTo>
                    <a:pt x="132397" y="292506"/>
                  </a:lnTo>
                  <a:lnTo>
                    <a:pt x="146037" y="307835"/>
                  </a:lnTo>
                  <a:lnTo>
                    <a:pt x="153263" y="307835"/>
                  </a:lnTo>
                  <a:lnTo>
                    <a:pt x="156527" y="306908"/>
                  </a:lnTo>
                  <a:lnTo>
                    <a:pt x="161709" y="303199"/>
                  </a:lnTo>
                  <a:lnTo>
                    <a:pt x="163626" y="300939"/>
                  </a:lnTo>
                  <a:lnTo>
                    <a:pt x="164029" y="300062"/>
                  </a:lnTo>
                  <a:lnTo>
                    <a:pt x="148551" y="300062"/>
                  </a:lnTo>
                  <a:lnTo>
                    <a:pt x="145808" y="298919"/>
                  </a:lnTo>
                  <a:lnTo>
                    <a:pt x="141503" y="294373"/>
                  </a:lnTo>
                  <a:lnTo>
                    <a:pt x="140436" y="291325"/>
                  </a:lnTo>
                  <a:lnTo>
                    <a:pt x="140436" y="254774"/>
                  </a:lnTo>
                  <a:close/>
                </a:path>
                <a:path w="1611629" h="327025">
                  <a:moveTo>
                    <a:pt x="173443" y="298284"/>
                  </a:moveTo>
                  <a:lnTo>
                    <a:pt x="165392" y="298284"/>
                  </a:lnTo>
                  <a:lnTo>
                    <a:pt x="165392" y="307149"/>
                  </a:lnTo>
                  <a:lnTo>
                    <a:pt x="173443" y="307149"/>
                  </a:lnTo>
                  <a:lnTo>
                    <a:pt x="173443" y="298284"/>
                  </a:lnTo>
                  <a:close/>
                </a:path>
                <a:path w="1611629" h="327025">
                  <a:moveTo>
                    <a:pt x="173443" y="254774"/>
                  </a:moveTo>
                  <a:lnTo>
                    <a:pt x="165392" y="254774"/>
                  </a:lnTo>
                  <a:lnTo>
                    <a:pt x="165392" y="289013"/>
                  </a:lnTo>
                  <a:lnTo>
                    <a:pt x="164781" y="291325"/>
                  </a:lnTo>
                  <a:lnTo>
                    <a:pt x="164680" y="291706"/>
                  </a:lnTo>
                  <a:lnTo>
                    <a:pt x="163245" y="293814"/>
                  </a:lnTo>
                  <a:lnTo>
                    <a:pt x="161836" y="295935"/>
                  </a:lnTo>
                  <a:lnTo>
                    <a:pt x="160096" y="297497"/>
                  </a:lnTo>
                  <a:lnTo>
                    <a:pt x="155930" y="299542"/>
                  </a:lnTo>
                  <a:lnTo>
                    <a:pt x="153898" y="300062"/>
                  </a:lnTo>
                  <a:lnTo>
                    <a:pt x="164029" y="300062"/>
                  </a:lnTo>
                  <a:lnTo>
                    <a:pt x="164845" y="298284"/>
                  </a:lnTo>
                  <a:lnTo>
                    <a:pt x="173443" y="298284"/>
                  </a:lnTo>
                  <a:lnTo>
                    <a:pt x="173443" y="254774"/>
                  </a:lnTo>
                  <a:close/>
                </a:path>
                <a:path w="1611629" h="327025">
                  <a:moveTo>
                    <a:pt x="195097" y="237324"/>
                  </a:moveTo>
                  <a:lnTo>
                    <a:pt x="187058" y="237324"/>
                  </a:lnTo>
                  <a:lnTo>
                    <a:pt x="187058" y="307149"/>
                  </a:lnTo>
                  <a:lnTo>
                    <a:pt x="195097" y="307149"/>
                  </a:lnTo>
                  <a:lnTo>
                    <a:pt x="195097" y="237324"/>
                  </a:lnTo>
                  <a:close/>
                </a:path>
                <a:path w="1611629" h="327025">
                  <a:moveTo>
                    <a:pt x="216763" y="237324"/>
                  </a:moveTo>
                  <a:lnTo>
                    <a:pt x="208711" y="237324"/>
                  </a:lnTo>
                  <a:lnTo>
                    <a:pt x="208711" y="307149"/>
                  </a:lnTo>
                  <a:lnTo>
                    <a:pt x="216763" y="307149"/>
                  </a:lnTo>
                  <a:lnTo>
                    <a:pt x="216763" y="237324"/>
                  </a:lnTo>
                  <a:close/>
                </a:path>
                <a:path w="1611629" h="327025">
                  <a:moveTo>
                    <a:pt x="265798" y="237324"/>
                  </a:moveTo>
                  <a:lnTo>
                    <a:pt x="257340" y="237324"/>
                  </a:lnTo>
                  <a:lnTo>
                    <a:pt x="257340" y="307149"/>
                  </a:lnTo>
                  <a:lnTo>
                    <a:pt x="298259" y="307149"/>
                  </a:lnTo>
                  <a:lnTo>
                    <a:pt x="298259" y="299643"/>
                  </a:lnTo>
                  <a:lnTo>
                    <a:pt x="265798" y="299643"/>
                  </a:lnTo>
                  <a:lnTo>
                    <a:pt x="265798" y="237324"/>
                  </a:lnTo>
                  <a:close/>
                </a:path>
                <a:path w="1611629" h="327025">
                  <a:moveTo>
                    <a:pt x="345674" y="261188"/>
                  </a:moveTo>
                  <a:lnTo>
                    <a:pt x="333159" y="261188"/>
                  </a:lnTo>
                  <a:lnTo>
                    <a:pt x="335927" y="262115"/>
                  </a:lnTo>
                  <a:lnTo>
                    <a:pt x="339585" y="265849"/>
                  </a:lnTo>
                  <a:lnTo>
                    <a:pt x="340499" y="268490"/>
                  </a:lnTo>
                  <a:lnTo>
                    <a:pt x="340499" y="273392"/>
                  </a:lnTo>
                  <a:lnTo>
                    <a:pt x="340029" y="274307"/>
                  </a:lnTo>
                  <a:lnTo>
                    <a:pt x="338188" y="275348"/>
                  </a:lnTo>
                  <a:lnTo>
                    <a:pt x="336740" y="275729"/>
                  </a:lnTo>
                  <a:lnTo>
                    <a:pt x="330187" y="276466"/>
                  </a:lnTo>
                  <a:lnTo>
                    <a:pt x="324573" y="277190"/>
                  </a:lnTo>
                  <a:lnTo>
                    <a:pt x="306679" y="295694"/>
                  </a:lnTo>
                  <a:lnTo>
                    <a:pt x="307479" y="298602"/>
                  </a:lnTo>
                  <a:lnTo>
                    <a:pt x="310654" y="303403"/>
                  </a:lnTo>
                  <a:lnTo>
                    <a:pt x="312800" y="305231"/>
                  </a:lnTo>
                  <a:lnTo>
                    <a:pt x="318211" y="307746"/>
                  </a:lnTo>
                  <a:lnTo>
                    <a:pt x="321221" y="308381"/>
                  </a:lnTo>
                  <a:lnTo>
                    <a:pt x="327596" y="308381"/>
                  </a:lnTo>
                  <a:lnTo>
                    <a:pt x="339547" y="301193"/>
                  </a:lnTo>
                  <a:lnTo>
                    <a:pt x="322708" y="301193"/>
                  </a:lnTo>
                  <a:lnTo>
                    <a:pt x="320208" y="300520"/>
                  </a:lnTo>
                  <a:lnTo>
                    <a:pt x="320038" y="300520"/>
                  </a:lnTo>
                  <a:lnTo>
                    <a:pt x="317830" y="299034"/>
                  </a:lnTo>
                  <a:lnTo>
                    <a:pt x="315760" y="297599"/>
                  </a:lnTo>
                  <a:lnTo>
                    <a:pt x="314830" y="295694"/>
                  </a:lnTo>
                  <a:lnTo>
                    <a:pt x="314825" y="290372"/>
                  </a:lnTo>
                  <a:lnTo>
                    <a:pt x="315195" y="289280"/>
                  </a:lnTo>
                  <a:lnTo>
                    <a:pt x="315277" y="289039"/>
                  </a:lnTo>
                  <a:lnTo>
                    <a:pt x="332342" y="283095"/>
                  </a:lnTo>
                  <a:lnTo>
                    <a:pt x="335800" y="282549"/>
                  </a:lnTo>
                  <a:lnTo>
                    <a:pt x="337108" y="282270"/>
                  </a:lnTo>
                  <a:lnTo>
                    <a:pt x="339363" y="281622"/>
                  </a:lnTo>
                  <a:lnTo>
                    <a:pt x="340156" y="281241"/>
                  </a:lnTo>
                  <a:lnTo>
                    <a:pt x="340499" y="280822"/>
                  </a:lnTo>
                  <a:lnTo>
                    <a:pt x="348551" y="280822"/>
                  </a:lnTo>
                  <a:lnTo>
                    <a:pt x="348551" y="268490"/>
                  </a:lnTo>
                  <a:lnTo>
                    <a:pt x="348114" y="266369"/>
                  </a:lnTo>
                  <a:lnTo>
                    <a:pt x="348007" y="265849"/>
                  </a:lnTo>
                  <a:lnTo>
                    <a:pt x="347912" y="265391"/>
                  </a:lnTo>
                  <a:lnTo>
                    <a:pt x="347865" y="265163"/>
                  </a:lnTo>
                  <a:lnTo>
                    <a:pt x="345674" y="261188"/>
                  </a:lnTo>
                  <a:close/>
                </a:path>
                <a:path w="1611629" h="327025">
                  <a:moveTo>
                    <a:pt x="348551" y="300062"/>
                  </a:moveTo>
                  <a:lnTo>
                    <a:pt x="340499" y="300062"/>
                  </a:lnTo>
                  <a:lnTo>
                    <a:pt x="340499" y="307149"/>
                  </a:lnTo>
                  <a:lnTo>
                    <a:pt x="348551" y="307149"/>
                  </a:lnTo>
                  <a:lnTo>
                    <a:pt x="348551" y="300062"/>
                  </a:lnTo>
                  <a:close/>
                </a:path>
                <a:path w="1611629" h="327025">
                  <a:moveTo>
                    <a:pt x="348551" y="280822"/>
                  </a:moveTo>
                  <a:lnTo>
                    <a:pt x="340499" y="280822"/>
                  </a:lnTo>
                  <a:lnTo>
                    <a:pt x="340423" y="290652"/>
                  </a:lnTo>
                  <a:lnTo>
                    <a:pt x="339928" y="292455"/>
                  </a:lnTo>
                  <a:lnTo>
                    <a:pt x="337680" y="296405"/>
                  </a:lnTo>
                  <a:lnTo>
                    <a:pt x="336029" y="298018"/>
                  </a:lnTo>
                  <a:lnTo>
                    <a:pt x="331635" y="300520"/>
                  </a:lnTo>
                  <a:lnTo>
                    <a:pt x="328794" y="301193"/>
                  </a:lnTo>
                  <a:lnTo>
                    <a:pt x="339547" y="301193"/>
                  </a:lnTo>
                  <a:lnTo>
                    <a:pt x="340093" y="300062"/>
                  </a:lnTo>
                  <a:lnTo>
                    <a:pt x="348551" y="300062"/>
                  </a:lnTo>
                  <a:lnTo>
                    <a:pt x="348551" y="280822"/>
                  </a:lnTo>
                  <a:close/>
                </a:path>
                <a:path w="1611629" h="327025">
                  <a:moveTo>
                    <a:pt x="330860" y="254101"/>
                  </a:moveTo>
                  <a:lnTo>
                    <a:pt x="326542" y="254101"/>
                  </a:lnTo>
                  <a:lnTo>
                    <a:pt x="323862" y="254457"/>
                  </a:lnTo>
                  <a:lnTo>
                    <a:pt x="308178" y="266369"/>
                  </a:lnTo>
                  <a:lnTo>
                    <a:pt x="315810" y="269100"/>
                  </a:lnTo>
                  <a:lnTo>
                    <a:pt x="316699" y="267195"/>
                  </a:lnTo>
                  <a:lnTo>
                    <a:pt x="318236" y="265391"/>
                  </a:lnTo>
                  <a:lnTo>
                    <a:pt x="322489" y="262115"/>
                  </a:lnTo>
                  <a:lnTo>
                    <a:pt x="322286" y="262115"/>
                  </a:lnTo>
                  <a:lnTo>
                    <a:pt x="325615" y="261188"/>
                  </a:lnTo>
                  <a:lnTo>
                    <a:pt x="345674" y="261188"/>
                  </a:lnTo>
                  <a:lnTo>
                    <a:pt x="345135" y="260210"/>
                  </a:lnTo>
                  <a:lnTo>
                    <a:pt x="343420" y="258356"/>
                  </a:lnTo>
                  <a:lnTo>
                    <a:pt x="339305" y="255905"/>
                  </a:lnTo>
                  <a:lnTo>
                    <a:pt x="337450" y="255193"/>
                  </a:lnTo>
                  <a:lnTo>
                    <a:pt x="337774" y="255193"/>
                  </a:lnTo>
                  <a:lnTo>
                    <a:pt x="334975" y="254711"/>
                  </a:lnTo>
                  <a:lnTo>
                    <a:pt x="332790" y="254304"/>
                  </a:lnTo>
                  <a:lnTo>
                    <a:pt x="330860" y="254101"/>
                  </a:lnTo>
                  <a:close/>
                </a:path>
                <a:path w="1611629" h="327025">
                  <a:moveTo>
                    <a:pt x="370154" y="254774"/>
                  </a:moveTo>
                  <a:lnTo>
                    <a:pt x="362115" y="254774"/>
                  </a:lnTo>
                  <a:lnTo>
                    <a:pt x="362115" y="292506"/>
                  </a:lnTo>
                  <a:lnTo>
                    <a:pt x="362786" y="295935"/>
                  </a:lnTo>
                  <a:lnTo>
                    <a:pt x="362838" y="296202"/>
                  </a:lnTo>
                  <a:lnTo>
                    <a:pt x="375742" y="307835"/>
                  </a:lnTo>
                  <a:lnTo>
                    <a:pt x="382981" y="307835"/>
                  </a:lnTo>
                  <a:lnTo>
                    <a:pt x="386245" y="306908"/>
                  </a:lnTo>
                  <a:lnTo>
                    <a:pt x="391426" y="303199"/>
                  </a:lnTo>
                  <a:lnTo>
                    <a:pt x="393344" y="300939"/>
                  </a:lnTo>
                  <a:lnTo>
                    <a:pt x="393746" y="300062"/>
                  </a:lnTo>
                  <a:lnTo>
                    <a:pt x="378269" y="300062"/>
                  </a:lnTo>
                  <a:lnTo>
                    <a:pt x="375526" y="298919"/>
                  </a:lnTo>
                  <a:lnTo>
                    <a:pt x="373354" y="296646"/>
                  </a:lnTo>
                  <a:lnTo>
                    <a:pt x="371220" y="294373"/>
                  </a:lnTo>
                  <a:lnTo>
                    <a:pt x="370154" y="291325"/>
                  </a:lnTo>
                  <a:lnTo>
                    <a:pt x="370154" y="254774"/>
                  </a:lnTo>
                  <a:close/>
                </a:path>
                <a:path w="1611629" h="327025">
                  <a:moveTo>
                    <a:pt x="403161" y="298284"/>
                  </a:moveTo>
                  <a:lnTo>
                    <a:pt x="395109" y="298284"/>
                  </a:lnTo>
                  <a:lnTo>
                    <a:pt x="395109" y="307149"/>
                  </a:lnTo>
                  <a:lnTo>
                    <a:pt x="403161" y="307149"/>
                  </a:lnTo>
                  <a:lnTo>
                    <a:pt x="403161" y="298284"/>
                  </a:lnTo>
                  <a:close/>
                </a:path>
                <a:path w="1611629" h="327025">
                  <a:moveTo>
                    <a:pt x="403161" y="254774"/>
                  </a:moveTo>
                  <a:lnTo>
                    <a:pt x="395109" y="254774"/>
                  </a:lnTo>
                  <a:lnTo>
                    <a:pt x="395109" y="289013"/>
                  </a:lnTo>
                  <a:lnTo>
                    <a:pt x="394499" y="291325"/>
                  </a:lnTo>
                  <a:lnTo>
                    <a:pt x="394398" y="291706"/>
                  </a:lnTo>
                  <a:lnTo>
                    <a:pt x="392963" y="293814"/>
                  </a:lnTo>
                  <a:lnTo>
                    <a:pt x="391553" y="295935"/>
                  </a:lnTo>
                  <a:lnTo>
                    <a:pt x="389801" y="297497"/>
                  </a:lnTo>
                  <a:lnTo>
                    <a:pt x="385648" y="299542"/>
                  </a:lnTo>
                  <a:lnTo>
                    <a:pt x="383616" y="300062"/>
                  </a:lnTo>
                  <a:lnTo>
                    <a:pt x="393746" y="300062"/>
                  </a:lnTo>
                  <a:lnTo>
                    <a:pt x="394563" y="298284"/>
                  </a:lnTo>
                  <a:lnTo>
                    <a:pt x="403161" y="298284"/>
                  </a:lnTo>
                  <a:lnTo>
                    <a:pt x="403161" y="254774"/>
                  </a:lnTo>
                  <a:close/>
                </a:path>
                <a:path w="1611629" h="327025">
                  <a:moveTo>
                    <a:pt x="424548" y="254914"/>
                  </a:moveTo>
                  <a:lnTo>
                    <a:pt x="416775" y="254914"/>
                  </a:lnTo>
                  <a:lnTo>
                    <a:pt x="416775" y="307149"/>
                  </a:lnTo>
                  <a:lnTo>
                    <a:pt x="424814" y="307149"/>
                  </a:lnTo>
                  <a:lnTo>
                    <a:pt x="424814" y="272605"/>
                  </a:lnTo>
                  <a:lnTo>
                    <a:pt x="425333" y="270306"/>
                  </a:lnTo>
                  <a:lnTo>
                    <a:pt x="425399" y="270014"/>
                  </a:lnTo>
                  <a:lnTo>
                    <a:pt x="427723" y="265734"/>
                  </a:lnTo>
                  <a:lnTo>
                    <a:pt x="429298" y="264109"/>
                  </a:lnTo>
                  <a:lnTo>
                    <a:pt x="431291" y="262991"/>
                  </a:lnTo>
                  <a:lnTo>
                    <a:pt x="424548" y="262991"/>
                  </a:lnTo>
                  <a:lnTo>
                    <a:pt x="424548" y="254914"/>
                  </a:lnTo>
                  <a:close/>
                </a:path>
                <a:path w="1611629" h="327025">
                  <a:moveTo>
                    <a:pt x="455259" y="261327"/>
                  </a:moveTo>
                  <a:lnTo>
                    <a:pt x="441909" y="261327"/>
                  </a:lnTo>
                  <a:lnTo>
                    <a:pt x="444842" y="262483"/>
                  </a:lnTo>
                  <a:lnTo>
                    <a:pt x="446976" y="264807"/>
                  </a:lnTo>
                  <a:lnTo>
                    <a:pt x="449122" y="267093"/>
                  </a:lnTo>
                  <a:lnTo>
                    <a:pt x="450092" y="270014"/>
                  </a:lnTo>
                  <a:lnTo>
                    <a:pt x="450189" y="307149"/>
                  </a:lnTo>
                  <a:lnTo>
                    <a:pt x="458228" y="307149"/>
                  </a:lnTo>
                  <a:lnTo>
                    <a:pt x="458228" y="269417"/>
                  </a:lnTo>
                  <a:lnTo>
                    <a:pt x="457492" y="265734"/>
                  </a:lnTo>
                  <a:lnTo>
                    <a:pt x="455259" y="261327"/>
                  </a:lnTo>
                  <a:close/>
                </a:path>
                <a:path w="1611629" h="327025">
                  <a:moveTo>
                    <a:pt x="444042" y="254101"/>
                  </a:moveTo>
                  <a:lnTo>
                    <a:pt x="436549" y="254101"/>
                  </a:lnTo>
                  <a:lnTo>
                    <a:pt x="433323" y="254914"/>
                  </a:lnTo>
                  <a:lnTo>
                    <a:pt x="428320" y="258165"/>
                  </a:lnTo>
                  <a:lnTo>
                    <a:pt x="426453" y="260299"/>
                  </a:lnTo>
                  <a:lnTo>
                    <a:pt x="425222" y="262991"/>
                  </a:lnTo>
                  <a:lnTo>
                    <a:pt x="431291" y="262991"/>
                  </a:lnTo>
                  <a:lnTo>
                    <a:pt x="433323" y="261886"/>
                  </a:lnTo>
                  <a:lnTo>
                    <a:pt x="435609" y="261327"/>
                  </a:lnTo>
                  <a:lnTo>
                    <a:pt x="455259" y="261327"/>
                  </a:lnTo>
                  <a:lnTo>
                    <a:pt x="454532" y="259892"/>
                  </a:lnTo>
                  <a:lnTo>
                    <a:pt x="452475" y="257708"/>
                  </a:lnTo>
                  <a:lnTo>
                    <a:pt x="447318" y="254914"/>
                  </a:lnTo>
                  <a:lnTo>
                    <a:pt x="447536" y="254914"/>
                  </a:lnTo>
                  <a:lnTo>
                    <a:pt x="444042" y="254101"/>
                  </a:lnTo>
                  <a:close/>
                </a:path>
                <a:path w="1611629" h="327025">
                  <a:moveTo>
                    <a:pt x="496633" y="254101"/>
                  </a:moveTo>
                  <a:lnTo>
                    <a:pt x="488226" y="254101"/>
                  </a:lnTo>
                  <a:lnTo>
                    <a:pt x="484085" y="255257"/>
                  </a:lnTo>
                  <a:lnTo>
                    <a:pt x="477011" y="259867"/>
                  </a:lnTo>
                  <a:lnTo>
                    <a:pt x="474268" y="263067"/>
                  </a:lnTo>
                  <a:lnTo>
                    <a:pt x="470331" y="271221"/>
                  </a:lnTo>
                  <a:lnTo>
                    <a:pt x="469353" y="275920"/>
                  </a:lnTo>
                  <a:lnTo>
                    <a:pt x="469353" y="286461"/>
                  </a:lnTo>
                  <a:lnTo>
                    <a:pt x="488175" y="308241"/>
                  </a:lnTo>
                  <a:lnTo>
                    <a:pt x="496950" y="308241"/>
                  </a:lnTo>
                  <a:lnTo>
                    <a:pt x="500341" y="307530"/>
                  </a:lnTo>
                  <a:lnTo>
                    <a:pt x="506183" y="304634"/>
                  </a:lnTo>
                  <a:lnTo>
                    <a:pt x="508533" y="302679"/>
                  </a:lnTo>
                  <a:lnTo>
                    <a:pt x="509738" y="301015"/>
                  </a:lnTo>
                  <a:lnTo>
                    <a:pt x="489902" y="301015"/>
                  </a:lnTo>
                  <a:lnTo>
                    <a:pt x="487133" y="300177"/>
                  </a:lnTo>
                  <a:lnTo>
                    <a:pt x="482422" y="296862"/>
                  </a:lnTo>
                  <a:lnTo>
                    <a:pt x="480606" y="294538"/>
                  </a:lnTo>
                  <a:lnTo>
                    <a:pt x="478040" y="288531"/>
                  </a:lnTo>
                  <a:lnTo>
                    <a:pt x="477405" y="285013"/>
                  </a:lnTo>
                  <a:lnTo>
                    <a:pt x="477405" y="277012"/>
                  </a:lnTo>
                  <a:lnTo>
                    <a:pt x="478053" y="273570"/>
                  </a:lnTo>
                  <a:lnTo>
                    <a:pt x="480669" y="267677"/>
                  </a:lnTo>
                  <a:lnTo>
                    <a:pt x="482498" y="265391"/>
                  </a:lnTo>
                  <a:lnTo>
                    <a:pt x="487032" y="262255"/>
                  </a:lnTo>
                  <a:lnTo>
                    <a:pt x="486809" y="262255"/>
                  </a:lnTo>
                  <a:lnTo>
                    <a:pt x="489953" y="261327"/>
                  </a:lnTo>
                  <a:lnTo>
                    <a:pt x="509751" y="261327"/>
                  </a:lnTo>
                  <a:lnTo>
                    <a:pt x="508279" y="259410"/>
                  </a:lnTo>
                  <a:lnTo>
                    <a:pt x="505866" y="257505"/>
                  </a:lnTo>
                  <a:lnTo>
                    <a:pt x="499948" y="254774"/>
                  </a:lnTo>
                  <a:lnTo>
                    <a:pt x="496633" y="254101"/>
                  </a:lnTo>
                  <a:close/>
                </a:path>
                <a:path w="1611629" h="327025">
                  <a:moveTo>
                    <a:pt x="513676" y="291871"/>
                  </a:moveTo>
                  <a:lnTo>
                    <a:pt x="505637" y="291871"/>
                  </a:lnTo>
                  <a:lnTo>
                    <a:pt x="505129" y="293789"/>
                  </a:lnTo>
                  <a:lnTo>
                    <a:pt x="504291" y="295414"/>
                  </a:lnTo>
                  <a:lnTo>
                    <a:pt x="501929" y="298145"/>
                  </a:lnTo>
                  <a:lnTo>
                    <a:pt x="500362" y="299250"/>
                  </a:lnTo>
                  <a:lnTo>
                    <a:pt x="497077" y="300647"/>
                  </a:lnTo>
                  <a:lnTo>
                    <a:pt x="495172" y="301015"/>
                  </a:lnTo>
                  <a:lnTo>
                    <a:pt x="509738" y="301015"/>
                  </a:lnTo>
                  <a:lnTo>
                    <a:pt x="512102" y="297751"/>
                  </a:lnTo>
                  <a:lnTo>
                    <a:pt x="513219" y="294970"/>
                  </a:lnTo>
                  <a:lnTo>
                    <a:pt x="513676" y="291871"/>
                  </a:lnTo>
                  <a:close/>
                </a:path>
                <a:path w="1611629" h="327025">
                  <a:moveTo>
                    <a:pt x="509751" y="261327"/>
                  </a:moveTo>
                  <a:lnTo>
                    <a:pt x="496633" y="261327"/>
                  </a:lnTo>
                  <a:lnTo>
                    <a:pt x="499452" y="262255"/>
                  </a:lnTo>
                  <a:lnTo>
                    <a:pt x="501535" y="264121"/>
                  </a:lnTo>
                  <a:lnTo>
                    <a:pt x="503656" y="265963"/>
                  </a:lnTo>
                  <a:lnTo>
                    <a:pt x="505015" y="268071"/>
                  </a:lnTo>
                  <a:lnTo>
                    <a:pt x="505637" y="270459"/>
                  </a:lnTo>
                  <a:lnTo>
                    <a:pt x="513676" y="270459"/>
                  </a:lnTo>
                  <a:lnTo>
                    <a:pt x="513342" y="268071"/>
                  </a:lnTo>
                  <a:lnTo>
                    <a:pt x="513219" y="267195"/>
                  </a:lnTo>
                  <a:lnTo>
                    <a:pt x="512051" y="264325"/>
                  </a:lnTo>
                  <a:lnTo>
                    <a:pt x="509751" y="261327"/>
                  </a:lnTo>
                  <a:close/>
                </a:path>
                <a:path w="1611629" h="327025">
                  <a:moveTo>
                    <a:pt x="532358" y="237324"/>
                  </a:moveTo>
                  <a:lnTo>
                    <a:pt x="524319" y="237324"/>
                  </a:lnTo>
                  <a:lnTo>
                    <a:pt x="524319" y="307149"/>
                  </a:lnTo>
                  <a:lnTo>
                    <a:pt x="532358" y="307149"/>
                  </a:lnTo>
                  <a:lnTo>
                    <a:pt x="532358" y="272605"/>
                  </a:lnTo>
                  <a:lnTo>
                    <a:pt x="532899" y="270256"/>
                  </a:lnTo>
                  <a:lnTo>
                    <a:pt x="539117" y="262966"/>
                  </a:lnTo>
                  <a:lnTo>
                    <a:pt x="532358" y="262966"/>
                  </a:lnTo>
                  <a:lnTo>
                    <a:pt x="532358" y="237324"/>
                  </a:lnTo>
                  <a:close/>
                </a:path>
                <a:path w="1611629" h="327025">
                  <a:moveTo>
                    <a:pt x="563349" y="261327"/>
                  </a:moveTo>
                  <a:lnTo>
                    <a:pt x="549935" y="261327"/>
                  </a:lnTo>
                  <a:lnTo>
                    <a:pt x="552894" y="262470"/>
                  </a:lnTo>
                  <a:lnTo>
                    <a:pt x="555040" y="264769"/>
                  </a:lnTo>
                  <a:lnTo>
                    <a:pt x="557199" y="267042"/>
                  </a:lnTo>
                  <a:lnTo>
                    <a:pt x="558198" y="270014"/>
                  </a:lnTo>
                  <a:lnTo>
                    <a:pt x="558279" y="307149"/>
                  </a:lnTo>
                  <a:lnTo>
                    <a:pt x="566318" y="307149"/>
                  </a:lnTo>
                  <a:lnTo>
                    <a:pt x="566318" y="269367"/>
                  </a:lnTo>
                  <a:lnTo>
                    <a:pt x="565581" y="265734"/>
                  </a:lnTo>
                  <a:lnTo>
                    <a:pt x="563349" y="261327"/>
                  </a:lnTo>
                  <a:close/>
                </a:path>
                <a:path w="1611629" h="327025">
                  <a:moveTo>
                    <a:pt x="552030" y="254101"/>
                  </a:moveTo>
                  <a:lnTo>
                    <a:pt x="544347" y="254101"/>
                  </a:lnTo>
                  <a:lnTo>
                    <a:pt x="541045" y="254901"/>
                  </a:lnTo>
                  <a:lnTo>
                    <a:pt x="536117" y="258114"/>
                  </a:lnTo>
                  <a:lnTo>
                    <a:pt x="534276" y="260261"/>
                  </a:lnTo>
                  <a:lnTo>
                    <a:pt x="533136" y="262763"/>
                  </a:lnTo>
                  <a:lnTo>
                    <a:pt x="533044" y="262966"/>
                  </a:lnTo>
                  <a:lnTo>
                    <a:pt x="539117" y="262966"/>
                  </a:lnTo>
                  <a:lnTo>
                    <a:pt x="541134" y="261886"/>
                  </a:lnTo>
                  <a:lnTo>
                    <a:pt x="543496" y="261327"/>
                  </a:lnTo>
                  <a:lnTo>
                    <a:pt x="563349" y="261327"/>
                  </a:lnTo>
                  <a:lnTo>
                    <a:pt x="562597" y="259829"/>
                  </a:lnTo>
                  <a:lnTo>
                    <a:pt x="560514" y="257657"/>
                  </a:lnTo>
                  <a:lnTo>
                    <a:pt x="555322" y="254901"/>
                  </a:lnTo>
                  <a:lnTo>
                    <a:pt x="555545" y="254901"/>
                  </a:lnTo>
                  <a:lnTo>
                    <a:pt x="552030" y="254101"/>
                  </a:lnTo>
                  <a:close/>
                </a:path>
                <a:path w="1611629" h="327025">
                  <a:moveTo>
                    <a:pt x="617157" y="269223"/>
                  </a:moveTo>
                  <a:lnTo>
                    <a:pt x="603498" y="285026"/>
                  </a:lnTo>
                  <a:lnTo>
                    <a:pt x="603554" y="293179"/>
                  </a:lnTo>
                  <a:lnTo>
                    <a:pt x="620979" y="308102"/>
                  </a:lnTo>
                  <a:lnTo>
                    <a:pt x="628916" y="308102"/>
                  </a:lnTo>
                  <a:lnTo>
                    <a:pt x="632294" y="307492"/>
                  </a:lnTo>
                  <a:lnTo>
                    <a:pt x="639165" y="305015"/>
                  </a:lnTo>
                  <a:lnTo>
                    <a:pt x="642010" y="303123"/>
                  </a:lnTo>
                  <a:lnTo>
                    <a:pt x="643703" y="301229"/>
                  </a:lnTo>
                  <a:lnTo>
                    <a:pt x="643526" y="301015"/>
                  </a:lnTo>
                  <a:lnTo>
                    <a:pt x="622528" y="301015"/>
                  </a:lnTo>
                  <a:lnTo>
                    <a:pt x="620208" y="300456"/>
                  </a:lnTo>
                  <a:lnTo>
                    <a:pt x="611530" y="287642"/>
                  </a:lnTo>
                  <a:lnTo>
                    <a:pt x="612076" y="286080"/>
                  </a:lnTo>
                  <a:lnTo>
                    <a:pt x="614311" y="281711"/>
                  </a:lnTo>
                  <a:lnTo>
                    <a:pt x="616432" y="279463"/>
                  </a:lnTo>
                  <a:lnTo>
                    <a:pt x="622141" y="275232"/>
                  </a:lnTo>
                  <a:lnTo>
                    <a:pt x="617157" y="269223"/>
                  </a:lnTo>
                  <a:close/>
                </a:path>
                <a:path w="1611629" h="327025">
                  <a:moveTo>
                    <a:pt x="648687" y="295406"/>
                  </a:moveTo>
                  <a:lnTo>
                    <a:pt x="648532" y="295406"/>
                  </a:lnTo>
                  <a:lnTo>
                    <a:pt x="647561" y="296595"/>
                  </a:lnTo>
                  <a:lnTo>
                    <a:pt x="646569" y="297738"/>
                  </a:lnTo>
                  <a:lnTo>
                    <a:pt x="645756" y="298551"/>
                  </a:lnTo>
                  <a:lnTo>
                    <a:pt x="645477" y="298894"/>
                  </a:lnTo>
                  <a:lnTo>
                    <a:pt x="644778" y="299923"/>
                  </a:lnTo>
                  <a:lnTo>
                    <a:pt x="644374" y="300456"/>
                  </a:lnTo>
                  <a:lnTo>
                    <a:pt x="643703" y="301229"/>
                  </a:lnTo>
                  <a:lnTo>
                    <a:pt x="648709" y="307263"/>
                  </a:lnTo>
                  <a:lnTo>
                    <a:pt x="658398" y="307263"/>
                  </a:lnTo>
                  <a:lnTo>
                    <a:pt x="648687" y="295406"/>
                  </a:lnTo>
                  <a:close/>
                </a:path>
                <a:path w="1611629" h="327025">
                  <a:moveTo>
                    <a:pt x="643638" y="289240"/>
                  </a:moveTo>
                  <a:lnTo>
                    <a:pt x="643445" y="289725"/>
                  </a:lnTo>
                  <a:lnTo>
                    <a:pt x="641748" y="292379"/>
                  </a:lnTo>
                  <a:lnTo>
                    <a:pt x="638874" y="295406"/>
                  </a:lnTo>
                  <a:lnTo>
                    <a:pt x="643703" y="301229"/>
                  </a:lnTo>
                  <a:lnTo>
                    <a:pt x="644258" y="300609"/>
                  </a:lnTo>
                  <a:lnTo>
                    <a:pt x="644778" y="299923"/>
                  </a:lnTo>
                  <a:lnTo>
                    <a:pt x="645477" y="298894"/>
                  </a:lnTo>
                  <a:lnTo>
                    <a:pt x="645756" y="298551"/>
                  </a:lnTo>
                  <a:lnTo>
                    <a:pt x="646569" y="297738"/>
                  </a:lnTo>
                  <a:lnTo>
                    <a:pt x="647561" y="296595"/>
                  </a:lnTo>
                  <a:lnTo>
                    <a:pt x="648532" y="295406"/>
                  </a:lnTo>
                  <a:lnTo>
                    <a:pt x="648687" y="295406"/>
                  </a:lnTo>
                  <a:lnTo>
                    <a:pt x="643638" y="289240"/>
                  </a:lnTo>
                  <a:close/>
                </a:path>
                <a:path w="1611629" h="327025">
                  <a:moveTo>
                    <a:pt x="638874" y="295406"/>
                  </a:moveTo>
                  <a:lnTo>
                    <a:pt x="637733" y="296595"/>
                  </a:lnTo>
                  <a:lnTo>
                    <a:pt x="635507" y="298208"/>
                  </a:lnTo>
                  <a:lnTo>
                    <a:pt x="630504" y="300456"/>
                  </a:lnTo>
                  <a:lnTo>
                    <a:pt x="627938" y="301015"/>
                  </a:lnTo>
                  <a:lnTo>
                    <a:pt x="643526" y="301015"/>
                  </a:lnTo>
                  <a:lnTo>
                    <a:pt x="638874" y="295406"/>
                  </a:lnTo>
                  <a:close/>
                </a:path>
                <a:path w="1611629" h="327025">
                  <a:moveTo>
                    <a:pt x="628414" y="270649"/>
                  </a:moveTo>
                  <a:lnTo>
                    <a:pt x="628284" y="270649"/>
                  </a:lnTo>
                  <a:lnTo>
                    <a:pt x="622141" y="275232"/>
                  </a:lnTo>
                  <a:lnTo>
                    <a:pt x="638874" y="295406"/>
                  </a:lnTo>
                  <a:lnTo>
                    <a:pt x="641748" y="292379"/>
                  </a:lnTo>
                  <a:lnTo>
                    <a:pt x="643445" y="289725"/>
                  </a:lnTo>
                  <a:lnTo>
                    <a:pt x="643638" y="289240"/>
                  </a:lnTo>
                  <a:lnTo>
                    <a:pt x="628414" y="270649"/>
                  </a:lnTo>
                  <a:close/>
                </a:path>
                <a:path w="1611629" h="327025">
                  <a:moveTo>
                    <a:pt x="654215" y="276606"/>
                  </a:moveTo>
                  <a:lnTo>
                    <a:pt x="646442" y="276606"/>
                  </a:lnTo>
                  <a:lnTo>
                    <a:pt x="646442" y="280352"/>
                  </a:lnTo>
                  <a:lnTo>
                    <a:pt x="645945" y="283108"/>
                  </a:lnTo>
                  <a:lnTo>
                    <a:pt x="645833" y="283730"/>
                  </a:lnTo>
                  <a:lnTo>
                    <a:pt x="643638" y="289240"/>
                  </a:lnTo>
                  <a:lnTo>
                    <a:pt x="648687" y="295406"/>
                  </a:lnTo>
                  <a:lnTo>
                    <a:pt x="648532" y="295406"/>
                  </a:lnTo>
                  <a:lnTo>
                    <a:pt x="650341" y="293179"/>
                  </a:lnTo>
                  <a:lnTo>
                    <a:pt x="651535" y="290880"/>
                  </a:lnTo>
                  <a:lnTo>
                    <a:pt x="653681" y="285026"/>
                  </a:lnTo>
                  <a:lnTo>
                    <a:pt x="654148" y="281711"/>
                  </a:lnTo>
                  <a:lnTo>
                    <a:pt x="654215" y="276606"/>
                  </a:lnTo>
                  <a:close/>
                </a:path>
                <a:path w="1611629" h="327025">
                  <a:moveTo>
                    <a:pt x="640446" y="243598"/>
                  </a:moveTo>
                  <a:lnTo>
                    <a:pt x="628637" y="243598"/>
                  </a:lnTo>
                  <a:lnTo>
                    <a:pt x="630669" y="244424"/>
                  </a:lnTo>
                  <a:lnTo>
                    <a:pt x="632218" y="246087"/>
                  </a:lnTo>
                  <a:lnTo>
                    <a:pt x="633793" y="247738"/>
                  </a:lnTo>
                  <a:lnTo>
                    <a:pt x="634505" y="249326"/>
                  </a:lnTo>
                  <a:lnTo>
                    <a:pt x="634568" y="253619"/>
                  </a:lnTo>
                  <a:lnTo>
                    <a:pt x="634081" y="255193"/>
                  </a:lnTo>
                  <a:lnTo>
                    <a:pt x="633971" y="255549"/>
                  </a:lnTo>
                  <a:lnTo>
                    <a:pt x="631583" y="258508"/>
                  </a:lnTo>
                  <a:lnTo>
                    <a:pt x="630008" y="259892"/>
                  </a:lnTo>
                  <a:lnTo>
                    <a:pt x="628027" y="261188"/>
                  </a:lnTo>
                  <a:lnTo>
                    <a:pt x="617931" y="268693"/>
                  </a:lnTo>
                  <a:lnTo>
                    <a:pt x="617157" y="269223"/>
                  </a:lnTo>
                  <a:lnTo>
                    <a:pt x="622141" y="275232"/>
                  </a:lnTo>
                  <a:lnTo>
                    <a:pt x="628284" y="270649"/>
                  </a:lnTo>
                  <a:lnTo>
                    <a:pt x="628414" y="270649"/>
                  </a:lnTo>
                  <a:lnTo>
                    <a:pt x="623609" y="264782"/>
                  </a:lnTo>
                  <a:lnTo>
                    <a:pt x="636233" y="264782"/>
                  </a:lnTo>
                  <a:lnTo>
                    <a:pt x="638581" y="262407"/>
                  </a:lnTo>
                  <a:lnTo>
                    <a:pt x="641750" y="257721"/>
                  </a:lnTo>
                  <a:lnTo>
                    <a:pt x="641844" y="257581"/>
                  </a:lnTo>
                  <a:lnTo>
                    <a:pt x="642377" y="255892"/>
                  </a:lnTo>
                  <a:lnTo>
                    <a:pt x="642759" y="254571"/>
                  </a:lnTo>
                  <a:lnTo>
                    <a:pt x="642759" y="248640"/>
                  </a:lnTo>
                  <a:lnTo>
                    <a:pt x="642284" y="246976"/>
                  </a:lnTo>
                  <a:lnTo>
                    <a:pt x="642168" y="246570"/>
                  </a:lnTo>
                  <a:lnTo>
                    <a:pt x="642073" y="246240"/>
                  </a:lnTo>
                  <a:lnTo>
                    <a:pt x="640446" y="243598"/>
                  </a:lnTo>
                  <a:close/>
                </a:path>
                <a:path w="1611629" h="327025">
                  <a:moveTo>
                    <a:pt x="636190" y="264782"/>
                  </a:moveTo>
                  <a:lnTo>
                    <a:pt x="623609" y="264782"/>
                  </a:lnTo>
                  <a:lnTo>
                    <a:pt x="628414" y="270649"/>
                  </a:lnTo>
                  <a:lnTo>
                    <a:pt x="628284" y="270649"/>
                  </a:lnTo>
                  <a:lnTo>
                    <a:pt x="633475" y="266776"/>
                  </a:lnTo>
                  <a:lnTo>
                    <a:pt x="636190" y="264782"/>
                  </a:lnTo>
                  <a:close/>
                </a:path>
                <a:path w="1611629" h="327025">
                  <a:moveTo>
                    <a:pt x="629348" y="236639"/>
                  </a:moveTo>
                  <a:lnTo>
                    <a:pt x="622439" y="236639"/>
                  </a:lnTo>
                  <a:lnTo>
                    <a:pt x="619431" y="237324"/>
                  </a:lnTo>
                  <a:lnTo>
                    <a:pt x="609091" y="255892"/>
                  </a:lnTo>
                  <a:lnTo>
                    <a:pt x="609490" y="257581"/>
                  </a:lnTo>
                  <a:lnTo>
                    <a:pt x="609523" y="257721"/>
                  </a:lnTo>
                  <a:lnTo>
                    <a:pt x="611885" y="262407"/>
                  </a:lnTo>
                  <a:lnTo>
                    <a:pt x="613473" y="264782"/>
                  </a:lnTo>
                  <a:lnTo>
                    <a:pt x="617157" y="269223"/>
                  </a:lnTo>
                  <a:lnTo>
                    <a:pt x="617931" y="268693"/>
                  </a:lnTo>
                  <a:lnTo>
                    <a:pt x="623192" y="264782"/>
                  </a:lnTo>
                  <a:lnTo>
                    <a:pt x="623609" y="264782"/>
                  </a:lnTo>
                  <a:lnTo>
                    <a:pt x="617118" y="251142"/>
                  </a:lnTo>
                  <a:lnTo>
                    <a:pt x="617486" y="249732"/>
                  </a:lnTo>
                  <a:lnTo>
                    <a:pt x="619010" y="246976"/>
                  </a:lnTo>
                  <a:lnTo>
                    <a:pt x="620064" y="245846"/>
                  </a:lnTo>
                  <a:lnTo>
                    <a:pt x="622769" y="244055"/>
                  </a:lnTo>
                  <a:lnTo>
                    <a:pt x="624344" y="243598"/>
                  </a:lnTo>
                  <a:lnTo>
                    <a:pt x="640446" y="243598"/>
                  </a:lnTo>
                  <a:lnTo>
                    <a:pt x="639351" y="241820"/>
                  </a:lnTo>
                  <a:lnTo>
                    <a:pt x="637400" y="240030"/>
                  </a:lnTo>
                  <a:lnTo>
                    <a:pt x="632358" y="237324"/>
                  </a:lnTo>
                  <a:lnTo>
                    <a:pt x="629348" y="236639"/>
                  </a:lnTo>
                  <a:close/>
                </a:path>
                <a:path w="1611629" h="327025">
                  <a:moveTo>
                    <a:pt x="727100" y="236372"/>
                  </a:moveTo>
                  <a:lnTo>
                    <a:pt x="715187" y="236372"/>
                  </a:lnTo>
                  <a:lnTo>
                    <a:pt x="709891" y="237820"/>
                  </a:lnTo>
                  <a:lnTo>
                    <a:pt x="700620" y="243636"/>
                  </a:lnTo>
                  <a:lnTo>
                    <a:pt x="696975" y="247777"/>
                  </a:lnTo>
                  <a:lnTo>
                    <a:pt x="691654" y="258508"/>
                  </a:lnTo>
                  <a:lnTo>
                    <a:pt x="690321" y="264871"/>
                  </a:lnTo>
                  <a:lnTo>
                    <a:pt x="690321" y="279603"/>
                  </a:lnTo>
                  <a:lnTo>
                    <a:pt x="715187" y="308102"/>
                  </a:lnTo>
                  <a:lnTo>
                    <a:pt x="727100" y="308102"/>
                  </a:lnTo>
                  <a:lnTo>
                    <a:pt x="732396" y="306654"/>
                  </a:lnTo>
                  <a:lnTo>
                    <a:pt x="741679" y="300824"/>
                  </a:lnTo>
                  <a:lnTo>
                    <a:pt x="742240" y="300189"/>
                  </a:lnTo>
                  <a:lnTo>
                    <a:pt x="716914" y="300189"/>
                  </a:lnTo>
                  <a:lnTo>
                    <a:pt x="713092" y="299123"/>
                  </a:lnTo>
                  <a:lnTo>
                    <a:pt x="706246" y="294855"/>
                  </a:lnTo>
                  <a:lnTo>
                    <a:pt x="703529" y="291706"/>
                  </a:lnTo>
                  <a:lnTo>
                    <a:pt x="699503" y="283387"/>
                  </a:lnTo>
                  <a:lnTo>
                    <a:pt x="698512" y="278282"/>
                  </a:lnTo>
                  <a:lnTo>
                    <a:pt x="698512" y="266192"/>
                  </a:lnTo>
                  <a:lnTo>
                    <a:pt x="716914" y="244271"/>
                  </a:lnTo>
                  <a:lnTo>
                    <a:pt x="742239" y="244271"/>
                  </a:lnTo>
                  <a:lnTo>
                    <a:pt x="741679" y="243636"/>
                  </a:lnTo>
                  <a:lnTo>
                    <a:pt x="732396" y="237820"/>
                  </a:lnTo>
                  <a:lnTo>
                    <a:pt x="727100" y="236372"/>
                  </a:lnTo>
                  <a:close/>
                </a:path>
                <a:path w="1611629" h="327025">
                  <a:moveTo>
                    <a:pt x="742239" y="244271"/>
                  </a:moveTo>
                  <a:lnTo>
                    <a:pt x="725373" y="244271"/>
                  </a:lnTo>
                  <a:lnTo>
                    <a:pt x="729195" y="245351"/>
                  </a:lnTo>
                  <a:lnTo>
                    <a:pt x="736041" y="249618"/>
                  </a:lnTo>
                  <a:lnTo>
                    <a:pt x="738758" y="252768"/>
                  </a:lnTo>
                  <a:lnTo>
                    <a:pt x="742772" y="261086"/>
                  </a:lnTo>
                  <a:lnTo>
                    <a:pt x="743788" y="266192"/>
                  </a:lnTo>
                  <a:lnTo>
                    <a:pt x="743788" y="278282"/>
                  </a:lnTo>
                  <a:lnTo>
                    <a:pt x="742772" y="283387"/>
                  </a:lnTo>
                  <a:lnTo>
                    <a:pt x="740752" y="287540"/>
                  </a:lnTo>
                  <a:lnTo>
                    <a:pt x="738758" y="291706"/>
                  </a:lnTo>
                  <a:lnTo>
                    <a:pt x="736041" y="294855"/>
                  </a:lnTo>
                  <a:lnTo>
                    <a:pt x="729195" y="299123"/>
                  </a:lnTo>
                  <a:lnTo>
                    <a:pt x="725373" y="300189"/>
                  </a:lnTo>
                  <a:lnTo>
                    <a:pt x="742240" y="300189"/>
                  </a:lnTo>
                  <a:lnTo>
                    <a:pt x="745324" y="296697"/>
                  </a:lnTo>
                  <a:lnTo>
                    <a:pt x="750646" y="285965"/>
                  </a:lnTo>
                  <a:lnTo>
                    <a:pt x="751966" y="279603"/>
                  </a:lnTo>
                  <a:lnTo>
                    <a:pt x="751966" y="264871"/>
                  </a:lnTo>
                  <a:lnTo>
                    <a:pt x="750646" y="258508"/>
                  </a:lnTo>
                  <a:lnTo>
                    <a:pt x="745324" y="247777"/>
                  </a:lnTo>
                  <a:lnTo>
                    <a:pt x="742239" y="244271"/>
                  </a:lnTo>
                  <a:close/>
                </a:path>
                <a:path w="1611629" h="327025">
                  <a:moveTo>
                    <a:pt x="771740" y="254774"/>
                  </a:moveTo>
                  <a:lnTo>
                    <a:pt x="763968" y="254774"/>
                  </a:lnTo>
                  <a:lnTo>
                    <a:pt x="763968" y="326783"/>
                  </a:lnTo>
                  <a:lnTo>
                    <a:pt x="772020" y="326783"/>
                  </a:lnTo>
                  <a:lnTo>
                    <a:pt x="772020" y="299097"/>
                  </a:lnTo>
                  <a:lnTo>
                    <a:pt x="779507" y="299097"/>
                  </a:lnTo>
                  <a:lnTo>
                    <a:pt x="776477" y="296786"/>
                  </a:lnTo>
                  <a:lnTo>
                    <a:pt x="774776" y="294436"/>
                  </a:lnTo>
                  <a:lnTo>
                    <a:pt x="772464" y="288404"/>
                  </a:lnTo>
                  <a:lnTo>
                    <a:pt x="771880" y="284924"/>
                  </a:lnTo>
                  <a:lnTo>
                    <a:pt x="771880" y="277050"/>
                  </a:lnTo>
                  <a:lnTo>
                    <a:pt x="772396" y="273964"/>
                  </a:lnTo>
                  <a:lnTo>
                    <a:pt x="772452" y="273634"/>
                  </a:lnTo>
                  <a:lnTo>
                    <a:pt x="774612" y="268033"/>
                  </a:lnTo>
                  <a:lnTo>
                    <a:pt x="774725" y="267741"/>
                  </a:lnTo>
                  <a:lnTo>
                    <a:pt x="776401" y="265455"/>
                  </a:lnTo>
                  <a:lnTo>
                    <a:pt x="779604" y="263093"/>
                  </a:lnTo>
                  <a:lnTo>
                    <a:pt x="771740" y="263093"/>
                  </a:lnTo>
                  <a:lnTo>
                    <a:pt x="771740" y="254774"/>
                  </a:lnTo>
                  <a:close/>
                </a:path>
                <a:path w="1611629" h="327025">
                  <a:moveTo>
                    <a:pt x="779507" y="299097"/>
                  </a:moveTo>
                  <a:lnTo>
                    <a:pt x="772706" y="299097"/>
                  </a:lnTo>
                  <a:lnTo>
                    <a:pt x="773370" y="300177"/>
                  </a:lnTo>
                  <a:lnTo>
                    <a:pt x="784605" y="308241"/>
                  </a:lnTo>
                  <a:lnTo>
                    <a:pt x="792340" y="308241"/>
                  </a:lnTo>
                  <a:lnTo>
                    <a:pt x="796188" y="307136"/>
                  </a:lnTo>
                  <a:lnTo>
                    <a:pt x="802868" y="302704"/>
                  </a:lnTo>
                  <a:lnTo>
                    <a:pt x="804277" y="301015"/>
                  </a:lnTo>
                  <a:lnTo>
                    <a:pt x="783653" y="301015"/>
                  </a:lnTo>
                  <a:lnTo>
                    <a:pt x="780922" y="300177"/>
                  </a:lnTo>
                  <a:lnTo>
                    <a:pt x="779507" y="299097"/>
                  </a:lnTo>
                  <a:close/>
                </a:path>
                <a:path w="1611629" h="327025">
                  <a:moveTo>
                    <a:pt x="804304" y="261327"/>
                  </a:moveTo>
                  <a:lnTo>
                    <a:pt x="790295" y="261327"/>
                  </a:lnTo>
                  <a:lnTo>
                    <a:pt x="793127" y="262204"/>
                  </a:lnTo>
                  <a:lnTo>
                    <a:pt x="795375" y="263956"/>
                  </a:lnTo>
                  <a:lnTo>
                    <a:pt x="802117" y="277050"/>
                  </a:lnTo>
                  <a:lnTo>
                    <a:pt x="802117" y="284924"/>
                  </a:lnTo>
                  <a:lnTo>
                    <a:pt x="790244" y="301015"/>
                  </a:lnTo>
                  <a:lnTo>
                    <a:pt x="804277" y="301015"/>
                  </a:lnTo>
                  <a:lnTo>
                    <a:pt x="805484" y="299567"/>
                  </a:lnTo>
                  <a:lnTo>
                    <a:pt x="807377" y="295529"/>
                  </a:lnTo>
                  <a:lnTo>
                    <a:pt x="809256" y="291452"/>
                  </a:lnTo>
                  <a:lnTo>
                    <a:pt x="810209" y="286651"/>
                  </a:lnTo>
                  <a:lnTo>
                    <a:pt x="810209" y="275602"/>
                  </a:lnTo>
                  <a:lnTo>
                    <a:pt x="809256" y="270827"/>
                  </a:lnTo>
                  <a:lnTo>
                    <a:pt x="805484" y="262737"/>
                  </a:lnTo>
                  <a:lnTo>
                    <a:pt x="804304" y="261327"/>
                  </a:lnTo>
                  <a:close/>
                </a:path>
                <a:path w="1611629" h="327025">
                  <a:moveTo>
                    <a:pt x="792251" y="254101"/>
                  </a:moveTo>
                  <a:lnTo>
                    <a:pt x="784428" y="254101"/>
                  </a:lnTo>
                  <a:lnTo>
                    <a:pt x="781169" y="254774"/>
                  </a:lnTo>
                  <a:lnTo>
                    <a:pt x="781522" y="254774"/>
                  </a:lnTo>
                  <a:lnTo>
                    <a:pt x="777747" y="256921"/>
                  </a:lnTo>
                  <a:lnTo>
                    <a:pt x="776223" y="258191"/>
                  </a:lnTo>
                  <a:lnTo>
                    <a:pt x="773282" y="262204"/>
                  </a:lnTo>
                  <a:lnTo>
                    <a:pt x="772706" y="263093"/>
                  </a:lnTo>
                  <a:lnTo>
                    <a:pt x="779604" y="263093"/>
                  </a:lnTo>
                  <a:lnTo>
                    <a:pt x="780791" y="262204"/>
                  </a:lnTo>
                  <a:lnTo>
                    <a:pt x="783615" y="261327"/>
                  </a:lnTo>
                  <a:lnTo>
                    <a:pt x="804304" y="261327"/>
                  </a:lnTo>
                  <a:lnTo>
                    <a:pt x="802868" y="259613"/>
                  </a:lnTo>
                  <a:lnTo>
                    <a:pt x="796137" y="255193"/>
                  </a:lnTo>
                  <a:lnTo>
                    <a:pt x="792251" y="254101"/>
                  </a:lnTo>
                  <a:close/>
                </a:path>
                <a:path w="1611629" h="327025">
                  <a:moveTo>
                    <a:pt x="832942" y="242227"/>
                  </a:moveTo>
                  <a:lnTo>
                    <a:pt x="824903" y="242227"/>
                  </a:lnTo>
                  <a:lnTo>
                    <a:pt x="824903" y="297370"/>
                  </a:lnTo>
                  <a:lnTo>
                    <a:pt x="836815" y="307835"/>
                  </a:lnTo>
                  <a:lnTo>
                    <a:pt x="841301" y="307835"/>
                  </a:lnTo>
                  <a:lnTo>
                    <a:pt x="843545" y="307340"/>
                  </a:lnTo>
                  <a:lnTo>
                    <a:pt x="844537" y="307086"/>
                  </a:lnTo>
                  <a:lnTo>
                    <a:pt x="845083" y="306882"/>
                  </a:lnTo>
                  <a:lnTo>
                    <a:pt x="843539" y="300062"/>
                  </a:lnTo>
                  <a:lnTo>
                    <a:pt x="838161" y="300062"/>
                  </a:lnTo>
                  <a:lnTo>
                    <a:pt x="835342" y="299123"/>
                  </a:lnTo>
                  <a:lnTo>
                    <a:pt x="835482" y="299123"/>
                  </a:lnTo>
                  <a:lnTo>
                    <a:pt x="834618" y="298373"/>
                  </a:lnTo>
                  <a:lnTo>
                    <a:pt x="834002" y="297370"/>
                  </a:lnTo>
                  <a:lnTo>
                    <a:pt x="833272" y="296125"/>
                  </a:lnTo>
                  <a:lnTo>
                    <a:pt x="832942" y="294424"/>
                  </a:lnTo>
                  <a:lnTo>
                    <a:pt x="832942" y="242227"/>
                  </a:lnTo>
                  <a:close/>
                </a:path>
                <a:path w="1611629" h="327025">
                  <a:moveTo>
                    <a:pt x="824903" y="254774"/>
                  </a:moveTo>
                  <a:lnTo>
                    <a:pt x="816990" y="254774"/>
                  </a:lnTo>
                  <a:lnTo>
                    <a:pt x="816990" y="261594"/>
                  </a:lnTo>
                  <a:lnTo>
                    <a:pt x="824903" y="261594"/>
                  </a:lnTo>
                  <a:lnTo>
                    <a:pt x="824903" y="254774"/>
                  </a:lnTo>
                  <a:close/>
                </a:path>
                <a:path w="1611629" h="327025">
                  <a:moveTo>
                    <a:pt x="844130" y="254774"/>
                  </a:moveTo>
                  <a:lnTo>
                    <a:pt x="832942" y="254774"/>
                  </a:lnTo>
                  <a:lnTo>
                    <a:pt x="832942" y="261594"/>
                  </a:lnTo>
                  <a:lnTo>
                    <a:pt x="844130" y="261594"/>
                  </a:lnTo>
                  <a:lnTo>
                    <a:pt x="844130" y="254774"/>
                  </a:lnTo>
                  <a:close/>
                </a:path>
                <a:path w="1611629" h="327025">
                  <a:moveTo>
                    <a:pt x="863155" y="254774"/>
                  </a:moveTo>
                  <a:lnTo>
                    <a:pt x="855103" y="254774"/>
                  </a:lnTo>
                  <a:lnTo>
                    <a:pt x="855103" y="307149"/>
                  </a:lnTo>
                  <a:lnTo>
                    <a:pt x="863155" y="307149"/>
                  </a:lnTo>
                  <a:lnTo>
                    <a:pt x="863155" y="254774"/>
                  </a:lnTo>
                  <a:close/>
                </a:path>
                <a:path w="1611629" h="327025">
                  <a:moveTo>
                    <a:pt x="860767" y="235140"/>
                  </a:moveTo>
                  <a:lnTo>
                    <a:pt x="857630" y="235140"/>
                  </a:lnTo>
                  <a:lnTo>
                    <a:pt x="856284" y="235673"/>
                  </a:lnTo>
                  <a:lnTo>
                    <a:pt x="854024" y="237807"/>
                  </a:lnTo>
                  <a:lnTo>
                    <a:pt x="853478" y="239090"/>
                  </a:lnTo>
                  <a:lnTo>
                    <a:pt x="853478" y="242100"/>
                  </a:lnTo>
                  <a:lnTo>
                    <a:pt x="854024" y="243382"/>
                  </a:lnTo>
                  <a:lnTo>
                    <a:pt x="856284" y="245516"/>
                  </a:lnTo>
                  <a:lnTo>
                    <a:pt x="857630" y="246049"/>
                  </a:lnTo>
                  <a:lnTo>
                    <a:pt x="860767" y="246049"/>
                  </a:lnTo>
                  <a:lnTo>
                    <a:pt x="862114" y="245516"/>
                  </a:lnTo>
                  <a:lnTo>
                    <a:pt x="863218" y="244449"/>
                  </a:lnTo>
                  <a:lnTo>
                    <a:pt x="864361" y="243382"/>
                  </a:lnTo>
                  <a:lnTo>
                    <a:pt x="864933" y="242100"/>
                  </a:lnTo>
                  <a:lnTo>
                    <a:pt x="864933" y="239090"/>
                  </a:lnTo>
                  <a:lnTo>
                    <a:pt x="864361" y="237807"/>
                  </a:lnTo>
                  <a:lnTo>
                    <a:pt x="863218" y="236740"/>
                  </a:lnTo>
                  <a:lnTo>
                    <a:pt x="862114" y="235673"/>
                  </a:lnTo>
                  <a:lnTo>
                    <a:pt x="860767" y="235140"/>
                  </a:lnTo>
                  <a:close/>
                </a:path>
                <a:path w="1611629" h="327025">
                  <a:moveTo>
                    <a:pt x="884542" y="254901"/>
                  </a:moveTo>
                  <a:lnTo>
                    <a:pt x="876769" y="254901"/>
                  </a:lnTo>
                  <a:lnTo>
                    <a:pt x="876769" y="307149"/>
                  </a:lnTo>
                  <a:lnTo>
                    <a:pt x="884808" y="307149"/>
                  </a:lnTo>
                  <a:lnTo>
                    <a:pt x="884808" y="271843"/>
                  </a:lnTo>
                  <a:lnTo>
                    <a:pt x="885333" y="269671"/>
                  </a:lnTo>
                  <a:lnTo>
                    <a:pt x="886077" y="268300"/>
                  </a:lnTo>
                  <a:lnTo>
                    <a:pt x="887564" y="265658"/>
                  </a:lnTo>
                  <a:lnTo>
                    <a:pt x="889012" y="264109"/>
                  </a:lnTo>
                  <a:lnTo>
                    <a:pt x="890874" y="262966"/>
                  </a:lnTo>
                  <a:lnTo>
                    <a:pt x="884542" y="262966"/>
                  </a:lnTo>
                  <a:lnTo>
                    <a:pt x="884542" y="254901"/>
                  </a:lnTo>
                  <a:close/>
                </a:path>
                <a:path w="1611629" h="327025">
                  <a:moveTo>
                    <a:pt x="912596" y="261404"/>
                  </a:moveTo>
                  <a:lnTo>
                    <a:pt x="899926" y="261404"/>
                  </a:lnTo>
                  <a:lnTo>
                    <a:pt x="902207" y="262242"/>
                  </a:lnTo>
                  <a:lnTo>
                    <a:pt x="905825" y="265658"/>
                  </a:lnTo>
                  <a:lnTo>
                    <a:pt x="906096" y="265938"/>
                  </a:lnTo>
                  <a:lnTo>
                    <a:pt x="907046" y="268300"/>
                  </a:lnTo>
                  <a:lnTo>
                    <a:pt x="907046" y="307149"/>
                  </a:lnTo>
                  <a:lnTo>
                    <a:pt x="915225" y="307149"/>
                  </a:lnTo>
                  <a:lnTo>
                    <a:pt x="915225" y="269671"/>
                  </a:lnTo>
                  <a:lnTo>
                    <a:pt x="916241" y="266877"/>
                  </a:lnTo>
                  <a:lnTo>
                    <a:pt x="919805" y="262966"/>
                  </a:lnTo>
                  <a:lnTo>
                    <a:pt x="913320" y="262966"/>
                  </a:lnTo>
                  <a:lnTo>
                    <a:pt x="912596" y="261404"/>
                  </a:lnTo>
                  <a:close/>
                </a:path>
                <a:path w="1611629" h="327025">
                  <a:moveTo>
                    <a:pt x="944016" y="261404"/>
                  </a:moveTo>
                  <a:lnTo>
                    <a:pt x="929907" y="261404"/>
                  </a:lnTo>
                  <a:lnTo>
                    <a:pt x="932435" y="262242"/>
                  </a:lnTo>
                  <a:lnTo>
                    <a:pt x="932280" y="262242"/>
                  </a:lnTo>
                  <a:lnTo>
                    <a:pt x="936396" y="265468"/>
                  </a:lnTo>
                  <a:lnTo>
                    <a:pt x="937463" y="268300"/>
                  </a:lnTo>
                  <a:lnTo>
                    <a:pt x="937463" y="307149"/>
                  </a:lnTo>
                  <a:lnTo>
                    <a:pt x="945502" y="307149"/>
                  </a:lnTo>
                  <a:lnTo>
                    <a:pt x="945410" y="265658"/>
                  </a:lnTo>
                  <a:lnTo>
                    <a:pt x="944016" y="261404"/>
                  </a:lnTo>
                  <a:close/>
                </a:path>
                <a:path w="1611629" h="327025">
                  <a:moveTo>
                    <a:pt x="902728" y="254101"/>
                  </a:moveTo>
                  <a:lnTo>
                    <a:pt x="895857" y="254101"/>
                  </a:lnTo>
                  <a:lnTo>
                    <a:pt x="892897" y="254901"/>
                  </a:lnTo>
                  <a:lnTo>
                    <a:pt x="887980" y="258114"/>
                  </a:lnTo>
                  <a:lnTo>
                    <a:pt x="886285" y="260261"/>
                  </a:lnTo>
                  <a:lnTo>
                    <a:pt x="885228" y="262966"/>
                  </a:lnTo>
                  <a:lnTo>
                    <a:pt x="890874" y="262966"/>
                  </a:lnTo>
                  <a:lnTo>
                    <a:pt x="892632" y="261886"/>
                  </a:lnTo>
                  <a:lnTo>
                    <a:pt x="894321" y="261404"/>
                  </a:lnTo>
                  <a:lnTo>
                    <a:pt x="912596" y="261404"/>
                  </a:lnTo>
                  <a:lnTo>
                    <a:pt x="912066" y="260261"/>
                  </a:lnTo>
                  <a:lnTo>
                    <a:pt x="910304" y="258114"/>
                  </a:lnTo>
                  <a:lnTo>
                    <a:pt x="905635" y="254901"/>
                  </a:lnTo>
                  <a:lnTo>
                    <a:pt x="902728" y="254101"/>
                  </a:lnTo>
                  <a:close/>
                </a:path>
                <a:path w="1611629" h="327025">
                  <a:moveTo>
                    <a:pt x="934224" y="254101"/>
                  </a:moveTo>
                  <a:lnTo>
                    <a:pt x="925791" y="254101"/>
                  </a:lnTo>
                  <a:lnTo>
                    <a:pt x="922578" y="254901"/>
                  </a:lnTo>
                  <a:lnTo>
                    <a:pt x="917219" y="258114"/>
                  </a:lnTo>
                  <a:lnTo>
                    <a:pt x="915200" y="260261"/>
                  </a:lnTo>
                  <a:lnTo>
                    <a:pt x="913866" y="262966"/>
                  </a:lnTo>
                  <a:lnTo>
                    <a:pt x="919805" y="262966"/>
                  </a:lnTo>
                  <a:lnTo>
                    <a:pt x="920280" y="262445"/>
                  </a:lnTo>
                  <a:lnTo>
                    <a:pt x="922942" y="261404"/>
                  </a:lnTo>
                  <a:lnTo>
                    <a:pt x="944016" y="261404"/>
                  </a:lnTo>
                  <a:lnTo>
                    <a:pt x="941031" y="258495"/>
                  </a:lnTo>
                  <a:lnTo>
                    <a:pt x="938060" y="255562"/>
                  </a:lnTo>
                  <a:lnTo>
                    <a:pt x="934224" y="254101"/>
                  </a:lnTo>
                  <a:close/>
                </a:path>
                <a:path w="1611629" h="327025">
                  <a:moveTo>
                    <a:pt x="967130" y="254774"/>
                  </a:moveTo>
                  <a:lnTo>
                    <a:pt x="959091" y="254774"/>
                  </a:lnTo>
                  <a:lnTo>
                    <a:pt x="959091" y="307149"/>
                  </a:lnTo>
                  <a:lnTo>
                    <a:pt x="967130" y="307149"/>
                  </a:lnTo>
                  <a:lnTo>
                    <a:pt x="967130" y="254774"/>
                  </a:lnTo>
                  <a:close/>
                </a:path>
                <a:path w="1611629" h="327025">
                  <a:moveTo>
                    <a:pt x="964755" y="235140"/>
                  </a:moveTo>
                  <a:lnTo>
                    <a:pt x="961618" y="235140"/>
                  </a:lnTo>
                  <a:lnTo>
                    <a:pt x="960259" y="235673"/>
                  </a:lnTo>
                  <a:lnTo>
                    <a:pt x="958011" y="237807"/>
                  </a:lnTo>
                  <a:lnTo>
                    <a:pt x="957452" y="239090"/>
                  </a:lnTo>
                  <a:lnTo>
                    <a:pt x="957452" y="242100"/>
                  </a:lnTo>
                  <a:lnTo>
                    <a:pt x="958011" y="243382"/>
                  </a:lnTo>
                  <a:lnTo>
                    <a:pt x="960259" y="245516"/>
                  </a:lnTo>
                  <a:lnTo>
                    <a:pt x="961618" y="246049"/>
                  </a:lnTo>
                  <a:lnTo>
                    <a:pt x="964755" y="246049"/>
                  </a:lnTo>
                  <a:lnTo>
                    <a:pt x="966088" y="245516"/>
                  </a:lnTo>
                  <a:lnTo>
                    <a:pt x="968336" y="243382"/>
                  </a:lnTo>
                  <a:lnTo>
                    <a:pt x="968908" y="242100"/>
                  </a:lnTo>
                  <a:lnTo>
                    <a:pt x="968908" y="239090"/>
                  </a:lnTo>
                  <a:lnTo>
                    <a:pt x="968336" y="237807"/>
                  </a:lnTo>
                  <a:lnTo>
                    <a:pt x="966088" y="235673"/>
                  </a:lnTo>
                  <a:lnTo>
                    <a:pt x="964755" y="235140"/>
                  </a:lnTo>
                  <a:close/>
                </a:path>
                <a:path w="1611629" h="327025">
                  <a:moveTo>
                    <a:pt x="986066" y="292696"/>
                  </a:moveTo>
                  <a:lnTo>
                    <a:pt x="978433" y="294601"/>
                  </a:lnTo>
                  <a:lnTo>
                    <a:pt x="979360" y="299059"/>
                  </a:lnTo>
                  <a:lnTo>
                    <a:pt x="981582" y="302450"/>
                  </a:lnTo>
                  <a:lnTo>
                    <a:pt x="988580" y="307086"/>
                  </a:lnTo>
                  <a:lnTo>
                    <a:pt x="993000" y="308241"/>
                  </a:lnTo>
                  <a:lnTo>
                    <a:pt x="1002410" y="308241"/>
                  </a:lnTo>
                  <a:lnTo>
                    <a:pt x="1005979" y="307555"/>
                  </a:lnTo>
                  <a:lnTo>
                    <a:pt x="1012113" y="304825"/>
                  </a:lnTo>
                  <a:lnTo>
                    <a:pt x="1014501" y="302971"/>
                  </a:lnTo>
                  <a:lnTo>
                    <a:pt x="1015816" y="301155"/>
                  </a:lnTo>
                  <a:lnTo>
                    <a:pt x="994905" y="301155"/>
                  </a:lnTo>
                  <a:lnTo>
                    <a:pt x="992238" y="300443"/>
                  </a:lnTo>
                  <a:lnTo>
                    <a:pt x="988174" y="297624"/>
                  </a:lnTo>
                  <a:lnTo>
                    <a:pt x="986815" y="295554"/>
                  </a:lnTo>
                  <a:lnTo>
                    <a:pt x="986711" y="295211"/>
                  </a:lnTo>
                  <a:lnTo>
                    <a:pt x="986066" y="292696"/>
                  </a:lnTo>
                  <a:close/>
                </a:path>
                <a:path w="1611629" h="327025">
                  <a:moveTo>
                    <a:pt x="1004481" y="254101"/>
                  </a:moveTo>
                  <a:lnTo>
                    <a:pt x="995616" y="254101"/>
                  </a:lnTo>
                  <a:lnTo>
                    <a:pt x="992314" y="254749"/>
                  </a:lnTo>
                  <a:lnTo>
                    <a:pt x="986523" y="257340"/>
                  </a:lnTo>
                  <a:lnTo>
                    <a:pt x="984237" y="259118"/>
                  </a:lnTo>
                  <a:lnTo>
                    <a:pt x="980897" y="263664"/>
                  </a:lnTo>
                  <a:lnTo>
                    <a:pt x="980071" y="266280"/>
                  </a:lnTo>
                  <a:lnTo>
                    <a:pt x="980071" y="272846"/>
                  </a:lnTo>
                  <a:lnTo>
                    <a:pt x="981115" y="275691"/>
                  </a:lnTo>
                  <a:lnTo>
                    <a:pt x="981176" y="275856"/>
                  </a:lnTo>
                  <a:lnTo>
                    <a:pt x="983411" y="278269"/>
                  </a:lnTo>
                  <a:lnTo>
                    <a:pt x="985659" y="280657"/>
                  </a:lnTo>
                  <a:lnTo>
                    <a:pt x="989177" y="282422"/>
                  </a:lnTo>
                  <a:lnTo>
                    <a:pt x="1005344" y="286219"/>
                  </a:lnTo>
                  <a:lnTo>
                    <a:pt x="1007300" y="287147"/>
                  </a:lnTo>
                  <a:lnTo>
                    <a:pt x="1009840" y="289623"/>
                  </a:lnTo>
                  <a:lnTo>
                    <a:pt x="1010475" y="291147"/>
                  </a:lnTo>
                  <a:lnTo>
                    <a:pt x="1010475" y="295211"/>
                  </a:lnTo>
                  <a:lnTo>
                    <a:pt x="1009370" y="297141"/>
                  </a:lnTo>
                  <a:lnTo>
                    <a:pt x="1004815" y="300443"/>
                  </a:lnTo>
                  <a:lnTo>
                    <a:pt x="1004606" y="300443"/>
                  </a:lnTo>
                  <a:lnTo>
                    <a:pt x="1001953" y="301155"/>
                  </a:lnTo>
                  <a:lnTo>
                    <a:pt x="1015816" y="301155"/>
                  </a:lnTo>
                  <a:lnTo>
                    <a:pt x="1017930" y="298234"/>
                  </a:lnTo>
                  <a:lnTo>
                    <a:pt x="1018793" y="295554"/>
                  </a:lnTo>
                  <a:lnTo>
                    <a:pt x="1018793" y="288899"/>
                  </a:lnTo>
                  <a:lnTo>
                    <a:pt x="1017772" y="286219"/>
                  </a:lnTo>
                  <a:lnTo>
                    <a:pt x="1017650" y="285902"/>
                  </a:lnTo>
                  <a:lnTo>
                    <a:pt x="1015352" y="283591"/>
                  </a:lnTo>
                  <a:lnTo>
                    <a:pt x="1013066" y="281254"/>
                  </a:lnTo>
                  <a:lnTo>
                    <a:pt x="1009573" y="279514"/>
                  </a:lnTo>
                  <a:lnTo>
                    <a:pt x="994028" y="275691"/>
                  </a:lnTo>
                  <a:lnTo>
                    <a:pt x="991755" y="274726"/>
                  </a:lnTo>
                  <a:lnTo>
                    <a:pt x="988847" y="272402"/>
                  </a:lnTo>
                  <a:lnTo>
                    <a:pt x="988110" y="270827"/>
                  </a:lnTo>
                  <a:lnTo>
                    <a:pt x="988110" y="266573"/>
                  </a:lnTo>
                  <a:lnTo>
                    <a:pt x="989164" y="264718"/>
                  </a:lnTo>
                  <a:lnTo>
                    <a:pt x="993419" y="261797"/>
                  </a:lnTo>
                  <a:lnTo>
                    <a:pt x="996086" y="261048"/>
                  </a:lnTo>
                  <a:lnTo>
                    <a:pt x="1015374" y="261048"/>
                  </a:lnTo>
                  <a:lnTo>
                    <a:pt x="1014475" y="259778"/>
                  </a:lnTo>
                  <a:lnTo>
                    <a:pt x="1008545" y="255231"/>
                  </a:lnTo>
                  <a:lnTo>
                    <a:pt x="1004481" y="254101"/>
                  </a:lnTo>
                  <a:close/>
                </a:path>
                <a:path w="1611629" h="327025">
                  <a:moveTo>
                    <a:pt x="1015374" y="261048"/>
                  </a:moveTo>
                  <a:lnTo>
                    <a:pt x="1001636" y="261048"/>
                  </a:lnTo>
                  <a:lnTo>
                    <a:pt x="1003553" y="261429"/>
                  </a:lnTo>
                  <a:lnTo>
                    <a:pt x="1006563" y="262928"/>
                  </a:lnTo>
                  <a:lnTo>
                    <a:pt x="1007744" y="263880"/>
                  </a:lnTo>
                  <a:lnTo>
                    <a:pt x="1009555" y="266280"/>
                  </a:lnTo>
                  <a:lnTo>
                    <a:pt x="1010157" y="267347"/>
                  </a:lnTo>
                  <a:lnTo>
                    <a:pt x="1010615" y="268554"/>
                  </a:lnTo>
                  <a:lnTo>
                    <a:pt x="1017617" y="266573"/>
                  </a:lnTo>
                  <a:lnTo>
                    <a:pt x="1017862" y="266573"/>
                  </a:lnTo>
                  <a:lnTo>
                    <a:pt x="1016647" y="262928"/>
                  </a:lnTo>
                  <a:lnTo>
                    <a:pt x="1016596" y="262775"/>
                  </a:lnTo>
                  <a:lnTo>
                    <a:pt x="1015374" y="261048"/>
                  </a:lnTo>
                  <a:close/>
                </a:path>
                <a:path w="1611629" h="327025">
                  <a:moveTo>
                    <a:pt x="1066333" y="261188"/>
                  </a:moveTo>
                  <a:lnTo>
                    <a:pt x="1053807" y="261188"/>
                  </a:lnTo>
                  <a:lnTo>
                    <a:pt x="1056576" y="262115"/>
                  </a:lnTo>
                  <a:lnTo>
                    <a:pt x="1060234" y="265849"/>
                  </a:lnTo>
                  <a:lnTo>
                    <a:pt x="1061148" y="268490"/>
                  </a:lnTo>
                  <a:lnTo>
                    <a:pt x="1061148" y="273392"/>
                  </a:lnTo>
                  <a:lnTo>
                    <a:pt x="1060691" y="274307"/>
                  </a:lnTo>
                  <a:lnTo>
                    <a:pt x="1058849" y="275348"/>
                  </a:lnTo>
                  <a:lnTo>
                    <a:pt x="1057389" y="275729"/>
                  </a:lnTo>
                  <a:lnTo>
                    <a:pt x="1050836" y="276466"/>
                  </a:lnTo>
                  <a:lnTo>
                    <a:pt x="1045222" y="277190"/>
                  </a:lnTo>
                  <a:lnTo>
                    <a:pt x="1027328" y="295694"/>
                  </a:lnTo>
                  <a:lnTo>
                    <a:pt x="1028128" y="298602"/>
                  </a:lnTo>
                  <a:lnTo>
                    <a:pt x="1031303" y="303403"/>
                  </a:lnTo>
                  <a:lnTo>
                    <a:pt x="1033462" y="305231"/>
                  </a:lnTo>
                  <a:lnTo>
                    <a:pt x="1038872" y="307746"/>
                  </a:lnTo>
                  <a:lnTo>
                    <a:pt x="1041882" y="308381"/>
                  </a:lnTo>
                  <a:lnTo>
                    <a:pt x="1048245" y="308381"/>
                  </a:lnTo>
                  <a:lnTo>
                    <a:pt x="1060195" y="301193"/>
                  </a:lnTo>
                  <a:lnTo>
                    <a:pt x="1043357" y="301193"/>
                  </a:lnTo>
                  <a:lnTo>
                    <a:pt x="1040857" y="300520"/>
                  </a:lnTo>
                  <a:lnTo>
                    <a:pt x="1040687" y="300520"/>
                  </a:lnTo>
                  <a:lnTo>
                    <a:pt x="1038478" y="299034"/>
                  </a:lnTo>
                  <a:lnTo>
                    <a:pt x="1036408" y="297599"/>
                  </a:lnTo>
                  <a:lnTo>
                    <a:pt x="1035479" y="295694"/>
                  </a:lnTo>
                  <a:lnTo>
                    <a:pt x="1035474" y="290372"/>
                  </a:lnTo>
                  <a:lnTo>
                    <a:pt x="1035844" y="289280"/>
                  </a:lnTo>
                  <a:lnTo>
                    <a:pt x="1035926" y="289039"/>
                  </a:lnTo>
                  <a:lnTo>
                    <a:pt x="1053001" y="283095"/>
                  </a:lnTo>
                  <a:lnTo>
                    <a:pt x="1056449" y="282549"/>
                  </a:lnTo>
                  <a:lnTo>
                    <a:pt x="1057770" y="282270"/>
                  </a:lnTo>
                  <a:lnTo>
                    <a:pt x="1060024" y="281622"/>
                  </a:lnTo>
                  <a:lnTo>
                    <a:pt x="1060818" y="281241"/>
                  </a:lnTo>
                  <a:lnTo>
                    <a:pt x="1061148" y="280822"/>
                  </a:lnTo>
                  <a:lnTo>
                    <a:pt x="1069200" y="280822"/>
                  </a:lnTo>
                  <a:lnTo>
                    <a:pt x="1069200" y="268490"/>
                  </a:lnTo>
                  <a:lnTo>
                    <a:pt x="1068763" y="266369"/>
                  </a:lnTo>
                  <a:lnTo>
                    <a:pt x="1068655" y="265849"/>
                  </a:lnTo>
                  <a:lnTo>
                    <a:pt x="1068561" y="265391"/>
                  </a:lnTo>
                  <a:lnTo>
                    <a:pt x="1068514" y="265163"/>
                  </a:lnTo>
                  <a:lnTo>
                    <a:pt x="1066333" y="261188"/>
                  </a:lnTo>
                  <a:close/>
                </a:path>
                <a:path w="1611629" h="327025">
                  <a:moveTo>
                    <a:pt x="1069200" y="300062"/>
                  </a:moveTo>
                  <a:lnTo>
                    <a:pt x="1061148" y="300062"/>
                  </a:lnTo>
                  <a:lnTo>
                    <a:pt x="1061148" y="307149"/>
                  </a:lnTo>
                  <a:lnTo>
                    <a:pt x="1069200" y="307149"/>
                  </a:lnTo>
                  <a:lnTo>
                    <a:pt x="1069200" y="300062"/>
                  </a:lnTo>
                  <a:close/>
                </a:path>
                <a:path w="1611629" h="327025">
                  <a:moveTo>
                    <a:pt x="1069200" y="280822"/>
                  </a:moveTo>
                  <a:lnTo>
                    <a:pt x="1061148" y="280822"/>
                  </a:lnTo>
                  <a:lnTo>
                    <a:pt x="1061073" y="290652"/>
                  </a:lnTo>
                  <a:lnTo>
                    <a:pt x="1060589" y="292455"/>
                  </a:lnTo>
                  <a:lnTo>
                    <a:pt x="1058341" y="296405"/>
                  </a:lnTo>
                  <a:lnTo>
                    <a:pt x="1056678" y="298018"/>
                  </a:lnTo>
                  <a:lnTo>
                    <a:pt x="1052283" y="300520"/>
                  </a:lnTo>
                  <a:lnTo>
                    <a:pt x="1049443" y="301193"/>
                  </a:lnTo>
                  <a:lnTo>
                    <a:pt x="1060195" y="301193"/>
                  </a:lnTo>
                  <a:lnTo>
                    <a:pt x="1060742" y="300062"/>
                  </a:lnTo>
                  <a:lnTo>
                    <a:pt x="1069200" y="300062"/>
                  </a:lnTo>
                  <a:lnTo>
                    <a:pt x="1069200" y="280822"/>
                  </a:lnTo>
                  <a:close/>
                </a:path>
                <a:path w="1611629" h="327025">
                  <a:moveTo>
                    <a:pt x="1051521" y="254101"/>
                  </a:moveTo>
                  <a:lnTo>
                    <a:pt x="1047203" y="254101"/>
                  </a:lnTo>
                  <a:lnTo>
                    <a:pt x="1044511" y="254457"/>
                  </a:lnTo>
                  <a:lnTo>
                    <a:pt x="1041793" y="255193"/>
                  </a:lnTo>
                  <a:lnTo>
                    <a:pt x="1039063" y="255905"/>
                  </a:lnTo>
                  <a:lnTo>
                    <a:pt x="1036586" y="257149"/>
                  </a:lnTo>
                  <a:lnTo>
                    <a:pt x="1032014" y="260705"/>
                  </a:lnTo>
                  <a:lnTo>
                    <a:pt x="1030198" y="263194"/>
                  </a:lnTo>
                  <a:lnTo>
                    <a:pt x="1028826" y="266369"/>
                  </a:lnTo>
                  <a:lnTo>
                    <a:pt x="1036472" y="269100"/>
                  </a:lnTo>
                  <a:lnTo>
                    <a:pt x="1037361" y="267195"/>
                  </a:lnTo>
                  <a:lnTo>
                    <a:pt x="1038885" y="265391"/>
                  </a:lnTo>
                  <a:lnTo>
                    <a:pt x="1043138" y="262115"/>
                  </a:lnTo>
                  <a:lnTo>
                    <a:pt x="1042934" y="262115"/>
                  </a:lnTo>
                  <a:lnTo>
                    <a:pt x="1046264" y="261188"/>
                  </a:lnTo>
                  <a:lnTo>
                    <a:pt x="1066333" y="261188"/>
                  </a:lnTo>
                  <a:lnTo>
                    <a:pt x="1065796" y="260210"/>
                  </a:lnTo>
                  <a:lnTo>
                    <a:pt x="1064069" y="258356"/>
                  </a:lnTo>
                  <a:lnTo>
                    <a:pt x="1059954" y="255905"/>
                  </a:lnTo>
                  <a:lnTo>
                    <a:pt x="1058098" y="255193"/>
                  </a:lnTo>
                  <a:lnTo>
                    <a:pt x="1058419" y="255193"/>
                  </a:lnTo>
                  <a:lnTo>
                    <a:pt x="1055636" y="254711"/>
                  </a:lnTo>
                  <a:lnTo>
                    <a:pt x="1053452" y="254304"/>
                  </a:lnTo>
                  <a:lnTo>
                    <a:pt x="1051521" y="254101"/>
                  </a:lnTo>
                  <a:close/>
                </a:path>
                <a:path w="1611629" h="327025">
                  <a:moveTo>
                    <a:pt x="1094358" y="242227"/>
                  </a:moveTo>
                  <a:lnTo>
                    <a:pt x="1086307" y="242227"/>
                  </a:lnTo>
                  <a:lnTo>
                    <a:pt x="1086307" y="297370"/>
                  </a:lnTo>
                  <a:lnTo>
                    <a:pt x="1098219" y="307835"/>
                  </a:lnTo>
                  <a:lnTo>
                    <a:pt x="1102721" y="307835"/>
                  </a:lnTo>
                  <a:lnTo>
                    <a:pt x="1104950" y="307340"/>
                  </a:lnTo>
                  <a:lnTo>
                    <a:pt x="1105941" y="307086"/>
                  </a:lnTo>
                  <a:lnTo>
                    <a:pt x="1106487" y="306882"/>
                  </a:lnTo>
                  <a:lnTo>
                    <a:pt x="1104956" y="300062"/>
                  </a:lnTo>
                  <a:lnTo>
                    <a:pt x="1099578" y="300062"/>
                  </a:lnTo>
                  <a:lnTo>
                    <a:pt x="1096759" y="299123"/>
                  </a:lnTo>
                  <a:lnTo>
                    <a:pt x="1096886" y="299123"/>
                  </a:lnTo>
                  <a:lnTo>
                    <a:pt x="1096022" y="298373"/>
                  </a:lnTo>
                  <a:lnTo>
                    <a:pt x="1095407" y="297370"/>
                  </a:lnTo>
                  <a:lnTo>
                    <a:pt x="1094689" y="296125"/>
                  </a:lnTo>
                  <a:lnTo>
                    <a:pt x="1094358" y="294424"/>
                  </a:lnTo>
                  <a:lnTo>
                    <a:pt x="1094358" y="242227"/>
                  </a:lnTo>
                  <a:close/>
                </a:path>
                <a:path w="1611629" h="327025">
                  <a:moveTo>
                    <a:pt x="1086307" y="254774"/>
                  </a:moveTo>
                  <a:lnTo>
                    <a:pt x="1078395" y="254774"/>
                  </a:lnTo>
                  <a:lnTo>
                    <a:pt x="1078395" y="261594"/>
                  </a:lnTo>
                  <a:lnTo>
                    <a:pt x="1086307" y="261594"/>
                  </a:lnTo>
                  <a:lnTo>
                    <a:pt x="1086307" y="254774"/>
                  </a:lnTo>
                  <a:close/>
                </a:path>
                <a:path w="1611629" h="327025">
                  <a:moveTo>
                    <a:pt x="1105534" y="254774"/>
                  </a:moveTo>
                  <a:lnTo>
                    <a:pt x="1094358" y="254774"/>
                  </a:lnTo>
                  <a:lnTo>
                    <a:pt x="1094358" y="261594"/>
                  </a:lnTo>
                  <a:lnTo>
                    <a:pt x="1105534" y="261594"/>
                  </a:lnTo>
                  <a:lnTo>
                    <a:pt x="1105534" y="254774"/>
                  </a:lnTo>
                  <a:close/>
                </a:path>
                <a:path w="1611629" h="327025">
                  <a:moveTo>
                    <a:pt x="1124559" y="254774"/>
                  </a:moveTo>
                  <a:lnTo>
                    <a:pt x="1116520" y="254774"/>
                  </a:lnTo>
                  <a:lnTo>
                    <a:pt x="1116520" y="307149"/>
                  </a:lnTo>
                  <a:lnTo>
                    <a:pt x="1124559" y="307149"/>
                  </a:lnTo>
                  <a:lnTo>
                    <a:pt x="1124559" y="254774"/>
                  </a:lnTo>
                  <a:close/>
                </a:path>
                <a:path w="1611629" h="327025">
                  <a:moveTo>
                    <a:pt x="1122171" y="235140"/>
                  </a:moveTo>
                  <a:lnTo>
                    <a:pt x="1119035" y="235140"/>
                  </a:lnTo>
                  <a:lnTo>
                    <a:pt x="1117688" y="235673"/>
                  </a:lnTo>
                  <a:lnTo>
                    <a:pt x="1116545" y="236740"/>
                  </a:lnTo>
                  <a:lnTo>
                    <a:pt x="1115440" y="237807"/>
                  </a:lnTo>
                  <a:lnTo>
                    <a:pt x="1114882" y="239090"/>
                  </a:lnTo>
                  <a:lnTo>
                    <a:pt x="1114882" y="242100"/>
                  </a:lnTo>
                  <a:lnTo>
                    <a:pt x="1115440" y="243382"/>
                  </a:lnTo>
                  <a:lnTo>
                    <a:pt x="1116545" y="244449"/>
                  </a:lnTo>
                  <a:lnTo>
                    <a:pt x="1117688" y="245516"/>
                  </a:lnTo>
                  <a:lnTo>
                    <a:pt x="1119035" y="246049"/>
                  </a:lnTo>
                  <a:lnTo>
                    <a:pt x="1122171" y="246049"/>
                  </a:lnTo>
                  <a:lnTo>
                    <a:pt x="1123518" y="245516"/>
                  </a:lnTo>
                  <a:lnTo>
                    <a:pt x="1125766" y="243382"/>
                  </a:lnTo>
                  <a:lnTo>
                    <a:pt x="1126337" y="242100"/>
                  </a:lnTo>
                  <a:lnTo>
                    <a:pt x="1126337" y="239090"/>
                  </a:lnTo>
                  <a:lnTo>
                    <a:pt x="1125766" y="237807"/>
                  </a:lnTo>
                  <a:lnTo>
                    <a:pt x="1123518" y="235673"/>
                  </a:lnTo>
                  <a:lnTo>
                    <a:pt x="1122171" y="235140"/>
                  </a:lnTo>
                  <a:close/>
                </a:path>
                <a:path w="1611629" h="327025">
                  <a:moveTo>
                    <a:pt x="1164183" y="254101"/>
                  </a:moveTo>
                  <a:lnTo>
                    <a:pt x="1154722" y="254101"/>
                  </a:lnTo>
                  <a:lnTo>
                    <a:pt x="1150569" y="255219"/>
                  </a:lnTo>
                  <a:lnTo>
                    <a:pt x="1135722" y="275780"/>
                  </a:lnTo>
                  <a:lnTo>
                    <a:pt x="1135722" y="286651"/>
                  </a:lnTo>
                  <a:lnTo>
                    <a:pt x="1154722" y="308241"/>
                  </a:lnTo>
                  <a:lnTo>
                    <a:pt x="1164183" y="308241"/>
                  </a:lnTo>
                  <a:lnTo>
                    <a:pt x="1168311" y="307111"/>
                  </a:lnTo>
                  <a:lnTo>
                    <a:pt x="1175435" y="302615"/>
                  </a:lnTo>
                  <a:lnTo>
                    <a:pt x="1176842" y="301015"/>
                  </a:lnTo>
                  <a:lnTo>
                    <a:pt x="1155865" y="301015"/>
                  </a:lnTo>
                  <a:lnTo>
                    <a:pt x="1152905" y="300088"/>
                  </a:lnTo>
                  <a:lnTo>
                    <a:pt x="1148270" y="296405"/>
                  </a:lnTo>
                  <a:lnTo>
                    <a:pt x="1146555" y="293992"/>
                  </a:lnTo>
                  <a:lnTo>
                    <a:pt x="1144320" y="287985"/>
                  </a:lnTo>
                  <a:lnTo>
                    <a:pt x="1143761" y="284734"/>
                  </a:lnTo>
                  <a:lnTo>
                    <a:pt x="1143761" y="277736"/>
                  </a:lnTo>
                  <a:lnTo>
                    <a:pt x="1155865" y="261327"/>
                  </a:lnTo>
                  <a:lnTo>
                    <a:pt x="1176842" y="261327"/>
                  </a:lnTo>
                  <a:lnTo>
                    <a:pt x="1175435" y="259727"/>
                  </a:lnTo>
                  <a:lnTo>
                    <a:pt x="1168311" y="255219"/>
                  </a:lnTo>
                  <a:lnTo>
                    <a:pt x="1164183" y="254101"/>
                  </a:lnTo>
                  <a:close/>
                </a:path>
                <a:path w="1611629" h="327025">
                  <a:moveTo>
                    <a:pt x="1176842" y="261327"/>
                  </a:moveTo>
                  <a:lnTo>
                    <a:pt x="1163040" y="261327"/>
                  </a:lnTo>
                  <a:lnTo>
                    <a:pt x="1165999" y="262255"/>
                  </a:lnTo>
                  <a:lnTo>
                    <a:pt x="1170635" y="265988"/>
                  </a:lnTo>
                  <a:lnTo>
                    <a:pt x="1172349" y="268427"/>
                  </a:lnTo>
                  <a:lnTo>
                    <a:pt x="1174572" y="274472"/>
                  </a:lnTo>
                  <a:lnTo>
                    <a:pt x="1175130" y="277736"/>
                  </a:lnTo>
                  <a:lnTo>
                    <a:pt x="1175130" y="284734"/>
                  </a:lnTo>
                  <a:lnTo>
                    <a:pt x="1163040" y="301015"/>
                  </a:lnTo>
                  <a:lnTo>
                    <a:pt x="1176842" y="301015"/>
                  </a:lnTo>
                  <a:lnTo>
                    <a:pt x="1178204" y="299466"/>
                  </a:lnTo>
                  <a:lnTo>
                    <a:pt x="1182179" y="291376"/>
                  </a:lnTo>
                  <a:lnTo>
                    <a:pt x="1183182" y="286651"/>
                  </a:lnTo>
                  <a:lnTo>
                    <a:pt x="1183182" y="275780"/>
                  </a:lnTo>
                  <a:lnTo>
                    <a:pt x="1182179" y="271018"/>
                  </a:lnTo>
                  <a:lnTo>
                    <a:pt x="1178204" y="262877"/>
                  </a:lnTo>
                  <a:lnTo>
                    <a:pt x="1176842" y="261327"/>
                  </a:lnTo>
                  <a:close/>
                </a:path>
                <a:path w="1611629" h="327025">
                  <a:moveTo>
                    <a:pt x="1202118" y="254914"/>
                  </a:moveTo>
                  <a:lnTo>
                    <a:pt x="1194333" y="254914"/>
                  </a:lnTo>
                  <a:lnTo>
                    <a:pt x="1194333" y="307149"/>
                  </a:lnTo>
                  <a:lnTo>
                    <a:pt x="1202385" y="307149"/>
                  </a:lnTo>
                  <a:lnTo>
                    <a:pt x="1202385" y="272605"/>
                  </a:lnTo>
                  <a:lnTo>
                    <a:pt x="1202903" y="270306"/>
                  </a:lnTo>
                  <a:lnTo>
                    <a:pt x="1202969" y="270014"/>
                  </a:lnTo>
                  <a:lnTo>
                    <a:pt x="1205280" y="265734"/>
                  </a:lnTo>
                  <a:lnTo>
                    <a:pt x="1206868" y="264109"/>
                  </a:lnTo>
                  <a:lnTo>
                    <a:pt x="1208932" y="262966"/>
                  </a:lnTo>
                  <a:lnTo>
                    <a:pt x="1202118" y="262966"/>
                  </a:lnTo>
                  <a:lnTo>
                    <a:pt x="1202118" y="254914"/>
                  </a:lnTo>
                  <a:close/>
                </a:path>
                <a:path w="1611629" h="327025">
                  <a:moveTo>
                    <a:pt x="1232830" y="261327"/>
                  </a:moveTo>
                  <a:lnTo>
                    <a:pt x="1219479" y="261327"/>
                  </a:lnTo>
                  <a:lnTo>
                    <a:pt x="1222413" y="262483"/>
                  </a:lnTo>
                  <a:lnTo>
                    <a:pt x="1224546" y="264807"/>
                  </a:lnTo>
                  <a:lnTo>
                    <a:pt x="1226680" y="267093"/>
                  </a:lnTo>
                  <a:lnTo>
                    <a:pt x="1227650" y="270014"/>
                  </a:lnTo>
                  <a:lnTo>
                    <a:pt x="1227747" y="307149"/>
                  </a:lnTo>
                  <a:lnTo>
                    <a:pt x="1235798" y="307149"/>
                  </a:lnTo>
                  <a:lnTo>
                    <a:pt x="1235798" y="269417"/>
                  </a:lnTo>
                  <a:lnTo>
                    <a:pt x="1235062" y="265734"/>
                  </a:lnTo>
                  <a:lnTo>
                    <a:pt x="1232830" y="261327"/>
                  </a:lnTo>
                  <a:close/>
                </a:path>
                <a:path w="1611629" h="327025">
                  <a:moveTo>
                    <a:pt x="1221612" y="254101"/>
                  </a:moveTo>
                  <a:lnTo>
                    <a:pt x="1214119" y="254101"/>
                  </a:lnTo>
                  <a:lnTo>
                    <a:pt x="1210881" y="254914"/>
                  </a:lnTo>
                  <a:lnTo>
                    <a:pt x="1205890" y="258165"/>
                  </a:lnTo>
                  <a:lnTo>
                    <a:pt x="1204023" y="260299"/>
                  </a:lnTo>
                  <a:lnTo>
                    <a:pt x="1202791" y="262966"/>
                  </a:lnTo>
                  <a:lnTo>
                    <a:pt x="1208932" y="262966"/>
                  </a:lnTo>
                  <a:lnTo>
                    <a:pt x="1210881" y="261886"/>
                  </a:lnTo>
                  <a:lnTo>
                    <a:pt x="1213180" y="261327"/>
                  </a:lnTo>
                  <a:lnTo>
                    <a:pt x="1232830" y="261327"/>
                  </a:lnTo>
                  <a:lnTo>
                    <a:pt x="1232103" y="259892"/>
                  </a:lnTo>
                  <a:lnTo>
                    <a:pt x="1230033" y="257708"/>
                  </a:lnTo>
                  <a:lnTo>
                    <a:pt x="1224875" y="254914"/>
                  </a:lnTo>
                  <a:lnTo>
                    <a:pt x="1225092" y="254914"/>
                  </a:lnTo>
                  <a:lnTo>
                    <a:pt x="1221612" y="254101"/>
                  </a:lnTo>
                  <a:close/>
                </a:path>
                <a:path w="1611629" h="327025">
                  <a:moveTo>
                    <a:pt x="1298168" y="228600"/>
                  </a:moveTo>
                  <a:lnTo>
                    <a:pt x="1291069" y="228600"/>
                  </a:lnTo>
                  <a:lnTo>
                    <a:pt x="1286916" y="234657"/>
                  </a:lnTo>
                  <a:lnTo>
                    <a:pt x="1283715" y="241312"/>
                  </a:lnTo>
                  <a:lnTo>
                    <a:pt x="1281455" y="248539"/>
                  </a:lnTo>
                  <a:lnTo>
                    <a:pt x="1279232" y="255739"/>
                  </a:lnTo>
                  <a:lnTo>
                    <a:pt x="1278115" y="263639"/>
                  </a:lnTo>
                  <a:lnTo>
                    <a:pt x="1278115" y="280822"/>
                  </a:lnTo>
                  <a:lnTo>
                    <a:pt x="1291069" y="315874"/>
                  </a:lnTo>
                  <a:lnTo>
                    <a:pt x="1298168" y="315874"/>
                  </a:lnTo>
                  <a:lnTo>
                    <a:pt x="1295984" y="312877"/>
                  </a:lnTo>
                  <a:lnTo>
                    <a:pt x="1294002" y="308991"/>
                  </a:lnTo>
                  <a:lnTo>
                    <a:pt x="1290459" y="299440"/>
                  </a:lnTo>
                  <a:lnTo>
                    <a:pt x="1289049" y="294271"/>
                  </a:lnTo>
                  <a:lnTo>
                    <a:pt x="1286954" y="283133"/>
                  </a:lnTo>
                  <a:lnTo>
                    <a:pt x="1286433" y="277647"/>
                  </a:lnTo>
                  <a:lnTo>
                    <a:pt x="1286433" y="268173"/>
                  </a:lnTo>
                  <a:lnTo>
                    <a:pt x="1296530" y="230847"/>
                  </a:lnTo>
                  <a:lnTo>
                    <a:pt x="1298168" y="228600"/>
                  </a:lnTo>
                  <a:close/>
                </a:path>
                <a:path w="1611629" h="327025">
                  <a:moveTo>
                    <a:pt x="1335189" y="236372"/>
                  </a:moveTo>
                  <a:lnTo>
                    <a:pt x="1327048" y="236372"/>
                  </a:lnTo>
                  <a:lnTo>
                    <a:pt x="1323403" y="237172"/>
                  </a:lnTo>
                  <a:lnTo>
                    <a:pt x="1309979" y="258622"/>
                  </a:lnTo>
                  <a:lnTo>
                    <a:pt x="1310957" y="261924"/>
                  </a:lnTo>
                  <a:lnTo>
                    <a:pt x="1314919" y="267728"/>
                  </a:lnTo>
                  <a:lnTo>
                    <a:pt x="1317574" y="269595"/>
                  </a:lnTo>
                  <a:lnTo>
                    <a:pt x="1320914" y="270459"/>
                  </a:lnTo>
                  <a:lnTo>
                    <a:pt x="1320914" y="270878"/>
                  </a:lnTo>
                  <a:lnTo>
                    <a:pt x="1307388" y="285648"/>
                  </a:lnTo>
                  <a:lnTo>
                    <a:pt x="1307388" y="292379"/>
                  </a:lnTo>
                  <a:lnTo>
                    <a:pt x="1326464" y="308102"/>
                  </a:lnTo>
                  <a:lnTo>
                    <a:pt x="1335811" y="308102"/>
                  </a:lnTo>
                  <a:lnTo>
                    <a:pt x="1339913" y="307276"/>
                  </a:lnTo>
                  <a:lnTo>
                    <a:pt x="1347025" y="303936"/>
                  </a:lnTo>
                  <a:lnTo>
                    <a:pt x="1349806" y="301625"/>
                  </a:lnTo>
                  <a:lnTo>
                    <a:pt x="1350502" y="300609"/>
                  </a:lnTo>
                  <a:lnTo>
                    <a:pt x="1327962" y="300609"/>
                  </a:lnTo>
                  <a:lnTo>
                    <a:pt x="1325206" y="300088"/>
                  </a:lnTo>
                  <a:lnTo>
                    <a:pt x="1315707" y="290690"/>
                  </a:lnTo>
                  <a:lnTo>
                    <a:pt x="1315707" y="285648"/>
                  </a:lnTo>
                  <a:lnTo>
                    <a:pt x="1328165" y="274688"/>
                  </a:lnTo>
                  <a:lnTo>
                    <a:pt x="1348882" y="274688"/>
                  </a:lnTo>
                  <a:lnTo>
                    <a:pt x="1346174" y="272402"/>
                  </a:lnTo>
                  <a:lnTo>
                    <a:pt x="1343901" y="271322"/>
                  </a:lnTo>
                  <a:lnTo>
                    <a:pt x="1341373" y="270878"/>
                  </a:lnTo>
                  <a:lnTo>
                    <a:pt x="1341373" y="270459"/>
                  </a:lnTo>
                  <a:lnTo>
                    <a:pt x="1344650" y="269595"/>
                  </a:lnTo>
                  <a:lnTo>
                    <a:pt x="1347266" y="267728"/>
                  </a:lnTo>
                  <a:lnTo>
                    <a:pt x="1347450" y="267462"/>
                  </a:lnTo>
                  <a:lnTo>
                    <a:pt x="1328597" y="267462"/>
                  </a:lnTo>
                  <a:lnTo>
                    <a:pt x="1326349" y="266966"/>
                  </a:lnTo>
                  <a:lnTo>
                    <a:pt x="1322438" y="264960"/>
                  </a:lnTo>
                  <a:lnTo>
                    <a:pt x="1320901" y="263563"/>
                  </a:lnTo>
                  <a:lnTo>
                    <a:pt x="1318704" y="259969"/>
                  </a:lnTo>
                  <a:lnTo>
                    <a:pt x="1318171" y="257873"/>
                  </a:lnTo>
                  <a:lnTo>
                    <a:pt x="1318171" y="253098"/>
                  </a:lnTo>
                  <a:lnTo>
                    <a:pt x="1328534" y="243738"/>
                  </a:lnTo>
                  <a:lnTo>
                    <a:pt x="1348413" y="243738"/>
                  </a:lnTo>
                  <a:lnTo>
                    <a:pt x="1347673" y="242608"/>
                  </a:lnTo>
                  <a:lnTo>
                    <a:pt x="1345171" y="240398"/>
                  </a:lnTo>
                  <a:lnTo>
                    <a:pt x="1338808" y="237172"/>
                  </a:lnTo>
                  <a:lnTo>
                    <a:pt x="1335189" y="236372"/>
                  </a:lnTo>
                  <a:close/>
                </a:path>
                <a:path w="1611629" h="327025">
                  <a:moveTo>
                    <a:pt x="1348882" y="274688"/>
                  </a:moveTo>
                  <a:lnTo>
                    <a:pt x="1334096" y="274688"/>
                  </a:lnTo>
                  <a:lnTo>
                    <a:pt x="1336725" y="275272"/>
                  </a:lnTo>
                  <a:lnTo>
                    <a:pt x="1341335" y="277583"/>
                  </a:lnTo>
                  <a:lnTo>
                    <a:pt x="1343164" y="279184"/>
                  </a:lnTo>
                  <a:lnTo>
                    <a:pt x="1345857" y="283222"/>
                  </a:lnTo>
                  <a:lnTo>
                    <a:pt x="1346530" y="285648"/>
                  </a:lnTo>
                  <a:lnTo>
                    <a:pt x="1346530" y="290690"/>
                  </a:lnTo>
                  <a:lnTo>
                    <a:pt x="1334300" y="300609"/>
                  </a:lnTo>
                  <a:lnTo>
                    <a:pt x="1350502" y="300609"/>
                  </a:lnTo>
                  <a:lnTo>
                    <a:pt x="1353832" y="295744"/>
                  </a:lnTo>
                  <a:lnTo>
                    <a:pt x="1354848" y="292379"/>
                  </a:lnTo>
                  <a:lnTo>
                    <a:pt x="1354848" y="285648"/>
                  </a:lnTo>
                  <a:lnTo>
                    <a:pt x="1354307" y="283222"/>
                  </a:lnTo>
                  <a:lnTo>
                    <a:pt x="1354239" y="282917"/>
                  </a:lnTo>
                  <a:lnTo>
                    <a:pt x="1351826" y="277901"/>
                  </a:lnTo>
                  <a:lnTo>
                    <a:pt x="1350213" y="275793"/>
                  </a:lnTo>
                  <a:lnTo>
                    <a:pt x="1348882" y="274688"/>
                  </a:lnTo>
                  <a:close/>
                </a:path>
                <a:path w="1611629" h="327025">
                  <a:moveTo>
                    <a:pt x="1348413" y="243738"/>
                  </a:moveTo>
                  <a:lnTo>
                    <a:pt x="1333715" y="243738"/>
                  </a:lnTo>
                  <a:lnTo>
                    <a:pt x="1335963" y="244221"/>
                  </a:lnTo>
                  <a:lnTo>
                    <a:pt x="1339824" y="246151"/>
                  </a:lnTo>
                  <a:lnTo>
                    <a:pt x="1341335" y="247523"/>
                  </a:lnTo>
                  <a:lnTo>
                    <a:pt x="1343520" y="251040"/>
                  </a:lnTo>
                  <a:lnTo>
                    <a:pt x="1344079" y="253098"/>
                  </a:lnTo>
                  <a:lnTo>
                    <a:pt x="1344079" y="257873"/>
                  </a:lnTo>
                  <a:lnTo>
                    <a:pt x="1333639" y="267462"/>
                  </a:lnTo>
                  <a:lnTo>
                    <a:pt x="1347450" y="267462"/>
                  </a:lnTo>
                  <a:lnTo>
                    <a:pt x="1351254" y="261924"/>
                  </a:lnTo>
                  <a:lnTo>
                    <a:pt x="1352257" y="258622"/>
                  </a:lnTo>
                  <a:lnTo>
                    <a:pt x="1352161" y="251040"/>
                  </a:lnTo>
                  <a:lnTo>
                    <a:pt x="1351330" y="248196"/>
                  </a:lnTo>
                  <a:lnTo>
                    <a:pt x="1348413" y="243738"/>
                  </a:lnTo>
                  <a:close/>
                </a:path>
                <a:path w="1611629" h="327025">
                  <a:moveTo>
                    <a:pt x="1391361" y="246189"/>
                  </a:moveTo>
                  <a:lnTo>
                    <a:pt x="1382915" y="246189"/>
                  </a:lnTo>
                  <a:lnTo>
                    <a:pt x="1382915" y="307149"/>
                  </a:lnTo>
                  <a:lnTo>
                    <a:pt x="1391361" y="307149"/>
                  </a:lnTo>
                  <a:lnTo>
                    <a:pt x="1391361" y="246189"/>
                  </a:lnTo>
                  <a:close/>
                </a:path>
                <a:path w="1611629" h="327025">
                  <a:moveTo>
                    <a:pt x="1391361" y="237324"/>
                  </a:moveTo>
                  <a:lnTo>
                    <a:pt x="1382915" y="237324"/>
                  </a:lnTo>
                  <a:lnTo>
                    <a:pt x="1365453" y="248920"/>
                  </a:lnTo>
                  <a:lnTo>
                    <a:pt x="1365453" y="257505"/>
                  </a:lnTo>
                  <a:lnTo>
                    <a:pt x="1382496" y="246189"/>
                  </a:lnTo>
                  <a:lnTo>
                    <a:pt x="1391361" y="246189"/>
                  </a:lnTo>
                  <a:lnTo>
                    <a:pt x="1391361" y="237324"/>
                  </a:lnTo>
                  <a:close/>
                </a:path>
                <a:path w="1611629" h="327025">
                  <a:moveTo>
                    <a:pt x="1451101" y="268490"/>
                  </a:moveTo>
                  <a:lnTo>
                    <a:pt x="1403095" y="268490"/>
                  </a:lnTo>
                  <a:lnTo>
                    <a:pt x="1403095" y="275983"/>
                  </a:lnTo>
                  <a:lnTo>
                    <a:pt x="1451101" y="275983"/>
                  </a:lnTo>
                  <a:lnTo>
                    <a:pt x="1451101" y="268490"/>
                  </a:lnTo>
                  <a:close/>
                </a:path>
                <a:path w="1611629" h="327025">
                  <a:moveTo>
                    <a:pt x="1464983" y="289560"/>
                  </a:moveTo>
                  <a:lnTo>
                    <a:pt x="1456651" y="289560"/>
                  </a:lnTo>
                  <a:lnTo>
                    <a:pt x="1457126" y="292760"/>
                  </a:lnTo>
                  <a:lnTo>
                    <a:pt x="1474431" y="308102"/>
                  </a:lnTo>
                  <a:lnTo>
                    <a:pt x="1482280" y="308102"/>
                  </a:lnTo>
                  <a:lnTo>
                    <a:pt x="1485483" y="307327"/>
                  </a:lnTo>
                  <a:lnTo>
                    <a:pt x="1485658" y="307327"/>
                  </a:lnTo>
                  <a:lnTo>
                    <a:pt x="1492046" y="303847"/>
                  </a:lnTo>
                  <a:lnTo>
                    <a:pt x="1494713" y="301345"/>
                  </a:lnTo>
                  <a:lnTo>
                    <a:pt x="1495198" y="300609"/>
                  </a:lnTo>
                  <a:lnTo>
                    <a:pt x="1474660" y="300609"/>
                  </a:lnTo>
                  <a:lnTo>
                    <a:pt x="1471688" y="299567"/>
                  </a:lnTo>
                  <a:lnTo>
                    <a:pt x="1469440" y="297497"/>
                  </a:lnTo>
                  <a:lnTo>
                    <a:pt x="1467218" y="295414"/>
                  </a:lnTo>
                  <a:lnTo>
                    <a:pt x="1465732" y="292760"/>
                  </a:lnTo>
                  <a:lnTo>
                    <a:pt x="1464983" y="289560"/>
                  </a:lnTo>
                  <a:close/>
                </a:path>
                <a:path w="1611629" h="327025">
                  <a:moveTo>
                    <a:pt x="1503705" y="273596"/>
                  </a:moveTo>
                  <a:lnTo>
                    <a:pt x="1495793" y="273596"/>
                  </a:lnTo>
                  <a:lnTo>
                    <a:pt x="1495721" y="282498"/>
                  </a:lnTo>
                  <a:lnTo>
                    <a:pt x="1494231" y="288836"/>
                  </a:lnTo>
                  <a:lnTo>
                    <a:pt x="1487982" y="298246"/>
                  </a:lnTo>
                  <a:lnTo>
                    <a:pt x="1483728" y="300609"/>
                  </a:lnTo>
                  <a:lnTo>
                    <a:pt x="1495198" y="300609"/>
                  </a:lnTo>
                  <a:lnTo>
                    <a:pt x="1496885" y="298043"/>
                  </a:lnTo>
                  <a:lnTo>
                    <a:pt x="1499095" y="294754"/>
                  </a:lnTo>
                  <a:lnTo>
                    <a:pt x="1500771" y="290703"/>
                  </a:lnTo>
                  <a:lnTo>
                    <a:pt x="1503121" y="281089"/>
                  </a:lnTo>
                  <a:lnTo>
                    <a:pt x="1503705" y="275577"/>
                  </a:lnTo>
                  <a:lnTo>
                    <a:pt x="1503705" y="273596"/>
                  </a:lnTo>
                  <a:close/>
                </a:path>
                <a:path w="1611629" h="327025">
                  <a:moveTo>
                    <a:pt x="1482293" y="236385"/>
                  </a:moveTo>
                  <a:lnTo>
                    <a:pt x="1474355" y="236385"/>
                  </a:lnTo>
                  <a:lnTo>
                    <a:pt x="1470596" y="237324"/>
                  </a:lnTo>
                  <a:lnTo>
                    <a:pt x="1463611" y="241554"/>
                  </a:lnTo>
                  <a:lnTo>
                    <a:pt x="1460906" y="244386"/>
                  </a:lnTo>
                  <a:lnTo>
                    <a:pt x="1457070" y="251510"/>
                  </a:lnTo>
                  <a:lnTo>
                    <a:pt x="1456118" y="255409"/>
                  </a:lnTo>
                  <a:lnTo>
                    <a:pt x="1456118" y="264185"/>
                  </a:lnTo>
                  <a:lnTo>
                    <a:pt x="1457096" y="268185"/>
                  </a:lnTo>
                  <a:lnTo>
                    <a:pt x="1459077" y="271691"/>
                  </a:lnTo>
                  <a:lnTo>
                    <a:pt x="1460959" y="274955"/>
                  </a:lnTo>
                  <a:lnTo>
                    <a:pt x="1461084" y="275170"/>
                  </a:lnTo>
                  <a:lnTo>
                    <a:pt x="1463738" y="277901"/>
                  </a:lnTo>
                  <a:lnTo>
                    <a:pt x="1467096" y="279933"/>
                  </a:lnTo>
                  <a:lnTo>
                    <a:pt x="1470393" y="281889"/>
                  </a:lnTo>
                  <a:lnTo>
                    <a:pt x="1474063" y="282879"/>
                  </a:lnTo>
                  <a:lnTo>
                    <a:pt x="1480477" y="282879"/>
                  </a:lnTo>
                  <a:lnTo>
                    <a:pt x="1494070" y="275374"/>
                  </a:lnTo>
                  <a:lnTo>
                    <a:pt x="1476298" y="275374"/>
                  </a:lnTo>
                  <a:lnTo>
                    <a:pt x="1473746" y="274675"/>
                  </a:lnTo>
                  <a:lnTo>
                    <a:pt x="1464297" y="256819"/>
                  </a:lnTo>
                  <a:lnTo>
                    <a:pt x="1464922" y="254266"/>
                  </a:lnTo>
                  <a:lnTo>
                    <a:pt x="1476565" y="243865"/>
                  </a:lnTo>
                  <a:lnTo>
                    <a:pt x="1496397" y="243865"/>
                  </a:lnTo>
                  <a:lnTo>
                    <a:pt x="1493507" y="240842"/>
                  </a:lnTo>
                  <a:lnTo>
                    <a:pt x="1490891" y="239077"/>
                  </a:lnTo>
                  <a:lnTo>
                    <a:pt x="1485163" y="236931"/>
                  </a:lnTo>
                  <a:lnTo>
                    <a:pt x="1482293" y="236385"/>
                  </a:lnTo>
                  <a:close/>
                </a:path>
                <a:path w="1611629" h="327025">
                  <a:moveTo>
                    <a:pt x="1496397" y="243865"/>
                  </a:moveTo>
                  <a:lnTo>
                    <a:pt x="1482343" y="243865"/>
                  </a:lnTo>
                  <a:lnTo>
                    <a:pt x="1484934" y="244602"/>
                  </a:lnTo>
                  <a:lnTo>
                    <a:pt x="1489506" y="247561"/>
                  </a:lnTo>
                  <a:lnTo>
                    <a:pt x="1491297" y="249491"/>
                  </a:lnTo>
                  <a:lnTo>
                    <a:pt x="1493837" y="254127"/>
                  </a:lnTo>
                  <a:lnTo>
                    <a:pt x="1493913" y="254266"/>
                  </a:lnTo>
                  <a:lnTo>
                    <a:pt x="1494574" y="256819"/>
                  </a:lnTo>
                  <a:lnTo>
                    <a:pt x="1494574" y="261620"/>
                  </a:lnTo>
                  <a:lnTo>
                    <a:pt x="1481315" y="275374"/>
                  </a:lnTo>
                  <a:lnTo>
                    <a:pt x="1494070" y="275374"/>
                  </a:lnTo>
                  <a:lnTo>
                    <a:pt x="1495259" y="273596"/>
                  </a:lnTo>
                  <a:lnTo>
                    <a:pt x="1503705" y="273596"/>
                  </a:lnTo>
                  <a:lnTo>
                    <a:pt x="1503656" y="262597"/>
                  </a:lnTo>
                  <a:lnTo>
                    <a:pt x="1502994" y="257632"/>
                  </a:lnTo>
                  <a:lnTo>
                    <a:pt x="1500244" y="249491"/>
                  </a:lnTo>
                  <a:lnTo>
                    <a:pt x="1500123" y="249135"/>
                  </a:lnTo>
                  <a:lnTo>
                    <a:pt x="1498231" y="245783"/>
                  </a:lnTo>
                  <a:lnTo>
                    <a:pt x="1496397" y="243865"/>
                  </a:lnTo>
                  <a:close/>
                </a:path>
                <a:path w="1611629" h="327025">
                  <a:moveTo>
                    <a:pt x="1543862" y="236372"/>
                  </a:moveTo>
                  <a:lnTo>
                    <a:pt x="1533677" y="236372"/>
                  </a:lnTo>
                  <a:lnTo>
                    <a:pt x="1529308" y="237794"/>
                  </a:lnTo>
                  <a:lnTo>
                    <a:pt x="1522056" y="243446"/>
                  </a:lnTo>
                  <a:lnTo>
                    <a:pt x="1519288" y="247535"/>
                  </a:lnTo>
                  <a:lnTo>
                    <a:pt x="1515452" y="258241"/>
                  </a:lnTo>
                  <a:lnTo>
                    <a:pt x="1514487" y="264693"/>
                  </a:lnTo>
                  <a:lnTo>
                    <a:pt x="1514487" y="279831"/>
                  </a:lnTo>
                  <a:lnTo>
                    <a:pt x="1533626" y="308102"/>
                  </a:lnTo>
                  <a:lnTo>
                    <a:pt x="1543900" y="308102"/>
                  </a:lnTo>
                  <a:lnTo>
                    <a:pt x="1548282" y="306705"/>
                  </a:lnTo>
                  <a:lnTo>
                    <a:pt x="1555508" y="301091"/>
                  </a:lnTo>
                  <a:lnTo>
                    <a:pt x="1555834" y="300609"/>
                  </a:lnTo>
                  <a:lnTo>
                    <a:pt x="1535379" y="300609"/>
                  </a:lnTo>
                  <a:lnTo>
                    <a:pt x="1532483" y="299504"/>
                  </a:lnTo>
                  <a:lnTo>
                    <a:pt x="1527682" y="295097"/>
                  </a:lnTo>
                  <a:lnTo>
                    <a:pt x="1525854" y="291871"/>
                  </a:lnTo>
                  <a:lnTo>
                    <a:pt x="1523314" y="283413"/>
                  </a:lnTo>
                  <a:lnTo>
                    <a:pt x="1522679" y="278282"/>
                  </a:lnTo>
                  <a:lnTo>
                    <a:pt x="1522679" y="263169"/>
                  </a:lnTo>
                  <a:lnTo>
                    <a:pt x="1524101" y="256159"/>
                  </a:lnTo>
                  <a:lnTo>
                    <a:pt x="1529778" y="246227"/>
                  </a:lnTo>
                  <a:lnTo>
                    <a:pt x="1533715" y="243738"/>
                  </a:lnTo>
                  <a:lnTo>
                    <a:pt x="1555656" y="243738"/>
                  </a:lnTo>
                  <a:lnTo>
                    <a:pt x="1555457" y="243446"/>
                  </a:lnTo>
                  <a:lnTo>
                    <a:pt x="1548206" y="237794"/>
                  </a:lnTo>
                  <a:lnTo>
                    <a:pt x="1543862" y="236372"/>
                  </a:lnTo>
                  <a:close/>
                </a:path>
                <a:path w="1611629" h="327025">
                  <a:moveTo>
                    <a:pt x="1555656" y="243738"/>
                  </a:moveTo>
                  <a:lnTo>
                    <a:pt x="1542135" y="243738"/>
                  </a:lnTo>
                  <a:lnTo>
                    <a:pt x="1545005" y="244843"/>
                  </a:lnTo>
                  <a:lnTo>
                    <a:pt x="1547393" y="247078"/>
                  </a:lnTo>
                  <a:lnTo>
                    <a:pt x="1549806" y="249301"/>
                  </a:lnTo>
                  <a:lnTo>
                    <a:pt x="1551647" y="252539"/>
                  </a:lnTo>
                  <a:lnTo>
                    <a:pt x="1552917" y="256794"/>
                  </a:lnTo>
                  <a:lnTo>
                    <a:pt x="1554213" y="261035"/>
                  </a:lnTo>
                  <a:lnTo>
                    <a:pt x="1554860" y="266192"/>
                  </a:lnTo>
                  <a:lnTo>
                    <a:pt x="1554860" y="281330"/>
                  </a:lnTo>
                  <a:lnTo>
                    <a:pt x="1553451" y="288328"/>
                  </a:lnTo>
                  <a:lnTo>
                    <a:pt x="1547812" y="298145"/>
                  </a:lnTo>
                  <a:lnTo>
                    <a:pt x="1543862" y="300609"/>
                  </a:lnTo>
                  <a:lnTo>
                    <a:pt x="1555834" y="300609"/>
                  </a:lnTo>
                  <a:lnTo>
                    <a:pt x="1558264" y="297014"/>
                  </a:lnTo>
                  <a:lnTo>
                    <a:pt x="1562087" y="286308"/>
                  </a:lnTo>
                  <a:lnTo>
                    <a:pt x="1563039" y="279831"/>
                  </a:lnTo>
                  <a:lnTo>
                    <a:pt x="1563039" y="264693"/>
                  </a:lnTo>
                  <a:lnTo>
                    <a:pt x="1562074" y="258241"/>
                  </a:lnTo>
                  <a:lnTo>
                    <a:pt x="1560144" y="252907"/>
                  </a:lnTo>
                  <a:lnTo>
                    <a:pt x="1558239" y="247535"/>
                  </a:lnTo>
                  <a:lnTo>
                    <a:pt x="1555656" y="243738"/>
                  </a:lnTo>
                  <a:close/>
                </a:path>
                <a:path w="1611629" h="327025">
                  <a:moveTo>
                    <a:pt x="1579244" y="228600"/>
                  </a:moveTo>
                  <a:lnTo>
                    <a:pt x="1572145" y="228600"/>
                  </a:lnTo>
                  <a:lnTo>
                    <a:pt x="1574330" y="231597"/>
                  </a:lnTo>
                  <a:lnTo>
                    <a:pt x="1576311" y="235483"/>
                  </a:lnTo>
                  <a:lnTo>
                    <a:pt x="1579854" y="245033"/>
                  </a:lnTo>
                  <a:lnTo>
                    <a:pt x="1581264" y="250202"/>
                  </a:lnTo>
                  <a:lnTo>
                    <a:pt x="1583347" y="261340"/>
                  </a:lnTo>
                  <a:lnTo>
                    <a:pt x="1583880" y="266827"/>
                  </a:lnTo>
                  <a:lnTo>
                    <a:pt x="1583880" y="276275"/>
                  </a:lnTo>
                  <a:lnTo>
                    <a:pt x="1576717" y="307555"/>
                  </a:lnTo>
                  <a:lnTo>
                    <a:pt x="1575307" y="310857"/>
                  </a:lnTo>
                  <a:lnTo>
                    <a:pt x="1573783" y="313626"/>
                  </a:lnTo>
                  <a:lnTo>
                    <a:pt x="1572145" y="315874"/>
                  </a:lnTo>
                  <a:lnTo>
                    <a:pt x="1579244" y="315874"/>
                  </a:lnTo>
                  <a:lnTo>
                    <a:pt x="1583397" y="309803"/>
                  </a:lnTo>
                  <a:lnTo>
                    <a:pt x="1586598" y="303174"/>
                  </a:lnTo>
                  <a:lnTo>
                    <a:pt x="1591049" y="288798"/>
                  </a:lnTo>
                  <a:lnTo>
                    <a:pt x="1592198" y="280822"/>
                  </a:lnTo>
                  <a:lnTo>
                    <a:pt x="1592198" y="263639"/>
                  </a:lnTo>
                  <a:lnTo>
                    <a:pt x="1591068" y="255739"/>
                  </a:lnTo>
                  <a:lnTo>
                    <a:pt x="1588820" y="248539"/>
                  </a:lnTo>
                  <a:lnTo>
                    <a:pt x="1586598" y="241312"/>
                  </a:lnTo>
                  <a:lnTo>
                    <a:pt x="1583397" y="234657"/>
                  </a:lnTo>
                  <a:lnTo>
                    <a:pt x="1579244" y="228600"/>
                  </a:lnTo>
                  <a:close/>
                </a:path>
              </a:pathLst>
            </a:custGeom>
            <a:solidFill>
              <a:srgbClr val="5909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9386696" y="4852670"/>
            <a:ext cx="1762760" cy="683260"/>
            <a:chOff x="9386696" y="4852670"/>
            <a:chExt cx="1762760" cy="683260"/>
          </a:xfrm>
        </p:grpSpPr>
        <p:sp>
          <p:nvSpPr>
            <p:cNvPr id="41" name="object 41"/>
            <p:cNvSpPr/>
            <p:nvPr/>
          </p:nvSpPr>
          <p:spPr>
            <a:xfrm>
              <a:off x="9386697" y="4852682"/>
              <a:ext cx="1762760" cy="683260"/>
            </a:xfrm>
            <a:custGeom>
              <a:avLst/>
              <a:gdLst/>
              <a:ahLst/>
              <a:cxnLst/>
              <a:rect l="l" t="t" r="r" b="b"/>
              <a:pathLst>
                <a:path w="1762759" h="683260">
                  <a:moveTo>
                    <a:pt x="1762506" y="127"/>
                  </a:moveTo>
                  <a:lnTo>
                    <a:pt x="1751203" y="127"/>
                  </a:lnTo>
                  <a:lnTo>
                    <a:pt x="1751203" y="0"/>
                  </a:lnTo>
                  <a:lnTo>
                    <a:pt x="1739900" y="0"/>
                  </a:lnTo>
                  <a:lnTo>
                    <a:pt x="1739900" y="240017"/>
                  </a:lnTo>
                  <a:lnTo>
                    <a:pt x="1739900" y="660400"/>
                  </a:lnTo>
                  <a:lnTo>
                    <a:pt x="1739900" y="660527"/>
                  </a:lnTo>
                  <a:lnTo>
                    <a:pt x="22606" y="660527"/>
                  </a:lnTo>
                  <a:lnTo>
                    <a:pt x="22606" y="660400"/>
                  </a:lnTo>
                  <a:lnTo>
                    <a:pt x="22606" y="240017"/>
                  </a:lnTo>
                  <a:lnTo>
                    <a:pt x="1739900" y="240017"/>
                  </a:lnTo>
                  <a:lnTo>
                    <a:pt x="1739900" y="0"/>
                  </a:lnTo>
                  <a:lnTo>
                    <a:pt x="11303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660400"/>
                  </a:lnTo>
                  <a:lnTo>
                    <a:pt x="0" y="683260"/>
                  </a:lnTo>
                  <a:lnTo>
                    <a:pt x="11303" y="683260"/>
                  </a:lnTo>
                  <a:lnTo>
                    <a:pt x="1751203" y="683260"/>
                  </a:lnTo>
                  <a:lnTo>
                    <a:pt x="1751203" y="683133"/>
                  </a:lnTo>
                  <a:lnTo>
                    <a:pt x="1762506" y="683133"/>
                  </a:lnTo>
                  <a:lnTo>
                    <a:pt x="1762506" y="660527"/>
                  </a:lnTo>
                  <a:lnTo>
                    <a:pt x="1751203" y="660527"/>
                  </a:lnTo>
                  <a:lnTo>
                    <a:pt x="1751203" y="660400"/>
                  </a:lnTo>
                  <a:lnTo>
                    <a:pt x="1762506" y="660400"/>
                  </a:lnTo>
                  <a:lnTo>
                    <a:pt x="1762506" y="22860"/>
                  </a:lnTo>
                  <a:lnTo>
                    <a:pt x="1751203" y="22860"/>
                  </a:lnTo>
                  <a:lnTo>
                    <a:pt x="1751203" y="22733"/>
                  </a:lnTo>
                  <a:lnTo>
                    <a:pt x="1762506" y="22733"/>
                  </a:lnTo>
                  <a:lnTo>
                    <a:pt x="1762506" y="127"/>
                  </a:lnTo>
                  <a:close/>
                </a:path>
              </a:pathLst>
            </a:custGeom>
            <a:solidFill>
              <a:srgbClr val="E13E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429127" y="4892496"/>
              <a:ext cx="1652270" cy="125730"/>
            </a:xfrm>
            <a:custGeom>
              <a:avLst/>
              <a:gdLst/>
              <a:ahLst/>
              <a:cxnLst/>
              <a:rect l="l" t="t" r="r" b="b"/>
              <a:pathLst>
                <a:path w="1652270" h="125729">
                  <a:moveTo>
                    <a:pt x="60426" y="27152"/>
                  </a:moveTo>
                  <a:lnTo>
                    <a:pt x="35915" y="27152"/>
                  </a:lnTo>
                  <a:lnTo>
                    <a:pt x="35915" y="124002"/>
                  </a:lnTo>
                  <a:lnTo>
                    <a:pt x="60426" y="124002"/>
                  </a:lnTo>
                  <a:lnTo>
                    <a:pt x="60426" y="27152"/>
                  </a:lnTo>
                  <a:close/>
                </a:path>
                <a:path w="1652270" h="125729">
                  <a:moveTo>
                    <a:pt x="96342" y="6705"/>
                  </a:moveTo>
                  <a:lnTo>
                    <a:pt x="0" y="6705"/>
                  </a:lnTo>
                  <a:lnTo>
                    <a:pt x="0" y="27152"/>
                  </a:lnTo>
                  <a:lnTo>
                    <a:pt x="96342" y="27152"/>
                  </a:lnTo>
                  <a:lnTo>
                    <a:pt x="96342" y="6705"/>
                  </a:lnTo>
                  <a:close/>
                </a:path>
                <a:path w="1652270" h="125729">
                  <a:moveTo>
                    <a:pt x="139928" y="36029"/>
                  </a:moveTo>
                  <a:lnTo>
                    <a:pt x="115531" y="36029"/>
                  </a:lnTo>
                  <a:lnTo>
                    <a:pt x="115531" y="124002"/>
                  </a:lnTo>
                  <a:lnTo>
                    <a:pt x="139928" y="124002"/>
                  </a:lnTo>
                  <a:lnTo>
                    <a:pt x="139928" y="36029"/>
                  </a:lnTo>
                  <a:close/>
                </a:path>
                <a:path w="1652270" h="125729">
                  <a:moveTo>
                    <a:pt x="131406" y="0"/>
                  </a:moveTo>
                  <a:lnTo>
                    <a:pt x="124155" y="0"/>
                  </a:lnTo>
                  <a:lnTo>
                    <a:pt x="121043" y="1219"/>
                  </a:lnTo>
                  <a:lnTo>
                    <a:pt x="115887" y="6070"/>
                  </a:lnTo>
                  <a:lnTo>
                    <a:pt x="114604" y="8953"/>
                  </a:lnTo>
                  <a:lnTo>
                    <a:pt x="114604" y="15709"/>
                  </a:lnTo>
                  <a:lnTo>
                    <a:pt x="115887" y="18630"/>
                  </a:lnTo>
                  <a:lnTo>
                    <a:pt x="118452" y="21082"/>
                  </a:lnTo>
                  <a:lnTo>
                    <a:pt x="121043" y="23482"/>
                  </a:lnTo>
                  <a:lnTo>
                    <a:pt x="124155" y="24688"/>
                  </a:lnTo>
                  <a:lnTo>
                    <a:pt x="131406" y="24688"/>
                  </a:lnTo>
                  <a:lnTo>
                    <a:pt x="134505" y="23482"/>
                  </a:lnTo>
                  <a:lnTo>
                    <a:pt x="139661" y="18630"/>
                  </a:lnTo>
                  <a:lnTo>
                    <a:pt x="140957" y="15709"/>
                  </a:lnTo>
                  <a:lnTo>
                    <a:pt x="140957" y="8953"/>
                  </a:lnTo>
                  <a:lnTo>
                    <a:pt x="139661" y="6070"/>
                  </a:lnTo>
                  <a:lnTo>
                    <a:pt x="137058" y="3670"/>
                  </a:lnTo>
                  <a:lnTo>
                    <a:pt x="134505" y="1219"/>
                  </a:lnTo>
                  <a:lnTo>
                    <a:pt x="131406" y="0"/>
                  </a:lnTo>
                  <a:close/>
                </a:path>
                <a:path w="1652270" h="125729">
                  <a:moveTo>
                    <a:pt x="186499" y="36029"/>
                  </a:moveTo>
                  <a:lnTo>
                    <a:pt x="163245" y="36029"/>
                  </a:lnTo>
                  <a:lnTo>
                    <a:pt x="163245" y="124002"/>
                  </a:lnTo>
                  <a:lnTo>
                    <a:pt x="187655" y="124002"/>
                  </a:lnTo>
                  <a:lnTo>
                    <a:pt x="187655" y="67945"/>
                  </a:lnTo>
                  <a:lnTo>
                    <a:pt x="188151" y="65697"/>
                  </a:lnTo>
                  <a:lnTo>
                    <a:pt x="199262" y="54991"/>
                  </a:lnTo>
                  <a:lnTo>
                    <a:pt x="290990" y="54991"/>
                  </a:lnTo>
                  <a:lnTo>
                    <a:pt x="289787" y="51549"/>
                  </a:lnTo>
                  <a:lnTo>
                    <a:pt x="186499" y="51549"/>
                  </a:lnTo>
                  <a:lnTo>
                    <a:pt x="186499" y="36029"/>
                  </a:lnTo>
                  <a:close/>
                </a:path>
                <a:path w="1652270" h="125729">
                  <a:moveTo>
                    <a:pt x="248691" y="54991"/>
                  </a:moveTo>
                  <a:lnTo>
                    <a:pt x="205981" y="54991"/>
                  </a:lnTo>
                  <a:lnTo>
                    <a:pt x="209207" y="56261"/>
                  </a:lnTo>
                  <a:lnTo>
                    <a:pt x="211645" y="58826"/>
                  </a:lnTo>
                  <a:lnTo>
                    <a:pt x="214134" y="61379"/>
                  </a:lnTo>
                  <a:lnTo>
                    <a:pt x="215379" y="64820"/>
                  </a:lnTo>
                  <a:lnTo>
                    <a:pt x="215379" y="124002"/>
                  </a:lnTo>
                  <a:lnTo>
                    <a:pt x="239026" y="124002"/>
                  </a:lnTo>
                  <a:lnTo>
                    <a:pt x="239026" y="65697"/>
                  </a:lnTo>
                  <a:lnTo>
                    <a:pt x="240271" y="62014"/>
                  </a:lnTo>
                  <a:lnTo>
                    <a:pt x="245236" y="56400"/>
                  </a:lnTo>
                  <a:lnTo>
                    <a:pt x="248691" y="54991"/>
                  </a:lnTo>
                  <a:close/>
                </a:path>
                <a:path w="1652270" h="125729">
                  <a:moveTo>
                    <a:pt x="290990" y="54991"/>
                  </a:moveTo>
                  <a:lnTo>
                    <a:pt x="257009" y="54991"/>
                  </a:lnTo>
                  <a:lnTo>
                    <a:pt x="258838" y="55676"/>
                  </a:lnTo>
                  <a:lnTo>
                    <a:pt x="260315" y="56261"/>
                  </a:lnTo>
                  <a:lnTo>
                    <a:pt x="265455" y="61099"/>
                  </a:lnTo>
                  <a:lnTo>
                    <a:pt x="266750" y="64820"/>
                  </a:lnTo>
                  <a:lnTo>
                    <a:pt x="266750" y="124002"/>
                  </a:lnTo>
                  <a:lnTo>
                    <a:pt x="291096" y="124002"/>
                  </a:lnTo>
                  <a:lnTo>
                    <a:pt x="290990" y="54991"/>
                  </a:lnTo>
                  <a:close/>
                </a:path>
                <a:path w="1652270" h="125729">
                  <a:moveTo>
                    <a:pt x="218084" y="34886"/>
                  </a:moveTo>
                  <a:lnTo>
                    <a:pt x="206095" y="34886"/>
                  </a:lnTo>
                  <a:lnTo>
                    <a:pt x="202158" y="36029"/>
                  </a:lnTo>
                  <a:lnTo>
                    <a:pt x="187540" y="51549"/>
                  </a:lnTo>
                  <a:lnTo>
                    <a:pt x="235940" y="51549"/>
                  </a:lnTo>
                  <a:lnTo>
                    <a:pt x="234539" y="46507"/>
                  </a:lnTo>
                  <a:lnTo>
                    <a:pt x="231769" y="42481"/>
                  </a:lnTo>
                  <a:lnTo>
                    <a:pt x="223250" y="36410"/>
                  </a:lnTo>
                  <a:lnTo>
                    <a:pt x="218084" y="34886"/>
                  </a:lnTo>
                  <a:close/>
                </a:path>
                <a:path w="1652270" h="125729">
                  <a:moveTo>
                    <a:pt x="271576" y="34886"/>
                  </a:moveTo>
                  <a:lnTo>
                    <a:pt x="256920" y="34886"/>
                  </a:lnTo>
                  <a:lnTo>
                    <a:pt x="251320" y="36410"/>
                  </a:lnTo>
                  <a:lnTo>
                    <a:pt x="241896" y="42481"/>
                  </a:lnTo>
                  <a:lnTo>
                    <a:pt x="238645" y="46507"/>
                  </a:lnTo>
                  <a:lnTo>
                    <a:pt x="236854" y="51549"/>
                  </a:lnTo>
                  <a:lnTo>
                    <a:pt x="289787" y="51549"/>
                  </a:lnTo>
                  <a:lnTo>
                    <a:pt x="288518" y="47917"/>
                  </a:lnTo>
                  <a:lnTo>
                    <a:pt x="283362" y="42722"/>
                  </a:lnTo>
                  <a:lnTo>
                    <a:pt x="278244" y="37490"/>
                  </a:lnTo>
                  <a:lnTo>
                    <a:pt x="271576" y="34886"/>
                  </a:lnTo>
                  <a:close/>
                </a:path>
                <a:path w="1652270" h="125729">
                  <a:moveTo>
                    <a:pt x="359067" y="34886"/>
                  </a:moveTo>
                  <a:lnTo>
                    <a:pt x="344639" y="34886"/>
                  </a:lnTo>
                  <a:lnTo>
                    <a:pt x="337108" y="36791"/>
                  </a:lnTo>
                  <a:lnTo>
                    <a:pt x="310642" y="71132"/>
                  </a:lnTo>
                  <a:lnTo>
                    <a:pt x="310591" y="89700"/>
                  </a:lnTo>
                  <a:lnTo>
                    <a:pt x="312264" y="97307"/>
                  </a:lnTo>
                  <a:lnTo>
                    <a:pt x="312356" y="97726"/>
                  </a:lnTo>
                  <a:lnTo>
                    <a:pt x="345185" y="125717"/>
                  </a:lnTo>
                  <a:lnTo>
                    <a:pt x="361492" y="125717"/>
                  </a:lnTo>
                  <a:lnTo>
                    <a:pt x="391333" y="107505"/>
                  </a:lnTo>
                  <a:lnTo>
                    <a:pt x="350558" y="107505"/>
                  </a:lnTo>
                  <a:lnTo>
                    <a:pt x="347027" y="106641"/>
                  </a:lnTo>
                  <a:lnTo>
                    <a:pt x="334708" y="90665"/>
                  </a:lnTo>
                  <a:lnTo>
                    <a:pt x="334716" y="86258"/>
                  </a:lnTo>
                  <a:lnTo>
                    <a:pt x="320332" y="86258"/>
                  </a:lnTo>
                  <a:lnTo>
                    <a:pt x="320332" y="71132"/>
                  </a:lnTo>
                  <a:lnTo>
                    <a:pt x="334742" y="71132"/>
                  </a:lnTo>
                  <a:lnTo>
                    <a:pt x="334746" y="68465"/>
                  </a:lnTo>
                  <a:lnTo>
                    <a:pt x="335512" y="65544"/>
                  </a:lnTo>
                  <a:lnTo>
                    <a:pt x="335572" y="65316"/>
                  </a:lnTo>
                  <a:lnTo>
                    <a:pt x="338772" y="59626"/>
                  </a:lnTo>
                  <a:lnTo>
                    <a:pt x="340994" y="57353"/>
                  </a:lnTo>
                  <a:lnTo>
                    <a:pt x="346684" y="53949"/>
                  </a:lnTo>
                  <a:lnTo>
                    <a:pt x="349961" y="53098"/>
                  </a:lnTo>
                  <a:lnTo>
                    <a:pt x="388574" y="53098"/>
                  </a:lnTo>
                  <a:lnTo>
                    <a:pt x="386463" y="49758"/>
                  </a:lnTo>
                  <a:lnTo>
                    <a:pt x="378904" y="42291"/>
                  </a:lnTo>
                  <a:lnTo>
                    <a:pt x="374510" y="39522"/>
                  </a:lnTo>
                  <a:lnTo>
                    <a:pt x="369481" y="37693"/>
                  </a:lnTo>
                  <a:lnTo>
                    <a:pt x="364477" y="35814"/>
                  </a:lnTo>
                  <a:lnTo>
                    <a:pt x="359067" y="34886"/>
                  </a:lnTo>
                  <a:close/>
                </a:path>
                <a:path w="1652270" h="125729">
                  <a:moveTo>
                    <a:pt x="371538" y="97307"/>
                  </a:moveTo>
                  <a:lnTo>
                    <a:pt x="357352" y="107505"/>
                  </a:lnTo>
                  <a:lnTo>
                    <a:pt x="391333" y="107505"/>
                  </a:lnTo>
                  <a:lnTo>
                    <a:pt x="392963" y="104228"/>
                  </a:lnTo>
                  <a:lnTo>
                    <a:pt x="394106" y="98806"/>
                  </a:lnTo>
                  <a:lnTo>
                    <a:pt x="371538" y="97307"/>
                  </a:lnTo>
                  <a:close/>
                </a:path>
                <a:path w="1652270" h="125729">
                  <a:moveTo>
                    <a:pt x="334742" y="71132"/>
                  </a:moveTo>
                  <a:lnTo>
                    <a:pt x="320332" y="71132"/>
                  </a:lnTo>
                  <a:lnTo>
                    <a:pt x="320332" y="86258"/>
                  </a:lnTo>
                  <a:lnTo>
                    <a:pt x="334716" y="86258"/>
                  </a:lnTo>
                  <a:lnTo>
                    <a:pt x="334742" y="71132"/>
                  </a:lnTo>
                  <a:close/>
                </a:path>
                <a:path w="1652270" h="125729">
                  <a:moveTo>
                    <a:pt x="388574" y="53098"/>
                  </a:moveTo>
                  <a:lnTo>
                    <a:pt x="357212" y="53098"/>
                  </a:lnTo>
                  <a:lnTo>
                    <a:pt x="360630" y="53949"/>
                  </a:lnTo>
                  <a:lnTo>
                    <a:pt x="360454" y="53949"/>
                  </a:lnTo>
                  <a:lnTo>
                    <a:pt x="363004" y="55448"/>
                  </a:lnTo>
                  <a:lnTo>
                    <a:pt x="365709" y="56972"/>
                  </a:lnTo>
                  <a:lnTo>
                    <a:pt x="367830" y="59093"/>
                  </a:lnTo>
                  <a:lnTo>
                    <a:pt x="370890" y="64516"/>
                  </a:lnTo>
                  <a:lnTo>
                    <a:pt x="371652" y="67627"/>
                  </a:lnTo>
                  <a:lnTo>
                    <a:pt x="371652" y="71132"/>
                  </a:lnTo>
                  <a:lnTo>
                    <a:pt x="334742" y="71132"/>
                  </a:lnTo>
                  <a:lnTo>
                    <a:pt x="334716" y="86258"/>
                  </a:lnTo>
                  <a:lnTo>
                    <a:pt x="394614" y="86258"/>
                  </a:lnTo>
                  <a:lnTo>
                    <a:pt x="394500" y="71361"/>
                  </a:lnTo>
                  <a:lnTo>
                    <a:pt x="393572" y="65544"/>
                  </a:lnTo>
                  <a:lnTo>
                    <a:pt x="389369" y="54356"/>
                  </a:lnTo>
                  <a:lnTo>
                    <a:pt x="388574" y="53098"/>
                  </a:lnTo>
                  <a:close/>
                </a:path>
                <a:path w="1652270" h="125729">
                  <a:moveTo>
                    <a:pt x="438721" y="6705"/>
                  </a:moveTo>
                  <a:lnTo>
                    <a:pt x="414324" y="6705"/>
                  </a:lnTo>
                  <a:lnTo>
                    <a:pt x="414324" y="124002"/>
                  </a:lnTo>
                  <a:lnTo>
                    <a:pt x="438721" y="124002"/>
                  </a:lnTo>
                  <a:lnTo>
                    <a:pt x="438721" y="6705"/>
                  </a:lnTo>
                  <a:close/>
                </a:path>
                <a:path w="1652270" h="125729">
                  <a:moveTo>
                    <a:pt x="486448" y="36029"/>
                  </a:moveTo>
                  <a:lnTo>
                    <a:pt x="462051" y="36029"/>
                  </a:lnTo>
                  <a:lnTo>
                    <a:pt x="462051" y="124002"/>
                  </a:lnTo>
                  <a:lnTo>
                    <a:pt x="486448" y="124002"/>
                  </a:lnTo>
                  <a:lnTo>
                    <a:pt x="486448" y="36029"/>
                  </a:lnTo>
                  <a:close/>
                </a:path>
                <a:path w="1652270" h="125729">
                  <a:moveTo>
                    <a:pt x="477926" y="0"/>
                  </a:moveTo>
                  <a:lnTo>
                    <a:pt x="470674" y="0"/>
                  </a:lnTo>
                  <a:lnTo>
                    <a:pt x="467563" y="1219"/>
                  </a:lnTo>
                  <a:lnTo>
                    <a:pt x="462406" y="6070"/>
                  </a:lnTo>
                  <a:lnTo>
                    <a:pt x="461136" y="8953"/>
                  </a:lnTo>
                  <a:lnTo>
                    <a:pt x="461136" y="15709"/>
                  </a:lnTo>
                  <a:lnTo>
                    <a:pt x="462406" y="18630"/>
                  </a:lnTo>
                  <a:lnTo>
                    <a:pt x="464972" y="21082"/>
                  </a:lnTo>
                  <a:lnTo>
                    <a:pt x="467563" y="23482"/>
                  </a:lnTo>
                  <a:lnTo>
                    <a:pt x="470674" y="24688"/>
                  </a:lnTo>
                  <a:lnTo>
                    <a:pt x="477926" y="24688"/>
                  </a:lnTo>
                  <a:lnTo>
                    <a:pt x="481025" y="23482"/>
                  </a:lnTo>
                  <a:lnTo>
                    <a:pt x="486181" y="18630"/>
                  </a:lnTo>
                  <a:lnTo>
                    <a:pt x="487476" y="15709"/>
                  </a:lnTo>
                  <a:lnTo>
                    <a:pt x="487476" y="8953"/>
                  </a:lnTo>
                  <a:lnTo>
                    <a:pt x="486181" y="6070"/>
                  </a:lnTo>
                  <a:lnTo>
                    <a:pt x="483577" y="3670"/>
                  </a:lnTo>
                  <a:lnTo>
                    <a:pt x="481025" y="1219"/>
                  </a:lnTo>
                  <a:lnTo>
                    <a:pt x="477926" y="0"/>
                  </a:lnTo>
                  <a:close/>
                </a:path>
                <a:path w="1652270" h="125729">
                  <a:moveTo>
                    <a:pt x="533031" y="36029"/>
                  </a:moveTo>
                  <a:lnTo>
                    <a:pt x="509777" y="36029"/>
                  </a:lnTo>
                  <a:lnTo>
                    <a:pt x="509777" y="124002"/>
                  </a:lnTo>
                  <a:lnTo>
                    <a:pt x="534174" y="124002"/>
                  </a:lnTo>
                  <a:lnTo>
                    <a:pt x="534212" y="69367"/>
                  </a:lnTo>
                  <a:lnTo>
                    <a:pt x="534911" y="66128"/>
                  </a:lnTo>
                  <a:lnTo>
                    <a:pt x="537705" y="60756"/>
                  </a:lnTo>
                  <a:lnTo>
                    <a:pt x="539648" y="58686"/>
                  </a:lnTo>
                  <a:lnTo>
                    <a:pt x="544652" y="55867"/>
                  </a:lnTo>
                  <a:lnTo>
                    <a:pt x="547093" y="55270"/>
                  </a:lnTo>
                  <a:lnTo>
                    <a:pt x="589610" y="55270"/>
                  </a:lnTo>
                  <a:lnTo>
                    <a:pt x="587718" y="51549"/>
                  </a:lnTo>
                  <a:lnTo>
                    <a:pt x="533031" y="51549"/>
                  </a:lnTo>
                  <a:lnTo>
                    <a:pt x="533031" y="36029"/>
                  </a:lnTo>
                  <a:close/>
                </a:path>
                <a:path w="1652270" h="125729">
                  <a:moveTo>
                    <a:pt x="589610" y="55270"/>
                  </a:moveTo>
                  <a:lnTo>
                    <a:pt x="556014" y="55270"/>
                  </a:lnTo>
                  <a:lnTo>
                    <a:pt x="559561" y="56680"/>
                  </a:lnTo>
                  <a:lnTo>
                    <a:pt x="565137" y="62750"/>
                  </a:lnTo>
                  <a:lnTo>
                    <a:pt x="566508" y="66954"/>
                  </a:lnTo>
                  <a:lnTo>
                    <a:pt x="566470" y="124002"/>
                  </a:lnTo>
                  <a:lnTo>
                    <a:pt x="590880" y="124002"/>
                  </a:lnTo>
                  <a:lnTo>
                    <a:pt x="590795" y="60756"/>
                  </a:lnTo>
                  <a:lnTo>
                    <a:pt x="589610" y="55270"/>
                  </a:lnTo>
                  <a:close/>
                </a:path>
                <a:path w="1652270" h="125729">
                  <a:moveTo>
                    <a:pt x="566623" y="34886"/>
                  </a:moveTo>
                  <a:lnTo>
                    <a:pt x="553986" y="34886"/>
                  </a:lnTo>
                  <a:lnTo>
                    <a:pt x="548436" y="36385"/>
                  </a:lnTo>
                  <a:lnTo>
                    <a:pt x="543852" y="39408"/>
                  </a:lnTo>
                  <a:lnTo>
                    <a:pt x="539267" y="42379"/>
                  </a:lnTo>
                  <a:lnTo>
                    <a:pt x="536003" y="46431"/>
                  </a:lnTo>
                  <a:lnTo>
                    <a:pt x="534060" y="51549"/>
                  </a:lnTo>
                  <a:lnTo>
                    <a:pt x="587718" y="51549"/>
                  </a:lnTo>
                  <a:lnTo>
                    <a:pt x="584580" y="45377"/>
                  </a:lnTo>
                  <a:lnTo>
                    <a:pt x="581037" y="41567"/>
                  </a:lnTo>
                  <a:lnTo>
                    <a:pt x="571957" y="36220"/>
                  </a:lnTo>
                  <a:lnTo>
                    <a:pt x="566623" y="34886"/>
                  </a:lnTo>
                  <a:close/>
                </a:path>
                <a:path w="1652270" h="125729">
                  <a:moveTo>
                    <a:pt x="658812" y="34886"/>
                  </a:moveTo>
                  <a:lnTo>
                    <a:pt x="644372" y="34886"/>
                  </a:lnTo>
                  <a:lnTo>
                    <a:pt x="636854" y="36791"/>
                  </a:lnTo>
                  <a:lnTo>
                    <a:pt x="610387" y="71132"/>
                  </a:lnTo>
                  <a:lnTo>
                    <a:pt x="610336" y="89700"/>
                  </a:lnTo>
                  <a:lnTo>
                    <a:pt x="611997" y="97307"/>
                  </a:lnTo>
                  <a:lnTo>
                    <a:pt x="644931" y="125717"/>
                  </a:lnTo>
                  <a:lnTo>
                    <a:pt x="661238" y="125717"/>
                  </a:lnTo>
                  <a:lnTo>
                    <a:pt x="691066" y="107505"/>
                  </a:lnTo>
                  <a:lnTo>
                    <a:pt x="650290" y="107505"/>
                  </a:lnTo>
                  <a:lnTo>
                    <a:pt x="646760" y="106641"/>
                  </a:lnTo>
                  <a:lnTo>
                    <a:pt x="634453" y="90665"/>
                  </a:lnTo>
                  <a:lnTo>
                    <a:pt x="634461" y="86258"/>
                  </a:lnTo>
                  <a:lnTo>
                    <a:pt x="620077" y="86258"/>
                  </a:lnTo>
                  <a:lnTo>
                    <a:pt x="620077" y="71132"/>
                  </a:lnTo>
                  <a:lnTo>
                    <a:pt x="634487" y="71132"/>
                  </a:lnTo>
                  <a:lnTo>
                    <a:pt x="634491" y="68465"/>
                  </a:lnTo>
                  <a:lnTo>
                    <a:pt x="635245" y="65544"/>
                  </a:lnTo>
                  <a:lnTo>
                    <a:pt x="635304" y="65316"/>
                  </a:lnTo>
                  <a:lnTo>
                    <a:pt x="638517" y="59626"/>
                  </a:lnTo>
                  <a:lnTo>
                    <a:pt x="640727" y="57353"/>
                  </a:lnTo>
                  <a:lnTo>
                    <a:pt x="643559" y="55676"/>
                  </a:lnTo>
                  <a:lnTo>
                    <a:pt x="646417" y="53949"/>
                  </a:lnTo>
                  <a:lnTo>
                    <a:pt x="649706" y="53098"/>
                  </a:lnTo>
                  <a:lnTo>
                    <a:pt x="688319" y="53098"/>
                  </a:lnTo>
                  <a:lnTo>
                    <a:pt x="686208" y="49758"/>
                  </a:lnTo>
                  <a:lnTo>
                    <a:pt x="678649" y="42291"/>
                  </a:lnTo>
                  <a:lnTo>
                    <a:pt x="674255" y="39522"/>
                  </a:lnTo>
                  <a:lnTo>
                    <a:pt x="669213" y="37693"/>
                  </a:lnTo>
                  <a:lnTo>
                    <a:pt x="664209" y="35814"/>
                  </a:lnTo>
                  <a:lnTo>
                    <a:pt x="658812" y="34886"/>
                  </a:lnTo>
                  <a:close/>
                </a:path>
                <a:path w="1652270" h="125729">
                  <a:moveTo>
                    <a:pt x="671283" y="97307"/>
                  </a:moveTo>
                  <a:lnTo>
                    <a:pt x="657097" y="107505"/>
                  </a:lnTo>
                  <a:lnTo>
                    <a:pt x="691066" y="107505"/>
                  </a:lnTo>
                  <a:lnTo>
                    <a:pt x="692582" y="104457"/>
                  </a:lnTo>
                  <a:lnTo>
                    <a:pt x="692696" y="104228"/>
                  </a:lnTo>
                  <a:lnTo>
                    <a:pt x="693839" y="98806"/>
                  </a:lnTo>
                  <a:lnTo>
                    <a:pt x="671283" y="97307"/>
                  </a:lnTo>
                  <a:close/>
                </a:path>
                <a:path w="1652270" h="125729">
                  <a:moveTo>
                    <a:pt x="634487" y="71132"/>
                  </a:moveTo>
                  <a:lnTo>
                    <a:pt x="620077" y="71132"/>
                  </a:lnTo>
                  <a:lnTo>
                    <a:pt x="620077" y="86258"/>
                  </a:lnTo>
                  <a:lnTo>
                    <a:pt x="634461" y="86258"/>
                  </a:lnTo>
                  <a:lnTo>
                    <a:pt x="634487" y="71132"/>
                  </a:lnTo>
                  <a:close/>
                </a:path>
                <a:path w="1652270" h="125729">
                  <a:moveTo>
                    <a:pt x="688319" y="53098"/>
                  </a:moveTo>
                  <a:lnTo>
                    <a:pt x="656958" y="53098"/>
                  </a:lnTo>
                  <a:lnTo>
                    <a:pt x="660375" y="53949"/>
                  </a:lnTo>
                  <a:lnTo>
                    <a:pt x="660199" y="53949"/>
                  </a:lnTo>
                  <a:lnTo>
                    <a:pt x="662749" y="55448"/>
                  </a:lnTo>
                  <a:lnTo>
                    <a:pt x="665454" y="56972"/>
                  </a:lnTo>
                  <a:lnTo>
                    <a:pt x="667575" y="59093"/>
                  </a:lnTo>
                  <a:lnTo>
                    <a:pt x="670623" y="64516"/>
                  </a:lnTo>
                  <a:lnTo>
                    <a:pt x="671398" y="67627"/>
                  </a:lnTo>
                  <a:lnTo>
                    <a:pt x="671398" y="71132"/>
                  </a:lnTo>
                  <a:lnTo>
                    <a:pt x="634487" y="71132"/>
                  </a:lnTo>
                  <a:lnTo>
                    <a:pt x="634461" y="86258"/>
                  </a:lnTo>
                  <a:lnTo>
                    <a:pt x="694359" y="86258"/>
                  </a:lnTo>
                  <a:lnTo>
                    <a:pt x="694244" y="71361"/>
                  </a:lnTo>
                  <a:lnTo>
                    <a:pt x="693305" y="65544"/>
                  </a:lnTo>
                  <a:lnTo>
                    <a:pt x="689114" y="54356"/>
                  </a:lnTo>
                  <a:lnTo>
                    <a:pt x="688319" y="53098"/>
                  </a:lnTo>
                  <a:close/>
                </a:path>
                <a:path w="1652270" h="125729">
                  <a:moveTo>
                    <a:pt x="811225" y="6705"/>
                  </a:moveTo>
                  <a:lnTo>
                    <a:pt x="755637" y="6705"/>
                  </a:lnTo>
                  <a:lnTo>
                    <a:pt x="755637" y="124002"/>
                  </a:lnTo>
                  <a:lnTo>
                    <a:pt x="814527" y="124002"/>
                  </a:lnTo>
                  <a:lnTo>
                    <a:pt x="821918" y="122593"/>
                  </a:lnTo>
                  <a:lnTo>
                    <a:pt x="833907" y="116941"/>
                  </a:lnTo>
                  <a:lnTo>
                    <a:pt x="838428" y="113106"/>
                  </a:lnTo>
                  <a:lnTo>
                    <a:pt x="844351" y="103720"/>
                  </a:lnTo>
                  <a:lnTo>
                    <a:pt x="780427" y="103720"/>
                  </a:lnTo>
                  <a:lnTo>
                    <a:pt x="780427" y="72567"/>
                  </a:lnTo>
                  <a:lnTo>
                    <a:pt x="840090" y="72567"/>
                  </a:lnTo>
                  <a:lnTo>
                    <a:pt x="836828" y="69227"/>
                  </a:lnTo>
                  <a:lnTo>
                    <a:pt x="832891" y="66903"/>
                  </a:lnTo>
                  <a:lnTo>
                    <a:pt x="829005" y="64566"/>
                  </a:lnTo>
                  <a:lnTo>
                    <a:pt x="824826" y="63309"/>
                  </a:lnTo>
                  <a:lnTo>
                    <a:pt x="820356" y="63119"/>
                  </a:lnTo>
                  <a:lnTo>
                    <a:pt x="820356" y="61976"/>
                  </a:lnTo>
                  <a:lnTo>
                    <a:pt x="824433" y="61061"/>
                  </a:lnTo>
                  <a:lnTo>
                    <a:pt x="828065" y="59512"/>
                  </a:lnTo>
                  <a:lnTo>
                    <a:pt x="833464" y="55791"/>
                  </a:lnTo>
                  <a:lnTo>
                    <a:pt x="780427" y="55791"/>
                  </a:lnTo>
                  <a:lnTo>
                    <a:pt x="780427" y="26746"/>
                  </a:lnTo>
                  <a:lnTo>
                    <a:pt x="840386" y="26746"/>
                  </a:lnTo>
                  <a:lnTo>
                    <a:pt x="840092" y="25692"/>
                  </a:lnTo>
                  <a:lnTo>
                    <a:pt x="834288" y="16649"/>
                  </a:lnTo>
                  <a:lnTo>
                    <a:pt x="829957" y="13093"/>
                  </a:lnTo>
                  <a:lnTo>
                    <a:pt x="818426" y="7975"/>
                  </a:lnTo>
                  <a:lnTo>
                    <a:pt x="811225" y="6705"/>
                  </a:lnTo>
                  <a:close/>
                </a:path>
                <a:path w="1652270" h="125729">
                  <a:moveTo>
                    <a:pt x="840060" y="72567"/>
                  </a:moveTo>
                  <a:lnTo>
                    <a:pt x="805192" y="72567"/>
                  </a:lnTo>
                  <a:lnTo>
                    <a:pt x="808608" y="73279"/>
                  </a:lnTo>
                  <a:lnTo>
                    <a:pt x="814374" y="76098"/>
                  </a:lnTo>
                  <a:lnTo>
                    <a:pt x="816609" y="78054"/>
                  </a:lnTo>
                  <a:lnTo>
                    <a:pt x="819746" y="83007"/>
                  </a:lnTo>
                  <a:lnTo>
                    <a:pt x="820521" y="85877"/>
                  </a:lnTo>
                  <a:lnTo>
                    <a:pt x="820521" y="93548"/>
                  </a:lnTo>
                  <a:lnTo>
                    <a:pt x="818946" y="97104"/>
                  </a:lnTo>
                  <a:lnTo>
                    <a:pt x="812596" y="102412"/>
                  </a:lnTo>
                  <a:lnTo>
                    <a:pt x="807567" y="103720"/>
                  </a:lnTo>
                  <a:lnTo>
                    <a:pt x="844351" y="103720"/>
                  </a:lnTo>
                  <a:lnTo>
                    <a:pt x="844575" y="103365"/>
                  </a:lnTo>
                  <a:lnTo>
                    <a:pt x="846124" y="97802"/>
                  </a:lnTo>
                  <a:lnTo>
                    <a:pt x="846124" y="85877"/>
                  </a:lnTo>
                  <a:lnTo>
                    <a:pt x="844905" y="80860"/>
                  </a:lnTo>
                  <a:lnTo>
                    <a:pt x="840060" y="72567"/>
                  </a:lnTo>
                  <a:close/>
                </a:path>
                <a:path w="1652270" h="125729">
                  <a:moveTo>
                    <a:pt x="840386" y="26746"/>
                  </a:moveTo>
                  <a:lnTo>
                    <a:pt x="804773" y="26746"/>
                  </a:lnTo>
                  <a:lnTo>
                    <a:pt x="809015" y="28041"/>
                  </a:lnTo>
                  <a:lnTo>
                    <a:pt x="811987" y="30645"/>
                  </a:lnTo>
                  <a:lnTo>
                    <a:pt x="815009" y="33235"/>
                  </a:lnTo>
                  <a:lnTo>
                    <a:pt x="816521" y="36652"/>
                  </a:lnTo>
                  <a:lnTo>
                    <a:pt x="816521" y="43992"/>
                  </a:lnTo>
                  <a:lnTo>
                    <a:pt x="802220" y="55791"/>
                  </a:lnTo>
                  <a:lnTo>
                    <a:pt x="833464" y="55791"/>
                  </a:lnTo>
                  <a:lnTo>
                    <a:pt x="834330" y="55194"/>
                  </a:lnTo>
                  <a:lnTo>
                    <a:pt x="836968" y="52298"/>
                  </a:lnTo>
                  <a:lnTo>
                    <a:pt x="840625" y="45377"/>
                  </a:lnTo>
                  <a:lnTo>
                    <a:pt x="841540" y="41351"/>
                  </a:lnTo>
                  <a:lnTo>
                    <a:pt x="841472" y="30645"/>
                  </a:lnTo>
                  <a:lnTo>
                    <a:pt x="840386" y="26746"/>
                  </a:lnTo>
                  <a:close/>
                </a:path>
                <a:path w="1652270" h="125729">
                  <a:moveTo>
                    <a:pt x="889241" y="36029"/>
                  </a:moveTo>
                  <a:lnTo>
                    <a:pt x="865593" y="36029"/>
                  </a:lnTo>
                  <a:lnTo>
                    <a:pt x="865593" y="124002"/>
                  </a:lnTo>
                  <a:lnTo>
                    <a:pt x="889990" y="124002"/>
                  </a:lnTo>
                  <a:lnTo>
                    <a:pt x="889990" y="70637"/>
                  </a:lnTo>
                  <a:lnTo>
                    <a:pt x="890790" y="67475"/>
                  </a:lnTo>
                  <a:lnTo>
                    <a:pt x="905065" y="55956"/>
                  </a:lnTo>
                  <a:lnTo>
                    <a:pt x="918971" y="55956"/>
                  </a:lnTo>
                  <a:lnTo>
                    <a:pt x="918971" y="51371"/>
                  </a:lnTo>
                  <a:lnTo>
                    <a:pt x="889241" y="51371"/>
                  </a:lnTo>
                  <a:lnTo>
                    <a:pt x="889241" y="36029"/>
                  </a:lnTo>
                  <a:close/>
                </a:path>
                <a:path w="1652270" h="125729">
                  <a:moveTo>
                    <a:pt x="918971" y="55956"/>
                  </a:moveTo>
                  <a:lnTo>
                    <a:pt x="910335" y="55956"/>
                  </a:lnTo>
                  <a:lnTo>
                    <a:pt x="912190" y="56095"/>
                  </a:lnTo>
                  <a:lnTo>
                    <a:pt x="917109" y="56743"/>
                  </a:lnTo>
                  <a:lnTo>
                    <a:pt x="916836" y="56743"/>
                  </a:lnTo>
                  <a:lnTo>
                    <a:pt x="917828" y="56934"/>
                  </a:lnTo>
                  <a:lnTo>
                    <a:pt x="918971" y="57277"/>
                  </a:lnTo>
                  <a:lnTo>
                    <a:pt x="918971" y="55956"/>
                  </a:lnTo>
                  <a:close/>
                </a:path>
                <a:path w="1652270" h="125729">
                  <a:moveTo>
                    <a:pt x="913828" y="34848"/>
                  </a:moveTo>
                  <a:lnTo>
                    <a:pt x="906138" y="34848"/>
                  </a:lnTo>
                  <a:lnTo>
                    <a:pt x="902017" y="36182"/>
                  </a:lnTo>
                  <a:lnTo>
                    <a:pt x="894460" y="41795"/>
                  </a:lnTo>
                  <a:lnTo>
                    <a:pt x="891768" y="45910"/>
                  </a:lnTo>
                  <a:lnTo>
                    <a:pt x="890155" y="51371"/>
                  </a:lnTo>
                  <a:lnTo>
                    <a:pt x="918971" y="51371"/>
                  </a:lnTo>
                  <a:lnTo>
                    <a:pt x="918971" y="35623"/>
                  </a:lnTo>
                  <a:lnTo>
                    <a:pt x="917905" y="35356"/>
                  </a:lnTo>
                  <a:lnTo>
                    <a:pt x="916660" y="35153"/>
                  </a:lnTo>
                  <a:lnTo>
                    <a:pt x="913828" y="34848"/>
                  </a:lnTo>
                  <a:close/>
                </a:path>
                <a:path w="1652270" h="125729">
                  <a:moveTo>
                    <a:pt x="976198" y="34886"/>
                  </a:moveTo>
                  <a:lnTo>
                    <a:pt x="961758" y="34886"/>
                  </a:lnTo>
                  <a:lnTo>
                    <a:pt x="954239" y="36791"/>
                  </a:lnTo>
                  <a:lnTo>
                    <a:pt x="927772" y="71132"/>
                  </a:lnTo>
                  <a:lnTo>
                    <a:pt x="927722" y="89700"/>
                  </a:lnTo>
                  <a:lnTo>
                    <a:pt x="929383" y="97307"/>
                  </a:lnTo>
                  <a:lnTo>
                    <a:pt x="962317" y="125717"/>
                  </a:lnTo>
                  <a:lnTo>
                    <a:pt x="978623" y="125717"/>
                  </a:lnTo>
                  <a:lnTo>
                    <a:pt x="1008452" y="107505"/>
                  </a:lnTo>
                  <a:lnTo>
                    <a:pt x="967676" y="107505"/>
                  </a:lnTo>
                  <a:lnTo>
                    <a:pt x="964145" y="106641"/>
                  </a:lnTo>
                  <a:lnTo>
                    <a:pt x="951826" y="90665"/>
                  </a:lnTo>
                  <a:lnTo>
                    <a:pt x="951834" y="86258"/>
                  </a:lnTo>
                  <a:lnTo>
                    <a:pt x="937450" y="86258"/>
                  </a:lnTo>
                  <a:lnTo>
                    <a:pt x="937450" y="71132"/>
                  </a:lnTo>
                  <a:lnTo>
                    <a:pt x="951860" y="71132"/>
                  </a:lnTo>
                  <a:lnTo>
                    <a:pt x="951864" y="68465"/>
                  </a:lnTo>
                  <a:lnTo>
                    <a:pt x="952630" y="65544"/>
                  </a:lnTo>
                  <a:lnTo>
                    <a:pt x="952690" y="65316"/>
                  </a:lnTo>
                  <a:lnTo>
                    <a:pt x="955903" y="59626"/>
                  </a:lnTo>
                  <a:lnTo>
                    <a:pt x="958113" y="57353"/>
                  </a:lnTo>
                  <a:lnTo>
                    <a:pt x="963802" y="53949"/>
                  </a:lnTo>
                  <a:lnTo>
                    <a:pt x="967092" y="53098"/>
                  </a:lnTo>
                  <a:lnTo>
                    <a:pt x="1005696" y="53098"/>
                  </a:lnTo>
                  <a:lnTo>
                    <a:pt x="1003593" y="49758"/>
                  </a:lnTo>
                  <a:lnTo>
                    <a:pt x="996035" y="42291"/>
                  </a:lnTo>
                  <a:lnTo>
                    <a:pt x="991641" y="39522"/>
                  </a:lnTo>
                  <a:lnTo>
                    <a:pt x="986599" y="37693"/>
                  </a:lnTo>
                  <a:lnTo>
                    <a:pt x="981595" y="35814"/>
                  </a:lnTo>
                  <a:lnTo>
                    <a:pt x="976198" y="34886"/>
                  </a:lnTo>
                  <a:close/>
                </a:path>
                <a:path w="1652270" h="125729">
                  <a:moveTo>
                    <a:pt x="988656" y="97307"/>
                  </a:moveTo>
                  <a:lnTo>
                    <a:pt x="974470" y="107505"/>
                  </a:lnTo>
                  <a:lnTo>
                    <a:pt x="1008452" y="107505"/>
                  </a:lnTo>
                  <a:lnTo>
                    <a:pt x="1009968" y="104457"/>
                  </a:lnTo>
                  <a:lnTo>
                    <a:pt x="1010081" y="104228"/>
                  </a:lnTo>
                  <a:lnTo>
                    <a:pt x="1011224" y="98806"/>
                  </a:lnTo>
                  <a:lnTo>
                    <a:pt x="988656" y="97307"/>
                  </a:lnTo>
                  <a:close/>
                </a:path>
                <a:path w="1652270" h="125729">
                  <a:moveTo>
                    <a:pt x="951860" y="71132"/>
                  </a:moveTo>
                  <a:lnTo>
                    <a:pt x="937450" y="71132"/>
                  </a:lnTo>
                  <a:lnTo>
                    <a:pt x="937450" y="86258"/>
                  </a:lnTo>
                  <a:lnTo>
                    <a:pt x="951834" y="86258"/>
                  </a:lnTo>
                  <a:lnTo>
                    <a:pt x="951860" y="71132"/>
                  </a:lnTo>
                  <a:close/>
                </a:path>
                <a:path w="1652270" h="125729">
                  <a:moveTo>
                    <a:pt x="1005696" y="53098"/>
                  </a:moveTo>
                  <a:lnTo>
                    <a:pt x="974343" y="53098"/>
                  </a:lnTo>
                  <a:lnTo>
                    <a:pt x="977761" y="53949"/>
                  </a:lnTo>
                  <a:lnTo>
                    <a:pt x="977584" y="53949"/>
                  </a:lnTo>
                  <a:lnTo>
                    <a:pt x="980122" y="55448"/>
                  </a:lnTo>
                  <a:lnTo>
                    <a:pt x="982840" y="56972"/>
                  </a:lnTo>
                  <a:lnTo>
                    <a:pt x="984961" y="59093"/>
                  </a:lnTo>
                  <a:lnTo>
                    <a:pt x="988009" y="64516"/>
                  </a:lnTo>
                  <a:lnTo>
                    <a:pt x="988771" y="67627"/>
                  </a:lnTo>
                  <a:lnTo>
                    <a:pt x="988771" y="71132"/>
                  </a:lnTo>
                  <a:lnTo>
                    <a:pt x="951860" y="71132"/>
                  </a:lnTo>
                  <a:lnTo>
                    <a:pt x="951834" y="86258"/>
                  </a:lnTo>
                  <a:lnTo>
                    <a:pt x="1011745" y="86258"/>
                  </a:lnTo>
                  <a:lnTo>
                    <a:pt x="1011630" y="71361"/>
                  </a:lnTo>
                  <a:lnTo>
                    <a:pt x="1010691" y="65544"/>
                  </a:lnTo>
                  <a:lnTo>
                    <a:pt x="1006487" y="54356"/>
                  </a:lnTo>
                  <a:lnTo>
                    <a:pt x="1005696" y="53098"/>
                  </a:lnTo>
                  <a:close/>
                </a:path>
                <a:path w="1652270" h="125729">
                  <a:moveTo>
                    <a:pt x="1103849" y="52692"/>
                  </a:moveTo>
                  <a:lnTo>
                    <a:pt x="1072781" y="52692"/>
                  </a:lnTo>
                  <a:lnTo>
                    <a:pt x="1075982" y="53682"/>
                  </a:lnTo>
                  <a:lnTo>
                    <a:pt x="1078242" y="55676"/>
                  </a:lnTo>
                  <a:lnTo>
                    <a:pt x="1080528" y="57658"/>
                  </a:lnTo>
                  <a:lnTo>
                    <a:pt x="1081671" y="60464"/>
                  </a:lnTo>
                  <a:lnTo>
                    <a:pt x="1081671" y="66306"/>
                  </a:lnTo>
                  <a:lnTo>
                    <a:pt x="1056017" y="72758"/>
                  </a:lnTo>
                  <a:lnTo>
                    <a:pt x="1051852" y="73482"/>
                  </a:lnTo>
                  <a:lnTo>
                    <a:pt x="1027315" y="94538"/>
                  </a:lnTo>
                  <a:lnTo>
                    <a:pt x="1027322" y="105257"/>
                  </a:lnTo>
                  <a:lnTo>
                    <a:pt x="1050924" y="125666"/>
                  </a:lnTo>
                  <a:lnTo>
                    <a:pt x="1060881" y="125666"/>
                  </a:lnTo>
                  <a:lnTo>
                    <a:pt x="1082255" y="111798"/>
                  </a:lnTo>
                  <a:lnTo>
                    <a:pt x="1106081" y="111798"/>
                  </a:lnTo>
                  <a:lnTo>
                    <a:pt x="1106081" y="108826"/>
                  </a:lnTo>
                  <a:lnTo>
                    <a:pt x="1059776" y="108826"/>
                  </a:lnTo>
                  <a:lnTo>
                    <a:pt x="1056690" y="107962"/>
                  </a:lnTo>
                  <a:lnTo>
                    <a:pt x="1054239" y="106248"/>
                  </a:lnTo>
                  <a:lnTo>
                    <a:pt x="1051839" y="104495"/>
                  </a:lnTo>
                  <a:lnTo>
                    <a:pt x="1050632" y="101955"/>
                  </a:lnTo>
                  <a:lnTo>
                    <a:pt x="1050632" y="96342"/>
                  </a:lnTo>
                  <a:lnTo>
                    <a:pt x="1069365" y="86537"/>
                  </a:lnTo>
                  <a:lnTo>
                    <a:pt x="1071003" y="86271"/>
                  </a:lnTo>
                  <a:lnTo>
                    <a:pt x="1081849" y="83223"/>
                  </a:lnTo>
                  <a:lnTo>
                    <a:pt x="1106081" y="83223"/>
                  </a:lnTo>
                  <a:lnTo>
                    <a:pt x="1106081" y="59436"/>
                  </a:lnTo>
                  <a:lnTo>
                    <a:pt x="1105065" y="54952"/>
                  </a:lnTo>
                  <a:lnTo>
                    <a:pt x="1103849" y="52692"/>
                  </a:lnTo>
                  <a:close/>
                </a:path>
                <a:path w="1652270" h="125729">
                  <a:moveTo>
                    <a:pt x="1106081" y="111798"/>
                  </a:moveTo>
                  <a:lnTo>
                    <a:pt x="1082941" y="111798"/>
                  </a:lnTo>
                  <a:lnTo>
                    <a:pt x="1082941" y="124002"/>
                  </a:lnTo>
                  <a:lnTo>
                    <a:pt x="1106081" y="124002"/>
                  </a:lnTo>
                  <a:lnTo>
                    <a:pt x="1106081" y="111798"/>
                  </a:lnTo>
                  <a:close/>
                </a:path>
                <a:path w="1652270" h="125729">
                  <a:moveTo>
                    <a:pt x="1106081" y="83223"/>
                  </a:moveTo>
                  <a:lnTo>
                    <a:pt x="1081849" y="83223"/>
                  </a:lnTo>
                  <a:lnTo>
                    <a:pt x="1081849" y="95656"/>
                  </a:lnTo>
                  <a:lnTo>
                    <a:pt x="1081062" y="98425"/>
                  </a:lnTo>
                  <a:lnTo>
                    <a:pt x="1067104" y="108826"/>
                  </a:lnTo>
                  <a:lnTo>
                    <a:pt x="1106081" y="108826"/>
                  </a:lnTo>
                  <a:lnTo>
                    <a:pt x="1106081" y="83223"/>
                  </a:lnTo>
                  <a:close/>
                </a:path>
                <a:path w="1652270" h="125729">
                  <a:moveTo>
                    <a:pt x="1073619" y="34886"/>
                  </a:moveTo>
                  <a:lnTo>
                    <a:pt x="1061707" y="34886"/>
                  </a:lnTo>
                  <a:lnTo>
                    <a:pt x="1055522" y="35953"/>
                  </a:lnTo>
                  <a:lnTo>
                    <a:pt x="1030748" y="59436"/>
                  </a:lnTo>
                  <a:lnTo>
                    <a:pt x="1030642" y="59931"/>
                  </a:lnTo>
                  <a:lnTo>
                    <a:pt x="1030528" y="60464"/>
                  </a:lnTo>
                  <a:lnTo>
                    <a:pt x="1030414" y="60998"/>
                  </a:lnTo>
                  <a:lnTo>
                    <a:pt x="1052982" y="62826"/>
                  </a:lnTo>
                  <a:lnTo>
                    <a:pt x="1053820" y="59931"/>
                  </a:lnTo>
                  <a:lnTo>
                    <a:pt x="1055435" y="57658"/>
                  </a:lnTo>
                  <a:lnTo>
                    <a:pt x="1055535" y="57518"/>
                  </a:lnTo>
                  <a:lnTo>
                    <a:pt x="1058051" y="55676"/>
                  </a:lnTo>
                  <a:lnTo>
                    <a:pt x="1060712" y="53682"/>
                  </a:lnTo>
                  <a:lnTo>
                    <a:pt x="1064221" y="52692"/>
                  </a:lnTo>
                  <a:lnTo>
                    <a:pt x="1103849" y="52692"/>
                  </a:lnTo>
                  <a:lnTo>
                    <a:pt x="1101013" y="47421"/>
                  </a:lnTo>
                  <a:lnTo>
                    <a:pt x="1098245" y="44335"/>
                  </a:lnTo>
                  <a:lnTo>
                    <a:pt x="1091260" y="39522"/>
                  </a:lnTo>
                  <a:lnTo>
                    <a:pt x="1087272" y="37744"/>
                  </a:lnTo>
                  <a:lnTo>
                    <a:pt x="1078293" y="35458"/>
                  </a:lnTo>
                  <a:lnTo>
                    <a:pt x="1073619" y="34886"/>
                  </a:lnTo>
                  <a:close/>
                </a:path>
                <a:path w="1652270" h="125729">
                  <a:moveTo>
                    <a:pt x="1153185" y="6705"/>
                  </a:moveTo>
                  <a:lnTo>
                    <a:pt x="1128788" y="6705"/>
                  </a:lnTo>
                  <a:lnTo>
                    <a:pt x="1128788" y="124002"/>
                  </a:lnTo>
                  <a:lnTo>
                    <a:pt x="1153185" y="124002"/>
                  </a:lnTo>
                  <a:lnTo>
                    <a:pt x="1153185" y="98691"/>
                  </a:lnTo>
                  <a:lnTo>
                    <a:pt x="1150899" y="98691"/>
                  </a:lnTo>
                  <a:lnTo>
                    <a:pt x="1150950" y="69418"/>
                  </a:lnTo>
                  <a:lnTo>
                    <a:pt x="1153185" y="69418"/>
                  </a:lnTo>
                  <a:lnTo>
                    <a:pt x="1153185" y="6705"/>
                  </a:lnTo>
                  <a:close/>
                </a:path>
                <a:path w="1652270" h="125729">
                  <a:moveTo>
                    <a:pt x="1178064" y="74129"/>
                  </a:moveTo>
                  <a:lnTo>
                    <a:pt x="1172832" y="80238"/>
                  </a:lnTo>
                  <a:lnTo>
                    <a:pt x="1167041" y="80238"/>
                  </a:lnTo>
                  <a:lnTo>
                    <a:pt x="1159797" y="88519"/>
                  </a:lnTo>
                  <a:lnTo>
                    <a:pt x="1183766" y="124002"/>
                  </a:lnTo>
                  <a:lnTo>
                    <a:pt x="1212354" y="124002"/>
                  </a:lnTo>
                  <a:lnTo>
                    <a:pt x="1178064" y="74129"/>
                  </a:lnTo>
                  <a:close/>
                </a:path>
                <a:path w="1652270" h="125729">
                  <a:moveTo>
                    <a:pt x="1153185" y="69418"/>
                  </a:moveTo>
                  <a:lnTo>
                    <a:pt x="1150950" y="69418"/>
                  </a:lnTo>
                  <a:lnTo>
                    <a:pt x="1150899" y="98691"/>
                  </a:lnTo>
                  <a:lnTo>
                    <a:pt x="1153185" y="96078"/>
                  </a:lnTo>
                  <a:lnTo>
                    <a:pt x="1153185" y="69418"/>
                  </a:lnTo>
                  <a:close/>
                </a:path>
                <a:path w="1652270" h="125729">
                  <a:moveTo>
                    <a:pt x="1153185" y="96078"/>
                  </a:moveTo>
                  <a:lnTo>
                    <a:pt x="1150899" y="98691"/>
                  </a:lnTo>
                  <a:lnTo>
                    <a:pt x="1153185" y="98691"/>
                  </a:lnTo>
                  <a:lnTo>
                    <a:pt x="1153185" y="96078"/>
                  </a:lnTo>
                  <a:close/>
                </a:path>
                <a:path w="1652270" h="125729">
                  <a:moveTo>
                    <a:pt x="1210690" y="36029"/>
                  </a:moveTo>
                  <a:lnTo>
                    <a:pt x="1182687" y="36029"/>
                  </a:lnTo>
                  <a:lnTo>
                    <a:pt x="1154506" y="69418"/>
                  </a:lnTo>
                  <a:lnTo>
                    <a:pt x="1153185" y="69418"/>
                  </a:lnTo>
                  <a:lnTo>
                    <a:pt x="1153185" y="96078"/>
                  </a:lnTo>
                  <a:lnTo>
                    <a:pt x="1159797" y="88519"/>
                  </a:lnTo>
                  <a:lnTo>
                    <a:pt x="1157884" y="85686"/>
                  </a:lnTo>
                  <a:lnTo>
                    <a:pt x="1174153" y="68440"/>
                  </a:lnTo>
                  <a:lnTo>
                    <a:pt x="1182935" y="68440"/>
                  </a:lnTo>
                  <a:lnTo>
                    <a:pt x="1210690" y="36029"/>
                  </a:lnTo>
                  <a:close/>
                </a:path>
                <a:path w="1652270" h="125729">
                  <a:moveTo>
                    <a:pt x="1174153" y="68440"/>
                  </a:moveTo>
                  <a:lnTo>
                    <a:pt x="1157884" y="85686"/>
                  </a:lnTo>
                  <a:lnTo>
                    <a:pt x="1159797" y="88519"/>
                  </a:lnTo>
                  <a:lnTo>
                    <a:pt x="1167041" y="80238"/>
                  </a:lnTo>
                  <a:lnTo>
                    <a:pt x="1172832" y="80238"/>
                  </a:lnTo>
                  <a:lnTo>
                    <a:pt x="1178064" y="74129"/>
                  </a:lnTo>
                  <a:lnTo>
                    <a:pt x="1174153" y="68440"/>
                  </a:lnTo>
                  <a:close/>
                </a:path>
                <a:path w="1652270" h="125729">
                  <a:moveTo>
                    <a:pt x="1182935" y="68440"/>
                  </a:moveTo>
                  <a:lnTo>
                    <a:pt x="1174153" y="68440"/>
                  </a:lnTo>
                  <a:lnTo>
                    <a:pt x="1178064" y="74129"/>
                  </a:lnTo>
                  <a:lnTo>
                    <a:pt x="1182935" y="68440"/>
                  </a:lnTo>
                  <a:close/>
                </a:path>
                <a:path w="1652270" h="125729">
                  <a:moveTo>
                    <a:pt x="1260106" y="34886"/>
                  </a:moveTo>
                  <a:lnTo>
                    <a:pt x="1248727" y="34886"/>
                  </a:lnTo>
                  <a:lnTo>
                    <a:pt x="1242783" y="36563"/>
                  </a:lnTo>
                  <a:lnTo>
                    <a:pt x="1219860" y="72887"/>
                  </a:lnTo>
                  <a:lnTo>
                    <a:pt x="1219555" y="80124"/>
                  </a:lnTo>
                  <a:lnTo>
                    <a:pt x="1219555" y="89941"/>
                  </a:lnTo>
                  <a:lnTo>
                    <a:pt x="1220998" y="97599"/>
                  </a:lnTo>
                  <a:lnTo>
                    <a:pt x="1221117" y="98234"/>
                  </a:lnTo>
                  <a:lnTo>
                    <a:pt x="1248549" y="125437"/>
                  </a:lnTo>
                  <a:lnTo>
                    <a:pt x="1259966" y="125437"/>
                  </a:lnTo>
                  <a:lnTo>
                    <a:pt x="1280210" y="109918"/>
                  </a:lnTo>
                  <a:lnTo>
                    <a:pt x="1305293" y="109918"/>
                  </a:lnTo>
                  <a:lnTo>
                    <a:pt x="1305293" y="106019"/>
                  </a:lnTo>
                  <a:lnTo>
                    <a:pt x="1258963" y="106019"/>
                  </a:lnTo>
                  <a:lnTo>
                    <a:pt x="1255781" y="104990"/>
                  </a:lnTo>
                  <a:lnTo>
                    <a:pt x="1244490" y="85242"/>
                  </a:lnTo>
                  <a:lnTo>
                    <a:pt x="1244496" y="74777"/>
                  </a:lnTo>
                  <a:lnTo>
                    <a:pt x="1258963" y="54292"/>
                  </a:lnTo>
                  <a:lnTo>
                    <a:pt x="1305293" y="54292"/>
                  </a:lnTo>
                  <a:lnTo>
                    <a:pt x="1305293" y="50800"/>
                  </a:lnTo>
                  <a:lnTo>
                    <a:pt x="1280210" y="50800"/>
                  </a:lnTo>
                  <a:lnTo>
                    <a:pt x="1279143" y="48437"/>
                  </a:lnTo>
                  <a:lnTo>
                    <a:pt x="1277581" y="46024"/>
                  </a:lnTo>
                  <a:lnTo>
                    <a:pt x="1275511" y="43586"/>
                  </a:lnTo>
                  <a:lnTo>
                    <a:pt x="1273492" y="41109"/>
                  </a:lnTo>
                  <a:lnTo>
                    <a:pt x="1270812" y="39039"/>
                  </a:lnTo>
                  <a:lnTo>
                    <a:pt x="1267498" y="37401"/>
                  </a:lnTo>
                  <a:lnTo>
                    <a:pt x="1264208" y="35725"/>
                  </a:lnTo>
                  <a:lnTo>
                    <a:pt x="1260106" y="34886"/>
                  </a:lnTo>
                  <a:close/>
                </a:path>
                <a:path w="1652270" h="125729">
                  <a:moveTo>
                    <a:pt x="1305293" y="109918"/>
                  </a:moveTo>
                  <a:lnTo>
                    <a:pt x="1281239" y="109918"/>
                  </a:lnTo>
                  <a:lnTo>
                    <a:pt x="1281239" y="124002"/>
                  </a:lnTo>
                  <a:lnTo>
                    <a:pt x="1305293" y="124002"/>
                  </a:lnTo>
                  <a:lnTo>
                    <a:pt x="1305293" y="109918"/>
                  </a:lnTo>
                  <a:close/>
                </a:path>
                <a:path w="1652270" h="125729">
                  <a:moveTo>
                    <a:pt x="1305293" y="54292"/>
                  </a:moveTo>
                  <a:lnTo>
                    <a:pt x="1266901" y="54292"/>
                  </a:lnTo>
                  <a:lnTo>
                    <a:pt x="1269114" y="54991"/>
                  </a:lnTo>
                  <a:lnTo>
                    <a:pt x="1270291" y="55384"/>
                  </a:lnTo>
                  <a:lnTo>
                    <a:pt x="1275740" y="59550"/>
                  </a:lnTo>
                  <a:lnTo>
                    <a:pt x="1277848" y="62522"/>
                  </a:lnTo>
                  <a:lnTo>
                    <a:pt x="1280744" y="70243"/>
                  </a:lnTo>
                  <a:lnTo>
                    <a:pt x="1281468" y="74777"/>
                  </a:lnTo>
                  <a:lnTo>
                    <a:pt x="1281468" y="85242"/>
                  </a:lnTo>
                  <a:lnTo>
                    <a:pt x="1280756" y="89662"/>
                  </a:lnTo>
                  <a:lnTo>
                    <a:pt x="1280682" y="89941"/>
                  </a:lnTo>
                  <a:lnTo>
                    <a:pt x="1279232" y="93700"/>
                  </a:lnTo>
                  <a:lnTo>
                    <a:pt x="1277785" y="97599"/>
                  </a:lnTo>
                  <a:lnTo>
                    <a:pt x="1275689" y="100634"/>
                  </a:lnTo>
                  <a:lnTo>
                    <a:pt x="1273007" y="102755"/>
                  </a:lnTo>
                  <a:lnTo>
                    <a:pt x="1270109" y="104990"/>
                  </a:lnTo>
                  <a:lnTo>
                    <a:pt x="1266901" y="106019"/>
                  </a:lnTo>
                  <a:lnTo>
                    <a:pt x="1305293" y="106019"/>
                  </a:lnTo>
                  <a:lnTo>
                    <a:pt x="1305293" y="54292"/>
                  </a:lnTo>
                  <a:close/>
                </a:path>
                <a:path w="1652270" h="125729">
                  <a:moveTo>
                    <a:pt x="1305293" y="6705"/>
                  </a:moveTo>
                  <a:lnTo>
                    <a:pt x="1280960" y="6705"/>
                  </a:lnTo>
                  <a:lnTo>
                    <a:pt x="1280960" y="50800"/>
                  </a:lnTo>
                  <a:lnTo>
                    <a:pt x="1305293" y="50800"/>
                  </a:lnTo>
                  <a:lnTo>
                    <a:pt x="1305293" y="6705"/>
                  </a:lnTo>
                  <a:close/>
                </a:path>
                <a:path w="1652270" h="125729">
                  <a:moveTo>
                    <a:pt x="1377784" y="34886"/>
                  </a:moveTo>
                  <a:lnTo>
                    <a:pt x="1359992" y="34886"/>
                  </a:lnTo>
                  <a:lnTo>
                    <a:pt x="1352295" y="36791"/>
                  </a:lnTo>
                  <a:lnTo>
                    <a:pt x="1325755" y="70510"/>
                  </a:lnTo>
                  <a:lnTo>
                    <a:pt x="1325697" y="89865"/>
                  </a:lnTo>
                  <a:lnTo>
                    <a:pt x="1327340" y="97294"/>
                  </a:lnTo>
                  <a:lnTo>
                    <a:pt x="1359992" y="125717"/>
                  </a:lnTo>
                  <a:lnTo>
                    <a:pt x="1377784" y="125717"/>
                  </a:lnTo>
                  <a:lnTo>
                    <a:pt x="1385455" y="123825"/>
                  </a:lnTo>
                  <a:lnTo>
                    <a:pt x="1398409" y="116230"/>
                  </a:lnTo>
                  <a:lnTo>
                    <a:pt x="1403413" y="110921"/>
                  </a:lnTo>
                  <a:lnTo>
                    <a:pt x="1405527" y="106819"/>
                  </a:lnTo>
                  <a:lnTo>
                    <a:pt x="1364919" y="106819"/>
                  </a:lnTo>
                  <a:lnTo>
                    <a:pt x="1361478" y="105676"/>
                  </a:lnTo>
                  <a:lnTo>
                    <a:pt x="1350390" y="85305"/>
                  </a:lnTo>
                  <a:lnTo>
                    <a:pt x="1350390" y="75069"/>
                  </a:lnTo>
                  <a:lnTo>
                    <a:pt x="1364919" y="53492"/>
                  </a:lnTo>
                  <a:lnTo>
                    <a:pt x="1405361" y="53492"/>
                  </a:lnTo>
                  <a:lnTo>
                    <a:pt x="1403413" y="49695"/>
                  </a:lnTo>
                  <a:lnTo>
                    <a:pt x="1398409" y="44386"/>
                  </a:lnTo>
                  <a:lnTo>
                    <a:pt x="1391919" y="40614"/>
                  </a:lnTo>
                  <a:lnTo>
                    <a:pt x="1385455" y="36791"/>
                  </a:lnTo>
                  <a:lnTo>
                    <a:pt x="1377784" y="34886"/>
                  </a:lnTo>
                  <a:close/>
                </a:path>
                <a:path w="1652270" h="125729">
                  <a:moveTo>
                    <a:pt x="1405361" y="53492"/>
                  </a:moveTo>
                  <a:lnTo>
                    <a:pt x="1373047" y="53492"/>
                  </a:lnTo>
                  <a:lnTo>
                    <a:pt x="1376425" y="54660"/>
                  </a:lnTo>
                  <a:lnTo>
                    <a:pt x="1381848" y="59321"/>
                  </a:lnTo>
                  <a:lnTo>
                    <a:pt x="1383893" y="62484"/>
                  </a:lnTo>
                  <a:lnTo>
                    <a:pt x="1385265" y="66497"/>
                  </a:lnTo>
                  <a:lnTo>
                    <a:pt x="1386687" y="70510"/>
                  </a:lnTo>
                  <a:lnTo>
                    <a:pt x="1387386" y="75069"/>
                  </a:lnTo>
                  <a:lnTo>
                    <a:pt x="1387386" y="85305"/>
                  </a:lnTo>
                  <a:lnTo>
                    <a:pt x="1386763" y="89369"/>
                  </a:lnTo>
                  <a:lnTo>
                    <a:pt x="1386687" y="89865"/>
                  </a:lnTo>
                  <a:lnTo>
                    <a:pt x="1385265" y="93878"/>
                  </a:lnTo>
                  <a:lnTo>
                    <a:pt x="1383893" y="97878"/>
                  </a:lnTo>
                  <a:lnTo>
                    <a:pt x="1381848" y="101053"/>
                  </a:lnTo>
                  <a:lnTo>
                    <a:pt x="1379143" y="103378"/>
                  </a:lnTo>
                  <a:lnTo>
                    <a:pt x="1376425" y="105676"/>
                  </a:lnTo>
                  <a:lnTo>
                    <a:pt x="1373047" y="106819"/>
                  </a:lnTo>
                  <a:lnTo>
                    <a:pt x="1405527" y="106819"/>
                  </a:lnTo>
                  <a:lnTo>
                    <a:pt x="1410436" y="97294"/>
                  </a:lnTo>
                  <a:lnTo>
                    <a:pt x="1412079" y="89865"/>
                  </a:lnTo>
                  <a:lnTo>
                    <a:pt x="1412189" y="71272"/>
                  </a:lnTo>
                  <a:lnTo>
                    <a:pt x="1410436" y="63322"/>
                  </a:lnTo>
                  <a:lnTo>
                    <a:pt x="1405361" y="53492"/>
                  </a:lnTo>
                  <a:close/>
                </a:path>
                <a:path w="1652270" h="125729">
                  <a:moveTo>
                    <a:pt x="1447723" y="36029"/>
                  </a:moveTo>
                  <a:lnTo>
                    <a:pt x="1423047" y="36029"/>
                  </a:lnTo>
                  <a:lnTo>
                    <a:pt x="1446987" y="124002"/>
                  </a:lnTo>
                  <a:lnTo>
                    <a:pt x="1472755" y="124002"/>
                  </a:lnTo>
                  <a:lnTo>
                    <a:pt x="1480646" y="95135"/>
                  </a:lnTo>
                  <a:lnTo>
                    <a:pt x="1461363" y="95135"/>
                  </a:lnTo>
                  <a:lnTo>
                    <a:pt x="1447723" y="36029"/>
                  </a:lnTo>
                  <a:close/>
                </a:path>
                <a:path w="1652270" h="125729">
                  <a:moveTo>
                    <a:pt x="1508614" y="68668"/>
                  </a:moveTo>
                  <a:lnTo>
                    <a:pt x="1488973" y="68668"/>
                  </a:lnTo>
                  <a:lnTo>
                    <a:pt x="1504086" y="124002"/>
                  </a:lnTo>
                  <a:lnTo>
                    <a:pt x="1529918" y="124002"/>
                  </a:lnTo>
                  <a:lnTo>
                    <a:pt x="1537756" y="95135"/>
                  </a:lnTo>
                  <a:lnTo>
                    <a:pt x="1537850" y="94792"/>
                  </a:lnTo>
                  <a:lnTo>
                    <a:pt x="1515033" y="94792"/>
                  </a:lnTo>
                  <a:lnTo>
                    <a:pt x="1508614" y="68668"/>
                  </a:lnTo>
                  <a:close/>
                </a:path>
                <a:path w="1652270" h="125729">
                  <a:moveTo>
                    <a:pt x="1500593" y="36029"/>
                  </a:moveTo>
                  <a:lnTo>
                    <a:pt x="1476362" y="36029"/>
                  </a:lnTo>
                  <a:lnTo>
                    <a:pt x="1462246" y="94792"/>
                  </a:lnTo>
                  <a:lnTo>
                    <a:pt x="1462163" y="95135"/>
                  </a:lnTo>
                  <a:lnTo>
                    <a:pt x="1480646" y="95135"/>
                  </a:lnTo>
                  <a:lnTo>
                    <a:pt x="1487881" y="68668"/>
                  </a:lnTo>
                  <a:lnTo>
                    <a:pt x="1508614" y="68668"/>
                  </a:lnTo>
                  <a:lnTo>
                    <a:pt x="1500593" y="36029"/>
                  </a:lnTo>
                  <a:close/>
                </a:path>
                <a:path w="1652270" h="125729">
                  <a:moveTo>
                    <a:pt x="1553806" y="36029"/>
                  </a:moveTo>
                  <a:lnTo>
                    <a:pt x="1529181" y="36029"/>
                  </a:lnTo>
                  <a:lnTo>
                    <a:pt x="1515770" y="94792"/>
                  </a:lnTo>
                  <a:lnTo>
                    <a:pt x="1537850" y="94792"/>
                  </a:lnTo>
                  <a:lnTo>
                    <a:pt x="1553806" y="36029"/>
                  </a:lnTo>
                  <a:close/>
                </a:path>
                <a:path w="1652270" h="125729">
                  <a:moveTo>
                    <a:pt x="1593849" y="36029"/>
                  </a:moveTo>
                  <a:lnTo>
                    <a:pt x="1570596" y="36029"/>
                  </a:lnTo>
                  <a:lnTo>
                    <a:pt x="1570596" y="124002"/>
                  </a:lnTo>
                  <a:lnTo>
                    <a:pt x="1595005" y="124002"/>
                  </a:lnTo>
                  <a:lnTo>
                    <a:pt x="1595043" y="69367"/>
                  </a:lnTo>
                  <a:lnTo>
                    <a:pt x="1595742" y="66128"/>
                  </a:lnTo>
                  <a:lnTo>
                    <a:pt x="1598536" y="60756"/>
                  </a:lnTo>
                  <a:lnTo>
                    <a:pt x="1600479" y="58686"/>
                  </a:lnTo>
                  <a:lnTo>
                    <a:pt x="1605483" y="55867"/>
                  </a:lnTo>
                  <a:lnTo>
                    <a:pt x="1607913" y="55270"/>
                  </a:lnTo>
                  <a:lnTo>
                    <a:pt x="1650441" y="55270"/>
                  </a:lnTo>
                  <a:lnTo>
                    <a:pt x="1648544" y="51549"/>
                  </a:lnTo>
                  <a:lnTo>
                    <a:pt x="1593849" y="51549"/>
                  </a:lnTo>
                  <a:lnTo>
                    <a:pt x="1593849" y="36029"/>
                  </a:lnTo>
                  <a:close/>
                </a:path>
                <a:path w="1652270" h="125729">
                  <a:moveTo>
                    <a:pt x="1650441" y="55270"/>
                  </a:moveTo>
                  <a:lnTo>
                    <a:pt x="1616845" y="55270"/>
                  </a:lnTo>
                  <a:lnTo>
                    <a:pt x="1620392" y="56680"/>
                  </a:lnTo>
                  <a:lnTo>
                    <a:pt x="1625968" y="62750"/>
                  </a:lnTo>
                  <a:lnTo>
                    <a:pt x="1627339" y="66954"/>
                  </a:lnTo>
                  <a:lnTo>
                    <a:pt x="1627301" y="124002"/>
                  </a:lnTo>
                  <a:lnTo>
                    <a:pt x="1651698" y="124002"/>
                  </a:lnTo>
                  <a:lnTo>
                    <a:pt x="1651614" y="60756"/>
                  </a:lnTo>
                  <a:lnTo>
                    <a:pt x="1650441" y="55270"/>
                  </a:lnTo>
                  <a:close/>
                </a:path>
                <a:path w="1652270" h="125729">
                  <a:moveTo>
                    <a:pt x="1627454" y="34886"/>
                  </a:moveTo>
                  <a:lnTo>
                    <a:pt x="1614817" y="34886"/>
                  </a:lnTo>
                  <a:lnTo>
                    <a:pt x="1609267" y="36385"/>
                  </a:lnTo>
                  <a:lnTo>
                    <a:pt x="1604683" y="39408"/>
                  </a:lnTo>
                  <a:lnTo>
                    <a:pt x="1600098" y="42379"/>
                  </a:lnTo>
                  <a:lnTo>
                    <a:pt x="1596834" y="46431"/>
                  </a:lnTo>
                  <a:lnTo>
                    <a:pt x="1594891" y="51549"/>
                  </a:lnTo>
                  <a:lnTo>
                    <a:pt x="1648544" y="51549"/>
                  </a:lnTo>
                  <a:lnTo>
                    <a:pt x="1645399" y="45377"/>
                  </a:lnTo>
                  <a:lnTo>
                    <a:pt x="1641868" y="41567"/>
                  </a:lnTo>
                  <a:lnTo>
                    <a:pt x="1632788" y="36220"/>
                  </a:lnTo>
                  <a:lnTo>
                    <a:pt x="1627454" y="348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459163" y="5141150"/>
              <a:ext cx="1377950" cy="316230"/>
            </a:xfrm>
            <a:custGeom>
              <a:avLst/>
              <a:gdLst/>
              <a:ahLst/>
              <a:cxnLst/>
              <a:rect l="l" t="t" r="r" b="b"/>
              <a:pathLst>
                <a:path w="1377950" h="316229">
                  <a:moveTo>
                    <a:pt x="5181" y="41732"/>
                  </a:moveTo>
                  <a:lnTo>
                    <a:pt x="0" y="47040"/>
                  </a:lnTo>
                  <a:lnTo>
                    <a:pt x="23190" y="70091"/>
                  </a:lnTo>
                  <a:lnTo>
                    <a:pt x="33851" y="59461"/>
                  </a:lnTo>
                  <a:lnTo>
                    <a:pt x="23190" y="59461"/>
                  </a:lnTo>
                  <a:lnTo>
                    <a:pt x="5181" y="41732"/>
                  </a:lnTo>
                  <a:close/>
                </a:path>
                <a:path w="1377950" h="316229">
                  <a:moveTo>
                    <a:pt x="60413" y="22364"/>
                  </a:moveTo>
                  <a:lnTo>
                    <a:pt x="23190" y="59461"/>
                  </a:lnTo>
                  <a:lnTo>
                    <a:pt x="33851" y="59461"/>
                  </a:lnTo>
                  <a:lnTo>
                    <a:pt x="65735" y="27673"/>
                  </a:lnTo>
                  <a:lnTo>
                    <a:pt x="60413" y="22364"/>
                  </a:lnTo>
                  <a:close/>
                </a:path>
                <a:path w="1377950" h="316229">
                  <a:moveTo>
                    <a:pt x="136486" y="8724"/>
                  </a:moveTo>
                  <a:lnTo>
                    <a:pt x="107416" y="8724"/>
                  </a:lnTo>
                  <a:lnTo>
                    <a:pt x="107416" y="78549"/>
                  </a:lnTo>
                  <a:lnTo>
                    <a:pt x="115874" y="78549"/>
                  </a:lnTo>
                  <a:lnTo>
                    <a:pt x="115874" y="53047"/>
                  </a:lnTo>
                  <a:lnTo>
                    <a:pt x="114236" y="53047"/>
                  </a:lnTo>
                  <a:lnTo>
                    <a:pt x="114236" y="45542"/>
                  </a:lnTo>
                  <a:lnTo>
                    <a:pt x="115874" y="45542"/>
                  </a:lnTo>
                  <a:lnTo>
                    <a:pt x="115874" y="16294"/>
                  </a:lnTo>
                  <a:lnTo>
                    <a:pt x="150533" y="16294"/>
                  </a:lnTo>
                  <a:lnTo>
                    <a:pt x="147942" y="13639"/>
                  </a:lnTo>
                  <a:lnTo>
                    <a:pt x="140969" y="9715"/>
                  </a:lnTo>
                  <a:lnTo>
                    <a:pt x="136486" y="8724"/>
                  </a:lnTo>
                  <a:close/>
                </a:path>
                <a:path w="1377950" h="316229">
                  <a:moveTo>
                    <a:pt x="115874" y="45542"/>
                  </a:moveTo>
                  <a:lnTo>
                    <a:pt x="114236" y="45542"/>
                  </a:lnTo>
                  <a:lnTo>
                    <a:pt x="114236" y="53047"/>
                  </a:lnTo>
                  <a:lnTo>
                    <a:pt x="115874" y="53047"/>
                  </a:lnTo>
                  <a:lnTo>
                    <a:pt x="115874" y="45542"/>
                  </a:lnTo>
                  <a:close/>
                </a:path>
                <a:path w="1377950" h="316229">
                  <a:moveTo>
                    <a:pt x="150533" y="16294"/>
                  </a:moveTo>
                  <a:lnTo>
                    <a:pt x="134889" y="16294"/>
                  </a:lnTo>
                  <a:lnTo>
                    <a:pt x="137579" y="16865"/>
                  </a:lnTo>
                  <a:lnTo>
                    <a:pt x="142176" y="19380"/>
                  </a:lnTo>
                  <a:lnTo>
                    <a:pt x="143827" y="21107"/>
                  </a:lnTo>
                  <a:lnTo>
                    <a:pt x="145897" y="25514"/>
                  </a:lnTo>
                  <a:lnTo>
                    <a:pt x="146418" y="28016"/>
                  </a:lnTo>
                  <a:lnTo>
                    <a:pt x="146418" y="33616"/>
                  </a:lnTo>
                  <a:lnTo>
                    <a:pt x="134632" y="45542"/>
                  </a:lnTo>
                  <a:lnTo>
                    <a:pt x="115874" y="45542"/>
                  </a:lnTo>
                  <a:lnTo>
                    <a:pt x="115874" y="53047"/>
                  </a:lnTo>
                  <a:lnTo>
                    <a:pt x="136575" y="53047"/>
                  </a:lnTo>
                  <a:lnTo>
                    <a:pt x="141033" y="52057"/>
                  </a:lnTo>
                  <a:lnTo>
                    <a:pt x="147993" y="48082"/>
                  </a:lnTo>
                  <a:lnTo>
                    <a:pt x="150558" y="45402"/>
                  </a:lnTo>
                  <a:lnTo>
                    <a:pt x="153898" y="38671"/>
                  </a:lnTo>
                  <a:lnTo>
                    <a:pt x="154736" y="34925"/>
                  </a:lnTo>
                  <a:lnTo>
                    <a:pt x="154736" y="26708"/>
                  </a:lnTo>
                  <a:lnTo>
                    <a:pt x="153898" y="22974"/>
                  </a:lnTo>
                  <a:lnTo>
                    <a:pt x="150533" y="16294"/>
                  </a:lnTo>
                  <a:close/>
                </a:path>
                <a:path w="1377950" h="316229">
                  <a:moveTo>
                    <a:pt x="174193" y="26174"/>
                  </a:moveTo>
                  <a:lnTo>
                    <a:pt x="166141" y="26174"/>
                  </a:lnTo>
                  <a:lnTo>
                    <a:pt x="166141" y="78549"/>
                  </a:lnTo>
                  <a:lnTo>
                    <a:pt x="174193" y="78549"/>
                  </a:lnTo>
                  <a:lnTo>
                    <a:pt x="174193" y="26174"/>
                  </a:lnTo>
                  <a:close/>
                </a:path>
                <a:path w="1377950" h="316229">
                  <a:moveTo>
                    <a:pt x="171805" y="6540"/>
                  </a:moveTo>
                  <a:lnTo>
                    <a:pt x="168668" y="6540"/>
                  </a:lnTo>
                  <a:lnTo>
                    <a:pt x="167322" y="7073"/>
                  </a:lnTo>
                  <a:lnTo>
                    <a:pt x="165061" y="9207"/>
                  </a:lnTo>
                  <a:lnTo>
                    <a:pt x="164515" y="10490"/>
                  </a:lnTo>
                  <a:lnTo>
                    <a:pt x="164515" y="13500"/>
                  </a:lnTo>
                  <a:lnTo>
                    <a:pt x="165061" y="14782"/>
                  </a:lnTo>
                  <a:lnTo>
                    <a:pt x="167322" y="16916"/>
                  </a:lnTo>
                  <a:lnTo>
                    <a:pt x="168668" y="17449"/>
                  </a:lnTo>
                  <a:lnTo>
                    <a:pt x="171805" y="17449"/>
                  </a:lnTo>
                  <a:lnTo>
                    <a:pt x="173151" y="16916"/>
                  </a:lnTo>
                  <a:lnTo>
                    <a:pt x="174256" y="15849"/>
                  </a:lnTo>
                  <a:lnTo>
                    <a:pt x="175399" y="14782"/>
                  </a:lnTo>
                  <a:lnTo>
                    <a:pt x="175971" y="13500"/>
                  </a:lnTo>
                  <a:lnTo>
                    <a:pt x="175971" y="10490"/>
                  </a:lnTo>
                  <a:lnTo>
                    <a:pt x="175399" y="9207"/>
                  </a:lnTo>
                  <a:lnTo>
                    <a:pt x="174256" y="8140"/>
                  </a:lnTo>
                  <a:lnTo>
                    <a:pt x="173151" y="7073"/>
                  </a:lnTo>
                  <a:lnTo>
                    <a:pt x="171805" y="6540"/>
                  </a:lnTo>
                  <a:close/>
                </a:path>
                <a:path w="1377950" h="316229">
                  <a:moveTo>
                    <a:pt x="195846" y="8724"/>
                  </a:moveTo>
                  <a:lnTo>
                    <a:pt x="187807" y="8724"/>
                  </a:lnTo>
                  <a:lnTo>
                    <a:pt x="187807" y="78549"/>
                  </a:lnTo>
                  <a:lnTo>
                    <a:pt x="195846" y="78549"/>
                  </a:lnTo>
                  <a:lnTo>
                    <a:pt x="195846" y="8724"/>
                  </a:lnTo>
                  <a:close/>
                </a:path>
                <a:path w="1377950" h="316229">
                  <a:moveTo>
                    <a:pt x="235470" y="25501"/>
                  </a:moveTo>
                  <a:lnTo>
                    <a:pt x="226009" y="25501"/>
                  </a:lnTo>
                  <a:lnTo>
                    <a:pt x="221868" y="26619"/>
                  </a:lnTo>
                  <a:lnTo>
                    <a:pt x="214744" y="31127"/>
                  </a:lnTo>
                  <a:lnTo>
                    <a:pt x="211975" y="34277"/>
                  </a:lnTo>
                  <a:lnTo>
                    <a:pt x="208000" y="42418"/>
                  </a:lnTo>
                  <a:lnTo>
                    <a:pt x="207009" y="47180"/>
                  </a:lnTo>
                  <a:lnTo>
                    <a:pt x="207009" y="58051"/>
                  </a:lnTo>
                  <a:lnTo>
                    <a:pt x="226009" y="79641"/>
                  </a:lnTo>
                  <a:lnTo>
                    <a:pt x="235470" y="79641"/>
                  </a:lnTo>
                  <a:lnTo>
                    <a:pt x="239610" y="78511"/>
                  </a:lnTo>
                  <a:lnTo>
                    <a:pt x="246722" y="74015"/>
                  </a:lnTo>
                  <a:lnTo>
                    <a:pt x="248129" y="72415"/>
                  </a:lnTo>
                  <a:lnTo>
                    <a:pt x="227152" y="72415"/>
                  </a:lnTo>
                  <a:lnTo>
                    <a:pt x="224193" y="71488"/>
                  </a:lnTo>
                  <a:lnTo>
                    <a:pt x="219557" y="67805"/>
                  </a:lnTo>
                  <a:lnTo>
                    <a:pt x="217843" y="65392"/>
                  </a:lnTo>
                  <a:lnTo>
                    <a:pt x="215607" y="59385"/>
                  </a:lnTo>
                  <a:lnTo>
                    <a:pt x="215061" y="56134"/>
                  </a:lnTo>
                  <a:lnTo>
                    <a:pt x="215061" y="49136"/>
                  </a:lnTo>
                  <a:lnTo>
                    <a:pt x="227152" y="32727"/>
                  </a:lnTo>
                  <a:lnTo>
                    <a:pt x="248129" y="32727"/>
                  </a:lnTo>
                  <a:lnTo>
                    <a:pt x="246722" y="31127"/>
                  </a:lnTo>
                  <a:lnTo>
                    <a:pt x="239610" y="26619"/>
                  </a:lnTo>
                  <a:lnTo>
                    <a:pt x="235470" y="25501"/>
                  </a:lnTo>
                  <a:close/>
                </a:path>
                <a:path w="1377950" h="316229">
                  <a:moveTo>
                    <a:pt x="248129" y="32727"/>
                  </a:moveTo>
                  <a:lnTo>
                    <a:pt x="234327" y="32727"/>
                  </a:lnTo>
                  <a:lnTo>
                    <a:pt x="237286" y="33655"/>
                  </a:lnTo>
                  <a:lnTo>
                    <a:pt x="241922" y="37388"/>
                  </a:lnTo>
                  <a:lnTo>
                    <a:pt x="243636" y="39827"/>
                  </a:lnTo>
                  <a:lnTo>
                    <a:pt x="245871" y="45872"/>
                  </a:lnTo>
                  <a:lnTo>
                    <a:pt x="246430" y="49136"/>
                  </a:lnTo>
                  <a:lnTo>
                    <a:pt x="246430" y="56134"/>
                  </a:lnTo>
                  <a:lnTo>
                    <a:pt x="234327" y="72415"/>
                  </a:lnTo>
                  <a:lnTo>
                    <a:pt x="248129" y="72415"/>
                  </a:lnTo>
                  <a:lnTo>
                    <a:pt x="249491" y="70866"/>
                  </a:lnTo>
                  <a:lnTo>
                    <a:pt x="253466" y="62776"/>
                  </a:lnTo>
                  <a:lnTo>
                    <a:pt x="254469" y="58051"/>
                  </a:lnTo>
                  <a:lnTo>
                    <a:pt x="254469" y="47180"/>
                  </a:lnTo>
                  <a:lnTo>
                    <a:pt x="253466" y="42418"/>
                  </a:lnTo>
                  <a:lnTo>
                    <a:pt x="249491" y="34277"/>
                  </a:lnTo>
                  <a:lnTo>
                    <a:pt x="248129" y="32727"/>
                  </a:lnTo>
                  <a:close/>
                </a:path>
                <a:path w="1377950" h="316229">
                  <a:moveTo>
                    <a:pt x="277215" y="13627"/>
                  </a:moveTo>
                  <a:lnTo>
                    <a:pt x="269176" y="13627"/>
                  </a:lnTo>
                  <a:lnTo>
                    <a:pt x="269176" y="68770"/>
                  </a:lnTo>
                  <a:lnTo>
                    <a:pt x="269660" y="70523"/>
                  </a:lnTo>
                  <a:lnTo>
                    <a:pt x="269769" y="70916"/>
                  </a:lnTo>
                  <a:lnTo>
                    <a:pt x="281089" y="79235"/>
                  </a:lnTo>
                  <a:lnTo>
                    <a:pt x="285575" y="79235"/>
                  </a:lnTo>
                  <a:lnTo>
                    <a:pt x="287818" y="78740"/>
                  </a:lnTo>
                  <a:lnTo>
                    <a:pt x="288810" y="78486"/>
                  </a:lnTo>
                  <a:lnTo>
                    <a:pt x="289356" y="78282"/>
                  </a:lnTo>
                  <a:lnTo>
                    <a:pt x="287813" y="71462"/>
                  </a:lnTo>
                  <a:lnTo>
                    <a:pt x="282435" y="71462"/>
                  </a:lnTo>
                  <a:lnTo>
                    <a:pt x="280796" y="70916"/>
                  </a:lnTo>
                  <a:lnTo>
                    <a:pt x="277215" y="65824"/>
                  </a:lnTo>
                  <a:lnTo>
                    <a:pt x="277215" y="13627"/>
                  </a:lnTo>
                  <a:close/>
                </a:path>
                <a:path w="1377950" h="316229">
                  <a:moveTo>
                    <a:pt x="288391" y="70916"/>
                  </a:moveTo>
                  <a:lnTo>
                    <a:pt x="287689" y="70916"/>
                  </a:lnTo>
                  <a:lnTo>
                    <a:pt x="287813" y="71462"/>
                  </a:lnTo>
                  <a:lnTo>
                    <a:pt x="285661" y="71462"/>
                  </a:lnTo>
                  <a:lnTo>
                    <a:pt x="288391" y="70916"/>
                  </a:lnTo>
                  <a:close/>
                </a:path>
                <a:path w="1377950" h="316229">
                  <a:moveTo>
                    <a:pt x="269176" y="26174"/>
                  </a:moveTo>
                  <a:lnTo>
                    <a:pt x="261264" y="26174"/>
                  </a:lnTo>
                  <a:lnTo>
                    <a:pt x="261264" y="32994"/>
                  </a:lnTo>
                  <a:lnTo>
                    <a:pt x="269176" y="32994"/>
                  </a:lnTo>
                  <a:lnTo>
                    <a:pt x="269176" y="26174"/>
                  </a:lnTo>
                  <a:close/>
                </a:path>
                <a:path w="1377950" h="316229">
                  <a:moveTo>
                    <a:pt x="288404" y="26174"/>
                  </a:moveTo>
                  <a:lnTo>
                    <a:pt x="277215" y="26174"/>
                  </a:lnTo>
                  <a:lnTo>
                    <a:pt x="277215" y="32994"/>
                  </a:lnTo>
                  <a:lnTo>
                    <a:pt x="288404" y="32994"/>
                  </a:lnTo>
                  <a:lnTo>
                    <a:pt x="288404" y="26174"/>
                  </a:lnTo>
                  <a:close/>
                </a:path>
                <a:path w="1377950" h="316229">
                  <a:moveTo>
                    <a:pt x="334810" y="8724"/>
                  </a:moveTo>
                  <a:lnTo>
                    <a:pt x="326351" y="8724"/>
                  </a:lnTo>
                  <a:lnTo>
                    <a:pt x="326351" y="78549"/>
                  </a:lnTo>
                  <a:lnTo>
                    <a:pt x="367271" y="78549"/>
                  </a:lnTo>
                  <a:lnTo>
                    <a:pt x="367271" y="71043"/>
                  </a:lnTo>
                  <a:lnTo>
                    <a:pt x="334810" y="71043"/>
                  </a:lnTo>
                  <a:lnTo>
                    <a:pt x="334810" y="8724"/>
                  </a:lnTo>
                  <a:close/>
                </a:path>
                <a:path w="1377950" h="316229">
                  <a:moveTo>
                    <a:pt x="414686" y="32588"/>
                  </a:moveTo>
                  <a:lnTo>
                    <a:pt x="402170" y="32588"/>
                  </a:lnTo>
                  <a:lnTo>
                    <a:pt x="404926" y="33515"/>
                  </a:lnTo>
                  <a:lnTo>
                    <a:pt x="408584" y="37249"/>
                  </a:lnTo>
                  <a:lnTo>
                    <a:pt x="409511" y="39890"/>
                  </a:lnTo>
                  <a:lnTo>
                    <a:pt x="409511" y="44792"/>
                  </a:lnTo>
                  <a:lnTo>
                    <a:pt x="409041" y="45707"/>
                  </a:lnTo>
                  <a:lnTo>
                    <a:pt x="407200" y="46748"/>
                  </a:lnTo>
                  <a:lnTo>
                    <a:pt x="405752" y="47129"/>
                  </a:lnTo>
                  <a:lnTo>
                    <a:pt x="399186" y="47866"/>
                  </a:lnTo>
                  <a:lnTo>
                    <a:pt x="393572" y="48590"/>
                  </a:lnTo>
                  <a:lnTo>
                    <a:pt x="375691" y="67094"/>
                  </a:lnTo>
                  <a:lnTo>
                    <a:pt x="376478" y="70002"/>
                  </a:lnTo>
                  <a:lnTo>
                    <a:pt x="379666" y="74803"/>
                  </a:lnTo>
                  <a:lnTo>
                    <a:pt x="381812" y="76631"/>
                  </a:lnTo>
                  <a:lnTo>
                    <a:pt x="387222" y="79146"/>
                  </a:lnTo>
                  <a:lnTo>
                    <a:pt x="390232" y="79781"/>
                  </a:lnTo>
                  <a:lnTo>
                    <a:pt x="396595" y="79781"/>
                  </a:lnTo>
                  <a:lnTo>
                    <a:pt x="408558" y="72593"/>
                  </a:lnTo>
                  <a:lnTo>
                    <a:pt x="391721" y="72593"/>
                  </a:lnTo>
                  <a:lnTo>
                    <a:pt x="389209" y="71920"/>
                  </a:lnTo>
                  <a:lnTo>
                    <a:pt x="389037" y="71920"/>
                  </a:lnTo>
                  <a:lnTo>
                    <a:pt x="386841" y="70434"/>
                  </a:lnTo>
                  <a:lnTo>
                    <a:pt x="384771" y="68999"/>
                  </a:lnTo>
                  <a:lnTo>
                    <a:pt x="383830" y="67094"/>
                  </a:lnTo>
                  <a:lnTo>
                    <a:pt x="383825" y="61772"/>
                  </a:lnTo>
                  <a:lnTo>
                    <a:pt x="384194" y="60680"/>
                  </a:lnTo>
                  <a:lnTo>
                    <a:pt x="384276" y="60439"/>
                  </a:lnTo>
                  <a:lnTo>
                    <a:pt x="401351" y="54495"/>
                  </a:lnTo>
                  <a:lnTo>
                    <a:pt x="404799" y="53949"/>
                  </a:lnTo>
                  <a:lnTo>
                    <a:pt x="406120" y="53670"/>
                  </a:lnTo>
                  <a:lnTo>
                    <a:pt x="408375" y="53022"/>
                  </a:lnTo>
                  <a:lnTo>
                    <a:pt x="409168" y="52641"/>
                  </a:lnTo>
                  <a:lnTo>
                    <a:pt x="409511" y="52222"/>
                  </a:lnTo>
                  <a:lnTo>
                    <a:pt x="417550" y="52222"/>
                  </a:lnTo>
                  <a:lnTo>
                    <a:pt x="417550" y="39890"/>
                  </a:lnTo>
                  <a:lnTo>
                    <a:pt x="417121" y="37769"/>
                  </a:lnTo>
                  <a:lnTo>
                    <a:pt x="417016" y="37249"/>
                  </a:lnTo>
                  <a:lnTo>
                    <a:pt x="416923" y="36791"/>
                  </a:lnTo>
                  <a:lnTo>
                    <a:pt x="416877" y="36563"/>
                  </a:lnTo>
                  <a:lnTo>
                    <a:pt x="414686" y="32588"/>
                  </a:lnTo>
                  <a:close/>
                </a:path>
                <a:path w="1377950" h="316229">
                  <a:moveTo>
                    <a:pt x="417550" y="71462"/>
                  </a:moveTo>
                  <a:lnTo>
                    <a:pt x="409511" y="71462"/>
                  </a:lnTo>
                  <a:lnTo>
                    <a:pt x="409511" y="78549"/>
                  </a:lnTo>
                  <a:lnTo>
                    <a:pt x="417550" y="78549"/>
                  </a:lnTo>
                  <a:lnTo>
                    <a:pt x="417550" y="71462"/>
                  </a:lnTo>
                  <a:close/>
                </a:path>
                <a:path w="1377950" h="316229">
                  <a:moveTo>
                    <a:pt x="417550" y="52222"/>
                  </a:moveTo>
                  <a:lnTo>
                    <a:pt x="409511" y="52222"/>
                  </a:lnTo>
                  <a:lnTo>
                    <a:pt x="409434" y="62052"/>
                  </a:lnTo>
                  <a:lnTo>
                    <a:pt x="408939" y="63855"/>
                  </a:lnTo>
                  <a:lnTo>
                    <a:pt x="406692" y="67805"/>
                  </a:lnTo>
                  <a:lnTo>
                    <a:pt x="405028" y="69418"/>
                  </a:lnTo>
                  <a:lnTo>
                    <a:pt x="400646" y="71920"/>
                  </a:lnTo>
                  <a:lnTo>
                    <a:pt x="397806" y="72593"/>
                  </a:lnTo>
                  <a:lnTo>
                    <a:pt x="408558" y="72593"/>
                  </a:lnTo>
                  <a:lnTo>
                    <a:pt x="409105" y="71462"/>
                  </a:lnTo>
                  <a:lnTo>
                    <a:pt x="417550" y="71462"/>
                  </a:lnTo>
                  <a:lnTo>
                    <a:pt x="417550" y="52222"/>
                  </a:lnTo>
                  <a:close/>
                </a:path>
                <a:path w="1377950" h="316229">
                  <a:moveTo>
                    <a:pt x="399872" y="25501"/>
                  </a:moveTo>
                  <a:lnTo>
                    <a:pt x="395554" y="25501"/>
                  </a:lnTo>
                  <a:lnTo>
                    <a:pt x="392874" y="25857"/>
                  </a:lnTo>
                  <a:lnTo>
                    <a:pt x="377189" y="37769"/>
                  </a:lnTo>
                  <a:lnTo>
                    <a:pt x="384822" y="40500"/>
                  </a:lnTo>
                  <a:lnTo>
                    <a:pt x="385711" y="38595"/>
                  </a:lnTo>
                  <a:lnTo>
                    <a:pt x="387248" y="36791"/>
                  </a:lnTo>
                  <a:lnTo>
                    <a:pt x="391489" y="33515"/>
                  </a:lnTo>
                  <a:lnTo>
                    <a:pt x="391283" y="33515"/>
                  </a:lnTo>
                  <a:lnTo>
                    <a:pt x="394627" y="32588"/>
                  </a:lnTo>
                  <a:lnTo>
                    <a:pt x="414686" y="32588"/>
                  </a:lnTo>
                  <a:lnTo>
                    <a:pt x="414146" y="31610"/>
                  </a:lnTo>
                  <a:lnTo>
                    <a:pt x="412432" y="29756"/>
                  </a:lnTo>
                  <a:lnTo>
                    <a:pt x="408317" y="27305"/>
                  </a:lnTo>
                  <a:lnTo>
                    <a:pt x="406461" y="26593"/>
                  </a:lnTo>
                  <a:lnTo>
                    <a:pt x="406786" y="26593"/>
                  </a:lnTo>
                  <a:lnTo>
                    <a:pt x="403986" y="26111"/>
                  </a:lnTo>
                  <a:lnTo>
                    <a:pt x="401802" y="25704"/>
                  </a:lnTo>
                  <a:lnTo>
                    <a:pt x="399872" y="25501"/>
                  </a:lnTo>
                  <a:close/>
                </a:path>
                <a:path w="1377950" h="316229">
                  <a:moveTo>
                    <a:pt x="439165" y="26174"/>
                  </a:moveTo>
                  <a:lnTo>
                    <a:pt x="431114" y="26174"/>
                  </a:lnTo>
                  <a:lnTo>
                    <a:pt x="431114" y="63906"/>
                  </a:lnTo>
                  <a:lnTo>
                    <a:pt x="444753" y="79235"/>
                  </a:lnTo>
                  <a:lnTo>
                    <a:pt x="451980" y="79235"/>
                  </a:lnTo>
                  <a:lnTo>
                    <a:pt x="455256" y="78308"/>
                  </a:lnTo>
                  <a:lnTo>
                    <a:pt x="460438" y="74599"/>
                  </a:lnTo>
                  <a:lnTo>
                    <a:pt x="462343" y="72339"/>
                  </a:lnTo>
                  <a:lnTo>
                    <a:pt x="462750" y="71462"/>
                  </a:lnTo>
                  <a:lnTo>
                    <a:pt x="447281" y="71462"/>
                  </a:lnTo>
                  <a:lnTo>
                    <a:pt x="444525" y="70319"/>
                  </a:lnTo>
                  <a:lnTo>
                    <a:pt x="440232" y="65773"/>
                  </a:lnTo>
                  <a:lnTo>
                    <a:pt x="439165" y="62725"/>
                  </a:lnTo>
                  <a:lnTo>
                    <a:pt x="439165" y="26174"/>
                  </a:lnTo>
                  <a:close/>
                </a:path>
                <a:path w="1377950" h="316229">
                  <a:moveTo>
                    <a:pt x="472173" y="69684"/>
                  </a:moveTo>
                  <a:lnTo>
                    <a:pt x="464121" y="69684"/>
                  </a:lnTo>
                  <a:lnTo>
                    <a:pt x="464121" y="78549"/>
                  </a:lnTo>
                  <a:lnTo>
                    <a:pt x="472173" y="78549"/>
                  </a:lnTo>
                  <a:lnTo>
                    <a:pt x="472173" y="69684"/>
                  </a:lnTo>
                  <a:close/>
                </a:path>
                <a:path w="1377950" h="316229">
                  <a:moveTo>
                    <a:pt x="472173" y="26174"/>
                  </a:moveTo>
                  <a:lnTo>
                    <a:pt x="464121" y="26174"/>
                  </a:lnTo>
                  <a:lnTo>
                    <a:pt x="464121" y="60413"/>
                  </a:lnTo>
                  <a:lnTo>
                    <a:pt x="463510" y="62725"/>
                  </a:lnTo>
                  <a:lnTo>
                    <a:pt x="463410" y="63106"/>
                  </a:lnTo>
                  <a:lnTo>
                    <a:pt x="461975" y="65214"/>
                  </a:lnTo>
                  <a:lnTo>
                    <a:pt x="460565" y="67335"/>
                  </a:lnTo>
                  <a:lnTo>
                    <a:pt x="458812" y="68897"/>
                  </a:lnTo>
                  <a:lnTo>
                    <a:pt x="454659" y="70942"/>
                  </a:lnTo>
                  <a:lnTo>
                    <a:pt x="452615" y="71462"/>
                  </a:lnTo>
                  <a:lnTo>
                    <a:pt x="462750" y="71462"/>
                  </a:lnTo>
                  <a:lnTo>
                    <a:pt x="463575" y="69684"/>
                  </a:lnTo>
                  <a:lnTo>
                    <a:pt x="472173" y="69684"/>
                  </a:lnTo>
                  <a:lnTo>
                    <a:pt x="472173" y="26174"/>
                  </a:lnTo>
                  <a:close/>
                </a:path>
                <a:path w="1377950" h="316229">
                  <a:moveTo>
                    <a:pt x="493560" y="26314"/>
                  </a:moveTo>
                  <a:lnTo>
                    <a:pt x="485774" y="26314"/>
                  </a:lnTo>
                  <a:lnTo>
                    <a:pt x="485774" y="78549"/>
                  </a:lnTo>
                  <a:lnTo>
                    <a:pt x="493826" y="78549"/>
                  </a:lnTo>
                  <a:lnTo>
                    <a:pt x="493826" y="44005"/>
                  </a:lnTo>
                  <a:lnTo>
                    <a:pt x="494345" y="41706"/>
                  </a:lnTo>
                  <a:lnTo>
                    <a:pt x="494410" y="41414"/>
                  </a:lnTo>
                  <a:lnTo>
                    <a:pt x="496722" y="37134"/>
                  </a:lnTo>
                  <a:lnTo>
                    <a:pt x="498309" y="35509"/>
                  </a:lnTo>
                  <a:lnTo>
                    <a:pt x="500373" y="34366"/>
                  </a:lnTo>
                  <a:lnTo>
                    <a:pt x="493560" y="34366"/>
                  </a:lnTo>
                  <a:lnTo>
                    <a:pt x="493560" y="26314"/>
                  </a:lnTo>
                  <a:close/>
                </a:path>
                <a:path w="1377950" h="316229">
                  <a:moveTo>
                    <a:pt x="524271" y="32727"/>
                  </a:moveTo>
                  <a:lnTo>
                    <a:pt x="510920" y="32727"/>
                  </a:lnTo>
                  <a:lnTo>
                    <a:pt x="513854" y="33883"/>
                  </a:lnTo>
                  <a:lnTo>
                    <a:pt x="515988" y="36207"/>
                  </a:lnTo>
                  <a:lnTo>
                    <a:pt x="518121" y="38493"/>
                  </a:lnTo>
                  <a:lnTo>
                    <a:pt x="519091" y="41414"/>
                  </a:lnTo>
                  <a:lnTo>
                    <a:pt x="519188" y="78549"/>
                  </a:lnTo>
                  <a:lnTo>
                    <a:pt x="527240" y="78549"/>
                  </a:lnTo>
                  <a:lnTo>
                    <a:pt x="527240" y="40817"/>
                  </a:lnTo>
                  <a:lnTo>
                    <a:pt x="526503" y="37134"/>
                  </a:lnTo>
                  <a:lnTo>
                    <a:pt x="524271" y="32727"/>
                  </a:lnTo>
                  <a:close/>
                </a:path>
                <a:path w="1377950" h="316229">
                  <a:moveTo>
                    <a:pt x="513054" y="25501"/>
                  </a:moveTo>
                  <a:lnTo>
                    <a:pt x="505561" y="25501"/>
                  </a:lnTo>
                  <a:lnTo>
                    <a:pt x="502323" y="26314"/>
                  </a:lnTo>
                  <a:lnTo>
                    <a:pt x="499833" y="27952"/>
                  </a:lnTo>
                  <a:lnTo>
                    <a:pt x="497331" y="29565"/>
                  </a:lnTo>
                  <a:lnTo>
                    <a:pt x="495465" y="31699"/>
                  </a:lnTo>
                  <a:lnTo>
                    <a:pt x="494233" y="34366"/>
                  </a:lnTo>
                  <a:lnTo>
                    <a:pt x="500373" y="34366"/>
                  </a:lnTo>
                  <a:lnTo>
                    <a:pt x="502323" y="33286"/>
                  </a:lnTo>
                  <a:lnTo>
                    <a:pt x="504621" y="32727"/>
                  </a:lnTo>
                  <a:lnTo>
                    <a:pt x="524271" y="32727"/>
                  </a:lnTo>
                  <a:lnTo>
                    <a:pt x="523544" y="31292"/>
                  </a:lnTo>
                  <a:lnTo>
                    <a:pt x="521474" y="29108"/>
                  </a:lnTo>
                  <a:lnTo>
                    <a:pt x="516329" y="26314"/>
                  </a:lnTo>
                  <a:lnTo>
                    <a:pt x="516548" y="26314"/>
                  </a:lnTo>
                  <a:lnTo>
                    <a:pt x="513054" y="25501"/>
                  </a:lnTo>
                  <a:close/>
                </a:path>
                <a:path w="1377950" h="316229">
                  <a:moveTo>
                    <a:pt x="565645" y="25501"/>
                  </a:moveTo>
                  <a:lnTo>
                    <a:pt x="557225" y="25501"/>
                  </a:lnTo>
                  <a:lnTo>
                    <a:pt x="553097" y="26657"/>
                  </a:lnTo>
                  <a:lnTo>
                    <a:pt x="546023" y="31267"/>
                  </a:lnTo>
                  <a:lnTo>
                    <a:pt x="543267" y="34467"/>
                  </a:lnTo>
                  <a:lnTo>
                    <a:pt x="539343" y="42621"/>
                  </a:lnTo>
                  <a:lnTo>
                    <a:pt x="538365" y="47320"/>
                  </a:lnTo>
                  <a:lnTo>
                    <a:pt x="538365" y="57861"/>
                  </a:lnTo>
                  <a:lnTo>
                    <a:pt x="557187" y="79641"/>
                  </a:lnTo>
                  <a:lnTo>
                    <a:pt x="565962" y="79641"/>
                  </a:lnTo>
                  <a:lnTo>
                    <a:pt x="569340" y="78930"/>
                  </a:lnTo>
                  <a:lnTo>
                    <a:pt x="575182" y="76034"/>
                  </a:lnTo>
                  <a:lnTo>
                    <a:pt x="577545" y="74079"/>
                  </a:lnTo>
                  <a:lnTo>
                    <a:pt x="578750" y="72415"/>
                  </a:lnTo>
                  <a:lnTo>
                    <a:pt x="558914" y="72415"/>
                  </a:lnTo>
                  <a:lnTo>
                    <a:pt x="556145" y="71577"/>
                  </a:lnTo>
                  <a:lnTo>
                    <a:pt x="546404" y="56413"/>
                  </a:lnTo>
                  <a:lnTo>
                    <a:pt x="546404" y="48412"/>
                  </a:lnTo>
                  <a:lnTo>
                    <a:pt x="547052" y="44970"/>
                  </a:lnTo>
                  <a:lnTo>
                    <a:pt x="549668" y="39077"/>
                  </a:lnTo>
                  <a:lnTo>
                    <a:pt x="551497" y="36791"/>
                  </a:lnTo>
                  <a:lnTo>
                    <a:pt x="556043" y="33655"/>
                  </a:lnTo>
                  <a:lnTo>
                    <a:pt x="555823" y="33655"/>
                  </a:lnTo>
                  <a:lnTo>
                    <a:pt x="558952" y="32727"/>
                  </a:lnTo>
                  <a:lnTo>
                    <a:pt x="578762" y="32727"/>
                  </a:lnTo>
                  <a:lnTo>
                    <a:pt x="577291" y="30810"/>
                  </a:lnTo>
                  <a:lnTo>
                    <a:pt x="574865" y="28905"/>
                  </a:lnTo>
                  <a:lnTo>
                    <a:pt x="568959" y="26174"/>
                  </a:lnTo>
                  <a:lnTo>
                    <a:pt x="565645" y="25501"/>
                  </a:lnTo>
                  <a:close/>
                </a:path>
                <a:path w="1377950" h="316229">
                  <a:moveTo>
                    <a:pt x="582688" y="63271"/>
                  </a:moveTo>
                  <a:lnTo>
                    <a:pt x="574636" y="63271"/>
                  </a:lnTo>
                  <a:lnTo>
                    <a:pt x="574141" y="65189"/>
                  </a:lnTo>
                  <a:lnTo>
                    <a:pt x="573303" y="66814"/>
                  </a:lnTo>
                  <a:lnTo>
                    <a:pt x="570941" y="69545"/>
                  </a:lnTo>
                  <a:lnTo>
                    <a:pt x="569373" y="70650"/>
                  </a:lnTo>
                  <a:lnTo>
                    <a:pt x="566089" y="72047"/>
                  </a:lnTo>
                  <a:lnTo>
                    <a:pt x="564184" y="72415"/>
                  </a:lnTo>
                  <a:lnTo>
                    <a:pt x="578750" y="72415"/>
                  </a:lnTo>
                  <a:lnTo>
                    <a:pt x="581113" y="69151"/>
                  </a:lnTo>
                  <a:lnTo>
                    <a:pt x="582231" y="66370"/>
                  </a:lnTo>
                  <a:lnTo>
                    <a:pt x="582688" y="63271"/>
                  </a:lnTo>
                  <a:close/>
                </a:path>
                <a:path w="1377950" h="316229">
                  <a:moveTo>
                    <a:pt x="578762" y="32727"/>
                  </a:moveTo>
                  <a:lnTo>
                    <a:pt x="565645" y="32727"/>
                  </a:lnTo>
                  <a:lnTo>
                    <a:pt x="568464" y="33655"/>
                  </a:lnTo>
                  <a:lnTo>
                    <a:pt x="570547" y="35521"/>
                  </a:lnTo>
                  <a:lnTo>
                    <a:pt x="572668" y="37363"/>
                  </a:lnTo>
                  <a:lnTo>
                    <a:pt x="574027" y="39471"/>
                  </a:lnTo>
                  <a:lnTo>
                    <a:pt x="574636" y="41859"/>
                  </a:lnTo>
                  <a:lnTo>
                    <a:pt x="582688" y="41859"/>
                  </a:lnTo>
                  <a:lnTo>
                    <a:pt x="582354" y="39471"/>
                  </a:lnTo>
                  <a:lnTo>
                    <a:pt x="582231" y="38595"/>
                  </a:lnTo>
                  <a:lnTo>
                    <a:pt x="581063" y="35725"/>
                  </a:lnTo>
                  <a:lnTo>
                    <a:pt x="578762" y="32727"/>
                  </a:lnTo>
                  <a:close/>
                </a:path>
                <a:path w="1377950" h="316229">
                  <a:moveTo>
                    <a:pt x="601370" y="8724"/>
                  </a:moveTo>
                  <a:lnTo>
                    <a:pt x="593331" y="8724"/>
                  </a:lnTo>
                  <a:lnTo>
                    <a:pt x="593331" y="78549"/>
                  </a:lnTo>
                  <a:lnTo>
                    <a:pt x="601370" y="78549"/>
                  </a:lnTo>
                  <a:lnTo>
                    <a:pt x="601370" y="44005"/>
                  </a:lnTo>
                  <a:lnTo>
                    <a:pt x="601911" y="41656"/>
                  </a:lnTo>
                  <a:lnTo>
                    <a:pt x="608122" y="34366"/>
                  </a:lnTo>
                  <a:lnTo>
                    <a:pt x="601370" y="34366"/>
                  </a:lnTo>
                  <a:lnTo>
                    <a:pt x="601370" y="8724"/>
                  </a:lnTo>
                  <a:close/>
                </a:path>
                <a:path w="1377950" h="316229">
                  <a:moveTo>
                    <a:pt x="632361" y="32727"/>
                  </a:moveTo>
                  <a:lnTo>
                    <a:pt x="618947" y="32727"/>
                  </a:lnTo>
                  <a:lnTo>
                    <a:pt x="621906" y="33870"/>
                  </a:lnTo>
                  <a:lnTo>
                    <a:pt x="624039" y="36169"/>
                  </a:lnTo>
                  <a:lnTo>
                    <a:pt x="626198" y="38442"/>
                  </a:lnTo>
                  <a:lnTo>
                    <a:pt x="627197" y="41414"/>
                  </a:lnTo>
                  <a:lnTo>
                    <a:pt x="627278" y="78549"/>
                  </a:lnTo>
                  <a:lnTo>
                    <a:pt x="635330" y="78549"/>
                  </a:lnTo>
                  <a:lnTo>
                    <a:pt x="635330" y="40767"/>
                  </a:lnTo>
                  <a:lnTo>
                    <a:pt x="634593" y="37134"/>
                  </a:lnTo>
                  <a:lnTo>
                    <a:pt x="632361" y="32727"/>
                  </a:lnTo>
                  <a:close/>
                </a:path>
                <a:path w="1377950" h="316229">
                  <a:moveTo>
                    <a:pt x="621029" y="25501"/>
                  </a:moveTo>
                  <a:lnTo>
                    <a:pt x="613346" y="25501"/>
                  </a:lnTo>
                  <a:lnTo>
                    <a:pt x="610057" y="26301"/>
                  </a:lnTo>
                  <a:lnTo>
                    <a:pt x="605116" y="29514"/>
                  </a:lnTo>
                  <a:lnTo>
                    <a:pt x="603275" y="31661"/>
                  </a:lnTo>
                  <a:lnTo>
                    <a:pt x="602147" y="34163"/>
                  </a:lnTo>
                  <a:lnTo>
                    <a:pt x="602056" y="34366"/>
                  </a:lnTo>
                  <a:lnTo>
                    <a:pt x="608122" y="34366"/>
                  </a:lnTo>
                  <a:lnTo>
                    <a:pt x="610146" y="33286"/>
                  </a:lnTo>
                  <a:lnTo>
                    <a:pt x="612508" y="32727"/>
                  </a:lnTo>
                  <a:lnTo>
                    <a:pt x="632361" y="32727"/>
                  </a:lnTo>
                  <a:lnTo>
                    <a:pt x="631609" y="31229"/>
                  </a:lnTo>
                  <a:lnTo>
                    <a:pt x="629526" y="29057"/>
                  </a:lnTo>
                  <a:lnTo>
                    <a:pt x="624322" y="26301"/>
                  </a:lnTo>
                  <a:lnTo>
                    <a:pt x="624544" y="26301"/>
                  </a:lnTo>
                  <a:lnTo>
                    <a:pt x="621029" y="25501"/>
                  </a:lnTo>
                  <a:close/>
                </a:path>
                <a:path w="1377950" h="316229">
                  <a:moveTo>
                    <a:pt x="697712" y="0"/>
                  </a:moveTo>
                  <a:lnTo>
                    <a:pt x="690625" y="0"/>
                  </a:lnTo>
                  <a:lnTo>
                    <a:pt x="686460" y="6057"/>
                  </a:lnTo>
                  <a:lnTo>
                    <a:pt x="683259" y="12712"/>
                  </a:lnTo>
                  <a:lnTo>
                    <a:pt x="678776" y="27139"/>
                  </a:lnTo>
                  <a:lnTo>
                    <a:pt x="677671" y="35039"/>
                  </a:lnTo>
                  <a:lnTo>
                    <a:pt x="677671" y="52222"/>
                  </a:lnTo>
                  <a:lnTo>
                    <a:pt x="678776" y="60134"/>
                  </a:lnTo>
                  <a:lnTo>
                    <a:pt x="683259" y="74574"/>
                  </a:lnTo>
                  <a:lnTo>
                    <a:pt x="686460" y="81203"/>
                  </a:lnTo>
                  <a:lnTo>
                    <a:pt x="690625" y="87274"/>
                  </a:lnTo>
                  <a:lnTo>
                    <a:pt x="697712" y="87274"/>
                  </a:lnTo>
                  <a:lnTo>
                    <a:pt x="695540" y="84277"/>
                  </a:lnTo>
                  <a:lnTo>
                    <a:pt x="693559" y="80391"/>
                  </a:lnTo>
                  <a:lnTo>
                    <a:pt x="690016" y="70840"/>
                  </a:lnTo>
                  <a:lnTo>
                    <a:pt x="688606" y="65671"/>
                  </a:lnTo>
                  <a:lnTo>
                    <a:pt x="686511" y="54533"/>
                  </a:lnTo>
                  <a:lnTo>
                    <a:pt x="685990" y="49047"/>
                  </a:lnTo>
                  <a:lnTo>
                    <a:pt x="685990" y="39573"/>
                  </a:lnTo>
                  <a:lnTo>
                    <a:pt x="696074" y="2247"/>
                  </a:lnTo>
                  <a:lnTo>
                    <a:pt x="697712" y="0"/>
                  </a:lnTo>
                  <a:close/>
                </a:path>
                <a:path w="1377950" h="316229">
                  <a:moveTo>
                    <a:pt x="716648" y="61087"/>
                  </a:moveTo>
                  <a:lnTo>
                    <a:pt x="708469" y="61087"/>
                  </a:lnTo>
                  <a:lnTo>
                    <a:pt x="708520" y="62103"/>
                  </a:lnTo>
                  <a:lnTo>
                    <a:pt x="726147" y="79502"/>
                  </a:lnTo>
                  <a:lnTo>
                    <a:pt x="734580" y="79502"/>
                  </a:lnTo>
                  <a:lnTo>
                    <a:pt x="738543" y="78498"/>
                  </a:lnTo>
                  <a:lnTo>
                    <a:pt x="745489" y="74485"/>
                  </a:lnTo>
                  <a:lnTo>
                    <a:pt x="747943" y="72009"/>
                  </a:lnTo>
                  <a:lnTo>
                    <a:pt x="726579" y="72009"/>
                  </a:lnTo>
                  <a:lnTo>
                    <a:pt x="723506" y="70980"/>
                  </a:lnTo>
                  <a:lnTo>
                    <a:pt x="720940" y="68935"/>
                  </a:lnTo>
                  <a:lnTo>
                    <a:pt x="718400" y="66865"/>
                  </a:lnTo>
                  <a:lnTo>
                    <a:pt x="716965" y="64249"/>
                  </a:lnTo>
                  <a:lnTo>
                    <a:pt x="716750" y="62103"/>
                  </a:lnTo>
                  <a:lnTo>
                    <a:pt x="716648" y="61087"/>
                  </a:lnTo>
                  <a:close/>
                </a:path>
                <a:path w="1377950" h="316229">
                  <a:moveTo>
                    <a:pt x="748193" y="40525"/>
                  </a:moveTo>
                  <a:lnTo>
                    <a:pt x="732586" y="40525"/>
                  </a:lnTo>
                  <a:lnTo>
                    <a:pt x="735228" y="41224"/>
                  </a:lnTo>
                  <a:lnTo>
                    <a:pt x="739900" y="44043"/>
                  </a:lnTo>
                  <a:lnTo>
                    <a:pt x="741679" y="45897"/>
                  </a:lnTo>
                  <a:lnTo>
                    <a:pt x="743000" y="48310"/>
                  </a:lnTo>
                  <a:lnTo>
                    <a:pt x="744346" y="50698"/>
                  </a:lnTo>
                  <a:lnTo>
                    <a:pt x="745020" y="53416"/>
                  </a:lnTo>
                  <a:lnTo>
                    <a:pt x="745020" y="59436"/>
                  </a:lnTo>
                  <a:lnTo>
                    <a:pt x="744372" y="62103"/>
                  </a:lnTo>
                  <a:lnTo>
                    <a:pt x="741745" y="66865"/>
                  </a:lnTo>
                  <a:lnTo>
                    <a:pt x="740041" y="68656"/>
                  </a:lnTo>
                  <a:lnTo>
                    <a:pt x="737781" y="69989"/>
                  </a:lnTo>
                  <a:lnTo>
                    <a:pt x="735558" y="71335"/>
                  </a:lnTo>
                  <a:lnTo>
                    <a:pt x="733018" y="72009"/>
                  </a:lnTo>
                  <a:lnTo>
                    <a:pt x="747943" y="72009"/>
                  </a:lnTo>
                  <a:lnTo>
                    <a:pt x="748220" y="71729"/>
                  </a:lnTo>
                  <a:lnTo>
                    <a:pt x="752195" y="64757"/>
                  </a:lnTo>
                  <a:lnTo>
                    <a:pt x="753119" y="61087"/>
                  </a:lnTo>
                  <a:lnTo>
                    <a:pt x="753198" y="51790"/>
                  </a:lnTo>
                  <a:lnTo>
                    <a:pt x="752233" y="47777"/>
                  </a:lnTo>
                  <a:lnTo>
                    <a:pt x="748427" y="40805"/>
                  </a:lnTo>
                  <a:lnTo>
                    <a:pt x="748193" y="40525"/>
                  </a:lnTo>
                  <a:close/>
                </a:path>
                <a:path w="1377950" h="316229">
                  <a:moveTo>
                    <a:pt x="750061" y="8724"/>
                  </a:moveTo>
                  <a:lnTo>
                    <a:pt x="713778" y="8724"/>
                  </a:lnTo>
                  <a:lnTo>
                    <a:pt x="709876" y="40525"/>
                  </a:lnTo>
                  <a:lnTo>
                    <a:pt x="709790" y="41224"/>
                  </a:lnTo>
                  <a:lnTo>
                    <a:pt x="709677" y="42151"/>
                  </a:lnTo>
                  <a:lnTo>
                    <a:pt x="709561" y="43091"/>
                  </a:lnTo>
                  <a:lnTo>
                    <a:pt x="717461" y="44043"/>
                  </a:lnTo>
                  <a:lnTo>
                    <a:pt x="718796" y="43091"/>
                  </a:lnTo>
                  <a:lnTo>
                    <a:pt x="720775" y="42151"/>
                  </a:lnTo>
                  <a:lnTo>
                    <a:pt x="725271" y="40805"/>
                  </a:lnTo>
                  <a:lnTo>
                    <a:pt x="727130" y="40525"/>
                  </a:lnTo>
                  <a:lnTo>
                    <a:pt x="748193" y="40525"/>
                  </a:lnTo>
                  <a:lnTo>
                    <a:pt x="745756" y="37947"/>
                  </a:lnTo>
                  <a:lnTo>
                    <a:pt x="743872" y="36817"/>
                  </a:lnTo>
                  <a:lnTo>
                    <a:pt x="718426" y="36817"/>
                  </a:lnTo>
                  <a:lnTo>
                    <a:pt x="720877" y="16217"/>
                  </a:lnTo>
                  <a:lnTo>
                    <a:pt x="750061" y="16217"/>
                  </a:lnTo>
                  <a:lnTo>
                    <a:pt x="750061" y="8724"/>
                  </a:lnTo>
                  <a:close/>
                </a:path>
                <a:path w="1377950" h="316229">
                  <a:moveTo>
                    <a:pt x="735241" y="32867"/>
                  </a:moveTo>
                  <a:lnTo>
                    <a:pt x="728624" y="32867"/>
                  </a:lnTo>
                  <a:lnTo>
                    <a:pt x="726376" y="33235"/>
                  </a:lnTo>
                  <a:lnTo>
                    <a:pt x="722058" y="34734"/>
                  </a:lnTo>
                  <a:lnTo>
                    <a:pt x="720267" y="35674"/>
                  </a:lnTo>
                  <a:lnTo>
                    <a:pt x="718832" y="36817"/>
                  </a:lnTo>
                  <a:lnTo>
                    <a:pt x="743872" y="36817"/>
                  </a:lnTo>
                  <a:lnTo>
                    <a:pt x="739051" y="33883"/>
                  </a:lnTo>
                  <a:lnTo>
                    <a:pt x="735241" y="32867"/>
                  </a:lnTo>
                  <a:close/>
                </a:path>
                <a:path w="1377950" h="316229">
                  <a:moveTo>
                    <a:pt x="806399" y="39890"/>
                  </a:moveTo>
                  <a:lnTo>
                    <a:pt x="758393" y="39890"/>
                  </a:lnTo>
                  <a:lnTo>
                    <a:pt x="758393" y="47383"/>
                  </a:lnTo>
                  <a:lnTo>
                    <a:pt x="806399" y="47383"/>
                  </a:lnTo>
                  <a:lnTo>
                    <a:pt x="806399" y="39890"/>
                  </a:lnTo>
                  <a:close/>
                </a:path>
                <a:path w="1377950" h="316229">
                  <a:moveTo>
                    <a:pt x="837044" y="17589"/>
                  </a:moveTo>
                  <a:lnTo>
                    <a:pt x="828586" y="17589"/>
                  </a:lnTo>
                  <a:lnTo>
                    <a:pt x="828586" y="78549"/>
                  </a:lnTo>
                  <a:lnTo>
                    <a:pt x="837044" y="78549"/>
                  </a:lnTo>
                  <a:lnTo>
                    <a:pt x="837044" y="17589"/>
                  </a:lnTo>
                  <a:close/>
                </a:path>
                <a:path w="1377950" h="316229">
                  <a:moveTo>
                    <a:pt x="837044" y="8724"/>
                  </a:moveTo>
                  <a:lnTo>
                    <a:pt x="828586" y="8724"/>
                  </a:lnTo>
                  <a:lnTo>
                    <a:pt x="811136" y="20320"/>
                  </a:lnTo>
                  <a:lnTo>
                    <a:pt x="811136" y="28905"/>
                  </a:lnTo>
                  <a:lnTo>
                    <a:pt x="828179" y="17589"/>
                  </a:lnTo>
                  <a:lnTo>
                    <a:pt x="837044" y="17589"/>
                  </a:lnTo>
                  <a:lnTo>
                    <a:pt x="837044" y="8724"/>
                  </a:lnTo>
                  <a:close/>
                </a:path>
                <a:path w="1377950" h="316229">
                  <a:moveTo>
                    <a:pt x="883869" y="7772"/>
                  </a:moveTo>
                  <a:lnTo>
                    <a:pt x="873683" y="7772"/>
                  </a:lnTo>
                  <a:lnTo>
                    <a:pt x="869327" y="9194"/>
                  </a:lnTo>
                  <a:lnTo>
                    <a:pt x="862075" y="14846"/>
                  </a:lnTo>
                  <a:lnTo>
                    <a:pt x="859294" y="18935"/>
                  </a:lnTo>
                  <a:lnTo>
                    <a:pt x="855459" y="29641"/>
                  </a:lnTo>
                  <a:lnTo>
                    <a:pt x="854506" y="36093"/>
                  </a:lnTo>
                  <a:lnTo>
                    <a:pt x="854506" y="51231"/>
                  </a:lnTo>
                  <a:lnTo>
                    <a:pt x="873645" y="79502"/>
                  </a:lnTo>
                  <a:lnTo>
                    <a:pt x="883919" y="79502"/>
                  </a:lnTo>
                  <a:lnTo>
                    <a:pt x="888288" y="78105"/>
                  </a:lnTo>
                  <a:lnTo>
                    <a:pt x="895515" y="72491"/>
                  </a:lnTo>
                  <a:lnTo>
                    <a:pt x="895842" y="72009"/>
                  </a:lnTo>
                  <a:lnTo>
                    <a:pt x="875398" y="72009"/>
                  </a:lnTo>
                  <a:lnTo>
                    <a:pt x="872489" y="70904"/>
                  </a:lnTo>
                  <a:lnTo>
                    <a:pt x="867702" y="66497"/>
                  </a:lnTo>
                  <a:lnTo>
                    <a:pt x="865873" y="63271"/>
                  </a:lnTo>
                  <a:lnTo>
                    <a:pt x="863320" y="54813"/>
                  </a:lnTo>
                  <a:lnTo>
                    <a:pt x="862685" y="49682"/>
                  </a:lnTo>
                  <a:lnTo>
                    <a:pt x="862685" y="34569"/>
                  </a:lnTo>
                  <a:lnTo>
                    <a:pt x="864107" y="27559"/>
                  </a:lnTo>
                  <a:lnTo>
                    <a:pt x="869784" y="17627"/>
                  </a:lnTo>
                  <a:lnTo>
                    <a:pt x="873734" y="15138"/>
                  </a:lnTo>
                  <a:lnTo>
                    <a:pt x="895674" y="15138"/>
                  </a:lnTo>
                  <a:lnTo>
                    <a:pt x="895476" y="14846"/>
                  </a:lnTo>
                  <a:lnTo>
                    <a:pt x="891832" y="12026"/>
                  </a:lnTo>
                  <a:lnTo>
                    <a:pt x="888225" y="9194"/>
                  </a:lnTo>
                  <a:lnTo>
                    <a:pt x="883869" y="7772"/>
                  </a:lnTo>
                  <a:close/>
                </a:path>
                <a:path w="1377950" h="316229">
                  <a:moveTo>
                    <a:pt x="895674" y="15138"/>
                  </a:moveTo>
                  <a:lnTo>
                    <a:pt x="882141" y="15138"/>
                  </a:lnTo>
                  <a:lnTo>
                    <a:pt x="885024" y="16243"/>
                  </a:lnTo>
                  <a:lnTo>
                    <a:pt x="887399" y="18478"/>
                  </a:lnTo>
                  <a:lnTo>
                    <a:pt x="889812" y="20701"/>
                  </a:lnTo>
                  <a:lnTo>
                    <a:pt x="891654" y="23939"/>
                  </a:lnTo>
                  <a:lnTo>
                    <a:pt x="892924" y="28194"/>
                  </a:lnTo>
                  <a:lnTo>
                    <a:pt x="894219" y="32435"/>
                  </a:lnTo>
                  <a:lnTo>
                    <a:pt x="894867" y="37592"/>
                  </a:lnTo>
                  <a:lnTo>
                    <a:pt x="894867" y="52730"/>
                  </a:lnTo>
                  <a:lnTo>
                    <a:pt x="893457" y="59728"/>
                  </a:lnTo>
                  <a:lnTo>
                    <a:pt x="887831" y="69545"/>
                  </a:lnTo>
                  <a:lnTo>
                    <a:pt x="883869" y="72009"/>
                  </a:lnTo>
                  <a:lnTo>
                    <a:pt x="895842" y="72009"/>
                  </a:lnTo>
                  <a:lnTo>
                    <a:pt x="898283" y="68414"/>
                  </a:lnTo>
                  <a:lnTo>
                    <a:pt x="902106" y="57708"/>
                  </a:lnTo>
                  <a:lnTo>
                    <a:pt x="903058" y="51231"/>
                  </a:lnTo>
                  <a:lnTo>
                    <a:pt x="903058" y="36093"/>
                  </a:lnTo>
                  <a:lnTo>
                    <a:pt x="902093" y="29641"/>
                  </a:lnTo>
                  <a:lnTo>
                    <a:pt x="900150" y="24307"/>
                  </a:lnTo>
                  <a:lnTo>
                    <a:pt x="898245" y="18935"/>
                  </a:lnTo>
                  <a:lnTo>
                    <a:pt x="895674" y="15138"/>
                  </a:lnTo>
                  <a:close/>
                </a:path>
                <a:path w="1377950" h="316229">
                  <a:moveTo>
                    <a:pt x="967079" y="47726"/>
                  </a:moveTo>
                  <a:lnTo>
                    <a:pt x="961212" y="47726"/>
                  </a:lnTo>
                  <a:lnTo>
                    <a:pt x="958735" y="48374"/>
                  </a:lnTo>
                  <a:lnTo>
                    <a:pt x="954658" y="50939"/>
                  </a:lnTo>
                  <a:lnTo>
                    <a:pt x="953122" y="52654"/>
                  </a:lnTo>
                  <a:lnTo>
                    <a:pt x="951001" y="56896"/>
                  </a:lnTo>
                  <a:lnTo>
                    <a:pt x="950480" y="59232"/>
                  </a:lnTo>
                  <a:lnTo>
                    <a:pt x="950480" y="68008"/>
                  </a:lnTo>
                  <a:lnTo>
                    <a:pt x="961161" y="79502"/>
                  </a:lnTo>
                  <a:lnTo>
                    <a:pt x="967028" y="79502"/>
                  </a:lnTo>
                  <a:lnTo>
                    <a:pt x="969479" y="78867"/>
                  </a:lnTo>
                  <a:lnTo>
                    <a:pt x="973505" y="76301"/>
                  </a:lnTo>
                  <a:lnTo>
                    <a:pt x="975029" y="74599"/>
                  </a:lnTo>
                  <a:lnTo>
                    <a:pt x="975499" y="73634"/>
                  </a:lnTo>
                  <a:lnTo>
                    <a:pt x="961669" y="73634"/>
                  </a:lnTo>
                  <a:lnTo>
                    <a:pt x="959942" y="72809"/>
                  </a:lnTo>
                  <a:lnTo>
                    <a:pt x="957935" y="69469"/>
                  </a:lnTo>
                  <a:lnTo>
                    <a:pt x="957553" y="68008"/>
                  </a:lnTo>
                  <a:lnTo>
                    <a:pt x="957556" y="59232"/>
                  </a:lnTo>
                  <a:lnTo>
                    <a:pt x="957948" y="57772"/>
                  </a:lnTo>
                  <a:lnTo>
                    <a:pt x="960018" y="54432"/>
                  </a:lnTo>
                  <a:lnTo>
                    <a:pt x="961732" y="53594"/>
                  </a:lnTo>
                  <a:lnTo>
                    <a:pt x="975520" y="53594"/>
                  </a:lnTo>
                  <a:lnTo>
                    <a:pt x="975067" y="52654"/>
                  </a:lnTo>
                  <a:lnTo>
                    <a:pt x="973556" y="50939"/>
                  </a:lnTo>
                  <a:lnTo>
                    <a:pt x="971549" y="49669"/>
                  </a:lnTo>
                  <a:lnTo>
                    <a:pt x="969556" y="48374"/>
                  </a:lnTo>
                  <a:lnTo>
                    <a:pt x="967079" y="47726"/>
                  </a:lnTo>
                  <a:close/>
                </a:path>
                <a:path w="1377950" h="316229">
                  <a:moveTo>
                    <a:pt x="974077" y="8724"/>
                  </a:moveTo>
                  <a:lnTo>
                    <a:pt x="966304" y="8724"/>
                  </a:lnTo>
                  <a:lnTo>
                    <a:pt x="918298" y="78549"/>
                  </a:lnTo>
                  <a:lnTo>
                    <a:pt x="926071" y="78549"/>
                  </a:lnTo>
                  <a:lnTo>
                    <a:pt x="974077" y="8724"/>
                  </a:lnTo>
                  <a:close/>
                </a:path>
                <a:path w="1377950" h="316229">
                  <a:moveTo>
                    <a:pt x="975520" y="53594"/>
                  </a:moveTo>
                  <a:lnTo>
                    <a:pt x="966571" y="53594"/>
                  </a:lnTo>
                  <a:lnTo>
                    <a:pt x="968273" y="54432"/>
                  </a:lnTo>
                  <a:lnTo>
                    <a:pt x="970191" y="57772"/>
                  </a:lnTo>
                  <a:lnTo>
                    <a:pt x="970553" y="59232"/>
                  </a:lnTo>
                  <a:lnTo>
                    <a:pt x="970547" y="68008"/>
                  </a:lnTo>
                  <a:lnTo>
                    <a:pt x="970165" y="69469"/>
                  </a:lnTo>
                  <a:lnTo>
                    <a:pt x="968184" y="72809"/>
                  </a:lnTo>
                  <a:lnTo>
                    <a:pt x="966508" y="73634"/>
                  </a:lnTo>
                  <a:lnTo>
                    <a:pt x="975499" y="73634"/>
                  </a:lnTo>
                  <a:lnTo>
                    <a:pt x="977099" y="70345"/>
                  </a:lnTo>
                  <a:lnTo>
                    <a:pt x="977620" y="68008"/>
                  </a:lnTo>
                  <a:lnTo>
                    <a:pt x="977620" y="59232"/>
                  </a:lnTo>
                  <a:lnTo>
                    <a:pt x="977112" y="56896"/>
                  </a:lnTo>
                  <a:lnTo>
                    <a:pt x="975520" y="53594"/>
                  </a:lnTo>
                  <a:close/>
                </a:path>
                <a:path w="1377950" h="316229">
                  <a:moveTo>
                    <a:pt x="932294" y="7772"/>
                  </a:moveTo>
                  <a:lnTo>
                    <a:pt x="926426" y="7772"/>
                  </a:lnTo>
                  <a:lnTo>
                    <a:pt x="923950" y="8420"/>
                  </a:lnTo>
                  <a:lnTo>
                    <a:pt x="919886" y="10985"/>
                  </a:lnTo>
                  <a:lnTo>
                    <a:pt x="918336" y="12687"/>
                  </a:lnTo>
                  <a:lnTo>
                    <a:pt x="916228" y="16941"/>
                  </a:lnTo>
                  <a:lnTo>
                    <a:pt x="915708" y="19265"/>
                  </a:lnTo>
                  <a:lnTo>
                    <a:pt x="915708" y="28041"/>
                  </a:lnTo>
                  <a:lnTo>
                    <a:pt x="926388" y="39547"/>
                  </a:lnTo>
                  <a:lnTo>
                    <a:pt x="932256" y="39547"/>
                  </a:lnTo>
                  <a:lnTo>
                    <a:pt x="934707" y="38912"/>
                  </a:lnTo>
                  <a:lnTo>
                    <a:pt x="938733" y="36334"/>
                  </a:lnTo>
                  <a:lnTo>
                    <a:pt x="940257" y="34632"/>
                  </a:lnTo>
                  <a:lnTo>
                    <a:pt x="940720" y="33680"/>
                  </a:lnTo>
                  <a:lnTo>
                    <a:pt x="926884" y="33680"/>
                  </a:lnTo>
                  <a:lnTo>
                    <a:pt x="925156" y="32854"/>
                  </a:lnTo>
                  <a:lnTo>
                    <a:pt x="923162" y="29514"/>
                  </a:lnTo>
                  <a:lnTo>
                    <a:pt x="922770" y="28041"/>
                  </a:lnTo>
                  <a:lnTo>
                    <a:pt x="922774" y="19265"/>
                  </a:lnTo>
                  <a:lnTo>
                    <a:pt x="923175" y="17818"/>
                  </a:lnTo>
                  <a:lnTo>
                    <a:pt x="924191" y="16154"/>
                  </a:lnTo>
                  <a:lnTo>
                    <a:pt x="925245" y="14478"/>
                  </a:lnTo>
                  <a:lnTo>
                    <a:pt x="926960" y="13627"/>
                  </a:lnTo>
                  <a:lnTo>
                    <a:pt x="940734" y="13627"/>
                  </a:lnTo>
                  <a:lnTo>
                    <a:pt x="940282" y="12687"/>
                  </a:lnTo>
                  <a:lnTo>
                    <a:pt x="938771" y="10985"/>
                  </a:lnTo>
                  <a:lnTo>
                    <a:pt x="934770" y="8420"/>
                  </a:lnTo>
                  <a:lnTo>
                    <a:pt x="932294" y="7772"/>
                  </a:lnTo>
                  <a:close/>
                </a:path>
                <a:path w="1377950" h="316229">
                  <a:moveTo>
                    <a:pt x="940734" y="13627"/>
                  </a:moveTo>
                  <a:lnTo>
                    <a:pt x="931798" y="13627"/>
                  </a:lnTo>
                  <a:lnTo>
                    <a:pt x="933500" y="14478"/>
                  </a:lnTo>
                  <a:lnTo>
                    <a:pt x="935405" y="17818"/>
                  </a:lnTo>
                  <a:lnTo>
                    <a:pt x="935777" y="19265"/>
                  </a:lnTo>
                  <a:lnTo>
                    <a:pt x="935776" y="28041"/>
                  </a:lnTo>
                  <a:lnTo>
                    <a:pt x="935393" y="29514"/>
                  </a:lnTo>
                  <a:lnTo>
                    <a:pt x="933411" y="32854"/>
                  </a:lnTo>
                  <a:lnTo>
                    <a:pt x="931722" y="33680"/>
                  </a:lnTo>
                  <a:lnTo>
                    <a:pt x="940720" y="33680"/>
                  </a:lnTo>
                  <a:lnTo>
                    <a:pt x="942327" y="30378"/>
                  </a:lnTo>
                  <a:lnTo>
                    <a:pt x="942847" y="28041"/>
                  </a:lnTo>
                  <a:lnTo>
                    <a:pt x="942847" y="19265"/>
                  </a:lnTo>
                  <a:lnTo>
                    <a:pt x="942327" y="16941"/>
                  </a:lnTo>
                  <a:lnTo>
                    <a:pt x="940734" y="13627"/>
                  </a:lnTo>
                  <a:close/>
                </a:path>
                <a:path w="1377950" h="316229">
                  <a:moveTo>
                    <a:pt x="996137" y="0"/>
                  </a:moveTo>
                  <a:lnTo>
                    <a:pt x="989037" y="0"/>
                  </a:lnTo>
                  <a:lnTo>
                    <a:pt x="991222" y="2997"/>
                  </a:lnTo>
                  <a:lnTo>
                    <a:pt x="993203" y="6883"/>
                  </a:lnTo>
                  <a:lnTo>
                    <a:pt x="996746" y="16433"/>
                  </a:lnTo>
                  <a:lnTo>
                    <a:pt x="998156" y="21602"/>
                  </a:lnTo>
                  <a:lnTo>
                    <a:pt x="1000251" y="32740"/>
                  </a:lnTo>
                  <a:lnTo>
                    <a:pt x="1000772" y="38227"/>
                  </a:lnTo>
                  <a:lnTo>
                    <a:pt x="1000772" y="47675"/>
                  </a:lnTo>
                  <a:lnTo>
                    <a:pt x="1000467" y="51803"/>
                  </a:lnTo>
                  <a:lnTo>
                    <a:pt x="999845" y="56007"/>
                  </a:lnTo>
                  <a:lnTo>
                    <a:pt x="999261" y="60198"/>
                  </a:lnTo>
                  <a:lnTo>
                    <a:pt x="998435" y="64249"/>
                  </a:lnTo>
                  <a:lnTo>
                    <a:pt x="996289" y="72097"/>
                  </a:lnTo>
                  <a:lnTo>
                    <a:pt x="995044" y="75679"/>
                  </a:lnTo>
                  <a:lnTo>
                    <a:pt x="993609" y="78955"/>
                  </a:lnTo>
                  <a:lnTo>
                    <a:pt x="992200" y="82257"/>
                  </a:lnTo>
                  <a:lnTo>
                    <a:pt x="990676" y="85026"/>
                  </a:lnTo>
                  <a:lnTo>
                    <a:pt x="989037" y="87274"/>
                  </a:lnTo>
                  <a:lnTo>
                    <a:pt x="996137" y="87274"/>
                  </a:lnTo>
                  <a:lnTo>
                    <a:pt x="1000290" y="81203"/>
                  </a:lnTo>
                  <a:lnTo>
                    <a:pt x="1003490" y="74574"/>
                  </a:lnTo>
                  <a:lnTo>
                    <a:pt x="1007941" y="60198"/>
                  </a:lnTo>
                  <a:lnTo>
                    <a:pt x="1009091" y="52222"/>
                  </a:lnTo>
                  <a:lnTo>
                    <a:pt x="1009091" y="35039"/>
                  </a:lnTo>
                  <a:lnTo>
                    <a:pt x="1007960" y="27139"/>
                  </a:lnTo>
                  <a:lnTo>
                    <a:pt x="1005712" y="19939"/>
                  </a:lnTo>
                  <a:lnTo>
                    <a:pt x="1003490" y="12712"/>
                  </a:lnTo>
                  <a:lnTo>
                    <a:pt x="1000290" y="6057"/>
                  </a:lnTo>
                  <a:lnTo>
                    <a:pt x="996137" y="0"/>
                  </a:lnTo>
                  <a:close/>
                </a:path>
                <a:path w="1377950" h="316229">
                  <a:moveTo>
                    <a:pt x="1074356" y="0"/>
                  </a:moveTo>
                  <a:lnTo>
                    <a:pt x="1067269" y="0"/>
                  </a:lnTo>
                  <a:lnTo>
                    <a:pt x="1063104" y="6057"/>
                  </a:lnTo>
                  <a:lnTo>
                    <a:pt x="1059903" y="12712"/>
                  </a:lnTo>
                  <a:lnTo>
                    <a:pt x="1055420" y="27139"/>
                  </a:lnTo>
                  <a:lnTo>
                    <a:pt x="1054315" y="35039"/>
                  </a:lnTo>
                  <a:lnTo>
                    <a:pt x="1054315" y="52222"/>
                  </a:lnTo>
                  <a:lnTo>
                    <a:pt x="1055420" y="60134"/>
                  </a:lnTo>
                  <a:lnTo>
                    <a:pt x="1059903" y="74574"/>
                  </a:lnTo>
                  <a:lnTo>
                    <a:pt x="1063104" y="81203"/>
                  </a:lnTo>
                  <a:lnTo>
                    <a:pt x="1067269" y="87274"/>
                  </a:lnTo>
                  <a:lnTo>
                    <a:pt x="1074356" y="87274"/>
                  </a:lnTo>
                  <a:lnTo>
                    <a:pt x="1072172" y="84277"/>
                  </a:lnTo>
                  <a:lnTo>
                    <a:pt x="1070203" y="80391"/>
                  </a:lnTo>
                  <a:lnTo>
                    <a:pt x="1066647" y="70840"/>
                  </a:lnTo>
                  <a:lnTo>
                    <a:pt x="1065237" y="65671"/>
                  </a:lnTo>
                  <a:lnTo>
                    <a:pt x="1063155" y="54533"/>
                  </a:lnTo>
                  <a:lnTo>
                    <a:pt x="1062634" y="49047"/>
                  </a:lnTo>
                  <a:lnTo>
                    <a:pt x="1062634" y="39573"/>
                  </a:lnTo>
                  <a:lnTo>
                    <a:pt x="1072718" y="2247"/>
                  </a:lnTo>
                  <a:lnTo>
                    <a:pt x="1074356" y="0"/>
                  </a:lnTo>
                  <a:close/>
                </a:path>
                <a:path w="1377950" h="316229">
                  <a:moveTo>
                    <a:pt x="1113154" y="7772"/>
                  </a:moveTo>
                  <a:lnTo>
                    <a:pt x="1105319" y="7772"/>
                  </a:lnTo>
                  <a:lnTo>
                    <a:pt x="1101775" y="8623"/>
                  </a:lnTo>
                  <a:lnTo>
                    <a:pt x="1084050" y="54089"/>
                  </a:lnTo>
                  <a:lnTo>
                    <a:pt x="1084592" y="58178"/>
                  </a:lnTo>
                  <a:lnTo>
                    <a:pt x="1105760" y="79552"/>
                  </a:lnTo>
                  <a:lnTo>
                    <a:pt x="1112862" y="79552"/>
                  </a:lnTo>
                  <a:lnTo>
                    <a:pt x="1116952" y="78524"/>
                  </a:lnTo>
                  <a:lnTo>
                    <a:pt x="1123924" y="74320"/>
                  </a:lnTo>
                  <a:lnTo>
                    <a:pt x="1126132" y="72009"/>
                  </a:lnTo>
                  <a:lnTo>
                    <a:pt x="1105242" y="72009"/>
                  </a:lnTo>
                  <a:lnTo>
                    <a:pt x="1102727" y="71285"/>
                  </a:lnTo>
                  <a:lnTo>
                    <a:pt x="1093736" y="61683"/>
                  </a:lnTo>
                  <a:lnTo>
                    <a:pt x="1093660" y="61544"/>
                  </a:lnTo>
                  <a:lnTo>
                    <a:pt x="1093025" y="59004"/>
                  </a:lnTo>
                  <a:lnTo>
                    <a:pt x="1093012" y="54089"/>
                  </a:lnTo>
                  <a:lnTo>
                    <a:pt x="1093419" y="52108"/>
                  </a:lnTo>
                  <a:lnTo>
                    <a:pt x="1101323" y="42138"/>
                  </a:lnTo>
                  <a:lnTo>
                    <a:pt x="1091793" y="42138"/>
                  </a:lnTo>
                  <a:lnTo>
                    <a:pt x="1103833" y="15265"/>
                  </a:lnTo>
                  <a:lnTo>
                    <a:pt x="1126246" y="15265"/>
                  </a:lnTo>
                  <a:lnTo>
                    <a:pt x="1125245" y="13830"/>
                  </a:lnTo>
                  <a:lnTo>
                    <a:pt x="1122743" y="11671"/>
                  </a:lnTo>
                  <a:lnTo>
                    <a:pt x="1119682" y="10121"/>
                  </a:lnTo>
                  <a:lnTo>
                    <a:pt x="1116782" y="8623"/>
                  </a:lnTo>
                  <a:lnTo>
                    <a:pt x="1116977" y="8623"/>
                  </a:lnTo>
                  <a:lnTo>
                    <a:pt x="1113154" y="7772"/>
                  </a:lnTo>
                  <a:close/>
                </a:path>
                <a:path w="1377950" h="316229">
                  <a:moveTo>
                    <a:pt x="1126266" y="40360"/>
                  </a:moveTo>
                  <a:lnTo>
                    <a:pt x="1111288" y="40360"/>
                  </a:lnTo>
                  <a:lnTo>
                    <a:pt x="1113840" y="41071"/>
                  </a:lnTo>
                  <a:lnTo>
                    <a:pt x="1118311" y="43891"/>
                  </a:lnTo>
                  <a:lnTo>
                    <a:pt x="1120076" y="45783"/>
                  </a:lnTo>
                  <a:lnTo>
                    <a:pt x="1121346" y="48171"/>
                  </a:lnTo>
                  <a:lnTo>
                    <a:pt x="1122641" y="50533"/>
                  </a:lnTo>
                  <a:lnTo>
                    <a:pt x="1123205" y="52819"/>
                  </a:lnTo>
                  <a:lnTo>
                    <a:pt x="1123289" y="59004"/>
                  </a:lnTo>
                  <a:lnTo>
                    <a:pt x="1122651" y="61544"/>
                  </a:lnTo>
                  <a:lnTo>
                    <a:pt x="1111021" y="72009"/>
                  </a:lnTo>
                  <a:lnTo>
                    <a:pt x="1126132" y="72009"/>
                  </a:lnTo>
                  <a:lnTo>
                    <a:pt x="1126642" y="71475"/>
                  </a:lnTo>
                  <a:lnTo>
                    <a:pt x="1130503" y="64325"/>
                  </a:lnTo>
                  <a:lnTo>
                    <a:pt x="1131481" y="60363"/>
                  </a:lnTo>
                  <a:lnTo>
                    <a:pt x="1131481" y="51549"/>
                  </a:lnTo>
                  <a:lnTo>
                    <a:pt x="1130477" y="47561"/>
                  </a:lnTo>
                  <a:lnTo>
                    <a:pt x="1126600" y="40792"/>
                  </a:lnTo>
                  <a:lnTo>
                    <a:pt x="1126477" y="40576"/>
                  </a:lnTo>
                  <a:lnTo>
                    <a:pt x="1126266" y="40360"/>
                  </a:lnTo>
                  <a:close/>
                </a:path>
                <a:path w="1377950" h="316229">
                  <a:moveTo>
                    <a:pt x="1113523" y="32867"/>
                  </a:moveTo>
                  <a:lnTo>
                    <a:pt x="1107135" y="32867"/>
                  </a:lnTo>
                  <a:lnTo>
                    <a:pt x="1104874" y="33235"/>
                  </a:lnTo>
                  <a:lnTo>
                    <a:pt x="1092339" y="42138"/>
                  </a:lnTo>
                  <a:lnTo>
                    <a:pt x="1101323" y="42138"/>
                  </a:lnTo>
                  <a:lnTo>
                    <a:pt x="1104252" y="40792"/>
                  </a:lnTo>
                  <a:lnTo>
                    <a:pt x="1106271" y="40360"/>
                  </a:lnTo>
                  <a:lnTo>
                    <a:pt x="1126266" y="40360"/>
                  </a:lnTo>
                  <a:lnTo>
                    <a:pt x="1123810" y="37846"/>
                  </a:lnTo>
                  <a:lnTo>
                    <a:pt x="1117180" y="33858"/>
                  </a:lnTo>
                  <a:lnTo>
                    <a:pt x="1113523" y="32867"/>
                  </a:lnTo>
                  <a:close/>
                </a:path>
                <a:path w="1377950" h="316229">
                  <a:moveTo>
                    <a:pt x="1126246" y="15265"/>
                  </a:moveTo>
                  <a:lnTo>
                    <a:pt x="1112926" y="15265"/>
                  </a:lnTo>
                  <a:lnTo>
                    <a:pt x="1115885" y="16306"/>
                  </a:lnTo>
                  <a:lnTo>
                    <a:pt x="1120343" y="20434"/>
                  </a:lnTo>
                  <a:lnTo>
                    <a:pt x="1121841" y="23037"/>
                  </a:lnTo>
                  <a:lnTo>
                    <a:pt x="1122616" y="26174"/>
                  </a:lnTo>
                  <a:lnTo>
                    <a:pt x="1130934" y="26174"/>
                  </a:lnTo>
                  <a:lnTo>
                    <a:pt x="1130437" y="23037"/>
                  </a:lnTo>
                  <a:lnTo>
                    <a:pt x="1130363" y="22567"/>
                  </a:lnTo>
                  <a:lnTo>
                    <a:pt x="1129106" y="19367"/>
                  </a:lnTo>
                  <a:lnTo>
                    <a:pt x="1126246" y="15265"/>
                  </a:lnTo>
                  <a:close/>
                </a:path>
                <a:path w="1377950" h="316229">
                  <a:moveTo>
                    <a:pt x="1171625" y="7772"/>
                  </a:moveTo>
                  <a:lnTo>
                    <a:pt x="1161440" y="7772"/>
                  </a:lnTo>
                  <a:lnTo>
                    <a:pt x="1157084" y="9194"/>
                  </a:lnTo>
                  <a:lnTo>
                    <a:pt x="1149832" y="14846"/>
                  </a:lnTo>
                  <a:lnTo>
                    <a:pt x="1147051" y="18935"/>
                  </a:lnTo>
                  <a:lnTo>
                    <a:pt x="1143215" y="29641"/>
                  </a:lnTo>
                  <a:lnTo>
                    <a:pt x="1142263" y="36093"/>
                  </a:lnTo>
                  <a:lnTo>
                    <a:pt x="1142263" y="51231"/>
                  </a:lnTo>
                  <a:lnTo>
                    <a:pt x="1161402" y="79502"/>
                  </a:lnTo>
                  <a:lnTo>
                    <a:pt x="1171676" y="79502"/>
                  </a:lnTo>
                  <a:lnTo>
                    <a:pt x="1176045" y="78105"/>
                  </a:lnTo>
                  <a:lnTo>
                    <a:pt x="1183271" y="72491"/>
                  </a:lnTo>
                  <a:lnTo>
                    <a:pt x="1183599" y="72009"/>
                  </a:lnTo>
                  <a:lnTo>
                    <a:pt x="1163142" y="72009"/>
                  </a:lnTo>
                  <a:lnTo>
                    <a:pt x="1160246" y="70904"/>
                  </a:lnTo>
                  <a:lnTo>
                    <a:pt x="1155458" y="66497"/>
                  </a:lnTo>
                  <a:lnTo>
                    <a:pt x="1153617" y="63271"/>
                  </a:lnTo>
                  <a:lnTo>
                    <a:pt x="1151077" y="54813"/>
                  </a:lnTo>
                  <a:lnTo>
                    <a:pt x="1150442" y="49682"/>
                  </a:lnTo>
                  <a:lnTo>
                    <a:pt x="1150442" y="34569"/>
                  </a:lnTo>
                  <a:lnTo>
                    <a:pt x="1151864" y="27559"/>
                  </a:lnTo>
                  <a:lnTo>
                    <a:pt x="1157541" y="17627"/>
                  </a:lnTo>
                  <a:lnTo>
                    <a:pt x="1161491" y="15138"/>
                  </a:lnTo>
                  <a:lnTo>
                    <a:pt x="1183431" y="15138"/>
                  </a:lnTo>
                  <a:lnTo>
                    <a:pt x="1183233" y="14846"/>
                  </a:lnTo>
                  <a:lnTo>
                    <a:pt x="1179588" y="12026"/>
                  </a:lnTo>
                  <a:lnTo>
                    <a:pt x="1175981" y="9194"/>
                  </a:lnTo>
                  <a:lnTo>
                    <a:pt x="1171625" y="7772"/>
                  </a:lnTo>
                  <a:close/>
                </a:path>
                <a:path w="1377950" h="316229">
                  <a:moveTo>
                    <a:pt x="1183431" y="15138"/>
                  </a:moveTo>
                  <a:lnTo>
                    <a:pt x="1169898" y="15138"/>
                  </a:lnTo>
                  <a:lnTo>
                    <a:pt x="1172768" y="16243"/>
                  </a:lnTo>
                  <a:lnTo>
                    <a:pt x="1175156" y="18478"/>
                  </a:lnTo>
                  <a:lnTo>
                    <a:pt x="1177569" y="20701"/>
                  </a:lnTo>
                  <a:lnTo>
                    <a:pt x="1179410" y="23939"/>
                  </a:lnTo>
                  <a:lnTo>
                    <a:pt x="1180680" y="28194"/>
                  </a:lnTo>
                  <a:lnTo>
                    <a:pt x="1181976" y="32435"/>
                  </a:lnTo>
                  <a:lnTo>
                    <a:pt x="1182623" y="37592"/>
                  </a:lnTo>
                  <a:lnTo>
                    <a:pt x="1182623" y="52730"/>
                  </a:lnTo>
                  <a:lnTo>
                    <a:pt x="1181214" y="59728"/>
                  </a:lnTo>
                  <a:lnTo>
                    <a:pt x="1175575" y="69545"/>
                  </a:lnTo>
                  <a:lnTo>
                    <a:pt x="1171625" y="72009"/>
                  </a:lnTo>
                  <a:lnTo>
                    <a:pt x="1183599" y="72009"/>
                  </a:lnTo>
                  <a:lnTo>
                    <a:pt x="1186040" y="68414"/>
                  </a:lnTo>
                  <a:lnTo>
                    <a:pt x="1189850" y="57708"/>
                  </a:lnTo>
                  <a:lnTo>
                    <a:pt x="1190815" y="51231"/>
                  </a:lnTo>
                  <a:lnTo>
                    <a:pt x="1190815" y="36093"/>
                  </a:lnTo>
                  <a:lnTo>
                    <a:pt x="1189837" y="29641"/>
                  </a:lnTo>
                  <a:lnTo>
                    <a:pt x="1187907" y="24307"/>
                  </a:lnTo>
                  <a:lnTo>
                    <a:pt x="1186002" y="18935"/>
                  </a:lnTo>
                  <a:lnTo>
                    <a:pt x="1183431" y="15138"/>
                  </a:lnTo>
                  <a:close/>
                </a:path>
                <a:path w="1377950" h="316229">
                  <a:moveTo>
                    <a:pt x="1243418" y="39890"/>
                  </a:moveTo>
                  <a:lnTo>
                    <a:pt x="1195412" y="39890"/>
                  </a:lnTo>
                  <a:lnTo>
                    <a:pt x="1195412" y="47383"/>
                  </a:lnTo>
                  <a:lnTo>
                    <a:pt x="1243418" y="47383"/>
                  </a:lnTo>
                  <a:lnTo>
                    <a:pt x="1243418" y="39890"/>
                  </a:lnTo>
                  <a:close/>
                </a:path>
                <a:path w="1377950" h="316229">
                  <a:moveTo>
                    <a:pt x="1291666" y="8724"/>
                  </a:moveTo>
                  <a:lnTo>
                    <a:pt x="1246924" y="8724"/>
                  </a:lnTo>
                  <a:lnTo>
                    <a:pt x="1246924" y="16217"/>
                  </a:lnTo>
                  <a:lnTo>
                    <a:pt x="1282928" y="16217"/>
                  </a:lnTo>
                  <a:lnTo>
                    <a:pt x="1282928" y="16764"/>
                  </a:lnTo>
                  <a:lnTo>
                    <a:pt x="1251699" y="78549"/>
                  </a:lnTo>
                  <a:lnTo>
                    <a:pt x="1260563" y="78549"/>
                  </a:lnTo>
                  <a:lnTo>
                    <a:pt x="1291602" y="16764"/>
                  </a:lnTo>
                  <a:lnTo>
                    <a:pt x="1291666" y="8724"/>
                  </a:lnTo>
                  <a:close/>
                </a:path>
                <a:path w="1377950" h="316229">
                  <a:moveTo>
                    <a:pt x="1329613" y="7772"/>
                  </a:moveTo>
                  <a:lnTo>
                    <a:pt x="1319428" y="7772"/>
                  </a:lnTo>
                  <a:lnTo>
                    <a:pt x="1315072" y="9194"/>
                  </a:lnTo>
                  <a:lnTo>
                    <a:pt x="1307820" y="14846"/>
                  </a:lnTo>
                  <a:lnTo>
                    <a:pt x="1305039" y="18935"/>
                  </a:lnTo>
                  <a:lnTo>
                    <a:pt x="1301203" y="29641"/>
                  </a:lnTo>
                  <a:lnTo>
                    <a:pt x="1300251" y="36093"/>
                  </a:lnTo>
                  <a:lnTo>
                    <a:pt x="1300251" y="51231"/>
                  </a:lnTo>
                  <a:lnTo>
                    <a:pt x="1319390" y="79502"/>
                  </a:lnTo>
                  <a:lnTo>
                    <a:pt x="1329664" y="79502"/>
                  </a:lnTo>
                  <a:lnTo>
                    <a:pt x="1334033" y="78105"/>
                  </a:lnTo>
                  <a:lnTo>
                    <a:pt x="1341259" y="72491"/>
                  </a:lnTo>
                  <a:lnTo>
                    <a:pt x="1341587" y="72009"/>
                  </a:lnTo>
                  <a:lnTo>
                    <a:pt x="1321130" y="72009"/>
                  </a:lnTo>
                  <a:lnTo>
                    <a:pt x="1318234" y="70904"/>
                  </a:lnTo>
                  <a:lnTo>
                    <a:pt x="1313446" y="66497"/>
                  </a:lnTo>
                  <a:lnTo>
                    <a:pt x="1311617" y="63271"/>
                  </a:lnTo>
                  <a:lnTo>
                    <a:pt x="1309065" y="54813"/>
                  </a:lnTo>
                  <a:lnTo>
                    <a:pt x="1308430" y="49682"/>
                  </a:lnTo>
                  <a:lnTo>
                    <a:pt x="1308430" y="34569"/>
                  </a:lnTo>
                  <a:lnTo>
                    <a:pt x="1309852" y="27559"/>
                  </a:lnTo>
                  <a:lnTo>
                    <a:pt x="1315529" y="17627"/>
                  </a:lnTo>
                  <a:lnTo>
                    <a:pt x="1319479" y="15138"/>
                  </a:lnTo>
                  <a:lnTo>
                    <a:pt x="1341419" y="15138"/>
                  </a:lnTo>
                  <a:lnTo>
                    <a:pt x="1341221" y="14846"/>
                  </a:lnTo>
                  <a:lnTo>
                    <a:pt x="1337576" y="12026"/>
                  </a:lnTo>
                  <a:lnTo>
                    <a:pt x="1333969" y="9194"/>
                  </a:lnTo>
                  <a:lnTo>
                    <a:pt x="1329613" y="7772"/>
                  </a:lnTo>
                  <a:close/>
                </a:path>
                <a:path w="1377950" h="316229">
                  <a:moveTo>
                    <a:pt x="1341419" y="15138"/>
                  </a:moveTo>
                  <a:lnTo>
                    <a:pt x="1327886" y="15138"/>
                  </a:lnTo>
                  <a:lnTo>
                    <a:pt x="1330756" y="16243"/>
                  </a:lnTo>
                  <a:lnTo>
                    <a:pt x="1333144" y="18478"/>
                  </a:lnTo>
                  <a:lnTo>
                    <a:pt x="1335557" y="20701"/>
                  </a:lnTo>
                  <a:lnTo>
                    <a:pt x="1337398" y="23939"/>
                  </a:lnTo>
                  <a:lnTo>
                    <a:pt x="1338668" y="28194"/>
                  </a:lnTo>
                  <a:lnTo>
                    <a:pt x="1339964" y="32435"/>
                  </a:lnTo>
                  <a:lnTo>
                    <a:pt x="1340611" y="37592"/>
                  </a:lnTo>
                  <a:lnTo>
                    <a:pt x="1340611" y="52730"/>
                  </a:lnTo>
                  <a:lnTo>
                    <a:pt x="1339202" y="59728"/>
                  </a:lnTo>
                  <a:lnTo>
                    <a:pt x="1333563" y="69545"/>
                  </a:lnTo>
                  <a:lnTo>
                    <a:pt x="1329613" y="72009"/>
                  </a:lnTo>
                  <a:lnTo>
                    <a:pt x="1341587" y="72009"/>
                  </a:lnTo>
                  <a:lnTo>
                    <a:pt x="1344028" y="68414"/>
                  </a:lnTo>
                  <a:lnTo>
                    <a:pt x="1347838" y="57708"/>
                  </a:lnTo>
                  <a:lnTo>
                    <a:pt x="1348803" y="51231"/>
                  </a:lnTo>
                  <a:lnTo>
                    <a:pt x="1348803" y="36093"/>
                  </a:lnTo>
                  <a:lnTo>
                    <a:pt x="1347838" y="29641"/>
                  </a:lnTo>
                  <a:lnTo>
                    <a:pt x="1345895" y="24307"/>
                  </a:lnTo>
                  <a:lnTo>
                    <a:pt x="1343990" y="18935"/>
                  </a:lnTo>
                  <a:lnTo>
                    <a:pt x="1341419" y="15138"/>
                  </a:lnTo>
                  <a:close/>
                </a:path>
                <a:path w="1377950" h="316229">
                  <a:moveTo>
                    <a:pt x="1364995" y="0"/>
                  </a:moveTo>
                  <a:lnTo>
                    <a:pt x="1357896" y="0"/>
                  </a:lnTo>
                  <a:lnTo>
                    <a:pt x="1360081" y="2997"/>
                  </a:lnTo>
                  <a:lnTo>
                    <a:pt x="1362062" y="6883"/>
                  </a:lnTo>
                  <a:lnTo>
                    <a:pt x="1365605" y="16433"/>
                  </a:lnTo>
                  <a:lnTo>
                    <a:pt x="1367015" y="21602"/>
                  </a:lnTo>
                  <a:lnTo>
                    <a:pt x="1369110" y="32740"/>
                  </a:lnTo>
                  <a:lnTo>
                    <a:pt x="1369631" y="38227"/>
                  </a:lnTo>
                  <a:lnTo>
                    <a:pt x="1369631" y="47675"/>
                  </a:lnTo>
                  <a:lnTo>
                    <a:pt x="1369326" y="51803"/>
                  </a:lnTo>
                  <a:lnTo>
                    <a:pt x="1368704" y="56007"/>
                  </a:lnTo>
                  <a:lnTo>
                    <a:pt x="1368120" y="60198"/>
                  </a:lnTo>
                  <a:lnTo>
                    <a:pt x="1367294" y="64249"/>
                  </a:lnTo>
                  <a:lnTo>
                    <a:pt x="1365148" y="72097"/>
                  </a:lnTo>
                  <a:lnTo>
                    <a:pt x="1363903" y="75679"/>
                  </a:lnTo>
                  <a:lnTo>
                    <a:pt x="1362468" y="78955"/>
                  </a:lnTo>
                  <a:lnTo>
                    <a:pt x="1361058" y="82257"/>
                  </a:lnTo>
                  <a:lnTo>
                    <a:pt x="1359534" y="85026"/>
                  </a:lnTo>
                  <a:lnTo>
                    <a:pt x="1357896" y="87274"/>
                  </a:lnTo>
                  <a:lnTo>
                    <a:pt x="1364995" y="87274"/>
                  </a:lnTo>
                  <a:lnTo>
                    <a:pt x="1369148" y="81203"/>
                  </a:lnTo>
                  <a:lnTo>
                    <a:pt x="1372349" y="74574"/>
                  </a:lnTo>
                  <a:lnTo>
                    <a:pt x="1376800" y="60198"/>
                  </a:lnTo>
                  <a:lnTo>
                    <a:pt x="1377949" y="52222"/>
                  </a:lnTo>
                  <a:lnTo>
                    <a:pt x="1377949" y="35039"/>
                  </a:lnTo>
                  <a:lnTo>
                    <a:pt x="1376819" y="27139"/>
                  </a:lnTo>
                  <a:lnTo>
                    <a:pt x="1374571" y="19939"/>
                  </a:lnTo>
                  <a:lnTo>
                    <a:pt x="1372349" y="12712"/>
                  </a:lnTo>
                  <a:lnTo>
                    <a:pt x="1369148" y="6057"/>
                  </a:lnTo>
                  <a:lnTo>
                    <a:pt x="1364995" y="0"/>
                  </a:lnTo>
                  <a:close/>
                </a:path>
                <a:path w="1377950" h="316229">
                  <a:moveTo>
                    <a:pt x="5181" y="156032"/>
                  </a:moveTo>
                  <a:lnTo>
                    <a:pt x="0" y="161340"/>
                  </a:lnTo>
                  <a:lnTo>
                    <a:pt x="23190" y="184391"/>
                  </a:lnTo>
                  <a:lnTo>
                    <a:pt x="33851" y="173761"/>
                  </a:lnTo>
                  <a:lnTo>
                    <a:pt x="23190" y="173761"/>
                  </a:lnTo>
                  <a:lnTo>
                    <a:pt x="5181" y="156032"/>
                  </a:lnTo>
                  <a:close/>
                </a:path>
                <a:path w="1377950" h="316229">
                  <a:moveTo>
                    <a:pt x="60413" y="136664"/>
                  </a:moveTo>
                  <a:lnTo>
                    <a:pt x="23190" y="173761"/>
                  </a:lnTo>
                  <a:lnTo>
                    <a:pt x="33851" y="173761"/>
                  </a:lnTo>
                  <a:lnTo>
                    <a:pt x="65735" y="141973"/>
                  </a:lnTo>
                  <a:lnTo>
                    <a:pt x="60413" y="136664"/>
                  </a:lnTo>
                  <a:close/>
                </a:path>
                <a:path w="1377950" h="316229">
                  <a:moveTo>
                    <a:pt x="113144" y="174853"/>
                  </a:moveTo>
                  <a:lnTo>
                    <a:pt x="104419" y="174853"/>
                  </a:lnTo>
                  <a:lnTo>
                    <a:pt x="104520" y="176301"/>
                  </a:lnTo>
                  <a:lnTo>
                    <a:pt x="104603" y="177482"/>
                  </a:lnTo>
                  <a:lnTo>
                    <a:pt x="124510" y="194081"/>
                  </a:lnTo>
                  <a:lnTo>
                    <a:pt x="134873" y="194081"/>
                  </a:lnTo>
                  <a:lnTo>
                    <a:pt x="138983" y="193268"/>
                  </a:lnTo>
                  <a:lnTo>
                    <a:pt x="139247" y="193268"/>
                  </a:lnTo>
                  <a:lnTo>
                    <a:pt x="146951" y="189585"/>
                  </a:lnTo>
                  <a:lnTo>
                    <a:pt x="149821" y="187172"/>
                  </a:lnTo>
                  <a:lnTo>
                    <a:pt x="150297" y="186436"/>
                  </a:lnTo>
                  <a:lnTo>
                    <a:pt x="126733" y="186436"/>
                  </a:lnTo>
                  <a:lnTo>
                    <a:pt x="124142" y="186029"/>
                  </a:lnTo>
                  <a:lnTo>
                    <a:pt x="113270" y="176301"/>
                  </a:lnTo>
                  <a:lnTo>
                    <a:pt x="113144" y="174853"/>
                  </a:lnTo>
                  <a:close/>
                </a:path>
                <a:path w="1377950" h="316229">
                  <a:moveTo>
                    <a:pt x="134696" y="122072"/>
                  </a:moveTo>
                  <a:lnTo>
                    <a:pt x="125742" y="122072"/>
                  </a:lnTo>
                  <a:lnTo>
                    <a:pt x="121704" y="122885"/>
                  </a:lnTo>
                  <a:lnTo>
                    <a:pt x="106324" y="137655"/>
                  </a:lnTo>
                  <a:lnTo>
                    <a:pt x="106324" y="146278"/>
                  </a:lnTo>
                  <a:lnTo>
                    <a:pt x="135102" y="162839"/>
                  </a:lnTo>
                  <a:lnTo>
                    <a:pt x="137388" y="163639"/>
                  </a:lnTo>
                  <a:lnTo>
                    <a:pt x="141617" y="165455"/>
                  </a:lnTo>
                  <a:lnTo>
                    <a:pt x="143319" y="166636"/>
                  </a:lnTo>
                  <a:lnTo>
                    <a:pt x="145910" y="169545"/>
                  </a:lnTo>
                  <a:lnTo>
                    <a:pt x="146557" y="171437"/>
                  </a:lnTo>
                  <a:lnTo>
                    <a:pt x="146557" y="176301"/>
                  </a:lnTo>
                  <a:lnTo>
                    <a:pt x="145808" y="178523"/>
                  </a:lnTo>
                  <a:lnTo>
                    <a:pt x="142811" y="182321"/>
                  </a:lnTo>
                  <a:lnTo>
                    <a:pt x="140779" y="183807"/>
                  </a:lnTo>
                  <a:lnTo>
                    <a:pt x="135357" y="186029"/>
                  </a:lnTo>
                  <a:lnTo>
                    <a:pt x="135000" y="186029"/>
                  </a:lnTo>
                  <a:lnTo>
                    <a:pt x="132740" y="186436"/>
                  </a:lnTo>
                  <a:lnTo>
                    <a:pt x="150297" y="186436"/>
                  </a:lnTo>
                  <a:lnTo>
                    <a:pt x="153758" y="181076"/>
                  </a:lnTo>
                  <a:lnTo>
                    <a:pt x="154736" y="177660"/>
                  </a:lnTo>
                  <a:lnTo>
                    <a:pt x="154736" y="170624"/>
                  </a:lnTo>
                  <a:lnTo>
                    <a:pt x="154076" y="167855"/>
                  </a:lnTo>
                  <a:lnTo>
                    <a:pt x="151383" y="163360"/>
                  </a:lnTo>
                  <a:lnTo>
                    <a:pt x="149682" y="161518"/>
                  </a:lnTo>
                  <a:lnTo>
                    <a:pt x="147612" y="160083"/>
                  </a:lnTo>
                  <a:lnTo>
                    <a:pt x="145567" y="158623"/>
                  </a:lnTo>
                  <a:lnTo>
                    <a:pt x="143421" y="157480"/>
                  </a:lnTo>
                  <a:lnTo>
                    <a:pt x="139221" y="155905"/>
                  </a:lnTo>
                  <a:lnTo>
                    <a:pt x="136918" y="155143"/>
                  </a:lnTo>
                  <a:lnTo>
                    <a:pt x="126720" y="152412"/>
                  </a:lnTo>
                  <a:lnTo>
                    <a:pt x="125298" y="151968"/>
                  </a:lnTo>
                  <a:lnTo>
                    <a:pt x="114515" y="143027"/>
                  </a:lnTo>
                  <a:lnTo>
                    <a:pt x="114515" y="138938"/>
                  </a:lnTo>
                  <a:lnTo>
                    <a:pt x="126834" y="129565"/>
                  </a:lnTo>
                  <a:lnTo>
                    <a:pt x="149432" y="129565"/>
                  </a:lnTo>
                  <a:lnTo>
                    <a:pt x="148575" y="128409"/>
                  </a:lnTo>
                  <a:lnTo>
                    <a:pt x="148462" y="128257"/>
                  </a:lnTo>
                  <a:lnTo>
                    <a:pt x="145759" y="126136"/>
                  </a:lnTo>
                  <a:lnTo>
                    <a:pt x="138724" y="122885"/>
                  </a:lnTo>
                  <a:lnTo>
                    <a:pt x="134696" y="122072"/>
                  </a:lnTo>
                  <a:close/>
                </a:path>
                <a:path w="1377950" h="316229">
                  <a:moveTo>
                    <a:pt x="149432" y="129565"/>
                  </a:moveTo>
                  <a:lnTo>
                    <a:pt x="134150" y="129565"/>
                  </a:lnTo>
                  <a:lnTo>
                    <a:pt x="137718" y="130517"/>
                  </a:lnTo>
                  <a:lnTo>
                    <a:pt x="143535" y="134340"/>
                  </a:lnTo>
                  <a:lnTo>
                    <a:pt x="145199" y="137020"/>
                  </a:lnTo>
                  <a:lnTo>
                    <a:pt x="145605" y="140474"/>
                  </a:lnTo>
                  <a:lnTo>
                    <a:pt x="153784" y="140474"/>
                  </a:lnTo>
                  <a:lnTo>
                    <a:pt x="153672" y="137020"/>
                  </a:lnTo>
                  <a:lnTo>
                    <a:pt x="152577" y="133807"/>
                  </a:lnTo>
                  <a:lnTo>
                    <a:pt x="149432" y="129565"/>
                  </a:lnTo>
                  <a:close/>
                </a:path>
                <a:path w="1377950" h="316229">
                  <a:moveTo>
                    <a:pt x="191249" y="139801"/>
                  </a:moveTo>
                  <a:lnTo>
                    <a:pt x="182841" y="139801"/>
                  </a:lnTo>
                  <a:lnTo>
                    <a:pt x="178701" y="140957"/>
                  </a:lnTo>
                  <a:lnTo>
                    <a:pt x="171627" y="145567"/>
                  </a:lnTo>
                  <a:lnTo>
                    <a:pt x="168884" y="148767"/>
                  </a:lnTo>
                  <a:lnTo>
                    <a:pt x="164947" y="156921"/>
                  </a:lnTo>
                  <a:lnTo>
                    <a:pt x="163969" y="161620"/>
                  </a:lnTo>
                  <a:lnTo>
                    <a:pt x="163969" y="172161"/>
                  </a:lnTo>
                  <a:lnTo>
                    <a:pt x="182791" y="193941"/>
                  </a:lnTo>
                  <a:lnTo>
                    <a:pt x="191566" y="193941"/>
                  </a:lnTo>
                  <a:lnTo>
                    <a:pt x="194957" y="193230"/>
                  </a:lnTo>
                  <a:lnTo>
                    <a:pt x="200799" y="190334"/>
                  </a:lnTo>
                  <a:lnTo>
                    <a:pt x="203149" y="188379"/>
                  </a:lnTo>
                  <a:lnTo>
                    <a:pt x="204354" y="186715"/>
                  </a:lnTo>
                  <a:lnTo>
                    <a:pt x="184518" y="186715"/>
                  </a:lnTo>
                  <a:lnTo>
                    <a:pt x="181749" y="185877"/>
                  </a:lnTo>
                  <a:lnTo>
                    <a:pt x="177037" y="182562"/>
                  </a:lnTo>
                  <a:lnTo>
                    <a:pt x="175221" y="180238"/>
                  </a:lnTo>
                  <a:lnTo>
                    <a:pt x="172656" y="174231"/>
                  </a:lnTo>
                  <a:lnTo>
                    <a:pt x="172021" y="170713"/>
                  </a:lnTo>
                  <a:lnTo>
                    <a:pt x="172021" y="162712"/>
                  </a:lnTo>
                  <a:lnTo>
                    <a:pt x="172669" y="159270"/>
                  </a:lnTo>
                  <a:lnTo>
                    <a:pt x="175285" y="153377"/>
                  </a:lnTo>
                  <a:lnTo>
                    <a:pt x="177114" y="151091"/>
                  </a:lnTo>
                  <a:lnTo>
                    <a:pt x="181648" y="147955"/>
                  </a:lnTo>
                  <a:lnTo>
                    <a:pt x="181425" y="147955"/>
                  </a:lnTo>
                  <a:lnTo>
                    <a:pt x="184569" y="147027"/>
                  </a:lnTo>
                  <a:lnTo>
                    <a:pt x="204366" y="147027"/>
                  </a:lnTo>
                  <a:lnTo>
                    <a:pt x="202895" y="145110"/>
                  </a:lnTo>
                  <a:lnTo>
                    <a:pt x="200482" y="143205"/>
                  </a:lnTo>
                  <a:lnTo>
                    <a:pt x="194563" y="140474"/>
                  </a:lnTo>
                  <a:lnTo>
                    <a:pt x="191249" y="139801"/>
                  </a:lnTo>
                  <a:close/>
                </a:path>
                <a:path w="1377950" h="316229">
                  <a:moveTo>
                    <a:pt x="208292" y="177571"/>
                  </a:moveTo>
                  <a:lnTo>
                    <a:pt x="200253" y="177571"/>
                  </a:lnTo>
                  <a:lnTo>
                    <a:pt x="199745" y="179489"/>
                  </a:lnTo>
                  <a:lnTo>
                    <a:pt x="198907" y="181114"/>
                  </a:lnTo>
                  <a:lnTo>
                    <a:pt x="196545" y="183845"/>
                  </a:lnTo>
                  <a:lnTo>
                    <a:pt x="194977" y="184950"/>
                  </a:lnTo>
                  <a:lnTo>
                    <a:pt x="191693" y="186347"/>
                  </a:lnTo>
                  <a:lnTo>
                    <a:pt x="189801" y="186715"/>
                  </a:lnTo>
                  <a:lnTo>
                    <a:pt x="204354" y="186715"/>
                  </a:lnTo>
                  <a:lnTo>
                    <a:pt x="206717" y="183451"/>
                  </a:lnTo>
                  <a:lnTo>
                    <a:pt x="207848" y="180670"/>
                  </a:lnTo>
                  <a:lnTo>
                    <a:pt x="208292" y="177571"/>
                  </a:lnTo>
                  <a:close/>
                </a:path>
                <a:path w="1377950" h="316229">
                  <a:moveTo>
                    <a:pt x="204366" y="147027"/>
                  </a:moveTo>
                  <a:lnTo>
                    <a:pt x="191249" y="147027"/>
                  </a:lnTo>
                  <a:lnTo>
                    <a:pt x="194068" y="147955"/>
                  </a:lnTo>
                  <a:lnTo>
                    <a:pt x="196164" y="149821"/>
                  </a:lnTo>
                  <a:lnTo>
                    <a:pt x="198272" y="151663"/>
                  </a:lnTo>
                  <a:lnTo>
                    <a:pt x="199631" y="153771"/>
                  </a:lnTo>
                  <a:lnTo>
                    <a:pt x="200253" y="156159"/>
                  </a:lnTo>
                  <a:lnTo>
                    <a:pt x="208292" y="156159"/>
                  </a:lnTo>
                  <a:lnTo>
                    <a:pt x="207967" y="153771"/>
                  </a:lnTo>
                  <a:lnTo>
                    <a:pt x="207848" y="152895"/>
                  </a:lnTo>
                  <a:lnTo>
                    <a:pt x="206667" y="150025"/>
                  </a:lnTo>
                  <a:lnTo>
                    <a:pt x="204366" y="147027"/>
                  </a:lnTo>
                  <a:close/>
                </a:path>
                <a:path w="1377950" h="316229">
                  <a:moveTo>
                    <a:pt x="255478" y="146888"/>
                  </a:moveTo>
                  <a:lnTo>
                    <a:pt x="242963" y="146888"/>
                  </a:lnTo>
                  <a:lnTo>
                    <a:pt x="245719" y="147815"/>
                  </a:lnTo>
                  <a:lnTo>
                    <a:pt x="249377" y="151549"/>
                  </a:lnTo>
                  <a:lnTo>
                    <a:pt x="250304" y="154190"/>
                  </a:lnTo>
                  <a:lnTo>
                    <a:pt x="250304" y="159092"/>
                  </a:lnTo>
                  <a:lnTo>
                    <a:pt x="249834" y="160007"/>
                  </a:lnTo>
                  <a:lnTo>
                    <a:pt x="247992" y="161048"/>
                  </a:lnTo>
                  <a:lnTo>
                    <a:pt x="246545" y="161429"/>
                  </a:lnTo>
                  <a:lnTo>
                    <a:pt x="239979" y="162166"/>
                  </a:lnTo>
                  <a:lnTo>
                    <a:pt x="234365" y="162890"/>
                  </a:lnTo>
                  <a:lnTo>
                    <a:pt x="216484" y="181394"/>
                  </a:lnTo>
                  <a:lnTo>
                    <a:pt x="217271" y="184302"/>
                  </a:lnTo>
                  <a:lnTo>
                    <a:pt x="220459" y="189103"/>
                  </a:lnTo>
                  <a:lnTo>
                    <a:pt x="222605" y="190931"/>
                  </a:lnTo>
                  <a:lnTo>
                    <a:pt x="228015" y="193446"/>
                  </a:lnTo>
                  <a:lnTo>
                    <a:pt x="231025" y="194081"/>
                  </a:lnTo>
                  <a:lnTo>
                    <a:pt x="237388" y="194081"/>
                  </a:lnTo>
                  <a:lnTo>
                    <a:pt x="249351" y="186893"/>
                  </a:lnTo>
                  <a:lnTo>
                    <a:pt x="232564" y="186893"/>
                  </a:lnTo>
                  <a:lnTo>
                    <a:pt x="230007" y="186220"/>
                  </a:lnTo>
                  <a:lnTo>
                    <a:pt x="229830" y="186220"/>
                  </a:lnTo>
                  <a:lnTo>
                    <a:pt x="227634" y="184734"/>
                  </a:lnTo>
                  <a:lnTo>
                    <a:pt x="225564" y="183299"/>
                  </a:lnTo>
                  <a:lnTo>
                    <a:pt x="224623" y="181394"/>
                  </a:lnTo>
                  <a:lnTo>
                    <a:pt x="224617" y="176072"/>
                  </a:lnTo>
                  <a:lnTo>
                    <a:pt x="224987" y="174980"/>
                  </a:lnTo>
                  <a:lnTo>
                    <a:pt x="225069" y="174739"/>
                  </a:lnTo>
                  <a:lnTo>
                    <a:pt x="242144" y="168795"/>
                  </a:lnTo>
                  <a:lnTo>
                    <a:pt x="245592" y="168249"/>
                  </a:lnTo>
                  <a:lnTo>
                    <a:pt x="246913" y="167970"/>
                  </a:lnTo>
                  <a:lnTo>
                    <a:pt x="249167" y="167322"/>
                  </a:lnTo>
                  <a:lnTo>
                    <a:pt x="249961" y="166941"/>
                  </a:lnTo>
                  <a:lnTo>
                    <a:pt x="250304" y="166522"/>
                  </a:lnTo>
                  <a:lnTo>
                    <a:pt x="258343" y="166522"/>
                  </a:lnTo>
                  <a:lnTo>
                    <a:pt x="258343" y="154190"/>
                  </a:lnTo>
                  <a:lnTo>
                    <a:pt x="257914" y="152069"/>
                  </a:lnTo>
                  <a:lnTo>
                    <a:pt x="257809" y="151549"/>
                  </a:lnTo>
                  <a:lnTo>
                    <a:pt x="257716" y="151091"/>
                  </a:lnTo>
                  <a:lnTo>
                    <a:pt x="257670" y="150863"/>
                  </a:lnTo>
                  <a:lnTo>
                    <a:pt x="255478" y="146888"/>
                  </a:lnTo>
                  <a:close/>
                </a:path>
                <a:path w="1377950" h="316229">
                  <a:moveTo>
                    <a:pt x="258343" y="185762"/>
                  </a:moveTo>
                  <a:lnTo>
                    <a:pt x="250304" y="185762"/>
                  </a:lnTo>
                  <a:lnTo>
                    <a:pt x="250304" y="192849"/>
                  </a:lnTo>
                  <a:lnTo>
                    <a:pt x="258343" y="192849"/>
                  </a:lnTo>
                  <a:lnTo>
                    <a:pt x="258343" y="185762"/>
                  </a:lnTo>
                  <a:close/>
                </a:path>
                <a:path w="1377950" h="316229">
                  <a:moveTo>
                    <a:pt x="258343" y="166522"/>
                  </a:moveTo>
                  <a:lnTo>
                    <a:pt x="250304" y="166522"/>
                  </a:lnTo>
                  <a:lnTo>
                    <a:pt x="250227" y="176352"/>
                  </a:lnTo>
                  <a:lnTo>
                    <a:pt x="249732" y="178155"/>
                  </a:lnTo>
                  <a:lnTo>
                    <a:pt x="247484" y="182105"/>
                  </a:lnTo>
                  <a:lnTo>
                    <a:pt x="245821" y="183718"/>
                  </a:lnTo>
                  <a:lnTo>
                    <a:pt x="241439" y="186220"/>
                  </a:lnTo>
                  <a:lnTo>
                    <a:pt x="238541" y="186893"/>
                  </a:lnTo>
                  <a:lnTo>
                    <a:pt x="249351" y="186893"/>
                  </a:lnTo>
                  <a:lnTo>
                    <a:pt x="249897" y="185762"/>
                  </a:lnTo>
                  <a:lnTo>
                    <a:pt x="258343" y="185762"/>
                  </a:lnTo>
                  <a:lnTo>
                    <a:pt x="258343" y="166522"/>
                  </a:lnTo>
                  <a:close/>
                </a:path>
                <a:path w="1377950" h="316229">
                  <a:moveTo>
                    <a:pt x="240664" y="139801"/>
                  </a:moveTo>
                  <a:lnTo>
                    <a:pt x="236346" y="139801"/>
                  </a:lnTo>
                  <a:lnTo>
                    <a:pt x="233667" y="140157"/>
                  </a:lnTo>
                  <a:lnTo>
                    <a:pt x="217982" y="152069"/>
                  </a:lnTo>
                  <a:lnTo>
                    <a:pt x="225615" y="154800"/>
                  </a:lnTo>
                  <a:lnTo>
                    <a:pt x="226504" y="152895"/>
                  </a:lnTo>
                  <a:lnTo>
                    <a:pt x="228041" y="151091"/>
                  </a:lnTo>
                  <a:lnTo>
                    <a:pt x="232282" y="147815"/>
                  </a:lnTo>
                  <a:lnTo>
                    <a:pt x="232076" y="147815"/>
                  </a:lnTo>
                  <a:lnTo>
                    <a:pt x="235419" y="146888"/>
                  </a:lnTo>
                  <a:lnTo>
                    <a:pt x="255478" y="146888"/>
                  </a:lnTo>
                  <a:lnTo>
                    <a:pt x="254939" y="145910"/>
                  </a:lnTo>
                  <a:lnTo>
                    <a:pt x="253225" y="144056"/>
                  </a:lnTo>
                  <a:lnTo>
                    <a:pt x="249110" y="141605"/>
                  </a:lnTo>
                  <a:lnTo>
                    <a:pt x="247254" y="140893"/>
                  </a:lnTo>
                  <a:lnTo>
                    <a:pt x="247578" y="140893"/>
                  </a:lnTo>
                  <a:lnTo>
                    <a:pt x="244779" y="140411"/>
                  </a:lnTo>
                  <a:lnTo>
                    <a:pt x="242595" y="140004"/>
                  </a:lnTo>
                  <a:lnTo>
                    <a:pt x="240664" y="139801"/>
                  </a:lnTo>
                  <a:close/>
                </a:path>
                <a:path w="1377950" h="316229">
                  <a:moveTo>
                    <a:pt x="279958" y="123024"/>
                  </a:moveTo>
                  <a:lnTo>
                    <a:pt x="271906" y="123024"/>
                  </a:lnTo>
                  <a:lnTo>
                    <a:pt x="271906" y="192849"/>
                  </a:lnTo>
                  <a:lnTo>
                    <a:pt x="279958" y="192849"/>
                  </a:lnTo>
                  <a:lnTo>
                    <a:pt x="279958" y="123024"/>
                  </a:lnTo>
                  <a:close/>
                </a:path>
                <a:path w="1377950" h="316229">
                  <a:moveTo>
                    <a:pt x="317436" y="139801"/>
                  </a:moveTo>
                  <a:lnTo>
                    <a:pt x="309981" y="139801"/>
                  </a:lnTo>
                  <a:lnTo>
                    <a:pt x="305841" y="140957"/>
                  </a:lnTo>
                  <a:lnTo>
                    <a:pt x="291109" y="172440"/>
                  </a:lnTo>
                  <a:lnTo>
                    <a:pt x="292087" y="177139"/>
                  </a:lnTo>
                  <a:lnTo>
                    <a:pt x="310476" y="193941"/>
                  </a:lnTo>
                  <a:lnTo>
                    <a:pt x="319074" y="193941"/>
                  </a:lnTo>
                  <a:lnTo>
                    <a:pt x="322262" y="193395"/>
                  </a:lnTo>
                  <a:lnTo>
                    <a:pt x="327952" y="191185"/>
                  </a:lnTo>
                  <a:lnTo>
                    <a:pt x="330339" y="189649"/>
                  </a:lnTo>
                  <a:lnTo>
                    <a:pt x="333179" y="186715"/>
                  </a:lnTo>
                  <a:lnTo>
                    <a:pt x="312280" y="186715"/>
                  </a:lnTo>
                  <a:lnTo>
                    <a:pt x="309422" y="186004"/>
                  </a:lnTo>
                  <a:lnTo>
                    <a:pt x="299161" y="169392"/>
                  </a:lnTo>
                  <a:lnTo>
                    <a:pt x="296837" y="169392"/>
                  </a:lnTo>
                  <a:lnTo>
                    <a:pt x="296837" y="162433"/>
                  </a:lnTo>
                  <a:lnTo>
                    <a:pt x="299161" y="162433"/>
                  </a:lnTo>
                  <a:lnTo>
                    <a:pt x="299161" y="160782"/>
                  </a:lnTo>
                  <a:lnTo>
                    <a:pt x="311505" y="147027"/>
                  </a:lnTo>
                  <a:lnTo>
                    <a:pt x="331603" y="147027"/>
                  </a:lnTo>
                  <a:lnTo>
                    <a:pt x="327863" y="143548"/>
                  </a:lnTo>
                  <a:lnTo>
                    <a:pt x="325450" y="142074"/>
                  </a:lnTo>
                  <a:lnTo>
                    <a:pt x="320128" y="140246"/>
                  </a:lnTo>
                  <a:lnTo>
                    <a:pt x="317436" y="139801"/>
                  </a:lnTo>
                  <a:close/>
                </a:path>
                <a:path w="1377950" h="316229">
                  <a:moveTo>
                    <a:pt x="328625" y="178523"/>
                  </a:moveTo>
                  <a:lnTo>
                    <a:pt x="317639" y="186715"/>
                  </a:lnTo>
                  <a:lnTo>
                    <a:pt x="333179" y="186715"/>
                  </a:lnTo>
                  <a:lnTo>
                    <a:pt x="334200" y="185661"/>
                  </a:lnTo>
                  <a:lnTo>
                    <a:pt x="335572" y="183349"/>
                  </a:lnTo>
                  <a:lnTo>
                    <a:pt x="336397" y="180708"/>
                  </a:lnTo>
                  <a:lnTo>
                    <a:pt x="328625" y="178523"/>
                  </a:lnTo>
                  <a:close/>
                </a:path>
                <a:path w="1377950" h="316229">
                  <a:moveTo>
                    <a:pt x="299161" y="162433"/>
                  </a:moveTo>
                  <a:lnTo>
                    <a:pt x="296837" y="162433"/>
                  </a:lnTo>
                  <a:lnTo>
                    <a:pt x="296837" y="169392"/>
                  </a:lnTo>
                  <a:lnTo>
                    <a:pt x="299161" y="169392"/>
                  </a:lnTo>
                  <a:lnTo>
                    <a:pt x="299161" y="162433"/>
                  </a:lnTo>
                  <a:close/>
                </a:path>
                <a:path w="1377950" h="316229">
                  <a:moveTo>
                    <a:pt x="331603" y="147027"/>
                  </a:moveTo>
                  <a:lnTo>
                    <a:pt x="317614" y="147027"/>
                  </a:lnTo>
                  <a:lnTo>
                    <a:pt x="320570" y="147815"/>
                  </a:lnTo>
                  <a:lnTo>
                    <a:pt x="320324" y="147815"/>
                  </a:lnTo>
                  <a:lnTo>
                    <a:pt x="324434" y="150380"/>
                  </a:lnTo>
                  <a:lnTo>
                    <a:pt x="326097" y="152209"/>
                  </a:lnTo>
                  <a:lnTo>
                    <a:pt x="328434" y="156845"/>
                  </a:lnTo>
                  <a:lnTo>
                    <a:pt x="329031" y="159486"/>
                  </a:lnTo>
                  <a:lnTo>
                    <a:pt x="329031" y="162433"/>
                  </a:lnTo>
                  <a:lnTo>
                    <a:pt x="299161" y="162433"/>
                  </a:lnTo>
                  <a:lnTo>
                    <a:pt x="299161" y="169392"/>
                  </a:lnTo>
                  <a:lnTo>
                    <a:pt x="337210" y="169392"/>
                  </a:lnTo>
                  <a:lnTo>
                    <a:pt x="337160" y="160782"/>
                  </a:lnTo>
                  <a:lnTo>
                    <a:pt x="336562" y="156984"/>
                  </a:lnTo>
                  <a:lnTo>
                    <a:pt x="334001" y="150380"/>
                  </a:lnTo>
                  <a:lnTo>
                    <a:pt x="332363" y="147815"/>
                  </a:lnTo>
                  <a:lnTo>
                    <a:pt x="331603" y="147027"/>
                  </a:lnTo>
                  <a:close/>
                </a:path>
                <a:path w="1377950" h="316229">
                  <a:moveTo>
                    <a:pt x="385571" y="154922"/>
                  </a:moveTo>
                  <a:lnTo>
                    <a:pt x="371910" y="170726"/>
                  </a:lnTo>
                  <a:lnTo>
                    <a:pt x="371966" y="178879"/>
                  </a:lnTo>
                  <a:lnTo>
                    <a:pt x="372555" y="181101"/>
                  </a:lnTo>
                  <a:lnTo>
                    <a:pt x="372643" y="181432"/>
                  </a:lnTo>
                  <a:lnTo>
                    <a:pt x="376237" y="187286"/>
                  </a:lnTo>
                  <a:lnTo>
                    <a:pt x="378790" y="189598"/>
                  </a:lnTo>
                  <a:lnTo>
                    <a:pt x="385432" y="192963"/>
                  </a:lnTo>
                  <a:lnTo>
                    <a:pt x="389394" y="193802"/>
                  </a:lnTo>
                  <a:lnTo>
                    <a:pt x="397319" y="193802"/>
                  </a:lnTo>
                  <a:lnTo>
                    <a:pt x="400710" y="193192"/>
                  </a:lnTo>
                  <a:lnTo>
                    <a:pt x="407568" y="190715"/>
                  </a:lnTo>
                  <a:lnTo>
                    <a:pt x="410413" y="188823"/>
                  </a:lnTo>
                  <a:lnTo>
                    <a:pt x="412113" y="186921"/>
                  </a:lnTo>
                  <a:lnTo>
                    <a:pt x="411942" y="186715"/>
                  </a:lnTo>
                  <a:lnTo>
                    <a:pt x="390931" y="186715"/>
                  </a:lnTo>
                  <a:lnTo>
                    <a:pt x="388623" y="186156"/>
                  </a:lnTo>
                  <a:lnTo>
                    <a:pt x="379933" y="173342"/>
                  </a:lnTo>
                  <a:lnTo>
                    <a:pt x="380491" y="171780"/>
                  </a:lnTo>
                  <a:lnTo>
                    <a:pt x="382714" y="167411"/>
                  </a:lnTo>
                  <a:lnTo>
                    <a:pt x="384848" y="165163"/>
                  </a:lnTo>
                  <a:lnTo>
                    <a:pt x="390547" y="160920"/>
                  </a:lnTo>
                  <a:lnTo>
                    <a:pt x="385571" y="154922"/>
                  </a:lnTo>
                  <a:close/>
                </a:path>
                <a:path w="1377950" h="316229">
                  <a:moveTo>
                    <a:pt x="417086" y="181101"/>
                  </a:moveTo>
                  <a:lnTo>
                    <a:pt x="416948" y="181101"/>
                  </a:lnTo>
                  <a:lnTo>
                    <a:pt x="415976" y="182295"/>
                  </a:lnTo>
                  <a:lnTo>
                    <a:pt x="414985" y="183438"/>
                  </a:lnTo>
                  <a:lnTo>
                    <a:pt x="414159" y="184251"/>
                  </a:lnTo>
                  <a:lnTo>
                    <a:pt x="413638" y="184937"/>
                  </a:lnTo>
                  <a:lnTo>
                    <a:pt x="412940" y="185966"/>
                  </a:lnTo>
                  <a:lnTo>
                    <a:pt x="412113" y="186921"/>
                  </a:lnTo>
                  <a:lnTo>
                    <a:pt x="417124" y="192963"/>
                  </a:lnTo>
                  <a:lnTo>
                    <a:pt x="426800" y="192963"/>
                  </a:lnTo>
                  <a:lnTo>
                    <a:pt x="417086" y="181101"/>
                  </a:lnTo>
                  <a:close/>
                </a:path>
                <a:path w="1377950" h="316229">
                  <a:moveTo>
                    <a:pt x="412049" y="174950"/>
                  </a:moveTo>
                  <a:lnTo>
                    <a:pt x="411860" y="175425"/>
                  </a:lnTo>
                  <a:lnTo>
                    <a:pt x="410163" y="178079"/>
                  </a:lnTo>
                  <a:lnTo>
                    <a:pt x="407285" y="181101"/>
                  </a:lnTo>
                  <a:lnTo>
                    <a:pt x="412113" y="186921"/>
                  </a:lnTo>
                  <a:lnTo>
                    <a:pt x="412661" y="186309"/>
                  </a:lnTo>
                  <a:lnTo>
                    <a:pt x="412940" y="185966"/>
                  </a:lnTo>
                  <a:lnTo>
                    <a:pt x="413638" y="184937"/>
                  </a:lnTo>
                  <a:lnTo>
                    <a:pt x="414159" y="184251"/>
                  </a:lnTo>
                  <a:lnTo>
                    <a:pt x="414985" y="183438"/>
                  </a:lnTo>
                  <a:lnTo>
                    <a:pt x="415976" y="182295"/>
                  </a:lnTo>
                  <a:lnTo>
                    <a:pt x="416948" y="181101"/>
                  </a:lnTo>
                  <a:lnTo>
                    <a:pt x="417086" y="181101"/>
                  </a:lnTo>
                  <a:lnTo>
                    <a:pt x="412049" y="174950"/>
                  </a:lnTo>
                  <a:close/>
                </a:path>
                <a:path w="1377950" h="316229">
                  <a:moveTo>
                    <a:pt x="407285" y="181101"/>
                  </a:moveTo>
                  <a:lnTo>
                    <a:pt x="406136" y="182295"/>
                  </a:lnTo>
                  <a:lnTo>
                    <a:pt x="403910" y="183908"/>
                  </a:lnTo>
                  <a:lnTo>
                    <a:pt x="398906" y="186156"/>
                  </a:lnTo>
                  <a:lnTo>
                    <a:pt x="396341" y="186715"/>
                  </a:lnTo>
                  <a:lnTo>
                    <a:pt x="411942" y="186715"/>
                  </a:lnTo>
                  <a:lnTo>
                    <a:pt x="407285" y="181101"/>
                  </a:lnTo>
                  <a:close/>
                </a:path>
                <a:path w="1377950" h="316229">
                  <a:moveTo>
                    <a:pt x="396817" y="156349"/>
                  </a:moveTo>
                  <a:lnTo>
                    <a:pt x="396688" y="156349"/>
                  </a:lnTo>
                  <a:lnTo>
                    <a:pt x="390547" y="160920"/>
                  </a:lnTo>
                  <a:lnTo>
                    <a:pt x="407285" y="181101"/>
                  </a:lnTo>
                  <a:lnTo>
                    <a:pt x="410163" y="178079"/>
                  </a:lnTo>
                  <a:lnTo>
                    <a:pt x="411860" y="175425"/>
                  </a:lnTo>
                  <a:lnTo>
                    <a:pt x="412049" y="174950"/>
                  </a:lnTo>
                  <a:lnTo>
                    <a:pt x="396817" y="156349"/>
                  </a:lnTo>
                  <a:close/>
                </a:path>
                <a:path w="1377950" h="316229">
                  <a:moveTo>
                    <a:pt x="422617" y="162306"/>
                  </a:moveTo>
                  <a:lnTo>
                    <a:pt x="414845" y="162306"/>
                  </a:lnTo>
                  <a:lnTo>
                    <a:pt x="414845" y="166052"/>
                  </a:lnTo>
                  <a:lnTo>
                    <a:pt x="414358" y="168808"/>
                  </a:lnTo>
                  <a:lnTo>
                    <a:pt x="414248" y="169430"/>
                  </a:lnTo>
                  <a:lnTo>
                    <a:pt x="412049" y="174950"/>
                  </a:lnTo>
                  <a:lnTo>
                    <a:pt x="417086" y="181101"/>
                  </a:lnTo>
                  <a:lnTo>
                    <a:pt x="416948" y="181101"/>
                  </a:lnTo>
                  <a:lnTo>
                    <a:pt x="418744" y="178879"/>
                  </a:lnTo>
                  <a:lnTo>
                    <a:pt x="419950" y="176580"/>
                  </a:lnTo>
                  <a:lnTo>
                    <a:pt x="422084" y="170726"/>
                  </a:lnTo>
                  <a:lnTo>
                    <a:pt x="422551" y="167411"/>
                  </a:lnTo>
                  <a:lnTo>
                    <a:pt x="422617" y="162306"/>
                  </a:lnTo>
                  <a:close/>
                </a:path>
                <a:path w="1377950" h="316229">
                  <a:moveTo>
                    <a:pt x="408856" y="129298"/>
                  </a:moveTo>
                  <a:lnTo>
                    <a:pt x="397052" y="129298"/>
                  </a:lnTo>
                  <a:lnTo>
                    <a:pt x="399084" y="130124"/>
                  </a:lnTo>
                  <a:lnTo>
                    <a:pt x="402196" y="133438"/>
                  </a:lnTo>
                  <a:lnTo>
                    <a:pt x="402920" y="135026"/>
                  </a:lnTo>
                  <a:lnTo>
                    <a:pt x="402983" y="139319"/>
                  </a:lnTo>
                  <a:lnTo>
                    <a:pt x="402486" y="140893"/>
                  </a:lnTo>
                  <a:lnTo>
                    <a:pt x="402374" y="141249"/>
                  </a:lnTo>
                  <a:lnTo>
                    <a:pt x="399986" y="144208"/>
                  </a:lnTo>
                  <a:lnTo>
                    <a:pt x="398411" y="145592"/>
                  </a:lnTo>
                  <a:lnTo>
                    <a:pt x="396430" y="146888"/>
                  </a:lnTo>
                  <a:lnTo>
                    <a:pt x="386346" y="154393"/>
                  </a:lnTo>
                  <a:lnTo>
                    <a:pt x="385571" y="154922"/>
                  </a:lnTo>
                  <a:lnTo>
                    <a:pt x="390547" y="160920"/>
                  </a:lnTo>
                  <a:lnTo>
                    <a:pt x="396688" y="156349"/>
                  </a:lnTo>
                  <a:lnTo>
                    <a:pt x="396817" y="156349"/>
                  </a:lnTo>
                  <a:lnTo>
                    <a:pt x="392012" y="150482"/>
                  </a:lnTo>
                  <a:lnTo>
                    <a:pt x="404635" y="150482"/>
                  </a:lnTo>
                  <a:lnTo>
                    <a:pt x="406984" y="148107"/>
                  </a:lnTo>
                  <a:lnTo>
                    <a:pt x="410165" y="143421"/>
                  </a:lnTo>
                  <a:lnTo>
                    <a:pt x="410259" y="143281"/>
                  </a:lnTo>
                  <a:lnTo>
                    <a:pt x="410785" y="141592"/>
                  </a:lnTo>
                  <a:lnTo>
                    <a:pt x="411162" y="140271"/>
                  </a:lnTo>
                  <a:lnTo>
                    <a:pt x="411162" y="134340"/>
                  </a:lnTo>
                  <a:lnTo>
                    <a:pt x="410687" y="132676"/>
                  </a:lnTo>
                  <a:lnTo>
                    <a:pt x="410571" y="132270"/>
                  </a:lnTo>
                  <a:lnTo>
                    <a:pt x="410476" y="131940"/>
                  </a:lnTo>
                  <a:lnTo>
                    <a:pt x="408856" y="129298"/>
                  </a:lnTo>
                  <a:close/>
                </a:path>
                <a:path w="1377950" h="316229">
                  <a:moveTo>
                    <a:pt x="404594" y="150482"/>
                  </a:moveTo>
                  <a:lnTo>
                    <a:pt x="392012" y="150482"/>
                  </a:lnTo>
                  <a:lnTo>
                    <a:pt x="396817" y="156349"/>
                  </a:lnTo>
                  <a:lnTo>
                    <a:pt x="396688" y="156349"/>
                  </a:lnTo>
                  <a:lnTo>
                    <a:pt x="404594" y="150482"/>
                  </a:lnTo>
                  <a:close/>
                </a:path>
                <a:path w="1377950" h="316229">
                  <a:moveTo>
                    <a:pt x="397751" y="122339"/>
                  </a:moveTo>
                  <a:lnTo>
                    <a:pt x="390842" y="122339"/>
                  </a:lnTo>
                  <a:lnTo>
                    <a:pt x="387846" y="123024"/>
                  </a:lnTo>
                  <a:lnTo>
                    <a:pt x="377503" y="141592"/>
                  </a:lnTo>
                  <a:lnTo>
                    <a:pt x="377894" y="143281"/>
                  </a:lnTo>
                  <a:lnTo>
                    <a:pt x="377926" y="143421"/>
                  </a:lnTo>
                  <a:lnTo>
                    <a:pt x="380301" y="148107"/>
                  </a:lnTo>
                  <a:lnTo>
                    <a:pt x="381888" y="150482"/>
                  </a:lnTo>
                  <a:lnTo>
                    <a:pt x="385571" y="154922"/>
                  </a:lnTo>
                  <a:lnTo>
                    <a:pt x="386346" y="154393"/>
                  </a:lnTo>
                  <a:lnTo>
                    <a:pt x="391601" y="150482"/>
                  </a:lnTo>
                  <a:lnTo>
                    <a:pt x="392012" y="150482"/>
                  </a:lnTo>
                  <a:lnTo>
                    <a:pt x="385521" y="136842"/>
                  </a:lnTo>
                  <a:lnTo>
                    <a:pt x="385902" y="135432"/>
                  </a:lnTo>
                  <a:lnTo>
                    <a:pt x="387426" y="132676"/>
                  </a:lnTo>
                  <a:lnTo>
                    <a:pt x="388480" y="131546"/>
                  </a:lnTo>
                  <a:lnTo>
                    <a:pt x="391185" y="129755"/>
                  </a:lnTo>
                  <a:lnTo>
                    <a:pt x="392747" y="129298"/>
                  </a:lnTo>
                  <a:lnTo>
                    <a:pt x="408856" y="129298"/>
                  </a:lnTo>
                  <a:lnTo>
                    <a:pt x="407766" y="127520"/>
                  </a:lnTo>
                  <a:lnTo>
                    <a:pt x="405815" y="125730"/>
                  </a:lnTo>
                  <a:lnTo>
                    <a:pt x="400761" y="123024"/>
                  </a:lnTo>
                  <a:lnTo>
                    <a:pt x="397751" y="122339"/>
                  </a:lnTo>
                  <a:close/>
                </a:path>
                <a:path w="1377950" h="316229">
                  <a:moveTo>
                    <a:pt x="469912" y="123024"/>
                  </a:moveTo>
                  <a:lnTo>
                    <a:pt x="461467" y="123024"/>
                  </a:lnTo>
                  <a:lnTo>
                    <a:pt x="461467" y="192849"/>
                  </a:lnTo>
                  <a:lnTo>
                    <a:pt x="469912" y="192849"/>
                  </a:lnTo>
                  <a:lnTo>
                    <a:pt x="469912" y="123024"/>
                  </a:lnTo>
                  <a:close/>
                </a:path>
                <a:path w="1377950" h="316229">
                  <a:moveTo>
                    <a:pt x="496252" y="127927"/>
                  </a:moveTo>
                  <a:lnTo>
                    <a:pt x="488200" y="127927"/>
                  </a:lnTo>
                  <a:lnTo>
                    <a:pt x="488200" y="183070"/>
                  </a:lnTo>
                  <a:lnTo>
                    <a:pt x="500113" y="193535"/>
                  </a:lnTo>
                  <a:lnTo>
                    <a:pt x="504612" y="193535"/>
                  </a:lnTo>
                  <a:lnTo>
                    <a:pt x="506855" y="193040"/>
                  </a:lnTo>
                  <a:lnTo>
                    <a:pt x="507834" y="192786"/>
                  </a:lnTo>
                  <a:lnTo>
                    <a:pt x="508380" y="192582"/>
                  </a:lnTo>
                  <a:lnTo>
                    <a:pt x="506849" y="185762"/>
                  </a:lnTo>
                  <a:lnTo>
                    <a:pt x="501472" y="185762"/>
                  </a:lnTo>
                  <a:lnTo>
                    <a:pt x="498652" y="184823"/>
                  </a:lnTo>
                  <a:lnTo>
                    <a:pt x="498779" y="184823"/>
                  </a:lnTo>
                  <a:lnTo>
                    <a:pt x="497916" y="184073"/>
                  </a:lnTo>
                  <a:lnTo>
                    <a:pt x="496582" y="181825"/>
                  </a:lnTo>
                  <a:lnTo>
                    <a:pt x="496252" y="180124"/>
                  </a:lnTo>
                  <a:lnTo>
                    <a:pt x="496252" y="127927"/>
                  </a:lnTo>
                  <a:close/>
                </a:path>
                <a:path w="1377950" h="316229">
                  <a:moveTo>
                    <a:pt x="488200" y="140474"/>
                  </a:moveTo>
                  <a:lnTo>
                    <a:pt x="480288" y="140474"/>
                  </a:lnTo>
                  <a:lnTo>
                    <a:pt x="480288" y="147294"/>
                  </a:lnTo>
                  <a:lnTo>
                    <a:pt x="488200" y="147294"/>
                  </a:lnTo>
                  <a:lnTo>
                    <a:pt x="488200" y="140474"/>
                  </a:lnTo>
                  <a:close/>
                </a:path>
                <a:path w="1377950" h="316229">
                  <a:moveTo>
                    <a:pt x="507428" y="140474"/>
                  </a:moveTo>
                  <a:lnTo>
                    <a:pt x="496252" y="140474"/>
                  </a:lnTo>
                  <a:lnTo>
                    <a:pt x="496252" y="147294"/>
                  </a:lnTo>
                  <a:lnTo>
                    <a:pt x="507428" y="147294"/>
                  </a:lnTo>
                  <a:lnTo>
                    <a:pt x="507428" y="140474"/>
                  </a:lnTo>
                  <a:close/>
                </a:path>
                <a:path w="1377950" h="316229">
                  <a:moveTo>
                    <a:pt x="541718" y="139801"/>
                  </a:moveTo>
                  <a:lnTo>
                    <a:pt x="534263" y="139801"/>
                  </a:lnTo>
                  <a:lnTo>
                    <a:pt x="530123" y="140957"/>
                  </a:lnTo>
                  <a:lnTo>
                    <a:pt x="523049" y="145567"/>
                  </a:lnTo>
                  <a:lnTo>
                    <a:pt x="520306" y="148780"/>
                  </a:lnTo>
                  <a:lnTo>
                    <a:pt x="516436" y="156845"/>
                  </a:lnTo>
                  <a:lnTo>
                    <a:pt x="516369" y="156984"/>
                  </a:lnTo>
                  <a:lnTo>
                    <a:pt x="515583" y="160782"/>
                  </a:lnTo>
                  <a:lnTo>
                    <a:pt x="515517" y="161099"/>
                  </a:lnTo>
                  <a:lnTo>
                    <a:pt x="515391" y="172440"/>
                  </a:lnTo>
                  <a:lnTo>
                    <a:pt x="516369" y="177139"/>
                  </a:lnTo>
                  <a:lnTo>
                    <a:pt x="534758" y="193941"/>
                  </a:lnTo>
                  <a:lnTo>
                    <a:pt x="543356" y="193941"/>
                  </a:lnTo>
                  <a:lnTo>
                    <a:pt x="557468" y="186715"/>
                  </a:lnTo>
                  <a:lnTo>
                    <a:pt x="536549" y="186715"/>
                  </a:lnTo>
                  <a:lnTo>
                    <a:pt x="533704" y="186004"/>
                  </a:lnTo>
                  <a:lnTo>
                    <a:pt x="523443" y="169392"/>
                  </a:lnTo>
                  <a:lnTo>
                    <a:pt x="521119" y="169392"/>
                  </a:lnTo>
                  <a:lnTo>
                    <a:pt x="521119" y="162433"/>
                  </a:lnTo>
                  <a:lnTo>
                    <a:pt x="523443" y="162433"/>
                  </a:lnTo>
                  <a:lnTo>
                    <a:pt x="523443" y="160782"/>
                  </a:lnTo>
                  <a:lnTo>
                    <a:pt x="535787" y="147027"/>
                  </a:lnTo>
                  <a:lnTo>
                    <a:pt x="555885" y="147027"/>
                  </a:lnTo>
                  <a:lnTo>
                    <a:pt x="552145" y="143548"/>
                  </a:lnTo>
                  <a:lnTo>
                    <a:pt x="549732" y="142074"/>
                  </a:lnTo>
                  <a:lnTo>
                    <a:pt x="544410" y="140246"/>
                  </a:lnTo>
                  <a:lnTo>
                    <a:pt x="541718" y="139801"/>
                  </a:lnTo>
                  <a:close/>
                </a:path>
                <a:path w="1377950" h="316229">
                  <a:moveTo>
                    <a:pt x="552894" y="178523"/>
                  </a:moveTo>
                  <a:lnTo>
                    <a:pt x="541921" y="186715"/>
                  </a:lnTo>
                  <a:lnTo>
                    <a:pt x="557468" y="186715"/>
                  </a:lnTo>
                  <a:lnTo>
                    <a:pt x="558482" y="185661"/>
                  </a:lnTo>
                  <a:lnTo>
                    <a:pt x="559854" y="183349"/>
                  </a:lnTo>
                  <a:lnTo>
                    <a:pt x="560666" y="180708"/>
                  </a:lnTo>
                  <a:lnTo>
                    <a:pt x="552894" y="178523"/>
                  </a:lnTo>
                  <a:close/>
                </a:path>
                <a:path w="1377950" h="316229">
                  <a:moveTo>
                    <a:pt x="523443" y="162433"/>
                  </a:moveTo>
                  <a:lnTo>
                    <a:pt x="521119" y="162433"/>
                  </a:lnTo>
                  <a:lnTo>
                    <a:pt x="521119" y="169392"/>
                  </a:lnTo>
                  <a:lnTo>
                    <a:pt x="523443" y="169392"/>
                  </a:lnTo>
                  <a:lnTo>
                    <a:pt x="523443" y="162433"/>
                  </a:lnTo>
                  <a:close/>
                </a:path>
                <a:path w="1377950" h="316229">
                  <a:moveTo>
                    <a:pt x="555885" y="147027"/>
                  </a:moveTo>
                  <a:lnTo>
                    <a:pt x="541896" y="147027"/>
                  </a:lnTo>
                  <a:lnTo>
                    <a:pt x="544852" y="147815"/>
                  </a:lnTo>
                  <a:lnTo>
                    <a:pt x="544606" y="147815"/>
                  </a:lnTo>
                  <a:lnTo>
                    <a:pt x="548716" y="150380"/>
                  </a:lnTo>
                  <a:lnTo>
                    <a:pt x="550379" y="152209"/>
                  </a:lnTo>
                  <a:lnTo>
                    <a:pt x="552716" y="156845"/>
                  </a:lnTo>
                  <a:lnTo>
                    <a:pt x="553300" y="159486"/>
                  </a:lnTo>
                  <a:lnTo>
                    <a:pt x="553300" y="162433"/>
                  </a:lnTo>
                  <a:lnTo>
                    <a:pt x="523443" y="162433"/>
                  </a:lnTo>
                  <a:lnTo>
                    <a:pt x="523443" y="169392"/>
                  </a:lnTo>
                  <a:lnTo>
                    <a:pt x="561492" y="169392"/>
                  </a:lnTo>
                  <a:lnTo>
                    <a:pt x="561442" y="160782"/>
                  </a:lnTo>
                  <a:lnTo>
                    <a:pt x="560844" y="156984"/>
                  </a:lnTo>
                  <a:lnTo>
                    <a:pt x="558283" y="150380"/>
                  </a:lnTo>
                  <a:lnTo>
                    <a:pt x="556645" y="147815"/>
                  </a:lnTo>
                  <a:lnTo>
                    <a:pt x="555885" y="147027"/>
                  </a:lnTo>
                  <a:close/>
                </a:path>
                <a:path w="1377950" h="316229">
                  <a:moveTo>
                    <a:pt x="580377" y="140474"/>
                  </a:moveTo>
                  <a:lnTo>
                    <a:pt x="572604" y="140474"/>
                  </a:lnTo>
                  <a:lnTo>
                    <a:pt x="572604" y="192849"/>
                  </a:lnTo>
                  <a:lnTo>
                    <a:pt x="580656" y="192849"/>
                  </a:lnTo>
                  <a:lnTo>
                    <a:pt x="580656" y="157340"/>
                  </a:lnTo>
                  <a:lnTo>
                    <a:pt x="581215" y="155244"/>
                  </a:lnTo>
                  <a:lnTo>
                    <a:pt x="583514" y="151536"/>
                  </a:lnTo>
                  <a:lnTo>
                    <a:pt x="585088" y="150088"/>
                  </a:lnTo>
                  <a:lnTo>
                    <a:pt x="588278" y="148386"/>
                  </a:lnTo>
                  <a:lnTo>
                    <a:pt x="580377" y="148386"/>
                  </a:lnTo>
                  <a:lnTo>
                    <a:pt x="580377" y="140474"/>
                  </a:lnTo>
                  <a:close/>
                </a:path>
                <a:path w="1377950" h="316229">
                  <a:moveTo>
                    <a:pt x="598792" y="139801"/>
                  </a:moveTo>
                  <a:lnTo>
                    <a:pt x="590934" y="139801"/>
                  </a:lnTo>
                  <a:lnTo>
                    <a:pt x="588587" y="140474"/>
                  </a:lnTo>
                  <a:lnTo>
                    <a:pt x="583603" y="143700"/>
                  </a:lnTo>
                  <a:lnTo>
                    <a:pt x="581875" y="145796"/>
                  </a:lnTo>
                  <a:lnTo>
                    <a:pt x="580923" y="148386"/>
                  </a:lnTo>
                  <a:lnTo>
                    <a:pt x="588278" y="148386"/>
                  </a:lnTo>
                  <a:lnTo>
                    <a:pt x="589040" y="147980"/>
                  </a:lnTo>
                  <a:lnTo>
                    <a:pt x="591012" y="147510"/>
                  </a:lnTo>
                  <a:lnTo>
                    <a:pt x="598792" y="147510"/>
                  </a:lnTo>
                  <a:lnTo>
                    <a:pt x="598792" y="139801"/>
                  </a:lnTo>
                  <a:close/>
                </a:path>
                <a:path w="1377950" h="316229">
                  <a:moveTo>
                    <a:pt x="598792" y="147510"/>
                  </a:moveTo>
                  <a:lnTo>
                    <a:pt x="595960" y="147510"/>
                  </a:lnTo>
                  <a:lnTo>
                    <a:pt x="596912" y="147675"/>
                  </a:lnTo>
                  <a:lnTo>
                    <a:pt x="598934" y="147980"/>
                  </a:lnTo>
                  <a:lnTo>
                    <a:pt x="598792" y="147980"/>
                  </a:lnTo>
                  <a:lnTo>
                    <a:pt x="598792" y="147510"/>
                  </a:lnTo>
                  <a:close/>
                </a:path>
                <a:path w="1377950" h="316229">
                  <a:moveTo>
                    <a:pt x="643743" y="146888"/>
                  </a:moveTo>
                  <a:lnTo>
                    <a:pt x="631228" y="146888"/>
                  </a:lnTo>
                  <a:lnTo>
                    <a:pt x="633983" y="147815"/>
                  </a:lnTo>
                  <a:lnTo>
                    <a:pt x="637654" y="151549"/>
                  </a:lnTo>
                  <a:lnTo>
                    <a:pt x="638568" y="154190"/>
                  </a:lnTo>
                  <a:lnTo>
                    <a:pt x="638568" y="159092"/>
                  </a:lnTo>
                  <a:lnTo>
                    <a:pt x="638098" y="160007"/>
                  </a:lnTo>
                  <a:lnTo>
                    <a:pt x="636257" y="161048"/>
                  </a:lnTo>
                  <a:lnTo>
                    <a:pt x="634809" y="161429"/>
                  </a:lnTo>
                  <a:lnTo>
                    <a:pt x="628256" y="162166"/>
                  </a:lnTo>
                  <a:lnTo>
                    <a:pt x="622630" y="162890"/>
                  </a:lnTo>
                  <a:lnTo>
                    <a:pt x="604748" y="181394"/>
                  </a:lnTo>
                  <a:lnTo>
                    <a:pt x="605548" y="184302"/>
                  </a:lnTo>
                  <a:lnTo>
                    <a:pt x="608723" y="189103"/>
                  </a:lnTo>
                  <a:lnTo>
                    <a:pt x="610869" y="190931"/>
                  </a:lnTo>
                  <a:lnTo>
                    <a:pt x="616280" y="193446"/>
                  </a:lnTo>
                  <a:lnTo>
                    <a:pt x="619290" y="194081"/>
                  </a:lnTo>
                  <a:lnTo>
                    <a:pt x="625665" y="194081"/>
                  </a:lnTo>
                  <a:lnTo>
                    <a:pt x="637616" y="186893"/>
                  </a:lnTo>
                  <a:lnTo>
                    <a:pt x="620829" y="186893"/>
                  </a:lnTo>
                  <a:lnTo>
                    <a:pt x="618271" y="186220"/>
                  </a:lnTo>
                  <a:lnTo>
                    <a:pt x="618094" y="186220"/>
                  </a:lnTo>
                  <a:lnTo>
                    <a:pt x="615899" y="184734"/>
                  </a:lnTo>
                  <a:lnTo>
                    <a:pt x="613829" y="183299"/>
                  </a:lnTo>
                  <a:lnTo>
                    <a:pt x="612899" y="181394"/>
                  </a:lnTo>
                  <a:lnTo>
                    <a:pt x="612892" y="176072"/>
                  </a:lnTo>
                  <a:lnTo>
                    <a:pt x="613253" y="174980"/>
                  </a:lnTo>
                  <a:lnTo>
                    <a:pt x="613333" y="174739"/>
                  </a:lnTo>
                  <a:lnTo>
                    <a:pt x="630411" y="168795"/>
                  </a:lnTo>
                  <a:lnTo>
                    <a:pt x="633869" y="168249"/>
                  </a:lnTo>
                  <a:lnTo>
                    <a:pt x="635177" y="167970"/>
                  </a:lnTo>
                  <a:lnTo>
                    <a:pt x="637432" y="167322"/>
                  </a:lnTo>
                  <a:lnTo>
                    <a:pt x="638225" y="166941"/>
                  </a:lnTo>
                  <a:lnTo>
                    <a:pt x="638568" y="166522"/>
                  </a:lnTo>
                  <a:lnTo>
                    <a:pt x="646620" y="166522"/>
                  </a:lnTo>
                  <a:lnTo>
                    <a:pt x="646620" y="154190"/>
                  </a:lnTo>
                  <a:lnTo>
                    <a:pt x="646183" y="152069"/>
                  </a:lnTo>
                  <a:lnTo>
                    <a:pt x="646076" y="151549"/>
                  </a:lnTo>
                  <a:lnTo>
                    <a:pt x="645981" y="151091"/>
                  </a:lnTo>
                  <a:lnTo>
                    <a:pt x="645934" y="150863"/>
                  </a:lnTo>
                  <a:lnTo>
                    <a:pt x="643743" y="146888"/>
                  </a:lnTo>
                  <a:close/>
                </a:path>
                <a:path w="1377950" h="316229">
                  <a:moveTo>
                    <a:pt x="646620" y="185762"/>
                  </a:moveTo>
                  <a:lnTo>
                    <a:pt x="638568" y="185762"/>
                  </a:lnTo>
                  <a:lnTo>
                    <a:pt x="638568" y="192849"/>
                  </a:lnTo>
                  <a:lnTo>
                    <a:pt x="646620" y="192849"/>
                  </a:lnTo>
                  <a:lnTo>
                    <a:pt x="646620" y="185762"/>
                  </a:lnTo>
                  <a:close/>
                </a:path>
                <a:path w="1377950" h="316229">
                  <a:moveTo>
                    <a:pt x="646620" y="166522"/>
                  </a:moveTo>
                  <a:lnTo>
                    <a:pt x="638568" y="166522"/>
                  </a:lnTo>
                  <a:lnTo>
                    <a:pt x="638492" y="176352"/>
                  </a:lnTo>
                  <a:lnTo>
                    <a:pt x="637997" y="178155"/>
                  </a:lnTo>
                  <a:lnTo>
                    <a:pt x="635749" y="182105"/>
                  </a:lnTo>
                  <a:lnTo>
                    <a:pt x="634098" y="183718"/>
                  </a:lnTo>
                  <a:lnTo>
                    <a:pt x="629704" y="186220"/>
                  </a:lnTo>
                  <a:lnTo>
                    <a:pt x="626805" y="186893"/>
                  </a:lnTo>
                  <a:lnTo>
                    <a:pt x="637616" y="186893"/>
                  </a:lnTo>
                  <a:lnTo>
                    <a:pt x="638162" y="185762"/>
                  </a:lnTo>
                  <a:lnTo>
                    <a:pt x="646620" y="185762"/>
                  </a:lnTo>
                  <a:lnTo>
                    <a:pt x="646620" y="166522"/>
                  </a:lnTo>
                  <a:close/>
                </a:path>
                <a:path w="1377950" h="316229">
                  <a:moveTo>
                    <a:pt x="628929" y="139801"/>
                  </a:moveTo>
                  <a:lnTo>
                    <a:pt x="624611" y="139801"/>
                  </a:lnTo>
                  <a:lnTo>
                    <a:pt x="621931" y="140157"/>
                  </a:lnTo>
                  <a:lnTo>
                    <a:pt x="606247" y="152069"/>
                  </a:lnTo>
                  <a:lnTo>
                    <a:pt x="613879" y="154800"/>
                  </a:lnTo>
                  <a:lnTo>
                    <a:pt x="614768" y="152895"/>
                  </a:lnTo>
                  <a:lnTo>
                    <a:pt x="616305" y="151091"/>
                  </a:lnTo>
                  <a:lnTo>
                    <a:pt x="620558" y="147815"/>
                  </a:lnTo>
                  <a:lnTo>
                    <a:pt x="620355" y="147815"/>
                  </a:lnTo>
                  <a:lnTo>
                    <a:pt x="623684" y="146888"/>
                  </a:lnTo>
                  <a:lnTo>
                    <a:pt x="643743" y="146888"/>
                  </a:lnTo>
                  <a:lnTo>
                    <a:pt x="643204" y="145910"/>
                  </a:lnTo>
                  <a:lnTo>
                    <a:pt x="641489" y="144056"/>
                  </a:lnTo>
                  <a:lnTo>
                    <a:pt x="637374" y="141605"/>
                  </a:lnTo>
                  <a:lnTo>
                    <a:pt x="635519" y="140893"/>
                  </a:lnTo>
                  <a:lnTo>
                    <a:pt x="635843" y="140893"/>
                  </a:lnTo>
                  <a:lnTo>
                    <a:pt x="633044" y="140411"/>
                  </a:lnTo>
                  <a:lnTo>
                    <a:pt x="630859" y="140004"/>
                  </a:lnTo>
                  <a:lnTo>
                    <a:pt x="628929" y="139801"/>
                  </a:lnTo>
                  <a:close/>
                </a:path>
                <a:path w="1377950" h="316229">
                  <a:moveTo>
                    <a:pt x="671766" y="127927"/>
                  </a:moveTo>
                  <a:lnTo>
                    <a:pt x="663727" y="127927"/>
                  </a:lnTo>
                  <a:lnTo>
                    <a:pt x="663727" y="183070"/>
                  </a:lnTo>
                  <a:lnTo>
                    <a:pt x="675639" y="193535"/>
                  </a:lnTo>
                  <a:lnTo>
                    <a:pt x="680126" y="193535"/>
                  </a:lnTo>
                  <a:lnTo>
                    <a:pt x="682369" y="193040"/>
                  </a:lnTo>
                  <a:lnTo>
                    <a:pt x="683361" y="192786"/>
                  </a:lnTo>
                  <a:lnTo>
                    <a:pt x="683907" y="192582"/>
                  </a:lnTo>
                  <a:lnTo>
                    <a:pt x="682364" y="185762"/>
                  </a:lnTo>
                  <a:lnTo>
                    <a:pt x="676986" y="185762"/>
                  </a:lnTo>
                  <a:lnTo>
                    <a:pt x="674166" y="184823"/>
                  </a:lnTo>
                  <a:lnTo>
                    <a:pt x="674306" y="184823"/>
                  </a:lnTo>
                  <a:lnTo>
                    <a:pt x="673442" y="184073"/>
                  </a:lnTo>
                  <a:lnTo>
                    <a:pt x="672827" y="183070"/>
                  </a:lnTo>
                  <a:lnTo>
                    <a:pt x="672096" y="181825"/>
                  </a:lnTo>
                  <a:lnTo>
                    <a:pt x="671766" y="180124"/>
                  </a:lnTo>
                  <a:lnTo>
                    <a:pt x="671766" y="127927"/>
                  </a:lnTo>
                  <a:close/>
                </a:path>
                <a:path w="1377950" h="316229">
                  <a:moveTo>
                    <a:pt x="663727" y="140474"/>
                  </a:moveTo>
                  <a:lnTo>
                    <a:pt x="655815" y="140474"/>
                  </a:lnTo>
                  <a:lnTo>
                    <a:pt x="655815" y="147294"/>
                  </a:lnTo>
                  <a:lnTo>
                    <a:pt x="663727" y="147294"/>
                  </a:lnTo>
                  <a:lnTo>
                    <a:pt x="663727" y="140474"/>
                  </a:lnTo>
                  <a:close/>
                </a:path>
                <a:path w="1377950" h="316229">
                  <a:moveTo>
                    <a:pt x="682955" y="140474"/>
                  </a:moveTo>
                  <a:lnTo>
                    <a:pt x="671766" y="140474"/>
                  </a:lnTo>
                  <a:lnTo>
                    <a:pt x="671766" y="147294"/>
                  </a:lnTo>
                  <a:lnTo>
                    <a:pt x="682955" y="147294"/>
                  </a:lnTo>
                  <a:lnTo>
                    <a:pt x="682955" y="140474"/>
                  </a:lnTo>
                  <a:close/>
                </a:path>
                <a:path w="1377950" h="316229">
                  <a:moveTo>
                    <a:pt x="717232" y="139801"/>
                  </a:moveTo>
                  <a:lnTo>
                    <a:pt x="709777" y="139801"/>
                  </a:lnTo>
                  <a:lnTo>
                    <a:pt x="705650" y="140957"/>
                  </a:lnTo>
                  <a:lnTo>
                    <a:pt x="698576" y="145567"/>
                  </a:lnTo>
                  <a:lnTo>
                    <a:pt x="695820" y="148780"/>
                  </a:lnTo>
                  <a:lnTo>
                    <a:pt x="691962" y="156845"/>
                  </a:lnTo>
                  <a:lnTo>
                    <a:pt x="691895" y="156984"/>
                  </a:lnTo>
                  <a:lnTo>
                    <a:pt x="691109" y="160782"/>
                  </a:lnTo>
                  <a:lnTo>
                    <a:pt x="691044" y="161099"/>
                  </a:lnTo>
                  <a:lnTo>
                    <a:pt x="690918" y="172440"/>
                  </a:lnTo>
                  <a:lnTo>
                    <a:pt x="691895" y="177139"/>
                  </a:lnTo>
                  <a:lnTo>
                    <a:pt x="695820" y="185216"/>
                  </a:lnTo>
                  <a:lnTo>
                    <a:pt x="698626" y="188353"/>
                  </a:lnTo>
                  <a:lnTo>
                    <a:pt x="705929" y="192824"/>
                  </a:lnTo>
                  <a:lnTo>
                    <a:pt x="710285" y="193941"/>
                  </a:lnTo>
                  <a:lnTo>
                    <a:pt x="718870" y="193941"/>
                  </a:lnTo>
                  <a:lnTo>
                    <a:pt x="722071" y="193395"/>
                  </a:lnTo>
                  <a:lnTo>
                    <a:pt x="727748" y="191185"/>
                  </a:lnTo>
                  <a:lnTo>
                    <a:pt x="730135" y="189649"/>
                  </a:lnTo>
                  <a:lnTo>
                    <a:pt x="732975" y="186715"/>
                  </a:lnTo>
                  <a:lnTo>
                    <a:pt x="712076" y="186715"/>
                  </a:lnTo>
                  <a:lnTo>
                    <a:pt x="709218" y="186004"/>
                  </a:lnTo>
                  <a:lnTo>
                    <a:pt x="698957" y="169392"/>
                  </a:lnTo>
                  <a:lnTo>
                    <a:pt x="696645" y="169392"/>
                  </a:lnTo>
                  <a:lnTo>
                    <a:pt x="696645" y="162433"/>
                  </a:lnTo>
                  <a:lnTo>
                    <a:pt x="698957" y="162433"/>
                  </a:lnTo>
                  <a:lnTo>
                    <a:pt x="698957" y="160782"/>
                  </a:lnTo>
                  <a:lnTo>
                    <a:pt x="711301" y="147027"/>
                  </a:lnTo>
                  <a:lnTo>
                    <a:pt x="731401" y="147027"/>
                  </a:lnTo>
                  <a:lnTo>
                    <a:pt x="727671" y="143548"/>
                  </a:lnTo>
                  <a:lnTo>
                    <a:pt x="725246" y="142074"/>
                  </a:lnTo>
                  <a:lnTo>
                    <a:pt x="719924" y="140246"/>
                  </a:lnTo>
                  <a:lnTo>
                    <a:pt x="717232" y="139801"/>
                  </a:lnTo>
                  <a:close/>
                </a:path>
                <a:path w="1377950" h="316229">
                  <a:moveTo>
                    <a:pt x="728421" y="178523"/>
                  </a:moveTo>
                  <a:lnTo>
                    <a:pt x="717435" y="186715"/>
                  </a:lnTo>
                  <a:lnTo>
                    <a:pt x="732975" y="186715"/>
                  </a:lnTo>
                  <a:lnTo>
                    <a:pt x="733996" y="185661"/>
                  </a:lnTo>
                  <a:lnTo>
                    <a:pt x="735380" y="183349"/>
                  </a:lnTo>
                  <a:lnTo>
                    <a:pt x="736076" y="181089"/>
                  </a:lnTo>
                  <a:lnTo>
                    <a:pt x="736193" y="180708"/>
                  </a:lnTo>
                  <a:lnTo>
                    <a:pt x="728421" y="178523"/>
                  </a:lnTo>
                  <a:close/>
                </a:path>
                <a:path w="1377950" h="316229">
                  <a:moveTo>
                    <a:pt x="698957" y="162433"/>
                  </a:moveTo>
                  <a:lnTo>
                    <a:pt x="696645" y="162433"/>
                  </a:lnTo>
                  <a:lnTo>
                    <a:pt x="696645" y="169392"/>
                  </a:lnTo>
                  <a:lnTo>
                    <a:pt x="698957" y="169392"/>
                  </a:lnTo>
                  <a:lnTo>
                    <a:pt x="698957" y="162433"/>
                  </a:lnTo>
                  <a:close/>
                </a:path>
                <a:path w="1377950" h="316229">
                  <a:moveTo>
                    <a:pt x="731401" y="147027"/>
                  </a:moveTo>
                  <a:lnTo>
                    <a:pt x="717422" y="147027"/>
                  </a:lnTo>
                  <a:lnTo>
                    <a:pt x="720364" y="147815"/>
                  </a:lnTo>
                  <a:lnTo>
                    <a:pt x="720121" y="147815"/>
                  </a:lnTo>
                  <a:lnTo>
                    <a:pt x="724242" y="150380"/>
                  </a:lnTo>
                  <a:lnTo>
                    <a:pt x="725893" y="152209"/>
                  </a:lnTo>
                  <a:lnTo>
                    <a:pt x="727049" y="154520"/>
                  </a:lnTo>
                  <a:lnTo>
                    <a:pt x="728243" y="156845"/>
                  </a:lnTo>
                  <a:lnTo>
                    <a:pt x="728827" y="159486"/>
                  </a:lnTo>
                  <a:lnTo>
                    <a:pt x="728827" y="162433"/>
                  </a:lnTo>
                  <a:lnTo>
                    <a:pt x="698957" y="162433"/>
                  </a:lnTo>
                  <a:lnTo>
                    <a:pt x="698957" y="169392"/>
                  </a:lnTo>
                  <a:lnTo>
                    <a:pt x="737006" y="169392"/>
                  </a:lnTo>
                  <a:lnTo>
                    <a:pt x="736956" y="160782"/>
                  </a:lnTo>
                  <a:lnTo>
                    <a:pt x="736358" y="156984"/>
                  </a:lnTo>
                  <a:lnTo>
                    <a:pt x="733797" y="150380"/>
                  </a:lnTo>
                  <a:lnTo>
                    <a:pt x="732159" y="147815"/>
                  </a:lnTo>
                  <a:lnTo>
                    <a:pt x="731401" y="147027"/>
                  </a:lnTo>
                  <a:close/>
                </a:path>
                <a:path w="1377950" h="316229">
                  <a:moveTo>
                    <a:pt x="796912" y="114300"/>
                  </a:moveTo>
                  <a:lnTo>
                    <a:pt x="789825" y="114300"/>
                  </a:lnTo>
                  <a:lnTo>
                    <a:pt x="785660" y="120357"/>
                  </a:lnTo>
                  <a:lnTo>
                    <a:pt x="782459" y="127012"/>
                  </a:lnTo>
                  <a:lnTo>
                    <a:pt x="777976" y="141439"/>
                  </a:lnTo>
                  <a:lnTo>
                    <a:pt x="776871" y="149339"/>
                  </a:lnTo>
                  <a:lnTo>
                    <a:pt x="776871" y="166522"/>
                  </a:lnTo>
                  <a:lnTo>
                    <a:pt x="777976" y="174434"/>
                  </a:lnTo>
                  <a:lnTo>
                    <a:pt x="782459" y="188874"/>
                  </a:lnTo>
                  <a:lnTo>
                    <a:pt x="785660" y="195503"/>
                  </a:lnTo>
                  <a:lnTo>
                    <a:pt x="789825" y="201574"/>
                  </a:lnTo>
                  <a:lnTo>
                    <a:pt x="796912" y="201574"/>
                  </a:lnTo>
                  <a:lnTo>
                    <a:pt x="794740" y="198577"/>
                  </a:lnTo>
                  <a:lnTo>
                    <a:pt x="792759" y="194691"/>
                  </a:lnTo>
                  <a:lnTo>
                    <a:pt x="789216" y="185140"/>
                  </a:lnTo>
                  <a:lnTo>
                    <a:pt x="787806" y="179971"/>
                  </a:lnTo>
                  <a:lnTo>
                    <a:pt x="785710" y="168833"/>
                  </a:lnTo>
                  <a:lnTo>
                    <a:pt x="785190" y="163347"/>
                  </a:lnTo>
                  <a:lnTo>
                    <a:pt x="785190" y="153873"/>
                  </a:lnTo>
                  <a:lnTo>
                    <a:pt x="795273" y="116547"/>
                  </a:lnTo>
                  <a:lnTo>
                    <a:pt x="796912" y="114300"/>
                  </a:lnTo>
                  <a:close/>
                </a:path>
                <a:path w="1377950" h="316229">
                  <a:moveTo>
                    <a:pt x="849668" y="123024"/>
                  </a:moveTo>
                  <a:lnTo>
                    <a:pt x="804938" y="123024"/>
                  </a:lnTo>
                  <a:lnTo>
                    <a:pt x="804938" y="130517"/>
                  </a:lnTo>
                  <a:lnTo>
                    <a:pt x="840943" y="130517"/>
                  </a:lnTo>
                  <a:lnTo>
                    <a:pt x="840943" y="131064"/>
                  </a:lnTo>
                  <a:lnTo>
                    <a:pt x="809713" y="192849"/>
                  </a:lnTo>
                  <a:lnTo>
                    <a:pt x="818578" y="192849"/>
                  </a:lnTo>
                  <a:lnTo>
                    <a:pt x="849604" y="131064"/>
                  </a:lnTo>
                  <a:lnTo>
                    <a:pt x="849668" y="123024"/>
                  </a:lnTo>
                  <a:close/>
                </a:path>
                <a:path w="1377950" h="316229">
                  <a:moveTo>
                    <a:pt x="885799" y="131889"/>
                  </a:moveTo>
                  <a:lnTo>
                    <a:pt x="877341" y="131889"/>
                  </a:lnTo>
                  <a:lnTo>
                    <a:pt x="877341" y="192849"/>
                  </a:lnTo>
                  <a:lnTo>
                    <a:pt x="885799" y="192849"/>
                  </a:lnTo>
                  <a:lnTo>
                    <a:pt x="885799" y="131889"/>
                  </a:lnTo>
                  <a:close/>
                </a:path>
                <a:path w="1377950" h="316229">
                  <a:moveTo>
                    <a:pt x="885799" y="123024"/>
                  </a:moveTo>
                  <a:lnTo>
                    <a:pt x="877341" y="123024"/>
                  </a:lnTo>
                  <a:lnTo>
                    <a:pt x="859891" y="134620"/>
                  </a:lnTo>
                  <a:lnTo>
                    <a:pt x="859891" y="143205"/>
                  </a:lnTo>
                  <a:lnTo>
                    <a:pt x="876934" y="131889"/>
                  </a:lnTo>
                  <a:lnTo>
                    <a:pt x="885799" y="131889"/>
                  </a:lnTo>
                  <a:lnTo>
                    <a:pt x="885799" y="123024"/>
                  </a:lnTo>
                  <a:close/>
                </a:path>
                <a:path w="1377950" h="316229">
                  <a:moveTo>
                    <a:pt x="945540" y="154190"/>
                  </a:moveTo>
                  <a:lnTo>
                    <a:pt x="897534" y="154190"/>
                  </a:lnTo>
                  <a:lnTo>
                    <a:pt x="897534" y="161683"/>
                  </a:lnTo>
                  <a:lnTo>
                    <a:pt x="945540" y="161683"/>
                  </a:lnTo>
                  <a:lnTo>
                    <a:pt x="945540" y="154190"/>
                  </a:lnTo>
                  <a:close/>
                </a:path>
                <a:path w="1377950" h="316229">
                  <a:moveTo>
                    <a:pt x="978052" y="122072"/>
                  </a:moveTo>
                  <a:lnTo>
                    <a:pt x="969911" y="122072"/>
                  </a:lnTo>
                  <a:lnTo>
                    <a:pt x="966266" y="122872"/>
                  </a:lnTo>
                  <a:lnTo>
                    <a:pt x="952842" y="144322"/>
                  </a:lnTo>
                  <a:lnTo>
                    <a:pt x="953775" y="147472"/>
                  </a:lnTo>
                  <a:lnTo>
                    <a:pt x="953820" y="147624"/>
                  </a:lnTo>
                  <a:lnTo>
                    <a:pt x="957783" y="153428"/>
                  </a:lnTo>
                  <a:lnTo>
                    <a:pt x="960437" y="155295"/>
                  </a:lnTo>
                  <a:lnTo>
                    <a:pt x="963777" y="156159"/>
                  </a:lnTo>
                  <a:lnTo>
                    <a:pt x="963777" y="156578"/>
                  </a:lnTo>
                  <a:lnTo>
                    <a:pt x="950252" y="171348"/>
                  </a:lnTo>
                  <a:lnTo>
                    <a:pt x="950252" y="178079"/>
                  </a:lnTo>
                  <a:lnTo>
                    <a:pt x="969327" y="193802"/>
                  </a:lnTo>
                  <a:lnTo>
                    <a:pt x="978661" y="193802"/>
                  </a:lnTo>
                  <a:lnTo>
                    <a:pt x="982764" y="192976"/>
                  </a:lnTo>
                  <a:lnTo>
                    <a:pt x="989888" y="189636"/>
                  </a:lnTo>
                  <a:lnTo>
                    <a:pt x="992670" y="187325"/>
                  </a:lnTo>
                  <a:lnTo>
                    <a:pt x="993365" y="186309"/>
                  </a:lnTo>
                  <a:lnTo>
                    <a:pt x="970826" y="186309"/>
                  </a:lnTo>
                  <a:lnTo>
                    <a:pt x="968070" y="185788"/>
                  </a:lnTo>
                  <a:lnTo>
                    <a:pt x="958570" y="176390"/>
                  </a:lnTo>
                  <a:lnTo>
                    <a:pt x="958570" y="171348"/>
                  </a:lnTo>
                  <a:lnTo>
                    <a:pt x="971029" y="160388"/>
                  </a:lnTo>
                  <a:lnTo>
                    <a:pt x="991756" y="160388"/>
                  </a:lnTo>
                  <a:lnTo>
                    <a:pt x="989025" y="158102"/>
                  </a:lnTo>
                  <a:lnTo>
                    <a:pt x="986764" y="157022"/>
                  </a:lnTo>
                  <a:lnTo>
                    <a:pt x="984237" y="156578"/>
                  </a:lnTo>
                  <a:lnTo>
                    <a:pt x="984237" y="156159"/>
                  </a:lnTo>
                  <a:lnTo>
                    <a:pt x="987513" y="155295"/>
                  </a:lnTo>
                  <a:lnTo>
                    <a:pt x="990130" y="153428"/>
                  </a:lnTo>
                  <a:lnTo>
                    <a:pt x="990313" y="153162"/>
                  </a:lnTo>
                  <a:lnTo>
                    <a:pt x="971461" y="153162"/>
                  </a:lnTo>
                  <a:lnTo>
                    <a:pt x="969213" y="152666"/>
                  </a:lnTo>
                  <a:lnTo>
                    <a:pt x="961021" y="143573"/>
                  </a:lnTo>
                  <a:lnTo>
                    <a:pt x="961021" y="138798"/>
                  </a:lnTo>
                  <a:lnTo>
                    <a:pt x="961469" y="137071"/>
                  </a:lnTo>
                  <a:lnTo>
                    <a:pt x="961555" y="136740"/>
                  </a:lnTo>
                  <a:lnTo>
                    <a:pt x="963688" y="133223"/>
                  </a:lnTo>
                  <a:lnTo>
                    <a:pt x="965199" y="131851"/>
                  </a:lnTo>
                  <a:lnTo>
                    <a:pt x="969111" y="129921"/>
                  </a:lnTo>
                  <a:lnTo>
                    <a:pt x="971397" y="129438"/>
                  </a:lnTo>
                  <a:lnTo>
                    <a:pt x="991276" y="129438"/>
                  </a:lnTo>
                  <a:lnTo>
                    <a:pt x="990536" y="128308"/>
                  </a:lnTo>
                  <a:lnTo>
                    <a:pt x="988034" y="126098"/>
                  </a:lnTo>
                  <a:lnTo>
                    <a:pt x="981671" y="122872"/>
                  </a:lnTo>
                  <a:lnTo>
                    <a:pt x="978052" y="122072"/>
                  </a:lnTo>
                  <a:close/>
                </a:path>
                <a:path w="1377950" h="316229">
                  <a:moveTo>
                    <a:pt x="991756" y="160388"/>
                  </a:moveTo>
                  <a:lnTo>
                    <a:pt x="976960" y="160388"/>
                  </a:lnTo>
                  <a:lnTo>
                    <a:pt x="979589" y="160972"/>
                  </a:lnTo>
                  <a:lnTo>
                    <a:pt x="984199" y="163283"/>
                  </a:lnTo>
                  <a:lnTo>
                    <a:pt x="986027" y="164884"/>
                  </a:lnTo>
                  <a:lnTo>
                    <a:pt x="988707" y="168922"/>
                  </a:lnTo>
                  <a:lnTo>
                    <a:pt x="989393" y="171348"/>
                  </a:lnTo>
                  <a:lnTo>
                    <a:pt x="989393" y="176390"/>
                  </a:lnTo>
                  <a:lnTo>
                    <a:pt x="977163" y="186309"/>
                  </a:lnTo>
                  <a:lnTo>
                    <a:pt x="993365" y="186309"/>
                  </a:lnTo>
                  <a:lnTo>
                    <a:pt x="996695" y="181444"/>
                  </a:lnTo>
                  <a:lnTo>
                    <a:pt x="997711" y="178079"/>
                  </a:lnTo>
                  <a:lnTo>
                    <a:pt x="997711" y="171348"/>
                  </a:lnTo>
                  <a:lnTo>
                    <a:pt x="997170" y="168922"/>
                  </a:lnTo>
                  <a:lnTo>
                    <a:pt x="997102" y="168617"/>
                  </a:lnTo>
                  <a:lnTo>
                    <a:pt x="994689" y="163601"/>
                  </a:lnTo>
                  <a:lnTo>
                    <a:pt x="993076" y="161493"/>
                  </a:lnTo>
                  <a:lnTo>
                    <a:pt x="991756" y="160388"/>
                  </a:lnTo>
                  <a:close/>
                </a:path>
                <a:path w="1377950" h="316229">
                  <a:moveTo>
                    <a:pt x="991276" y="129438"/>
                  </a:moveTo>
                  <a:lnTo>
                    <a:pt x="976579" y="129438"/>
                  </a:lnTo>
                  <a:lnTo>
                    <a:pt x="978827" y="129921"/>
                  </a:lnTo>
                  <a:lnTo>
                    <a:pt x="982687" y="131851"/>
                  </a:lnTo>
                  <a:lnTo>
                    <a:pt x="984199" y="133223"/>
                  </a:lnTo>
                  <a:lnTo>
                    <a:pt x="986383" y="136740"/>
                  </a:lnTo>
                  <a:lnTo>
                    <a:pt x="986942" y="138798"/>
                  </a:lnTo>
                  <a:lnTo>
                    <a:pt x="986942" y="143573"/>
                  </a:lnTo>
                  <a:lnTo>
                    <a:pt x="976502" y="153162"/>
                  </a:lnTo>
                  <a:lnTo>
                    <a:pt x="990313" y="153162"/>
                  </a:lnTo>
                  <a:lnTo>
                    <a:pt x="994117" y="147624"/>
                  </a:lnTo>
                  <a:lnTo>
                    <a:pt x="995121" y="144322"/>
                  </a:lnTo>
                  <a:lnTo>
                    <a:pt x="995024" y="136740"/>
                  </a:lnTo>
                  <a:lnTo>
                    <a:pt x="994194" y="133896"/>
                  </a:lnTo>
                  <a:lnTo>
                    <a:pt x="991276" y="129438"/>
                  </a:lnTo>
                  <a:close/>
                </a:path>
                <a:path w="1377950" h="316229">
                  <a:moveTo>
                    <a:pt x="1037551" y="122072"/>
                  </a:moveTo>
                  <a:lnTo>
                    <a:pt x="1027366" y="122072"/>
                  </a:lnTo>
                  <a:lnTo>
                    <a:pt x="1022997" y="123494"/>
                  </a:lnTo>
                  <a:lnTo>
                    <a:pt x="1015745" y="129146"/>
                  </a:lnTo>
                  <a:lnTo>
                    <a:pt x="1012977" y="133235"/>
                  </a:lnTo>
                  <a:lnTo>
                    <a:pt x="1009129" y="143941"/>
                  </a:lnTo>
                  <a:lnTo>
                    <a:pt x="1008176" y="150393"/>
                  </a:lnTo>
                  <a:lnTo>
                    <a:pt x="1008176" y="165531"/>
                  </a:lnTo>
                  <a:lnTo>
                    <a:pt x="1027315" y="193802"/>
                  </a:lnTo>
                  <a:lnTo>
                    <a:pt x="1037589" y="193802"/>
                  </a:lnTo>
                  <a:lnTo>
                    <a:pt x="1041971" y="192405"/>
                  </a:lnTo>
                  <a:lnTo>
                    <a:pt x="1049197" y="186791"/>
                  </a:lnTo>
                  <a:lnTo>
                    <a:pt x="1049524" y="186309"/>
                  </a:lnTo>
                  <a:lnTo>
                    <a:pt x="1029068" y="186309"/>
                  </a:lnTo>
                  <a:lnTo>
                    <a:pt x="1026172" y="185204"/>
                  </a:lnTo>
                  <a:lnTo>
                    <a:pt x="1021372" y="180797"/>
                  </a:lnTo>
                  <a:lnTo>
                    <a:pt x="1019543" y="177571"/>
                  </a:lnTo>
                  <a:lnTo>
                    <a:pt x="1017003" y="169113"/>
                  </a:lnTo>
                  <a:lnTo>
                    <a:pt x="1016355" y="163982"/>
                  </a:lnTo>
                  <a:lnTo>
                    <a:pt x="1016355" y="148869"/>
                  </a:lnTo>
                  <a:lnTo>
                    <a:pt x="1017777" y="141859"/>
                  </a:lnTo>
                  <a:lnTo>
                    <a:pt x="1023467" y="131927"/>
                  </a:lnTo>
                  <a:lnTo>
                    <a:pt x="1027404" y="129438"/>
                  </a:lnTo>
                  <a:lnTo>
                    <a:pt x="1049345" y="129438"/>
                  </a:lnTo>
                  <a:lnTo>
                    <a:pt x="1049146" y="129146"/>
                  </a:lnTo>
                  <a:lnTo>
                    <a:pt x="1041895" y="123494"/>
                  </a:lnTo>
                  <a:lnTo>
                    <a:pt x="1037551" y="122072"/>
                  </a:lnTo>
                  <a:close/>
                </a:path>
                <a:path w="1377950" h="316229">
                  <a:moveTo>
                    <a:pt x="1049345" y="129438"/>
                  </a:moveTo>
                  <a:lnTo>
                    <a:pt x="1035824" y="129438"/>
                  </a:lnTo>
                  <a:lnTo>
                    <a:pt x="1038694" y="130543"/>
                  </a:lnTo>
                  <a:lnTo>
                    <a:pt x="1041082" y="132778"/>
                  </a:lnTo>
                  <a:lnTo>
                    <a:pt x="1043495" y="135001"/>
                  </a:lnTo>
                  <a:lnTo>
                    <a:pt x="1045336" y="138239"/>
                  </a:lnTo>
                  <a:lnTo>
                    <a:pt x="1046606" y="142494"/>
                  </a:lnTo>
                  <a:lnTo>
                    <a:pt x="1047902" y="146735"/>
                  </a:lnTo>
                  <a:lnTo>
                    <a:pt x="1048550" y="151892"/>
                  </a:lnTo>
                  <a:lnTo>
                    <a:pt x="1048550" y="167030"/>
                  </a:lnTo>
                  <a:lnTo>
                    <a:pt x="1047140" y="174028"/>
                  </a:lnTo>
                  <a:lnTo>
                    <a:pt x="1041501" y="183845"/>
                  </a:lnTo>
                  <a:lnTo>
                    <a:pt x="1037551" y="186309"/>
                  </a:lnTo>
                  <a:lnTo>
                    <a:pt x="1049524" y="186309"/>
                  </a:lnTo>
                  <a:lnTo>
                    <a:pt x="1051953" y="182714"/>
                  </a:lnTo>
                  <a:lnTo>
                    <a:pt x="1055776" y="172008"/>
                  </a:lnTo>
                  <a:lnTo>
                    <a:pt x="1056728" y="165531"/>
                  </a:lnTo>
                  <a:lnTo>
                    <a:pt x="1056728" y="150393"/>
                  </a:lnTo>
                  <a:lnTo>
                    <a:pt x="1055763" y="143941"/>
                  </a:lnTo>
                  <a:lnTo>
                    <a:pt x="1053833" y="138607"/>
                  </a:lnTo>
                  <a:lnTo>
                    <a:pt x="1051928" y="133235"/>
                  </a:lnTo>
                  <a:lnTo>
                    <a:pt x="1049345" y="129438"/>
                  </a:lnTo>
                  <a:close/>
                </a:path>
                <a:path w="1377950" h="316229">
                  <a:moveTo>
                    <a:pt x="1072921" y="114300"/>
                  </a:moveTo>
                  <a:lnTo>
                    <a:pt x="1065834" y="114300"/>
                  </a:lnTo>
                  <a:lnTo>
                    <a:pt x="1068019" y="117297"/>
                  </a:lnTo>
                  <a:lnTo>
                    <a:pt x="1069987" y="121183"/>
                  </a:lnTo>
                  <a:lnTo>
                    <a:pt x="1073543" y="130733"/>
                  </a:lnTo>
                  <a:lnTo>
                    <a:pt x="1074953" y="135902"/>
                  </a:lnTo>
                  <a:lnTo>
                    <a:pt x="1077036" y="147040"/>
                  </a:lnTo>
                  <a:lnTo>
                    <a:pt x="1077556" y="152527"/>
                  </a:lnTo>
                  <a:lnTo>
                    <a:pt x="1077556" y="161975"/>
                  </a:lnTo>
                  <a:lnTo>
                    <a:pt x="1067473" y="199326"/>
                  </a:lnTo>
                  <a:lnTo>
                    <a:pt x="1065834" y="201574"/>
                  </a:lnTo>
                  <a:lnTo>
                    <a:pt x="1072921" y="201574"/>
                  </a:lnTo>
                  <a:lnTo>
                    <a:pt x="1077086" y="195503"/>
                  </a:lnTo>
                  <a:lnTo>
                    <a:pt x="1080274" y="188874"/>
                  </a:lnTo>
                  <a:lnTo>
                    <a:pt x="1084738" y="174498"/>
                  </a:lnTo>
                  <a:lnTo>
                    <a:pt x="1085875" y="166522"/>
                  </a:lnTo>
                  <a:lnTo>
                    <a:pt x="1085875" y="149339"/>
                  </a:lnTo>
                  <a:lnTo>
                    <a:pt x="1084757" y="141439"/>
                  </a:lnTo>
                  <a:lnTo>
                    <a:pt x="1080274" y="127012"/>
                  </a:lnTo>
                  <a:lnTo>
                    <a:pt x="1077086" y="120357"/>
                  </a:lnTo>
                  <a:lnTo>
                    <a:pt x="1072921" y="114300"/>
                  </a:lnTo>
                  <a:close/>
                </a:path>
                <a:path w="1377950" h="316229">
                  <a:moveTo>
                    <a:pt x="5181" y="270332"/>
                  </a:moveTo>
                  <a:lnTo>
                    <a:pt x="0" y="275640"/>
                  </a:lnTo>
                  <a:lnTo>
                    <a:pt x="23190" y="298691"/>
                  </a:lnTo>
                  <a:lnTo>
                    <a:pt x="33851" y="288061"/>
                  </a:lnTo>
                  <a:lnTo>
                    <a:pt x="23190" y="288061"/>
                  </a:lnTo>
                  <a:lnTo>
                    <a:pt x="5181" y="270332"/>
                  </a:lnTo>
                  <a:close/>
                </a:path>
                <a:path w="1377950" h="316229">
                  <a:moveTo>
                    <a:pt x="60413" y="250964"/>
                  </a:moveTo>
                  <a:lnTo>
                    <a:pt x="23190" y="288061"/>
                  </a:lnTo>
                  <a:lnTo>
                    <a:pt x="33851" y="288061"/>
                  </a:lnTo>
                  <a:lnTo>
                    <a:pt x="65735" y="256273"/>
                  </a:lnTo>
                  <a:lnTo>
                    <a:pt x="60413" y="250964"/>
                  </a:lnTo>
                  <a:close/>
                </a:path>
                <a:path w="1377950" h="316229">
                  <a:moveTo>
                    <a:pt x="149288" y="237324"/>
                  </a:moveTo>
                  <a:lnTo>
                    <a:pt x="107416" y="237324"/>
                  </a:lnTo>
                  <a:lnTo>
                    <a:pt x="107416" y="307149"/>
                  </a:lnTo>
                  <a:lnTo>
                    <a:pt x="115874" y="307149"/>
                  </a:lnTo>
                  <a:lnTo>
                    <a:pt x="115874" y="275920"/>
                  </a:lnTo>
                  <a:lnTo>
                    <a:pt x="146151" y="275920"/>
                  </a:lnTo>
                  <a:lnTo>
                    <a:pt x="146151" y="268414"/>
                  </a:lnTo>
                  <a:lnTo>
                    <a:pt x="115874" y="268414"/>
                  </a:lnTo>
                  <a:lnTo>
                    <a:pt x="115874" y="244817"/>
                  </a:lnTo>
                  <a:lnTo>
                    <a:pt x="149288" y="244817"/>
                  </a:lnTo>
                  <a:lnTo>
                    <a:pt x="149288" y="237324"/>
                  </a:lnTo>
                  <a:close/>
                </a:path>
                <a:path w="1377950" h="316229">
                  <a:moveTo>
                    <a:pt x="166319" y="254774"/>
                  </a:moveTo>
                  <a:lnTo>
                    <a:pt x="158267" y="254774"/>
                  </a:lnTo>
                  <a:lnTo>
                    <a:pt x="158267" y="292506"/>
                  </a:lnTo>
                  <a:lnTo>
                    <a:pt x="158950" y="295935"/>
                  </a:lnTo>
                  <a:lnTo>
                    <a:pt x="159003" y="296202"/>
                  </a:lnTo>
                  <a:lnTo>
                    <a:pt x="171907" y="307835"/>
                  </a:lnTo>
                  <a:lnTo>
                    <a:pt x="179133" y="307835"/>
                  </a:lnTo>
                  <a:lnTo>
                    <a:pt x="182410" y="306908"/>
                  </a:lnTo>
                  <a:lnTo>
                    <a:pt x="187591" y="303199"/>
                  </a:lnTo>
                  <a:lnTo>
                    <a:pt x="189496" y="300939"/>
                  </a:lnTo>
                  <a:lnTo>
                    <a:pt x="189903" y="300062"/>
                  </a:lnTo>
                  <a:lnTo>
                    <a:pt x="174434" y="300062"/>
                  </a:lnTo>
                  <a:lnTo>
                    <a:pt x="171678" y="298919"/>
                  </a:lnTo>
                  <a:lnTo>
                    <a:pt x="167385" y="294373"/>
                  </a:lnTo>
                  <a:lnTo>
                    <a:pt x="166319" y="291325"/>
                  </a:lnTo>
                  <a:lnTo>
                    <a:pt x="166319" y="254774"/>
                  </a:lnTo>
                  <a:close/>
                </a:path>
                <a:path w="1377950" h="316229">
                  <a:moveTo>
                    <a:pt x="199326" y="298284"/>
                  </a:moveTo>
                  <a:lnTo>
                    <a:pt x="191274" y="298284"/>
                  </a:lnTo>
                  <a:lnTo>
                    <a:pt x="191274" y="307149"/>
                  </a:lnTo>
                  <a:lnTo>
                    <a:pt x="199326" y="307149"/>
                  </a:lnTo>
                  <a:lnTo>
                    <a:pt x="199326" y="298284"/>
                  </a:lnTo>
                  <a:close/>
                </a:path>
                <a:path w="1377950" h="316229">
                  <a:moveTo>
                    <a:pt x="199326" y="254774"/>
                  </a:moveTo>
                  <a:lnTo>
                    <a:pt x="191274" y="254774"/>
                  </a:lnTo>
                  <a:lnTo>
                    <a:pt x="191274" y="289013"/>
                  </a:lnTo>
                  <a:lnTo>
                    <a:pt x="190664" y="291325"/>
                  </a:lnTo>
                  <a:lnTo>
                    <a:pt x="190563" y="291706"/>
                  </a:lnTo>
                  <a:lnTo>
                    <a:pt x="189128" y="293814"/>
                  </a:lnTo>
                  <a:lnTo>
                    <a:pt x="187718" y="295935"/>
                  </a:lnTo>
                  <a:lnTo>
                    <a:pt x="185966" y="297497"/>
                  </a:lnTo>
                  <a:lnTo>
                    <a:pt x="181813" y="299542"/>
                  </a:lnTo>
                  <a:lnTo>
                    <a:pt x="179768" y="300062"/>
                  </a:lnTo>
                  <a:lnTo>
                    <a:pt x="189903" y="300062"/>
                  </a:lnTo>
                  <a:lnTo>
                    <a:pt x="190728" y="298284"/>
                  </a:lnTo>
                  <a:lnTo>
                    <a:pt x="199326" y="298284"/>
                  </a:lnTo>
                  <a:lnTo>
                    <a:pt x="199326" y="254774"/>
                  </a:lnTo>
                  <a:close/>
                </a:path>
                <a:path w="1377950" h="316229">
                  <a:moveTo>
                    <a:pt x="220979" y="237324"/>
                  </a:moveTo>
                  <a:lnTo>
                    <a:pt x="212940" y="237324"/>
                  </a:lnTo>
                  <a:lnTo>
                    <a:pt x="212940" y="307149"/>
                  </a:lnTo>
                  <a:lnTo>
                    <a:pt x="220979" y="307149"/>
                  </a:lnTo>
                  <a:lnTo>
                    <a:pt x="220979" y="237324"/>
                  </a:lnTo>
                  <a:close/>
                </a:path>
                <a:path w="1377950" h="316229">
                  <a:moveTo>
                    <a:pt x="242646" y="237324"/>
                  </a:moveTo>
                  <a:lnTo>
                    <a:pt x="234594" y="237324"/>
                  </a:lnTo>
                  <a:lnTo>
                    <a:pt x="234594" y="307149"/>
                  </a:lnTo>
                  <a:lnTo>
                    <a:pt x="242646" y="307149"/>
                  </a:lnTo>
                  <a:lnTo>
                    <a:pt x="242646" y="237324"/>
                  </a:lnTo>
                  <a:close/>
                </a:path>
                <a:path w="1377950" h="316229">
                  <a:moveTo>
                    <a:pt x="291680" y="237324"/>
                  </a:moveTo>
                  <a:lnTo>
                    <a:pt x="283222" y="237324"/>
                  </a:lnTo>
                  <a:lnTo>
                    <a:pt x="283222" y="307149"/>
                  </a:lnTo>
                  <a:lnTo>
                    <a:pt x="324142" y="307149"/>
                  </a:lnTo>
                  <a:lnTo>
                    <a:pt x="324142" y="299643"/>
                  </a:lnTo>
                  <a:lnTo>
                    <a:pt x="291680" y="299643"/>
                  </a:lnTo>
                  <a:lnTo>
                    <a:pt x="291680" y="237324"/>
                  </a:lnTo>
                  <a:close/>
                </a:path>
                <a:path w="1377950" h="316229">
                  <a:moveTo>
                    <a:pt x="371556" y="261188"/>
                  </a:moveTo>
                  <a:lnTo>
                    <a:pt x="359041" y="261188"/>
                  </a:lnTo>
                  <a:lnTo>
                    <a:pt x="361797" y="262115"/>
                  </a:lnTo>
                  <a:lnTo>
                    <a:pt x="365455" y="265849"/>
                  </a:lnTo>
                  <a:lnTo>
                    <a:pt x="366382" y="268490"/>
                  </a:lnTo>
                  <a:lnTo>
                    <a:pt x="366382" y="273392"/>
                  </a:lnTo>
                  <a:lnTo>
                    <a:pt x="365912" y="274307"/>
                  </a:lnTo>
                  <a:lnTo>
                    <a:pt x="364070" y="275348"/>
                  </a:lnTo>
                  <a:lnTo>
                    <a:pt x="362623" y="275729"/>
                  </a:lnTo>
                  <a:lnTo>
                    <a:pt x="356057" y="276466"/>
                  </a:lnTo>
                  <a:lnTo>
                    <a:pt x="350443" y="277190"/>
                  </a:lnTo>
                  <a:lnTo>
                    <a:pt x="332562" y="295694"/>
                  </a:lnTo>
                  <a:lnTo>
                    <a:pt x="333349" y="298602"/>
                  </a:lnTo>
                  <a:lnTo>
                    <a:pt x="336537" y="303403"/>
                  </a:lnTo>
                  <a:lnTo>
                    <a:pt x="338683" y="305231"/>
                  </a:lnTo>
                  <a:lnTo>
                    <a:pt x="344093" y="307746"/>
                  </a:lnTo>
                  <a:lnTo>
                    <a:pt x="347103" y="308381"/>
                  </a:lnTo>
                  <a:lnTo>
                    <a:pt x="353466" y="308381"/>
                  </a:lnTo>
                  <a:lnTo>
                    <a:pt x="365429" y="301193"/>
                  </a:lnTo>
                  <a:lnTo>
                    <a:pt x="348592" y="301193"/>
                  </a:lnTo>
                  <a:lnTo>
                    <a:pt x="346079" y="300520"/>
                  </a:lnTo>
                  <a:lnTo>
                    <a:pt x="345908" y="300520"/>
                  </a:lnTo>
                  <a:lnTo>
                    <a:pt x="343712" y="299034"/>
                  </a:lnTo>
                  <a:lnTo>
                    <a:pt x="341642" y="297599"/>
                  </a:lnTo>
                  <a:lnTo>
                    <a:pt x="340701" y="295694"/>
                  </a:lnTo>
                  <a:lnTo>
                    <a:pt x="340695" y="290372"/>
                  </a:lnTo>
                  <a:lnTo>
                    <a:pt x="341065" y="289280"/>
                  </a:lnTo>
                  <a:lnTo>
                    <a:pt x="341147" y="289039"/>
                  </a:lnTo>
                  <a:lnTo>
                    <a:pt x="358222" y="283095"/>
                  </a:lnTo>
                  <a:lnTo>
                    <a:pt x="361670" y="282549"/>
                  </a:lnTo>
                  <a:lnTo>
                    <a:pt x="362991" y="282270"/>
                  </a:lnTo>
                  <a:lnTo>
                    <a:pt x="365245" y="281622"/>
                  </a:lnTo>
                  <a:lnTo>
                    <a:pt x="366039" y="281241"/>
                  </a:lnTo>
                  <a:lnTo>
                    <a:pt x="366382" y="280822"/>
                  </a:lnTo>
                  <a:lnTo>
                    <a:pt x="374421" y="280822"/>
                  </a:lnTo>
                  <a:lnTo>
                    <a:pt x="374421" y="268490"/>
                  </a:lnTo>
                  <a:lnTo>
                    <a:pt x="373992" y="266369"/>
                  </a:lnTo>
                  <a:lnTo>
                    <a:pt x="373887" y="265849"/>
                  </a:lnTo>
                  <a:lnTo>
                    <a:pt x="373794" y="265391"/>
                  </a:lnTo>
                  <a:lnTo>
                    <a:pt x="373748" y="265163"/>
                  </a:lnTo>
                  <a:lnTo>
                    <a:pt x="371556" y="261188"/>
                  </a:lnTo>
                  <a:close/>
                </a:path>
                <a:path w="1377950" h="316229">
                  <a:moveTo>
                    <a:pt x="374421" y="300062"/>
                  </a:moveTo>
                  <a:lnTo>
                    <a:pt x="366382" y="300062"/>
                  </a:lnTo>
                  <a:lnTo>
                    <a:pt x="366382" y="307149"/>
                  </a:lnTo>
                  <a:lnTo>
                    <a:pt x="374421" y="307149"/>
                  </a:lnTo>
                  <a:lnTo>
                    <a:pt x="374421" y="300062"/>
                  </a:lnTo>
                  <a:close/>
                </a:path>
                <a:path w="1377950" h="316229">
                  <a:moveTo>
                    <a:pt x="374421" y="280822"/>
                  </a:moveTo>
                  <a:lnTo>
                    <a:pt x="366382" y="280822"/>
                  </a:lnTo>
                  <a:lnTo>
                    <a:pt x="366305" y="290652"/>
                  </a:lnTo>
                  <a:lnTo>
                    <a:pt x="365810" y="292455"/>
                  </a:lnTo>
                  <a:lnTo>
                    <a:pt x="363562" y="296405"/>
                  </a:lnTo>
                  <a:lnTo>
                    <a:pt x="361899" y="298018"/>
                  </a:lnTo>
                  <a:lnTo>
                    <a:pt x="357517" y="300520"/>
                  </a:lnTo>
                  <a:lnTo>
                    <a:pt x="354677" y="301193"/>
                  </a:lnTo>
                  <a:lnTo>
                    <a:pt x="365429" y="301193"/>
                  </a:lnTo>
                  <a:lnTo>
                    <a:pt x="365975" y="300062"/>
                  </a:lnTo>
                  <a:lnTo>
                    <a:pt x="374421" y="300062"/>
                  </a:lnTo>
                  <a:lnTo>
                    <a:pt x="374421" y="280822"/>
                  </a:lnTo>
                  <a:close/>
                </a:path>
                <a:path w="1377950" h="316229">
                  <a:moveTo>
                    <a:pt x="356742" y="254101"/>
                  </a:moveTo>
                  <a:lnTo>
                    <a:pt x="352424" y="254101"/>
                  </a:lnTo>
                  <a:lnTo>
                    <a:pt x="349745" y="254457"/>
                  </a:lnTo>
                  <a:lnTo>
                    <a:pt x="334060" y="266369"/>
                  </a:lnTo>
                  <a:lnTo>
                    <a:pt x="341693" y="269100"/>
                  </a:lnTo>
                  <a:lnTo>
                    <a:pt x="342582" y="267195"/>
                  </a:lnTo>
                  <a:lnTo>
                    <a:pt x="344119" y="265391"/>
                  </a:lnTo>
                  <a:lnTo>
                    <a:pt x="348360" y="262115"/>
                  </a:lnTo>
                  <a:lnTo>
                    <a:pt x="348154" y="262115"/>
                  </a:lnTo>
                  <a:lnTo>
                    <a:pt x="351497" y="261188"/>
                  </a:lnTo>
                  <a:lnTo>
                    <a:pt x="371556" y="261188"/>
                  </a:lnTo>
                  <a:lnTo>
                    <a:pt x="371017" y="260210"/>
                  </a:lnTo>
                  <a:lnTo>
                    <a:pt x="369303" y="258356"/>
                  </a:lnTo>
                  <a:lnTo>
                    <a:pt x="365188" y="255905"/>
                  </a:lnTo>
                  <a:lnTo>
                    <a:pt x="363332" y="255193"/>
                  </a:lnTo>
                  <a:lnTo>
                    <a:pt x="363656" y="255193"/>
                  </a:lnTo>
                  <a:lnTo>
                    <a:pt x="360857" y="254711"/>
                  </a:lnTo>
                  <a:lnTo>
                    <a:pt x="358673" y="254304"/>
                  </a:lnTo>
                  <a:lnTo>
                    <a:pt x="356742" y="254101"/>
                  </a:lnTo>
                  <a:close/>
                </a:path>
                <a:path w="1377950" h="316229">
                  <a:moveTo>
                    <a:pt x="396036" y="254774"/>
                  </a:moveTo>
                  <a:lnTo>
                    <a:pt x="387984" y="254774"/>
                  </a:lnTo>
                  <a:lnTo>
                    <a:pt x="387984" y="292506"/>
                  </a:lnTo>
                  <a:lnTo>
                    <a:pt x="388656" y="295935"/>
                  </a:lnTo>
                  <a:lnTo>
                    <a:pt x="388708" y="296202"/>
                  </a:lnTo>
                  <a:lnTo>
                    <a:pt x="401624" y="307835"/>
                  </a:lnTo>
                  <a:lnTo>
                    <a:pt x="408851" y="307835"/>
                  </a:lnTo>
                  <a:lnTo>
                    <a:pt x="412127" y="306908"/>
                  </a:lnTo>
                  <a:lnTo>
                    <a:pt x="417309" y="303199"/>
                  </a:lnTo>
                  <a:lnTo>
                    <a:pt x="419214" y="300939"/>
                  </a:lnTo>
                  <a:lnTo>
                    <a:pt x="419621" y="300062"/>
                  </a:lnTo>
                  <a:lnTo>
                    <a:pt x="404152" y="300062"/>
                  </a:lnTo>
                  <a:lnTo>
                    <a:pt x="401396" y="298919"/>
                  </a:lnTo>
                  <a:lnTo>
                    <a:pt x="397103" y="294373"/>
                  </a:lnTo>
                  <a:lnTo>
                    <a:pt x="396036" y="291325"/>
                  </a:lnTo>
                  <a:lnTo>
                    <a:pt x="396036" y="254774"/>
                  </a:lnTo>
                  <a:close/>
                </a:path>
                <a:path w="1377950" h="316229">
                  <a:moveTo>
                    <a:pt x="429044" y="298284"/>
                  </a:moveTo>
                  <a:lnTo>
                    <a:pt x="420992" y="298284"/>
                  </a:lnTo>
                  <a:lnTo>
                    <a:pt x="420992" y="307149"/>
                  </a:lnTo>
                  <a:lnTo>
                    <a:pt x="429044" y="307149"/>
                  </a:lnTo>
                  <a:lnTo>
                    <a:pt x="429044" y="298284"/>
                  </a:lnTo>
                  <a:close/>
                </a:path>
                <a:path w="1377950" h="316229">
                  <a:moveTo>
                    <a:pt x="429044" y="254774"/>
                  </a:moveTo>
                  <a:lnTo>
                    <a:pt x="420992" y="254774"/>
                  </a:lnTo>
                  <a:lnTo>
                    <a:pt x="420992" y="289013"/>
                  </a:lnTo>
                  <a:lnTo>
                    <a:pt x="420381" y="291325"/>
                  </a:lnTo>
                  <a:lnTo>
                    <a:pt x="420281" y="291706"/>
                  </a:lnTo>
                  <a:lnTo>
                    <a:pt x="418845" y="293814"/>
                  </a:lnTo>
                  <a:lnTo>
                    <a:pt x="417436" y="295935"/>
                  </a:lnTo>
                  <a:lnTo>
                    <a:pt x="415683" y="297497"/>
                  </a:lnTo>
                  <a:lnTo>
                    <a:pt x="411530" y="299542"/>
                  </a:lnTo>
                  <a:lnTo>
                    <a:pt x="409486" y="300062"/>
                  </a:lnTo>
                  <a:lnTo>
                    <a:pt x="419621" y="300062"/>
                  </a:lnTo>
                  <a:lnTo>
                    <a:pt x="420446" y="298284"/>
                  </a:lnTo>
                  <a:lnTo>
                    <a:pt x="429044" y="298284"/>
                  </a:lnTo>
                  <a:lnTo>
                    <a:pt x="429044" y="254774"/>
                  </a:lnTo>
                  <a:close/>
                </a:path>
                <a:path w="1377950" h="316229">
                  <a:moveTo>
                    <a:pt x="450418" y="254914"/>
                  </a:moveTo>
                  <a:lnTo>
                    <a:pt x="442645" y="254914"/>
                  </a:lnTo>
                  <a:lnTo>
                    <a:pt x="442645" y="307149"/>
                  </a:lnTo>
                  <a:lnTo>
                    <a:pt x="450697" y="307149"/>
                  </a:lnTo>
                  <a:lnTo>
                    <a:pt x="450697" y="272605"/>
                  </a:lnTo>
                  <a:lnTo>
                    <a:pt x="451215" y="270306"/>
                  </a:lnTo>
                  <a:lnTo>
                    <a:pt x="451281" y="270014"/>
                  </a:lnTo>
                  <a:lnTo>
                    <a:pt x="453593" y="265734"/>
                  </a:lnTo>
                  <a:lnTo>
                    <a:pt x="455180" y="264109"/>
                  </a:lnTo>
                  <a:lnTo>
                    <a:pt x="457244" y="262966"/>
                  </a:lnTo>
                  <a:lnTo>
                    <a:pt x="450418" y="262966"/>
                  </a:lnTo>
                  <a:lnTo>
                    <a:pt x="450418" y="254914"/>
                  </a:lnTo>
                  <a:close/>
                </a:path>
                <a:path w="1377950" h="316229">
                  <a:moveTo>
                    <a:pt x="481142" y="261327"/>
                  </a:moveTo>
                  <a:lnTo>
                    <a:pt x="467791" y="261327"/>
                  </a:lnTo>
                  <a:lnTo>
                    <a:pt x="470725" y="262483"/>
                  </a:lnTo>
                  <a:lnTo>
                    <a:pt x="472859" y="264807"/>
                  </a:lnTo>
                  <a:lnTo>
                    <a:pt x="474992" y="267093"/>
                  </a:lnTo>
                  <a:lnTo>
                    <a:pt x="475962" y="270014"/>
                  </a:lnTo>
                  <a:lnTo>
                    <a:pt x="476059" y="307149"/>
                  </a:lnTo>
                  <a:lnTo>
                    <a:pt x="484111" y="307149"/>
                  </a:lnTo>
                  <a:lnTo>
                    <a:pt x="484111" y="269417"/>
                  </a:lnTo>
                  <a:lnTo>
                    <a:pt x="483374" y="265734"/>
                  </a:lnTo>
                  <a:lnTo>
                    <a:pt x="481142" y="261327"/>
                  </a:lnTo>
                  <a:close/>
                </a:path>
                <a:path w="1377950" h="316229">
                  <a:moveTo>
                    <a:pt x="469925" y="254101"/>
                  </a:moveTo>
                  <a:lnTo>
                    <a:pt x="462419" y="254101"/>
                  </a:lnTo>
                  <a:lnTo>
                    <a:pt x="459193" y="254914"/>
                  </a:lnTo>
                  <a:lnTo>
                    <a:pt x="454202" y="258165"/>
                  </a:lnTo>
                  <a:lnTo>
                    <a:pt x="452335" y="260299"/>
                  </a:lnTo>
                  <a:lnTo>
                    <a:pt x="451103" y="262966"/>
                  </a:lnTo>
                  <a:lnTo>
                    <a:pt x="457244" y="262966"/>
                  </a:lnTo>
                  <a:lnTo>
                    <a:pt x="459193" y="261886"/>
                  </a:lnTo>
                  <a:lnTo>
                    <a:pt x="461492" y="261327"/>
                  </a:lnTo>
                  <a:lnTo>
                    <a:pt x="481142" y="261327"/>
                  </a:lnTo>
                  <a:lnTo>
                    <a:pt x="480415" y="259892"/>
                  </a:lnTo>
                  <a:lnTo>
                    <a:pt x="478345" y="257708"/>
                  </a:lnTo>
                  <a:lnTo>
                    <a:pt x="473188" y="254914"/>
                  </a:lnTo>
                  <a:lnTo>
                    <a:pt x="473404" y="254914"/>
                  </a:lnTo>
                  <a:lnTo>
                    <a:pt x="469925" y="254101"/>
                  </a:lnTo>
                  <a:close/>
                </a:path>
                <a:path w="1377950" h="316229">
                  <a:moveTo>
                    <a:pt x="522516" y="254101"/>
                  </a:moveTo>
                  <a:lnTo>
                    <a:pt x="514095" y="254101"/>
                  </a:lnTo>
                  <a:lnTo>
                    <a:pt x="509968" y="255257"/>
                  </a:lnTo>
                  <a:lnTo>
                    <a:pt x="502894" y="259867"/>
                  </a:lnTo>
                  <a:lnTo>
                    <a:pt x="500138" y="263067"/>
                  </a:lnTo>
                  <a:lnTo>
                    <a:pt x="496214" y="271221"/>
                  </a:lnTo>
                  <a:lnTo>
                    <a:pt x="495236" y="275920"/>
                  </a:lnTo>
                  <a:lnTo>
                    <a:pt x="495236" y="286461"/>
                  </a:lnTo>
                  <a:lnTo>
                    <a:pt x="514057" y="308241"/>
                  </a:lnTo>
                  <a:lnTo>
                    <a:pt x="522833" y="308241"/>
                  </a:lnTo>
                  <a:lnTo>
                    <a:pt x="526211" y="307530"/>
                  </a:lnTo>
                  <a:lnTo>
                    <a:pt x="532053" y="304634"/>
                  </a:lnTo>
                  <a:lnTo>
                    <a:pt x="534403" y="302679"/>
                  </a:lnTo>
                  <a:lnTo>
                    <a:pt x="535608" y="301015"/>
                  </a:lnTo>
                  <a:lnTo>
                    <a:pt x="515785" y="301015"/>
                  </a:lnTo>
                  <a:lnTo>
                    <a:pt x="513003" y="300177"/>
                  </a:lnTo>
                  <a:lnTo>
                    <a:pt x="508304" y="296862"/>
                  </a:lnTo>
                  <a:lnTo>
                    <a:pt x="506488" y="294538"/>
                  </a:lnTo>
                  <a:lnTo>
                    <a:pt x="503923" y="288531"/>
                  </a:lnTo>
                  <a:lnTo>
                    <a:pt x="503275" y="285013"/>
                  </a:lnTo>
                  <a:lnTo>
                    <a:pt x="503275" y="277012"/>
                  </a:lnTo>
                  <a:lnTo>
                    <a:pt x="503923" y="273570"/>
                  </a:lnTo>
                  <a:lnTo>
                    <a:pt x="506539" y="267677"/>
                  </a:lnTo>
                  <a:lnTo>
                    <a:pt x="508368" y="265391"/>
                  </a:lnTo>
                  <a:lnTo>
                    <a:pt x="512914" y="262255"/>
                  </a:lnTo>
                  <a:lnTo>
                    <a:pt x="512694" y="262255"/>
                  </a:lnTo>
                  <a:lnTo>
                    <a:pt x="515823" y="261327"/>
                  </a:lnTo>
                  <a:lnTo>
                    <a:pt x="535633" y="261327"/>
                  </a:lnTo>
                  <a:lnTo>
                    <a:pt x="534161" y="259410"/>
                  </a:lnTo>
                  <a:lnTo>
                    <a:pt x="531736" y="257505"/>
                  </a:lnTo>
                  <a:lnTo>
                    <a:pt x="525830" y="254774"/>
                  </a:lnTo>
                  <a:lnTo>
                    <a:pt x="522516" y="254101"/>
                  </a:lnTo>
                  <a:close/>
                </a:path>
                <a:path w="1377950" h="316229">
                  <a:moveTo>
                    <a:pt x="539559" y="291871"/>
                  </a:moveTo>
                  <a:lnTo>
                    <a:pt x="531507" y="291871"/>
                  </a:lnTo>
                  <a:lnTo>
                    <a:pt x="531012" y="293789"/>
                  </a:lnTo>
                  <a:lnTo>
                    <a:pt x="530174" y="295414"/>
                  </a:lnTo>
                  <a:lnTo>
                    <a:pt x="527811" y="298145"/>
                  </a:lnTo>
                  <a:lnTo>
                    <a:pt x="526244" y="299250"/>
                  </a:lnTo>
                  <a:lnTo>
                    <a:pt x="522947" y="300647"/>
                  </a:lnTo>
                  <a:lnTo>
                    <a:pt x="521055" y="301015"/>
                  </a:lnTo>
                  <a:lnTo>
                    <a:pt x="535608" y="301015"/>
                  </a:lnTo>
                  <a:lnTo>
                    <a:pt x="537971" y="297751"/>
                  </a:lnTo>
                  <a:lnTo>
                    <a:pt x="539102" y="294970"/>
                  </a:lnTo>
                  <a:lnTo>
                    <a:pt x="539559" y="291871"/>
                  </a:lnTo>
                  <a:close/>
                </a:path>
                <a:path w="1377950" h="316229">
                  <a:moveTo>
                    <a:pt x="535633" y="261327"/>
                  </a:moveTo>
                  <a:lnTo>
                    <a:pt x="522516" y="261327"/>
                  </a:lnTo>
                  <a:lnTo>
                    <a:pt x="525322" y="262255"/>
                  </a:lnTo>
                  <a:lnTo>
                    <a:pt x="527418" y="264121"/>
                  </a:lnTo>
                  <a:lnTo>
                    <a:pt x="529539" y="265963"/>
                  </a:lnTo>
                  <a:lnTo>
                    <a:pt x="530898" y="268071"/>
                  </a:lnTo>
                  <a:lnTo>
                    <a:pt x="531507" y="270459"/>
                  </a:lnTo>
                  <a:lnTo>
                    <a:pt x="539559" y="270459"/>
                  </a:lnTo>
                  <a:lnTo>
                    <a:pt x="539225" y="268071"/>
                  </a:lnTo>
                  <a:lnTo>
                    <a:pt x="539102" y="267195"/>
                  </a:lnTo>
                  <a:lnTo>
                    <a:pt x="537933" y="264325"/>
                  </a:lnTo>
                  <a:lnTo>
                    <a:pt x="535633" y="261327"/>
                  </a:lnTo>
                  <a:close/>
                </a:path>
                <a:path w="1377950" h="316229">
                  <a:moveTo>
                    <a:pt x="558241" y="237324"/>
                  </a:moveTo>
                  <a:lnTo>
                    <a:pt x="550189" y="237324"/>
                  </a:lnTo>
                  <a:lnTo>
                    <a:pt x="550189" y="307149"/>
                  </a:lnTo>
                  <a:lnTo>
                    <a:pt x="558241" y="307149"/>
                  </a:lnTo>
                  <a:lnTo>
                    <a:pt x="558241" y="272605"/>
                  </a:lnTo>
                  <a:lnTo>
                    <a:pt x="558782" y="270256"/>
                  </a:lnTo>
                  <a:lnTo>
                    <a:pt x="564993" y="262966"/>
                  </a:lnTo>
                  <a:lnTo>
                    <a:pt x="558241" y="262966"/>
                  </a:lnTo>
                  <a:lnTo>
                    <a:pt x="558241" y="237324"/>
                  </a:lnTo>
                  <a:close/>
                </a:path>
                <a:path w="1377950" h="316229">
                  <a:moveTo>
                    <a:pt x="589232" y="261327"/>
                  </a:moveTo>
                  <a:lnTo>
                    <a:pt x="575817" y="261327"/>
                  </a:lnTo>
                  <a:lnTo>
                    <a:pt x="578777" y="262470"/>
                  </a:lnTo>
                  <a:lnTo>
                    <a:pt x="580910" y="264769"/>
                  </a:lnTo>
                  <a:lnTo>
                    <a:pt x="583069" y="267042"/>
                  </a:lnTo>
                  <a:lnTo>
                    <a:pt x="584068" y="270014"/>
                  </a:lnTo>
                  <a:lnTo>
                    <a:pt x="584149" y="307149"/>
                  </a:lnTo>
                  <a:lnTo>
                    <a:pt x="592200" y="307149"/>
                  </a:lnTo>
                  <a:lnTo>
                    <a:pt x="592200" y="269367"/>
                  </a:lnTo>
                  <a:lnTo>
                    <a:pt x="591464" y="265734"/>
                  </a:lnTo>
                  <a:lnTo>
                    <a:pt x="590991" y="264769"/>
                  </a:lnTo>
                  <a:lnTo>
                    <a:pt x="589232" y="261327"/>
                  </a:lnTo>
                  <a:close/>
                </a:path>
                <a:path w="1377950" h="316229">
                  <a:moveTo>
                    <a:pt x="577900" y="254101"/>
                  </a:moveTo>
                  <a:lnTo>
                    <a:pt x="570217" y="254101"/>
                  </a:lnTo>
                  <a:lnTo>
                    <a:pt x="566927" y="254901"/>
                  </a:lnTo>
                  <a:lnTo>
                    <a:pt x="561987" y="258114"/>
                  </a:lnTo>
                  <a:lnTo>
                    <a:pt x="560146" y="260261"/>
                  </a:lnTo>
                  <a:lnTo>
                    <a:pt x="558926" y="262966"/>
                  </a:lnTo>
                  <a:lnTo>
                    <a:pt x="564993" y="262966"/>
                  </a:lnTo>
                  <a:lnTo>
                    <a:pt x="567016" y="261886"/>
                  </a:lnTo>
                  <a:lnTo>
                    <a:pt x="569379" y="261327"/>
                  </a:lnTo>
                  <a:lnTo>
                    <a:pt x="589232" y="261327"/>
                  </a:lnTo>
                  <a:lnTo>
                    <a:pt x="588467" y="259829"/>
                  </a:lnTo>
                  <a:lnTo>
                    <a:pt x="586397" y="257657"/>
                  </a:lnTo>
                  <a:lnTo>
                    <a:pt x="581192" y="254901"/>
                  </a:lnTo>
                  <a:lnTo>
                    <a:pt x="581415" y="254901"/>
                  </a:lnTo>
                  <a:lnTo>
                    <a:pt x="577900" y="254101"/>
                  </a:lnTo>
                  <a:close/>
                </a:path>
                <a:path w="1377950" h="316229">
                  <a:moveTo>
                    <a:pt x="654583" y="228600"/>
                  </a:moveTo>
                  <a:lnTo>
                    <a:pt x="647496" y="228600"/>
                  </a:lnTo>
                  <a:lnTo>
                    <a:pt x="643331" y="234657"/>
                  </a:lnTo>
                  <a:lnTo>
                    <a:pt x="640130" y="241312"/>
                  </a:lnTo>
                  <a:lnTo>
                    <a:pt x="635647" y="255739"/>
                  </a:lnTo>
                  <a:lnTo>
                    <a:pt x="634542" y="263639"/>
                  </a:lnTo>
                  <a:lnTo>
                    <a:pt x="634542" y="280822"/>
                  </a:lnTo>
                  <a:lnTo>
                    <a:pt x="635647" y="288734"/>
                  </a:lnTo>
                  <a:lnTo>
                    <a:pt x="640130" y="303174"/>
                  </a:lnTo>
                  <a:lnTo>
                    <a:pt x="643331" y="309803"/>
                  </a:lnTo>
                  <a:lnTo>
                    <a:pt x="647496" y="315874"/>
                  </a:lnTo>
                  <a:lnTo>
                    <a:pt x="654583" y="315874"/>
                  </a:lnTo>
                  <a:lnTo>
                    <a:pt x="652398" y="312877"/>
                  </a:lnTo>
                  <a:lnTo>
                    <a:pt x="650430" y="308991"/>
                  </a:lnTo>
                  <a:lnTo>
                    <a:pt x="646887" y="299440"/>
                  </a:lnTo>
                  <a:lnTo>
                    <a:pt x="645477" y="294271"/>
                  </a:lnTo>
                  <a:lnTo>
                    <a:pt x="643381" y="283133"/>
                  </a:lnTo>
                  <a:lnTo>
                    <a:pt x="642861" y="277647"/>
                  </a:lnTo>
                  <a:lnTo>
                    <a:pt x="642861" y="268173"/>
                  </a:lnTo>
                  <a:lnTo>
                    <a:pt x="652945" y="230847"/>
                  </a:lnTo>
                  <a:lnTo>
                    <a:pt x="654583" y="228600"/>
                  </a:lnTo>
                  <a:close/>
                </a:path>
                <a:path w="1377950" h="316229">
                  <a:moveTo>
                    <a:pt x="691616" y="236372"/>
                  </a:moveTo>
                  <a:lnTo>
                    <a:pt x="683475" y="236372"/>
                  </a:lnTo>
                  <a:lnTo>
                    <a:pt x="679830" y="237172"/>
                  </a:lnTo>
                  <a:lnTo>
                    <a:pt x="666407" y="258622"/>
                  </a:lnTo>
                  <a:lnTo>
                    <a:pt x="667339" y="261772"/>
                  </a:lnTo>
                  <a:lnTo>
                    <a:pt x="667384" y="261924"/>
                  </a:lnTo>
                  <a:lnTo>
                    <a:pt x="671334" y="267728"/>
                  </a:lnTo>
                  <a:lnTo>
                    <a:pt x="673988" y="269595"/>
                  </a:lnTo>
                  <a:lnTo>
                    <a:pt x="677341" y="270459"/>
                  </a:lnTo>
                  <a:lnTo>
                    <a:pt x="677341" y="270878"/>
                  </a:lnTo>
                  <a:lnTo>
                    <a:pt x="663816" y="285648"/>
                  </a:lnTo>
                  <a:lnTo>
                    <a:pt x="663816" y="292379"/>
                  </a:lnTo>
                  <a:lnTo>
                    <a:pt x="682878" y="308102"/>
                  </a:lnTo>
                  <a:lnTo>
                    <a:pt x="692226" y="308102"/>
                  </a:lnTo>
                  <a:lnTo>
                    <a:pt x="696328" y="307276"/>
                  </a:lnTo>
                  <a:lnTo>
                    <a:pt x="703440" y="303936"/>
                  </a:lnTo>
                  <a:lnTo>
                    <a:pt x="706221" y="301625"/>
                  </a:lnTo>
                  <a:lnTo>
                    <a:pt x="706917" y="300609"/>
                  </a:lnTo>
                  <a:lnTo>
                    <a:pt x="684377" y="300609"/>
                  </a:lnTo>
                  <a:lnTo>
                    <a:pt x="681634" y="300088"/>
                  </a:lnTo>
                  <a:lnTo>
                    <a:pt x="676998" y="298043"/>
                  </a:lnTo>
                  <a:lnTo>
                    <a:pt x="675208" y="296608"/>
                  </a:lnTo>
                  <a:lnTo>
                    <a:pt x="672731" y="292874"/>
                  </a:lnTo>
                  <a:lnTo>
                    <a:pt x="672134" y="290690"/>
                  </a:lnTo>
                  <a:lnTo>
                    <a:pt x="672134" y="285648"/>
                  </a:lnTo>
                  <a:lnTo>
                    <a:pt x="684593" y="274688"/>
                  </a:lnTo>
                  <a:lnTo>
                    <a:pt x="705301" y="274688"/>
                  </a:lnTo>
                  <a:lnTo>
                    <a:pt x="702589" y="272402"/>
                  </a:lnTo>
                  <a:lnTo>
                    <a:pt x="700316" y="271322"/>
                  </a:lnTo>
                  <a:lnTo>
                    <a:pt x="697788" y="270878"/>
                  </a:lnTo>
                  <a:lnTo>
                    <a:pt x="697788" y="270459"/>
                  </a:lnTo>
                  <a:lnTo>
                    <a:pt x="701065" y="269595"/>
                  </a:lnTo>
                  <a:lnTo>
                    <a:pt x="703694" y="267728"/>
                  </a:lnTo>
                  <a:lnTo>
                    <a:pt x="703876" y="267462"/>
                  </a:lnTo>
                  <a:lnTo>
                    <a:pt x="685025" y="267462"/>
                  </a:lnTo>
                  <a:lnTo>
                    <a:pt x="682764" y="266966"/>
                  </a:lnTo>
                  <a:lnTo>
                    <a:pt x="674585" y="257873"/>
                  </a:lnTo>
                  <a:lnTo>
                    <a:pt x="674585" y="253098"/>
                  </a:lnTo>
                  <a:lnTo>
                    <a:pt x="675023" y="251371"/>
                  </a:lnTo>
                  <a:lnTo>
                    <a:pt x="675106" y="251040"/>
                  </a:lnTo>
                  <a:lnTo>
                    <a:pt x="677240" y="247523"/>
                  </a:lnTo>
                  <a:lnTo>
                    <a:pt x="678751" y="246151"/>
                  </a:lnTo>
                  <a:lnTo>
                    <a:pt x="682663" y="244221"/>
                  </a:lnTo>
                  <a:lnTo>
                    <a:pt x="684949" y="243738"/>
                  </a:lnTo>
                  <a:lnTo>
                    <a:pt x="704827" y="243738"/>
                  </a:lnTo>
                  <a:lnTo>
                    <a:pt x="704087" y="242608"/>
                  </a:lnTo>
                  <a:lnTo>
                    <a:pt x="701586" y="240398"/>
                  </a:lnTo>
                  <a:lnTo>
                    <a:pt x="695223" y="237172"/>
                  </a:lnTo>
                  <a:lnTo>
                    <a:pt x="691616" y="236372"/>
                  </a:lnTo>
                  <a:close/>
                </a:path>
                <a:path w="1377950" h="316229">
                  <a:moveTo>
                    <a:pt x="705301" y="274688"/>
                  </a:moveTo>
                  <a:lnTo>
                    <a:pt x="690524" y="274688"/>
                  </a:lnTo>
                  <a:lnTo>
                    <a:pt x="693140" y="275272"/>
                  </a:lnTo>
                  <a:lnTo>
                    <a:pt x="697763" y="277583"/>
                  </a:lnTo>
                  <a:lnTo>
                    <a:pt x="699592" y="279184"/>
                  </a:lnTo>
                  <a:lnTo>
                    <a:pt x="702271" y="283222"/>
                  </a:lnTo>
                  <a:lnTo>
                    <a:pt x="702957" y="285648"/>
                  </a:lnTo>
                  <a:lnTo>
                    <a:pt x="702957" y="290690"/>
                  </a:lnTo>
                  <a:lnTo>
                    <a:pt x="690727" y="300609"/>
                  </a:lnTo>
                  <a:lnTo>
                    <a:pt x="706917" y="300609"/>
                  </a:lnTo>
                  <a:lnTo>
                    <a:pt x="710247" y="295744"/>
                  </a:lnTo>
                  <a:lnTo>
                    <a:pt x="711276" y="292379"/>
                  </a:lnTo>
                  <a:lnTo>
                    <a:pt x="711276" y="285648"/>
                  </a:lnTo>
                  <a:lnTo>
                    <a:pt x="710723" y="283222"/>
                  </a:lnTo>
                  <a:lnTo>
                    <a:pt x="710653" y="282917"/>
                  </a:lnTo>
                  <a:lnTo>
                    <a:pt x="708253" y="277901"/>
                  </a:lnTo>
                  <a:lnTo>
                    <a:pt x="706640" y="275793"/>
                  </a:lnTo>
                  <a:lnTo>
                    <a:pt x="705301" y="274688"/>
                  </a:lnTo>
                  <a:close/>
                </a:path>
                <a:path w="1377950" h="316229">
                  <a:moveTo>
                    <a:pt x="704827" y="243738"/>
                  </a:moveTo>
                  <a:lnTo>
                    <a:pt x="690130" y="243738"/>
                  </a:lnTo>
                  <a:lnTo>
                    <a:pt x="692378" y="244221"/>
                  </a:lnTo>
                  <a:lnTo>
                    <a:pt x="696252" y="246151"/>
                  </a:lnTo>
                  <a:lnTo>
                    <a:pt x="697763" y="247523"/>
                  </a:lnTo>
                  <a:lnTo>
                    <a:pt x="699947" y="251040"/>
                  </a:lnTo>
                  <a:lnTo>
                    <a:pt x="700493" y="253098"/>
                  </a:lnTo>
                  <a:lnTo>
                    <a:pt x="700493" y="257873"/>
                  </a:lnTo>
                  <a:lnTo>
                    <a:pt x="690067" y="267462"/>
                  </a:lnTo>
                  <a:lnTo>
                    <a:pt x="703876" y="267462"/>
                  </a:lnTo>
                  <a:lnTo>
                    <a:pt x="707669" y="261924"/>
                  </a:lnTo>
                  <a:lnTo>
                    <a:pt x="708685" y="258622"/>
                  </a:lnTo>
                  <a:lnTo>
                    <a:pt x="708587" y="251040"/>
                  </a:lnTo>
                  <a:lnTo>
                    <a:pt x="707745" y="248196"/>
                  </a:lnTo>
                  <a:lnTo>
                    <a:pt x="704827" y="243738"/>
                  </a:lnTo>
                  <a:close/>
                </a:path>
                <a:path w="1377950" h="316229">
                  <a:moveTo>
                    <a:pt x="747788" y="246189"/>
                  </a:moveTo>
                  <a:lnTo>
                    <a:pt x="739330" y="246189"/>
                  </a:lnTo>
                  <a:lnTo>
                    <a:pt x="739330" y="307149"/>
                  </a:lnTo>
                  <a:lnTo>
                    <a:pt x="747788" y="307149"/>
                  </a:lnTo>
                  <a:lnTo>
                    <a:pt x="747788" y="246189"/>
                  </a:lnTo>
                  <a:close/>
                </a:path>
                <a:path w="1377950" h="316229">
                  <a:moveTo>
                    <a:pt x="747788" y="237324"/>
                  </a:moveTo>
                  <a:lnTo>
                    <a:pt x="739330" y="237324"/>
                  </a:lnTo>
                  <a:lnTo>
                    <a:pt x="721867" y="248920"/>
                  </a:lnTo>
                  <a:lnTo>
                    <a:pt x="721867" y="257505"/>
                  </a:lnTo>
                  <a:lnTo>
                    <a:pt x="738924" y="246189"/>
                  </a:lnTo>
                  <a:lnTo>
                    <a:pt x="747788" y="246189"/>
                  </a:lnTo>
                  <a:lnTo>
                    <a:pt x="747788" y="237324"/>
                  </a:lnTo>
                  <a:close/>
                </a:path>
                <a:path w="1377950" h="316229">
                  <a:moveTo>
                    <a:pt x="807516" y="268490"/>
                  </a:moveTo>
                  <a:lnTo>
                    <a:pt x="759510" y="268490"/>
                  </a:lnTo>
                  <a:lnTo>
                    <a:pt x="759510" y="275983"/>
                  </a:lnTo>
                  <a:lnTo>
                    <a:pt x="807516" y="275983"/>
                  </a:lnTo>
                  <a:lnTo>
                    <a:pt x="807516" y="268490"/>
                  </a:lnTo>
                  <a:close/>
                </a:path>
                <a:path w="1377950" h="316229">
                  <a:moveTo>
                    <a:pt x="821397" y="289560"/>
                  </a:moveTo>
                  <a:lnTo>
                    <a:pt x="813079" y="289560"/>
                  </a:lnTo>
                  <a:lnTo>
                    <a:pt x="813553" y="292760"/>
                  </a:lnTo>
                  <a:lnTo>
                    <a:pt x="830846" y="308102"/>
                  </a:lnTo>
                  <a:lnTo>
                    <a:pt x="838695" y="308102"/>
                  </a:lnTo>
                  <a:lnTo>
                    <a:pt x="841898" y="307327"/>
                  </a:lnTo>
                  <a:lnTo>
                    <a:pt x="842073" y="307327"/>
                  </a:lnTo>
                  <a:lnTo>
                    <a:pt x="848474" y="303847"/>
                  </a:lnTo>
                  <a:lnTo>
                    <a:pt x="851128" y="301345"/>
                  </a:lnTo>
                  <a:lnTo>
                    <a:pt x="851618" y="300609"/>
                  </a:lnTo>
                  <a:lnTo>
                    <a:pt x="831075" y="300609"/>
                  </a:lnTo>
                  <a:lnTo>
                    <a:pt x="828116" y="299567"/>
                  </a:lnTo>
                  <a:lnTo>
                    <a:pt x="823633" y="295414"/>
                  </a:lnTo>
                  <a:lnTo>
                    <a:pt x="822147" y="292760"/>
                  </a:lnTo>
                  <a:lnTo>
                    <a:pt x="821397" y="289560"/>
                  </a:lnTo>
                  <a:close/>
                </a:path>
                <a:path w="1377950" h="316229">
                  <a:moveTo>
                    <a:pt x="860132" y="273596"/>
                  </a:moveTo>
                  <a:lnTo>
                    <a:pt x="852220" y="273596"/>
                  </a:lnTo>
                  <a:lnTo>
                    <a:pt x="852148" y="282498"/>
                  </a:lnTo>
                  <a:lnTo>
                    <a:pt x="850645" y="288836"/>
                  </a:lnTo>
                  <a:lnTo>
                    <a:pt x="844397" y="298246"/>
                  </a:lnTo>
                  <a:lnTo>
                    <a:pt x="840143" y="300609"/>
                  </a:lnTo>
                  <a:lnTo>
                    <a:pt x="851618" y="300609"/>
                  </a:lnTo>
                  <a:lnTo>
                    <a:pt x="855510" y="294754"/>
                  </a:lnTo>
                  <a:lnTo>
                    <a:pt x="857199" y="290703"/>
                  </a:lnTo>
                  <a:lnTo>
                    <a:pt x="859535" y="281089"/>
                  </a:lnTo>
                  <a:lnTo>
                    <a:pt x="860132" y="275577"/>
                  </a:lnTo>
                  <a:lnTo>
                    <a:pt x="860132" y="273596"/>
                  </a:lnTo>
                  <a:close/>
                </a:path>
                <a:path w="1377950" h="316229">
                  <a:moveTo>
                    <a:pt x="838720" y="236385"/>
                  </a:moveTo>
                  <a:lnTo>
                    <a:pt x="830770" y="236385"/>
                  </a:lnTo>
                  <a:lnTo>
                    <a:pt x="827011" y="237324"/>
                  </a:lnTo>
                  <a:lnTo>
                    <a:pt x="812533" y="255409"/>
                  </a:lnTo>
                  <a:lnTo>
                    <a:pt x="812533" y="264185"/>
                  </a:lnTo>
                  <a:lnTo>
                    <a:pt x="813523" y="268185"/>
                  </a:lnTo>
                  <a:lnTo>
                    <a:pt x="815492" y="271691"/>
                  </a:lnTo>
                  <a:lnTo>
                    <a:pt x="817374" y="274955"/>
                  </a:lnTo>
                  <a:lnTo>
                    <a:pt x="817498" y="275170"/>
                  </a:lnTo>
                  <a:lnTo>
                    <a:pt x="820153" y="277901"/>
                  </a:lnTo>
                  <a:lnTo>
                    <a:pt x="826820" y="281889"/>
                  </a:lnTo>
                  <a:lnTo>
                    <a:pt x="830491" y="282879"/>
                  </a:lnTo>
                  <a:lnTo>
                    <a:pt x="836904" y="282879"/>
                  </a:lnTo>
                  <a:lnTo>
                    <a:pt x="850497" y="275374"/>
                  </a:lnTo>
                  <a:lnTo>
                    <a:pt x="832713" y="275374"/>
                  </a:lnTo>
                  <a:lnTo>
                    <a:pt x="830160" y="274675"/>
                  </a:lnTo>
                  <a:lnTo>
                    <a:pt x="820712" y="256819"/>
                  </a:lnTo>
                  <a:lnTo>
                    <a:pt x="821337" y="254266"/>
                  </a:lnTo>
                  <a:lnTo>
                    <a:pt x="832992" y="243865"/>
                  </a:lnTo>
                  <a:lnTo>
                    <a:pt x="852812" y="243865"/>
                  </a:lnTo>
                  <a:lnTo>
                    <a:pt x="849922" y="240842"/>
                  </a:lnTo>
                  <a:lnTo>
                    <a:pt x="847305" y="239077"/>
                  </a:lnTo>
                  <a:lnTo>
                    <a:pt x="841578" y="236931"/>
                  </a:lnTo>
                  <a:lnTo>
                    <a:pt x="838720" y="236385"/>
                  </a:lnTo>
                  <a:close/>
                </a:path>
                <a:path w="1377950" h="316229">
                  <a:moveTo>
                    <a:pt x="852812" y="243865"/>
                  </a:moveTo>
                  <a:lnTo>
                    <a:pt x="838758" y="243865"/>
                  </a:lnTo>
                  <a:lnTo>
                    <a:pt x="841349" y="244602"/>
                  </a:lnTo>
                  <a:lnTo>
                    <a:pt x="845921" y="247561"/>
                  </a:lnTo>
                  <a:lnTo>
                    <a:pt x="847712" y="249491"/>
                  </a:lnTo>
                  <a:lnTo>
                    <a:pt x="850251" y="254127"/>
                  </a:lnTo>
                  <a:lnTo>
                    <a:pt x="850328" y="254266"/>
                  </a:lnTo>
                  <a:lnTo>
                    <a:pt x="850988" y="256819"/>
                  </a:lnTo>
                  <a:lnTo>
                    <a:pt x="850988" y="261620"/>
                  </a:lnTo>
                  <a:lnTo>
                    <a:pt x="837742" y="275374"/>
                  </a:lnTo>
                  <a:lnTo>
                    <a:pt x="850497" y="275374"/>
                  </a:lnTo>
                  <a:lnTo>
                    <a:pt x="851674" y="273596"/>
                  </a:lnTo>
                  <a:lnTo>
                    <a:pt x="860132" y="273596"/>
                  </a:lnTo>
                  <a:lnTo>
                    <a:pt x="860082" y="262597"/>
                  </a:lnTo>
                  <a:lnTo>
                    <a:pt x="859408" y="257632"/>
                  </a:lnTo>
                  <a:lnTo>
                    <a:pt x="856671" y="249491"/>
                  </a:lnTo>
                  <a:lnTo>
                    <a:pt x="856551" y="249135"/>
                  </a:lnTo>
                  <a:lnTo>
                    <a:pt x="854646" y="245783"/>
                  </a:lnTo>
                  <a:lnTo>
                    <a:pt x="852812" y="243865"/>
                  </a:lnTo>
                  <a:close/>
                </a:path>
                <a:path w="1377950" h="316229">
                  <a:moveTo>
                    <a:pt x="900277" y="236372"/>
                  </a:moveTo>
                  <a:lnTo>
                    <a:pt x="890092" y="236372"/>
                  </a:lnTo>
                  <a:lnTo>
                    <a:pt x="885736" y="237794"/>
                  </a:lnTo>
                  <a:lnTo>
                    <a:pt x="878484" y="243446"/>
                  </a:lnTo>
                  <a:lnTo>
                    <a:pt x="875703" y="247535"/>
                  </a:lnTo>
                  <a:lnTo>
                    <a:pt x="871867" y="258241"/>
                  </a:lnTo>
                  <a:lnTo>
                    <a:pt x="870915" y="264693"/>
                  </a:lnTo>
                  <a:lnTo>
                    <a:pt x="870915" y="279831"/>
                  </a:lnTo>
                  <a:lnTo>
                    <a:pt x="890054" y="308102"/>
                  </a:lnTo>
                  <a:lnTo>
                    <a:pt x="900328" y="308102"/>
                  </a:lnTo>
                  <a:lnTo>
                    <a:pt x="904697" y="306705"/>
                  </a:lnTo>
                  <a:lnTo>
                    <a:pt x="911923" y="301091"/>
                  </a:lnTo>
                  <a:lnTo>
                    <a:pt x="912251" y="300609"/>
                  </a:lnTo>
                  <a:lnTo>
                    <a:pt x="891806" y="300609"/>
                  </a:lnTo>
                  <a:lnTo>
                    <a:pt x="888898" y="299504"/>
                  </a:lnTo>
                  <a:lnTo>
                    <a:pt x="884110" y="295097"/>
                  </a:lnTo>
                  <a:lnTo>
                    <a:pt x="882281" y="291871"/>
                  </a:lnTo>
                  <a:lnTo>
                    <a:pt x="879728" y="283413"/>
                  </a:lnTo>
                  <a:lnTo>
                    <a:pt x="879093" y="278282"/>
                  </a:lnTo>
                  <a:lnTo>
                    <a:pt x="879093" y="263169"/>
                  </a:lnTo>
                  <a:lnTo>
                    <a:pt x="880516" y="256159"/>
                  </a:lnTo>
                  <a:lnTo>
                    <a:pt x="886193" y="246227"/>
                  </a:lnTo>
                  <a:lnTo>
                    <a:pt x="890142" y="243738"/>
                  </a:lnTo>
                  <a:lnTo>
                    <a:pt x="912083" y="243738"/>
                  </a:lnTo>
                  <a:lnTo>
                    <a:pt x="911885" y="243446"/>
                  </a:lnTo>
                  <a:lnTo>
                    <a:pt x="908240" y="240626"/>
                  </a:lnTo>
                  <a:lnTo>
                    <a:pt x="904633" y="237794"/>
                  </a:lnTo>
                  <a:lnTo>
                    <a:pt x="900277" y="236372"/>
                  </a:lnTo>
                  <a:close/>
                </a:path>
                <a:path w="1377950" h="316229">
                  <a:moveTo>
                    <a:pt x="912083" y="243738"/>
                  </a:moveTo>
                  <a:lnTo>
                    <a:pt x="898550" y="243738"/>
                  </a:lnTo>
                  <a:lnTo>
                    <a:pt x="901420" y="244843"/>
                  </a:lnTo>
                  <a:lnTo>
                    <a:pt x="903808" y="247078"/>
                  </a:lnTo>
                  <a:lnTo>
                    <a:pt x="906221" y="249301"/>
                  </a:lnTo>
                  <a:lnTo>
                    <a:pt x="908062" y="252539"/>
                  </a:lnTo>
                  <a:lnTo>
                    <a:pt x="909332" y="256794"/>
                  </a:lnTo>
                  <a:lnTo>
                    <a:pt x="910628" y="261035"/>
                  </a:lnTo>
                  <a:lnTo>
                    <a:pt x="911275" y="266192"/>
                  </a:lnTo>
                  <a:lnTo>
                    <a:pt x="911275" y="281330"/>
                  </a:lnTo>
                  <a:lnTo>
                    <a:pt x="909866" y="288328"/>
                  </a:lnTo>
                  <a:lnTo>
                    <a:pt x="904239" y="298145"/>
                  </a:lnTo>
                  <a:lnTo>
                    <a:pt x="900277" y="300609"/>
                  </a:lnTo>
                  <a:lnTo>
                    <a:pt x="912251" y="300609"/>
                  </a:lnTo>
                  <a:lnTo>
                    <a:pt x="914692" y="297014"/>
                  </a:lnTo>
                  <a:lnTo>
                    <a:pt x="918514" y="286308"/>
                  </a:lnTo>
                  <a:lnTo>
                    <a:pt x="919467" y="279831"/>
                  </a:lnTo>
                  <a:lnTo>
                    <a:pt x="919467" y="264693"/>
                  </a:lnTo>
                  <a:lnTo>
                    <a:pt x="918502" y="258241"/>
                  </a:lnTo>
                  <a:lnTo>
                    <a:pt x="916558" y="252907"/>
                  </a:lnTo>
                  <a:lnTo>
                    <a:pt x="914653" y="247535"/>
                  </a:lnTo>
                  <a:lnTo>
                    <a:pt x="912083" y="243738"/>
                  </a:lnTo>
                  <a:close/>
                </a:path>
                <a:path w="1377950" h="316229">
                  <a:moveTo>
                    <a:pt x="935659" y="228600"/>
                  </a:moveTo>
                  <a:lnTo>
                    <a:pt x="928560" y="228600"/>
                  </a:lnTo>
                  <a:lnTo>
                    <a:pt x="930744" y="231597"/>
                  </a:lnTo>
                  <a:lnTo>
                    <a:pt x="932726" y="235483"/>
                  </a:lnTo>
                  <a:lnTo>
                    <a:pt x="936269" y="245033"/>
                  </a:lnTo>
                  <a:lnTo>
                    <a:pt x="937679" y="250202"/>
                  </a:lnTo>
                  <a:lnTo>
                    <a:pt x="939774" y="261340"/>
                  </a:lnTo>
                  <a:lnTo>
                    <a:pt x="940295" y="266827"/>
                  </a:lnTo>
                  <a:lnTo>
                    <a:pt x="940295" y="276275"/>
                  </a:lnTo>
                  <a:lnTo>
                    <a:pt x="933132" y="307555"/>
                  </a:lnTo>
                  <a:lnTo>
                    <a:pt x="931722" y="310857"/>
                  </a:lnTo>
                  <a:lnTo>
                    <a:pt x="930198" y="313626"/>
                  </a:lnTo>
                  <a:lnTo>
                    <a:pt x="928560" y="315874"/>
                  </a:lnTo>
                  <a:lnTo>
                    <a:pt x="935659" y="315874"/>
                  </a:lnTo>
                  <a:lnTo>
                    <a:pt x="939812" y="309803"/>
                  </a:lnTo>
                  <a:lnTo>
                    <a:pt x="943013" y="303174"/>
                  </a:lnTo>
                  <a:lnTo>
                    <a:pt x="947463" y="288798"/>
                  </a:lnTo>
                  <a:lnTo>
                    <a:pt x="948613" y="280822"/>
                  </a:lnTo>
                  <a:lnTo>
                    <a:pt x="948613" y="263639"/>
                  </a:lnTo>
                  <a:lnTo>
                    <a:pt x="947483" y="255739"/>
                  </a:lnTo>
                  <a:lnTo>
                    <a:pt x="945235" y="248539"/>
                  </a:lnTo>
                  <a:lnTo>
                    <a:pt x="943013" y="241312"/>
                  </a:lnTo>
                  <a:lnTo>
                    <a:pt x="939812" y="234657"/>
                  </a:lnTo>
                  <a:lnTo>
                    <a:pt x="935659" y="228600"/>
                  </a:lnTo>
                  <a:close/>
                </a:path>
              </a:pathLst>
            </a:custGeom>
            <a:solidFill>
              <a:srgbClr val="5909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9424796" y="6262370"/>
            <a:ext cx="1762760" cy="683260"/>
            <a:chOff x="9424796" y="6262370"/>
            <a:chExt cx="1762760" cy="683260"/>
          </a:xfrm>
        </p:grpSpPr>
        <p:sp>
          <p:nvSpPr>
            <p:cNvPr id="45" name="object 45"/>
            <p:cNvSpPr/>
            <p:nvPr/>
          </p:nvSpPr>
          <p:spPr>
            <a:xfrm>
              <a:off x="9424797" y="6262382"/>
              <a:ext cx="1762760" cy="683260"/>
            </a:xfrm>
            <a:custGeom>
              <a:avLst/>
              <a:gdLst/>
              <a:ahLst/>
              <a:cxnLst/>
              <a:rect l="l" t="t" r="r" b="b"/>
              <a:pathLst>
                <a:path w="1762759" h="683259">
                  <a:moveTo>
                    <a:pt x="1762506" y="127"/>
                  </a:moveTo>
                  <a:lnTo>
                    <a:pt x="1751203" y="127"/>
                  </a:lnTo>
                  <a:lnTo>
                    <a:pt x="1751203" y="0"/>
                  </a:lnTo>
                  <a:lnTo>
                    <a:pt x="1739900" y="0"/>
                  </a:lnTo>
                  <a:lnTo>
                    <a:pt x="1739900" y="240017"/>
                  </a:lnTo>
                  <a:lnTo>
                    <a:pt x="1739900" y="660400"/>
                  </a:lnTo>
                  <a:lnTo>
                    <a:pt x="1739900" y="660527"/>
                  </a:lnTo>
                  <a:lnTo>
                    <a:pt x="22606" y="660527"/>
                  </a:lnTo>
                  <a:lnTo>
                    <a:pt x="22606" y="660400"/>
                  </a:lnTo>
                  <a:lnTo>
                    <a:pt x="22606" y="240017"/>
                  </a:lnTo>
                  <a:lnTo>
                    <a:pt x="1739900" y="240017"/>
                  </a:lnTo>
                  <a:lnTo>
                    <a:pt x="1739900" y="0"/>
                  </a:lnTo>
                  <a:lnTo>
                    <a:pt x="11303" y="0"/>
                  </a:lnTo>
                  <a:lnTo>
                    <a:pt x="0" y="0"/>
                  </a:lnTo>
                  <a:lnTo>
                    <a:pt x="0" y="22860"/>
                  </a:lnTo>
                  <a:lnTo>
                    <a:pt x="0" y="660400"/>
                  </a:lnTo>
                  <a:lnTo>
                    <a:pt x="0" y="683260"/>
                  </a:lnTo>
                  <a:lnTo>
                    <a:pt x="11303" y="683260"/>
                  </a:lnTo>
                  <a:lnTo>
                    <a:pt x="1751203" y="683260"/>
                  </a:lnTo>
                  <a:lnTo>
                    <a:pt x="1751203" y="683133"/>
                  </a:lnTo>
                  <a:lnTo>
                    <a:pt x="1762506" y="683133"/>
                  </a:lnTo>
                  <a:lnTo>
                    <a:pt x="1762506" y="660527"/>
                  </a:lnTo>
                  <a:lnTo>
                    <a:pt x="1751203" y="660527"/>
                  </a:lnTo>
                  <a:lnTo>
                    <a:pt x="1751203" y="660400"/>
                  </a:lnTo>
                  <a:lnTo>
                    <a:pt x="1762506" y="660400"/>
                  </a:lnTo>
                  <a:lnTo>
                    <a:pt x="1762506" y="22860"/>
                  </a:lnTo>
                  <a:lnTo>
                    <a:pt x="1751203" y="22860"/>
                  </a:lnTo>
                  <a:lnTo>
                    <a:pt x="1751203" y="22733"/>
                  </a:lnTo>
                  <a:lnTo>
                    <a:pt x="1762506" y="22733"/>
                  </a:lnTo>
                  <a:lnTo>
                    <a:pt x="1762506" y="127"/>
                  </a:lnTo>
                  <a:close/>
                </a:path>
              </a:pathLst>
            </a:custGeom>
            <a:solidFill>
              <a:srgbClr val="E13E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467227" y="6302196"/>
              <a:ext cx="1652270" cy="125730"/>
            </a:xfrm>
            <a:custGeom>
              <a:avLst/>
              <a:gdLst/>
              <a:ahLst/>
              <a:cxnLst/>
              <a:rect l="l" t="t" r="r" b="b"/>
              <a:pathLst>
                <a:path w="1652270" h="125729">
                  <a:moveTo>
                    <a:pt x="60426" y="27152"/>
                  </a:moveTo>
                  <a:lnTo>
                    <a:pt x="35915" y="27152"/>
                  </a:lnTo>
                  <a:lnTo>
                    <a:pt x="35915" y="124002"/>
                  </a:lnTo>
                  <a:lnTo>
                    <a:pt x="60426" y="124002"/>
                  </a:lnTo>
                  <a:lnTo>
                    <a:pt x="60426" y="27152"/>
                  </a:lnTo>
                  <a:close/>
                </a:path>
                <a:path w="1652270" h="125729">
                  <a:moveTo>
                    <a:pt x="96342" y="6705"/>
                  </a:moveTo>
                  <a:lnTo>
                    <a:pt x="0" y="6705"/>
                  </a:lnTo>
                  <a:lnTo>
                    <a:pt x="0" y="27152"/>
                  </a:lnTo>
                  <a:lnTo>
                    <a:pt x="96342" y="27152"/>
                  </a:lnTo>
                  <a:lnTo>
                    <a:pt x="96342" y="6705"/>
                  </a:lnTo>
                  <a:close/>
                </a:path>
                <a:path w="1652270" h="125729">
                  <a:moveTo>
                    <a:pt x="139928" y="36029"/>
                  </a:moveTo>
                  <a:lnTo>
                    <a:pt x="115531" y="36029"/>
                  </a:lnTo>
                  <a:lnTo>
                    <a:pt x="115531" y="124002"/>
                  </a:lnTo>
                  <a:lnTo>
                    <a:pt x="139928" y="124002"/>
                  </a:lnTo>
                  <a:lnTo>
                    <a:pt x="139928" y="36029"/>
                  </a:lnTo>
                  <a:close/>
                </a:path>
                <a:path w="1652270" h="125729">
                  <a:moveTo>
                    <a:pt x="131406" y="0"/>
                  </a:moveTo>
                  <a:lnTo>
                    <a:pt x="124155" y="0"/>
                  </a:lnTo>
                  <a:lnTo>
                    <a:pt x="121043" y="1219"/>
                  </a:lnTo>
                  <a:lnTo>
                    <a:pt x="115887" y="6070"/>
                  </a:lnTo>
                  <a:lnTo>
                    <a:pt x="114604" y="8953"/>
                  </a:lnTo>
                  <a:lnTo>
                    <a:pt x="114604" y="15709"/>
                  </a:lnTo>
                  <a:lnTo>
                    <a:pt x="115887" y="18630"/>
                  </a:lnTo>
                  <a:lnTo>
                    <a:pt x="118452" y="21082"/>
                  </a:lnTo>
                  <a:lnTo>
                    <a:pt x="121043" y="23482"/>
                  </a:lnTo>
                  <a:lnTo>
                    <a:pt x="124155" y="24688"/>
                  </a:lnTo>
                  <a:lnTo>
                    <a:pt x="131406" y="24688"/>
                  </a:lnTo>
                  <a:lnTo>
                    <a:pt x="134505" y="23482"/>
                  </a:lnTo>
                  <a:lnTo>
                    <a:pt x="139661" y="18630"/>
                  </a:lnTo>
                  <a:lnTo>
                    <a:pt x="140957" y="15709"/>
                  </a:lnTo>
                  <a:lnTo>
                    <a:pt x="140957" y="8953"/>
                  </a:lnTo>
                  <a:lnTo>
                    <a:pt x="139661" y="6070"/>
                  </a:lnTo>
                  <a:lnTo>
                    <a:pt x="137058" y="3670"/>
                  </a:lnTo>
                  <a:lnTo>
                    <a:pt x="134505" y="1219"/>
                  </a:lnTo>
                  <a:lnTo>
                    <a:pt x="131406" y="0"/>
                  </a:lnTo>
                  <a:close/>
                </a:path>
                <a:path w="1652270" h="125729">
                  <a:moveTo>
                    <a:pt x="186499" y="36029"/>
                  </a:moveTo>
                  <a:lnTo>
                    <a:pt x="163245" y="36029"/>
                  </a:lnTo>
                  <a:lnTo>
                    <a:pt x="163245" y="124002"/>
                  </a:lnTo>
                  <a:lnTo>
                    <a:pt x="187655" y="124002"/>
                  </a:lnTo>
                  <a:lnTo>
                    <a:pt x="187655" y="67945"/>
                  </a:lnTo>
                  <a:lnTo>
                    <a:pt x="188151" y="65697"/>
                  </a:lnTo>
                  <a:lnTo>
                    <a:pt x="199262" y="54991"/>
                  </a:lnTo>
                  <a:lnTo>
                    <a:pt x="290990" y="54991"/>
                  </a:lnTo>
                  <a:lnTo>
                    <a:pt x="289787" y="51549"/>
                  </a:lnTo>
                  <a:lnTo>
                    <a:pt x="186499" y="51549"/>
                  </a:lnTo>
                  <a:lnTo>
                    <a:pt x="186499" y="36029"/>
                  </a:lnTo>
                  <a:close/>
                </a:path>
                <a:path w="1652270" h="125729">
                  <a:moveTo>
                    <a:pt x="248691" y="54991"/>
                  </a:moveTo>
                  <a:lnTo>
                    <a:pt x="205981" y="54991"/>
                  </a:lnTo>
                  <a:lnTo>
                    <a:pt x="209207" y="56261"/>
                  </a:lnTo>
                  <a:lnTo>
                    <a:pt x="211645" y="58826"/>
                  </a:lnTo>
                  <a:lnTo>
                    <a:pt x="214134" y="61379"/>
                  </a:lnTo>
                  <a:lnTo>
                    <a:pt x="215379" y="64820"/>
                  </a:lnTo>
                  <a:lnTo>
                    <a:pt x="215379" y="124002"/>
                  </a:lnTo>
                  <a:lnTo>
                    <a:pt x="239026" y="124002"/>
                  </a:lnTo>
                  <a:lnTo>
                    <a:pt x="239026" y="65697"/>
                  </a:lnTo>
                  <a:lnTo>
                    <a:pt x="240271" y="62014"/>
                  </a:lnTo>
                  <a:lnTo>
                    <a:pt x="245236" y="56400"/>
                  </a:lnTo>
                  <a:lnTo>
                    <a:pt x="248691" y="54991"/>
                  </a:lnTo>
                  <a:close/>
                </a:path>
                <a:path w="1652270" h="125729">
                  <a:moveTo>
                    <a:pt x="290990" y="54991"/>
                  </a:moveTo>
                  <a:lnTo>
                    <a:pt x="257009" y="54991"/>
                  </a:lnTo>
                  <a:lnTo>
                    <a:pt x="258838" y="55676"/>
                  </a:lnTo>
                  <a:lnTo>
                    <a:pt x="260315" y="56261"/>
                  </a:lnTo>
                  <a:lnTo>
                    <a:pt x="265455" y="61099"/>
                  </a:lnTo>
                  <a:lnTo>
                    <a:pt x="266750" y="64820"/>
                  </a:lnTo>
                  <a:lnTo>
                    <a:pt x="266750" y="124002"/>
                  </a:lnTo>
                  <a:lnTo>
                    <a:pt x="291096" y="124002"/>
                  </a:lnTo>
                  <a:lnTo>
                    <a:pt x="290990" y="54991"/>
                  </a:lnTo>
                  <a:close/>
                </a:path>
                <a:path w="1652270" h="125729">
                  <a:moveTo>
                    <a:pt x="218084" y="34886"/>
                  </a:moveTo>
                  <a:lnTo>
                    <a:pt x="206095" y="34886"/>
                  </a:lnTo>
                  <a:lnTo>
                    <a:pt x="202158" y="36029"/>
                  </a:lnTo>
                  <a:lnTo>
                    <a:pt x="187540" y="51549"/>
                  </a:lnTo>
                  <a:lnTo>
                    <a:pt x="235940" y="51549"/>
                  </a:lnTo>
                  <a:lnTo>
                    <a:pt x="234539" y="46507"/>
                  </a:lnTo>
                  <a:lnTo>
                    <a:pt x="231769" y="42481"/>
                  </a:lnTo>
                  <a:lnTo>
                    <a:pt x="223250" y="36410"/>
                  </a:lnTo>
                  <a:lnTo>
                    <a:pt x="218084" y="34886"/>
                  </a:lnTo>
                  <a:close/>
                </a:path>
                <a:path w="1652270" h="125729">
                  <a:moveTo>
                    <a:pt x="271576" y="34886"/>
                  </a:moveTo>
                  <a:lnTo>
                    <a:pt x="256920" y="34886"/>
                  </a:lnTo>
                  <a:lnTo>
                    <a:pt x="251320" y="36410"/>
                  </a:lnTo>
                  <a:lnTo>
                    <a:pt x="241896" y="42481"/>
                  </a:lnTo>
                  <a:lnTo>
                    <a:pt x="238645" y="46507"/>
                  </a:lnTo>
                  <a:lnTo>
                    <a:pt x="236854" y="51549"/>
                  </a:lnTo>
                  <a:lnTo>
                    <a:pt x="289787" y="51549"/>
                  </a:lnTo>
                  <a:lnTo>
                    <a:pt x="288518" y="47917"/>
                  </a:lnTo>
                  <a:lnTo>
                    <a:pt x="283362" y="42722"/>
                  </a:lnTo>
                  <a:lnTo>
                    <a:pt x="278244" y="37490"/>
                  </a:lnTo>
                  <a:lnTo>
                    <a:pt x="271576" y="34886"/>
                  </a:lnTo>
                  <a:close/>
                </a:path>
                <a:path w="1652270" h="125729">
                  <a:moveTo>
                    <a:pt x="359067" y="34886"/>
                  </a:moveTo>
                  <a:lnTo>
                    <a:pt x="344639" y="34886"/>
                  </a:lnTo>
                  <a:lnTo>
                    <a:pt x="337108" y="36791"/>
                  </a:lnTo>
                  <a:lnTo>
                    <a:pt x="310642" y="71132"/>
                  </a:lnTo>
                  <a:lnTo>
                    <a:pt x="310591" y="89700"/>
                  </a:lnTo>
                  <a:lnTo>
                    <a:pt x="312264" y="97307"/>
                  </a:lnTo>
                  <a:lnTo>
                    <a:pt x="312356" y="97726"/>
                  </a:lnTo>
                  <a:lnTo>
                    <a:pt x="345185" y="125717"/>
                  </a:lnTo>
                  <a:lnTo>
                    <a:pt x="361492" y="125717"/>
                  </a:lnTo>
                  <a:lnTo>
                    <a:pt x="391333" y="107505"/>
                  </a:lnTo>
                  <a:lnTo>
                    <a:pt x="350558" y="107505"/>
                  </a:lnTo>
                  <a:lnTo>
                    <a:pt x="347027" y="106641"/>
                  </a:lnTo>
                  <a:lnTo>
                    <a:pt x="334708" y="90665"/>
                  </a:lnTo>
                  <a:lnTo>
                    <a:pt x="334716" y="86258"/>
                  </a:lnTo>
                  <a:lnTo>
                    <a:pt x="320332" y="86258"/>
                  </a:lnTo>
                  <a:lnTo>
                    <a:pt x="320332" y="71132"/>
                  </a:lnTo>
                  <a:lnTo>
                    <a:pt x="334742" y="71132"/>
                  </a:lnTo>
                  <a:lnTo>
                    <a:pt x="334746" y="68465"/>
                  </a:lnTo>
                  <a:lnTo>
                    <a:pt x="335512" y="65544"/>
                  </a:lnTo>
                  <a:lnTo>
                    <a:pt x="335572" y="65316"/>
                  </a:lnTo>
                  <a:lnTo>
                    <a:pt x="338772" y="59626"/>
                  </a:lnTo>
                  <a:lnTo>
                    <a:pt x="340994" y="57353"/>
                  </a:lnTo>
                  <a:lnTo>
                    <a:pt x="346684" y="53949"/>
                  </a:lnTo>
                  <a:lnTo>
                    <a:pt x="349961" y="53098"/>
                  </a:lnTo>
                  <a:lnTo>
                    <a:pt x="388574" y="53098"/>
                  </a:lnTo>
                  <a:lnTo>
                    <a:pt x="386463" y="49758"/>
                  </a:lnTo>
                  <a:lnTo>
                    <a:pt x="378904" y="42291"/>
                  </a:lnTo>
                  <a:lnTo>
                    <a:pt x="374510" y="39522"/>
                  </a:lnTo>
                  <a:lnTo>
                    <a:pt x="369481" y="37693"/>
                  </a:lnTo>
                  <a:lnTo>
                    <a:pt x="364477" y="35814"/>
                  </a:lnTo>
                  <a:lnTo>
                    <a:pt x="359067" y="34886"/>
                  </a:lnTo>
                  <a:close/>
                </a:path>
                <a:path w="1652270" h="125729">
                  <a:moveTo>
                    <a:pt x="371538" y="97307"/>
                  </a:moveTo>
                  <a:lnTo>
                    <a:pt x="357352" y="107505"/>
                  </a:lnTo>
                  <a:lnTo>
                    <a:pt x="391333" y="107505"/>
                  </a:lnTo>
                  <a:lnTo>
                    <a:pt x="392963" y="104228"/>
                  </a:lnTo>
                  <a:lnTo>
                    <a:pt x="394106" y="98806"/>
                  </a:lnTo>
                  <a:lnTo>
                    <a:pt x="371538" y="97307"/>
                  </a:lnTo>
                  <a:close/>
                </a:path>
                <a:path w="1652270" h="125729">
                  <a:moveTo>
                    <a:pt x="334742" y="71132"/>
                  </a:moveTo>
                  <a:lnTo>
                    <a:pt x="320332" y="71132"/>
                  </a:lnTo>
                  <a:lnTo>
                    <a:pt x="320332" y="86258"/>
                  </a:lnTo>
                  <a:lnTo>
                    <a:pt x="334716" y="86258"/>
                  </a:lnTo>
                  <a:lnTo>
                    <a:pt x="334742" y="71132"/>
                  </a:lnTo>
                  <a:close/>
                </a:path>
                <a:path w="1652270" h="125729">
                  <a:moveTo>
                    <a:pt x="388574" y="53098"/>
                  </a:moveTo>
                  <a:lnTo>
                    <a:pt x="357212" y="53098"/>
                  </a:lnTo>
                  <a:lnTo>
                    <a:pt x="360630" y="53949"/>
                  </a:lnTo>
                  <a:lnTo>
                    <a:pt x="360454" y="53949"/>
                  </a:lnTo>
                  <a:lnTo>
                    <a:pt x="363004" y="55448"/>
                  </a:lnTo>
                  <a:lnTo>
                    <a:pt x="365709" y="56972"/>
                  </a:lnTo>
                  <a:lnTo>
                    <a:pt x="367830" y="59093"/>
                  </a:lnTo>
                  <a:lnTo>
                    <a:pt x="370890" y="64516"/>
                  </a:lnTo>
                  <a:lnTo>
                    <a:pt x="371652" y="67627"/>
                  </a:lnTo>
                  <a:lnTo>
                    <a:pt x="371652" y="71132"/>
                  </a:lnTo>
                  <a:lnTo>
                    <a:pt x="334742" y="71132"/>
                  </a:lnTo>
                  <a:lnTo>
                    <a:pt x="334716" y="86258"/>
                  </a:lnTo>
                  <a:lnTo>
                    <a:pt x="394614" y="86258"/>
                  </a:lnTo>
                  <a:lnTo>
                    <a:pt x="394500" y="71361"/>
                  </a:lnTo>
                  <a:lnTo>
                    <a:pt x="393572" y="65544"/>
                  </a:lnTo>
                  <a:lnTo>
                    <a:pt x="389369" y="54356"/>
                  </a:lnTo>
                  <a:lnTo>
                    <a:pt x="388574" y="53098"/>
                  </a:lnTo>
                  <a:close/>
                </a:path>
                <a:path w="1652270" h="125729">
                  <a:moveTo>
                    <a:pt x="438721" y="6705"/>
                  </a:moveTo>
                  <a:lnTo>
                    <a:pt x="414324" y="6705"/>
                  </a:lnTo>
                  <a:lnTo>
                    <a:pt x="414324" y="124002"/>
                  </a:lnTo>
                  <a:lnTo>
                    <a:pt x="438721" y="124002"/>
                  </a:lnTo>
                  <a:lnTo>
                    <a:pt x="438721" y="6705"/>
                  </a:lnTo>
                  <a:close/>
                </a:path>
                <a:path w="1652270" h="125729">
                  <a:moveTo>
                    <a:pt x="486448" y="36029"/>
                  </a:moveTo>
                  <a:lnTo>
                    <a:pt x="462051" y="36029"/>
                  </a:lnTo>
                  <a:lnTo>
                    <a:pt x="462051" y="124002"/>
                  </a:lnTo>
                  <a:lnTo>
                    <a:pt x="486448" y="124002"/>
                  </a:lnTo>
                  <a:lnTo>
                    <a:pt x="486448" y="36029"/>
                  </a:lnTo>
                  <a:close/>
                </a:path>
                <a:path w="1652270" h="125729">
                  <a:moveTo>
                    <a:pt x="477926" y="0"/>
                  </a:moveTo>
                  <a:lnTo>
                    <a:pt x="470674" y="0"/>
                  </a:lnTo>
                  <a:lnTo>
                    <a:pt x="467563" y="1219"/>
                  </a:lnTo>
                  <a:lnTo>
                    <a:pt x="462406" y="6070"/>
                  </a:lnTo>
                  <a:lnTo>
                    <a:pt x="461136" y="8953"/>
                  </a:lnTo>
                  <a:lnTo>
                    <a:pt x="461136" y="15709"/>
                  </a:lnTo>
                  <a:lnTo>
                    <a:pt x="462406" y="18630"/>
                  </a:lnTo>
                  <a:lnTo>
                    <a:pt x="464972" y="21082"/>
                  </a:lnTo>
                  <a:lnTo>
                    <a:pt x="467563" y="23482"/>
                  </a:lnTo>
                  <a:lnTo>
                    <a:pt x="470674" y="24688"/>
                  </a:lnTo>
                  <a:lnTo>
                    <a:pt x="477926" y="24688"/>
                  </a:lnTo>
                  <a:lnTo>
                    <a:pt x="481025" y="23482"/>
                  </a:lnTo>
                  <a:lnTo>
                    <a:pt x="486181" y="18630"/>
                  </a:lnTo>
                  <a:lnTo>
                    <a:pt x="487476" y="15709"/>
                  </a:lnTo>
                  <a:lnTo>
                    <a:pt x="487476" y="8953"/>
                  </a:lnTo>
                  <a:lnTo>
                    <a:pt x="486181" y="6070"/>
                  </a:lnTo>
                  <a:lnTo>
                    <a:pt x="483577" y="3670"/>
                  </a:lnTo>
                  <a:lnTo>
                    <a:pt x="481025" y="1219"/>
                  </a:lnTo>
                  <a:lnTo>
                    <a:pt x="477926" y="0"/>
                  </a:lnTo>
                  <a:close/>
                </a:path>
                <a:path w="1652270" h="125729">
                  <a:moveTo>
                    <a:pt x="533031" y="36029"/>
                  </a:moveTo>
                  <a:lnTo>
                    <a:pt x="509777" y="36029"/>
                  </a:lnTo>
                  <a:lnTo>
                    <a:pt x="509777" y="124002"/>
                  </a:lnTo>
                  <a:lnTo>
                    <a:pt x="534174" y="124002"/>
                  </a:lnTo>
                  <a:lnTo>
                    <a:pt x="534212" y="69367"/>
                  </a:lnTo>
                  <a:lnTo>
                    <a:pt x="534911" y="66128"/>
                  </a:lnTo>
                  <a:lnTo>
                    <a:pt x="537705" y="60756"/>
                  </a:lnTo>
                  <a:lnTo>
                    <a:pt x="539648" y="58686"/>
                  </a:lnTo>
                  <a:lnTo>
                    <a:pt x="544652" y="55867"/>
                  </a:lnTo>
                  <a:lnTo>
                    <a:pt x="547093" y="55270"/>
                  </a:lnTo>
                  <a:lnTo>
                    <a:pt x="589610" y="55270"/>
                  </a:lnTo>
                  <a:lnTo>
                    <a:pt x="587718" y="51549"/>
                  </a:lnTo>
                  <a:lnTo>
                    <a:pt x="533031" y="51549"/>
                  </a:lnTo>
                  <a:lnTo>
                    <a:pt x="533031" y="36029"/>
                  </a:lnTo>
                  <a:close/>
                </a:path>
                <a:path w="1652270" h="125729">
                  <a:moveTo>
                    <a:pt x="589610" y="55270"/>
                  </a:moveTo>
                  <a:lnTo>
                    <a:pt x="556014" y="55270"/>
                  </a:lnTo>
                  <a:lnTo>
                    <a:pt x="559561" y="56680"/>
                  </a:lnTo>
                  <a:lnTo>
                    <a:pt x="565137" y="62750"/>
                  </a:lnTo>
                  <a:lnTo>
                    <a:pt x="566508" y="66954"/>
                  </a:lnTo>
                  <a:lnTo>
                    <a:pt x="566470" y="124002"/>
                  </a:lnTo>
                  <a:lnTo>
                    <a:pt x="590880" y="124002"/>
                  </a:lnTo>
                  <a:lnTo>
                    <a:pt x="590795" y="60756"/>
                  </a:lnTo>
                  <a:lnTo>
                    <a:pt x="589610" y="55270"/>
                  </a:lnTo>
                  <a:close/>
                </a:path>
                <a:path w="1652270" h="125729">
                  <a:moveTo>
                    <a:pt x="566623" y="34886"/>
                  </a:moveTo>
                  <a:lnTo>
                    <a:pt x="553986" y="34886"/>
                  </a:lnTo>
                  <a:lnTo>
                    <a:pt x="548436" y="36385"/>
                  </a:lnTo>
                  <a:lnTo>
                    <a:pt x="543852" y="39408"/>
                  </a:lnTo>
                  <a:lnTo>
                    <a:pt x="539267" y="42379"/>
                  </a:lnTo>
                  <a:lnTo>
                    <a:pt x="536003" y="46431"/>
                  </a:lnTo>
                  <a:lnTo>
                    <a:pt x="534060" y="51549"/>
                  </a:lnTo>
                  <a:lnTo>
                    <a:pt x="587718" y="51549"/>
                  </a:lnTo>
                  <a:lnTo>
                    <a:pt x="584580" y="45377"/>
                  </a:lnTo>
                  <a:lnTo>
                    <a:pt x="581037" y="41567"/>
                  </a:lnTo>
                  <a:lnTo>
                    <a:pt x="571957" y="36220"/>
                  </a:lnTo>
                  <a:lnTo>
                    <a:pt x="566623" y="34886"/>
                  </a:lnTo>
                  <a:close/>
                </a:path>
                <a:path w="1652270" h="125729">
                  <a:moveTo>
                    <a:pt x="658812" y="34886"/>
                  </a:moveTo>
                  <a:lnTo>
                    <a:pt x="644372" y="34886"/>
                  </a:lnTo>
                  <a:lnTo>
                    <a:pt x="636854" y="36791"/>
                  </a:lnTo>
                  <a:lnTo>
                    <a:pt x="610387" y="71132"/>
                  </a:lnTo>
                  <a:lnTo>
                    <a:pt x="610336" y="89700"/>
                  </a:lnTo>
                  <a:lnTo>
                    <a:pt x="611997" y="97307"/>
                  </a:lnTo>
                  <a:lnTo>
                    <a:pt x="644931" y="125717"/>
                  </a:lnTo>
                  <a:lnTo>
                    <a:pt x="661238" y="125717"/>
                  </a:lnTo>
                  <a:lnTo>
                    <a:pt x="691066" y="107505"/>
                  </a:lnTo>
                  <a:lnTo>
                    <a:pt x="650290" y="107505"/>
                  </a:lnTo>
                  <a:lnTo>
                    <a:pt x="646760" y="106641"/>
                  </a:lnTo>
                  <a:lnTo>
                    <a:pt x="634453" y="90665"/>
                  </a:lnTo>
                  <a:lnTo>
                    <a:pt x="634461" y="86258"/>
                  </a:lnTo>
                  <a:lnTo>
                    <a:pt x="620077" y="86258"/>
                  </a:lnTo>
                  <a:lnTo>
                    <a:pt x="620077" y="71132"/>
                  </a:lnTo>
                  <a:lnTo>
                    <a:pt x="634487" y="71132"/>
                  </a:lnTo>
                  <a:lnTo>
                    <a:pt x="634491" y="68465"/>
                  </a:lnTo>
                  <a:lnTo>
                    <a:pt x="635245" y="65544"/>
                  </a:lnTo>
                  <a:lnTo>
                    <a:pt x="635304" y="65316"/>
                  </a:lnTo>
                  <a:lnTo>
                    <a:pt x="638517" y="59626"/>
                  </a:lnTo>
                  <a:lnTo>
                    <a:pt x="640727" y="57353"/>
                  </a:lnTo>
                  <a:lnTo>
                    <a:pt x="643559" y="55676"/>
                  </a:lnTo>
                  <a:lnTo>
                    <a:pt x="646417" y="53949"/>
                  </a:lnTo>
                  <a:lnTo>
                    <a:pt x="649706" y="53098"/>
                  </a:lnTo>
                  <a:lnTo>
                    <a:pt x="688319" y="53098"/>
                  </a:lnTo>
                  <a:lnTo>
                    <a:pt x="686208" y="49758"/>
                  </a:lnTo>
                  <a:lnTo>
                    <a:pt x="678649" y="42291"/>
                  </a:lnTo>
                  <a:lnTo>
                    <a:pt x="674255" y="39522"/>
                  </a:lnTo>
                  <a:lnTo>
                    <a:pt x="669213" y="37693"/>
                  </a:lnTo>
                  <a:lnTo>
                    <a:pt x="664209" y="35814"/>
                  </a:lnTo>
                  <a:lnTo>
                    <a:pt x="658812" y="34886"/>
                  </a:lnTo>
                  <a:close/>
                </a:path>
                <a:path w="1652270" h="125729">
                  <a:moveTo>
                    <a:pt x="671283" y="97307"/>
                  </a:moveTo>
                  <a:lnTo>
                    <a:pt x="657097" y="107505"/>
                  </a:lnTo>
                  <a:lnTo>
                    <a:pt x="691066" y="107505"/>
                  </a:lnTo>
                  <a:lnTo>
                    <a:pt x="692582" y="104457"/>
                  </a:lnTo>
                  <a:lnTo>
                    <a:pt x="692696" y="104228"/>
                  </a:lnTo>
                  <a:lnTo>
                    <a:pt x="693839" y="98806"/>
                  </a:lnTo>
                  <a:lnTo>
                    <a:pt x="671283" y="97307"/>
                  </a:lnTo>
                  <a:close/>
                </a:path>
                <a:path w="1652270" h="125729">
                  <a:moveTo>
                    <a:pt x="634487" y="71132"/>
                  </a:moveTo>
                  <a:lnTo>
                    <a:pt x="620077" y="71132"/>
                  </a:lnTo>
                  <a:lnTo>
                    <a:pt x="620077" y="86258"/>
                  </a:lnTo>
                  <a:lnTo>
                    <a:pt x="634461" y="86258"/>
                  </a:lnTo>
                  <a:lnTo>
                    <a:pt x="634487" y="71132"/>
                  </a:lnTo>
                  <a:close/>
                </a:path>
                <a:path w="1652270" h="125729">
                  <a:moveTo>
                    <a:pt x="688319" y="53098"/>
                  </a:moveTo>
                  <a:lnTo>
                    <a:pt x="656958" y="53098"/>
                  </a:lnTo>
                  <a:lnTo>
                    <a:pt x="660375" y="53949"/>
                  </a:lnTo>
                  <a:lnTo>
                    <a:pt x="660199" y="53949"/>
                  </a:lnTo>
                  <a:lnTo>
                    <a:pt x="662749" y="55448"/>
                  </a:lnTo>
                  <a:lnTo>
                    <a:pt x="665454" y="56972"/>
                  </a:lnTo>
                  <a:lnTo>
                    <a:pt x="667575" y="59093"/>
                  </a:lnTo>
                  <a:lnTo>
                    <a:pt x="670623" y="64516"/>
                  </a:lnTo>
                  <a:lnTo>
                    <a:pt x="671398" y="67627"/>
                  </a:lnTo>
                  <a:lnTo>
                    <a:pt x="671398" y="71132"/>
                  </a:lnTo>
                  <a:lnTo>
                    <a:pt x="634487" y="71132"/>
                  </a:lnTo>
                  <a:lnTo>
                    <a:pt x="634461" y="86258"/>
                  </a:lnTo>
                  <a:lnTo>
                    <a:pt x="694359" y="86258"/>
                  </a:lnTo>
                  <a:lnTo>
                    <a:pt x="694244" y="71361"/>
                  </a:lnTo>
                  <a:lnTo>
                    <a:pt x="693305" y="65544"/>
                  </a:lnTo>
                  <a:lnTo>
                    <a:pt x="689114" y="54356"/>
                  </a:lnTo>
                  <a:lnTo>
                    <a:pt x="688319" y="53098"/>
                  </a:lnTo>
                  <a:close/>
                </a:path>
                <a:path w="1652270" h="125729">
                  <a:moveTo>
                    <a:pt x="811225" y="6705"/>
                  </a:moveTo>
                  <a:lnTo>
                    <a:pt x="755637" y="6705"/>
                  </a:lnTo>
                  <a:lnTo>
                    <a:pt x="755637" y="124002"/>
                  </a:lnTo>
                  <a:lnTo>
                    <a:pt x="814527" y="124002"/>
                  </a:lnTo>
                  <a:lnTo>
                    <a:pt x="821918" y="122593"/>
                  </a:lnTo>
                  <a:lnTo>
                    <a:pt x="833907" y="116941"/>
                  </a:lnTo>
                  <a:lnTo>
                    <a:pt x="838428" y="113106"/>
                  </a:lnTo>
                  <a:lnTo>
                    <a:pt x="844351" y="103720"/>
                  </a:lnTo>
                  <a:lnTo>
                    <a:pt x="780427" y="103720"/>
                  </a:lnTo>
                  <a:lnTo>
                    <a:pt x="780427" y="72567"/>
                  </a:lnTo>
                  <a:lnTo>
                    <a:pt x="840090" y="72567"/>
                  </a:lnTo>
                  <a:lnTo>
                    <a:pt x="836828" y="69227"/>
                  </a:lnTo>
                  <a:lnTo>
                    <a:pt x="832891" y="66903"/>
                  </a:lnTo>
                  <a:lnTo>
                    <a:pt x="829005" y="64566"/>
                  </a:lnTo>
                  <a:lnTo>
                    <a:pt x="824826" y="63309"/>
                  </a:lnTo>
                  <a:lnTo>
                    <a:pt x="820356" y="63119"/>
                  </a:lnTo>
                  <a:lnTo>
                    <a:pt x="820356" y="61976"/>
                  </a:lnTo>
                  <a:lnTo>
                    <a:pt x="824433" y="61061"/>
                  </a:lnTo>
                  <a:lnTo>
                    <a:pt x="828065" y="59512"/>
                  </a:lnTo>
                  <a:lnTo>
                    <a:pt x="833464" y="55791"/>
                  </a:lnTo>
                  <a:lnTo>
                    <a:pt x="780427" y="55791"/>
                  </a:lnTo>
                  <a:lnTo>
                    <a:pt x="780427" y="26746"/>
                  </a:lnTo>
                  <a:lnTo>
                    <a:pt x="840386" y="26746"/>
                  </a:lnTo>
                  <a:lnTo>
                    <a:pt x="840092" y="25692"/>
                  </a:lnTo>
                  <a:lnTo>
                    <a:pt x="834288" y="16649"/>
                  </a:lnTo>
                  <a:lnTo>
                    <a:pt x="829957" y="13093"/>
                  </a:lnTo>
                  <a:lnTo>
                    <a:pt x="818426" y="7975"/>
                  </a:lnTo>
                  <a:lnTo>
                    <a:pt x="811225" y="6705"/>
                  </a:lnTo>
                  <a:close/>
                </a:path>
                <a:path w="1652270" h="125729">
                  <a:moveTo>
                    <a:pt x="840060" y="72567"/>
                  </a:moveTo>
                  <a:lnTo>
                    <a:pt x="805192" y="72567"/>
                  </a:lnTo>
                  <a:lnTo>
                    <a:pt x="808608" y="73279"/>
                  </a:lnTo>
                  <a:lnTo>
                    <a:pt x="814374" y="76098"/>
                  </a:lnTo>
                  <a:lnTo>
                    <a:pt x="816609" y="78054"/>
                  </a:lnTo>
                  <a:lnTo>
                    <a:pt x="819746" y="83007"/>
                  </a:lnTo>
                  <a:lnTo>
                    <a:pt x="820521" y="85877"/>
                  </a:lnTo>
                  <a:lnTo>
                    <a:pt x="820521" y="93548"/>
                  </a:lnTo>
                  <a:lnTo>
                    <a:pt x="818946" y="97104"/>
                  </a:lnTo>
                  <a:lnTo>
                    <a:pt x="812596" y="102412"/>
                  </a:lnTo>
                  <a:lnTo>
                    <a:pt x="807567" y="103720"/>
                  </a:lnTo>
                  <a:lnTo>
                    <a:pt x="844351" y="103720"/>
                  </a:lnTo>
                  <a:lnTo>
                    <a:pt x="844575" y="103365"/>
                  </a:lnTo>
                  <a:lnTo>
                    <a:pt x="846124" y="97802"/>
                  </a:lnTo>
                  <a:lnTo>
                    <a:pt x="846124" y="85877"/>
                  </a:lnTo>
                  <a:lnTo>
                    <a:pt x="844905" y="80860"/>
                  </a:lnTo>
                  <a:lnTo>
                    <a:pt x="840060" y="72567"/>
                  </a:lnTo>
                  <a:close/>
                </a:path>
                <a:path w="1652270" h="125729">
                  <a:moveTo>
                    <a:pt x="840386" y="26746"/>
                  </a:moveTo>
                  <a:lnTo>
                    <a:pt x="804773" y="26746"/>
                  </a:lnTo>
                  <a:lnTo>
                    <a:pt x="809015" y="28041"/>
                  </a:lnTo>
                  <a:lnTo>
                    <a:pt x="811987" y="30645"/>
                  </a:lnTo>
                  <a:lnTo>
                    <a:pt x="815009" y="33235"/>
                  </a:lnTo>
                  <a:lnTo>
                    <a:pt x="816521" y="36652"/>
                  </a:lnTo>
                  <a:lnTo>
                    <a:pt x="816521" y="43992"/>
                  </a:lnTo>
                  <a:lnTo>
                    <a:pt x="802220" y="55791"/>
                  </a:lnTo>
                  <a:lnTo>
                    <a:pt x="833464" y="55791"/>
                  </a:lnTo>
                  <a:lnTo>
                    <a:pt x="834330" y="55194"/>
                  </a:lnTo>
                  <a:lnTo>
                    <a:pt x="836968" y="52298"/>
                  </a:lnTo>
                  <a:lnTo>
                    <a:pt x="840625" y="45377"/>
                  </a:lnTo>
                  <a:lnTo>
                    <a:pt x="841540" y="41351"/>
                  </a:lnTo>
                  <a:lnTo>
                    <a:pt x="841472" y="30645"/>
                  </a:lnTo>
                  <a:lnTo>
                    <a:pt x="840386" y="26746"/>
                  </a:lnTo>
                  <a:close/>
                </a:path>
                <a:path w="1652270" h="125729">
                  <a:moveTo>
                    <a:pt x="889241" y="36029"/>
                  </a:moveTo>
                  <a:lnTo>
                    <a:pt x="865593" y="36029"/>
                  </a:lnTo>
                  <a:lnTo>
                    <a:pt x="865593" y="124002"/>
                  </a:lnTo>
                  <a:lnTo>
                    <a:pt x="889990" y="124002"/>
                  </a:lnTo>
                  <a:lnTo>
                    <a:pt x="889990" y="70637"/>
                  </a:lnTo>
                  <a:lnTo>
                    <a:pt x="890790" y="67475"/>
                  </a:lnTo>
                  <a:lnTo>
                    <a:pt x="905065" y="55956"/>
                  </a:lnTo>
                  <a:lnTo>
                    <a:pt x="918971" y="55956"/>
                  </a:lnTo>
                  <a:lnTo>
                    <a:pt x="918971" y="51371"/>
                  </a:lnTo>
                  <a:lnTo>
                    <a:pt x="889241" y="51371"/>
                  </a:lnTo>
                  <a:lnTo>
                    <a:pt x="889241" y="36029"/>
                  </a:lnTo>
                  <a:close/>
                </a:path>
                <a:path w="1652270" h="125729">
                  <a:moveTo>
                    <a:pt x="918971" y="55956"/>
                  </a:moveTo>
                  <a:lnTo>
                    <a:pt x="910335" y="55956"/>
                  </a:lnTo>
                  <a:lnTo>
                    <a:pt x="912190" y="56095"/>
                  </a:lnTo>
                  <a:lnTo>
                    <a:pt x="917109" y="56743"/>
                  </a:lnTo>
                  <a:lnTo>
                    <a:pt x="916836" y="56743"/>
                  </a:lnTo>
                  <a:lnTo>
                    <a:pt x="917828" y="56934"/>
                  </a:lnTo>
                  <a:lnTo>
                    <a:pt x="918971" y="57277"/>
                  </a:lnTo>
                  <a:lnTo>
                    <a:pt x="918971" y="55956"/>
                  </a:lnTo>
                  <a:close/>
                </a:path>
                <a:path w="1652270" h="125729">
                  <a:moveTo>
                    <a:pt x="913828" y="34848"/>
                  </a:moveTo>
                  <a:lnTo>
                    <a:pt x="906138" y="34848"/>
                  </a:lnTo>
                  <a:lnTo>
                    <a:pt x="902017" y="36182"/>
                  </a:lnTo>
                  <a:lnTo>
                    <a:pt x="894460" y="41795"/>
                  </a:lnTo>
                  <a:lnTo>
                    <a:pt x="891768" y="45910"/>
                  </a:lnTo>
                  <a:lnTo>
                    <a:pt x="890155" y="51371"/>
                  </a:lnTo>
                  <a:lnTo>
                    <a:pt x="918971" y="51371"/>
                  </a:lnTo>
                  <a:lnTo>
                    <a:pt x="918971" y="35623"/>
                  </a:lnTo>
                  <a:lnTo>
                    <a:pt x="917905" y="35356"/>
                  </a:lnTo>
                  <a:lnTo>
                    <a:pt x="916660" y="35153"/>
                  </a:lnTo>
                  <a:lnTo>
                    <a:pt x="913828" y="34848"/>
                  </a:lnTo>
                  <a:close/>
                </a:path>
                <a:path w="1652270" h="125729">
                  <a:moveTo>
                    <a:pt x="976198" y="34886"/>
                  </a:moveTo>
                  <a:lnTo>
                    <a:pt x="961758" y="34886"/>
                  </a:lnTo>
                  <a:lnTo>
                    <a:pt x="954239" y="36791"/>
                  </a:lnTo>
                  <a:lnTo>
                    <a:pt x="927772" y="71132"/>
                  </a:lnTo>
                  <a:lnTo>
                    <a:pt x="927722" y="89700"/>
                  </a:lnTo>
                  <a:lnTo>
                    <a:pt x="929383" y="97307"/>
                  </a:lnTo>
                  <a:lnTo>
                    <a:pt x="962317" y="125717"/>
                  </a:lnTo>
                  <a:lnTo>
                    <a:pt x="978623" y="125717"/>
                  </a:lnTo>
                  <a:lnTo>
                    <a:pt x="1008452" y="107505"/>
                  </a:lnTo>
                  <a:lnTo>
                    <a:pt x="967676" y="107505"/>
                  </a:lnTo>
                  <a:lnTo>
                    <a:pt x="964145" y="106641"/>
                  </a:lnTo>
                  <a:lnTo>
                    <a:pt x="951826" y="90665"/>
                  </a:lnTo>
                  <a:lnTo>
                    <a:pt x="951834" y="86258"/>
                  </a:lnTo>
                  <a:lnTo>
                    <a:pt x="937450" y="86258"/>
                  </a:lnTo>
                  <a:lnTo>
                    <a:pt x="937450" y="71132"/>
                  </a:lnTo>
                  <a:lnTo>
                    <a:pt x="951860" y="71132"/>
                  </a:lnTo>
                  <a:lnTo>
                    <a:pt x="951864" y="68465"/>
                  </a:lnTo>
                  <a:lnTo>
                    <a:pt x="952630" y="65544"/>
                  </a:lnTo>
                  <a:lnTo>
                    <a:pt x="952690" y="65316"/>
                  </a:lnTo>
                  <a:lnTo>
                    <a:pt x="955903" y="59626"/>
                  </a:lnTo>
                  <a:lnTo>
                    <a:pt x="958113" y="57353"/>
                  </a:lnTo>
                  <a:lnTo>
                    <a:pt x="963802" y="53949"/>
                  </a:lnTo>
                  <a:lnTo>
                    <a:pt x="967092" y="53098"/>
                  </a:lnTo>
                  <a:lnTo>
                    <a:pt x="1005696" y="53098"/>
                  </a:lnTo>
                  <a:lnTo>
                    <a:pt x="1003593" y="49758"/>
                  </a:lnTo>
                  <a:lnTo>
                    <a:pt x="996035" y="42291"/>
                  </a:lnTo>
                  <a:lnTo>
                    <a:pt x="991641" y="39522"/>
                  </a:lnTo>
                  <a:lnTo>
                    <a:pt x="986599" y="37693"/>
                  </a:lnTo>
                  <a:lnTo>
                    <a:pt x="981595" y="35814"/>
                  </a:lnTo>
                  <a:lnTo>
                    <a:pt x="976198" y="34886"/>
                  </a:lnTo>
                  <a:close/>
                </a:path>
                <a:path w="1652270" h="125729">
                  <a:moveTo>
                    <a:pt x="988656" y="97307"/>
                  </a:moveTo>
                  <a:lnTo>
                    <a:pt x="974470" y="107505"/>
                  </a:lnTo>
                  <a:lnTo>
                    <a:pt x="1008452" y="107505"/>
                  </a:lnTo>
                  <a:lnTo>
                    <a:pt x="1009968" y="104457"/>
                  </a:lnTo>
                  <a:lnTo>
                    <a:pt x="1010081" y="104228"/>
                  </a:lnTo>
                  <a:lnTo>
                    <a:pt x="1011224" y="98806"/>
                  </a:lnTo>
                  <a:lnTo>
                    <a:pt x="988656" y="97307"/>
                  </a:lnTo>
                  <a:close/>
                </a:path>
                <a:path w="1652270" h="125729">
                  <a:moveTo>
                    <a:pt x="951860" y="71132"/>
                  </a:moveTo>
                  <a:lnTo>
                    <a:pt x="937450" y="71132"/>
                  </a:lnTo>
                  <a:lnTo>
                    <a:pt x="937450" y="86258"/>
                  </a:lnTo>
                  <a:lnTo>
                    <a:pt x="951834" y="86258"/>
                  </a:lnTo>
                  <a:lnTo>
                    <a:pt x="951860" y="71132"/>
                  </a:lnTo>
                  <a:close/>
                </a:path>
                <a:path w="1652270" h="125729">
                  <a:moveTo>
                    <a:pt x="1005696" y="53098"/>
                  </a:moveTo>
                  <a:lnTo>
                    <a:pt x="974343" y="53098"/>
                  </a:lnTo>
                  <a:lnTo>
                    <a:pt x="977761" y="53949"/>
                  </a:lnTo>
                  <a:lnTo>
                    <a:pt x="977584" y="53949"/>
                  </a:lnTo>
                  <a:lnTo>
                    <a:pt x="980122" y="55448"/>
                  </a:lnTo>
                  <a:lnTo>
                    <a:pt x="982840" y="56972"/>
                  </a:lnTo>
                  <a:lnTo>
                    <a:pt x="984961" y="59093"/>
                  </a:lnTo>
                  <a:lnTo>
                    <a:pt x="988009" y="64516"/>
                  </a:lnTo>
                  <a:lnTo>
                    <a:pt x="988771" y="67627"/>
                  </a:lnTo>
                  <a:lnTo>
                    <a:pt x="988771" y="71132"/>
                  </a:lnTo>
                  <a:lnTo>
                    <a:pt x="951860" y="71132"/>
                  </a:lnTo>
                  <a:lnTo>
                    <a:pt x="951834" y="86258"/>
                  </a:lnTo>
                  <a:lnTo>
                    <a:pt x="1011745" y="86258"/>
                  </a:lnTo>
                  <a:lnTo>
                    <a:pt x="1011630" y="71361"/>
                  </a:lnTo>
                  <a:lnTo>
                    <a:pt x="1010691" y="65544"/>
                  </a:lnTo>
                  <a:lnTo>
                    <a:pt x="1006487" y="54356"/>
                  </a:lnTo>
                  <a:lnTo>
                    <a:pt x="1005696" y="53098"/>
                  </a:lnTo>
                  <a:close/>
                </a:path>
                <a:path w="1652270" h="125729">
                  <a:moveTo>
                    <a:pt x="1103849" y="52692"/>
                  </a:moveTo>
                  <a:lnTo>
                    <a:pt x="1072781" y="52692"/>
                  </a:lnTo>
                  <a:lnTo>
                    <a:pt x="1075982" y="53682"/>
                  </a:lnTo>
                  <a:lnTo>
                    <a:pt x="1078242" y="55676"/>
                  </a:lnTo>
                  <a:lnTo>
                    <a:pt x="1080528" y="57658"/>
                  </a:lnTo>
                  <a:lnTo>
                    <a:pt x="1081671" y="60464"/>
                  </a:lnTo>
                  <a:lnTo>
                    <a:pt x="1081671" y="66306"/>
                  </a:lnTo>
                  <a:lnTo>
                    <a:pt x="1056017" y="72758"/>
                  </a:lnTo>
                  <a:lnTo>
                    <a:pt x="1051852" y="73482"/>
                  </a:lnTo>
                  <a:lnTo>
                    <a:pt x="1027315" y="94538"/>
                  </a:lnTo>
                  <a:lnTo>
                    <a:pt x="1027322" y="105257"/>
                  </a:lnTo>
                  <a:lnTo>
                    <a:pt x="1050924" y="125666"/>
                  </a:lnTo>
                  <a:lnTo>
                    <a:pt x="1060881" y="125666"/>
                  </a:lnTo>
                  <a:lnTo>
                    <a:pt x="1082255" y="111798"/>
                  </a:lnTo>
                  <a:lnTo>
                    <a:pt x="1106081" y="111798"/>
                  </a:lnTo>
                  <a:lnTo>
                    <a:pt x="1106081" y="108826"/>
                  </a:lnTo>
                  <a:lnTo>
                    <a:pt x="1059776" y="108826"/>
                  </a:lnTo>
                  <a:lnTo>
                    <a:pt x="1056690" y="107962"/>
                  </a:lnTo>
                  <a:lnTo>
                    <a:pt x="1054239" y="106248"/>
                  </a:lnTo>
                  <a:lnTo>
                    <a:pt x="1051839" y="104495"/>
                  </a:lnTo>
                  <a:lnTo>
                    <a:pt x="1050632" y="101955"/>
                  </a:lnTo>
                  <a:lnTo>
                    <a:pt x="1050632" y="96342"/>
                  </a:lnTo>
                  <a:lnTo>
                    <a:pt x="1069365" y="86537"/>
                  </a:lnTo>
                  <a:lnTo>
                    <a:pt x="1071003" y="86271"/>
                  </a:lnTo>
                  <a:lnTo>
                    <a:pt x="1081849" y="83223"/>
                  </a:lnTo>
                  <a:lnTo>
                    <a:pt x="1106081" y="83223"/>
                  </a:lnTo>
                  <a:lnTo>
                    <a:pt x="1106081" y="59436"/>
                  </a:lnTo>
                  <a:lnTo>
                    <a:pt x="1105065" y="54952"/>
                  </a:lnTo>
                  <a:lnTo>
                    <a:pt x="1103849" y="52692"/>
                  </a:lnTo>
                  <a:close/>
                </a:path>
                <a:path w="1652270" h="125729">
                  <a:moveTo>
                    <a:pt x="1106081" y="111798"/>
                  </a:moveTo>
                  <a:lnTo>
                    <a:pt x="1082941" y="111798"/>
                  </a:lnTo>
                  <a:lnTo>
                    <a:pt x="1082941" y="124002"/>
                  </a:lnTo>
                  <a:lnTo>
                    <a:pt x="1106081" y="124002"/>
                  </a:lnTo>
                  <a:lnTo>
                    <a:pt x="1106081" y="111798"/>
                  </a:lnTo>
                  <a:close/>
                </a:path>
                <a:path w="1652270" h="125729">
                  <a:moveTo>
                    <a:pt x="1106081" y="83223"/>
                  </a:moveTo>
                  <a:lnTo>
                    <a:pt x="1081849" y="83223"/>
                  </a:lnTo>
                  <a:lnTo>
                    <a:pt x="1081849" y="95656"/>
                  </a:lnTo>
                  <a:lnTo>
                    <a:pt x="1081062" y="98425"/>
                  </a:lnTo>
                  <a:lnTo>
                    <a:pt x="1067104" y="108826"/>
                  </a:lnTo>
                  <a:lnTo>
                    <a:pt x="1106081" y="108826"/>
                  </a:lnTo>
                  <a:lnTo>
                    <a:pt x="1106081" y="83223"/>
                  </a:lnTo>
                  <a:close/>
                </a:path>
                <a:path w="1652270" h="125729">
                  <a:moveTo>
                    <a:pt x="1073619" y="34886"/>
                  </a:moveTo>
                  <a:lnTo>
                    <a:pt x="1061707" y="34886"/>
                  </a:lnTo>
                  <a:lnTo>
                    <a:pt x="1055522" y="35953"/>
                  </a:lnTo>
                  <a:lnTo>
                    <a:pt x="1030748" y="59436"/>
                  </a:lnTo>
                  <a:lnTo>
                    <a:pt x="1030642" y="59931"/>
                  </a:lnTo>
                  <a:lnTo>
                    <a:pt x="1030528" y="60464"/>
                  </a:lnTo>
                  <a:lnTo>
                    <a:pt x="1030414" y="60998"/>
                  </a:lnTo>
                  <a:lnTo>
                    <a:pt x="1052982" y="62826"/>
                  </a:lnTo>
                  <a:lnTo>
                    <a:pt x="1053820" y="59931"/>
                  </a:lnTo>
                  <a:lnTo>
                    <a:pt x="1055435" y="57658"/>
                  </a:lnTo>
                  <a:lnTo>
                    <a:pt x="1055535" y="57518"/>
                  </a:lnTo>
                  <a:lnTo>
                    <a:pt x="1058051" y="55676"/>
                  </a:lnTo>
                  <a:lnTo>
                    <a:pt x="1060712" y="53682"/>
                  </a:lnTo>
                  <a:lnTo>
                    <a:pt x="1064221" y="52692"/>
                  </a:lnTo>
                  <a:lnTo>
                    <a:pt x="1103849" y="52692"/>
                  </a:lnTo>
                  <a:lnTo>
                    <a:pt x="1101013" y="47421"/>
                  </a:lnTo>
                  <a:lnTo>
                    <a:pt x="1098245" y="44335"/>
                  </a:lnTo>
                  <a:lnTo>
                    <a:pt x="1091260" y="39522"/>
                  </a:lnTo>
                  <a:lnTo>
                    <a:pt x="1087272" y="37744"/>
                  </a:lnTo>
                  <a:lnTo>
                    <a:pt x="1078293" y="35458"/>
                  </a:lnTo>
                  <a:lnTo>
                    <a:pt x="1073619" y="34886"/>
                  </a:lnTo>
                  <a:close/>
                </a:path>
                <a:path w="1652270" h="125729">
                  <a:moveTo>
                    <a:pt x="1153185" y="6705"/>
                  </a:moveTo>
                  <a:lnTo>
                    <a:pt x="1128788" y="6705"/>
                  </a:lnTo>
                  <a:lnTo>
                    <a:pt x="1128788" y="124002"/>
                  </a:lnTo>
                  <a:lnTo>
                    <a:pt x="1153185" y="124002"/>
                  </a:lnTo>
                  <a:lnTo>
                    <a:pt x="1153185" y="98691"/>
                  </a:lnTo>
                  <a:lnTo>
                    <a:pt x="1150899" y="98691"/>
                  </a:lnTo>
                  <a:lnTo>
                    <a:pt x="1150950" y="69418"/>
                  </a:lnTo>
                  <a:lnTo>
                    <a:pt x="1153185" y="69418"/>
                  </a:lnTo>
                  <a:lnTo>
                    <a:pt x="1153185" y="6705"/>
                  </a:lnTo>
                  <a:close/>
                </a:path>
                <a:path w="1652270" h="125729">
                  <a:moveTo>
                    <a:pt x="1178064" y="74129"/>
                  </a:moveTo>
                  <a:lnTo>
                    <a:pt x="1172832" y="80238"/>
                  </a:lnTo>
                  <a:lnTo>
                    <a:pt x="1167041" y="80238"/>
                  </a:lnTo>
                  <a:lnTo>
                    <a:pt x="1159797" y="88519"/>
                  </a:lnTo>
                  <a:lnTo>
                    <a:pt x="1183766" y="124002"/>
                  </a:lnTo>
                  <a:lnTo>
                    <a:pt x="1212354" y="124002"/>
                  </a:lnTo>
                  <a:lnTo>
                    <a:pt x="1178064" y="74129"/>
                  </a:lnTo>
                  <a:close/>
                </a:path>
                <a:path w="1652270" h="125729">
                  <a:moveTo>
                    <a:pt x="1153185" y="69418"/>
                  </a:moveTo>
                  <a:lnTo>
                    <a:pt x="1150950" y="69418"/>
                  </a:lnTo>
                  <a:lnTo>
                    <a:pt x="1150899" y="98691"/>
                  </a:lnTo>
                  <a:lnTo>
                    <a:pt x="1153185" y="96078"/>
                  </a:lnTo>
                  <a:lnTo>
                    <a:pt x="1153185" y="69418"/>
                  </a:lnTo>
                  <a:close/>
                </a:path>
                <a:path w="1652270" h="125729">
                  <a:moveTo>
                    <a:pt x="1153185" y="96078"/>
                  </a:moveTo>
                  <a:lnTo>
                    <a:pt x="1150899" y="98691"/>
                  </a:lnTo>
                  <a:lnTo>
                    <a:pt x="1153185" y="98691"/>
                  </a:lnTo>
                  <a:lnTo>
                    <a:pt x="1153185" y="96078"/>
                  </a:lnTo>
                  <a:close/>
                </a:path>
                <a:path w="1652270" h="125729">
                  <a:moveTo>
                    <a:pt x="1210690" y="36029"/>
                  </a:moveTo>
                  <a:lnTo>
                    <a:pt x="1182687" y="36029"/>
                  </a:lnTo>
                  <a:lnTo>
                    <a:pt x="1154506" y="69418"/>
                  </a:lnTo>
                  <a:lnTo>
                    <a:pt x="1153185" y="69418"/>
                  </a:lnTo>
                  <a:lnTo>
                    <a:pt x="1153185" y="96078"/>
                  </a:lnTo>
                  <a:lnTo>
                    <a:pt x="1159797" y="88519"/>
                  </a:lnTo>
                  <a:lnTo>
                    <a:pt x="1157884" y="85686"/>
                  </a:lnTo>
                  <a:lnTo>
                    <a:pt x="1174153" y="68440"/>
                  </a:lnTo>
                  <a:lnTo>
                    <a:pt x="1182935" y="68440"/>
                  </a:lnTo>
                  <a:lnTo>
                    <a:pt x="1210690" y="36029"/>
                  </a:lnTo>
                  <a:close/>
                </a:path>
                <a:path w="1652270" h="125729">
                  <a:moveTo>
                    <a:pt x="1174153" y="68440"/>
                  </a:moveTo>
                  <a:lnTo>
                    <a:pt x="1157884" y="85686"/>
                  </a:lnTo>
                  <a:lnTo>
                    <a:pt x="1159797" y="88519"/>
                  </a:lnTo>
                  <a:lnTo>
                    <a:pt x="1167041" y="80238"/>
                  </a:lnTo>
                  <a:lnTo>
                    <a:pt x="1172832" y="80238"/>
                  </a:lnTo>
                  <a:lnTo>
                    <a:pt x="1178064" y="74129"/>
                  </a:lnTo>
                  <a:lnTo>
                    <a:pt x="1174153" y="68440"/>
                  </a:lnTo>
                  <a:close/>
                </a:path>
                <a:path w="1652270" h="125729">
                  <a:moveTo>
                    <a:pt x="1182935" y="68440"/>
                  </a:moveTo>
                  <a:lnTo>
                    <a:pt x="1174153" y="68440"/>
                  </a:lnTo>
                  <a:lnTo>
                    <a:pt x="1178064" y="74129"/>
                  </a:lnTo>
                  <a:lnTo>
                    <a:pt x="1182935" y="68440"/>
                  </a:lnTo>
                  <a:close/>
                </a:path>
                <a:path w="1652270" h="125729">
                  <a:moveTo>
                    <a:pt x="1260106" y="34886"/>
                  </a:moveTo>
                  <a:lnTo>
                    <a:pt x="1248727" y="34886"/>
                  </a:lnTo>
                  <a:lnTo>
                    <a:pt x="1242783" y="36563"/>
                  </a:lnTo>
                  <a:lnTo>
                    <a:pt x="1219860" y="72887"/>
                  </a:lnTo>
                  <a:lnTo>
                    <a:pt x="1219555" y="80124"/>
                  </a:lnTo>
                  <a:lnTo>
                    <a:pt x="1219555" y="89941"/>
                  </a:lnTo>
                  <a:lnTo>
                    <a:pt x="1220998" y="97599"/>
                  </a:lnTo>
                  <a:lnTo>
                    <a:pt x="1221117" y="98234"/>
                  </a:lnTo>
                  <a:lnTo>
                    <a:pt x="1248549" y="125437"/>
                  </a:lnTo>
                  <a:lnTo>
                    <a:pt x="1259966" y="125437"/>
                  </a:lnTo>
                  <a:lnTo>
                    <a:pt x="1280210" y="109918"/>
                  </a:lnTo>
                  <a:lnTo>
                    <a:pt x="1305293" y="109918"/>
                  </a:lnTo>
                  <a:lnTo>
                    <a:pt x="1305293" y="106019"/>
                  </a:lnTo>
                  <a:lnTo>
                    <a:pt x="1258963" y="106019"/>
                  </a:lnTo>
                  <a:lnTo>
                    <a:pt x="1255781" y="104990"/>
                  </a:lnTo>
                  <a:lnTo>
                    <a:pt x="1244490" y="85242"/>
                  </a:lnTo>
                  <a:lnTo>
                    <a:pt x="1244496" y="74777"/>
                  </a:lnTo>
                  <a:lnTo>
                    <a:pt x="1258963" y="54292"/>
                  </a:lnTo>
                  <a:lnTo>
                    <a:pt x="1305293" y="54292"/>
                  </a:lnTo>
                  <a:lnTo>
                    <a:pt x="1305293" y="50800"/>
                  </a:lnTo>
                  <a:lnTo>
                    <a:pt x="1280210" y="50800"/>
                  </a:lnTo>
                  <a:lnTo>
                    <a:pt x="1279143" y="48437"/>
                  </a:lnTo>
                  <a:lnTo>
                    <a:pt x="1277581" y="46024"/>
                  </a:lnTo>
                  <a:lnTo>
                    <a:pt x="1275511" y="43586"/>
                  </a:lnTo>
                  <a:lnTo>
                    <a:pt x="1273492" y="41109"/>
                  </a:lnTo>
                  <a:lnTo>
                    <a:pt x="1270812" y="39039"/>
                  </a:lnTo>
                  <a:lnTo>
                    <a:pt x="1267498" y="37401"/>
                  </a:lnTo>
                  <a:lnTo>
                    <a:pt x="1264208" y="35725"/>
                  </a:lnTo>
                  <a:lnTo>
                    <a:pt x="1260106" y="34886"/>
                  </a:lnTo>
                  <a:close/>
                </a:path>
                <a:path w="1652270" h="125729">
                  <a:moveTo>
                    <a:pt x="1305293" y="109918"/>
                  </a:moveTo>
                  <a:lnTo>
                    <a:pt x="1281239" y="109918"/>
                  </a:lnTo>
                  <a:lnTo>
                    <a:pt x="1281239" y="124002"/>
                  </a:lnTo>
                  <a:lnTo>
                    <a:pt x="1305293" y="124002"/>
                  </a:lnTo>
                  <a:lnTo>
                    <a:pt x="1305293" y="109918"/>
                  </a:lnTo>
                  <a:close/>
                </a:path>
                <a:path w="1652270" h="125729">
                  <a:moveTo>
                    <a:pt x="1305293" y="54292"/>
                  </a:moveTo>
                  <a:lnTo>
                    <a:pt x="1266901" y="54292"/>
                  </a:lnTo>
                  <a:lnTo>
                    <a:pt x="1269114" y="54991"/>
                  </a:lnTo>
                  <a:lnTo>
                    <a:pt x="1270291" y="55384"/>
                  </a:lnTo>
                  <a:lnTo>
                    <a:pt x="1275740" y="59550"/>
                  </a:lnTo>
                  <a:lnTo>
                    <a:pt x="1277848" y="62522"/>
                  </a:lnTo>
                  <a:lnTo>
                    <a:pt x="1280744" y="70243"/>
                  </a:lnTo>
                  <a:lnTo>
                    <a:pt x="1281468" y="74777"/>
                  </a:lnTo>
                  <a:lnTo>
                    <a:pt x="1281468" y="85242"/>
                  </a:lnTo>
                  <a:lnTo>
                    <a:pt x="1280756" y="89662"/>
                  </a:lnTo>
                  <a:lnTo>
                    <a:pt x="1280682" y="89941"/>
                  </a:lnTo>
                  <a:lnTo>
                    <a:pt x="1279232" y="93700"/>
                  </a:lnTo>
                  <a:lnTo>
                    <a:pt x="1277785" y="97599"/>
                  </a:lnTo>
                  <a:lnTo>
                    <a:pt x="1275689" y="100634"/>
                  </a:lnTo>
                  <a:lnTo>
                    <a:pt x="1273007" y="102755"/>
                  </a:lnTo>
                  <a:lnTo>
                    <a:pt x="1270109" y="104990"/>
                  </a:lnTo>
                  <a:lnTo>
                    <a:pt x="1266901" y="106019"/>
                  </a:lnTo>
                  <a:lnTo>
                    <a:pt x="1305293" y="106019"/>
                  </a:lnTo>
                  <a:lnTo>
                    <a:pt x="1305293" y="54292"/>
                  </a:lnTo>
                  <a:close/>
                </a:path>
                <a:path w="1652270" h="125729">
                  <a:moveTo>
                    <a:pt x="1305293" y="6705"/>
                  </a:moveTo>
                  <a:lnTo>
                    <a:pt x="1280960" y="6705"/>
                  </a:lnTo>
                  <a:lnTo>
                    <a:pt x="1280960" y="50800"/>
                  </a:lnTo>
                  <a:lnTo>
                    <a:pt x="1305293" y="50800"/>
                  </a:lnTo>
                  <a:lnTo>
                    <a:pt x="1305293" y="6705"/>
                  </a:lnTo>
                  <a:close/>
                </a:path>
                <a:path w="1652270" h="125729">
                  <a:moveTo>
                    <a:pt x="1377784" y="34886"/>
                  </a:moveTo>
                  <a:lnTo>
                    <a:pt x="1359992" y="34886"/>
                  </a:lnTo>
                  <a:lnTo>
                    <a:pt x="1352295" y="36791"/>
                  </a:lnTo>
                  <a:lnTo>
                    <a:pt x="1325755" y="70510"/>
                  </a:lnTo>
                  <a:lnTo>
                    <a:pt x="1325697" y="89865"/>
                  </a:lnTo>
                  <a:lnTo>
                    <a:pt x="1327340" y="97294"/>
                  </a:lnTo>
                  <a:lnTo>
                    <a:pt x="1359992" y="125717"/>
                  </a:lnTo>
                  <a:lnTo>
                    <a:pt x="1377784" y="125717"/>
                  </a:lnTo>
                  <a:lnTo>
                    <a:pt x="1385455" y="123825"/>
                  </a:lnTo>
                  <a:lnTo>
                    <a:pt x="1398409" y="116230"/>
                  </a:lnTo>
                  <a:lnTo>
                    <a:pt x="1403413" y="110921"/>
                  </a:lnTo>
                  <a:lnTo>
                    <a:pt x="1405527" y="106819"/>
                  </a:lnTo>
                  <a:lnTo>
                    <a:pt x="1364919" y="106819"/>
                  </a:lnTo>
                  <a:lnTo>
                    <a:pt x="1361478" y="105676"/>
                  </a:lnTo>
                  <a:lnTo>
                    <a:pt x="1350390" y="85305"/>
                  </a:lnTo>
                  <a:lnTo>
                    <a:pt x="1350390" y="75069"/>
                  </a:lnTo>
                  <a:lnTo>
                    <a:pt x="1364919" y="53492"/>
                  </a:lnTo>
                  <a:lnTo>
                    <a:pt x="1405361" y="53492"/>
                  </a:lnTo>
                  <a:lnTo>
                    <a:pt x="1403413" y="49695"/>
                  </a:lnTo>
                  <a:lnTo>
                    <a:pt x="1398409" y="44386"/>
                  </a:lnTo>
                  <a:lnTo>
                    <a:pt x="1391919" y="40614"/>
                  </a:lnTo>
                  <a:lnTo>
                    <a:pt x="1385455" y="36791"/>
                  </a:lnTo>
                  <a:lnTo>
                    <a:pt x="1377784" y="34886"/>
                  </a:lnTo>
                  <a:close/>
                </a:path>
                <a:path w="1652270" h="125729">
                  <a:moveTo>
                    <a:pt x="1405361" y="53492"/>
                  </a:moveTo>
                  <a:lnTo>
                    <a:pt x="1373047" y="53492"/>
                  </a:lnTo>
                  <a:lnTo>
                    <a:pt x="1376425" y="54660"/>
                  </a:lnTo>
                  <a:lnTo>
                    <a:pt x="1381848" y="59321"/>
                  </a:lnTo>
                  <a:lnTo>
                    <a:pt x="1383893" y="62484"/>
                  </a:lnTo>
                  <a:lnTo>
                    <a:pt x="1385265" y="66497"/>
                  </a:lnTo>
                  <a:lnTo>
                    <a:pt x="1386687" y="70510"/>
                  </a:lnTo>
                  <a:lnTo>
                    <a:pt x="1387386" y="75069"/>
                  </a:lnTo>
                  <a:lnTo>
                    <a:pt x="1387386" y="85305"/>
                  </a:lnTo>
                  <a:lnTo>
                    <a:pt x="1386763" y="89369"/>
                  </a:lnTo>
                  <a:lnTo>
                    <a:pt x="1386687" y="89865"/>
                  </a:lnTo>
                  <a:lnTo>
                    <a:pt x="1385265" y="93878"/>
                  </a:lnTo>
                  <a:lnTo>
                    <a:pt x="1383893" y="97878"/>
                  </a:lnTo>
                  <a:lnTo>
                    <a:pt x="1381848" y="101053"/>
                  </a:lnTo>
                  <a:lnTo>
                    <a:pt x="1379143" y="103378"/>
                  </a:lnTo>
                  <a:lnTo>
                    <a:pt x="1376425" y="105676"/>
                  </a:lnTo>
                  <a:lnTo>
                    <a:pt x="1373047" y="106819"/>
                  </a:lnTo>
                  <a:lnTo>
                    <a:pt x="1405527" y="106819"/>
                  </a:lnTo>
                  <a:lnTo>
                    <a:pt x="1410436" y="97294"/>
                  </a:lnTo>
                  <a:lnTo>
                    <a:pt x="1412079" y="89865"/>
                  </a:lnTo>
                  <a:lnTo>
                    <a:pt x="1412189" y="71272"/>
                  </a:lnTo>
                  <a:lnTo>
                    <a:pt x="1410436" y="63322"/>
                  </a:lnTo>
                  <a:lnTo>
                    <a:pt x="1405361" y="53492"/>
                  </a:lnTo>
                  <a:close/>
                </a:path>
                <a:path w="1652270" h="125729">
                  <a:moveTo>
                    <a:pt x="1447723" y="36029"/>
                  </a:moveTo>
                  <a:lnTo>
                    <a:pt x="1423047" y="36029"/>
                  </a:lnTo>
                  <a:lnTo>
                    <a:pt x="1446987" y="124002"/>
                  </a:lnTo>
                  <a:lnTo>
                    <a:pt x="1472755" y="124002"/>
                  </a:lnTo>
                  <a:lnTo>
                    <a:pt x="1480646" y="95135"/>
                  </a:lnTo>
                  <a:lnTo>
                    <a:pt x="1461363" y="95135"/>
                  </a:lnTo>
                  <a:lnTo>
                    <a:pt x="1447723" y="36029"/>
                  </a:lnTo>
                  <a:close/>
                </a:path>
                <a:path w="1652270" h="125729">
                  <a:moveTo>
                    <a:pt x="1508614" y="68668"/>
                  </a:moveTo>
                  <a:lnTo>
                    <a:pt x="1488973" y="68668"/>
                  </a:lnTo>
                  <a:lnTo>
                    <a:pt x="1504086" y="124002"/>
                  </a:lnTo>
                  <a:lnTo>
                    <a:pt x="1529918" y="124002"/>
                  </a:lnTo>
                  <a:lnTo>
                    <a:pt x="1537756" y="95135"/>
                  </a:lnTo>
                  <a:lnTo>
                    <a:pt x="1537850" y="94792"/>
                  </a:lnTo>
                  <a:lnTo>
                    <a:pt x="1515033" y="94792"/>
                  </a:lnTo>
                  <a:lnTo>
                    <a:pt x="1508614" y="68668"/>
                  </a:lnTo>
                  <a:close/>
                </a:path>
                <a:path w="1652270" h="125729">
                  <a:moveTo>
                    <a:pt x="1500593" y="36029"/>
                  </a:moveTo>
                  <a:lnTo>
                    <a:pt x="1476362" y="36029"/>
                  </a:lnTo>
                  <a:lnTo>
                    <a:pt x="1462246" y="94792"/>
                  </a:lnTo>
                  <a:lnTo>
                    <a:pt x="1462163" y="95135"/>
                  </a:lnTo>
                  <a:lnTo>
                    <a:pt x="1480646" y="95135"/>
                  </a:lnTo>
                  <a:lnTo>
                    <a:pt x="1487881" y="68668"/>
                  </a:lnTo>
                  <a:lnTo>
                    <a:pt x="1508614" y="68668"/>
                  </a:lnTo>
                  <a:lnTo>
                    <a:pt x="1500593" y="36029"/>
                  </a:lnTo>
                  <a:close/>
                </a:path>
                <a:path w="1652270" h="125729">
                  <a:moveTo>
                    <a:pt x="1553806" y="36029"/>
                  </a:moveTo>
                  <a:lnTo>
                    <a:pt x="1529181" y="36029"/>
                  </a:lnTo>
                  <a:lnTo>
                    <a:pt x="1515770" y="94792"/>
                  </a:lnTo>
                  <a:lnTo>
                    <a:pt x="1537850" y="94792"/>
                  </a:lnTo>
                  <a:lnTo>
                    <a:pt x="1553806" y="36029"/>
                  </a:lnTo>
                  <a:close/>
                </a:path>
                <a:path w="1652270" h="125729">
                  <a:moveTo>
                    <a:pt x="1593849" y="36029"/>
                  </a:moveTo>
                  <a:lnTo>
                    <a:pt x="1570596" y="36029"/>
                  </a:lnTo>
                  <a:lnTo>
                    <a:pt x="1570596" y="124002"/>
                  </a:lnTo>
                  <a:lnTo>
                    <a:pt x="1595005" y="124002"/>
                  </a:lnTo>
                  <a:lnTo>
                    <a:pt x="1595043" y="69367"/>
                  </a:lnTo>
                  <a:lnTo>
                    <a:pt x="1595742" y="66128"/>
                  </a:lnTo>
                  <a:lnTo>
                    <a:pt x="1598536" y="60756"/>
                  </a:lnTo>
                  <a:lnTo>
                    <a:pt x="1600479" y="58686"/>
                  </a:lnTo>
                  <a:lnTo>
                    <a:pt x="1605483" y="55867"/>
                  </a:lnTo>
                  <a:lnTo>
                    <a:pt x="1607913" y="55270"/>
                  </a:lnTo>
                  <a:lnTo>
                    <a:pt x="1650441" y="55270"/>
                  </a:lnTo>
                  <a:lnTo>
                    <a:pt x="1648544" y="51549"/>
                  </a:lnTo>
                  <a:lnTo>
                    <a:pt x="1593849" y="51549"/>
                  </a:lnTo>
                  <a:lnTo>
                    <a:pt x="1593849" y="36029"/>
                  </a:lnTo>
                  <a:close/>
                </a:path>
                <a:path w="1652270" h="125729">
                  <a:moveTo>
                    <a:pt x="1650441" y="55270"/>
                  </a:moveTo>
                  <a:lnTo>
                    <a:pt x="1616845" y="55270"/>
                  </a:lnTo>
                  <a:lnTo>
                    <a:pt x="1620392" y="56680"/>
                  </a:lnTo>
                  <a:lnTo>
                    <a:pt x="1625968" y="62750"/>
                  </a:lnTo>
                  <a:lnTo>
                    <a:pt x="1627339" y="66954"/>
                  </a:lnTo>
                  <a:lnTo>
                    <a:pt x="1627301" y="124002"/>
                  </a:lnTo>
                  <a:lnTo>
                    <a:pt x="1651698" y="124002"/>
                  </a:lnTo>
                  <a:lnTo>
                    <a:pt x="1651614" y="60756"/>
                  </a:lnTo>
                  <a:lnTo>
                    <a:pt x="1650441" y="55270"/>
                  </a:lnTo>
                  <a:close/>
                </a:path>
                <a:path w="1652270" h="125729">
                  <a:moveTo>
                    <a:pt x="1627454" y="34886"/>
                  </a:moveTo>
                  <a:lnTo>
                    <a:pt x="1614817" y="34886"/>
                  </a:lnTo>
                  <a:lnTo>
                    <a:pt x="1609267" y="36385"/>
                  </a:lnTo>
                  <a:lnTo>
                    <a:pt x="1604683" y="39408"/>
                  </a:lnTo>
                  <a:lnTo>
                    <a:pt x="1600098" y="42379"/>
                  </a:lnTo>
                  <a:lnTo>
                    <a:pt x="1596834" y="46431"/>
                  </a:lnTo>
                  <a:lnTo>
                    <a:pt x="1594891" y="51549"/>
                  </a:lnTo>
                  <a:lnTo>
                    <a:pt x="1648544" y="51549"/>
                  </a:lnTo>
                  <a:lnTo>
                    <a:pt x="1645399" y="45377"/>
                  </a:lnTo>
                  <a:lnTo>
                    <a:pt x="1641868" y="41567"/>
                  </a:lnTo>
                  <a:lnTo>
                    <a:pt x="1632788" y="36220"/>
                  </a:lnTo>
                  <a:lnTo>
                    <a:pt x="1627454" y="348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497263" y="6550850"/>
              <a:ext cx="1377950" cy="316230"/>
            </a:xfrm>
            <a:custGeom>
              <a:avLst/>
              <a:gdLst/>
              <a:ahLst/>
              <a:cxnLst/>
              <a:rect l="l" t="t" r="r" b="b"/>
              <a:pathLst>
                <a:path w="1377950" h="316229">
                  <a:moveTo>
                    <a:pt x="5181" y="41732"/>
                  </a:moveTo>
                  <a:lnTo>
                    <a:pt x="0" y="47040"/>
                  </a:lnTo>
                  <a:lnTo>
                    <a:pt x="23190" y="70091"/>
                  </a:lnTo>
                  <a:lnTo>
                    <a:pt x="33851" y="59461"/>
                  </a:lnTo>
                  <a:lnTo>
                    <a:pt x="23190" y="59461"/>
                  </a:lnTo>
                  <a:lnTo>
                    <a:pt x="5181" y="41732"/>
                  </a:lnTo>
                  <a:close/>
                </a:path>
                <a:path w="1377950" h="316229">
                  <a:moveTo>
                    <a:pt x="60413" y="22364"/>
                  </a:moveTo>
                  <a:lnTo>
                    <a:pt x="23190" y="59461"/>
                  </a:lnTo>
                  <a:lnTo>
                    <a:pt x="33851" y="59461"/>
                  </a:lnTo>
                  <a:lnTo>
                    <a:pt x="65735" y="27673"/>
                  </a:lnTo>
                  <a:lnTo>
                    <a:pt x="60413" y="22364"/>
                  </a:lnTo>
                  <a:close/>
                </a:path>
                <a:path w="1377950" h="316229">
                  <a:moveTo>
                    <a:pt x="136486" y="8724"/>
                  </a:moveTo>
                  <a:lnTo>
                    <a:pt x="107416" y="8724"/>
                  </a:lnTo>
                  <a:lnTo>
                    <a:pt x="107416" y="78549"/>
                  </a:lnTo>
                  <a:lnTo>
                    <a:pt x="115874" y="78549"/>
                  </a:lnTo>
                  <a:lnTo>
                    <a:pt x="115874" y="53047"/>
                  </a:lnTo>
                  <a:lnTo>
                    <a:pt x="114236" y="53047"/>
                  </a:lnTo>
                  <a:lnTo>
                    <a:pt x="114236" y="45542"/>
                  </a:lnTo>
                  <a:lnTo>
                    <a:pt x="115874" y="45542"/>
                  </a:lnTo>
                  <a:lnTo>
                    <a:pt x="115874" y="16294"/>
                  </a:lnTo>
                  <a:lnTo>
                    <a:pt x="150533" y="16294"/>
                  </a:lnTo>
                  <a:lnTo>
                    <a:pt x="147942" y="13639"/>
                  </a:lnTo>
                  <a:lnTo>
                    <a:pt x="140969" y="9715"/>
                  </a:lnTo>
                  <a:lnTo>
                    <a:pt x="136486" y="8724"/>
                  </a:lnTo>
                  <a:close/>
                </a:path>
                <a:path w="1377950" h="316229">
                  <a:moveTo>
                    <a:pt x="115874" y="45542"/>
                  </a:moveTo>
                  <a:lnTo>
                    <a:pt x="114236" y="45542"/>
                  </a:lnTo>
                  <a:lnTo>
                    <a:pt x="114236" y="53047"/>
                  </a:lnTo>
                  <a:lnTo>
                    <a:pt x="115874" y="53047"/>
                  </a:lnTo>
                  <a:lnTo>
                    <a:pt x="115874" y="45542"/>
                  </a:lnTo>
                  <a:close/>
                </a:path>
                <a:path w="1377950" h="316229">
                  <a:moveTo>
                    <a:pt x="150533" y="16294"/>
                  </a:moveTo>
                  <a:lnTo>
                    <a:pt x="134889" y="16294"/>
                  </a:lnTo>
                  <a:lnTo>
                    <a:pt x="137579" y="16865"/>
                  </a:lnTo>
                  <a:lnTo>
                    <a:pt x="142176" y="19380"/>
                  </a:lnTo>
                  <a:lnTo>
                    <a:pt x="143827" y="21107"/>
                  </a:lnTo>
                  <a:lnTo>
                    <a:pt x="145897" y="25514"/>
                  </a:lnTo>
                  <a:lnTo>
                    <a:pt x="146418" y="28016"/>
                  </a:lnTo>
                  <a:lnTo>
                    <a:pt x="146418" y="33616"/>
                  </a:lnTo>
                  <a:lnTo>
                    <a:pt x="134632" y="45542"/>
                  </a:lnTo>
                  <a:lnTo>
                    <a:pt x="115874" y="45542"/>
                  </a:lnTo>
                  <a:lnTo>
                    <a:pt x="115874" y="53047"/>
                  </a:lnTo>
                  <a:lnTo>
                    <a:pt x="136575" y="53047"/>
                  </a:lnTo>
                  <a:lnTo>
                    <a:pt x="141033" y="52057"/>
                  </a:lnTo>
                  <a:lnTo>
                    <a:pt x="147993" y="48082"/>
                  </a:lnTo>
                  <a:lnTo>
                    <a:pt x="150558" y="45402"/>
                  </a:lnTo>
                  <a:lnTo>
                    <a:pt x="153898" y="38671"/>
                  </a:lnTo>
                  <a:lnTo>
                    <a:pt x="154736" y="34925"/>
                  </a:lnTo>
                  <a:lnTo>
                    <a:pt x="154736" y="26708"/>
                  </a:lnTo>
                  <a:lnTo>
                    <a:pt x="153898" y="22974"/>
                  </a:lnTo>
                  <a:lnTo>
                    <a:pt x="150533" y="16294"/>
                  </a:lnTo>
                  <a:close/>
                </a:path>
                <a:path w="1377950" h="316229">
                  <a:moveTo>
                    <a:pt x="174193" y="26174"/>
                  </a:moveTo>
                  <a:lnTo>
                    <a:pt x="166141" y="26174"/>
                  </a:lnTo>
                  <a:lnTo>
                    <a:pt x="166141" y="78549"/>
                  </a:lnTo>
                  <a:lnTo>
                    <a:pt x="174193" y="78549"/>
                  </a:lnTo>
                  <a:lnTo>
                    <a:pt x="174193" y="26174"/>
                  </a:lnTo>
                  <a:close/>
                </a:path>
                <a:path w="1377950" h="316229">
                  <a:moveTo>
                    <a:pt x="171805" y="6540"/>
                  </a:moveTo>
                  <a:lnTo>
                    <a:pt x="168668" y="6540"/>
                  </a:lnTo>
                  <a:lnTo>
                    <a:pt x="167322" y="7073"/>
                  </a:lnTo>
                  <a:lnTo>
                    <a:pt x="165061" y="9207"/>
                  </a:lnTo>
                  <a:lnTo>
                    <a:pt x="164515" y="10490"/>
                  </a:lnTo>
                  <a:lnTo>
                    <a:pt x="164515" y="13500"/>
                  </a:lnTo>
                  <a:lnTo>
                    <a:pt x="165061" y="14782"/>
                  </a:lnTo>
                  <a:lnTo>
                    <a:pt x="167322" y="16916"/>
                  </a:lnTo>
                  <a:lnTo>
                    <a:pt x="168668" y="17449"/>
                  </a:lnTo>
                  <a:lnTo>
                    <a:pt x="171805" y="17449"/>
                  </a:lnTo>
                  <a:lnTo>
                    <a:pt x="173151" y="16916"/>
                  </a:lnTo>
                  <a:lnTo>
                    <a:pt x="174256" y="15849"/>
                  </a:lnTo>
                  <a:lnTo>
                    <a:pt x="175399" y="14782"/>
                  </a:lnTo>
                  <a:lnTo>
                    <a:pt x="175971" y="13500"/>
                  </a:lnTo>
                  <a:lnTo>
                    <a:pt x="175971" y="10490"/>
                  </a:lnTo>
                  <a:lnTo>
                    <a:pt x="175399" y="9207"/>
                  </a:lnTo>
                  <a:lnTo>
                    <a:pt x="174256" y="8140"/>
                  </a:lnTo>
                  <a:lnTo>
                    <a:pt x="173151" y="7073"/>
                  </a:lnTo>
                  <a:lnTo>
                    <a:pt x="171805" y="6540"/>
                  </a:lnTo>
                  <a:close/>
                </a:path>
                <a:path w="1377950" h="316229">
                  <a:moveTo>
                    <a:pt x="195846" y="8724"/>
                  </a:moveTo>
                  <a:lnTo>
                    <a:pt x="187807" y="8724"/>
                  </a:lnTo>
                  <a:lnTo>
                    <a:pt x="187807" y="78549"/>
                  </a:lnTo>
                  <a:lnTo>
                    <a:pt x="195846" y="78549"/>
                  </a:lnTo>
                  <a:lnTo>
                    <a:pt x="195846" y="8724"/>
                  </a:lnTo>
                  <a:close/>
                </a:path>
                <a:path w="1377950" h="316229">
                  <a:moveTo>
                    <a:pt x="235470" y="25501"/>
                  </a:moveTo>
                  <a:lnTo>
                    <a:pt x="226009" y="25501"/>
                  </a:lnTo>
                  <a:lnTo>
                    <a:pt x="221868" y="26619"/>
                  </a:lnTo>
                  <a:lnTo>
                    <a:pt x="214744" y="31127"/>
                  </a:lnTo>
                  <a:lnTo>
                    <a:pt x="211975" y="34277"/>
                  </a:lnTo>
                  <a:lnTo>
                    <a:pt x="208000" y="42418"/>
                  </a:lnTo>
                  <a:lnTo>
                    <a:pt x="207009" y="47180"/>
                  </a:lnTo>
                  <a:lnTo>
                    <a:pt x="207009" y="58051"/>
                  </a:lnTo>
                  <a:lnTo>
                    <a:pt x="226009" y="79641"/>
                  </a:lnTo>
                  <a:lnTo>
                    <a:pt x="235470" y="79641"/>
                  </a:lnTo>
                  <a:lnTo>
                    <a:pt x="239610" y="78511"/>
                  </a:lnTo>
                  <a:lnTo>
                    <a:pt x="246722" y="74015"/>
                  </a:lnTo>
                  <a:lnTo>
                    <a:pt x="248129" y="72415"/>
                  </a:lnTo>
                  <a:lnTo>
                    <a:pt x="227152" y="72415"/>
                  </a:lnTo>
                  <a:lnTo>
                    <a:pt x="224193" y="71488"/>
                  </a:lnTo>
                  <a:lnTo>
                    <a:pt x="219557" y="67805"/>
                  </a:lnTo>
                  <a:lnTo>
                    <a:pt x="217843" y="65392"/>
                  </a:lnTo>
                  <a:lnTo>
                    <a:pt x="215607" y="59385"/>
                  </a:lnTo>
                  <a:lnTo>
                    <a:pt x="215061" y="56134"/>
                  </a:lnTo>
                  <a:lnTo>
                    <a:pt x="215061" y="49136"/>
                  </a:lnTo>
                  <a:lnTo>
                    <a:pt x="227152" y="32727"/>
                  </a:lnTo>
                  <a:lnTo>
                    <a:pt x="248129" y="32727"/>
                  </a:lnTo>
                  <a:lnTo>
                    <a:pt x="246722" y="31127"/>
                  </a:lnTo>
                  <a:lnTo>
                    <a:pt x="239610" y="26619"/>
                  </a:lnTo>
                  <a:lnTo>
                    <a:pt x="235470" y="25501"/>
                  </a:lnTo>
                  <a:close/>
                </a:path>
                <a:path w="1377950" h="316229">
                  <a:moveTo>
                    <a:pt x="248129" y="32727"/>
                  </a:moveTo>
                  <a:lnTo>
                    <a:pt x="234327" y="32727"/>
                  </a:lnTo>
                  <a:lnTo>
                    <a:pt x="237286" y="33655"/>
                  </a:lnTo>
                  <a:lnTo>
                    <a:pt x="241922" y="37388"/>
                  </a:lnTo>
                  <a:lnTo>
                    <a:pt x="243636" y="39827"/>
                  </a:lnTo>
                  <a:lnTo>
                    <a:pt x="245871" y="45872"/>
                  </a:lnTo>
                  <a:lnTo>
                    <a:pt x="246430" y="49136"/>
                  </a:lnTo>
                  <a:lnTo>
                    <a:pt x="246430" y="56134"/>
                  </a:lnTo>
                  <a:lnTo>
                    <a:pt x="234327" y="72415"/>
                  </a:lnTo>
                  <a:lnTo>
                    <a:pt x="248129" y="72415"/>
                  </a:lnTo>
                  <a:lnTo>
                    <a:pt x="249491" y="70866"/>
                  </a:lnTo>
                  <a:lnTo>
                    <a:pt x="253466" y="62776"/>
                  </a:lnTo>
                  <a:lnTo>
                    <a:pt x="254469" y="58051"/>
                  </a:lnTo>
                  <a:lnTo>
                    <a:pt x="254469" y="47180"/>
                  </a:lnTo>
                  <a:lnTo>
                    <a:pt x="253466" y="42418"/>
                  </a:lnTo>
                  <a:lnTo>
                    <a:pt x="249491" y="34277"/>
                  </a:lnTo>
                  <a:lnTo>
                    <a:pt x="248129" y="32727"/>
                  </a:lnTo>
                  <a:close/>
                </a:path>
                <a:path w="1377950" h="316229">
                  <a:moveTo>
                    <a:pt x="277215" y="13627"/>
                  </a:moveTo>
                  <a:lnTo>
                    <a:pt x="269176" y="13627"/>
                  </a:lnTo>
                  <a:lnTo>
                    <a:pt x="269176" y="68770"/>
                  </a:lnTo>
                  <a:lnTo>
                    <a:pt x="269660" y="70523"/>
                  </a:lnTo>
                  <a:lnTo>
                    <a:pt x="269769" y="70916"/>
                  </a:lnTo>
                  <a:lnTo>
                    <a:pt x="281089" y="79235"/>
                  </a:lnTo>
                  <a:lnTo>
                    <a:pt x="285575" y="79235"/>
                  </a:lnTo>
                  <a:lnTo>
                    <a:pt x="287818" y="78740"/>
                  </a:lnTo>
                  <a:lnTo>
                    <a:pt x="288810" y="78486"/>
                  </a:lnTo>
                  <a:lnTo>
                    <a:pt x="289356" y="78282"/>
                  </a:lnTo>
                  <a:lnTo>
                    <a:pt x="287813" y="71462"/>
                  </a:lnTo>
                  <a:lnTo>
                    <a:pt x="282435" y="71462"/>
                  </a:lnTo>
                  <a:lnTo>
                    <a:pt x="280796" y="70916"/>
                  </a:lnTo>
                  <a:lnTo>
                    <a:pt x="277215" y="65824"/>
                  </a:lnTo>
                  <a:lnTo>
                    <a:pt x="277215" y="13627"/>
                  </a:lnTo>
                  <a:close/>
                </a:path>
                <a:path w="1377950" h="316229">
                  <a:moveTo>
                    <a:pt x="288391" y="70916"/>
                  </a:moveTo>
                  <a:lnTo>
                    <a:pt x="287689" y="70916"/>
                  </a:lnTo>
                  <a:lnTo>
                    <a:pt x="287813" y="71462"/>
                  </a:lnTo>
                  <a:lnTo>
                    <a:pt x="285661" y="71462"/>
                  </a:lnTo>
                  <a:lnTo>
                    <a:pt x="288391" y="70916"/>
                  </a:lnTo>
                  <a:close/>
                </a:path>
                <a:path w="1377950" h="316229">
                  <a:moveTo>
                    <a:pt x="269176" y="26174"/>
                  </a:moveTo>
                  <a:lnTo>
                    <a:pt x="261264" y="26174"/>
                  </a:lnTo>
                  <a:lnTo>
                    <a:pt x="261264" y="32994"/>
                  </a:lnTo>
                  <a:lnTo>
                    <a:pt x="269176" y="32994"/>
                  </a:lnTo>
                  <a:lnTo>
                    <a:pt x="269176" y="26174"/>
                  </a:lnTo>
                  <a:close/>
                </a:path>
                <a:path w="1377950" h="316229">
                  <a:moveTo>
                    <a:pt x="288404" y="26174"/>
                  </a:moveTo>
                  <a:lnTo>
                    <a:pt x="277215" y="26174"/>
                  </a:lnTo>
                  <a:lnTo>
                    <a:pt x="277215" y="32994"/>
                  </a:lnTo>
                  <a:lnTo>
                    <a:pt x="288404" y="32994"/>
                  </a:lnTo>
                  <a:lnTo>
                    <a:pt x="288404" y="26174"/>
                  </a:lnTo>
                  <a:close/>
                </a:path>
                <a:path w="1377950" h="316229">
                  <a:moveTo>
                    <a:pt x="334810" y="8724"/>
                  </a:moveTo>
                  <a:lnTo>
                    <a:pt x="326351" y="8724"/>
                  </a:lnTo>
                  <a:lnTo>
                    <a:pt x="326351" y="78549"/>
                  </a:lnTo>
                  <a:lnTo>
                    <a:pt x="367271" y="78549"/>
                  </a:lnTo>
                  <a:lnTo>
                    <a:pt x="367271" y="71043"/>
                  </a:lnTo>
                  <a:lnTo>
                    <a:pt x="334810" y="71043"/>
                  </a:lnTo>
                  <a:lnTo>
                    <a:pt x="334810" y="8724"/>
                  </a:lnTo>
                  <a:close/>
                </a:path>
                <a:path w="1377950" h="316229">
                  <a:moveTo>
                    <a:pt x="414686" y="32588"/>
                  </a:moveTo>
                  <a:lnTo>
                    <a:pt x="402170" y="32588"/>
                  </a:lnTo>
                  <a:lnTo>
                    <a:pt x="404926" y="33515"/>
                  </a:lnTo>
                  <a:lnTo>
                    <a:pt x="408584" y="37249"/>
                  </a:lnTo>
                  <a:lnTo>
                    <a:pt x="409511" y="39890"/>
                  </a:lnTo>
                  <a:lnTo>
                    <a:pt x="409511" y="44792"/>
                  </a:lnTo>
                  <a:lnTo>
                    <a:pt x="409041" y="45707"/>
                  </a:lnTo>
                  <a:lnTo>
                    <a:pt x="407200" y="46748"/>
                  </a:lnTo>
                  <a:lnTo>
                    <a:pt x="405752" y="47129"/>
                  </a:lnTo>
                  <a:lnTo>
                    <a:pt x="399186" y="47866"/>
                  </a:lnTo>
                  <a:lnTo>
                    <a:pt x="393572" y="48590"/>
                  </a:lnTo>
                  <a:lnTo>
                    <a:pt x="375691" y="67094"/>
                  </a:lnTo>
                  <a:lnTo>
                    <a:pt x="376478" y="70002"/>
                  </a:lnTo>
                  <a:lnTo>
                    <a:pt x="379666" y="74803"/>
                  </a:lnTo>
                  <a:lnTo>
                    <a:pt x="381812" y="76631"/>
                  </a:lnTo>
                  <a:lnTo>
                    <a:pt x="387222" y="79146"/>
                  </a:lnTo>
                  <a:lnTo>
                    <a:pt x="390232" y="79781"/>
                  </a:lnTo>
                  <a:lnTo>
                    <a:pt x="396595" y="79781"/>
                  </a:lnTo>
                  <a:lnTo>
                    <a:pt x="408558" y="72593"/>
                  </a:lnTo>
                  <a:lnTo>
                    <a:pt x="391721" y="72593"/>
                  </a:lnTo>
                  <a:lnTo>
                    <a:pt x="389209" y="71920"/>
                  </a:lnTo>
                  <a:lnTo>
                    <a:pt x="389037" y="71920"/>
                  </a:lnTo>
                  <a:lnTo>
                    <a:pt x="386841" y="70434"/>
                  </a:lnTo>
                  <a:lnTo>
                    <a:pt x="384771" y="68999"/>
                  </a:lnTo>
                  <a:lnTo>
                    <a:pt x="383830" y="67094"/>
                  </a:lnTo>
                  <a:lnTo>
                    <a:pt x="383825" y="61772"/>
                  </a:lnTo>
                  <a:lnTo>
                    <a:pt x="384194" y="60680"/>
                  </a:lnTo>
                  <a:lnTo>
                    <a:pt x="384276" y="60439"/>
                  </a:lnTo>
                  <a:lnTo>
                    <a:pt x="401351" y="54495"/>
                  </a:lnTo>
                  <a:lnTo>
                    <a:pt x="404799" y="53949"/>
                  </a:lnTo>
                  <a:lnTo>
                    <a:pt x="406120" y="53670"/>
                  </a:lnTo>
                  <a:lnTo>
                    <a:pt x="408375" y="53022"/>
                  </a:lnTo>
                  <a:lnTo>
                    <a:pt x="409168" y="52641"/>
                  </a:lnTo>
                  <a:lnTo>
                    <a:pt x="409511" y="52222"/>
                  </a:lnTo>
                  <a:lnTo>
                    <a:pt x="417550" y="52222"/>
                  </a:lnTo>
                  <a:lnTo>
                    <a:pt x="417550" y="39890"/>
                  </a:lnTo>
                  <a:lnTo>
                    <a:pt x="417121" y="37769"/>
                  </a:lnTo>
                  <a:lnTo>
                    <a:pt x="417016" y="37249"/>
                  </a:lnTo>
                  <a:lnTo>
                    <a:pt x="416923" y="36791"/>
                  </a:lnTo>
                  <a:lnTo>
                    <a:pt x="416877" y="36563"/>
                  </a:lnTo>
                  <a:lnTo>
                    <a:pt x="414686" y="32588"/>
                  </a:lnTo>
                  <a:close/>
                </a:path>
                <a:path w="1377950" h="316229">
                  <a:moveTo>
                    <a:pt x="417550" y="71462"/>
                  </a:moveTo>
                  <a:lnTo>
                    <a:pt x="409511" y="71462"/>
                  </a:lnTo>
                  <a:lnTo>
                    <a:pt x="409511" y="78549"/>
                  </a:lnTo>
                  <a:lnTo>
                    <a:pt x="417550" y="78549"/>
                  </a:lnTo>
                  <a:lnTo>
                    <a:pt x="417550" y="71462"/>
                  </a:lnTo>
                  <a:close/>
                </a:path>
                <a:path w="1377950" h="316229">
                  <a:moveTo>
                    <a:pt x="417550" y="52222"/>
                  </a:moveTo>
                  <a:lnTo>
                    <a:pt x="409511" y="52222"/>
                  </a:lnTo>
                  <a:lnTo>
                    <a:pt x="409434" y="62052"/>
                  </a:lnTo>
                  <a:lnTo>
                    <a:pt x="408939" y="63855"/>
                  </a:lnTo>
                  <a:lnTo>
                    <a:pt x="406692" y="67805"/>
                  </a:lnTo>
                  <a:lnTo>
                    <a:pt x="405028" y="69418"/>
                  </a:lnTo>
                  <a:lnTo>
                    <a:pt x="400646" y="71920"/>
                  </a:lnTo>
                  <a:lnTo>
                    <a:pt x="397806" y="72593"/>
                  </a:lnTo>
                  <a:lnTo>
                    <a:pt x="408558" y="72593"/>
                  </a:lnTo>
                  <a:lnTo>
                    <a:pt x="409105" y="71462"/>
                  </a:lnTo>
                  <a:lnTo>
                    <a:pt x="417550" y="71462"/>
                  </a:lnTo>
                  <a:lnTo>
                    <a:pt x="417550" y="52222"/>
                  </a:lnTo>
                  <a:close/>
                </a:path>
                <a:path w="1377950" h="316229">
                  <a:moveTo>
                    <a:pt x="399872" y="25501"/>
                  </a:moveTo>
                  <a:lnTo>
                    <a:pt x="395554" y="25501"/>
                  </a:lnTo>
                  <a:lnTo>
                    <a:pt x="392874" y="25857"/>
                  </a:lnTo>
                  <a:lnTo>
                    <a:pt x="377189" y="37769"/>
                  </a:lnTo>
                  <a:lnTo>
                    <a:pt x="384822" y="40500"/>
                  </a:lnTo>
                  <a:lnTo>
                    <a:pt x="385711" y="38595"/>
                  </a:lnTo>
                  <a:lnTo>
                    <a:pt x="387248" y="36791"/>
                  </a:lnTo>
                  <a:lnTo>
                    <a:pt x="391489" y="33515"/>
                  </a:lnTo>
                  <a:lnTo>
                    <a:pt x="391283" y="33515"/>
                  </a:lnTo>
                  <a:lnTo>
                    <a:pt x="394627" y="32588"/>
                  </a:lnTo>
                  <a:lnTo>
                    <a:pt x="414686" y="32588"/>
                  </a:lnTo>
                  <a:lnTo>
                    <a:pt x="414146" y="31610"/>
                  </a:lnTo>
                  <a:lnTo>
                    <a:pt x="412432" y="29756"/>
                  </a:lnTo>
                  <a:lnTo>
                    <a:pt x="408317" y="27305"/>
                  </a:lnTo>
                  <a:lnTo>
                    <a:pt x="406461" y="26593"/>
                  </a:lnTo>
                  <a:lnTo>
                    <a:pt x="406786" y="26593"/>
                  </a:lnTo>
                  <a:lnTo>
                    <a:pt x="403986" y="26111"/>
                  </a:lnTo>
                  <a:lnTo>
                    <a:pt x="401802" y="25704"/>
                  </a:lnTo>
                  <a:lnTo>
                    <a:pt x="399872" y="25501"/>
                  </a:lnTo>
                  <a:close/>
                </a:path>
                <a:path w="1377950" h="316229">
                  <a:moveTo>
                    <a:pt x="439165" y="26174"/>
                  </a:moveTo>
                  <a:lnTo>
                    <a:pt x="431114" y="26174"/>
                  </a:lnTo>
                  <a:lnTo>
                    <a:pt x="431114" y="63906"/>
                  </a:lnTo>
                  <a:lnTo>
                    <a:pt x="444753" y="79235"/>
                  </a:lnTo>
                  <a:lnTo>
                    <a:pt x="451980" y="79235"/>
                  </a:lnTo>
                  <a:lnTo>
                    <a:pt x="455256" y="78308"/>
                  </a:lnTo>
                  <a:lnTo>
                    <a:pt x="460438" y="74599"/>
                  </a:lnTo>
                  <a:lnTo>
                    <a:pt x="462343" y="72339"/>
                  </a:lnTo>
                  <a:lnTo>
                    <a:pt x="462750" y="71462"/>
                  </a:lnTo>
                  <a:lnTo>
                    <a:pt x="447281" y="71462"/>
                  </a:lnTo>
                  <a:lnTo>
                    <a:pt x="444525" y="70319"/>
                  </a:lnTo>
                  <a:lnTo>
                    <a:pt x="440232" y="65773"/>
                  </a:lnTo>
                  <a:lnTo>
                    <a:pt x="439165" y="62725"/>
                  </a:lnTo>
                  <a:lnTo>
                    <a:pt x="439165" y="26174"/>
                  </a:lnTo>
                  <a:close/>
                </a:path>
                <a:path w="1377950" h="316229">
                  <a:moveTo>
                    <a:pt x="472173" y="69684"/>
                  </a:moveTo>
                  <a:lnTo>
                    <a:pt x="464121" y="69684"/>
                  </a:lnTo>
                  <a:lnTo>
                    <a:pt x="464121" y="78549"/>
                  </a:lnTo>
                  <a:lnTo>
                    <a:pt x="472173" y="78549"/>
                  </a:lnTo>
                  <a:lnTo>
                    <a:pt x="472173" y="69684"/>
                  </a:lnTo>
                  <a:close/>
                </a:path>
                <a:path w="1377950" h="316229">
                  <a:moveTo>
                    <a:pt x="472173" y="26174"/>
                  </a:moveTo>
                  <a:lnTo>
                    <a:pt x="464121" y="26174"/>
                  </a:lnTo>
                  <a:lnTo>
                    <a:pt x="464121" y="60413"/>
                  </a:lnTo>
                  <a:lnTo>
                    <a:pt x="463510" y="62725"/>
                  </a:lnTo>
                  <a:lnTo>
                    <a:pt x="463410" y="63106"/>
                  </a:lnTo>
                  <a:lnTo>
                    <a:pt x="461975" y="65214"/>
                  </a:lnTo>
                  <a:lnTo>
                    <a:pt x="460565" y="67335"/>
                  </a:lnTo>
                  <a:lnTo>
                    <a:pt x="458812" y="68897"/>
                  </a:lnTo>
                  <a:lnTo>
                    <a:pt x="454659" y="70942"/>
                  </a:lnTo>
                  <a:lnTo>
                    <a:pt x="452615" y="71462"/>
                  </a:lnTo>
                  <a:lnTo>
                    <a:pt x="462750" y="71462"/>
                  </a:lnTo>
                  <a:lnTo>
                    <a:pt x="463575" y="69684"/>
                  </a:lnTo>
                  <a:lnTo>
                    <a:pt x="472173" y="69684"/>
                  </a:lnTo>
                  <a:lnTo>
                    <a:pt x="472173" y="26174"/>
                  </a:lnTo>
                  <a:close/>
                </a:path>
                <a:path w="1377950" h="316229">
                  <a:moveTo>
                    <a:pt x="493560" y="26314"/>
                  </a:moveTo>
                  <a:lnTo>
                    <a:pt x="485774" y="26314"/>
                  </a:lnTo>
                  <a:lnTo>
                    <a:pt x="485774" y="78549"/>
                  </a:lnTo>
                  <a:lnTo>
                    <a:pt x="493826" y="78549"/>
                  </a:lnTo>
                  <a:lnTo>
                    <a:pt x="493826" y="44005"/>
                  </a:lnTo>
                  <a:lnTo>
                    <a:pt x="494345" y="41706"/>
                  </a:lnTo>
                  <a:lnTo>
                    <a:pt x="494410" y="41414"/>
                  </a:lnTo>
                  <a:lnTo>
                    <a:pt x="496722" y="37134"/>
                  </a:lnTo>
                  <a:lnTo>
                    <a:pt x="498309" y="35509"/>
                  </a:lnTo>
                  <a:lnTo>
                    <a:pt x="500373" y="34366"/>
                  </a:lnTo>
                  <a:lnTo>
                    <a:pt x="493560" y="34366"/>
                  </a:lnTo>
                  <a:lnTo>
                    <a:pt x="493560" y="26314"/>
                  </a:lnTo>
                  <a:close/>
                </a:path>
                <a:path w="1377950" h="316229">
                  <a:moveTo>
                    <a:pt x="524271" y="32727"/>
                  </a:moveTo>
                  <a:lnTo>
                    <a:pt x="510920" y="32727"/>
                  </a:lnTo>
                  <a:lnTo>
                    <a:pt x="513854" y="33883"/>
                  </a:lnTo>
                  <a:lnTo>
                    <a:pt x="515988" y="36207"/>
                  </a:lnTo>
                  <a:lnTo>
                    <a:pt x="518121" y="38493"/>
                  </a:lnTo>
                  <a:lnTo>
                    <a:pt x="519091" y="41414"/>
                  </a:lnTo>
                  <a:lnTo>
                    <a:pt x="519188" y="78549"/>
                  </a:lnTo>
                  <a:lnTo>
                    <a:pt x="527240" y="78549"/>
                  </a:lnTo>
                  <a:lnTo>
                    <a:pt x="527240" y="40817"/>
                  </a:lnTo>
                  <a:lnTo>
                    <a:pt x="526503" y="37134"/>
                  </a:lnTo>
                  <a:lnTo>
                    <a:pt x="524271" y="32727"/>
                  </a:lnTo>
                  <a:close/>
                </a:path>
                <a:path w="1377950" h="316229">
                  <a:moveTo>
                    <a:pt x="513054" y="25501"/>
                  </a:moveTo>
                  <a:lnTo>
                    <a:pt x="505561" y="25501"/>
                  </a:lnTo>
                  <a:lnTo>
                    <a:pt x="502323" y="26314"/>
                  </a:lnTo>
                  <a:lnTo>
                    <a:pt x="499833" y="27952"/>
                  </a:lnTo>
                  <a:lnTo>
                    <a:pt x="497331" y="29565"/>
                  </a:lnTo>
                  <a:lnTo>
                    <a:pt x="495465" y="31699"/>
                  </a:lnTo>
                  <a:lnTo>
                    <a:pt x="494233" y="34366"/>
                  </a:lnTo>
                  <a:lnTo>
                    <a:pt x="500373" y="34366"/>
                  </a:lnTo>
                  <a:lnTo>
                    <a:pt x="502323" y="33286"/>
                  </a:lnTo>
                  <a:lnTo>
                    <a:pt x="504621" y="32727"/>
                  </a:lnTo>
                  <a:lnTo>
                    <a:pt x="524271" y="32727"/>
                  </a:lnTo>
                  <a:lnTo>
                    <a:pt x="523544" y="31292"/>
                  </a:lnTo>
                  <a:lnTo>
                    <a:pt x="521474" y="29108"/>
                  </a:lnTo>
                  <a:lnTo>
                    <a:pt x="516329" y="26314"/>
                  </a:lnTo>
                  <a:lnTo>
                    <a:pt x="516548" y="26314"/>
                  </a:lnTo>
                  <a:lnTo>
                    <a:pt x="513054" y="25501"/>
                  </a:lnTo>
                  <a:close/>
                </a:path>
                <a:path w="1377950" h="316229">
                  <a:moveTo>
                    <a:pt x="565645" y="25501"/>
                  </a:moveTo>
                  <a:lnTo>
                    <a:pt x="557225" y="25501"/>
                  </a:lnTo>
                  <a:lnTo>
                    <a:pt x="553097" y="26657"/>
                  </a:lnTo>
                  <a:lnTo>
                    <a:pt x="546023" y="31267"/>
                  </a:lnTo>
                  <a:lnTo>
                    <a:pt x="543267" y="34467"/>
                  </a:lnTo>
                  <a:lnTo>
                    <a:pt x="539343" y="42621"/>
                  </a:lnTo>
                  <a:lnTo>
                    <a:pt x="538365" y="47320"/>
                  </a:lnTo>
                  <a:lnTo>
                    <a:pt x="538365" y="57861"/>
                  </a:lnTo>
                  <a:lnTo>
                    <a:pt x="557187" y="79641"/>
                  </a:lnTo>
                  <a:lnTo>
                    <a:pt x="565962" y="79641"/>
                  </a:lnTo>
                  <a:lnTo>
                    <a:pt x="569340" y="78930"/>
                  </a:lnTo>
                  <a:lnTo>
                    <a:pt x="575182" y="76034"/>
                  </a:lnTo>
                  <a:lnTo>
                    <a:pt x="577545" y="74079"/>
                  </a:lnTo>
                  <a:lnTo>
                    <a:pt x="578750" y="72415"/>
                  </a:lnTo>
                  <a:lnTo>
                    <a:pt x="558914" y="72415"/>
                  </a:lnTo>
                  <a:lnTo>
                    <a:pt x="556145" y="71577"/>
                  </a:lnTo>
                  <a:lnTo>
                    <a:pt x="546404" y="56413"/>
                  </a:lnTo>
                  <a:lnTo>
                    <a:pt x="546404" y="48412"/>
                  </a:lnTo>
                  <a:lnTo>
                    <a:pt x="547052" y="44970"/>
                  </a:lnTo>
                  <a:lnTo>
                    <a:pt x="549668" y="39077"/>
                  </a:lnTo>
                  <a:lnTo>
                    <a:pt x="551497" y="36791"/>
                  </a:lnTo>
                  <a:lnTo>
                    <a:pt x="556043" y="33655"/>
                  </a:lnTo>
                  <a:lnTo>
                    <a:pt x="555823" y="33655"/>
                  </a:lnTo>
                  <a:lnTo>
                    <a:pt x="558952" y="32727"/>
                  </a:lnTo>
                  <a:lnTo>
                    <a:pt x="578762" y="32727"/>
                  </a:lnTo>
                  <a:lnTo>
                    <a:pt x="577291" y="30810"/>
                  </a:lnTo>
                  <a:lnTo>
                    <a:pt x="574865" y="28905"/>
                  </a:lnTo>
                  <a:lnTo>
                    <a:pt x="568959" y="26174"/>
                  </a:lnTo>
                  <a:lnTo>
                    <a:pt x="565645" y="25501"/>
                  </a:lnTo>
                  <a:close/>
                </a:path>
                <a:path w="1377950" h="316229">
                  <a:moveTo>
                    <a:pt x="582688" y="63271"/>
                  </a:moveTo>
                  <a:lnTo>
                    <a:pt x="574636" y="63271"/>
                  </a:lnTo>
                  <a:lnTo>
                    <a:pt x="574141" y="65189"/>
                  </a:lnTo>
                  <a:lnTo>
                    <a:pt x="573303" y="66814"/>
                  </a:lnTo>
                  <a:lnTo>
                    <a:pt x="570941" y="69545"/>
                  </a:lnTo>
                  <a:lnTo>
                    <a:pt x="569373" y="70650"/>
                  </a:lnTo>
                  <a:lnTo>
                    <a:pt x="566089" y="72047"/>
                  </a:lnTo>
                  <a:lnTo>
                    <a:pt x="564184" y="72415"/>
                  </a:lnTo>
                  <a:lnTo>
                    <a:pt x="578750" y="72415"/>
                  </a:lnTo>
                  <a:lnTo>
                    <a:pt x="581113" y="69151"/>
                  </a:lnTo>
                  <a:lnTo>
                    <a:pt x="582231" y="66370"/>
                  </a:lnTo>
                  <a:lnTo>
                    <a:pt x="582688" y="63271"/>
                  </a:lnTo>
                  <a:close/>
                </a:path>
                <a:path w="1377950" h="316229">
                  <a:moveTo>
                    <a:pt x="578762" y="32727"/>
                  </a:moveTo>
                  <a:lnTo>
                    <a:pt x="565645" y="32727"/>
                  </a:lnTo>
                  <a:lnTo>
                    <a:pt x="568464" y="33655"/>
                  </a:lnTo>
                  <a:lnTo>
                    <a:pt x="570547" y="35521"/>
                  </a:lnTo>
                  <a:lnTo>
                    <a:pt x="572668" y="37363"/>
                  </a:lnTo>
                  <a:lnTo>
                    <a:pt x="574027" y="39471"/>
                  </a:lnTo>
                  <a:lnTo>
                    <a:pt x="574636" y="41859"/>
                  </a:lnTo>
                  <a:lnTo>
                    <a:pt x="582688" y="41859"/>
                  </a:lnTo>
                  <a:lnTo>
                    <a:pt x="582354" y="39471"/>
                  </a:lnTo>
                  <a:lnTo>
                    <a:pt x="582231" y="38595"/>
                  </a:lnTo>
                  <a:lnTo>
                    <a:pt x="581063" y="35725"/>
                  </a:lnTo>
                  <a:lnTo>
                    <a:pt x="578762" y="32727"/>
                  </a:lnTo>
                  <a:close/>
                </a:path>
                <a:path w="1377950" h="316229">
                  <a:moveTo>
                    <a:pt x="601370" y="8724"/>
                  </a:moveTo>
                  <a:lnTo>
                    <a:pt x="593331" y="8724"/>
                  </a:lnTo>
                  <a:lnTo>
                    <a:pt x="593331" y="78549"/>
                  </a:lnTo>
                  <a:lnTo>
                    <a:pt x="601370" y="78549"/>
                  </a:lnTo>
                  <a:lnTo>
                    <a:pt x="601370" y="44005"/>
                  </a:lnTo>
                  <a:lnTo>
                    <a:pt x="601911" y="41656"/>
                  </a:lnTo>
                  <a:lnTo>
                    <a:pt x="608122" y="34366"/>
                  </a:lnTo>
                  <a:lnTo>
                    <a:pt x="601370" y="34366"/>
                  </a:lnTo>
                  <a:lnTo>
                    <a:pt x="601370" y="8724"/>
                  </a:lnTo>
                  <a:close/>
                </a:path>
                <a:path w="1377950" h="316229">
                  <a:moveTo>
                    <a:pt x="632361" y="32727"/>
                  </a:moveTo>
                  <a:lnTo>
                    <a:pt x="618947" y="32727"/>
                  </a:lnTo>
                  <a:lnTo>
                    <a:pt x="621906" y="33870"/>
                  </a:lnTo>
                  <a:lnTo>
                    <a:pt x="624039" y="36169"/>
                  </a:lnTo>
                  <a:lnTo>
                    <a:pt x="626198" y="38442"/>
                  </a:lnTo>
                  <a:lnTo>
                    <a:pt x="627197" y="41414"/>
                  </a:lnTo>
                  <a:lnTo>
                    <a:pt x="627278" y="78549"/>
                  </a:lnTo>
                  <a:lnTo>
                    <a:pt x="635330" y="78549"/>
                  </a:lnTo>
                  <a:lnTo>
                    <a:pt x="635330" y="40767"/>
                  </a:lnTo>
                  <a:lnTo>
                    <a:pt x="634593" y="37134"/>
                  </a:lnTo>
                  <a:lnTo>
                    <a:pt x="632361" y="32727"/>
                  </a:lnTo>
                  <a:close/>
                </a:path>
                <a:path w="1377950" h="316229">
                  <a:moveTo>
                    <a:pt x="621029" y="25501"/>
                  </a:moveTo>
                  <a:lnTo>
                    <a:pt x="613346" y="25501"/>
                  </a:lnTo>
                  <a:lnTo>
                    <a:pt x="610057" y="26301"/>
                  </a:lnTo>
                  <a:lnTo>
                    <a:pt x="605116" y="29514"/>
                  </a:lnTo>
                  <a:lnTo>
                    <a:pt x="603275" y="31661"/>
                  </a:lnTo>
                  <a:lnTo>
                    <a:pt x="602147" y="34163"/>
                  </a:lnTo>
                  <a:lnTo>
                    <a:pt x="602056" y="34366"/>
                  </a:lnTo>
                  <a:lnTo>
                    <a:pt x="608122" y="34366"/>
                  </a:lnTo>
                  <a:lnTo>
                    <a:pt x="610146" y="33286"/>
                  </a:lnTo>
                  <a:lnTo>
                    <a:pt x="612508" y="32727"/>
                  </a:lnTo>
                  <a:lnTo>
                    <a:pt x="632361" y="32727"/>
                  </a:lnTo>
                  <a:lnTo>
                    <a:pt x="631609" y="31229"/>
                  </a:lnTo>
                  <a:lnTo>
                    <a:pt x="629526" y="29057"/>
                  </a:lnTo>
                  <a:lnTo>
                    <a:pt x="624322" y="26301"/>
                  </a:lnTo>
                  <a:lnTo>
                    <a:pt x="624544" y="26301"/>
                  </a:lnTo>
                  <a:lnTo>
                    <a:pt x="621029" y="25501"/>
                  </a:lnTo>
                  <a:close/>
                </a:path>
                <a:path w="1377950" h="316229">
                  <a:moveTo>
                    <a:pt x="697712" y="0"/>
                  </a:moveTo>
                  <a:lnTo>
                    <a:pt x="690625" y="0"/>
                  </a:lnTo>
                  <a:lnTo>
                    <a:pt x="686460" y="6057"/>
                  </a:lnTo>
                  <a:lnTo>
                    <a:pt x="683259" y="12712"/>
                  </a:lnTo>
                  <a:lnTo>
                    <a:pt x="678776" y="27139"/>
                  </a:lnTo>
                  <a:lnTo>
                    <a:pt x="677671" y="35039"/>
                  </a:lnTo>
                  <a:lnTo>
                    <a:pt x="677671" y="52222"/>
                  </a:lnTo>
                  <a:lnTo>
                    <a:pt x="678776" y="60134"/>
                  </a:lnTo>
                  <a:lnTo>
                    <a:pt x="683259" y="74574"/>
                  </a:lnTo>
                  <a:lnTo>
                    <a:pt x="686460" y="81203"/>
                  </a:lnTo>
                  <a:lnTo>
                    <a:pt x="690625" y="87274"/>
                  </a:lnTo>
                  <a:lnTo>
                    <a:pt x="697712" y="87274"/>
                  </a:lnTo>
                  <a:lnTo>
                    <a:pt x="695540" y="84277"/>
                  </a:lnTo>
                  <a:lnTo>
                    <a:pt x="693559" y="80391"/>
                  </a:lnTo>
                  <a:lnTo>
                    <a:pt x="690016" y="70840"/>
                  </a:lnTo>
                  <a:lnTo>
                    <a:pt x="688606" y="65671"/>
                  </a:lnTo>
                  <a:lnTo>
                    <a:pt x="686511" y="54533"/>
                  </a:lnTo>
                  <a:lnTo>
                    <a:pt x="685990" y="49047"/>
                  </a:lnTo>
                  <a:lnTo>
                    <a:pt x="685990" y="39573"/>
                  </a:lnTo>
                  <a:lnTo>
                    <a:pt x="696074" y="2247"/>
                  </a:lnTo>
                  <a:lnTo>
                    <a:pt x="697712" y="0"/>
                  </a:lnTo>
                  <a:close/>
                </a:path>
                <a:path w="1377950" h="316229">
                  <a:moveTo>
                    <a:pt x="716648" y="61087"/>
                  </a:moveTo>
                  <a:lnTo>
                    <a:pt x="708469" y="61087"/>
                  </a:lnTo>
                  <a:lnTo>
                    <a:pt x="708520" y="62103"/>
                  </a:lnTo>
                  <a:lnTo>
                    <a:pt x="726147" y="79502"/>
                  </a:lnTo>
                  <a:lnTo>
                    <a:pt x="734580" y="79502"/>
                  </a:lnTo>
                  <a:lnTo>
                    <a:pt x="738543" y="78498"/>
                  </a:lnTo>
                  <a:lnTo>
                    <a:pt x="745489" y="74485"/>
                  </a:lnTo>
                  <a:lnTo>
                    <a:pt x="747943" y="72009"/>
                  </a:lnTo>
                  <a:lnTo>
                    <a:pt x="726579" y="72009"/>
                  </a:lnTo>
                  <a:lnTo>
                    <a:pt x="723506" y="70980"/>
                  </a:lnTo>
                  <a:lnTo>
                    <a:pt x="720940" y="68935"/>
                  </a:lnTo>
                  <a:lnTo>
                    <a:pt x="718400" y="66865"/>
                  </a:lnTo>
                  <a:lnTo>
                    <a:pt x="716965" y="64249"/>
                  </a:lnTo>
                  <a:lnTo>
                    <a:pt x="716750" y="62103"/>
                  </a:lnTo>
                  <a:lnTo>
                    <a:pt x="716648" y="61087"/>
                  </a:lnTo>
                  <a:close/>
                </a:path>
                <a:path w="1377950" h="316229">
                  <a:moveTo>
                    <a:pt x="748193" y="40525"/>
                  </a:moveTo>
                  <a:lnTo>
                    <a:pt x="732586" y="40525"/>
                  </a:lnTo>
                  <a:lnTo>
                    <a:pt x="735228" y="41224"/>
                  </a:lnTo>
                  <a:lnTo>
                    <a:pt x="739900" y="44043"/>
                  </a:lnTo>
                  <a:lnTo>
                    <a:pt x="741679" y="45897"/>
                  </a:lnTo>
                  <a:lnTo>
                    <a:pt x="743000" y="48310"/>
                  </a:lnTo>
                  <a:lnTo>
                    <a:pt x="744346" y="50698"/>
                  </a:lnTo>
                  <a:lnTo>
                    <a:pt x="745020" y="53416"/>
                  </a:lnTo>
                  <a:lnTo>
                    <a:pt x="745020" y="59436"/>
                  </a:lnTo>
                  <a:lnTo>
                    <a:pt x="744372" y="62103"/>
                  </a:lnTo>
                  <a:lnTo>
                    <a:pt x="741745" y="66865"/>
                  </a:lnTo>
                  <a:lnTo>
                    <a:pt x="740041" y="68656"/>
                  </a:lnTo>
                  <a:lnTo>
                    <a:pt x="737781" y="69989"/>
                  </a:lnTo>
                  <a:lnTo>
                    <a:pt x="735558" y="71335"/>
                  </a:lnTo>
                  <a:lnTo>
                    <a:pt x="733018" y="72009"/>
                  </a:lnTo>
                  <a:lnTo>
                    <a:pt x="747943" y="72009"/>
                  </a:lnTo>
                  <a:lnTo>
                    <a:pt x="748220" y="71729"/>
                  </a:lnTo>
                  <a:lnTo>
                    <a:pt x="752195" y="64757"/>
                  </a:lnTo>
                  <a:lnTo>
                    <a:pt x="753119" y="61087"/>
                  </a:lnTo>
                  <a:lnTo>
                    <a:pt x="753198" y="51790"/>
                  </a:lnTo>
                  <a:lnTo>
                    <a:pt x="752233" y="47777"/>
                  </a:lnTo>
                  <a:lnTo>
                    <a:pt x="748427" y="40805"/>
                  </a:lnTo>
                  <a:lnTo>
                    <a:pt x="748193" y="40525"/>
                  </a:lnTo>
                  <a:close/>
                </a:path>
                <a:path w="1377950" h="316229">
                  <a:moveTo>
                    <a:pt x="750061" y="8724"/>
                  </a:moveTo>
                  <a:lnTo>
                    <a:pt x="713778" y="8724"/>
                  </a:lnTo>
                  <a:lnTo>
                    <a:pt x="709876" y="40525"/>
                  </a:lnTo>
                  <a:lnTo>
                    <a:pt x="709790" y="41224"/>
                  </a:lnTo>
                  <a:lnTo>
                    <a:pt x="709677" y="42151"/>
                  </a:lnTo>
                  <a:lnTo>
                    <a:pt x="709561" y="43091"/>
                  </a:lnTo>
                  <a:lnTo>
                    <a:pt x="717461" y="44043"/>
                  </a:lnTo>
                  <a:lnTo>
                    <a:pt x="718796" y="43091"/>
                  </a:lnTo>
                  <a:lnTo>
                    <a:pt x="720775" y="42151"/>
                  </a:lnTo>
                  <a:lnTo>
                    <a:pt x="725271" y="40805"/>
                  </a:lnTo>
                  <a:lnTo>
                    <a:pt x="727130" y="40525"/>
                  </a:lnTo>
                  <a:lnTo>
                    <a:pt x="748193" y="40525"/>
                  </a:lnTo>
                  <a:lnTo>
                    <a:pt x="745756" y="37947"/>
                  </a:lnTo>
                  <a:lnTo>
                    <a:pt x="743872" y="36817"/>
                  </a:lnTo>
                  <a:lnTo>
                    <a:pt x="718426" y="36817"/>
                  </a:lnTo>
                  <a:lnTo>
                    <a:pt x="720877" y="16217"/>
                  </a:lnTo>
                  <a:lnTo>
                    <a:pt x="750061" y="16217"/>
                  </a:lnTo>
                  <a:lnTo>
                    <a:pt x="750061" y="8724"/>
                  </a:lnTo>
                  <a:close/>
                </a:path>
                <a:path w="1377950" h="316229">
                  <a:moveTo>
                    <a:pt x="735241" y="32867"/>
                  </a:moveTo>
                  <a:lnTo>
                    <a:pt x="728624" y="32867"/>
                  </a:lnTo>
                  <a:lnTo>
                    <a:pt x="726376" y="33235"/>
                  </a:lnTo>
                  <a:lnTo>
                    <a:pt x="722058" y="34734"/>
                  </a:lnTo>
                  <a:lnTo>
                    <a:pt x="720267" y="35674"/>
                  </a:lnTo>
                  <a:lnTo>
                    <a:pt x="718832" y="36817"/>
                  </a:lnTo>
                  <a:lnTo>
                    <a:pt x="743872" y="36817"/>
                  </a:lnTo>
                  <a:lnTo>
                    <a:pt x="739051" y="33883"/>
                  </a:lnTo>
                  <a:lnTo>
                    <a:pt x="735241" y="32867"/>
                  </a:lnTo>
                  <a:close/>
                </a:path>
                <a:path w="1377950" h="316229">
                  <a:moveTo>
                    <a:pt x="806399" y="39890"/>
                  </a:moveTo>
                  <a:lnTo>
                    <a:pt x="758393" y="39890"/>
                  </a:lnTo>
                  <a:lnTo>
                    <a:pt x="758393" y="47383"/>
                  </a:lnTo>
                  <a:lnTo>
                    <a:pt x="806399" y="47383"/>
                  </a:lnTo>
                  <a:lnTo>
                    <a:pt x="806399" y="39890"/>
                  </a:lnTo>
                  <a:close/>
                </a:path>
                <a:path w="1377950" h="316229">
                  <a:moveTo>
                    <a:pt x="837044" y="17589"/>
                  </a:moveTo>
                  <a:lnTo>
                    <a:pt x="828586" y="17589"/>
                  </a:lnTo>
                  <a:lnTo>
                    <a:pt x="828586" y="78549"/>
                  </a:lnTo>
                  <a:lnTo>
                    <a:pt x="837044" y="78549"/>
                  </a:lnTo>
                  <a:lnTo>
                    <a:pt x="837044" y="17589"/>
                  </a:lnTo>
                  <a:close/>
                </a:path>
                <a:path w="1377950" h="316229">
                  <a:moveTo>
                    <a:pt x="837044" y="8724"/>
                  </a:moveTo>
                  <a:lnTo>
                    <a:pt x="828586" y="8724"/>
                  </a:lnTo>
                  <a:lnTo>
                    <a:pt x="811136" y="20320"/>
                  </a:lnTo>
                  <a:lnTo>
                    <a:pt x="811136" y="28905"/>
                  </a:lnTo>
                  <a:lnTo>
                    <a:pt x="828179" y="17589"/>
                  </a:lnTo>
                  <a:lnTo>
                    <a:pt x="837044" y="17589"/>
                  </a:lnTo>
                  <a:lnTo>
                    <a:pt x="837044" y="8724"/>
                  </a:lnTo>
                  <a:close/>
                </a:path>
                <a:path w="1377950" h="316229">
                  <a:moveTo>
                    <a:pt x="883869" y="7772"/>
                  </a:moveTo>
                  <a:lnTo>
                    <a:pt x="873683" y="7772"/>
                  </a:lnTo>
                  <a:lnTo>
                    <a:pt x="869327" y="9194"/>
                  </a:lnTo>
                  <a:lnTo>
                    <a:pt x="862075" y="14846"/>
                  </a:lnTo>
                  <a:lnTo>
                    <a:pt x="859294" y="18935"/>
                  </a:lnTo>
                  <a:lnTo>
                    <a:pt x="855459" y="29641"/>
                  </a:lnTo>
                  <a:lnTo>
                    <a:pt x="854506" y="36093"/>
                  </a:lnTo>
                  <a:lnTo>
                    <a:pt x="854506" y="51231"/>
                  </a:lnTo>
                  <a:lnTo>
                    <a:pt x="873645" y="79502"/>
                  </a:lnTo>
                  <a:lnTo>
                    <a:pt x="883919" y="79502"/>
                  </a:lnTo>
                  <a:lnTo>
                    <a:pt x="888288" y="78105"/>
                  </a:lnTo>
                  <a:lnTo>
                    <a:pt x="895515" y="72491"/>
                  </a:lnTo>
                  <a:lnTo>
                    <a:pt x="895842" y="72009"/>
                  </a:lnTo>
                  <a:lnTo>
                    <a:pt x="875398" y="72009"/>
                  </a:lnTo>
                  <a:lnTo>
                    <a:pt x="872489" y="70904"/>
                  </a:lnTo>
                  <a:lnTo>
                    <a:pt x="867702" y="66497"/>
                  </a:lnTo>
                  <a:lnTo>
                    <a:pt x="865873" y="63271"/>
                  </a:lnTo>
                  <a:lnTo>
                    <a:pt x="863320" y="54813"/>
                  </a:lnTo>
                  <a:lnTo>
                    <a:pt x="862685" y="49682"/>
                  </a:lnTo>
                  <a:lnTo>
                    <a:pt x="862685" y="34569"/>
                  </a:lnTo>
                  <a:lnTo>
                    <a:pt x="864107" y="27559"/>
                  </a:lnTo>
                  <a:lnTo>
                    <a:pt x="869784" y="17627"/>
                  </a:lnTo>
                  <a:lnTo>
                    <a:pt x="873734" y="15138"/>
                  </a:lnTo>
                  <a:lnTo>
                    <a:pt x="895674" y="15138"/>
                  </a:lnTo>
                  <a:lnTo>
                    <a:pt x="895476" y="14846"/>
                  </a:lnTo>
                  <a:lnTo>
                    <a:pt x="891832" y="12026"/>
                  </a:lnTo>
                  <a:lnTo>
                    <a:pt x="888225" y="9194"/>
                  </a:lnTo>
                  <a:lnTo>
                    <a:pt x="883869" y="7772"/>
                  </a:lnTo>
                  <a:close/>
                </a:path>
                <a:path w="1377950" h="316229">
                  <a:moveTo>
                    <a:pt x="895674" y="15138"/>
                  </a:moveTo>
                  <a:lnTo>
                    <a:pt x="882141" y="15138"/>
                  </a:lnTo>
                  <a:lnTo>
                    <a:pt x="885024" y="16243"/>
                  </a:lnTo>
                  <a:lnTo>
                    <a:pt x="887399" y="18478"/>
                  </a:lnTo>
                  <a:lnTo>
                    <a:pt x="889812" y="20701"/>
                  </a:lnTo>
                  <a:lnTo>
                    <a:pt x="891654" y="23939"/>
                  </a:lnTo>
                  <a:lnTo>
                    <a:pt x="892924" y="28194"/>
                  </a:lnTo>
                  <a:lnTo>
                    <a:pt x="894219" y="32435"/>
                  </a:lnTo>
                  <a:lnTo>
                    <a:pt x="894867" y="37592"/>
                  </a:lnTo>
                  <a:lnTo>
                    <a:pt x="894867" y="52730"/>
                  </a:lnTo>
                  <a:lnTo>
                    <a:pt x="893457" y="59728"/>
                  </a:lnTo>
                  <a:lnTo>
                    <a:pt x="887831" y="69545"/>
                  </a:lnTo>
                  <a:lnTo>
                    <a:pt x="883869" y="72009"/>
                  </a:lnTo>
                  <a:lnTo>
                    <a:pt x="895842" y="72009"/>
                  </a:lnTo>
                  <a:lnTo>
                    <a:pt x="898283" y="68414"/>
                  </a:lnTo>
                  <a:lnTo>
                    <a:pt x="902106" y="57708"/>
                  </a:lnTo>
                  <a:lnTo>
                    <a:pt x="903058" y="51231"/>
                  </a:lnTo>
                  <a:lnTo>
                    <a:pt x="903058" y="36093"/>
                  </a:lnTo>
                  <a:lnTo>
                    <a:pt x="902093" y="29641"/>
                  </a:lnTo>
                  <a:lnTo>
                    <a:pt x="900150" y="24307"/>
                  </a:lnTo>
                  <a:lnTo>
                    <a:pt x="898245" y="18935"/>
                  </a:lnTo>
                  <a:lnTo>
                    <a:pt x="895674" y="15138"/>
                  </a:lnTo>
                  <a:close/>
                </a:path>
                <a:path w="1377950" h="316229">
                  <a:moveTo>
                    <a:pt x="967079" y="47726"/>
                  </a:moveTo>
                  <a:lnTo>
                    <a:pt x="961212" y="47726"/>
                  </a:lnTo>
                  <a:lnTo>
                    <a:pt x="958735" y="48374"/>
                  </a:lnTo>
                  <a:lnTo>
                    <a:pt x="954658" y="50939"/>
                  </a:lnTo>
                  <a:lnTo>
                    <a:pt x="953122" y="52654"/>
                  </a:lnTo>
                  <a:lnTo>
                    <a:pt x="951001" y="56896"/>
                  </a:lnTo>
                  <a:lnTo>
                    <a:pt x="950480" y="59232"/>
                  </a:lnTo>
                  <a:lnTo>
                    <a:pt x="950480" y="68008"/>
                  </a:lnTo>
                  <a:lnTo>
                    <a:pt x="961161" y="79502"/>
                  </a:lnTo>
                  <a:lnTo>
                    <a:pt x="967028" y="79502"/>
                  </a:lnTo>
                  <a:lnTo>
                    <a:pt x="969479" y="78867"/>
                  </a:lnTo>
                  <a:lnTo>
                    <a:pt x="973505" y="76301"/>
                  </a:lnTo>
                  <a:lnTo>
                    <a:pt x="975029" y="74599"/>
                  </a:lnTo>
                  <a:lnTo>
                    <a:pt x="975499" y="73634"/>
                  </a:lnTo>
                  <a:lnTo>
                    <a:pt x="961669" y="73634"/>
                  </a:lnTo>
                  <a:lnTo>
                    <a:pt x="959942" y="72809"/>
                  </a:lnTo>
                  <a:lnTo>
                    <a:pt x="957935" y="69469"/>
                  </a:lnTo>
                  <a:lnTo>
                    <a:pt x="957553" y="68008"/>
                  </a:lnTo>
                  <a:lnTo>
                    <a:pt x="957556" y="59232"/>
                  </a:lnTo>
                  <a:lnTo>
                    <a:pt x="957948" y="57772"/>
                  </a:lnTo>
                  <a:lnTo>
                    <a:pt x="960018" y="54432"/>
                  </a:lnTo>
                  <a:lnTo>
                    <a:pt x="961732" y="53594"/>
                  </a:lnTo>
                  <a:lnTo>
                    <a:pt x="975520" y="53594"/>
                  </a:lnTo>
                  <a:lnTo>
                    <a:pt x="975067" y="52654"/>
                  </a:lnTo>
                  <a:lnTo>
                    <a:pt x="973556" y="50939"/>
                  </a:lnTo>
                  <a:lnTo>
                    <a:pt x="971549" y="49669"/>
                  </a:lnTo>
                  <a:lnTo>
                    <a:pt x="969556" y="48374"/>
                  </a:lnTo>
                  <a:lnTo>
                    <a:pt x="967079" y="47726"/>
                  </a:lnTo>
                  <a:close/>
                </a:path>
                <a:path w="1377950" h="316229">
                  <a:moveTo>
                    <a:pt x="974077" y="8724"/>
                  </a:moveTo>
                  <a:lnTo>
                    <a:pt x="966304" y="8724"/>
                  </a:lnTo>
                  <a:lnTo>
                    <a:pt x="918298" y="78549"/>
                  </a:lnTo>
                  <a:lnTo>
                    <a:pt x="926071" y="78549"/>
                  </a:lnTo>
                  <a:lnTo>
                    <a:pt x="974077" y="8724"/>
                  </a:lnTo>
                  <a:close/>
                </a:path>
                <a:path w="1377950" h="316229">
                  <a:moveTo>
                    <a:pt x="975520" y="53594"/>
                  </a:moveTo>
                  <a:lnTo>
                    <a:pt x="966571" y="53594"/>
                  </a:lnTo>
                  <a:lnTo>
                    <a:pt x="968273" y="54432"/>
                  </a:lnTo>
                  <a:lnTo>
                    <a:pt x="970191" y="57772"/>
                  </a:lnTo>
                  <a:lnTo>
                    <a:pt x="970553" y="59232"/>
                  </a:lnTo>
                  <a:lnTo>
                    <a:pt x="970547" y="68008"/>
                  </a:lnTo>
                  <a:lnTo>
                    <a:pt x="970165" y="69469"/>
                  </a:lnTo>
                  <a:lnTo>
                    <a:pt x="968184" y="72809"/>
                  </a:lnTo>
                  <a:lnTo>
                    <a:pt x="966508" y="73634"/>
                  </a:lnTo>
                  <a:lnTo>
                    <a:pt x="975499" y="73634"/>
                  </a:lnTo>
                  <a:lnTo>
                    <a:pt x="977099" y="70345"/>
                  </a:lnTo>
                  <a:lnTo>
                    <a:pt x="977620" y="68008"/>
                  </a:lnTo>
                  <a:lnTo>
                    <a:pt x="977620" y="59232"/>
                  </a:lnTo>
                  <a:lnTo>
                    <a:pt x="977112" y="56896"/>
                  </a:lnTo>
                  <a:lnTo>
                    <a:pt x="975520" y="53594"/>
                  </a:lnTo>
                  <a:close/>
                </a:path>
                <a:path w="1377950" h="316229">
                  <a:moveTo>
                    <a:pt x="932294" y="7772"/>
                  </a:moveTo>
                  <a:lnTo>
                    <a:pt x="926426" y="7772"/>
                  </a:lnTo>
                  <a:lnTo>
                    <a:pt x="923950" y="8420"/>
                  </a:lnTo>
                  <a:lnTo>
                    <a:pt x="919886" y="10985"/>
                  </a:lnTo>
                  <a:lnTo>
                    <a:pt x="918336" y="12687"/>
                  </a:lnTo>
                  <a:lnTo>
                    <a:pt x="916228" y="16941"/>
                  </a:lnTo>
                  <a:lnTo>
                    <a:pt x="915708" y="19265"/>
                  </a:lnTo>
                  <a:lnTo>
                    <a:pt x="915708" y="28041"/>
                  </a:lnTo>
                  <a:lnTo>
                    <a:pt x="926388" y="39547"/>
                  </a:lnTo>
                  <a:lnTo>
                    <a:pt x="932256" y="39547"/>
                  </a:lnTo>
                  <a:lnTo>
                    <a:pt x="934707" y="38912"/>
                  </a:lnTo>
                  <a:lnTo>
                    <a:pt x="938733" y="36334"/>
                  </a:lnTo>
                  <a:lnTo>
                    <a:pt x="940257" y="34632"/>
                  </a:lnTo>
                  <a:lnTo>
                    <a:pt x="940720" y="33680"/>
                  </a:lnTo>
                  <a:lnTo>
                    <a:pt x="926884" y="33680"/>
                  </a:lnTo>
                  <a:lnTo>
                    <a:pt x="925156" y="32854"/>
                  </a:lnTo>
                  <a:lnTo>
                    <a:pt x="923162" y="29514"/>
                  </a:lnTo>
                  <a:lnTo>
                    <a:pt x="922770" y="28041"/>
                  </a:lnTo>
                  <a:lnTo>
                    <a:pt x="922774" y="19265"/>
                  </a:lnTo>
                  <a:lnTo>
                    <a:pt x="923175" y="17818"/>
                  </a:lnTo>
                  <a:lnTo>
                    <a:pt x="924191" y="16154"/>
                  </a:lnTo>
                  <a:lnTo>
                    <a:pt x="925245" y="14478"/>
                  </a:lnTo>
                  <a:lnTo>
                    <a:pt x="926960" y="13627"/>
                  </a:lnTo>
                  <a:lnTo>
                    <a:pt x="940734" y="13627"/>
                  </a:lnTo>
                  <a:lnTo>
                    <a:pt x="940282" y="12687"/>
                  </a:lnTo>
                  <a:lnTo>
                    <a:pt x="938771" y="10985"/>
                  </a:lnTo>
                  <a:lnTo>
                    <a:pt x="934770" y="8420"/>
                  </a:lnTo>
                  <a:lnTo>
                    <a:pt x="932294" y="7772"/>
                  </a:lnTo>
                  <a:close/>
                </a:path>
                <a:path w="1377950" h="316229">
                  <a:moveTo>
                    <a:pt x="940734" y="13627"/>
                  </a:moveTo>
                  <a:lnTo>
                    <a:pt x="931798" y="13627"/>
                  </a:lnTo>
                  <a:lnTo>
                    <a:pt x="933500" y="14478"/>
                  </a:lnTo>
                  <a:lnTo>
                    <a:pt x="935405" y="17818"/>
                  </a:lnTo>
                  <a:lnTo>
                    <a:pt x="935777" y="19265"/>
                  </a:lnTo>
                  <a:lnTo>
                    <a:pt x="935776" y="28041"/>
                  </a:lnTo>
                  <a:lnTo>
                    <a:pt x="935393" y="29514"/>
                  </a:lnTo>
                  <a:lnTo>
                    <a:pt x="933411" y="32854"/>
                  </a:lnTo>
                  <a:lnTo>
                    <a:pt x="931722" y="33680"/>
                  </a:lnTo>
                  <a:lnTo>
                    <a:pt x="940720" y="33680"/>
                  </a:lnTo>
                  <a:lnTo>
                    <a:pt x="942327" y="30378"/>
                  </a:lnTo>
                  <a:lnTo>
                    <a:pt x="942847" y="28041"/>
                  </a:lnTo>
                  <a:lnTo>
                    <a:pt x="942847" y="19265"/>
                  </a:lnTo>
                  <a:lnTo>
                    <a:pt x="942327" y="16941"/>
                  </a:lnTo>
                  <a:lnTo>
                    <a:pt x="940734" y="13627"/>
                  </a:lnTo>
                  <a:close/>
                </a:path>
                <a:path w="1377950" h="316229">
                  <a:moveTo>
                    <a:pt x="996137" y="0"/>
                  </a:moveTo>
                  <a:lnTo>
                    <a:pt x="989037" y="0"/>
                  </a:lnTo>
                  <a:lnTo>
                    <a:pt x="991222" y="2997"/>
                  </a:lnTo>
                  <a:lnTo>
                    <a:pt x="993203" y="6883"/>
                  </a:lnTo>
                  <a:lnTo>
                    <a:pt x="996746" y="16433"/>
                  </a:lnTo>
                  <a:lnTo>
                    <a:pt x="998156" y="21602"/>
                  </a:lnTo>
                  <a:lnTo>
                    <a:pt x="1000251" y="32740"/>
                  </a:lnTo>
                  <a:lnTo>
                    <a:pt x="1000772" y="38227"/>
                  </a:lnTo>
                  <a:lnTo>
                    <a:pt x="1000772" y="47675"/>
                  </a:lnTo>
                  <a:lnTo>
                    <a:pt x="1000467" y="51803"/>
                  </a:lnTo>
                  <a:lnTo>
                    <a:pt x="999845" y="56007"/>
                  </a:lnTo>
                  <a:lnTo>
                    <a:pt x="999261" y="60198"/>
                  </a:lnTo>
                  <a:lnTo>
                    <a:pt x="998435" y="64249"/>
                  </a:lnTo>
                  <a:lnTo>
                    <a:pt x="996289" y="72097"/>
                  </a:lnTo>
                  <a:lnTo>
                    <a:pt x="995044" y="75679"/>
                  </a:lnTo>
                  <a:lnTo>
                    <a:pt x="993609" y="78955"/>
                  </a:lnTo>
                  <a:lnTo>
                    <a:pt x="992200" y="82257"/>
                  </a:lnTo>
                  <a:lnTo>
                    <a:pt x="990676" y="85026"/>
                  </a:lnTo>
                  <a:lnTo>
                    <a:pt x="989037" y="87274"/>
                  </a:lnTo>
                  <a:lnTo>
                    <a:pt x="996137" y="87274"/>
                  </a:lnTo>
                  <a:lnTo>
                    <a:pt x="1000290" y="81203"/>
                  </a:lnTo>
                  <a:lnTo>
                    <a:pt x="1003490" y="74574"/>
                  </a:lnTo>
                  <a:lnTo>
                    <a:pt x="1007941" y="60198"/>
                  </a:lnTo>
                  <a:lnTo>
                    <a:pt x="1009091" y="52222"/>
                  </a:lnTo>
                  <a:lnTo>
                    <a:pt x="1009091" y="35039"/>
                  </a:lnTo>
                  <a:lnTo>
                    <a:pt x="1007960" y="27139"/>
                  </a:lnTo>
                  <a:lnTo>
                    <a:pt x="1005712" y="19939"/>
                  </a:lnTo>
                  <a:lnTo>
                    <a:pt x="1003490" y="12712"/>
                  </a:lnTo>
                  <a:lnTo>
                    <a:pt x="1000290" y="6057"/>
                  </a:lnTo>
                  <a:lnTo>
                    <a:pt x="996137" y="0"/>
                  </a:lnTo>
                  <a:close/>
                </a:path>
                <a:path w="1377950" h="316229">
                  <a:moveTo>
                    <a:pt x="1074356" y="0"/>
                  </a:moveTo>
                  <a:lnTo>
                    <a:pt x="1067269" y="0"/>
                  </a:lnTo>
                  <a:lnTo>
                    <a:pt x="1063104" y="6057"/>
                  </a:lnTo>
                  <a:lnTo>
                    <a:pt x="1059903" y="12712"/>
                  </a:lnTo>
                  <a:lnTo>
                    <a:pt x="1055420" y="27139"/>
                  </a:lnTo>
                  <a:lnTo>
                    <a:pt x="1054315" y="35039"/>
                  </a:lnTo>
                  <a:lnTo>
                    <a:pt x="1054315" y="52222"/>
                  </a:lnTo>
                  <a:lnTo>
                    <a:pt x="1055420" y="60134"/>
                  </a:lnTo>
                  <a:lnTo>
                    <a:pt x="1059903" y="74574"/>
                  </a:lnTo>
                  <a:lnTo>
                    <a:pt x="1063104" y="81203"/>
                  </a:lnTo>
                  <a:lnTo>
                    <a:pt x="1067269" y="87274"/>
                  </a:lnTo>
                  <a:lnTo>
                    <a:pt x="1074356" y="87274"/>
                  </a:lnTo>
                  <a:lnTo>
                    <a:pt x="1072172" y="84277"/>
                  </a:lnTo>
                  <a:lnTo>
                    <a:pt x="1070203" y="80391"/>
                  </a:lnTo>
                  <a:lnTo>
                    <a:pt x="1066647" y="70840"/>
                  </a:lnTo>
                  <a:lnTo>
                    <a:pt x="1065237" y="65671"/>
                  </a:lnTo>
                  <a:lnTo>
                    <a:pt x="1063155" y="54533"/>
                  </a:lnTo>
                  <a:lnTo>
                    <a:pt x="1062634" y="49047"/>
                  </a:lnTo>
                  <a:lnTo>
                    <a:pt x="1062634" y="39573"/>
                  </a:lnTo>
                  <a:lnTo>
                    <a:pt x="1072718" y="2247"/>
                  </a:lnTo>
                  <a:lnTo>
                    <a:pt x="1074356" y="0"/>
                  </a:lnTo>
                  <a:close/>
                </a:path>
                <a:path w="1377950" h="316229">
                  <a:moveTo>
                    <a:pt x="1113154" y="7772"/>
                  </a:moveTo>
                  <a:lnTo>
                    <a:pt x="1105319" y="7772"/>
                  </a:lnTo>
                  <a:lnTo>
                    <a:pt x="1101775" y="8623"/>
                  </a:lnTo>
                  <a:lnTo>
                    <a:pt x="1084050" y="54089"/>
                  </a:lnTo>
                  <a:lnTo>
                    <a:pt x="1084592" y="58178"/>
                  </a:lnTo>
                  <a:lnTo>
                    <a:pt x="1105760" y="79552"/>
                  </a:lnTo>
                  <a:lnTo>
                    <a:pt x="1112862" y="79552"/>
                  </a:lnTo>
                  <a:lnTo>
                    <a:pt x="1116952" y="78524"/>
                  </a:lnTo>
                  <a:lnTo>
                    <a:pt x="1123924" y="74320"/>
                  </a:lnTo>
                  <a:lnTo>
                    <a:pt x="1126132" y="72009"/>
                  </a:lnTo>
                  <a:lnTo>
                    <a:pt x="1105242" y="72009"/>
                  </a:lnTo>
                  <a:lnTo>
                    <a:pt x="1102727" y="71285"/>
                  </a:lnTo>
                  <a:lnTo>
                    <a:pt x="1093736" y="61683"/>
                  </a:lnTo>
                  <a:lnTo>
                    <a:pt x="1093660" y="61544"/>
                  </a:lnTo>
                  <a:lnTo>
                    <a:pt x="1093025" y="59004"/>
                  </a:lnTo>
                  <a:lnTo>
                    <a:pt x="1093012" y="54089"/>
                  </a:lnTo>
                  <a:lnTo>
                    <a:pt x="1093419" y="52108"/>
                  </a:lnTo>
                  <a:lnTo>
                    <a:pt x="1101323" y="42138"/>
                  </a:lnTo>
                  <a:lnTo>
                    <a:pt x="1091793" y="42138"/>
                  </a:lnTo>
                  <a:lnTo>
                    <a:pt x="1103833" y="15265"/>
                  </a:lnTo>
                  <a:lnTo>
                    <a:pt x="1126246" y="15265"/>
                  </a:lnTo>
                  <a:lnTo>
                    <a:pt x="1125245" y="13830"/>
                  </a:lnTo>
                  <a:lnTo>
                    <a:pt x="1122743" y="11671"/>
                  </a:lnTo>
                  <a:lnTo>
                    <a:pt x="1119682" y="10121"/>
                  </a:lnTo>
                  <a:lnTo>
                    <a:pt x="1116782" y="8623"/>
                  </a:lnTo>
                  <a:lnTo>
                    <a:pt x="1116977" y="8623"/>
                  </a:lnTo>
                  <a:lnTo>
                    <a:pt x="1113154" y="7772"/>
                  </a:lnTo>
                  <a:close/>
                </a:path>
                <a:path w="1377950" h="316229">
                  <a:moveTo>
                    <a:pt x="1126266" y="40360"/>
                  </a:moveTo>
                  <a:lnTo>
                    <a:pt x="1111288" y="40360"/>
                  </a:lnTo>
                  <a:lnTo>
                    <a:pt x="1113840" y="41071"/>
                  </a:lnTo>
                  <a:lnTo>
                    <a:pt x="1118311" y="43891"/>
                  </a:lnTo>
                  <a:lnTo>
                    <a:pt x="1120076" y="45783"/>
                  </a:lnTo>
                  <a:lnTo>
                    <a:pt x="1121346" y="48171"/>
                  </a:lnTo>
                  <a:lnTo>
                    <a:pt x="1122641" y="50533"/>
                  </a:lnTo>
                  <a:lnTo>
                    <a:pt x="1123205" y="52819"/>
                  </a:lnTo>
                  <a:lnTo>
                    <a:pt x="1123289" y="59004"/>
                  </a:lnTo>
                  <a:lnTo>
                    <a:pt x="1122651" y="61544"/>
                  </a:lnTo>
                  <a:lnTo>
                    <a:pt x="1111021" y="72009"/>
                  </a:lnTo>
                  <a:lnTo>
                    <a:pt x="1126132" y="72009"/>
                  </a:lnTo>
                  <a:lnTo>
                    <a:pt x="1126642" y="71475"/>
                  </a:lnTo>
                  <a:lnTo>
                    <a:pt x="1130503" y="64325"/>
                  </a:lnTo>
                  <a:lnTo>
                    <a:pt x="1131481" y="60363"/>
                  </a:lnTo>
                  <a:lnTo>
                    <a:pt x="1131481" y="51549"/>
                  </a:lnTo>
                  <a:lnTo>
                    <a:pt x="1130477" y="47561"/>
                  </a:lnTo>
                  <a:lnTo>
                    <a:pt x="1126600" y="40792"/>
                  </a:lnTo>
                  <a:lnTo>
                    <a:pt x="1126477" y="40576"/>
                  </a:lnTo>
                  <a:lnTo>
                    <a:pt x="1126266" y="40360"/>
                  </a:lnTo>
                  <a:close/>
                </a:path>
                <a:path w="1377950" h="316229">
                  <a:moveTo>
                    <a:pt x="1113523" y="32867"/>
                  </a:moveTo>
                  <a:lnTo>
                    <a:pt x="1107135" y="32867"/>
                  </a:lnTo>
                  <a:lnTo>
                    <a:pt x="1104874" y="33235"/>
                  </a:lnTo>
                  <a:lnTo>
                    <a:pt x="1092339" y="42138"/>
                  </a:lnTo>
                  <a:lnTo>
                    <a:pt x="1101323" y="42138"/>
                  </a:lnTo>
                  <a:lnTo>
                    <a:pt x="1104252" y="40792"/>
                  </a:lnTo>
                  <a:lnTo>
                    <a:pt x="1106271" y="40360"/>
                  </a:lnTo>
                  <a:lnTo>
                    <a:pt x="1126266" y="40360"/>
                  </a:lnTo>
                  <a:lnTo>
                    <a:pt x="1123810" y="37846"/>
                  </a:lnTo>
                  <a:lnTo>
                    <a:pt x="1117180" y="33858"/>
                  </a:lnTo>
                  <a:lnTo>
                    <a:pt x="1113523" y="32867"/>
                  </a:lnTo>
                  <a:close/>
                </a:path>
                <a:path w="1377950" h="316229">
                  <a:moveTo>
                    <a:pt x="1126246" y="15265"/>
                  </a:moveTo>
                  <a:lnTo>
                    <a:pt x="1112926" y="15265"/>
                  </a:lnTo>
                  <a:lnTo>
                    <a:pt x="1115885" y="16306"/>
                  </a:lnTo>
                  <a:lnTo>
                    <a:pt x="1120343" y="20434"/>
                  </a:lnTo>
                  <a:lnTo>
                    <a:pt x="1121841" y="23037"/>
                  </a:lnTo>
                  <a:lnTo>
                    <a:pt x="1122616" y="26174"/>
                  </a:lnTo>
                  <a:lnTo>
                    <a:pt x="1130934" y="26174"/>
                  </a:lnTo>
                  <a:lnTo>
                    <a:pt x="1130437" y="23037"/>
                  </a:lnTo>
                  <a:lnTo>
                    <a:pt x="1130363" y="22567"/>
                  </a:lnTo>
                  <a:lnTo>
                    <a:pt x="1129106" y="19367"/>
                  </a:lnTo>
                  <a:lnTo>
                    <a:pt x="1126246" y="15265"/>
                  </a:lnTo>
                  <a:close/>
                </a:path>
                <a:path w="1377950" h="316229">
                  <a:moveTo>
                    <a:pt x="1171625" y="7772"/>
                  </a:moveTo>
                  <a:lnTo>
                    <a:pt x="1161440" y="7772"/>
                  </a:lnTo>
                  <a:lnTo>
                    <a:pt x="1157084" y="9194"/>
                  </a:lnTo>
                  <a:lnTo>
                    <a:pt x="1149832" y="14846"/>
                  </a:lnTo>
                  <a:lnTo>
                    <a:pt x="1147051" y="18935"/>
                  </a:lnTo>
                  <a:lnTo>
                    <a:pt x="1143215" y="29641"/>
                  </a:lnTo>
                  <a:lnTo>
                    <a:pt x="1142263" y="36093"/>
                  </a:lnTo>
                  <a:lnTo>
                    <a:pt x="1142263" y="51231"/>
                  </a:lnTo>
                  <a:lnTo>
                    <a:pt x="1161402" y="79502"/>
                  </a:lnTo>
                  <a:lnTo>
                    <a:pt x="1171676" y="79502"/>
                  </a:lnTo>
                  <a:lnTo>
                    <a:pt x="1176045" y="78105"/>
                  </a:lnTo>
                  <a:lnTo>
                    <a:pt x="1183271" y="72491"/>
                  </a:lnTo>
                  <a:lnTo>
                    <a:pt x="1183599" y="72009"/>
                  </a:lnTo>
                  <a:lnTo>
                    <a:pt x="1163142" y="72009"/>
                  </a:lnTo>
                  <a:lnTo>
                    <a:pt x="1160246" y="70904"/>
                  </a:lnTo>
                  <a:lnTo>
                    <a:pt x="1155458" y="66497"/>
                  </a:lnTo>
                  <a:lnTo>
                    <a:pt x="1153617" y="63271"/>
                  </a:lnTo>
                  <a:lnTo>
                    <a:pt x="1151077" y="54813"/>
                  </a:lnTo>
                  <a:lnTo>
                    <a:pt x="1150442" y="49682"/>
                  </a:lnTo>
                  <a:lnTo>
                    <a:pt x="1150442" y="34569"/>
                  </a:lnTo>
                  <a:lnTo>
                    <a:pt x="1151864" y="27559"/>
                  </a:lnTo>
                  <a:lnTo>
                    <a:pt x="1157541" y="17627"/>
                  </a:lnTo>
                  <a:lnTo>
                    <a:pt x="1161491" y="15138"/>
                  </a:lnTo>
                  <a:lnTo>
                    <a:pt x="1183431" y="15138"/>
                  </a:lnTo>
                  <a:lnTo>
                    <a:pt x="1183233" y="14846"/>
                  </a:lnTo>
                  <a:lnTo>
                    <a:pt x="1179588" y="12026"/>
                  </a:lnTo>
                  <a:lnTo>
                    <a:pt x="1175981" y="9194"/>
                  </a:lnTo>
                  <a:lnTo>
                    <a:pt x="1171625" y="7772"/>
                  </a:lnTo>
                  <a:close/>
                </a:path>
                <a:path w="1377950" h="316229">
                  <a:moveTo>
                    <a:pt x="1183431" y="15138"/>
                  </a:moveTo>
                  <a:lnTo>
                    <a:pt x="1169898" y="15138"/>
                  </a:lnTo>
                  <a:lnTo>
                    <a:pt x="1172768" y="16243"/>
                  </a:lnTo>
                  <a:lnTo>
                    <a:pt x="1175156" y="18478"/>
                  </a:lnTo>
                  <a:lnTo>
                    <a:pt x="1177569" y="20701"/>
                  </a:lnTo>
                  <a:lnTo>
                    <a:pt x="1179410" y="23939"/>
                  </a:lnTo>
                  <a:lnTo>
                    <a:pt x="1180680" y="28194"/>
                  </a:lnTo>
                  <a:lnTo>
                    <a:pt x="1181976" y="32435"/>
                  </a:lnTo>
                  <a:lnTo>
                    <a:pt x="1182623" y="37592"/>
                  </a:lnTo>
                  <a:lnTo>
                    <a:pt x="1182623" y="52730"/>
                  </a:lnTo>
                  <a:lnTo>
                    <a:pt x="1181214" y="59728"/>
                  </a:lnTo>
                  <a:lnTo>
                    <a:pt x="1175575" y="69545"/>
                  </a:lnTo>
                  <a:lnTo>
                    <a:pt x="1171625" y="72009"/>
                  </a:lnTo>
                  <a:lnTo>
                    <a:pt x="1183599" y="72009"/>
                  </a:lnTo>
                  <a:lnTo>
                    <a:pt x="1186040" y="68414"/>
                  </a:lnTo>
                  <a:lnTo>
                    <a:pt x="1189850" y="57708"/>
                  </a:lnTo>
                  <a:lnTo>
                    <a:pt x="1190815" y="51231"/>
                  </a:lnTo>
                  <a:lnTo>
                    <a:pt x="1190815" y="36093"/>
                  </a:lnTo>
                  <a:lnTo>
                    <a:pt x="1189837" y="29641"/>
                  </a:lnTo>
                  <a:lnTo>
                    <a:pt x="1187907" y="24307"/>
                  </a:lnTo>
                  <a:lnTo>
                    <a:pt x="1186002" y="18935"/>
                  </a:lnTo>
                  <a:lnTo>
                    <a:pt x="1183431" y="15138"/>
                  </a:lnTo>
                  <a:close/>
                </a:path>
                <a:path w="1377950" h="316229">
                  <a:moveTo>
                    <a:pt x="1243418" y="39890"/>
                  </a:moveTo>
                  <a:lnTo>
                    <a:pt x="1195412" y="39890"/>
                  </a:lnTo>
                  <a:lnTo>
                    <a:pt x="1195412" y="47383"/>
                  </a:lnTo>
                  <a:lnTo>
                    <a:pt x="1243418" y="47383"/>
                  </a:lnTo>
                  <a:lnTo>
                    <a:pt x="1243418" y="39890"/>
                  </a:lnTo>
                  <a:close/>
                </a:path>
                <a:path w="1377950" h="316229">
                  <a:moveTo>
                    <a:pt x="1291666" y="8724"/>
                  </a:moveTo>
                  <a:lnTo>
                    <a:pt x="1246924" y="8724"/>
                  </a:lnTo>
                  <a:lnTo>
                    <a:pt x="1246924" y="16217"/>
                  </a:lnTo>
                  <a:lnTo>
                    <a:pt x="1282928" y="16217"/>
                  </a:lnTo>
                  <a:lnTo>
                    <a:pt x="1282928" y="16764"/>
                  </a:lnTo>
                  <a:lnTo>
                    <a:pt x="1251699" y="78549"/>
                  </a:lnTo>
                  <a:lnTo>
                    <a:pt x="1260563" y="78549"/>
                  </a:lnTo>
                  <a:lnTo>
                    <a:pt x="1291602" y="16764"/>
                  </a:lnTo>
                  <a:lnTo>
                    <a:pt x="1291666" y="8724"/>
                  </a:lnTo>
                  <a:close/>
                </a:path>
                <a:path w="1377950" h="316229">
                  <a:moveTo>
                    <a:pt x="1329613" y="7772"/>
                  </a:moveTo>
                  <a:lnTo>
                    <a:pt x="1319428" y="7772"/>
                  </a:lnTo>
                  <a:lnTo>
                    <a:pt x="1315072" y="9194"/>
                  </a:lnTo>
                  <a:lnTo>
                    <a:pt x="1307820" y="14846"/>
                  </a:lnTo>
                  <a:lnTo>
                    <a:pt x="1305039" y="18935"/>
                  </a:lnTo>
                  <a:lnTo>
                    <a:pt x="1301203" y="29641"/>
                  </a:lnTo>
                  <a:lnTo>
                    <a:pt x="1300251" y="36093"/>
                  </a:lnTo>
                  <a:lnTo>
                    <a:pt x="1300251" y="51231"/>
                  </a:lnTo>
                  <a:lnTo>
                    <a:pt x="1319390" y="79502"/>
                  </a:lnTo>
                  <a:lnTo>
                    <a:pt x="1329664" y="79502"/>
                  </a:lnTo>
                  <a:lnTo>
                    <a:pt x="1334033" y="78105"/>
                  </a:lnTo>
                  <a:lnTo>
                    <a:pt x="1341259" y="72491"/>
                  </a:lnTo>
                  <a:lnTo>
                    <a:pt x="1341587" y="72009"/>
                  </a:lnTo>
                  <a:lnTo>
                    <a:pt x="1321130" y="72009"/>
                  </a:lnTo>
                  <a:lnTo>
                    <a:pt x="1318234" y="70904"/>
                  </a:lnTo>
                  <a:lnTo>
                    <a:pt x="1313446" y="66497"/>
                  </a:lnTo>
                  <a:lnTo>
                    <a:pt x="1311617" y="63271"/>
                  </a:lnTo>
                  <a:lnTo>
                    <a:pt x="1309065" y="54813"/>
                  </a:lnTo>
                  <a:lnTo>
                    <a:pt x="1308430" y="49682"/>
                  </a:lnTo>
                  <a:lnTo>
                    <a:pt x="1308430" y="34569"/>
                  </a:lnTo>
                  <a:lnTo>
                    <a:pt x="1309852" y="27559"/>
                  </a:lnTo>
                  <a:lnTo>
                    <a:pt x="1315529" y="17627"/>
                  </a:lnTo>
                  <a:lnTo>
                    <a:pt x="1319479" y="15138"/>
                  </a:lnTo>
                  <a:lnTo>
                    <a:pt x="1341419" y="15138"/>
                  </a:lnTo>
                  <a:lnTo>
                    <a:pt x="1341221" y="14846"/>
                  </a:lnTo>
                  <a:lnTo>
                    <a:pt x="1337576" y="12026"/>
                  </a:lnTo>
                  <a:lnTo>
                    <a:pt x="1333969" y="9194"/>
                  </a:lnTo>
                  <a:lnTo>
                    <a:pt x="1329613" y="7772"/>
                  </a:lnTo>
                  <a:close/>
                </a:path>
                <a:path w="1377950" h="316229">
                  <a:moveTo>
                    <a:pt x="1341419" y="15138"/>
                  </a:moveTo>
                  <a:lnTo>
                    <a:pt x="1327886" y="15138"/>
                  </a:lnTo>
                  <a:lnTo>
                    <a:pt x="1330756" y="16243"/>
                  </a:lnTo>
                  <a:lnTo>
                    <a:pt x="1333144" y="18478"/>
                  </a:lnTo>
                  <a:lnTo>
                    <a:pt x="1335557" y="20701"/>
                  </a:lnTo>
                  <a:lnTo>
                    <a:pt x="1337398" y="23939"/>
                  </a:lnTo>
                  <a:lnTo>
                    <a:pt x="1338668" y="28194"/>
                  </a:lnTo>
                  <a:lnTo>
                    <a:pt x="1339964" y="32435"/>
                  </a:lnTo>
                  <a:lnTo>
                    <a:pt x="1340611" y="37592"/>
                  </a:lnTo>
                  <a:lnTo>
                    <a:pt x="1340611" y="52730"/>
                  </a:lnTo>
                  <a:lnTo>
                    <a:pt x="1339202" y="59728"/>
                  </a:lnTo>
                  <a:lnTo>
                    <a:pt x="1333563" y="69545"/>
                  </a:lnTo>
                  <a:lnTo>
                    <a:pt x="1329613" y="72009"/>
                  </a:lnTo>
                  <a:lnTo>
                    <a:pt x="1341587" y="72009"/>
                  </a:lnTo>
                  <a:lnTo>
                    <a:pt x="1344028" y="68414"/>
                  </a:lnTo>
                  <a:lnTo>
                    <a:pt x="1347838" y="57708"/>
                  </a:lnTo>
                  <a:lnTo>
                    <a:pt x="1348803" y="51231"/>
                  </a:lnTo>
                  <a:lnTo>
                    <a:pt x="1348803" y="36093"/>
                  </a:lnTo>
                  <a:lnTo>
                    <a:pt x="1347838" y="29641"/>
                  </a:lnTo>
                  <a:lnTo>
                    <a:pt x="1345895" y="24307"/>
                  </a:lnTo>
                  <a:lnTo>
                    <a:pt x="1343990" y="18935"/>
                  </a:lnTo>
                  <a:lnTo>
                    <a:pt x="1341419" y="15138"/>
                  </a:lnTo>
                  <a:close/>
                </a:path>
                <a:path w="1377950" h="316229">
                  <a:moveTo>
                    <a:pt x="1364995" y="0"/>
                  </a:moveTo>
                  <a:lnTo>
                    <a:pt x="1357896" y="0"/>
                  </a:lnTo>
                  <a:lnTo>
                    <a:pt x="1360081" y="2997"/>
                  </a:lnTo>
                  <a:lnTo>
                    <a:pt x="1362062" y="6883"/>
                  </a:lnTo>
                  <a:lnTo>
                    <a:pt x="1365605" y="16433"/>
                  </a:lnTo>
                  <a:lnTo>
                    <a:pt x="1367015" y="21602"/>
                  </a:lnTo>
                  <a:lnTo>
                    <a:pt x="1369110" y="32740"/>
                  </a:lnTo>
                  <a:lnTo>
                    <a:pt x="1369631" y="38227"/>
                  </a:lnTo>
                  <a:lnTo>
                    <a:pt x="1369631" y="47675"/>
                  </a:lnTo>
                  <a:lnTo>
                    <a:pt x="1369326" y="51803"/>
                  </a:lnTo>
                  <a:lnTo>
                    <a:pt x="1368704" y="56007"/>
                  </a:lnTo>
                  <a:lnTo>
                    <a:pt x="1368120" y="60198"/>
                  </a:lnTo>
                  <a:lnTo>
                    <a:pt x="1367294" y="64249"/>
                  </a:lnTo>
                  <a:lnTo>
                    <a:pt x="1365148" y="72097"/>
                  </a:lnTo>
                  <a:lnTo>
                    <a:pt x="1363903" y="75679"/>
                  </a:lnTo>
                  <a:lnTo>
                    <a:pt x="1362468" y="78955"/>
                  </a:lnTo>
                  <a:lnTo>
                    <a:pt x="1361058" y="82257"/>
                  </a:lnTo>
                  <a:lnTo>
                    <a:pt x="1359534" y="85026"/>
                  </a:lnTo>
                  <a:lnTo>
                    <a:pt x="1357896" y="87274"/>
                  </a:lnTo>
                  <a:lnTo>
                    <a:pt x="1364995" y="87274"/>
                  </a:lnTo>
                  <a:lnTo>
                    <a:pt x="1369148" y="81203"/>
                  </a:lnTo>
                  <a:lnTo>
                    <a:pt x="1372349" y="74574"/>
                  </a:lnTo>
                  <a:lnTo>
                    <a:pt x="1376800" y="60198"/>
                  </a:lnTo>
                  <a:lnTo>
                    <a:pt x="1377949" y="52222"/>
                  </a:lnTo>
                  <a:lnTo>
                    <a:pt x="1377949" y="35039"/>
                  </a:lnTo>
                  <a:lnTo>
                    <a:pt x="1376819" y="27139"/>
                  </a:lnTo>
                  <a:lnTo>
                    <a:pt x="1374571" y="19939"/>
                  </a:lnTo>
                  <a:lnTo>
                    <a:pt x="1372349" y="12712"/>
                  </a:lnTo>
                  <a:lnTo>
                    <a:pt x="1369148" y="6057"/>
                  </a:lnTo>
                  <a:lnTo>
                    <a:pt x="1364995" y="0"/>
                  </a:lnTo>
                  <a:close/>
                </a:path>
                <a:path w="1377950" h="316229">
                  <a:moveTo>
                    <a:pt x="5181" y="156032"/>
                  </a:moveTo>
                  <a:lnTo>
                    <a:pt x="0" y="161340"/>
                  </a:lnTo>
                  <a:lnTo>
                    <a:pt x="23190" y="184391"/>
                  </a:lnTo>
                  <a:lnTo>
                    <a:pt x="33851" y="173761"/>
                  </a:lnTo>
                  <a:lnTo>
                    <a:pt x="23190" y="173761"/>
                  </a:lnTo>
                  <a:lnTo>
                    <a:pt x="5181" y="156032"/>
                  </a:lnTo>
                  <a:close/>
                </a:path>
                <a:path w="1377950" h="316229">
                  <a:moveTo>
                    <a:pt x="60413" y="136664"/>
                  </a:moveTo>
                  <a:lnTo>
                    <a:pt x="23190" y="173761"/>
                  </a:lnTo>
                  <a:lnTo>
                    <a:pt x="33851" y="173761"/>
                  </a:lnTo>
                  <a:lnTo>
                    <a:pt x="65735" y="141973"/>
                  </a:lnTo>
                  <a:lnTo>
                    <a:pt x="60413" y="136664"/>
                  </a:lnTo>
                  <a:close/>
                </a:path>
                <a:path w="1377950" h="316229">
                  <a:moveTo>
                    <a:pt x="113144" y="174853"/>
                  </a:moveTo>
                  <a:lnTo>
                    <a:pt x="104419" y="174853"/>
                  </a:lnTo>
                  <a:lnTo>
                    <a:pt x="104520" y="176301"/>
                  </a:lnTo>
                  <a:lnTo>
                    <a:pt x="104603" y="177482"/>
                  </a:lnTo>
                  <a:lnTo>
                    <a:pt x="124510" y="194081"/>
                  </a:lnTo>
                  <a:lnTo>
                    <a:pt x="134873" y="194081"/>
                  </a:lnTo>
                  <a:lnTo>
                    <a:pt x="138983" y="193268"/>
                  </a:lnTo>
                  <a:lnTo>
                    <a:pt x="139247" y="193268"/>
                  </a:lnTo>
                  <a:lnTo>
                    <a:pt x="146951" y="189585"/>
                  </a:lnTo>
                  <a:lnTo>
                    <a:pt x="149821" y="187172"/>
                  </a:lnTo>
                  <a:lnTo>
                    <a:pt x="150297" y="186436"/>
                  </a:lnTo>
                  <a:lnTo>
                    <a:pt x="126733" y="186436"/>
                  </a:lnTo>
                  <a:lnTo>
                    <a:pt x="124142" y="186029"/>
                  </a:lnTo>
                  <a:lnTo>
                    <a:pt x="113270" y="176301"/>
                  </a:lnTo>
                  <a:lnTo>
                    <a:pt x="113144" y="174853"/>
                  </a:lnTo>
                  <a:close/>
                </a:path>
                <a:path w="1377950" h="316229">
                  <a:moveTo>
                    <a:pt x="134696" y="122072"/>
                  </a:moveTo>
                  <a:lnTo>
                    <a:pt x="125742" y="122072"/>
                  </a:lnTo>
                  <a:lnTo>
                    <a:pt x="121704" y="122885"/>
                  </a:lnTo>
                  <a:lnTo>
                    <a:pt x="106324" y="137655"/>
                  </a:lnTo>
                  <a:lnTo>
                    <a:pt x="106324" y="146278"/>
                  </a:lnTo>
                  <a:lnTo>
                    <a:pt x="135102" y="162839"/>
                  </a:lnTo>
                  <a:lnTo>
                    <a:pt x="137388" y="163639"/>
                  </a:lnTo>
                  <a:lnTo>
                    <a:pt x="141617" y="165455"/>
                  </a:lnTo>
                  <a:lnTo>
                    <a:pt x="143319" y="166636"/>
                  </a:lnTo>
                  <a:lnTo>
                    <a:pt x="145910" y="169545"/>
                  </a:lnTo>
                  <a:lnTo>
                    <a:pt x="146557" y="171437"/>
                  </a:lnTo>
                  <a:lnTo>
                    <a:pt x="146557" y="176301"/>
                  </a:lnTo>
                  <a:lnTo>
                    <a:pt x="145808" y="178523"/>
                  </a:lnTo>
                  <a:lnTo>
                    <a:pt x="142811" y="182321"/>
                  </a:lnTo>
                  <a:lnTo>
                    <a:pt x="140779" y="183807"/>
                  </a:lnTo>
                  <a:lnTo>
                    <a:pt x="135357" y="186029"/>
                  </a:lnTo>
                  <a:lnTo>
                    <a:pt x="135000" y="186029"/>
                  </a:lnTo>
                  <a:lnTo>
                    <a:pt x="132740" y="186436"/>
                  </a:lnTo>
                  <a:lnTo>
                    <a:pt x="150297" y="186436"/>
                  </a:lnTo>
                  <a:lnTo>
                    <a:pt x="153758" y="181076"/>
                  </a:lnTo>
                  <a:lnTo>
                    <a:pt x="154736" y="177660"/>
                  </a:lnTo>
                  <a:lnTo>
                    <a:pt x="154736" y="170624"/>
                  </a:lnTo>
                  <a:lnTo>
                    <a:pt x="154076" y="167855"/>
                  </a:lnTo>
                  <a:lnTo>
                    <a:pt x="151383" y="163360"/>
                  </a:lnTo>
                  <a:lnTo>
                    <a:pt x="149682" y="161518"/>
                  </a:lnTo>
                  <a:lnTo>
                    <a:pt x="147612" y="160083"/>
                  </a:lnTo>
                  <a:lnTo>
                    <a:pt x="145567" y="158623"/>
                  </a:lnTo>
                  <a:lnTo>
                    <a:pt x="143421" y="157480"/>
                  </a:lnTo>
                  <a:lnTo>
                    <a:pt x="139221" y="155905"/>
                  </a:lnTo>
                  <a:lnTo>
                    <a:pt x="136918" y="155143"/>
                  </a:lnTo>
                  <a:lnTo>
                    <a:pt x="126720" y="152412"/>
                  </a:lnTo>
                  <a:lnTo>
                    <a:pt x="125298" y="151968"/>
                  </a:lnTo>
                  <a:lnTo>
                    <a:pt x="114515" y="143027"/>
                  </a:lnTo>
                  <a:lnTo>
                    <a:pt x="114515" y="138938"/>
                  </a:lnTo>
                  <a:lnTo>
                    <a:pt x="126834" y="129565"/>
                  </a:lnTo>
                  <a:lnTo>
                    <a:pt x="149432" y="129565"/>
                  </a:lnTo>
                  <a:lnTo>
                    <a:pt x="148575" y="128409"/>
                  </a:lnTo>
                  <a:lnTo>
                    <a:pt x="148462" y="128257"/>
                  </a:lnTo>
                  <a:lnTo>
                    <a:pt x="145759" y="126136"/>
                  </a:lnTo>
                  <a:lnTo>
                    <a:pt x="138724" y="122885"/>
                  </a:lnTo>
                  <a:lnTo>
                    <a:pt x="134696" y="122072"/>
                  </a:lnTo>
                  <a:close/>
                </a:path>
                <a:path w="1377950" h="316229">
                  <a:moveTo>
                    <a:pt x="149432" y="129565"/>
                  </a:moveTo>
                  <a:lnTo>
                    <a:pt x="134150" y="129565"/>
                  </a:lnTo>
                  <a:lnTo>
                    <a:pt x="137718" y="130517"/>
                  </a:lnTo>
                  <a:lnTo>
                    <a:pt x="143535" y="134340"/>
                  </a:lnTo>
                  <a:lnTo>
                    <a:pt x="145199" y="137020"/>
                  </a:lnTo>
                  <a:lnTo>
                    <a:pt x="145605" y="140474"/>
                  </a:lnTo>
                  <a:lnTo>
                    <a:pt x="153784" y="140474"/>
                  </a:lnTo>
                  <a:lnTo>
                    <a:pt x="153672" y="137020"/>
                  </a:lnTo>
                  <a:lnTo>
                    <a:pt x="152577" y="133807"/>
                  </a:lnTo>
                  <a:lnTo>
                    <a:pt x="149432" y="129565"/>
                  </a:lnTo>
                  <a:close/>
                </a:path>
                <a:path w="1377950" h="316229">
                  <a:moveTo>
                    <a:pt x="191249" y="139801"/>
                  </a:moveTo>
                  <a:lnTo>
                    <a:pt x="182841" y="139801"/>
                  </a:lnTo>
                  <a:lnTo>
                    <a:pt x="178701" y="140957"/>
                  </a:lnTo>
                  <a:lnTo>
                    <a:pt x="171627" y="145567"/>
                  </a:lnTo>
                  <a:lnTo>
                    <a:pt x="168884" y="148767"/>
                  </a:lnTo>
                  <a:lnTo>
                    <a:pt x="164947" y="156921"/>
                  </a:lnTo>
                  <a:lnTo>
                    <a:pt x="163969" y="161620"/>
                  </a:lnTo>
                  <a:lnTo>
                    <a:pt x="163969" y="172161"/>
                  </a:lnTo>
                  <a:lnTo>
                    <a:pt x="182791" y="193941"/>
                  </a:lnTo>
                  <a:lnTo>
                    <a:pt x="191566" y="193941"/>
                  </a:lnTo>
                  <a:lnTo>
                    <a:pt x="194957" y="193230"/>
                  </a:lnTo>
                  <a:lnTo>
                    <a:pt x="200799" y="190334"/>
                  </a:lnTo>
                  <a:lnTo>
                    <a:pt x="203149" y="188379"/>
                  </a:lnTo>
                  <a:lnTo>
                    <a:pt x="204354" y="186715"/>
                  </a:lnTo>
                  <a:lnTo>
                    <a:pt x="184518" y="186715"/>
                  </a:lnTo>
                  <a:lnTo>
                    <a:pt x="181749" y="185877"/>
                  </a:lnTo>
                  <a:lnTo>
                    <a:pt x="177037" y="182562"/>
                  </a:lnTo>
                  <a:lnTo>
                    <a:pt x="175221" y="180238"/>
                  </a:lnTo>
                  <a:lnTo>
                    <a:pt x="172656" y="174231"/>
                  </a:lnTo>
                  <a:lnTo>
                    <a:pt x="172021" y="170713"/>
                  </a:lnTo>
                  <a:lnTo>
                    <a:pt x="172021" y="162712"/>
                  </a:lnTo>
                  <a:lnTo>
                    <a:pt x="172669" y="159270"/>
                  </a:lnTo>
                  <a:lnTo>
                    <a:pt x="175285" y="153377"/>
                  </a:lnTo>
                  <a:lnTo>
                    <a:pt x="177114" y="151091"/>
                  </a:lnTo>
                  <a:lnTo>
                    <a:pt x="181648" y="147955"/>
                  </a:lnTo>
                  <a:lnTo>
                    <a:pt x="181425" y="147955"/>
                  </a:lnTo>
                  <a:lnTo>
                    <a:pt x="184569" y="147027"/>
                  </a:lnTo>
                  <a:lnTo>
                    <a:pt x="204366" y="147027"/>
                  </a:lnTo>
                  <a:lnTo>
                    <a:pt x="202895" y="145110"/>
                  </a:lnTo>
                  <a:lnTo>
                    <a:pt x="200482" y="143205"/>
                  </a:lnTo>
                  <a:lnTo>
                    <a:pt x="194563" y="140474"/>
                  </a:lnTo>
                  <a:lnTo>
                    <a:pt x="191249" y="139801"/>
                  </a:lnTo>
                  <a:close/>
                </a:path>
                <a:path w="1377950" h="316229">
                  <a:moveTo>
                    <a:pt x="208292" y="177571"/>
                  </a:moveTo>
                  <a:lnTo>
                    <a:pt x="200253" y="177571"/>
                  </a:lnTo>
                  <a:lnTo>
                    <a:pt x="199745" y="179489"/>
                  </a:lnTo>
                  <a:lnTo>
                    <a:pt x="198907" y="181114"/>
                  </a:lnTo>
                  <a:lnTo>
                    <a:pt x="196545" y="183845"/>
                  </a:lnTo>
                  <a:lnTo>
                    <a:pt x="194977" y="184950"/>
                  </a:lnTo>
                  <a:lnTo>
                    <a:pt x="191693" y="186347"/>
                  </a:lnTo>
                  <a:lnTo>
                    <a:pt x="189801" y="186715"/>
                  </a:lnTo>
                  <a:lnTo>
                    <a:pt x="204354" y="186715"/>
                  </a:lnTo>
                  <a:lnTo>
                    <a:pt x="206717" y="183451"/>
                  </a:lnTo>
                  <a:lnTo>
                    <a:pt x="207848" y="180670"/>
                  </a:lnTo>
                  <a:lnTo>
                    <a:pt x="208292" y="177571"/>
                  </a:lnTo>
                  <a:close/>
                </a:path>
                <a:path w="1377950" h="316229">
                  <a:moveTo>
                    <a:pt x="204366" y="147027"/>
                  </a:moveTo>
                  <a:lnTo>
                    <a:pt x="191249" y="147027"/>
                  </a:lnTo>
                  <a:lnTo>
                    <a:pt x="194068" y="147955"/>
                  </a:lnTo>
                  <a:lnTo>
                    <a:pt x="196164" y="149821"/>
                  </a:lnTo>
                  <a:lnTo>
                    <a:pt x="198272" y="151663"/>
                  </a:lnTo>
                  <a:lnTo>
                    <a:pt x="199631" y="153771"/>
                  </a:lnTo>
                  <a:lnTo>
                    <a:pt x="200253" y="156159"/>
                  </a:lnTo>
                  <a:lnTo>
                    <a:pt x="208292" y="156159"/>
                  </a:lnTo>
                  <a:lnTo>
                    <a:pt x="207967" y="153771"/>
                  </a:lnTo>
                  <a:lnTo>
                    <a:pt x="207848" y="152895"/>
                  </a:lnTo>
                  <a:lnTo>
                    <a:pt x="206667" y="150025"/>
                  </a:lnTo>
                  <a:lnTo>
                    <a:pt x="204366" y="147027"/>
                  </a:lnTo>
                  <a:close/>
                </a:path>
                <a:path w="1377950" h="316229">
                  <a:moveTo>
                    <a:pt x="255478" y="146888"/>
                  </a:moveTo>
                  <a:lnTo>
                    <a:pt x="242963" y="146888"/>
                  </a:lnTo>
                  <a:lnTo>
                    <a:pt x="245719" y="147815"/>
                  </a:lnTo>
                  <a:lnTo>
                    <a:pt x="249377" y="151549"/>
                  </a:lnTo>
                  <a:lnTo>
                    <a:pt x="250304" y="154190"/>
                  </a:lnTo>
                  <a:lnTo>
                    <a:pt x="250304" y="159092"/>
                  </a:lnTo>
                  <a:lnTo>
                    <a:pt x="249834" y="160007"/>
                  </a:lnTo>
                  <a:lnTo>
                    <a:pt x="247992" y="161048"/>
                  </a:lnTo>
                  <a:lnTo>
                    <a:pt x="246545" y="161429"/>
                  </a:lnTo>
                  <a:lnTo>
                    <a:pt x="239979" y="162166"/>
                  </a:lnTo>
                  <a:lnTo>
                    <a:pt x="234365" y="162890"/>
                  </a:lnTo>
                  <a:lnTo>
                    <a:pt x="216484" y="181394"/>
                  </a:lnTo>
                  <a:lnTo>
                    <a:pt x="217271" y="184302"/>
                  </a:lnTo>
                  <a:lnTo>
                    <a:pt x="220459" y="189103"/>
                  </a:lnTo>
                  <a:lnTo>
                    <a:pt x="222605" y="190931"/>
                  </a:lnTo>
                  <a:lnTo>
                    <a:pt x="228015" y="193446"/>
                  </a:lnTo>
                  <a:lnTo>
                    <a:pt x="231025" y="194081"/>
                  </a:lnTo>
                  <a:lnTo>
                    <a:pt x="237388" y="194081"/>
                  </a:lnTo>
                  <a:lnTo>
                    <a:pt x="249351" y="186893"/>
                  </a:lnTo>
                  <a:lnTo>
                    <a:pt x="232564" y="186893"/>
                  </a:lnTo>
                  <a:lnTo>
                    <a:pt x="230007" y="186220"/>
                  </a:lnTo>
                  <a:lnTo>
                    <a:pt x="229830" y="186220"/>
                  </a:lnTo>
                  <a:lnTo>
                    <a:pt x="227634" y="184734"/>
                  </a:lnTo>
                  <a:lnTo>
                    <a:pt x="225564" y="183299"/>
                  </a:lnTo>
                  <a:lnTo>
                    <a:pt x="224623" y="181394"/>
                  </a:lnTo>
                  <a:lnTo>
                    <a:pt x="224617" y="176072"/>
                  </a:lnTo>
                  <a:lnTo>
                    <a:pt x="224987" y="174980"/>
                  </a:lnTo>
                  <a:lnTo>
                    <a:pt x="225069" y="174739"/>
                  </a:lnTo>
                  <a:lnTo>
                    <a:pt x="242144" y="168795"/>
                  </a:lnTo>
                  <a:lnTo>
                    <a:pt x="245592" y="168249"/>
                  </a:lnTo>
                  <a:lnTo>
                    <a:pt x="246913" y="167970"/>
                  </a:lnTo>
                  <a:lnTo>
                    <a:pt x="249167" y="167322"/>
                  </a:lnTo>
                  <a:lnTo>
                    <a:pt x="249961" y="166941"/>
                  </a:lnTo>
                  <a:lnTo>
                    <a:pt x="250304" y="166522"/>
                  </a:lnTo>
                  <a:lnTo>
                    <a:pt x="258343" y="166522"/>
                  </a:lnTo>
                  <a:lnTo>
                    <a:pt x="258343" y="154190"/>
                  </a:lnTo>
                  <a:lnTo>
                    <a:pt x="257914" y="152069"/>
                  </a:lnTo>
                  <a:lnTo>
                    <a:pt x="257809" y="151549"/>
                  </a:lnTo>
                  <a:lnTo>
                    <a:pt x="257716" y="151091"/>
                  </a:lnTo>
                  <a:lnTo>
                    <a:pt x="257670" y="150863"/>
                  </a:lnTo>
                  <a:lnTo>
                    <a:pt x="255478" y="146888"/>
                  </a:lnTo>
                  <a:close/>
                </a:path>
                <a:path w="1377950" h="316229">
                  <a:moveTo>
                    <a:pt x="258343" y="185762"/>
                  </a:moveTo>
                  <a:lnTo>
                    <a:pt x="250304" y="185762"/>
                  </a:lnTo>
                  <a:lnTo>
                    <a:pt x="250304" y="192849"/>
                  </a:lnTo>
                  <a:lnTo>
                    <a:pt x="258343" y="192849"/>
                  </a:lnTo>
                  <a:lnTo>
                    <a:pt x="258343" y="185762"/>
                  </a:lnTo>
                  <a:close/>
                </a:path>
                <a:path w="1377950" h="316229">
                  <a:moveTo>
                    <a:pt x="258343" y="166522"/>
                  </a:moveTo>
                  <a:lnTo>
                    <a:pt x="250304" y="166522"/>
                  </a:lnTo>
                  <a:lnTo>
                    <a:pt x="250227" y="176352"/>
                  </a:lnTo>
                  <a:lnTo>
                    <a:pt x="249732" y="178155"/>
                  </a:lnTo>
                  <a:lnTo>
                    <a:pt x="247484" y="182105"/>
                  </a:lnTo>
                  <a:lnTo>
                    <a:pt x="245821" y="183718"/>
                  </a:lnTo>
                  <a:lnTo>
                    <a:pt x="241439" y="186220"/>
                  </a:lnTo>
                  <a:lnTo>
                    <a:pt x="238541" y="186893"/>
                  </a:lnTo>
                  <a:lnTo>
                    <a:pt x="249351" y="186893"/>
                  </a:lnTo>
                  <a:lnTo>
                    <a:pt x="249897" y="185762"/>
                  </a:lnTo>
                  <a:lnTo>
                    <a:pt x="258343" y="185762"/>
                  </a:lnTo>
                  <a:lnTo>
                    <a:pt x="258343" y="166522"/>
                  </a:lnTo>
                  <a:close/>
                </a:path>
                <a:path w="1377950" h="316229">
                  <a:moveTo>
                    <a:pt x="240664" y="139801"/>
                  </a:moveTo>
                  <a:lnTo>
                    <a:pt x="236346" y="139801"/>
                  </a:lnTo>
                  <a:lnTo>
                    <a:pt x="233667" y="140157"/>
                  </a:lnTo>
                  <a:lnTo>
                    <a:pt x="217982" y="152069"/>
                  </a:lnTo>
                  <a:lnTo>
                    <a:pt x="225615" y="154800"/>
                  </a:lnTo>
                  <a:lnTo>
                    <a:pt x="226504" y="152895"/>
                  </a:lnTo>
                  <a:lnTo>
                    <a:pt x="228041" y="151091"/>
                  </a:lnTo>
                  <a:lnTo>
                    <a:pt x="232282" y="147815"/>
                  </a:lnTo>
                  <a:lnTo>
                    <a:pt x="232076" y="147815"/>
                  </a:lnTo>
                  <a:lnTo>
                    <a:pt x="235419" y="146888"/>
                  </a:lnTo>
                  <a:lnTo>
                    <a:pt x="255478" y="146888"/>
                  </a:lnTo>
                  <a:lnTo>
                    <a:pt x="254939" y="145910"/>
                  </a:lnTo>
                  <a:lnTo>
                    <a:pt x="253225" y="144056"/>
                  </a:lnTo>
                  <a:lnTo>
                    <a:pt x="249110" y="141605"/>
                  </a:lnTo>
                  <a:lnTo>
                    <a:pt x="247254" y="140893"/>
                  </a:lnTo>
                  <a:lnTo>
                    <a:pt x="247578" y="140893"/>
                  </a:lnTo>
                  <a:lnTo>
                    <a:pt x="244779" y="140411"/>
                  </a:lnTo>
                  <a:lnTo>
                    <a:pt x="242595" y="140004"/>
                  </a:lnTo>
                  <a:lnTo>
                    <a:pt x="240664" y="139801"/>
                  </a:lnTo>
                  <a:close/>
                </a:path>
                <a:path w="1377950" h="316229">
                  <a:moveTo>
                    <a:pt x="279958" y="123024"/>
                  </a:moveTo>
                  <a:lnTo>
                    <a:pt x="271906" y="123024"/>
                  </a:lnTo>
                  <a:lnTo>
                    <a:pt x="271906" y="192849"/>
                  </a:lnTo>
                  <a:lnTo>
                    <a:pt x="279958" y="192849"/>
                  </a:lnTo>
                  <a:lnTo>
                    <a:pt x="279958" y="123024"/>
                  </a:lnTo>
                  <a:close/>
                </a:path>
                <a:path w="1377950" h="316229">
                  <a:moveTo>
                    <a:pt x="317436" y="139801"/>
                  </a:moveTo>
                  <a:lnTo>
                    <a:pt x="309981" y="139801"/>
                  </a:lnTo>
                  <a:lnTo>
                    <a:pt x="305841" y="140957"/>
                  </a:lnTo>
                  <a:lnTo>
                    <a:pt x="291109" y="172440"/>
                  </a:lnTo>
                  <a:lnTo>
                    <a:pt x="292087" y="177139"/>
                  </a:lnTo>
                  <a:lnTo>
                    <a:pt x="310476" y="193941"/>
                  </a:lnTo>
                  <a:lnTo>
                    <a:pt x="319074" y="193941"/>
                  </a:lnTo>
                  <a:lnTo>
                    <a:pt x="322262" y="193395"/>
                  </a:lnTo>
                  <a:lnTo>
                    <a:pt x="327952" y="191185"/>
                  </a:lnTo>
                  <a:lnTo>
                    <a:pt x="330339" y="189649"/>
                  </a:lnTo>
                  <a:lnTo>
                    <a:pt x="333179" y="186715"/>
                  </a:lnTo>
                  <a:lnTo>
                    <a:pt x="312280" y="186715"/>
                  </a:lnTo>
                  <a:lnTo>
                    <a:pt x="309422" y="186004"/>
                  </a:lnTo>
                  <a:lnTo>
                    <a:pt x="299161" y="169392"/>
                  </a:lnTo>
                  <a:lnTo>
                    <a:pt x="296837" y="169392"/>
                  </a:lnTo>
                  <a:lnTo>
                    <a:pt x="296837" y="162433"/>
                  </a:lnTo>
                  <a:lnTo>
                    <a:pt x="299161" y="162433"/>
                  </a:lnTo>
                  <a:lnTo>
                    <a:pt x="299161" y="160782"/>
                  </a:lnTo>
                  <a:lnTo>
                    <a:pt x="311505" y="147027"/>
                  </a:lnTo>
                  <a:lnTo>
                    <a:pt x="331603" y="147027"/>
                  </a:lnTo>
                  <a:lnTo>
                    <a:pt x="327863" y="143548"/>
                  </a:lnTo>
                  <a:lnTo>
                    <a:pt x="325450" y="142074"/>
                  </a:lnTo>
                  <a:lnTo>
                    <a:pt x="320128" y="140246"/>
                  </a:lnTo>
                  <a:lnTo>
                    <a:pt x="317436" y="139801"/>
                  </a:lnTo>
                  <a:close/>
                </a:path>
                <a:path w="1377950" h="316229">
                  <a:moveTo>
                    <a:pt x="328625" y="178523"/>
                  </a:moveTo>
                  <a:lnTo>
                    <a:pt x="317639" y="186715"/>
                  </a:lnTo>
                  <a:lnTo>
                    <a:pt x="333179" y="186715"/>
                  </a:lnTo>
                  <a:lnTo>
                    <a:pt x="334200" y="185661"/>
                  </a:lnTo>
                  <a:lnTo>
                    <a:pt x="335572" y="183349"/>
                  </a:lnTo>
                  <a:lnTo>
                    <a:pt x="336397" y="180708"/>
                  </a:lnTo>
                  <a:lnTo>
                    <a:pt x="328625" y="178523"/>
                  </a:lnTo>
                  <a:close/>
                </a:path>
                <a:path w="1377950" h="316229">
                  <a:moveTo>
                    <a:pt x="299161" y="162433"/>
                  </a:moveTo>
                  <a:lnTo>
                    <a:pt x="296837" y="162433"/>
                  </a:lnTo>
                  <a:lnTo>
                    <a:pt x="296837" y="169392"/>
                  </a:lnTo>
                  <a:lnTo>
                    <a:pt x="299161" y="169392"/>
                  </a:lnTo>
                  <a:lnTo>
                    <a:pt x="299161" y="162433"/>
                  </a:lnTo>
                  <a:close/>
                </a:path>
                <a:path w="1377950" h="316229">
                  <a:moveTo>
                    <a:pt x="331603" y="147027"/>
                  </a:moveTo>
                  <a:lnTo>
                    <a:pt x="317614" y="147027"/>
                  </a:lnTo>
                  <a:lnTo>
                    <a:pt x="320570" y="147815"/>
                  </a:lnTo>
                  <a:lnTo>
                    <a:pt x="320324" y="147815"/>
                  </a:lnTo>
                  <a:lnTo>
                    <a:pt x="324434" y="150380"/>
                  </a:lnTo>
                  <a:lnTo>
                    <a:pt x="326097" y="152209"/>
                  </a:lnTo>
                  <a:lnTo>
                    <a:pt x="328434" y="156845"/>
                  </a:lnTo>
                  <a:lnTo>
                    <a:pt x="329031" y="159486"/>
                  </a:lnTo>
                  <a:lnTo>
                    <a:pt x="329031" y="162433"/>
                  </a:lnTo>
                  <a:lnTo>
                    <a:pt x="299161" y="162433"/>
                  </a:lnTo>
                  <a:lnTo>
                    <a:pt x="299161" y="169392"/>
                  </a:lnTo>
                  <a:lnTo>
                    <a:pt x="337210" y="169392"/>
                  </a:lnTo>
                  <a:lnTo>
                    <a:pt x="337160" y="160782"/>
                  </a:lnTo>
                  <a:lnTo>
                    <a:pt x="336562" y="156984"/>
                  </a:lnTo>
                  <a:lnTo>
                    <a:pt x="334001" y="150380"/>
                  </a:lnTo>
                  <a:lnTo>
                    <a:pt x="332363" y="147815"/>
                  </a:lnTo>
                  <a:lnTo>
                    <a:pt x="331603" y="147027"/>
                  </a:lnTo>
                  <a:close/>
                </a:path>
                <a:path w="1377950" h="316229">
                  <a:moveTo>
                    <a:pt x="385571" y="154922"/>
                  </a:moveTo>
                  <a:lnTo>
                    <a:pt x="371910" y="170726"/>
                  </a:lnTo>
                  <a:lnTo>
                    <a:pt x="371966" y="178879"/>
                  </a:lnTo>
                  <a:lnTo>
                    <a:pt x="372555" y="181101"/>
                  </a:lnTo>
                  <a:lnTo>
                    <a:pt x="372643" y="181432"/>
                  </a:lnTo>
                  <a:lnTo>
                    <a:pt x="376237" y="187286"/>
                  </a:lnTo>
                  <a:lnTo>
                    <a:pt x="378790" y="189598"/>
                  </a:lnTo>
                  <a:lnTo>
                    <a:pt x="385432" y="192963"/>
                  </a:lnTo>
                  <a:lnTo>
                    <a:pt x="389394" y="193802"/>
                  </a:lnTo>
                  <a:lnTo>
                    <a:pt x="397319" y="193802"/>
                  </a:lnTo>
                  <a:lnTo>
                    <a:pt x="400710" y="193192"/>
                  </a:lnTo>
                  <a:lnTo>
                    <a:pt x="407568" y="190715"/>
                  </a:lnTo>
                  <a:lnTo>
                    <a:pt x="410413" y="188823"/>
                  </a:lnTo>
                  <a:lnTo>
                    <a:pt x="412113" y="186921"/>
                  </a:lnTo>
                  <a:lnTo>
                    <a:pt x="411942" y="186715"/>
                  </a:lnTo>
                  <a:lnTo>
                    <a:pt x="390931" y="186715"/>
                  </a:lnTo>
                  <a:lnTo>
                    <a:pt x="388623" y="186156"/>
                  </a:lnTo>
                  <a:lnTo>
                    <a:pt x="379933" y="173342"/>
                  </a:lnTo>
                  <a:lnTo>
                    <a:pt x="380491" y="171780"/>
                  </a:lnTo>
                  <a:lnTo>
                    <a:pt x="382714" y="167411"/>
                  </a:lnTo>
                  <a:lnTo>
                    <a:pt x="384848" y="165163"/>
                  </a:lnTo>
                  <a:lnTo>
                    <a:pt x="390547" y="160920"/>
                  </a:lnTo>
                  <a:lnTo>
                    <a:pt x="385571" y="154922"/>
                  </a:lnTo>
                  <a:close/>
                </a:path>
                <a:path w="1377950" h="316229">
                  <a:moveTo>
                    <a:pt x="417086" y="181101"/>
                  </a:moveTo>
                  <a:lnTo>
                    <a:pt x="416948" y="181101"/>
                  </a:lnTo>
                  <a:lnTo>
                    <a:pt x="415976" y="182295"/>
                  </a:lnTo>
                  <a:lnTo>
                    <a:pt x="414985" y="183438"/>
                  </a:lnTo>
                  <a:lnTo>
                    <a:pt x="414159" y="184251"/>
                  </a:lnTo>
                  <a:lnTo>
                    <a:pt x="413638" y="184937"/>
                  </a:lnTo>
                  <a:lnTo>
                    <a:pt x="412940" y="185966"/>
                  </a:lnTo>
                  <a:lnTo>
                    <a:pt x="412113" y="186921"/>
                  </a:lnTo>
                  <a:lnTo>
                    <a:pt x="417124" y="192963"/>
                  </a:lnTo>
                  <a:lnTo>
                    <a:pt x="426800" y="192963"/>
                  </a:lnTo>
                  <a:lnTo>
                    <a:pt x="417086" y="181101"/>
                  </a:lnTo>
                  <a:close/>
                </a:path>
                <a:path w="1377950" h="316229">
                  <a:moveTo>
                    <a:pt x="412049" y="174950"/>
                  </a:moveTo>
                  <a:lnTo>
                    <a:pt x="411860" y="175425"/>
                  </a:lnTo>
                  <a:lnTo>
                    <a:pt x="410163" y="178079"/>
                  </a:lnTo>
                  <a:lnTo>
                    <a:pt x="407285" y="181101"/>
                  </a:lnTo>
                  <a:lnTo>
                    <a:pt x="412113" y="186921"/>
                  </a:lnTo>
                  <a:lnTo>
                    <a:pt x="412661" y="186309"/>
                  </a:lnTo>
                  <a:lnTo>
                    <a:pt x="412940" y="185966"/>
                  </a:lnTo>
                  <a:lnTo>
                    <a:pt x="413638" y="184937"/>
                  </a:lnTo>
                  <a:lnTo>
                    <a:pt x="414159" y="184251"/>
                  </a:lnTo>
                  <a:lnTo>
                    <a:pt x="414985" y="183438"/>
                  </a:lnTo>
                  <a:lnTo>
                    <a:pt x="415976" y="182295"/>
                  </a:lnTo>
                  <a:lnTo>
                    <a:pt x="416948" y="181101"/>
                  </a:lnTo>
                  <a:lnTo>
                    <a:pt x="417086" y="181101"/>
                  </a:lnTo>
                  <a:lnTo>
                    <a:pt x="412049" y="174950"/>
                  </a:lnTo>
                  <a:close/>
                </a:path>
                <a:path w="1377950" h="316229">
                  <a:moveTo>
                    <a:pt x="407285" y="181101"/>
                  </a:moveTo>
                  <a:lnTo>
                    <a:pt x="406136" y="182295"/>
                  </a:lnTo>
                  <a:lnTo>
                    <a:pt x="403910" y="183908"/>
                  </a:lnTo>
                  <a:lnTo>
                    <a:pt x="398906" y="186156"/>
                  </a:lnTo>
                  <a:lnTo>
                    <a:pt x="396341" y="186715"/>
                  </a:lnTo>
                  <a:lnTo>
                    <a:pt x="411942" y="186715"/>
                  </a:lnTo>
                  <a:lnTo>
                    <a:pt x="407285" y="181101"/>
                  </a:lnTo>
                  <a:close/>
                </a:path>
                <a:path w="1377950" h="316229">
                  <a:moveTo>
                    <a:pt x="396817" y="156349"/>
                  </a:moveTo>
                  <a:lnTo>
                    <a:pt x="396688" y="156349"/>
                  </a:lnTo>
                  <a:lnTo>
                    <a:pt x="390547" y="160920"/>
                  </a:lnTo>
                  <a:lnTo>
                    <a:pt x="407285" y="181101"/>
                  </a:lnTo>
                  <a:lnTo>
                    <a:pt x="410163" y="178079"/>
                  </a:lnTo>
                  <a:lnTo>
                    <a:pt x="411860" y="175425"/>
                  </a:lnTo>
                  <a:lnTo>
                    <a:pt x="412049" y="174950"/>
                  </a:lnTo>
                  <a:lnTo>
                    <a:pt x="396817" y="156349"/>
                  </a:lnTo>
                  <a:close/>
                </a:path>
                <a:path w="1377950" h="316229">
                  <a:moveTo>
                    <a:pt x="422617" y="162306"/>
                  </a:moveTo>
                  <a:lnTo>
                    <a:pt x="414845" y="162306"/>
                  </a:lnTo>
                  <a:lnTo>
                    <a:pt x="414845" y="166052"/>
                  </a:lnTo>
                  <a:lnTo>
                    <a:pt x="414358" y="168808"/>
                  </a:lnTo>
                  <a:lnTo>
                    <a:pt x="414248" y="169430"/>
                  </a:lnTo>
                  <a:lnTo>
                    <a:pt x="412049" y="174950"/>
                  </a:lnTo>
                  <a:lnTo>
                    <a:pt x="417086" y="181101"/>
                  </a:lnTo>
                  <a:lnTo>
                    <a:pt x="416948" y="181101"/>
                  </a:lnTo>
                  <a:lnTo>
                    <a:pt x="418744" y="178879"/>
                  </a:lnTo>
                  <a:lnTo>
                    <a:pt x="419950" y="176580"/>
                  </a:lnTo>
                  <a:lnTo>
                    <a:pt x="422084" y="170726"/>
                  </a:lnTo>
                  <a:lnTo>
                    <a:pt x="422551" y="167411"/>
                  </a:lnTo>
                  <a:lnTo>
                    <a:pt x="422617" y="162306"/>
                  </a:lnTo>
                  <a:close/>
                </a:path>
                <a:path w="1377950" h="316229">
                  <a:moveTo>
                    <a:pt x="408856" y="129298"/>
                  </a:moveTo>
                  <a:lnTo>
                    <a:pt x="397052" y="129298"/>
                  </a:lnTo>
                  <a:lnTo>
                    <a:pt x="399084" y="130124"/>
                  </a:lnTo>
                  <a:lnTo>
                    <a:pt x="402196" y="133438"/>
                  </a:lnTo>
                  <a:lnTo>
                    <a:pt x="402920" y="135026"/>
                  </a:lnTo>
                  <a:lnTo>
                    <a:pt x="402983" y="139319"/>
                  </a:lnTo>
                  <a:lnTo>
                    <a:pt x="402486" y="140893"/>
                  </a:lnTo>
                  <a:lnTo>
                    <a:pt x="402374" y="141249"/>
                  </a:lnTo>
                  <a:lnTo>
                    <a:pt x="399986" y="144208"/>
                  </a:lnTo>
                  <a:lnTo>
                    <a:pt x="398411" y="145592"/>
                  </a:lnTo>
                  <a:lnTo>
                    <a:pt x="396430" y="146888"/>
                  </a:lnTo>
                  <a:lnTo>
                    <a:pt x="386346" y="154393"/>
                  </a:lnTo>
                  <a:lnTo>
                    <a:pt x="385571" y="154922"/>
                  </a:lnTo>
                  <a:lnTo>
                    <a:pt x="390547" y="160920"/>
                  </a:lnTo>
                  <a:lnTo>
                    <a:pt x="396688" y="156349"/>
                  </a:lnTo>
                  <a:lnTo>
                    <a:pt x="396817" y="156349"/>
                  </a:lnTo>
                  <a:lnTo>
                    <a:pt x="392012" y="150482"/>
                  </a:lnTo>
                  <a:lnTo>
                    <a:pt x="404635" y="150482"/>
                  </a:lnTo>
                  <a:lnTo>
                    <a:pt x="406984" y="148107"/>
                  </a:lnTo>
                  <a:lnTo>
                    <a:pt x="410165" y="143421"/>
                  </a:lnTo>
                  <a:lnTo>
                    <a:pt x="410259" y="143281"/>
                  </a:lnTo>
                  <a:lnTo>
                    <a:pt x="410785" y="141592"/>
                  </a:lnTo>
                  <a:lnTo>
                    <a:pt x="411162" y="140271"/>
                  </a:lnTo>
                  <a:lnTo>
                    <a:pt x="411162" y="134340"/>
                  </a:lnTo>
                  <a:lnTo>
                    <a:pt x="410687" y="132676"/>
                  </a:lnTo>
                  <a:lnTo>
                    <a:pt x="410571" y="132270"/>
                  </a:lnTo>
                  <a:lnTo>
                    <a:pt x="410476" y="131940"/>
                  </a:lnTo>
                  <a:lnTo>
                    <a:pt x="408856" y="129298"/>
                  </a:lnTo>
                  <a:close/>
                </a:path>
                <a:path w="1377950" h="316229">
                  <a:moveTo>
                    <a:pt x="404594" y="150482"/>
                  </a:moveTo>
                  <a:lnTo>
                    <a:pt x="392012" y="150482"/>
                  </a:lnTo>
                  <a:lnTo>
                    <a:pt x="396817" y="156349"/>
                  </a:lnTo>
                  <a:lnTo>
                    <a:pt x="396688" y="156349"/>
                  </a:lnTo>
                  <a:lnTo>
                    <a:pt x="404594" y="150482"/>
                  </a:lnTo>
                  <a:close/>
                </a:path>
                <a:path w="1377950" h="316229">
                  <a:moveTo>
                    <a:pt x="397751" y="122339"/>
                  </a:moveTo>
                  <a:lnTo>
                    <a:pt x="390842" y="122339"/>
                  </a:lnTo>
                  <a:lnTo>
                    <a:pt x="387846" y="123024"/>
                  </a:lnTo>
                  <a:lnTo>
                    <a:pt x="377503" y="141592"/>
                  </a:lnTo>
                  <a:lnTo>
                    <a:pt x="377894" y="143281"/>
                  </a:lnTo>
                  <a:lnTo>
                    <a:pt x="377926" y="143421"/>
                  </a:lnTo>
                  <a:lnTo>
                    <a:pt x="380301" y="148107"/>
                  </a:lnTo>
                  <a:lnTo>
                    <a:pt x="381888" y="150482"/>
                  </a:lnTo>
                  <a:lnTo>
                    <a:pt x="385571" y="154922"/>
                  </a:lnTo>
                  <a:lnTo>
                    <a:pt x="386346" y="154393"/>
                  </a:lnTo>
                  <a:lnTo>
                    <a:pt x="391601" y="150482"/>
                  </a:lnTo>
                  <a:lnTo>
                    <a:pt x="392012" y="150482"/>
                  </a:lnTo>
                  <a:lnTo>
                    <a:pt x="385521" y="136842"/>
                  </a:lnTo>
                  <a:lnTo>
                    <a:pt x="385902" y="135432"/>
                  </a:lnTo>
                  <a:lnTo>
                    <a:pt x="387426" y="132676"/>
                  </a:lnTo>
                  <a:lnTo>
                    <a:pt x="388480" y="131546"/>
                  </a:lnTo>
                  <a:lnTo>
                    <a:pt x="391185" y="129755"/>
                  </a:lnTo>
                  <a:lnTo>
                    <a:pt x="392747" y="129298"/>
                  </a:lnTo>
                  <a:lnTo>
                    <a:pt x="408856" y="129298"/>
                  </a:lnTo>
                  <a:lnTo>
                    <a:pt x="407766" y="127520"/>
                  </a:lnTo>
                  <a:lnTo>
                    <a:pt x="405815" y="125730"/>
                  </a:lnTo>
                  <a:lnTo>
                    <a:pt x="400761" y="123024"/>
                  </a:lnTo>
                  <a:lnTo>
                    <a:pt x="397751" y="122339"/>
                  </a:lnTo>
                  <a:close/>
                </a:path>
                <a:path w="1377950" h="316229">
                  <a:moveTo>
                    <a:pt x="469912" y="123024"/>
                  </a:moveTo>
                  <a:lnTo>
                    <a:pt x="461467" y="123024"/>
                  </a:lnTo>
                  <a:lnTo>
                    <a:pt x="461467" y="192849"/>
                  </a:lnTo>
                  <a:lnTo>
                    <a:pt x="469912" y="192849"/>
                  </a:lnTo>
                  <a:lnTo>
                    <a:pt x="469912" y="123024"/>
                  </a:lnTo>
                  <a:close/>
                </a:path>
                <a:path w="1377950" h="316229">
                  <a:moveTo>
                    <a:pt x="496252" y="127927"/>
                  </a:moveTo>
                  <a:lnTo>
                    <a:pt x="488200" y="127927"/>
                  </a:lnTo>
                  <a:lnTo>
                    <a:pt x="488200" y="183070"/>
                  </a:lnTo>
                  <a:lnTo>
                    <a:pt x="500113" y="193535"/>
                  </a:lnTo>
                  <a:lnTo>
                    <a:pt x="504612" y="193535"/>
                  </a:lnTo>
                  <a:lnTo>
                    <a:pt x="506855" y="193040"/>
                  </a:lnTo>
                  <a:lnTo>
                    <a:pt x="507834" y="192786"/>
                  </a:lnTo>
                  <a:lnTo>
                    <a:pt x="508380" y="192582"/>
                  </a:lnTo>
                  <a:lnTo>
                    <a:pt x="506849" y="185762"/>
                  </a:lnTo>
                  <a:lnTo>
                    <a:pt x="501472" y="185762"/>
                  </a:lnTo>
                  <a:lnTo>
                    <a:pt x="498652" y="184823"/>
                  </a:lnTo>
                  <a:lnTo>
                    <a:pt x="498779" y="184823"/>
                  </a:lnTo>
                  <a:lnTo>
                    <a:pt x="497916" y="184073"/>
                  </a:lnTo>
                  <a:lnTo>
                    <a:pt x="496582" y="181825"/>
                  </a:lnTo>
                  <a:lnTo>
                    <a:pt x="496252" y="180124"/>
                  </a:lnTo>
                  <a:lnTo>
                    <a:pt x="496252" y="127927"/>
                  </a:lnTo>
                  <a:close/>
                </a:path>
                <a:path w="1377950" h="316229">
                  <a:moveTo>
                    <a:pt x="488200" y="140474"/>
                  </a:moveTo>
                  <a:lnTo>
                    <a:pt x="480288" y="140474"/>
                  </a:lnTo>
                  <a:lnTo>
                    <a:pt x="480288" y="147294"/>
                  </a:lnTo>
                  <a:lnTo>
                    <a:pt x="488200" y="147294"/>
                  </a:lnTo>
                  <a:lnTo>
                    <a:pt x="488200" y="140474"/>
                  </a:lnTo>
                  <a:close/>
                </a:path>
                <a:path w="1377950" h="316229">
                  <a:moveTo>
                    <a:pt x="507428" y="140474"/>
                  </a:moveTo>
                  <a:lnTo>
                    <a:pt x="496252" y="140474"/>
                  </a:lnTo>
                  <a:lnTo>
                    <a:pt x="496252" y="147294"/>
                  </a:lnTo>
                  <a:lnTo>
                    <a:pt x="507428" y="147294"/>
                  </a:lnTo>
                  <a:lnTo>
                    <a:pt x="507428" y="140474"/>
                  </a:lnTo>
                  <a:close/>
                </a:path>
                <a:path w="1377950" h="316229">
                  <a:moveTo>
                    <a:pt x="541718" y="139801"/>
                  </a:moveTo>
                  <a:lnTo>
                    <a:pt x="534263" y="139801"/>
                  </a:lnTo>
                  <a:lnTo>
                    <a:pt x="530123" y="140957"/>
                  </a:lnTo>
                  <a:lnTo>
                    <a:pt x="523049" y="145567"/>
                  </a:lnTo>
                  <a:lnTo>
                    <a:pt x="520306" y="148780"/>
                  </a:lnTo>
                  <a:lnTo>
                    <a:pt x="516436" y="156845"/>
                  </a:lnTo>
                  <a:lnTo>
                    <a:pt x="516369" y="156984"/>
                  </a:lnTo>
                  <a:lnTo>
                    <a:pt x="515583" y="160782"/>
                  </a:lnTo>
                  <a:lnTo>
                    <a:pt x="515517" y="161099"/>
                  </a:lnTo>
                  <a:lnTo>
                    <a:pt x="515391" y="172440"/>
                  </a:lnTo>
                  <a:lnTo>
                    <a:pt x="516369" y="177139"/>
                  </a:lnTo>
                  <a:lnTo>
                    <a:pt x="534758" y="193941"/>
                  </a:lnTo>
                  <a:lnTo>
                    <a:pt x="543356" y="193941"/>
                  </a:lnTo>
                  <a:lnTo>
                    <a:pt x="557468" y="186715"/>
                  </a:lnTo>
                  <a:lnTo>
                    <a:pt x="536549" y="186715"/>
                  </a:lnTo>
                  <a:lnTo>
                    <a:pt x="533704" y="186004"/>
                  </a:lnTo>
                  <a:lnTo>
                    <a:pt x="523443" y="169392"/>
                  </a:lnTo>
                  <a:lnTo>
                    <a:pt x="521119" y="169392"/>
                  </a:lnTo>
                  <a:lnTo>
                    <a:pt x="521119" y="162433"/>
                  </a:lnTo>
                  <a:lnTo>
                    <a:pt x="523443" y="162433"/>
                  </a:lnTo>
                  <a:lnTo>
                    <a:pt x="523443" y="160782"/>
                  </a:lnTo>
                  <a:lnTo>
                    <a:pt x="535787" y="147027"/>
                  </a:lnTo>
                  <a:lnTo>
                    <a:pt x="555885" y="147027"/>
                  </a:lnTo>
                  <a:lnTo>
                    <a:pt x="552145" y="143548"/>
                  </a:lnTo>
                  <a:lnTo>
                    <a:pt x="549732" y="142074"/>
                  </a:lnTo>
                  <a:lnTo>
                    <a:pt x="544410" y="140246"/>
                  </a:lnTo>
                  <a:lnTo>
                    <a:pt x="541718" y="139801"/>
                  </a:lnTo>
                  <a:close/>
                </a:path>
                <a:path w="1377950" h="316229">
                  <a:moveTo>
                    <a:pt x="552894" y="178523"/>
                  </a:moveTo>
                  <a:lnTo>
                    <a:pt x="541921" y="186715"/>
                  </a:lnTo>
                  <a:lnTo>
                    <a:pt x="557468" y="186715"/>
                  </a:lnTo>
                  <a:lnTo>
                    <a:pt x="558482" y="185661"/>
                  </a:lnTo>
                  <a:lnTo>
                    <a:pt x="559854" y="183349"/>
                  </a:lnTo>
                  <a:lnTo>
                    <a:pt x="560666" y="180708"/>
                  </a:lnTo>
                  <a:lnTo>
                    <a:pt x="552894" y="178523"/>
                  </a:lnTo>
                  <a:close/>
                </a:path>
                <a:path w="1377950" h="316229">
                  <a:moveTo>
                    <a:pt x="523443" y="162433"/>
                  </a:moveTo>
                  <a:lnTo>
                    <a:pt x="521119" y="162433"/>
                  </a:lnTo>
                  <a:lnTo>
                    <a:pt x="521119" y="169392"/>
                  </a:lnTo>
                  <a:lnTo>
                    <a:pt x="523443" y="169392"/>
                  </a:lnTo>
                  <a:lnTo>
                    <a:pt x="523443" y="162433"/>
                  </a:lnTo>
                  <a:close/>
                </a:path>
                <a:path w="1377950" h="316229">
                  <a:moveTo>
                    <a:pt x="555885" y="147027"/>
                  </a:moveTo>
                  <a:lnTo>
                    <a:pt x="541896" y="147027"/>
                  </a:lnTo>
                  <a:lnTo>
                    <a:pt x="544852" y="147815"/>
                  </a:lnTo>
                  <a:lnTo>
                    <a:pt x="544606" y="147815"/>
                  </a:lnTo>
                  <a:lnTo>
                    <a:pt x="548716" y="150380"/>
                  </a:lnTo>
                  <a:lnTo>
                    <a:pt x="550379" y="152209"/>
                  </a:lnTo>
                  <a:lnTo>
                    <a:pt x="552716" y="156845"/>
                  </a:lnTo>
                  <a:lnTo>
                    <a:pt x="553300" y="159486"/>
                  </a:lnTo>
                  <a:lnTo>
                    <a:pt x="553300" y="162433"/>
                  </a:lnTo>
                  <a:lnTo>
                    <a:pt x="523443" y="162433"/>
                  </a:lnTo>
                  <a:lnTo>
                    <a:pt x="523443" y="169392"/>
                  </a:lnTo>
                  <a:lnTo>
                    <a:pt x="561492" y="169392"/>
                  </a:lnTo>
                  <a:lnTo>
                    <a:pt x="561442" y="160782"/>
                  </a:lnTo>
                  <a:lnTo>
                    <a:pt x="560844" y="156984"/>
                  </a:lnTo>
                  <a:lnTo>
                    <a:pt x="558283" y="150380"/>
                  </a:lnTo>
                  <a:lnTo>
                    <a:pt x="556645" y="147815"/>
                  </a:lnTo>
                  <a:lnTo>
                    <a:pt x="555885" y="147027"/>
                  </a:lnTo>
                  <a:close/>
                </a:path>
                <a:path w="1377950" h="316229">
                  <a:moveTo>
                    <a:pt x="580377" y="140474"/>
                  </a:moveTo>
                  <a:lnTo>
                    <a:pt x="572604" y="140474"/>
                  </a:lnTo>
                  <a:lnTo>
                    <a:pt x="572604" y="192849"/>
                  </a:lnTo>
                  <a:lnTo>
                    <a:pt x="580656" y="192849"/>
                  </a:lnTo>
                  <a:lnTo>
                    <a:pt x="580656" y="157340"/>
                  </a:lnTo>
                  <a:lnTo>
                    <a:pt x="581215" y="155244"/>
                  </a:lnTo>
                  <a:lnTo>
                    <a:pt x="583514" y="151536"/>
                  </a:lnTo>
                  <a:lnTo>
                    <a:pt x="585088" y="150088"/>
                  </a:lnTo>
                  <a:lnTo>
                    <a:pt x="588278" y="148386"/>
                  </a:lnTo>
                  <a:lnTo>
                    <a:pt x="580377" y="148386"/>
                  </a:lnTo>
                  <a:lnTo>
                    <a:pt x="580377" y="140474"/>
                  </a:lnTo>
                  <a:close/>
                </a:path>
                <a:path w="1377950" h="316229">
                  <a:moveTo>
                    <a:pt x="598792" y="139801"/>
                  </a:moveTo>
                  <a:lnTo>
                    <a:pt x="590934" y="139801"/>
                  </a:lnTo>
                  <a:lnTo>
                    <a:pt x="588587" y="140474"/>
                  </a:lnTo>
                  <a:lnTo>
                    <a:pt x="583603" y="143700"/>
                  </a:lnTo>
                  <a:lnTo>
                    <a:pt x="581875" y="145796"/>
                  </a:lnTo>
                  <a:lnTo>
                    <a:pt x="580923" y="148386"/>
                  </a:lnTo>
                  <a:lnTo>
                    <a:pt x="588278" y="148386"/>
                  </a:lnTo>
                  <a:lnTo>
                    <a:pt x="589040" y="147980"/>
                  </a:lnTo>
                  <a:lnTo>
                    <a:pt x="591012" y="147510"/>
                  </a:lnTo>
                  <a:lnTo>
                    <a:pt x="598792" y="147510"/>
                  </a:lnTo>
                  <a:lnTo>
                    <a:pt x="598792" y="139801"/>
                  </a:lnTo>
                  <a:close/>
                </a:path>
                <a:path w="1377950" h="316229">
                  <a:moveTo>
                    <a:pt x="598792" y="147510"/>
                  </a:moveTo>
                  <a:lnTo>
                    <a:pt x="595960" y="147510"/>
                  </a:lnTo>
                  <a:lnTo>
                    <a:pt x="596912" y="147675"/>
                  </a:lnTo>
                  <a:lnTo>
                    <a:pt x="598934" y="147980"/>
                  </a:lnTo>
                  <a:lnTo>
                    <a:pt x="598792" y="147980"/>
                  </a:lnTo>
                  <a:lnTo>
                    <a:pt x="598792" y="147510"/>
                  </a:lnTo>
                  <a:close/>
                </a:path>
                <a:path w="1377950" h="316229">
                  <a:moveTo>
                    <a:pt x="643743" y="146888"/>
                  </a:moveTo>
                  <a:lnTo>
                    <a:pt x="631228" y="146888"/>
                  </a:lnTo>
                  <a:lnTo>
                    <a:pt x="633983" y="147815"/>
                  </a:lnTo>
                  <a:lnTo>
                    <a:pt x="637654" y="151549"/>
                  </a:lnTo>
                  <a:lnTo>
                    <a:pt x="638568" y="154190"/>
                  </a:lnTo>
                  <a:lnTo>
                    <a:pt x="638568" y="159092"/>
                  </a:lnTo>
                  <a:lnTo>
                    <a:pt x="638098" y="160007"/>
                  </a:lnTo>
                  <a:lnTo>
                    <a:pt x="636257" y="161048"/>
                  </a:lnTo>
                  <a:lnTo>
                    <a:pt x="634809" y="161429"/>
                  </a:lnTo>
                  <a:lnTo>
                    <a:pt x="628256" y="162166"/>
                  </a:lnTo>
                  <a:lnTo>
                    <a:pt x="622630" y="162890"/>
                  </a:lnTo>
                  <a:lnTo>
                    <a:pt x="604748" y="181394"/>
                  </a:lnTo>
                  <a:lnTo>
                    <a:pt x="605548" y="184302"/>
                  </a:lnTo>
                  <a:lnTo>
                    <a:pt x="608723" y="189103"/>
                  </a:lnTo>
                  <a:lnTo>
                    <a:pt x="610869" y="190931"/>
                  </a:lnTo>
                  <a:lnTo>
                    <a:pt x="616280" y="193446"/>
                  </a:lnTo>
                  <a:lnTo>
                    <a:pt x="619290" y="194081"/>
                  </a:lnTo>
                  <a:lnTo>
                    <a:pt x="625665" y="194081"/>
                  </a:lnTo>
                  <a:lnTo>
                    <a:pt x="637616" y="186893"/>
                  </a:lnTo>
                  <a:lnTo>
                    <a:pt x="620829" y="186893"/>
                  </a:lnTo>
                  <a:lnTo>
                    <a:pt x="618271" y="186220"/>
                  </a:lnTo>
                  <a:lnTo>
                    <a:pt x="618094" y="186220"/>
                  </a:lnTo>
                  <a:lnTo>
                    <a:pt x="615899" y="184734"/>
                  </a:lnTo>
                  <a:lnTo>
                    <a:pt x="613829" y="183299"/>
                  </a:lnTo>
                  <a:lnTo>
                    <a:pt x="612899" y="181394"/>
                  </a:lnTo>
                  <a:lnTo>
                    <a:pt x="612892" y="176072"/>
                  </a:lnTo>
                  <a:lnTo>
                    <a:pt x="613253" y="174980"/>
                  </a:lnTo>
                  <a:lnTo>
                    <a:pt x="613333" y="174739"/>
                  </a:lnTo>
                  <a:lnTo>
                    <a:pt x="630411" y="168795"/>
                  </a:lnTo>
                  <a:lnTo>
                    <a:pt x="633869" y="168249"/>
                  </a:lnTo>
                  <a:lnTo>
                    <a:pt x="635177" y="167970"/>
                  </a:lnTo>
                  <a:lnTo>
                    <a:pt x="637432" y="167322"/>
                  </a:lnTo>
                  <a:lnTo>
                    <a:pt x="638225" y="166941"/>
                  </a:lnTo>
                  <a:lnTo>
                    <a:pt x="638568" y="166522"/>
                  </a:lnTo>
                  <a:lnTo>
                    <a:pt x="646620" y="166522"/>
                  </a:lnTo>
                  <a:lnTo>
                    <a:pt x="646620" y="154190"/>
                  </a:lnTo>
                  <a:lnTo>
                    <a:pt x="646183" y="152069"/>
                  </a:lnTo>
                  <a:lnTo>
                    <a:pt x="646076" y="151549"/>
                  </a:lnTo>
                  <a:lnTo>
                    <a:pt x="645981" y="151091"/>
                  </a:lnTo>
                  <a:lnTo>
                    <a:pt x="645934" y="150863"/>
                  </a:lnTo>
                  <a:lnTo>
                    <a:pt x="643743" y="146888"/>
                  </a:lnTo>
                  <a:close/>
                </a:path>
                <a:path w="1377950" h="316229">
                  <a:moveTo>
                    <a:pt x="646620" y="185762"/>
                  </a:moveTo>
                  <a:lnTo>
                    <a:pt x="638568" y="185762"/>
                  </a:lnTo>
                  <a:lnTo>
                    <a:pt x="638568" y="192849"/>
                  </a:lnTo>
                  <a:lnTo>
                    <a:pt x="646620" y="192849"/>
                  </a:lnTo>
                  <a:lnTo>
                    <a:pt x="646620" y="185762"/>
                  </a:lnTo>
                  <a:close/>
                </a:path>
                <a:path w="1377950" h="316229">
                  <a:moveTo>
                    <a:pt x="646620" y="166522"/>
                  </a:moveTo>
                  <a:lnTo>
                    <a:pt x="638568" y="166522"/>
                  </a:lnTo>
                  <a:lnTo>
                    <a:pt x="638492" y="176352"/>
                  </a:lnTo>
                  <a:lnTo>
                    <a:pt x="637997" y="178155"/>
                  </a:lnTo>
                  <a:lnTo>
                    <a:pt x="635749" y="182105"/>
                  </a:lnTo>
                  <a:lnTo>
                    <a:pt x="634098" y="183718"/>
                  </a:lnTo>
                  <a:lnTo>
                    <a:pt x="629704" y="186220"/>
                  </a:lnTo>
                  <a:lnTo>
                    <a:pt x="626805" y="186893"/>
                  </a:lnTo>
                  <a:lnTo>
                    <a:pt x="637616" y="186893"/>
                  </a:lnTo>
                  <a:lnTo>
                    <a:pt x="638162" y="185762"/>
                  </a:lnTo>
                  <a:lnTo>
                    <a:pt x="646620" y="185762"/>
                  </a:lnTo>
                  <a:lnTo>
                    <a:pt x="646620" y="166522"/>
                  </a:lnTo>
                  <a:close/>
                </a:path>
                <a:path w="1377950" h="316229">
                  <a:moveTo>
                    <a:pt x="628929" y="139801"/>
                  </a:moveTo>
                  <a:lnTo>
                    <a:pt x="624611" y="139801"/>
                  </a:lnTo>
                  <a:lnTo>
                    <a:pt x="621931" y="140157"/>
                  </a:lnTo>
                  <a:lnTo>
                    <a:pt x="606247" y="152069"/>
                  </a:lnTo>
                  <a:lnTo>
                    <a:pt x="613879" y="154800"/>
                  </a:lnTo>
                  <a:lnTo>
                    <a:pt x="614768" y="152895"/>
                  </a:lnTo>
                  <a:lnTo>
                    <a:pt x="616305" y="151091"/>
                  </a:lnTo>
                  <a:lnTo>
                    <a:pt x="620558" y="147815"/>
                  </a:lnTo>
                  <a:lnTo>
                    <a:pt x="620355" y="147815"/>
                  </a:lnTo>
                  <a:lnTo>
                    <a:pt x="623684" y="146888"/>
                  </a:lnTo>
                  <a:lnTo>
                    <a:pt x="643743" y="146888"/>
                  </a:lnTo>
                  <a:lnTo>
                    <a:pt x="643204" y="145910"/>
                  </a:lnTo>
                  <a:lnTo>
                    <a:pt x="641489" y="144056"/>
                  </a:lnTo>
                  <a:lnTo>
                    <a:pt x="637374" y="141605"/>
                  </a:lnTo>
                  <a:lnTo>
                    <a:pt x="635519" y="140893"/>
                  </a:lnTo>
                  <a:lnTo>
                    <a:pt x="635843" y="140893"/>
                  </a:lnTo>
                  <a:lnTo>
                    <a:pt x="633044" y="140411"/>
                  </a:lnTo>
                  <a:lnTo>
                    <a:pt x="630859" y="140004"/>
                  </a:lnTo>
                  <a:lnTo>
                    <a:pt x="628929" y="139801"/>
                  </a:lnTo>
                  <a:close/>
                </a:path>
                <a:path w="1377950" h="316229">
                  <a:moveTo>
                    <a:pt x="671766" y="127927"/>
                  </a:moveTo>
                  <a:lnTo>
                    <a:pt x="663727" y="127927"/>
                  </a:lnTo>
                  <a:lnTo>
                    <a:pt x="663727" y="183070"/>
                  </a:lnTo>
                  <a:lnTo>
                    <a:pt x="675639" y="193535"/>
                  </a:lnTo>
                  <a:lnTo>
                    <a:pt x="680126" y="193535"/>
                  </a:lnTo>
                  <a:lnTo>
                    <a:pt x="682369" y="193040"/>
                  </a:lnTo>
                  <a:lnTo>
                    <a:pt x="683361" y="192786"/>
                  </a:lnTo>
                  <a:lnTo>
                    <a:pt x="683907" y="192582"/>
                  </a:lnTo>
                  <a:lnTo>
                    <a:pt x="682364" y="185762"/>
                  </a:lnTo>
                  <a:lnTo>
                    <a:pt x="676986" y="185762"/>
                  </a:lnTo>
                  <a:lnTo>
                    <a:pt x="674166" y="184823"/>
                  </a:lnTo>
                  <a:lnTo>
                    <a:pt x="674306" y="184823"/>
                  </a:lnTo>
                  <a:lnTo>
                    <a:pt x="673442" y="184073"/>
                  </a:lnTo>
                  <a:lnTo>
                    <a:pt x="672827" y="183070"/>
                  </a:lnTo>
                  <a:lnTo>
                    <a:pt x="672096" y="181825"/>
                  </a:lnTo>
                  <a:lnTo>
                    <a:pt x="671766" y="180124"/>
                  </a:lnTo>
                  <a:lnTo>
                    <a:pt x="671766" y="127927"/>
                  </a:lnTo>
                  <a:close/>
                </a:path>
                <a:path w="1377950" h="316229">
                  <a:moveTo>
                    <a:pt x="663727" y="140474"/>
                  </a:moveTo>
                  <a:lnTo>
                    <a:pt x="655815" y="140474"/>
                  </a:lnTo>
                  <a:lnTo>
                    <a:pt x="655815" y="147294"/>
                  </a:lnTo>
                  <a:lnTo>
                    <a:pt x="663727" y="147294"/>
                  </a:lnTo>
                  <a:lnTo>
                    <a:pt x="663727" y="140474"/>
                  </a:lnTo>
                  <a:close/>
                </a:path>
                <a:path w="1377950" h="316229">
                  <a:moveTo>
                    <a:pt x="682955" y="140474"/>
                  </a:moveTo>
                  <a:lnTo>
                    <a:pt x="671766" y="140474"/>
                  </a:lnTo>
                  <a:lnTo>
                    <a:pt x="671766" y="147294"/>
                  </a:lnTo>
                  <a:lnTo>
                    <a:pt x="682955" y="147294"/>
                  </a:lnTo>
                  <a:lnTo>
                    <a:pt x="682955" y="140474"/>
                  </a:lnTo>
                  <a:close/>
                </a:path>
                <a:path w="1377950" h="316229">
                  <a:moveTo>
                    <a:pt x="717232" y="139801"/>
                  </a:moveTo>
                  <a:lnTo>
                    <a:pt x="709777" y="139801"/>
                  </a:lnTo>
                  <a:lnTo>
                    <a:pt x="705650" y="140957"/>
                  </a:lnTo>
                  <a:lnTo>
                    <a:pt x="698576" y="145567"/>
                  </a:lnTo>
                  <a:lnTo>
                    <a:pt x="695820" y="148780"/>
                  </a:lnTo>
                  <a:lnTo>
                    <a:pt x="691962" y="156845"/>
                  </a:lnTo>
                  <a:lnTo>
                    <a:pt x="691895" y="156984"/>
                  </a:lnTo>
                  <a:lnTo>
                    <a:pt x="691109" y="160782"/>
                  </a:lnTo>
                  <a:lnTo>
                    <a:pt x="691044" y="161099"/>
                  </a:lnTo>
                  <a:lnTo>
                    <a:pt x="690918" y="172440"/>
                  </a:lnTo>
                  <a:lnTo>
                    <a:pt x="691895" y="177139"/>
                  </a:lnTo>
                  <a:lnTo>
                    <a:pt x="695820" y="185216"/>
                  </a:lnTo>
                  <a:lnTo>
                    <a:pt x="698626" y="188353"/>
                  </a:lnTo>
                  <a:lnTo>
                    <a:pt x="705929" y="192824"/>
                  </a:lnTo>
                  <a:lnTo>
                    <a:pt x="710285" y="193941"/>
                  </a:lnTo>
                  <a:lnTo>
                    <a:pt x="718870" y="193941"/>
                  </a:lnTo>
                  <a:lnTo>
                    <a:pt x="722071" y="193395"/>
                  </a:lnTo>
                  <a:lnTo>
                    <a:pt x="727748" y="191185"/>
                  </a:lnTo>
                  <a:lnTo>
                    <a:pt x="730135" y="189649"/>
                  </a:lnTo>
                  <a:lnTo>
                    <a:pt x="732975" y="186715"/>
                  </a:lnTo>
                  <a:lnTo>
                    <a:pt x="712076" y="186715"/>
                  </a:lnTo>
                  <a:lnTo>
                    <a:pt x="709218" y="186004"/>
                  </a:lnTo>
                  <a:lnTo>
                    <a:pt x="698957" y="169392"/>
                  </a:lnTo>
                  <a:lnTo>
                    <a:pt x="696645" y="169392"/>
                  </a:lnTo>
                  <a:lnTo>
                    <a:pt x="696645" y="162433"/>
                  </a:lnTo>
                  <a:lnTo>
                    <a:pt x="698957" y="162433"/>
                  </a:lnTo>
                  <a:lnTo>
                    <a:pt x="698957" y="160782"/>
                  </a:lnTo>
                  <a:lnTo>
                    <a:pt x="711301" y="147027"/>
                  </a:lnTo>
                  <a:lnTo>
                    <a:pt x="731401" y="147027"/>
                  </a:lnTo>
                  <a:lnTo>
                    <a:pt x="727671" y="143548"/>
                  </a:lnTo>
                  <a:lnTo>
                    <a:pt x="725246" y="142074"/>
                  </a:lnTo>
                  <a:lnTo>
                    <a:pt x="719924" y="140246"/>
                  </a:lnTo>
                  <a:lnTo>
                    <a:pt x="717232" y="139801"/>
                  </a:lnTo>
                  <a:close/>
                </a:path>
                <a:path w="1377950" h="316229">
                  <a:moveTo>
                    <a:pt x="728421" y="178523"/>
                  </a:moveTo>
                  <a:lnTo>
                    <a:pt x="717435" y="186715"/>
                  </a:lnTo>
                  <a:lnTo>
                    <a:pt x="732975" y="186715"/>
                  </a:lnTo>
                  <a:lnTo>
                    <a:pt x="733996" y="185661"/>
                  </a:lnTo>
                  <a:lnTo>
                    <a:pt x="735380" y="183349"/>
                  </a:lnTo>
                  <a:lnTo>
                    <a:pt x="736076" y="181089"/>
                  </a:lnTo>
                  <a:lnTo>
                    <a:pt x="736193" y="180708"/>
                  </a:lnTo>
                  <a:lnTo>
                    <a:pt x="728421" y="178523"/>
                  </a:lnTo>
                  <a:close/>
                </a:path>
                <a:path w="1377950" h="316229">
                  <a:moveTo>
                    <a:pt x="698957" y="162433"/>
                  </a:moveTo>
                  <a:lnTo>
                    <a:pt x="696645" y="162433"/>
                  </a:lnTo>
                  <a:lnTo>
                    <a:pt x="696645" y="169392"/>
                  </a:lnTo>
                  <a:lnTo>
                    <a:pt x="698957" y="169392"/>
                  </a:lnTo>
                  <a:lnTo>
                    <a:pt x="698957" y="162433"/>
                  </a:lnTo>
                  <a:close/>
                </a:path>
                <a:path w="1377950" h="316229">
                  <a:moveTo>
                    <a:pt x="731401" y="147027"/>
                  </a:moveTo>
                  <a:lnTo>
                    <a:pt x="717422" y="147027"/>
                  </a:lnTo>
                  <a:lnTo>
                    <a:pt x="720364" y="147815"/>
                  </a:lnTo>
                  <a:lnTo>
                    <a:pt x="720121" y="147815"/>
                  </a:lnTo>
                  <a:lnTo>
                    <a:pt x="724242" y="150380"/>
                  </a:lnTo>
                  <a:lnTo>
                    <a:pt x="725893" y="152209"/>
                  </a:lnTo>
                  <a:lnTo>
                    <a:pt x="727049" y="154520"/>
                  </a:lnTo>
                  <a:lnTo>
                    <a:pt x="728243" y="156845"/>
                  </a:lnTo>
                  <a:lnTo>
                    <a:pt x="728827" y="159486"/>
                  </a:lnTo>
                  <a:lnTo>
                    <a:pt x="728827" y="162433"/>
                  </a:lnTo>
                  <a:lnTo>
                    <a:pt x="698957" y="162433"/>
                  </a:lnTo>
                  <a:lnTo>
                    <a:pt x="698957" y="169392"/>
                  </a:lnTo>
                  <a:lnTo>
                    <a:pt x="737006" y="169392"/>
                  </a:lnTo>
                  <a:lnTo>
                    <a:pt x="736956" y="160782"/>
                  </a:lnTo>
                  <a:lnTo>
                    <a:pt x="736358" y="156984"/>
                  </a:lnTo>
                  <a:lnTo>
                    <a:pt x="733797" y="150380"/>
                  </a:lnTo>
                  <a:lnTo>
                    <a:pt x="732159" y="147815"/>
                  </a:lnTo>
                  <a:lnTo>
                    <a:pt x="731401" y="147027"/>
                  </a:lnTo>
                  <a:close/>
                </a:path>
                <a:path w="1377950" h="316229">
                  <a:moveTo>
                    <a:pt x="796912" y="114300"/>
                  </a:moveTo>
                  <a:lnTo>
                    <a:pt x="789825" y="114300"/>
                  </a:lnTo>
                  <a:lnTo>
                    <a:pt x="785660" y="120357"/>
                  </a:lnTo>
                  <a:lnTo>
                    <a:pt x="782459" y="127012"/>
                  </a:lnTo>
                  <a:lnTo>
                    <a:pt x="777976" y="141439"/>
                  </a:lnTo>
                  <a:lnTo>
                    <a:pt x="776871" y="149339"/>
                  </a:lnTo>
                  <a:lnTo>
                    <a:pt x="776871" y="166522"/>
                  </a:lnTo>
                  <a:lnTo>
                    <a:pt x="777976" y="174434"/>
                  </a:lnTo>
                  <a:lnTo>
                    <a:pt x="782459" y="188874"/>
                  </a:lnTo>
                  <a:lnTo>
                    <a:pt x="785660" y="195503"/>
                  </a:lnTo>
                  <a:lnTo>
                    <a:pt x="789825" y="201574"/>
                  </a:lnTo>
                  <a:lnTo>
                    <a:pt x="796912" y="201574"/>
                  </a:lnTo>
                  <a:lnTo>
                    <a:pt x="794740" y="198577"/>
                  </a:lnTo>
                  <a:lnTo>
                    <a:pt x="792759" y="194691"/>
                  </a:lnTo>
                  <a:lnTo>
                    <a:pt x="789216" y="185140"/>
                  </a:lnTo>
                  <a:lnTo>
                    <a:pt x="787806" y="179971"/>
                  </a:lnTo>
                  <a:lnTo>
                    <a:pt x="785710" y="168833"/>
                  </a:lnTo>
                  <a:lnTo>
                    <a:pt x="785190" y="163347"/>
                  </a:lnTo>
                  <a:lnTo>
                    <a:pt x="785190" y="153873"/>
                  </a:lnTo>
                  <a:lnTo>
                    <a:pt x="795273" y="116547"/>
                  </a:lnTo>
                  <a:lnTo>
                    <a:pt x="796912" y="114300"/>
                  </a:lnTo>
                  <a:close/>
                </a:path>
                <a:path w="1377950" h="316229">
                  <a:moveTo>
                    <a:pt x="849668" y="123024"/>
                  </a:moveTo>
                  <a:lnTo>
                    <a:pt x="804938" y="123024"/>
                  </a:lnTo>
                  <a:lnTo>
                    <a:pt x="804938" y="130517"/>
                  </a:lnTo>
                  <a:lnTo>
                    <a:pt x="840943" y="130517"/>
                  </a:lnTo>
                  <a:lnTo>
                    <a:pt x="840943" y="131064"/>
                  </a:lnTo>
                  <a:lnTo>
                    <a:pt x="809713" y="192849"/>
                  </a:lnTo>
                  <a:lnTo>
                    <a:pt x="818578" y="192849"/>
                  </a:lnTo>
                  <a:lnTo>
                    <a:pt x="849604" y="131064"/>
                  </a:lnTo>
                  <a:lnTo>
                    <a:pt x="849668" y="123024"/>
                  </a:lnTo>
                  <a:close/>
                </a:path>
                <a:path w="1377950" h="316229">
                  <a:moveTo>
                    <a:pt x="885799" y="131889"/>
                  </a:moveTo>
                  <a:lnTo>
                    <a:pt x="877341" y="131889"/>
                  </a:lnTo>
                  <a:lnTo>
                    <a:pt x="877341" y="192849"/>
                  </a:lnTo>
                  <a:lnTo>
                    <a:pt x="885799" y="192849"/>
                  </a:lnTo>
                  <a:lnTo>
                    <a:pt x="885799" y="131889"/>
                  </a:lnTo>
                  <a:close/>
                </a:path>
                <a:path w="1377950" h="316229">
                  <a:moveTo>
                    <a:pt x="885799" y="123024"/>
                  </a:moveTo>
                  <a:lnTo>
                    <a:pt x="877341" y="123024"/>
                  </a:lnTo>
                  <a:lnTo>
                    <a:pt x="859891" y="134620"/>
                  </a:lnTo>
                  <a:lnTo>
                    <a:pt x="859891" y="143205"/>
                  </a:lnTo>
                  <a:lnTo>
                    <a:pt x="876934" y="131889"/>
                  </a:lnTo>
                  <a:lnTo>
                    <a:pt x="885799" y="131889"/>
                  </a:lnTo>
                  <a:lnTo>
                    <a:pt x="885799" y="123024"/>
                  </a:lnTo>
                  <a:close/>
                </a:path>
                <a:path w="1377950" h="316229">
                  <a:moveTo>
                    <a:pt x="945540" y="154190"/>
                  </a:moveTo>
                  <a:lnTo>
                    <a:pt x="897534" y="154190"/>
                  </a:lnTo>
                  <a:lnTo>
                    <a:pt x="897534" y="161683"/>
                  </a:lnTo>
                  <a:lnTo>
                    <a:pt x="945540" y="161683"/>
                  </a:lnTo>
                  <a:lnTo>
                    <a:pt x="945540" y="154190"/>
                  </a:lnTo>
                  <a:close/>
                </a:path>
                <a:path w="1377950" h="316229">
                  <a:moveTo>
                    <a:pt x="978052" y="122072"/>
                  </a:moveTo>
                  <a:lnTo>
                    <a:pt x="969911" y="122072"/>
                  </a:lnTo>
                  <a:lnTo>
                    <a:pt x="966266" y="122872"/>
                  </a:lnTo>
                  <a:lnTo>
                    <a:pt x="952842" y="144322"/>
                  </a:lnTo>
                  <a:lnTo>
                    <a:pt x="953775" y="147472"/>
                  </a:lnTo>
                  <a:lnTo>
                    <a:pt x="953820" y="147624"/>
                  </a:lnTo>
                  <a:lnTo>
                    <a:pt x="957783" y="153428"/>
                  </a:lnTo>
                  <a:lnTo>
                    <a:pt x="960437" y="155295"/>
                  </a:lnTo>
                  <a:lnTo>
                    <a:pt x="963777" y="156159"/>
                  </a:lnTo>
                  <a:lnTo>
                    <a:pt x="963777" y="156578"/>
                  </a:lnTo>
                  <a:lnTo>
                    <a:pt x="950252" y="171348"/>
                  </a:lnTo>
                  <a:lnTo>
                    <a:pt x="950252" y="178079"/>
                  </a:lnTo>
                  <a:lnTo>
                    <a:pt x="969327" y="193802"/>
                  </a:lnTo>
                  <a:lnTo>
                    <a:pt x="978661" y="193802"/>
                  </a:lnTo>
                  <a:lnTo>
                    <a:pt x="982764" y="192976"/>
                  </a:lnTo>
                  <a:lnTo>
                    <a:pt x="989888" y="189636"/>
                  </a:lnTo>
                  <a:lnTo>
                    <a:pt x="992670" y="187325"/>
                  </a:lnTo>
                  <a:lnTo>
                    <a:pt x="993365" y="186309"/>
                  </a:lnTo>
                  <a:lnTo>
                    <a:pt x="970826" y="186309"/>
                  </a:lnTo>
                  <a:lnTo>
                    <a:pt x="968070" y="185788"/>
                  </a:lnTo>
                  <a:lnTo>
                    <a:pt x="958570" y="176390"/>
                  </a:lnTo>
                  <a:lnTo>
                    <a:pt x="958570" y="171348"/>
                  </a:lnTo>
                  <a:lnTo>
                    <a:pt x="971029" y="160388"/>
                  </a:lnTo>
                  <a:lnTo>
                    <a:pt x="991756" y="160388"/>
                  </a:lnTo>
                  <a:lnTo>
                    <a:pt x="989025" y="158102"/>
                  </a:lnTo>
                  <a:lnTo>
                    <a:pt x="986764" y="157022"/>
                  </a:lnTo>
                  <a:lnTo>
                    <a:pt x="984237" y="156578"/>
                  </a:lnTo>
                  <a:lnTo>
                    <a:pt x="984237" y="156159"/>
                  </a:lnTo>
                  <a:lnTo>
                    <a:pt x="987513" y="155295"/>
                  </a:lnTo>
                  <a:lnTo>
                    <a:pt x="990130" y="153428"/>
                  </a:lnTo>
                  <a:lnTo>
                    <a:pt x="990313" y="153162"/>
                  </a:lnTo>
                  <a:lnTo>
                    <a:pt x="971461" y="153162"/>
                  </a:lnTo>
                  <a:lnTo>
                    <a:pt x="969213" y="152666"/>
                  </a:lnTo>
                  <a:lnTo>
                    <a:pt x="961021" y="143573"/>
                  </a:lnTo>
                  <a:lnTo>
                    <a:pt x="961021" y="138798"/>
                  </a:lnTo>
                  <a:lnTo>
                    <a:pt x="961469" y="137071"/>
                  </a:lnTo>
                  <a:lnTo>
                    <a:pt x="961555" y="136740"/>
                  </a:lnTo>
                  <a:lnTo>
                    <a:pt x="963688" y="133223"/>
                  </a:lnTo>
                  <a:lnTo>
                    <a:pt x="965199" y="131851"/>
                  </a:lnTo>
                  <a:lnTo>
                    <a:pt x="969111" y="129921"/>
                  </a:lnTo>
                  <a:lnTo>
                    <a:pt x="971397" y="129438"/>
                  </a:lnTo>
                  <a:lnTo>
                    <a:pt x="991276" y="129438"/>
                  </a:lnTo>
                  <a:lnTo>
                    <a:pt x="990536" y="128308"/>
                  </a:lnTo>
                  <a:lnTo>
                    <a:pt x="988034" y="126098"/>
                  </a:lnTo>
                  <a:lnTo>
                    <a:pt x="981671" y="122872"/>
                  </a:lnTo>
                  <a:lnTo>
                    <a:pt x="978052" y="122072"/>
                  </a:lnTo>
                  <a:close/>
                </a:path>
                <a:path w="1377950" h="316229">
                  <a:moveTo>
                    <a:pt x="991756" y="160388"/>
                  </a:moveTo>
                  <a:lnTo>
                    <a:pt x="976960" y="160388"/>
                  </a:lnTo>
                  <a:lnTo>
                    <a:pt x="979589" y="160972"/>
                  </a:lnTo>
                  <a:lnTo>
                    <a:pt x="984199" y="163283"/>
                  </a:lnTo>
                  <a:lnTo>
                    <a:pt x="986027" y="164884"/>
                  </a:lnTo>
                  <a:lnTo>
                    <a:pt x="988707" y="168922"/>
                  </a:lnTo>
                  <a:lnTo>
                    <a:pt x="989393" y="171348"/>
                  </a:lnTo>
                  <a:lnTo>
                    <a:pt x="989393" y="176390"/>
                  </a:lnTo>
                  <a:lnTo>
                    <a:pt x="977163" y="186309"/>
                  </a:lnTo>
                  <a:lnTo>
                    <a:pt x="993365" y="186309"/>
                  </a:lnTo>
                  <a:lnTo>
                    <a:pt x="996695" y="181444"/>
                  </a:lnTo>
                  <a:lnTo>
                    <a:pt x="997711" y="178079"/>
                  </a:lnTo>
                  <a:lnTo>
                    <a:pt x="997711" y="171348"/>
                  </a:lnTo>
                  <a:lnTo>
                    <a:pt x="997170" y="168922"/>
                  </a:lnTo>
                  <a:lnTo>
                    <a:pt x="997102" y="168617"/>
                  </a:lnTo>
                  <a:lnTo>
                    <a:pt x="994689" y="163601"/>
                  </a:lnTo>
                  <a:lnTo>
                    <a:pt x="993076" y="161493"/>
                  </a:lnTo>
                  <a:lnTo>
                    <a:pt x="991756" y="160388"/>
                  </a:lnTo>
                  <a:close/>
                </a:path>
                <a:path w="1377950" h="316229">
                  <a:moveTo>
                    <a:pt x="991276" y="129438"/>
                  </a:moveTo>
                  <a:lnTo>
                    <a:pt x="976579" y="129438"/>
                  </a:lnTo>
                  <a:lnTo>
                    <a:pt x="978827" y="129921"/>
                  </a:lnTo>
                  <a:lnTo>
                    <a:pt x="982687" y="131851"/>
                  </a:lnTo>
                  <a:lnTo>
                    <a:pt x="984199" y="133223"/>
                  </a:lnTo>
                  <a:lnTo>
                    <a:pt x="986383" y="136740"/>
                  </a:lnTo>
                  <a:lnTo>
                    <a:pt x="986942" y="138798"/>
                  </a:lnTo>
                  <a:lnTo>
                    <a:pt x="986942" y="143573"/>
                  </a:lnTo>
                  <a:lnTo>
                    <a:pt x="976502" y="153162"/>
                  </a:lnTo>
                  <a:lnTo>
                    <a:pt x="990313" y="153162"/>
                  </a:lnTo>
                  <a:lnTo>
                    <a:pt x="994117" y="147624"/>
                  </a:lnTo>
                  <a:lnTo>
                    <a:pt x="995121" y="144322"/>
                  </a:lnTo>
                  <a:lnTo>
                    <a:pt x="995024" y="136740"/>
                  </a:lnTo>
                  <a:lnTo>
                    <a:pt x="994194" y="133896"/>
                  </a:lnTo>
                  <a:lnTo>
                    <a:pt x="991276" y="129438"/>
                  </a:lnTo>
                  <a:close/>
                </a:path>
                <a:path w="1377950" h="316229">
                  <a:moveTo>
                    <a:pt x="1037551" y="122072"/>
                  </a:moveTo>
                  <a:lnTo>
                    <a:pt x="1027366" y="122072"/>
                  </a:lnTo>
                  <a:lnTo>
                    <a:pt x="1022997" y="123494"/>
                  </a:lnTo>
                  <a:lnTo>
                    <a:pt x="1015745" y="129146"/>
                  </a:lnTo>
                  <a:lnTo>
                    <a:pt x="1012977" y="133235"/>
                  </a:lnTo>
                  <a:lnTo>
                    <a:pt x="1009129" y="143941"/>
                  </a:lnTo>
                  <a:lnTo>
                    <a:pt x="1008176" y="150393"/>
                  </a:lnTo>
                  <a:lnTo>
                    <a:pt x="1008176" y="165531"/>
                  </a:lnTo>
                  <a:lnTo>
                    <a:pt x="1027315" y="193802"/>
                  </a:lnTo>
                  <a:lnTo>
                    <a:pt x="1037589" y="193802"/>
                  </a:lnTo>
                  <a:lnTo>
                    <a:pt x="1041971" y="192405"/>
                  </a:lnTo>
                  <a:lnTo>
                    <a:pt x="1049197" y="186791"/>
                  </a:lnTo>
                  <a:lnTo>
                    <a:pt x="1049524" y="186309"/>
                  </a:lnTo>
                  <a:lnTo>
                    <a:pt x="1029068" y="186309"/>
                  </a:lnTo>
                  <a:lnTo>
                    <a:pt x="1026172" y="185204"/>
                  </a:lnTo>
                  <a:lnTo>
                    <a:pt x="1021372" y="180797"/>
                  </a:lnTo>
                  <a:lnTo>
                    <a:pt x="1019543" y="177571"/>
                  </a:lnTo>
                  <a:lnTo>
                    <a:pt x="1017003" y="169113"/>
                  </a:lnTo>
                  <a:lnTo>
                    <a:pt x="1016355" y="163982"/>
                  </a:lnTo>
                  <a:lnTo>
                    <a:pt x="1016355" y="148869"/>
                  </a:lnTo>
                  <a:lnTo>
                    <a:pt x="1017777" y="141859"/>
                  </a:lnTo>
                  <a:lnTo>
                    <a:pt x="1023467" y="131927"/>
                  </a:lnTo>
                  <a:lnTo>
                    <a:pt x="1027404" y="129438"/>
                  </a:lnTo>
                  <a:lnTo>
                    <a:pt x="1049345" y="129438"/>
                  </a:lnTo>
                  <a:lnTo>
                    <a:pt x="1049146" y="129146"/>
                  </a:lnTo>
                  <a:lnTo>
                    <a:pt x="1041895" y="123494"/>
                  </a:lnTo>
                  <a:lnTo>
                    <a:pt x="1037551" y="122072"/>
                  </a:lnTo>
                  <a:close/>
                </a:path>
                <a:path w="1377950" h="316229">
                  <a:moveTo>
                    <a:pt x="1049345" y="129438"/>
                  </a:moveTo>
                  <a:lnTo>
                    <a:pt x="1035824" y="129438"/>
                  </a:lnTo>
                  <a:lnTo>
                    <a:pt x="1038694" y="130543"/>
                  </a:lnTo>
                  <a:lnTo>
                    <a:pt x="1041082" y="132778"/>
                  </a:lnTo>
                  <a:lnTo>
                    <a:pt x="1043495" y="135001"/>
                  </a:lnTo>
                  <a:lnTo>
                    <a:pt x="1045336" y="138239"/>
                  </a:lnTo>
                  <a:lnTo>
                    <a:pt x="1046606" y="142494"/>
                  </a:lnTo>
                  <a:lnTo>
                    <a:pt x="1047902" y="146735"/>
                  </a:lnTo>
                  <a:lnTo>
                    <a:pt x="1048550" y="151892"/>
                  </a:lnTo>
                  <a:lnTo>
                    <a:pt x="1048550" y="167030"/>
                  </a:lnTo>
                  <a:lnTo>
                    <a:pt x="1047140" y="174028"/>
                  </a:lnTo>
                  <a:lnTo>
                    <a:pt x="1041501" y="183845"/>
                  </a:lnTo>
                  <a:lnTo>
                    <a:pt x="1037551" y="186309"/>
                  </a:lnTo>
                  <a:lnTo>
                    <a:pt x="1049524" y="186309"/>
                  </a:lnTo>
                  <a:lnTo>
                    <a:pt x="1051953" y="182714"/>
                  </a:lnTo>
                  <a:lnTo>
                    <a:pt x="1055776" y="172008"/>
                  </a:lnTo>
                  <a:lnTo>
                    <a:pt x="1056728" y="165531"/>
                  </a:lnTo>
                  <a:lnTo>
                    <a:pt x="1056728" y="150393"/>
                  </a:lnTo>
                  <a:lnTo>
                    <a:pt x="1055763" y="143941"/>
                  </a:lnTo>
                  <a:lnTo>
                    <a:pt x="1053833" y="138607"/>
                  </a:lnTo>
                  <a:lnTo>
                    <a:pt x="1051928" y="133235"/>
                  </a:lnTo>
                  <a:lnTo>
                    <a:pt x="1049345" y="129438"/>
                  </a:lnTo>
                  <a:close/>
                </a:path>
                <a:path w="1377950" h="316229">
                  <a:moveTo>
                    <a:pt x="1072921" y="114300"/>
                  </a:moveTo>
                  <a:lnTo>
                    <a:pt x="1065834" y="114300"/>
                  </a:lnTo>
                  <a:lnTo>
                    <a:pt x="1068019" y="117297"/>
                  </a:lnTo>
                  <a:lnTo>
                    <a:pt x="1069987" y="121183"/>
                  </a:lnTo>
                  <a:lnTo>
                    <a:pt x="1073543" y="130733"/>
                  </a:lnTo>
                  <a:lnTo>
                    <a:pt x="1074953" y="135902"/>
                  </a:lnTo>
                  <a:lnTo>
                    <a:pt x="1077036" y="147040"/>
                  </a:lnTo>
                  <a:lnTo>
                    <a:pt x="1077556" y="152527"/>
                  </a:lnTo>
                  <a:lnTo>
                    <a:pt x="1077556" y="161975"/>
                  </a:lnTo>
                  <a:lnTo>
                    <a:pt x="1067473" y="199326"/>
                  </a:lnTo>
                  <a:lnTo>
                    <a:pt x="1065834" y="201574"/>
                  </a:lnTo>
                  <a:lnTo>
                    <a:pt x="1072921" y="201574"/>
                  </a:lnTo>
                  <a:lnTo>
                    <a:pt x="1077086" y="195503"/>
                  </a:lnTo>
                  <a:lnTo>
                    <a:pt x="1080274" y="188874"/>
                  </a:lnTo>
                  <a:lnTo>
                    <a:pt x="1084738" y="174498"/>
                  </a:lnTo>
                  <a:lnTo>
                    <a:pt x="1085875" y="166522"/>
                  </a:lnTo>
                  <a:lnTo>
                    <a:pt x="1085875" y="149339"/>
                  </a:lnTo>
                  <a:lnTo>
                    <a:pt x="1084757" y="141439"/>
                  </a:lnTo>
                  <a:lnTo>
                    <a:pt x="1080274" y="127012"/>
                  </a:lnTo>
                  <a:lnTo>
                    <a:pt x="1077086" y="120357"/>
                  </a:lnTo>
                  <a:lnTo>
                    <a:pt x="1072921" y="114300"/>
                  </a:lnTo>
                  <a:close/>
                </a:path>
                <a:path w="1377950" h="316229">
                  <a:moveTo>
                    <a:pt x="5181" y="270332"/>
                  </a:moveTo>
                  <a:lnTo>
                    <a:pt x="0" y="275640"/>
                  </a:lnTo>
                  <a:lnTo>
                    <a:pt x="23190" y="298691"/>
                  </a:lnTo>
                  <a:lnTo>
                    <a:pt x="33851" y="288061"/>
                  </a:lnTo>
                  <a:lnTo>
                    <a:pt x="23190" y="288061"/>
                  </a:lnTo>
                  <a:lnTo>
                    <a:pt x="5181" y="270332"/>
                  </a:lnTo>
                  <a:close/>
                </a:path>
                <a:path w="1377950" h="316229">
                  <a:moveTo>
                    <a:pt x="60413" y="250964"/>
                  </a:moveTo>
                  <a:lnTo>
                    <a:pt x="23190" y="288061"/>
                  </a:lnTo>
                  <a:lnTo>
                    <a:pt x="33851" y="288061"/>
                  </a:lnTo>
                  <a:lnTo>
                    <a:pt x="65735" y="256273"/>
                  </a:lnTo>
                  <a:lnTo>
                    <a:pt x="60413" y="250964"/>
                  </a:lnTo>
                  <a:close/>
                </a:path>
                <a:path w="1377950" h="316229">
                  <a:moveTo>
                    <a:pt x="149288" y="237324"/>
                  </a:moveTo>
                  <a:lnTo>
                    <a:pt x="107416" y="237324"/>
                  </a:lnTo>
                  <a:lnTo>
                    <a:pt x="107416" y="307149"/>
                  </a:lnTo>
                  <a:lnTo>
                    <a:pt x="115874" y="307149"/>
                  </a:lnTo>
                  <a:lnTo>
                    <a:pt x="115874" y="275920"/>
                  </a:lnTo>
                  <a:lnTo>
                    <a:pt x="146151" y="275920"/>
                  </a:lnTo>
                  <a:lnTo>
                    <a:pt x="146151" y="268414"/>
                  </a:lnTo>
                  <a:lnTo>
                    <a:pt x="115874" y="268414"/>
                  </a:lnTo>
                  <a:lnTo>
                    <a:pt x="115874" y="244817"/>
                  </a:lnTo>
                  <a:lnTo>
                    <a:pt x="149288" y="244817"/>
                  </a:lnTo>
                  <a:lnTo>
                    <a:pt x="149288" y="237324"/>
                  </a:lnTo>
                  <a:close/>
                </a:path>
                <a:path w="1377950" h="316229">
                  <a:moveTo>
                    <a:pt x="166319" y="254774"/>
                  </a:moveTo>
                  <a:lnTo>
                    <a:pt x="158267" y="254774"/>
                  </a:lnTo>
                  <a:lnTo>
                    <a:pt x="158267" y="292506"/>
                  </a:lnTo>
                  <a:lnTo>
                    <a:pt x="158950" y="295935"/>
                  </a:lnTo>
                  <a:lnTo>
                    <a:pt x="159003" y="296202"/>
                  </a:lnTo>
                  <a:lnTo>
                    <a:pt x="171907" y="307835"/>
                  </a:lnTo>
                  <a:lnTo>
                    <a:pt x="179133" y="307835"/>
                  </a:lnTo>
                  <a:lnTo>
                    <a:pt x="182410" y="306908"/>
                  </a:lnTo>
                  <a:lnTo>
                    <a:pt x="187591" y="303199"/>
                  </a:lnTo>
                  <a:lnTo>
                    <a:pt x="189496" y="300939"/>
                  </a:lnTo>
                  <a:lnTo>
                    <a:pt x="189903" y="300062"/>
                  </a:lnTo>
                  <a:lnTo>
                    <a:pt x="174434" y="300062"/>
                  </a:lnTo>
                  <a:lnTo>
                    <a:pt x="171678" y="298919"/>
                  </a:lnTo>
                  <a:lnTo>
                    <a:pt x="167385" y="294373"/>
                  </a:lnTo>
                  <a:lnTo>
                    <a:pt x="166319" y="291325"/>
                  </a:lnTo>
                  <a:lnTo>
                    <a:pt x="166319" y="254774"/>
                  </a:lnTo>
                  <a:close/>
                </a:path>
                <a:path w="1377950" h="316229">
                  <a:moveTo>
                    <a:pt x="199326" y="298284"/>
                  </a:moveTo>
                  <a:lnTo>
                    <a:pt x="191274" y="298284"/>
                  </a:lnTo>
                  <a:lnTo>
                    <a:pt x="191274" y="307149"/>
                  </a:lnTo>
                  <a:lnTo>
                    <a:pt x="199326" y="307149"/>
                  </a:lnTo>
                  <a:lnTo>
                    <a:pt x="199326" y="298284"/>
                  </a:lnTo>
                  <a:close/>
                </a:path>
                <a:path w="1377950" h="316229">
                  <a:moveTo>
                    <a:pt x="199326" y="254774"/>
                  </a:moveTo>
                  <a:lnTo>
                    <a:pt x="191274" y="254774"/>
                  </a:lnTo>
                  <a:lnTo>
                    <a:pt x="191274" y="289013"/>
                  </a:lnTo>
                  <a:lnTo>
                    <a:pt x="190664" y="291325"/>
                  </a:lnTo>
                  <a:lnTo>
                    <a:pt x="190563" y="291706"/>
                  </a:lnTo>
                  <a:lnTo>
                    <a:pt x="189128" y="293814"/>
                  </a:lnTo>
                  <a:lnTo>
                    <a:pt x="187718" y="295935"/>
                  </a:lnTo>
                  <a:lnTo>
                    <a:pt x="185966" y="297497"/>
                  </a:lnTo>
                  <a:lnTo>
                    <a:pt x="181813" y="299542"/>
                  </a:lnTo>
                  <a:lnTo>
                    <a:pt x="179768" y="300062"/>
                  </a:lnTo>
                  <a:lnTo>
                    <a:pt x="189903" y="300062"/>
                  </a:lnTo>
                  <a:lnTo>
                    <a:pt x="190728" y="298284"/>
                  </a:lnTo>
                  <a:lnTo>
                    <a:pt x="199326" y="298284"/>
                  </a:lnTo>
                  <a:lnTo>
                    <a:pt x="199326" y="254774"/>
                  </a:lnTo>
                  <a:close/>
                </a:path>
                <a:path w="1377950" h="316229">
                  <a:moveTo>
                    <a:pt x="220979" y="237324"/>
                  </a:moveTo>
                  <a:lnTo>
                    <a:pt x="212940" y="237324"/>
                  </a:lnTo>
                  <a:lnTo>
                    <a:pt x="212940" y="307149"/>
                  </a:lnTo>
                  <a:lnTo>
                    <a:pt x="220979" y="307149"/>
                  </a:lnTo>
                  <a:lnTo>
                    <a:pt x="220979" y="237324"/>
                  </a:lnTo>
                  <a:close/>
                </a:path>
                <a:path w="1377950" h="316229">
                  <a:moveTo>
                    <a:pt x="242646" y="237324"/>
                  </a:moveTo>
                  <a:lnTo>
                    <a:pt x="234594" y="237324"/>
                  </a:lnTo>
                  <a:lnTo>
                    <a:pt x="234594" y="307149"/>
                  </a:lnTo>
                  <a:lnTo>
                    <a:pt x="242646" y="307149"/>
                  </a:lnTo>
                  <a:lnTo>
                    <a:pt x="242646" y="237324"/>
                  </a:lnTo>
                  <a:close/>
                </a:path>
                <a:path w="1377950" h="316229">
                  <a:moveTo>
                    <a:pt x="291680" y="237324"/>
                  </a:moveTo>
                  <a:lnTo>
                    <a:pt x="283222" y="237324"/>
                  </a:lnTo>
                  <a:lnTo>
                    <a:pt x="283222" y="307149"/>
                  </a:lnTo>
                  <a:lnTo>
                    <a:pt x="324142" y="307149"/>
                  </a:lnTo>
                  <a:lnTo>
                    <a:pt x="324142" y="299643"/>
                  </a:lnTo>
                  <a:lnTo>
                    <a:pt x="291680" y="299643"/>
                  </a:lnTo>
                  <a:lnTo>
                    <a:pt x="291680" y="237324"/>
                  </a:lnTo>
                  <a:close/>
                </a:path>
                <a:path w="1377950" h="316229">
                  <a:moveTo>
                    <a:pt x="371556" y="261188"/>
                  </a:moveTo>
                  <a:lnTo>
                    <a:pt x="359041" y="261188"/>
                  </a:lnTo>
                  <a:lnTo>
                    <a:pt x="361797" y="262115"/>
                  </a:lnTo>
                  <a:lnTo>
                    <a:pt x="365455" y="265849"/>
                  </a:lnTo>
                  <a:lnTo>
                    <a:pt x="366382" y="268490"/>
                  </a:lnTo>
                  <a:lnTo>
                    <a:pt x="366382" y="273392"/>
                  </a:lnTo>
                  <a:lnTo>
                    <a:pt x="365912" y="274307"/>
                  </a:lnTo>
                  <a:lnTo>
                    <a:pt x="364070" y="275348"/>
                  </a:lnTo>
                  <a:lnTo>
                    <a:pt x="362623" y="275729"/>
                  </a:lnTo>
                  <a:lnTo>
                    <a:pt x="356057" y="276466"/>
                  </a:lnTo>
                  <a:lnTo>
                    <a:pt x="350443" y="277190"/>
                  </a:lnTo>
                  <a:lnTo>
                    <a:pt x="332562" y="295694"/>
                  </a:lnTo>
                  <a:lnTo>
                    <a:pt x="333349" y="298602"/>
                  </a:lnTo>
                  <a:lnTo>
                    <a:pt x="336537" y="303403"/>
                  </a:lnTo>
                  <a:lnTo>
                    <a:pt x="338683" y="305231"/>
                  </a:lnTo>
                  <a:lnTo>
                    <a:pt x="344093" y="307746"/>
                  </a:lnTo>
                  <a:lnTo>
                    <a:pt x="347103" y="308381"/>
                  </a:lnTo>
                  <a:lnTo>
                    <a:pt x="353466" y="308381"/>
                  </a:lnTo>
                  <a:lnTo>
                    <a:pt x="365429" y="301193"/>
                  </a:lnTo>
                  <a:lnTo>
                    <a:pt x="348592" y="301193"/>
                  </a:lnTo>
                  <a:lnTo>
                    <a:pt x="346079" y="300520"/>
                  </a:lnTo>
                  <a:lnTo>
                    <a:pt x="345908" y="300520"/>
                  </a:lnTo>
                  <a:lnTo>
                    <a:pt x="343712" y="299034"/>
                  </a:lnTo>
                  <a:lnTo>
                    <a:pt x="341642" y="297599"/>
                  </a:lnTo>
                  <a:lnTo>
                    <a:pt x="340701" y="295694"/>
                  </a:lnTo>
                  <a:lnTo>
                    <a:pt x="340695" y="290372"/>
                  </a:lnTo>
                  <a:lnTo>
                    <a:pt x="341065" y="289280"/>
                  </a:lnTo>
                  <a:lnTo>
                    <a:pt x="341147" y="289039"/>
                  </a:lnTo>
                  <a:lnTo>
                    <a:pt x="358222" y="283095"/>
                  </a:lnTo>
                  <a:lnTo>
                    <a:pt x="361670" y="282549"/>
                  </a:lnTo>
                  <a:lnTo>
                    <a:pt x="362991" y="282270"/>
                  </a:lnTo>
                  <a:lnTo>
                    <a:pt x="365245" y="281622"/>
                  </a:lnTo>
                  <a:lnTo>
                    <a:pt x="366039" y="281241"/>
                  </a:lnTo>
                  <a:lnTo>
                    <a:pt x="366382" y="280822"/>
                  </a:lnTo>
                  <a:lnTo>
                    <a:pt x="374421" y="280822"/>
                  </a:lnTo>
                  <a:lnTo>
                    <a:pt x="374421" y="268490"/>
                  </a:lnTo>
                  <a:lnTo>
                    <a:pt x="373992" y="266369"/>
                  </a:lnTo>
                  <a:lnTo>
                    <a:pt x="373887" y="265849"/>
                  </a:lnTo>
                  <a:lnTo>
                    <a:pt x="373794" y="265391"/>
                  </a:lnTo>
                  <a:lnTo>
                    <a:pt x="373748" y="265163"/>
                  </a:lnTo>
                  <a:lnTo>
                    <a:pt x="371556" y="261188"/>
                  </a:lnTo>
                  <a:close/>
                </a:path>
                <a:path w="1377950" h="316229">
                  <a:moveTo>
                    <a:pt x="374421" y="300062"/>
                  </a:moveTo>
                  <a:lnTo>
                    <a:pt x="366382" y="300062"/>
                  </a:lnTo>
                  <a:lnTo>
                    <a:pt x="366382" y="307149"/>
                  </a:lnTo>
                  <a:lnTo>
                    <a:pt x="374421" y="307149"/>
                  </a:lnTo>
                  <a:lnTo>
                    <a:pt x="374421" y="300062"/>
                  </a:lnTo>
                  <a:close/>
                </a:path>
                <a:path w="1377950" h="316229">
                  <a:moveTo>
                    <a:pt x="374421" y="280822"/>
                  </a:moveTo>
                  <a:lnTo>
                    <a:pt x="366382" y="280822"/>
                  </a:lnTo>
                  <a:lnTo>
                    <a:pt x="366305" y="290652"/>
                  </a:lnTo>
                  <a:lnTo>
                    <a:pt x="365810" y="292455"/>
                  </a:lnTo>
                  <a:lnTo>
                    <a:pt x="363562" y="296405"/>
                  </a:lnTo>
                  <a:lnTo>
                    <a:pt x="361899" y="298018"/>
                  </a:lnTo>
                  <a:lnTo>
                    <a:pt x="357517" y="300520"/>
                  </a:lnTo>
                  <a:lnTo>
                    <a:pt x="354677" y="301193"/>
                  </a:lnTo>
                  <a:lnTo>
                    <a:pt x="365429" y="301193"/>
                  </a:lnTo>
                  <a:lnTo>
                    <a:pt x="365975" y="300062"/>
                  </a:lnTo>
                  <a:lnTo>
                    <a:pt x="374421" y="300062"/>
                  </a:lnTo>
                  <a:lnTo>
                    <a:pt x="374421" y="280822"/>
                  </a:lnTo>
                  <a:close/>
                </a:path>
                <a:path w="1377950" h="316229">
                  <a:moveTo>
                    <a:pt x="356742" y="254101"/>
                  </a:moveTo>
                  <a:lnTo>
                    <a:pt x="352424" y="254101"/>
                  </a:lnTo>
                  <a:lnTo>
                    <a:pt x="349745" y="254457"/>
                  </a:lnTo>
                  <a:lnTo>
                    <a:pt x="334060" y="266369"/>
                  </a:lnTo>
                  <a:lnTo>
                    <a:pt x="341693" y="269100"/>
                  </a:lnTo>
                  <a:lnTo>
                    <a:pt x="342582" y="267195"/>
                  </a:lnTo>
                  <a:lnTo>
                    <a:pt x="344119" y="265391"/>
                  </a:lnTo>
                  <a:lnTo>
                    <a:pt x="348360" y="262115"/>
                  </a:lnTo>
                  <a:lnTo>
                    <a:pt x="348154" y="262115"/>
                  </a:lnTo>
                  <a:lnTo>
                    <a:pt x="351497" y="261188"/>
                  </a:lnTo>
                  <a:lnTo>
                    <a:pt x="371556" y="261188"/>
                  </a:lnTo>
                  <a:lnTo>
                    <a:pt x="371017" y="260210"/>
                  </a:lnTo>
                  <a:lnTo>
                    <a:pt x="369303" y="258356"/>
                  </a:lnTo>
                  <a:lnTo>
                    <a:pt x="365188" y="255905"/>
                  </a:lnTo>
                  <a:lnTo>
                    <a:pt x="363332" y="255193"/>
                  </a:lnTo>
                  <a:lnTo>
                    <a:pt x="363656" y="255193"/>
                  </a:lnTo>
                  <a:lnTo>
                    <a:pt x="360857" y="254711"/>
                  </a:lnTo>
                  <a:lnTo>
                    <a:pt x="358673" y="254304"/>
                  </a:lnTo>
                  <a:lnTo>
                    <a:pt x="356742" y="254101"/>
                  </a:lnTo>
                  <a:close/>
                </a:path>
                <a:path w="1377950" h="316229">
                  <a:moveTo>
                    <a:pt x="396036" y="254774"/>
                  </a:moveTo>
                  <a:lnTo>
                    <a:pt x="387984" y="254774"/>
                  </a:lnTo>
                  <a:lnTo>
                    <a:pt x="387984" y="292506"/>
                  </a:lnTo>
                  <a:lnTo>
                    <a:pt x="388656" y="295935"/>
                  </a:lnTo>
                  <a:lnTo>
                    <a:pt x="388708" y="296202"/>
                  </a:lnTo>
                  <a:lnTo>
                    <a:pt x="401624" y="307835"/>
                  </a:lnTo>
                  <a:lnTo>
                    <a:pt x="408851" y="307835"/>
                  </a:lnTo>
                  <a:lnTo>
                    <a:pt x="412127" y="306908"/>
                  </a:lnTo>
                  <a:lnTo>
                    <a:pt x="417309" y="303199"/>
                  </a:lnTo>
                  <a:lnTo>
                    <a:pt x="419214" y="300939"/>
                  </a:lnTo>
                  <a:lnTo>
                    <a:pt x="419621" y="300062"/>
                  </a:lnTo>
                  <a:lnTo>
                    <a:pt x="404152" y="300062"/>
                  </a:lnTo>
                  <a:lnTo>
                    <a:pt x="401396" y="298919"/>
                  </a:lnTo>
                  <a:lnTo>
                    <a:pt x="397103" y="294373"/>
                  </a:lnTo>
                  <a:lnTo>
                    <a:pt x="396036" y="291325"/>
                  </a:lnTo>
                  <a:lnTo>
                    <a:pt x="396036" y="254774"/>
                  </a:lnTo>
                  <a:close/>
                </a:path>
                <a:path w="1377950" h="316229">
                  <a:moveTo>
                    <a:pt x="429044" y="298284"/>
                  </a:moveTo>
                  <a:lnTo>
                    <a:pt x="420992" y="298284"/>
                  </a:lnTo>
                  <a:lnTo>
                    <a:pt x="420992" y="307149"/>
                  </a:lnTo>
                  <a:lnTo>
                    <a:pt x="429044" y="307149"/>
                  </a:lnTo>
                  <a:lnTo>
                    <a:pt x="429044" y="298284"/>
                  </a:lnTo>
                  <a:close/>
                </a:path>
                <a:path w="1377950" h="316229">
                  <a:moveTo>
                    <a:pt x="429044" y="254774"/>
                  </a:moveTo>
                  <a:lnTo>
                    <a:pt x="420992" y="254774"/>
                  </a:lnTo>
                  <a:lnTo>
                    <a:pt x="420992" y="289013"/>
                  </a:lnTo>
                  <a:lnTo>
                    <a:pt x="420381" y="291325"/>
                  </a:lnTo>
                  <a:lnTo>
                    <a:pt x="420281" y="291706"/>
                  </a:lnTo>
                  <a:lnTo>
                    <a:pt x="418845" y="293814"/>
                  </a:lnTo>
                  <a:lnTo>
                    <a:pt x="417436" y="295935"/>
                  </a:lnTo>
                  <a:lnTo>
                    <a:pt x="415683" y="297497"/>
                  </a:lnTo>
                  <a:lnTo>
                    <a:pt x="411530" y="299542"/>
                  </a:lnTo>
                  <a:lnTo>
                    <a:pt x="409486" y="300062"/>
                  </a:lnTo>
                  <a:lnTo>
                    <a:pt x="419621" y="300062"/>
                  </a:lnTo>
                  <a:lnTo>
                    <a:pt x="420446" y="298284"/>
                  </a:lnTo>
                  <a:lnTo>
                    <a:pt x="429044" y="298284"/>
                  </a:lnTo>
                  <a:lnTo>
                    <a:pt x="429044" y="254774"/>
                  </a:lnTo>
                  <a:close/>
                </a:path>
                <a:path w="1377950" h="316229">
                  <a:moveTo>
                    <a:pt x="450418" y="254914"/>
                  </a:moveTo>
                  <a:lnTo>
                    <a:pt x="442645" y="254914"/>
                  </a:lnTo>
                  <a:lnTo>
                    <a:pt x="442645" y="307149"/>
                  </a:lnTo>
                  <a:lnTo>
                    <a:pt x="450697" y="307149"/>
                  </a:lnTo>
                  <a:lnTo>
                    <a:pt x="450697" y="272605"/>
                  </a:lnTo>
                  <a:lnTo>
                    <a:pt x="451215" y="270306"/>
                  </a:lnTo>
                  <a:lnTo>
                    <a:pt x="451281" y="270014"/>
                  </a:lnTo>
                  <a:lnTo>
                    <a:pt x="453593" y="265734"/>
                  </a:lnTo>
                  <a:lnTo>
                    <a:pt x="455180" y="264109"/>
                  </a:lnTo>
                  <a:lnTo>
                    <a:pt x="457244" y="262966"/>
                  </a:lnTo>
                  <a:lnTo>
                    <a:pt x="450418" y="262966"/>
                  </a:lnTo>
                  <a:lnTo>
                    <a:pt x="450418" y="254914"/>
                  </a:lnTo>
                  <a:close/>
                </a:path>
                <a:path w="1377950" h="316229">
                  <a:moveTo>
                    <a:pt x="481142" y="261327"/>
                  </a:moveTo>
                  <a:lnTo>
                    <a:pt x="467791" y="261327"/>
                  </a:lnTo>
                  <a:lnTo>
                    <a:pt x="470725" y="262483"/>
                  </a:lnTo>
                  <a:lnTo>
                    <a:pt x="472859" y="264807"/>
                  </a:lnTo>
                  <a:lnTo>
                    <a:pt x="474992" y="267093"/>
                  </a:lnTo>
                  <a:lnTo>
                    <a:pt x="475962" y="270014"/>
                  </a:lnTo>
                  <a:lnTo>
                    <a:pt x="476059" y="307149"/>
                  </a:lnTo>
                  <a:lnTo>
                    <a:pt x="484111" y="307149"/>
                  </a:lnTo>
                  <a:lnTo>
                    <a:pt x="484111" y="269417"/>
                  </a:lnTo>
                  <a:lnTo>
                    <a:pt x="483374" y="265734"/>
                  </a:lnTo>
                  <a:lnTo>
                    <a:pt x="481142" y="261327"/>
                  </a:lnTo>
                  <a:close/>
                </a:path>
                <a:path w="1377950" h="316229">
                  <a:moveTo>
                    <a:pt x="469925" y="254101"/>
                  </a:moveTo>
                  <a:lnTo>
                    <a:pt x="462419" y="254101"/>
                  </a:lnTo>
                  <a:lnTo>
                    <a:pt x="459193" y="254914"/>
                  </a:lnTo>
                  <a:lnTo>
                    <a:pt x="454202" y="258165"/>
                  </a:lnTo>
                  <a:lnTo>
                    <a:pt x="452335" y="260299"/>
                  </a:lnTo>
                  <a:lnTo>
                    <a:pt x="451103" y="262966"/>
                  </a:lnTo>
                  <a:lnTo>
                    <a:pt x="457244" y="262966"/>
                  </a:lnTo>
                  <a:lnTo>
                    <a:pt x="459193" y="261886"/>
                  </a:lnTo>
                  <a:lnTo>
                    <a:pt x="461492" y="261327"/>
                  </a:lnTo>
                  <a:lnTo>
                    <a:pt x="481142" y="261327"/>
                  </a:lnTo>
                  <a:lnTo>
                    <a:pt x="480415" y="259892"/>
                  </a:lnTo>
                  <a:lnTo>
                    <a:pt x="478345" y="257708"/>
                  </a:lnTo>
                  <a:lnTo>
                    <a:pt x="473188" y="254914"/>
                  </a:lnTo>
                  <a:lnTo>
                    <a:pt x="473404" y="254914"/>
                  </a:lnTo>
                  <a:lnTo>
                    <a:pt x="469925" y="254101"/>
                  </a:lnTo>
                  <a:close/>
                </a:path>
                <a:path w="1377950" h="316229">
                  <a:moveTo>
                    <a:pt x="522516" y="254101"/>
                  </a:moveTo>
                  <a:lnTo>
                    <a:pt x="514095" y="254101"/>
                  </a:lnTo>
                  <a:lnTo>
                    <a:pt x="509968" y="255257"/>
                  </a:lnTo>
                  <a:lnTo>
                    <a:pt x="502894" y="259867"/>
                  </a:lnTo>
                  <a:lnTo>
                    <a:pt x="500138" y="263067"/>
                  </a:lnTo>
                  <a:lnTo>
                    <a:pt x="496214" y="271221"/>
                  </a:lnTo>
                  <a:lnTo>
                    <a:pt x="495236" y="275920"/>
                  </a:lnTo>
                  <a:lnTo>
                    <a:pt x="495236" y="286461"/>
                  </a:lnTo>
                  <a:lnTo>
                    <a:pt x="514057" y="308241"/>
                  </a:lnTo>
                  <a:lnTo>
                    <a:pt x="522833" y="308241"/>
                  </a:lnTo>
                  <a:lnTo>
                    <a:pt x="526211" y="307530"/>
                  </a:lnTo>
                  <a:lnTo>
                    <a:pt x="532053" y="304634"/>
                  </a:lnTo>
                  <a:lnTo>
                    <a:pt x="534403" y="302679"/>
                  </a:lnTo>
                  <a:lnTo>
                    <a:pt x="535608" y="301015"/>
                  </a:lnTo>
                  <a:lnTo>
                    <a:pt x="515785" y="301015"/>
                  </a:lnTo>
                  <a:lnTo>
                    <a:pt x="513003" y="300177"/>
                  </a:lnTo>
                  <a:lnTo>
                    <a:pt x="508304" y="296862"/>
                  </a:lnTo>
                  <a:lnTo>
                    <a:pt x="506488" y="294538"/>
                  </a:lnTo>
                  <a:lnTo>
                    <a:pt x="503923" y="288531"/>
                  </a:lnTo>
                  <a:lnTo>
                    <a:pt x="503275" y="285013"/>
                  </a:lnTo>
                  <a:lnTo>
                    <a:pt x="503275" y="277012"/>
                  </a:lnTo>
                  <a:lnTo>
                    <a:pt x="503923" y="273570"/>
                  </a:lnTo>
                  <a:lnTo>
                    <a:pt x="506539" y="267677"/>
                  </a:lnTo>
                  <a:lnTo>
                    <a:pt x="508368" y="265391"/>
                  </a:lnTo>
                  <a:lnTo>
                    <a:pt x="512914" y="262255"/>
                  </a:lnTo>
                  <a:lnTo>
                    <a:pt x="512694" y="262255"/>
                  </a:lnTo>
                  <a:lnTo>
                    <a:pt x="515823" y="261327"/>
                  </a:lnTo>
                  <a:lnTo>
                    <a:pt x="535633" y="261327"/>
                  </a:lnTo>
                  <a:lnTo>
                    <a:pt x="534161" y="259410"/>
                  </a:lnTo>
                  <a:lnTo>
                    <a:pt x="531736" y="257505"/>
                  </a:lnTo>
                  <a:lnTo>
                    <a:pt x="525830" y="254774"/>
                  </a:lnTo>
                  <a:lnTo>
                    <a:pt x="522516" y="254101"/>
                  </a:lnTo>
                  <a:close/>
                </a:path>
                <a:path w="1377950" h="316229">
                  <a:moveTo>
                    <a:pt x="539559" y="291871"/>
                  </a:moveTo>
                  <a:lnTo>
                    <a:pt x="531507" y="291871"/>
                  </a:lnTo>
                  <a:lnTo>
                    <a:pt x="531012" y="293789"/>
                  </a:lnTo>
                  <a:lnTo>
                    <a:pt x="530174" y="295414"/>
                  </a:lnTo>
                  <a:lnTo>
                    <a:pt x="527811" y="298145"/>
                  </a:lnTo>
                  <a:lnTo>
                    <a:pt x="526244" y="299250"/>
                  </a:lnTo>
                  <a:lnTo>
                    <a:pt x="522947" y="300647"/>
                  </a:lnTo>
                  <a:lnTo>
                    <a:pt x="521055" y="301015"/>
                  </a:lnTo>
                  <a:lnTo>
                    <a:pt x="535608" y="301015"/>
                  </a:lnTo>
                  <a:lnTo>
                    <a:pt x="537971" y="297751"/>
                  </a:lnTo>
                  <a:lnTo>
                    <a:pt x="539102" y="294970"/>
                  </a:lnTo>
                  <a:lnTo>
                    <a:pt x="539559" y="291871"/>
                  </a:lnTo>
                  <a:close/>
                </a:path>
                <a:path w="1377950" h="316229">
                  <a:moveTo>
                    <a:pt x="535633" y="261327"/>
                  </a:moveTo>
                  <a:lnTo>
                    <a:pt x="522516" y="261327"/>
                  </a:lnTo>
                  <a:lnTo>
                    <a:pt x="525322" y="262255"/>
                  </a:lnTo>
                  <a:lnTo>
                    <a:pt x="527418" y="264121"/>
                  </a:lnTo>
                  <a:lnTo>
                    <a:pt x="529539" y="265963"/>
                  </a:lnTo>
                  <a:lnTo>
                    <a:pt x="530898" y="268071"/>
                  </a:lnTo>
                  <a:lnTo>
                    <a:pt x="531507" y="270459"/>
                  </a:lnTo>
                  <a:lnTo>
                    <a:pt x="539559" y="270459"/>
                  </a:lnTo>
                  <a:lnTo>
                    <a:pt x="539225" y="268071"/>
                  </a:lnTo>
                  <a:lnTo>
                    <a:pt x="539102" y="267195"/>
                  </a:lnTo>
                  <a:lnTo>
                    <a:pt x="537933" y="264325"/>
                  </a:lnTo>
                  <a:lnTo>
                    <a:pt x="535633" y="261327"/>
                  </a:lnTo>
                  <a:close/>
                </a:path>
                <a:path w="1377950" h="316229">
                  <a:moveTo>
                    <a:pt x="558241" y="237324"/>
                  </a:moveTo>
                  <a:lnTo>
                    <a:pt x="550189" y="237324"/>
                  </a:lnTo>
                  <a:lnTo>
                    <a:pt x="550189" y="307149"/>
                  </a:lnTo>
                  <a:lnTo>
                    <a:pt x="558241" y="307149"/>
                  </a:lnTo>
                  <a:lnTo>
                    <a:pt x="558241" y="272605"/>
                  </a:lnTo>
                  <a:lnTo>
                    <a:pt x="558782" y="270256"/>
                  </a:lnTo>
                  <a:lnTo>
                    <a:pt x="564993" y="262966"/>
                  </a:lnTo>
                  <a:lnTo>
                    <a:pt x="558241" y="262966"/>
                  </a:lnTo>
                  <a:lnTo>
                    <a:pt x="558241" y="237324"/>
                  </a:lnTo>
                  <a:close/>
                </a:path>
                <a:path w="1377950" h="316229">
                  <a:moveTo>
                    <a:pt x="589232" y="261327"/>
                  </a:moveTo>
                  <a:lnTo>
                    <a:pt x="575817" y="261327"/>
                  </a:lnTo>
                  <a:lnTo>
                    <a:pt x="578777" y="262470"/>
                  </a:lnTo>
                  <a:lnTo>
                    <a:pt x="580910" y="264769"/>
                  </a:lnTo>
                  <a:lnTo>
                    <a:pt x="583069" y="267042"/>
                  </a:lnTo>
                  <a:lnTo>
                    <a:pt x="584068" y="270014"/>
                  </a:lnTo>
                  <a:lnTo>
                    <a:pt x="584149" y="307149"/>
                  </a:lnTo>
                  <a:lnTo>
                    <a:pt x="592200" y="307149"/>
                  </a:lnTo>
                  <a:lnTo>
                    <a:pt x="592200" y="269367"/>
                  </a:lnTo>
                  <a:lnTo>
                    <a:pt x="591464" y="265734"/>
                  </a:lnTo>
                  <a:lnTo>
                    <a:pt x="590991" y="264769"/>
                  </a:lnTo>
                  <a:lnTo>
                    <a:pt x="589232" y="261327"/>
                  </a:lnTo>
                  <a:close/>
                </a:path>
                <a:path w="1377950" h="316229">
                  <a:moveTo>
                    <a:pt x="577900" y="254101"/>
                  </a:moveTo>
                  <a:lnTo>
                    <a:pt x="570217" y="254101"/>
                  </a:lnTo>
                  <a:lnTo>
                    <a:pt x="566927" y="254901"/>
                  </a:lnTo>
                  <a:lnTo>
                    <a:pt x="561987" y="258114"/>
                  </a:lnTo>
                  <a:lnTo>
                    <a:pt x="560146" y="260261"/>
                  </a:lnTo>
                  <a:lnTo>
                    <a:pt x="558926" y="262966"/>
                  </a:lnTo>
                  <a:lnTo>
                    <a:pt x="564993" y="262966"/>
                  </a:lnTo>
                  <a:lnTo>
                    <a:pt x="567016" y="261886"/>
                  </a:lnTo>
                  <a:lnTo>
                    <a:pt x="569379" y="261327"/>
                  </a:lnTo>
                  <a:lnTo>
                    <a:pt x="589232" y="261327"/>
                  </a:lnTo>
                  <a:lnTo>
                    <a:pt x="588467" y="259829"/>
                  </a:lnTo>
                  <a:lnTo>
                    <a:pt x="586397" y="257657"/>
                  </a:lnTo>
                  <a:lnTo>
                    <a:pt x="581192" y="254901"/>
                  </a:lnTo>
                  <a:lnTo>
                    <a:pt x="581415" y="254901"/>
                  </a:lnTo>
                  <a:lnTo>
                    <a:pt x="577900" y="254101"/>
                  </a:lnTo>
                  <a:close/>
                </a:path>
                <a:path w="1377950" h="316229">
                  <a:moveTo>
                    <a:pt x="654583" y="228600"/>
                  </a:moveTo>
                  <a:lnTo>
                    <a:pt x="647496" y="228600"/>
                  </a:lnTo>
                  <a:lnTo>
                    <a:pt x="643331" y="234657"/>
                  </a:lnTo>
                  <a:lnTo>
                    <a:pt x="640130" y="241312"/>
                  </a:lnTo>
                  <a:lnTo>
                    <a:pt x="635647" y="255739"/>
                  </a:lnTo>
                  <a:lnTo>
                    <a:pt x="634542" y="263639"/>
                  </a:lnTo>
                  <a:lnTo>
                    <a:pt x="634542" y="280822"/>
                  </a:lnTo>
                  <a:lnTo>
                    <a:pt x="635647" y="288734"/>
                  </a:lnTo>
                  <a:lnTo>
                    <a:pt x="640130" y="303174"/>
                  </a:lnTo>
                  <a:lnTo>
                    <a:pt x="643331" y="309803"/>
                  </a:lnTo>
                  <a:lnTo>
                    <a:pt x="647496" y="315874"/>
                  </a:lnTo>
                  <a:lnTo>
                    <a:pt x="654583" y="315874"/>
                  </a:lnTo>
                  <a:lnTo>
                    <a:pt x="652398" y="312877"/>
                  </a:lnTo>
                  <a:lnTo>
                    <a:pt x="650430" y="308991"/>
                  </a:lnTo>
                  <a:lnTo>
                    <a:pt x="646887" y="299440"/>
                  </a:lnTo>
                  <a:lnTo>
                    <a:pt x="645477" y="294271"/>
                  </a:lnTo>
                  <a:lnTo>
                    <a:pt x="643381" y="283133"/>
                  </a:lnTo>
                  <a:lnTo>
                    <a:pt x="642861" y="277647"/>
                  </a:lnTo>
                  <a:lnTo>
                    <a:pt x="642861" y="268173"/>
                  </a:lnTo>
                  <a:lnTo>
                    <a:pt x="652945" y="230847"/>
                  </a:lnTo>
                  <a:lnTo>
                    <a:pt x="654583" y="228600"/>
                  </a:lnTo>
                  <a:close/>
                </a:path>
                <a:path w="1377950" h="316229">
                  <a:moveTo>
                    <a:pt x="691616" y="236372"/>
                  </a:moveTo>
                  <a:lnTo>
                    <a:pt x="683475" y="236372"/>
                  </a:lnTo>
                  <a:lnTo>
                    <a:pt x="679830" y="237172"/>
                  </a:lnTo>
                  <a:lnTo>
                    <a:pt x="666407" y="258622"/>
                  </a:lnTo>
                  <a:lnTo>
                    <a:pt x="667339" y="261772"/>
                  </a:lnTo>
                  <a:lnTo>
                    <a:pt x="667384" y="261924"/>
                  </a:lnTo>
                  <a:lnTo>
                    <a:pt x="671334" y="267728"/>
                  </a:lnTo>
                  <a:lnTo>
                    <a:pt x="673988" y="269595"/>
                  </a:lnTo>
                  <a:lnTo>
                    <a:pt x="677341" y="270459"/>
                  </a:lnTo>
                  <a:lnTo>
                    <a:pt x="677341" y="270878"/>
                  </a:lnTo>
                  <a:lnTo>
                    <a:pt x="663816" y="285648"/>
                  </a:lnTo>
                  <a:lnTo>
                    <a:pt x="663816" y="292379"/>
                  </a:lnTo>
                  <a:lnTo>
                    <a:pt x="682878" y="308102"/>
                  </a:lnTo>
                  <a:lnTo>
                    <a:pt x="692226" y="308102"/>
                  </a:lnTo>
                  <a:lnTo>
                    <a:pt x="696328" y="307276"/>
                  </a:lnTo>
                  <a:lnTo>
                    <a:pt x="703440" y="303936"/>
                  </a:lnTo>
                  <a:lnTo>
                    <a:pt x="706221" y="301625"/>
                  </a:lnTo>
                  <a:lnTo>
                    <a:pt x="706917" y="300609"/>
                  </a:lnTo>
                  <a:lnTo>
                    <a:pt x="684377" y="300609"/>
                  </a:lnTo>
                  <a:lnTo>
                    <a:pt x="681634" y="300088"/>
                  </a:lnTo>
                  <a:lnTo>
                    <a:pt x="676998" y="298043"/>
                  </a:lnTo>
                  <a:lnTo>
                    <a:pt x="675208" y="296608"/>
                  </a:lnTo>
                  <a:lnTo>
                    <a:pt x="672731" y="292874"/>
                  </a:lnTo>
                  <a:lnTo>
                    <a:pt x="672134" y="290690"/>
                  </a:lnTo>
                  <a:lnTo>
                    <a:pt x="672134" y="285648"/>
                  </a:lnTo>
                  <a:lnTo>
                    <a:pt x="684593" y="274688"/>
                  </a:lnTo>
                  <a:lnTo>
                    <a:pt x="705301" y="274688"/>
                  </a:lnTo>
                  <a:lnTo>
                    <a:pt x="702589" y="272402"/>
                  </a:lnTo>
                  <a:lnTo>
                    <a:pt x="700316" y="271322"/>
                  </a:lnTo>
                  <a:lnTo>
                    <a:pt x="697788" y="270878"/>
                  </a:lnTo>
                  <a:lnTo>
                    <a:pt x="697788" y="270459"/>
                  </a:lnTo>
                  <a:lnTo>
                    <a:pt x="701065" y="269595"/>
                  </a:lnTo>
                  <a:lnTo>
                    <a:pt x="703694" y="267728"/>
                  </a:lnTo>
                  <a:lnTo>
                    <a:pt x="703876" y="267462"/>
                  </a:lnTo>
                  <a:lnTo>
                    <a:pt x="685025" y="267462"/>
                  </a:lnTo>
                  <a:lnTo>
                    <a:pt x="682764" y="266966"/>
                  </a:lnTo>
                  <a:lnTo>
                    <a:pt x="674585" y="257873"/>
                  </a:lnTo>
                  <a:lnTo>
                    <a:pt x="674585" y="253098"/>
                  </a:lnTo>
                  <a:lnTo>
                    <a:pt x="675023" y="251371"/>
                  </a:lnTo>
                  <a:lnTo>
                    <a:pt x="675106" y="251040"/>
                  </a:lnTo>
                  <a:lnTo>
                    <a:pt x="677240" y="247523"/>
                  </a:lnTo>
                  <a:lnTo>
                    <a:pt x="678751" y="246151"/>
                  </a:lnTo>
                  <a:lnTo>
                    <a:pt x="682663" y="244221"/>
                  </a:lnTo>
                  <a:lnTo>
                    <a:pt x="684949" y="243738"/>
                  </a:lnTo>
                  <a:lnTo>
                    <a:pt x="704827" y="243738"/>
                  </a:lnTo>
                  <a:lnTo>
                    <a:pt x="704087" y="242608"/>
                  </a:lnTo>
                  <a:lnTo>
                    <a:pt x="701586" y="240398"/>
                  </a:lnTo>
                  <a:lnTo>
                    <a:pt x="695223" y="237172"/>
                  </a:lnTo>
                  <a:lnTo>
                    <a:pt x="691616" y="236372"/>
                  </a:lnTo>
                  <a:close/>
                </a:path>
                <a:path w="1377950" h="316229">
                  <a:moveTo>
                    <a:pt x="705301" y="274688"/>
                  </a:moveTo>
                  <a:lnTo>
                    <a:pt x="690524" y="274688"/>
                  </a:lnTo>
                  <a:lnTo>
                    <a:pt x="693140" y="275272"/>
                  </a:lnTo>
                  <a:lnTo>
                    <a:pt x="697763" y="277583"/>
                  </a:lnTo>
                  <a:lnTo>
                    <a:pt x="699592" y="279184"/>
                  </a:lnTo>
                  <a:lnTo>
                    <a:pt x="702271" y="283222"/>
                  </a:lnTo>
                  <a:lnTo>
                    <a:pt x="702957" y="285648"/>
                  </a:lnTo>
                  <a:lnTo>
                    <a:pt x="702957" y="290690"/>
                  </a:lnTo>
                  <a:lnTo>
                    <a:pt x="690727" y="300609"/>
                  </a:lnTo>
                  <a:lnTo>
                    <a:pt x="706917" y="300609"/>
                  </a:lnTo>
                  <a:lnTo>
                    <a:pt x="710247" y="295744"/>
                  </a:lnTo>
                  <a:lnTo>
                    <a:pt x="711276" y="292379"/>
                  </a:lnTo>
                  <a:lnTo>
                    <a:pt x="711276" y="285648"/>
                  </a:lnTo>
                  <a:lnTo>
                    <a:pt x="710723" y="283222"/>
                  </a:lnTo>
                  <a:lnTo>
                    <a:pt x="710653" y="282917"/>
                  </a:lnTo>
                  <a:lnTo>
                    <a:pt x="708253" y="277901"/>
                  </a:lnTo>
                  <a:lnTo>
                    <a:pt x="706640" y="275793"/>
                  </a:lnTo>
                  <a:lnTo>
                    <a:pt x="705301" y="274688"/>
                  </a:lnTo>
                  <a:close/>
                </a:path>
                <a:path w="1377950" h="316229">
                  <a:moveTo>
                    <a:pt x="704827" y="243738"/>
                  </a:moveTo>
                  <a:lnTo>
                    <a:pt x="690130" y="243738"/>
                  </a:lnTo>
                  <a:lnTo>
                    <a:pt x="692378" y="244221"/>
                  </a:lnTo>
                  <a:lnTo>
                    <a:pt x="696252" y="246151"/>
                  </a:lnTo>
                  <a:lnTo>
                    <a:pt x="697763" y="247523"/>
                  </a:lnTo>
                  <a:lnTo>
                    <a:pt x="699947" y="251040"/>
                  </a:lnTo>
                  <a:lnTo>
                    <a:pt x="700493" y="253098"/>
                  </a:lnTo>
                  <a:lnTo>
                    <a:pt x="700493" y="257873"/>
                  </a:lnTo>
                  <a:lnTo>
                    <a:pt x="690067" y="267462"/>
                  </a:lnTo>
                  <a:lnTo>
                    <a:pt x="703876" y="267462"/>
                  </a:lnTo>
                  <a:lnTo>
                    <a:pt x="707669" y="261924"/>
                  </a:lnTo>
                  <a:lnTo>
                    <a:pt x="708685" y="258622"/>
                  </a:lnTo>
                  <a:lnTo>
                    <a:pt x="708587" y="251040"/>
                  </a:lnTo>
                  <a:lnTo>
                    <a:pt x="707745" y="248196"/>
                  </a:lnTo>
                  <a:lnTo>
                    <a:pt x="704827" y="243738"/>
                  </a:lnTo>
                  <a:close/>
                </a:path>
                <a:path w="1377950" h="316229">
                  <a:moveTo>
                    <a:pt x="747788" y="246189"/>
                  </a:moveTo>
                  <a:lnTo>
                    <a:pt x="739330" y="246189"/>
                  </a:lnTo>
                  <a:lnTo>
                    <a:pt x="739330" y="307149"/>
                  </a:lnTo>
                  <a:lnTo>
                    <a:pt x="747788" y="307149"/>
                  </a:lnTo>
                  <a:lnTo>
                    <a:pt x="747788" y="246189"/>
                  </a:lnTo>
                  <a:close/>
                </a:path>
                <a:path w="1377950" h="316229">
                  <a:moveTo>
                    <a:pt x="747788" y="237324"/>
                  </a:moveTo>
                  <a:lnTo>
                    <a:pt x="739330" y="237324"/>
                  </a:lnTo>
                  <a:lnTo>
                    <a:pt x="721867" y="248920"/>
                  </a:lnTo>
                  <a:lnTo>
                    <a:pt x="721867" y="257505"/>
                  </a:lnTo>
                  <a:lnTo>
                    <a:pt x="738924" y="246189"/>
                  </a:lnTo>
                  <a:lnTo>
                    <a:pt x="747788" y="246189"/>
                  </a:lnTo>
                  <a:lnTo>
                    <a:pt x="747788" y="237324"/>
                  </a:lnTo>
                  <a:close/>
                </a:path>
                <a:path w="1377950" h="316229">
                  <a:moveTo>
                    <a:pt x="807516" y="268490"/>
                  </a:moveTo>
                  <a:lnTo>
                    <a:pt x="759510" y="268490"/>
                  </a:lnTo>
                  <a:lnTo>
                    <a:pt x="759510" y="275983"/>
                  </a:lnTo>
                  <a:lnTo>
                    <a:pt x="807516" y="275983"/>
                  </a:lnTo>
                  <a:lnTo>
                    <a:pt x="807516" y="268490"/>
                  </a:lnTo>
                  <a:close/>
                </a:path>
                <a:path w="1377950" h="316229">
                  <a:moveTo>
                    <a:pt x="821397" y="289560"/>
                  </a:moveTo>
                  <a:lnTo>
                    <a:pt x="813079" y="289560"/>
                  </a:lnTo>
                  <a:lnTo>
                    <a:pt x="813553" y="292760"/>
                  </a:lnTo>
                  <a:lnTo>
                    <a:pt x="830846" y="308102"/>
                  </a:lnTo>
                  <a:lnTo>
                    <a:pt x="838695" y="308102"/>
                  </a:lnTo>
                  <a:lnTo>
                    <a:pt x="841898" y="307327"/>
                  </a:lnTo>
                  <a:lnTo>
                    <a:pt x="842073" y="307327"/>
                  </a:lnTo>
                  <a:lnTo>
                    <a:pt x="848474" y="303847"/>
                  </a:lnTo>
                  <a:lnTo>
                    <a:pt x="851128" y="301345"/>
                  </a:lnTo>
                  <a:lnTo>
                    <a:pt x="851618" y="300609"/>
                  </a:lnTo>
                  <a:lnTo>
                    <a:pt x="831075" y="300609"/>
                  </a:lnTo>
                  <a:lnTo>
                    <a:pt x="828116" y="299567"/>
                  </a:lnTo>
                  <a:lnTo>
                    <a:pt x="823633" y="295414"/>
                  </a:lnTo>
                  <a:lnTo>
                    <a:pt x="822147" y="292760"/>
                  </a:lnTo>
                  <a:lnTo>
                    <a:pt x="821397" y="289560"/>
                  </a:lnTo>
                  <a:close/>
                </a:path>
                <a:path w="1377950" h="316229">
                  <a:moveTo>
                    <a:pt x="860132" y="273596"/>
                  </a:moveTo>
                  <a:lnTo>
                    <a:pt x="852220" y="273596"/>
                  </a:lnTo>
                  <a:lnTo>
                    <a:pt x="852148" y="282498"/>
                  </a:lnTo>
                  <a:lnTo>
                    <a:pt x="850645" y="288836"/>
                  </a:lnTo>
                  <a:lnTo>
                    <a:pt x="844397" y="298246"/>
                  </a:lnTo>
                  <a:lnTo>
                    <a:pt x="840143" y="300609"/>
                  </a:lnTo>
                  <a:lnTo>
                    <a:pt x="851618" y="300609"/>
                  </a:lnTo>
                  <a:lnTo>
                    <a:pt x="855510" y="294754"/>
                  </a:lnTo>
                  <a:lnTo>
                    <a:pt x="857199" y="290703"/>
                  </a:lnTo>
                  <a:lnTo>
                    <a:pt x="859535" y="281089"/>
                  </a:lnTo>
                  <a:lnTo>
                    <a:pt x="860132" y="275577"/>
                  </a:lnTo>
                  <a:lnTo>
                    <a:pt x="860132" y="273596"/>
                  </a:lnTo>
                  <a:close/>
                </a:path>
                <a:path w="1377950" h="316229">
                  <a:moveTo>
                    <a:pt x="838720" y="236385"/>
                  </a:moveTo>
                  <a:lnTo>
                    <a:pt x="830770" y="236385"/>
                  </a:lnTo>
                  <a:lnTo>
                    <a:pt x="827011" y="237324"/>
                  </a:lnTo>
                  <a:lnTo>
                    <a:pt x="812533" y="255409"/>
                  </a:lnTo>
                  <a:lnTo>
                    <a:pt x="812533" y="264185"/>
                  </a:lnTo>
                  <a:lnTo>
                    <a:pt x="813523" y="268185"/>
                  </a:lnTo>
                  <a:lnTo>
                    <a:pt x="815492" y="271691"/>
                  </a:lnTo>
                  <a:lnTo>
                    <a:pt x="817374" y="274955"/>
                  </a:lnTo>
                  <a:lnTo>
                    <a:pt x="817498" y="275170"/>
                  </a:lnTo>
                  <a:lnTo>
                    <a:pt x="820153" y="277901"/>
                  </a:lnTo>
                  <a:lnTo>
                    <a:pt x="826820" y="281889"/>
                  </a:lnTo>
                  <a:lnTo>
                    <a:pt x="830491" y="282879"/>
                  </a:lnTo>
                  <a:lnTo>
                    <a:pt x="836904" y="282879"/>
                  </a:lnTo>
                  <a:lnTo>
                    <a:pt x="850497" y="275374"/>
                  </a:lnTo>
                  <a:lnTo>
                    <a:pt x="832713" y="275374"/>
                  </a:lnTo>
                  <a:lnTo>
                    <a:pt x="830160" y="274675"/>
                  </a:lnTo>
                  <a:lnTo>
                    <a:pt x="820712" y="256819"/>
                  </a:lnTo>
                  <a:lnTo>
                    <a:pt x="821337" y="254266"/>
                  </a:lnTo>
                  <a:lnTo>
                    <a:pt x="832992" y="243865"/>
                  </a:lnTo>
                  <a:lnTo>
                    <a:pt x="852812" y="243865"/>
                  </a:lnTo>
                  <a:lnTo>
                    <a:pt x="849922" y="240842"/>
                  </a:lnTo>
                  <a:lnTo>
                    <a:pt x="847305" y="239077"/>
                  </a:lnTo>
                  <a:lnTo>
                    <a:pt x="841578" y="236931"/>
                  </a:lnTo>
                  <a:lnTo>
                    <a:pt x="838720" y="236385"/>
                  </a:lnTo>
                  <a:close/>
                </a:path>
                <a:path w="1377950" h="316229">
                  <a:moveTo>
                    <a:pt x="852812" y="243865"/>
                  </a:moveTo>
                  <a:lnTo>
                    <a:pt x="838758" y="243865"/>
                  </a:lnTo>
                  <a:lnTo>
                    <a:pt x="841349" y="244602"/>
                  </a:lnTo>
                  <a:lnTo>
                    <a:pt x="845921" y="247561"/>
                  </a:lnTo>
                  <a:lnTo>
                    <a:pt x="847712" y="249491"/>
                  </a:lnTo>
                  <a:lnTo>
                    <a:pt x="850251" y="254127"/>
                  </a:lnTo>
                  <a:lnTo>
                    <a:pt x="850328" y="254266"/>
                  </a:lnTo>
                  <a:lnTo>
                    <a:pt x="850988" y="256819"/>
                  </a:lnTo>
                  <a:lnTo>
                    <a:pt x="850988" y="261620"/>
                  </a:lnTo>
                  <a:lnTo>
                    <a:pt x="837742" y="275374"/>
                  </a:lnTo>
                  <a:lnTo>
                    <a:pt x="850497" y="275374"/>
                  </a:lnTo>
                  <a:lnTo>
                    <a:pt x="851674" y="273596"/>
                  </a:lnTo>
                  <a:lnTo>
                    <a:pt x="860132" y="273596"/>
                  </a:lnTo>
                  <a:lnTo>
                    <a:pt x="860082" y="262597"/>
                  </a:lnTo>
                  <a:lnTo>
                    <a:pt x="859408" y="257632"/>
                  </a:lnTo>
                  <a:lnTo>
                    <a:pt x="856671" y="249491"/>
                  </a:lnTo>
                  <a:lnTo>
                    <a:pt x="856551" y="249135"/>
                  </a:lnTo>
                  <a:lnTo>
                    <a:pt x="854646" y="245783"/>
                  </a:lnTo>
                  <a:lnTo>
                    <a:pt x="852812" y="243865"/>
                  </a:lnTo>
                  <a:close/>
                </a:path>
                <a:path w="1377950" h="316229">
                  <a:moveTo>
                    <a:pt x="900277" y="236372"/>
                  </a:moveTo>
                  <a:lnTo>
                    <a:pt x="890092" y="236372"/>
                  </a:lnTo>
                  <a:lnTo>
                    <a:pt x="885736" y="237794"/>
                  </a:lnTo>
                  <a:lnTo>
                    <a:pt x="878484" y="243446"/>
                  </a:lnTo>
                  <a:lnTo>
                    <a:pt x="875703" y="247535"/>
                  </a:lnTo>
                  <a:lnTo>
                    <a:pt x="871867" y="258241"/>
                  </a:lnTo>
                  <a:lnTo>
                    <a:pt x="870915" y="264693"/>
                  </a:lnTo>
                  <a:lnTo>
                    <a:pt x="870915" y="279831"/>
                  </a:lnTo>
                  <a:lnTo>
                    <a:pt x="890054" y="308102"/>
                  </a:lnTo>
                  <a:lnTo>
                    <a:pt x="900328" y="308102"/>
                  </a:lnTo>
                  <a:lnTo>
                    <a:pt x="904697" y="306705"/>
                  </a:lnTo>
                  <a:lnTo>
                    <a:pt x="911923" y="301091"/>
                  </a:lnTo>
                  <a:lnTo>
                    <a:pt x="912251" y="300609"/>
                  </a:lnTo>
                  <a:lnTo>
                    <a:pt x="891806" y="300609"/>
                  </a:lnTo>
                  <a:lnTo>
                    <a:pt x="888898" y="299504"/>
                  </a:lnTo>
                  <a:lnTo>
                    <a:pt x="884110" y="295097"/>
                  </a:lnTo>
                  <a:lnTo>
                    <a:pt x="882281" y="291871"/>
                  </a:lnTo>
                  <a:lnTo>
                    <a:pt x="879728" y="283413"/>
                  </a:lnTo>
                  <a:lnTo>
                    <a:pt x="879093" y="278282"/>
                  </a:lnTo>
                  <a:lnTo>
                    <a:pt x="879093" y="263169"/>
                  </a:lnTo>
                  <a:lnTo>
                    <a:pt x="880516" y="256159"/>
                  </a:lnTo>
                  <a:lnTo>
                    <a:pt x="886193" y="246227"/>
                  </a:lnTo>
                  <a:lnTo>
                    <a:pt x="890142" y="243738"/>
                  </a:lnTo>
                  <a:lnTo>
                    <a:pt x="912083" y="243738"/>
                  </a:lnTo>
                  <a:lnTo>
                    <a:pt x="911885" y="243446"/>
                  </a:lnTo>
                  <a:lnTo>
                    <a:pt x="908240" y="240626"/>
                  </a:lnTo>
                  <a:lnTo>
                    <a:pt x="904633" y="237794"/>
                  </a:lnTo>
                  <a:lnTo>
                    <a:pt x="900277" y="236372"/>
                  </a:lnTo>
                  <a:close/>
                </a:path>
                <a:path w="1377950" h="316229">
                  <a:moveTo>
                    <a:pt x="912083" y="243738"/>
                  </a:moveTo>
                  <a:lnTo>
                    <a:pt x="898550" y="243738"/>
                  </a:lnTo>
                  <a:lnTo>
                    <a:pt x="901420" y="244843"/>
                  </a:lnTo>
                  <a:lnTo>
                    <a:pt x="903808" y="247078"/>
                  </a:lnTo>
                  <a:lnTo>
                    <a:pt x="906221" y="249301"/>
                  </a:lnTo>
                  <a:lnTo>
                    <a:pt x="908062" y="252539"/>
                  </a:lnTo>
                  <a:lnTo>
                    <a:pt x="909332" y="256794"/>
                  </a:lnTo>
                  <a:lnTo>
                    <a:pt x="910628" y="261035"/>
                  </a:lnTo>
                  <a:lnTo>
                    <a:pt x="911275" y="266192"/>
                  </a:lnTo>
                  <a:lnTo>
                    <a:pt x="911275" y="281330"/>
                  </a:lnTo>
                  <a:lnTo>
                    <a:pt x="909866" y="288328"/>
                  </a:lnTo>
                  <a:lnTo>
                    <a:pt x="904239" y="298145"/>
                  </a:lnTo>
                  <a:lnTo>
                    <a:pt x="900277" y="300609"/>
                  </a:lnTo>
                  <a:lnTo>
                    <a:pt x="912251" y="300609"/>
                  </a:lnTo>
                  <a:lnTo>
                    <a:pt x="914692" y="297014"/>
                  </a:lnTo>
                  <a:lnTo>
                    <a:pt x="918514" y="286308"/>
                  </a:lnTo>
                  <a:lnTo>
                    <a:pt x="919467" y="279831"/>
                  </a:lnTo>
                  <a:lnTo>
                    <a:pt x="919467" y="264693"/>
                  </a:lnTo>
                  <a:lnTo>
                    <a:pt x="918502" y="258241"/>
                  </a:lnTo>
                  <a:lnTo>
                    <a:pt x="916558" y="252907"/>
                  </a:lnTo>
                  <a:lnTo>
                    <a:pt x="914653" y="247535"/>
                  </a:lnTo>
                  <a:lnTo>
                    <a:pt x="912083" y="243738"/>
                  </a:lnTo>
                  <a:close/>
                </a:path>
                <a:path w="1377950" h="316229">
                  <a:moveTo>
                    <a:pt x="935659" y="228600"/>
                  </a:moveTo>
                  <a:lnTo>
                    <a:pt x="928560" y="228600"/>
                  </a:lnTo>
                  <a:lnTo>
                    <a:pt x="930744" y="231597"/>
                  </a:lnTo>
                  <a:lnTo>
                    <a:pt x="932726" y="235483"/>
                  </a:lnTo>
                  <a:lnTo>
                    <a:pt x="936269" y="245033"/>
                  </a:lnTo>
                  <a:lnTo>
                    <a:pt x="937679" y="250202"/>
                  </a:lnTo>
                  <a:lnTo>
                    <a:pt x="939774" y="261340"/>
                  </a:lnTo>
                  <a:lnTo>
                    <a:pt x="940295" y="266827"/>
                  </a:lnTo>
                  <a:lnTo>
                    <a:pt x="940295" y="276275"/>
                  </a:lnTo>
                  <a:lnTo>
                    <a:pt x="933132" y="307555"/>
                  </a:lnTo>
                  <a:lnTo>
                    <a:pt x="931722" y="310857"/>
                  </a:lnTo>
                  <a:lnTo>
                    <a:pt x="930198" y="313626"/>
                  </a:lnTo>
                  <a:lnTo>
                    <a:pt x="928560" y="315874"/>
                  </a:lnTo>
                  <a:lnTo>
                    <a:pt x="935659" y="315874"/>
                  </a:lnTo>
                  <a:lnTo>
                    <a:pt x="939812" y="309803"/>
                  </a:lnTo>
                  <a:lnTo>
                    <a:pt x="943013" y="303174"/>
                  </a:lnTo>
                  <a:lnTo>
                    <a:pt x="947463" y="288798"/>
                  </a:lnTo>
                  <a:lnTo>
                    <a:pt x="948613" y="280822"/>
                  </a:lnTo>
                  <a:lnTo>
                    <a:pt x="948613" y="263639"/>
                  </a:lnTo>
                  <a:lnTo>
                    <a:pt x="947483" y="255739"/>
                  </a:lnTo>
                  <a:lnTo>
                    <a:pt x="945235" y="248539"/>
                  </a:lnTo>
                  <a:lnTo>
                    <a:pt x="943013" y="241312"/>
                  </a:lnTo>
                  <a:lnTo>
                    <a:pt x="939812" y="234657"/>
                  </a:lnTo>
                  <a:lnTo>
                    <a:pt x="935659" y="228600"/>
                  </a:lnTo>
                  <a:close/>
                </a:path>
              </a:pathLst>
            </a:custGeom>
            <a:solidFill>
              <a:srgbClr val="5909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8" name="object 4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368800" y="914400"/>
            <a:ext cx="495300" cy="482600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36100" y="977900"/>
            <a:ext cx="495300" cy="482600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1450" y="641350"/>
            <a:ext cx="1193800" cy="469900"/>
          </a:xfrm>
          <a:prstGeom prst="rect">
            <a:avLst/>
          </a:prstGeom>
        </p:spPr>
      </p:pic>
      <p:sp>
        <p:nvSpPr>
          <p:cNvPr id="51" name="object 51"/>
          <p:cNvSpPr/>
          <p:nvPr/>
        </p:nvSpPr>
        <p:spPr>
          <a:xfrm>
            <a:off x="1903488" y="729678"/>
            <a:ext cx="340995" cy="184785"/>
          </a:xfrm>
          <a:custGeom>
            <a:avLst/>
            <a:gdLst/>
            <a:ahLst/>
            <a:cxnLst/>
            <a:rect l="l" t="t" r="r" b="b"/>
            <a:pathLst>
              <a:path w="340994" h="184784">
                <a:moveTo>
                  <a:pt x="91643" y="46177"/>
                </a:moveTo>
                <a:lnTo>
                  <a:pt x="41490" y="46177"/>
                </a:lnTo>
                <a:lnTo>
                  <a:pt x="41490" y="184721"/>
                </a:lnTo>
                <a:lnTo>
                  <a:pt x="91643" y="184721"/>
                </a:lnTo>
                <a:lnTo>
                  <a:pt x="91643" y="46177"/>
                </a:lnTo>
                <a:close/>
              </a:path>
              <a:path w="340994" h="184784">
                <a:moveTo>
                  <a:pt x="91643" y="0"/>
                </a:moveTo>
                <a:lnTo>
                  <a:pt x="45453" y="0"/>
                </a:lnTo>
                <a:lnTo>
                  <a:pt x="0" y="27774"/>
                </a:lnTo>
                <a:lnTo>
                  <a:pt x="0" y="70345"/>
                </a:lnTo>
                <a:lnTo>
                  <a:pt x="40398" y="46177"/>
                </a:lnTo>
                <a:lnTo>
                  <a:pt x="91643" y="46177"/>
                </a:lnTo>
                <a:lnTo>
                  <a:pt x="91643" y="0"/>
                </a:lnTo>
                <a:close/>
              </a:path>
              <a:path w="340994" h="184784">
                <a:moveTo>
                  <a:pt x="190131" y="0"/>
                </a:moveTo>
                <a:lnTo>
                  <a:pt x="127723" y="0"/>
                </a:lnTo>
                <a:lnTo>
                  <a:pt x="127723" y="184721"/>
                </a:lnTo>
                <a:lnTo>
                  <a:pt x="176784" y="184721"/>
                </a:lnTo>
                <a:lnTo>
                  <a:pt x="176784" y="77203"/>
                </a:lnTo>
                <a:lnTo>
                  <a:pt x="221817" y="77203"/>
                </a:lnTo>
                <a:lnTo>
                  <a:pt x="190131" y="0"/>
                </a:lnTo>
                <a:close/>
              </a:path>
              <a:path w="340994" h="184784">
                <a:moveTo>
                  <a:pt x="340588" y="77927"/>
                </a:moveTo>
                <a:lnTo>
                  <a:pt x="291515" y="77927"/>
                </a:lnTo>
                <a:lnTo>
                  <a:pt x="291515" y="184721"/>
                </a:lnTo>
                <a:lnTo>
                  <a:pt x="340588" y="184721"/>
                </a:lnTo>
                <a:lnTo>
                  <a:pt x="340588" y="77927"/>
                </a:lnTo>
                <a:close/>
              </a:path>
              <a:path w="340994" h="184784">
                <a:moveTo>
                  <a:pt x="221817" y="77203"/>
                </a:moveTo>
                <a:lnTo>
                  <a:pt x="178231" y="77203"/>
                </a:lnTo>
                <a:lnTo>
                  <a:pt x="219354" y="183273"/>
                </a:lnTo>
                <a:lnTo>
                  <a:pt x="248945" y="183273"/>
                </a:lnTo>
                <a:lnTo>
                  <a:pt x="279656" y="104622"/>
                </a:lnTo>
                <a:lnTo>
                  <a:pt x="233070" y="104622"/>
                </a:lnTo>
                <a:lnTo>
                  <a:pt x="221817" y="77203"/>
                </a:lnTo>
                <a:close/>
              </a:path>
              <a:path w="340994" h="184784">
                <a:moveTo>
                  <a:pt x="340588" y="0"/>
                </a:moveTo>
                <a:lnTo>
                  <a:pt x="278168" y="0"/>
                </a:lnTo>
                <a:lnTo>
                  <a:pt x="235229" y="104622"/>
                </a:lnTo>
                <a:lnTo>
                  <a:pt x="279656" y="104622"/>
                </a:lnTo>
                <a:lnTo>
                  <a:pt x="290080" y="77927"/>
                </a:lnTo>
                <a:lnTo>
                  <a:pt x="340588" y="77927"/>
                </a:lnTo>
                <a:lnTo>
                  <a:pt x="340588" y="0"/>
                </a:lnTo>
                <a:close/>
              </a:path>
            </a:pathLst>
          </a:custGeom>
          <a:solidFill>
            <a:srgbClr val="59094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2" name="object 5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309520" y="887844"/>
            <a:ext cx="480199" cy="92367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447800" y="622300"/>
            <a:ext cx="444500" cy="482600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0" y="0"/>
            <a:ext cx="13970000" cy="1206500"/>
            <a:chOff x="0" y="0"/>
            <a:chExt cx="13970000" cy="1206500"/>
          </a:xfrm>
        </p:grpSpPr>
        <p:sp>
          <p:nvSpPr>
            <p:cNvPr id="55" name="object 55"/>
            <p:cNvSpPr/>
            <p:nvPr/>
          </p:nvSpPr>
          <p:spPr>
            <a:xfrm>
              <a:off x="0" y="0"/>
              <a:ext cx="13970000" cy="553085"/>
            </a:xfrm>
            <a:custGeom>
              <a:avLst/>
              <a:gdLst/>
              <a:ahLst/>
              <a:cxnLst/>
              <a:rect l="l" t="t" r="r" b="b"/>
              <a:pathLst>
                <a:path w="13970000" h="553085">
                  <a:moveTo>
                    <a:pt x="0" y="552462"/>
                  </a:moveTo>
                  <a:lnTo>
                    <a:pt x="13970000" y="552462"/>
                  </a:lnTo>
                  <a:lnTo>
                    <a:pt x="13970000" y="0"/>
                  </a:lnTo>
                  <a:lnTo>
                    <a:pt x="0" y="0"/>
                  </a:lnTo>
                  <a:lnTo>
                    <a:pt x="0" y="552462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23000" y="6362"/>
              <a:ext cx="1119187" cy="69056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54861" y="91681"/>
              <a:ext cx="615391" cy="388289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5250" y="0"/>
              <a:ext cx="1190625" cy="558685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633325" y="31737"/>
              <a:ext cx="825500" cy="596797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658725" y="31737"/>
              <a:ext cx="723899" cy="495197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66825" y="6298"/>
              <a:ext cx="1214437" cy="690562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64479" y="109296"/>
              <a:ext cx="779983" cy="305765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876800" y="19062"/>
              <a:ext cx="1433449" cy="690562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006276" y="120498"/>
              <a:ext cx="1139698" cy="337616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423900" y="6362"/>
              <a:ext cx="482599" cy="482599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419646" y="6954"/>
              <a:ext cx="1431628" cy="694732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555505" y="107885"/>
              <a:ext cx="1159459" cy="312254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408193" y="0"/>
              <a:ext cx="1214437" cy="631043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686077" y="112813"/>
              <a:ext cx="630466" cy="337616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540875" y="6362"/>
              <a:ext cx="1219199" cy="695325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9782805" y="216471"/>
              <a:ext cx="703580" cy="152400"/>
            </a:xfrm>
            <a:custGeom>
              <a:avLst/>
              <a:gdLst/>
              <a:ahLst/>
              <a:cxnLst/>
              <a:rect l="l" t="t" r="r" b="b"/>
              <a:pathLst>
                <a:path w="703579" h="152400">
                  <a:moveTo>
                    <a:pt x="70167" y="6489"/>
                  </a:moveTo>
                  <a:lnTo>
                    <a:pt x="39217" y="6489"/>
                  </a:lnTo>
                  <a:lnTo>
                    <a:pt x="0" y="120091"/>
                  </a:lnTo>
                  <a:lnTo>
                    <a:pt x="25730" y="120091"/>
                  </a:lnTo>
                  <a:lnTo>
                    <a:pt x="34158" y="94183"/>
                  </a:lnTo>
                  <a:lnTo>
                    <a:pt x="24129" y="94183"/>
                  </a:lnTo>
                  <a:lnTo>
                    <a:pt x="24129" y="75438"/>
                  </a:lnTo>
                  <a:lnTo>
                    <a:pt x="40256" y="75438"/>
                  </a:lnTo>
                  <a:lnTo>
                    <a:pt x="54241" y="32448"/>
                  </a:lnTo>
                  <a:lnTo>
                    <a:pt x="79117" y="32448"/>
                  </a:lnTo>
                  <a:lnTo>
                    <a:pt x="70167" y="6489"/>
                  </a:lnTo>
                  <a:close/>
                </a:path>
                <a:path w="703579" h="152400">
                  <a:moveTo>
                    <a:pt x="79117" y="32448"/>
                  </a:moveTo>
                  <a:lnTo>
                    <a:pt x="55130" y="32448"/>
                  </a:lnTo>
                  <a:lnTo>
                    <a:pt x="83591" y="120091"/>
                  </a:lnTo>
                  <a:lnTo>
                    <a:pt x="109334" y="120091"/>
                  </a:lnTo>
                  <a:lnTo>
                    <a:pt x="100401" y="94183"/>
                  </a:lnTo>
                  <a:lnTo>
                    <a:pt x="84924" y="94183"/>
                  </a:lnTo>
                  <a:lnTo>
                    <a:pt x="84924" y="75438"/>
                  </a:lnTo>
                  <a:lnTo>
                    <a:pt x="93939" y="75438"/>
                  </a:lnTo>
                  <a:lnTo>
                    <a:pt x="79117" y="32448"/>
                  </a:lnTo>
                  <a:close/>
                </a:path>
                <a:path w="703579" h="152400">
                  <a:moveTo>
                    <a:pt x="40256" y="75438"/>
                  </a:moveTo>
                  <a:lnTo>
                    <a:pt x="24129" y="75438"/>
                  </a:lnTo>
                  <a:lnTo>
                    <a:pt x="24129" y="94183"/>
                  </a:lnTo>
                  <a:lnTo>
                    <a:pt x="34158" y="94183"/>
                  </a:lnTo>
                  <a:lnTo>
                    <a:pt x="40256" y="75438"/>
                  </a:lnTo>
                  <a:close/>
                </a:path>
                <a:path w="703579" h="152400">
                  <a:moveTo>
                    <a:pt x="69090" y="75438"/>
                  </a:moveTo>
                  <a:lnTo>
                    <a:pt x="40256" y="75438"/>
                  </a:lnTo>
                  <a:lnTo>
                    <a:pt x="34158" y="94183"/>
                  </a:lnTo>
                  <a:lnTo>
                    <a:pt x="75178" y="94183"/>
                  </a:lnTo>
                  <a:lnTo>
                    <a:pt x="69090" y="75438"/>
                  </a:lnTo>
                  <a:close/>
                </a:path>
                <a:path w="703579" h="152400">
                  <a:moveTo>
                    <a:pt x="93939" y="75438"/>
                  </a:moveTo>
                  <a:lnTo>
                    <a:pt x="84924" y="75438"/>
                  </a:lnTo>
                  <a:lnTo>
                    <a:pt x="84924" y="94183"/>
                  </a:lnTo>
                  <a:lnTo>
                    <a:pt x="100401" y="94183"/>
                  </a:lnTo>
                  <a:lnTo>
                    <a:pt x="93939" y="75438"/>
                  </a:lnTo>
                  <a:close/>
                </a:path>
                <a:path w="703579" h="152400">
                  <a:moveTo>
                    <a:pt x="142201" y="34886"/>
                  </a:moveTo>
                  <a:lnTo>
                    <a:pt x="118897" y="34886"/>
                  </a:lnTo>
                  <a:lnTo>
                    <a:pt x="118897" y="152044"/>
                  </a:lnTo>
                  <a:lnTo>
                    <a:pt x="142532" y="152044"/>
                  </a:lnTo>
                  <a:lnTo>
                    <a:pt x="142532" y="106438"/>
                  </a:lnTo>
                  <a:lnTo>
                    <a:pt x="195174" y="106438"/>
                  </a:lnTo>
                  <a:lnTo>
                    <a:pt x="196939" y="102666"/>
                  </a:lnTo>
                  <a:lnTo>
                    <a:pt x="156146" y="102666"/>
                  </a:lnTo>
                  <a:lnTo>
                    <a:pt x="152907" y="101638"/>
                  </a:lnTo>
                  <a:lnTo>
                    <a:pt x="142036" y="82550"/>
                  </a:lnTo>
                  <a:lnTo>
                    <a:pt x="142036" y="72428"/>
                  </a:lnTo>
                  <a:lnTo>
                    <a:pt x="142701" y="68237"/>
                  </a:lnTo>
                  <a:lnTo>
                    <a:pt x="142806" y="67830"/>
                  </a:lnTo>
                  <a:lnTo>
                    <a:pt x="145460" y="60769"/>
                  </a:lnTo>
                  <a:lnTo>
                    <a:pt x="145541" y="60553"/>
                  </a:lnTo>
                  <a:lnTo>
                    <a:pt x="156108" y="52578"/>
                  </a:lnTo>
                  <a:lnTo>
                    <a:pt x="196957" y="52578"/>
                  </a:lnTo>
                  <a:lnTo>
                    <a:pt x="195331" y="49199"/>
                  </a:lnTo>
                  <a:lnTo>
                    <a:pt x="142201" y="49199"/>
                  </a:lnTo>
                  <a:lnTo>
                    <a:pt x="142201" y="34886"/>
                  </a:lnTo>
                  <a:close/>
                </a:path>
                <a:path w="703579" h="152400">
                  <a:moveTo>
                    <a:pt x="195174" y="106438"/>
                  </a:moveTo>
                  <a:lnTo>
                    <a:pt x="143255" y="106438"/>
                  </a:lnTo>
                  <a:lnTo>
                    <a:pt x="144322" y="108813"/>
                  </a:lnTo>
                  <a:lnTo>
                    <a:pt x="162852" y="121475"/>
                  </a:lnTo>
                  <a:lnTo>
                    <a:pt x="173913" y="121475"/>
                  </a:lnTo>
                  <a:lnTo>
                    <a:pt x="179755" y="119811"/>
                  </a:lnTo>
                  <a:lnTo>
                    <a:pt x="190220" y="113118"/>
                  </a:lnTo>
                  <a:lnTo>
                    <a:pt x="194360" y="108178"/>
                  </a:lnTo>
                  <a:lnTo>
                    <a:pt x="195174" y="106438"/>
                  </a:lnTo>
                  <a:close/>
                </a:path>
                <a:path w="703579" h="152400">
                  <a:moveTo>
                    <a:pt x="196957" y="52578"/>
                  </a:moveTo>
                  <a:lnTo>
                    <a:pt x="163829" y="52578"/>
                  </a:lnTo>
                  <a:lnTo>
                    <a:pt x="167106" y="53632"/>
                  </a:lnTo>
                  <a:lnTo>
                    <a:pt x="172427" y="57848"/>
                  </a:lnTo>
                  <a:lnTo>
                    <a:pt x="174447" y="60769"/>
                  </a:lnTo>
                  <a:lnTo>
                    <a:pt x="177029" y="67830"/>
                  </a:lnTo>
                  <a:lnTo>
                    <a:pt x="177098" y="68021"/>
                  </a:lnTo>
                  <a:lnTo>
                    <a:pt x="177177" y="68237"/>
                  </a:lnTo>
                  <a:lnTo>
                    <a:pt x="177841" y="72428"/>
                  </a:lnTo>
                  <a:lnTo>
                    <a:pt x="177847" y="82550"/>
                  </a:lnTo>
                  <a:lnTo>
                    <a:pt x="177164" y="86829"/>
                  </a:lnTo>
                  <a:lnTo>
                    <a:pt x="163791" y="102666"/>
                  </a:lnTo>
                  <a:lnTo>
                    <a:pt x="196939" y="102666"/>
                  </a:lnTo>
                  <a:lnTo>
                    <a:pt x="200469" y="95123"/>
                  </a:lnTo>
                  <a:lnTo>
                    <a:pt x="201993" y="87109"/>
                  </a:lnTo>
                  <a:lnTo>
                    <a:pt x="201993" y="67830"/>
                  </a:lnTo>
                  <a:lnTo>
                    <a:pt x="200431" y="59715"/>
                  </a:lnTo>
                  <a:lnTo>
                    <a:pt x="196957" y="52578"/>
                  </a:lnTo>
                  <a:close/>
                </a:path>
                <a:path w="703579" h="152400">
                  <a:moveTo>
                    <a:pt x="173710" y="33782"/>
                  </a:moveTo>
                  <a:lnTo>
                    <a:pt x="162725" y="33782"/>
                  </a:lnTo>
                  <a:lnTo>
                    <a:pt x="158724" y="34594"/>
                  </a:lnTo>
                  <a:lnTo>
                    <a:pt x="143255" y="49199"/>
                  </a:lnTo>
                  <a:lnTo>
                    <a:pt x="195331" y="49199"/>
                  </a:lnTo>
                  <a:lnTo>
                    <a:pt x="173710" y="33782"/>
                  </a:lnTo>
                  <a:close/>
                </a:path>
                <a:path w="703579" h="152400">
                  <a:moveTo>
                    <a:pt x="237388" y="34886"/>
                  </a:moveTo>
                  <a:lnTo>
                    <a:pt x="214096" y="34886"/>
                  </a:lnTo>
                  <a:lnTo>
                    <a:pt x="214096" y="152044"/>
                  </a:lnTo>
                  <a:lnTo>
                    <a:pt x="237718" y="152044"/>
                  </a:lnTo>
                  <a:lnTo>
                    <a:pt x="237718" y="106438"/>
                  </a:lnTo>
                  <a:lnTo>
                    <a:pt x="290361" y="106438"/>
                  </a:lnTo>
                  <a:lnTo>
                    <a:pt x="292126" y="102666"/>
                  </a:lnTo>
                  <a:lnTo>
                    <a:pt x="251332" y="102666"/>
                  </a:lnTo>
                  <a:lnTo>
                    <a:pt x="248094" y="101638"/>
                  </a:lnTo>
                  <a:lnTo>
                    <a:pt x="237223" y="82550"/>
                  </a:lnTo>
                  <a:lnTo>
                    <a:pt x="237223" y="72428"/>
                  </a:lnTo>
                  <a:lnTo>
                    <a:pt x="242624" y="57848"/>
                  </a:lnTo>
                  <a:lnTo>
                    <a:pt x="242747" y="57670"/>
                  </a:lnTo>
                  <a:lnTo>
                    <a:pt x="247994" y="53632"/>
                  </a:lnTo>
                  <a:lnTo>
                    <a:pt x="249140" y="53251"/>
                  </a:lnTo>
                  <a:lnTo>
                    <a:pt x="251294" y="52578"/>
                  </a:lnTo>
                  <a:lnTo>
                    <a:pt x="292144" y="52578"/>
                  </a:lnTo>
                  <a:lnTo>
                    <a:pt x="290517" y="49199"/>
                  </a:lnTo>
                  <a:lnTo>
                    <a:pt x="237388" y="49199"/>
                  </a:lnTo>
                  <a:lnTo>
                    <a:pt x="237388" y="34886"/>
                  </a:lnTo>
                  <a:close/>
                </a:path>
                <a:path w="703579" h="152400">
                  <a:moveTo>
                    <a:pt x="290361" y="106438"/>
                  </a:moveTo>
                  <a:lnTo>
                    <a:pt x="238442" y="106438"/>
                  </a:lnTo>
                  <a:lnTo>
                    <a:pt x="239521" y="108813"/>
                  </a:lnTo>
                  <a:lnTo>
                    <a:pt x="258038" y="121475"/>
                  </a:lnTo>
                  <a:lnTo>
                    <a:pt x="269100" y="121475"/>
                  </a:lnTo>
                  <a:lnTo>
                    <a:pt x="274942" y="119811"/>
                  </a:lnTo>
                  <a:lnTo>
                    <a:pt x="285407" y="113118"/>
                  </a:lnTo>
                  <a:lnTo>
                    <a:pt x="289547" y="108178"/>
                  </a:lnTo>
                  <a:lnTo>
                    <a:pt x="290361" y="106438"/>
                  </a:lnTo>
                  <a:close/>
                </a:path>
                <a:path w="703579" h="152400">
                  <a:moveTo>
                    <a:pt x="292144" y="52578"/>
                  </a:moveTo>
                  <a:lnTo>
                    <a:pt x="259029" y="52578"/>
                  </a:lnTo>
                  <a:lnTo>
                    <a:pt x="262293" y="53632"/>
                  </a:lnTo>
                  <a:lnTo>
                    <a:pt x="267627" y="57848"/>
                  </a:lnTo>
                  <a:lnTo>
                    <a:pt x="269633" y="60769"/>
                  </a:lnTo>
                  <a:lnTo>
                    <a:pt x="272227" y="67830"/>
                  </a:lnTo>
                  <a:lnTo>
                    <a:pt x="272297" y="68021"/>
                  </a:lnTo>
                  <a:lnTo>
                    <a:pt x="272376" y="68237"/>
                  </a:lnTo>
                  <a:lnTo>
                    <a:pt x="273040" y="72428"/>
                  </a:lnTo>
                  <a:lnTo>
                    <a:pt x="273046" y="82550"/>
                  </a:lnTo>
                  <a:lnTo>
                    <a:pt x="272351" y="86829"/>
                  </a:lnTo>
                  <a:lnTo>
                    <a:pt x="258991" y="102666"/>
                  </a:lnTo>
                  <a:lnTo>
                    <a:pt x="292126" y="102666"/>
                  </a:lnTo>
                  <a:lnTo>
                    <a:pt x="295655" y="95123"/>
                  </a:lnTo>
                  <a:lnTo>
                    <a:pt x="297192" y="87109"/>
                  </a:lnTo>
                  <a:lnTo>
                    <a:pt x="297192" y="67830"/>
                  </a:lnTo>
                  <a:lnTo>
                    <a:pt x="295617" y="59715"/>
                  </a:lnTo>
                  <a:lnTo>
                    <a:pt x="292144" y="52578"/>
                  </a:lnTo>
                  <a:close/>
                </a:path>
                <a:path w="703579" h="152400">
                  <a:moveTo>
                    <a:pt x="268897" y="33782"/>
                  </a:moveTo>
                  <a:lnTo>
                    <a:pt x="257911" y="33782"/>
                  </a:lnTo>
                  <a:lnTo>
                    <a:pt x="253923" y="34594"/>
                  </a:lnTo>
                  <a:lnTo>
                    <a:pt x="247522" y="37807"/>
                  </a:lnTo>
                  <a:lnTo>
                    <a:pt x="244932" y="39801"/>
                  </a:lnTo>
                  <a:lnTo>
                    <a:pt x="240982" y="44577"/>
                  </a:lnTo>
                  <a:lnTo>
                    <a:pt x="239590" y="46736"/>
                  </a:lnTo>
                  <a:lnTo>
                    <a:pt x="239483" y="46901"/>
                  </a:lnTo>
                  <a:lnTo>
                    <a:pt x="238442" y="49199"/>
                  </a:lnTo>
                  <a:lnTo>
                    <a:pt x="290517" y="49199"/>
                  </a:lnTo>
                  <a:lnTo>
                    <a:pt x="289410" y="46901"/>
                  </a:lnTo>
                  <a:lnTo>
                    <a:pt x="289331" y="46736"/>
                  </a:lnTo>
                  <a:lnTo>
                    <a:pt x="285127" y="41871"/>
                  </a:lnTo>
                  <a:lnTo>
                    <a:pt x="274624" y="35407"/>
                  </a:lnTo>
                  <a:lnTo>
                    <a:pt x="268897" y="33782"/>
                  </a:lnTo>
                  <a:close/>
                </a:path>
                <a:path w="703579" h="152400">
                  <a:moveTo>
                    <a:pt x="352793" y="33782"/>
                  </a:moveTo>
                  <a:lnTo>
                    <a:pt x="338810" y="33782"/>
                  </a:lnTo>
                  <a:lnTo>
                    <a:pt x="331520" y="35623"/>
                  </a:lnTo>
                  <a:lnTo>
                    <a:pt x="305891" y="68884"/>
                  </a:lnTo>
                  <a:lnTo>
                    <a:pt x="305841" y="86868"/>
                  </a:lnTo>
                  <a:lnTo>
                    <a:pt x="307454" y="94246"/>
                  </a:lnTo>
                  <a:lnTo>
                    <a:pt x="307543" y="94653"/>
                  </a:lnTo>
                  <a:lnTo>
                    <a:pt x="339343" y="121754"/>
                  </a:lnTo>
                  <a:lnTo>
                    <a:pt x="355142" y="121754"/>
                  </a:lnTo>
                  <a:lnTo>
                    <a:pt x="384035" y="104114"/>
                  </a:lnTo>
                  <a:lnTo>
                    <a:pt x="344538" y="104114"/>
                  </a:lnTo>
                  <a:lnTo>
                    <a:pt x="341121" y="103289"/>
                  </a:lnTo>
                  <a:lnTo>
                    <a:pt x="329196" y="87807"/>
                  </a:lnTo>
                  <a:lnTo>
                    <a:pt x="329204" y="83540"/>
                  </a:lnTo>
                  <a:lnTo>
                    <a:pt x="315277" y="83540"/>
                  </a:lnTo>
                  <a:lnTo>
                    <a:pt x="315277" y="68884"/>
                  </a:lnTo>
                  <a:lnTo>
                    <a:pt x="329230" y="68884"/>
                  </a:lnTo>
                  <a:lnTo>
                    <a:pt x="329234" y="66306"/>
                  </a:lnTo>
                  <a:lnTo>
                    <a:pt x="329963" y="63474"/>
                  </a:lnTo>
                  <a:lnTo>
                    <a:pt x="330022" y="63246"/>
                  </a:lnTo>
                  <a:lnTo>
                    <a:pt x="331584" y="60515"/>
                  </a:lnTo>
                  <a:lnTo>
                    <a:pt x="333133" y="57734"/>
                  </a:lnTo>
                  <a:lnTo>
                    <a:pt x="335279" y="55537"/>
                  </a:lnTo>
                  <a:lnTo>
                    <a:pt x="340791" y="52247"/>
                  </a:lnTo>
                  <a:lnTo>
                    <a:pt x="343966" y="51422"/>
                  </a:lnTo>
                  <a:lnTo>
                    <a:pt x="381363" y="51422"/>
                  </a:lnTo>
                  <a:lnTo>
                    <a:pt x="379325" y="48183"/>
                  </a:lnTo>
                  <a:lnTo>
                    <a:pt x="371995" y="40944"/>
                  </a:lnTo>
                  <a:lnTo>
                    <a:pt x="367753" y="38265"/>
                  </a:lnTo>
                  <a:lnTo>
                    <a:pt x="362864" y="36499"/>
                  </a:lnTo>
                  <a:lnTo>
                    <a:pt x="358025" y="34683"/>
                  </a:lnTo>
                  <a:lnTo>
                    <a:pt x="352793" y="33782"/>
                  </a:lnTo>
                  <a:close/>
                </a:path>
                <a:path w="703579" h="152400">
                  <a:moveTo>
                    <a:pt x="364858" y="94246"/>
                  </a:moveTo>
                  <a:lnTo>
                    <a:pt x="351129" y="104114"/>
                  </a:lnTo>
                  <a:lnTo>
                    <a:pt x="384035" y="104114"/>
                  </a:lnTo>
                  <a:lnTo>
                    <a:pt x="385503" y="101155"/>
                  </a:lnTo>
                  <a:lnTo>
                    <a:pt x="385610" y="100939"/>
                  </a:lnTo>
                  <a:lnTo>
                    <a:pt x="386714" y="95681"/>
                  </a:lnTo>
                  <a:lnTo>
                    <a:pt x="364858" y="94246"/>
                  </a:lnTo>
                  <a:close/>
                </a:path>
                <a:path w="703579" h="152400">
                  <a:moveTo>
                    <a:pt x="329230" y="68884"/>
                  </a:moveTo>
                  <a:lnTo>
                    <a:pt x="315277" y="68884"/>
                  </a:lnTo>
                  <a:lnTo>
                    <a:pt x="315277" y="83540"/>
                  </a:lnTo>
                  <a:lnTo>
                    <a:pt x="329204" y="83540"/>
                  </a:lnTo>
                  <a:lnTo>
                    <a:pt x="329230" y="68884"/>
                  </a:lnTo>
                  <a:close/>
                </a:path>
                <a:path w="703579" h="152400">
                  <a:moveTo>
                    <a:pt x="381363" y="51422"/>
                  </a:moveTo>
                  <a:lnTo>
                    <a:pt x="351002" y="51422"/>
                  </a:lnTo>
                  <a:lnTo>
                    <a:pt x="354318" y="52247"/>
                  </a:lnTo>
                  <a:lnTo>
                    <a:pt x="354142" y="52247"/>
                  </a:lnTo>
                  <a:lnTo>
                    <a:pt x="356603" y="53695"/>
                  </a:lnTo>
                  <a:lnTo>
                    <a:pt x="359219" y="55168"/>
                  </a:lnTo>
                  <a:lnTo>
                    <a:pt x="361276" y="57226"/>
                  </a:lnTo>
                  <a:lnTo>
                    <a:pt x="364235" y="62471"/>
                  </a:lnTo>
                  <a:lnTo>
                    <a:pt x="364972" y="65493"/>
                  </a:lnTo>
                  <a:lnTo>
                    <a:pt x="364972" y="68884"/>
                  </a:lnTo>
                  <a:lnTo>
                    <a:pt x="329230" y="68884"/>
                  </a:lnTo>
                  <a:lnTo>
                    <a:pt x="329204" y="83540"/>
                  </a:lnTo>
                  <a:lnTo>
                    <a:pt x="387222" y="83540"/>
                  </a:lnTo>
                  <a:lnTo>
                    <a:pt x="387112" y="69113"/>
                  </a:lnTo>
                  <a:lnTo>
                    <a:pt x="386206" y="63474"/>
                  </a:lnTo>
                  <a:lnTo>
                    <a:pt x="382130" y="52641"/>
                  </a:lnTo>
                  <a:lnTo>
                    <a:pt x="381363" y="51422"/>
                  </a:lnTo>
                  <a:close/>
                </a:path>
                <a:path w="703579" h="152400">
                  <a:moveTo>
                    <a:pt x="421500" y="34886"/>
                  </a:moveTo>
                  <a:lnTo>
                    <a:pt x="398983" y="34886"/>
                  </a:lnTo>
                  <a:lnTo>
                    <a:pt x="398983" y="120091"/>
                  </a:lnTo>
                  <a:lnTo>
                    <a:pt x="422605" y="120091"/>
                  </a:lnTo>
                  <a:lnTo>
                    <a:pt x="422643" y="67170"/>
                  </a:lnTo>
                  <a:lnTo>
                    <a:pt x="423329" y="64046"/>
                  </a:lnTo>
                  <a:lnTo>
                    <a:pt x="426034" y="58826"/>
                  </a:lnTo>
                  <a:lnTo>
                    <a:pt x="427913" y="56832"/>
                  </a:lnTo>
                  <a:lnTo>
                    <a:pt x="432765" y="54102"/>
                  </a:lnTo>
                  <a:lnTo>
                    <a:pt x="435104" y="53530"/>
                  </a:lnTo>
                  <a:lnTo>
                    <a:pt x="476313" y="53530"/>
                  </a:lnTo>
                  <a:lnTo>
                    <a:pt x="474462" y="49923"/>
                  </a:lnTo>
                  <a:lnTo>
                    <a:pt x="421500" y="49923"/>
                  </a:lnTo>
                  <a:lnTo>
                    <a:pt x="421500" y="34886"/>
                  </a:lnTo>
                  <a:close/>
                </a:path>
                <a:path w="703579" h="152400">
                  <a:moveTo>
                    <a:pt x="476313" y="53530"/>
                  </a:moveTo>
                  <a:lnTo>
                    <a:pt x="443772" y="53530"/>
                  </a:lnTo>
                  <a:lnTo>
                    <a:pt x="447205" y="54889"/>
                  </a:lnTo>
                  <a:lnTo>
                    <a:pt x="449897" y="57848"/>
                  </a:lnTo>
                  <a:lnTo>
                    <a:pt x="452602" y="60769"/>
                  </a:lnTo>
                  <a:lnTo>
                    <a:pt x="453936" y="64846"/>
                  </a:lnTo>
                  <a:lnTo>
                    <a:pt x="453897" y="120091"/>
                  </a:lnTo>
                  <a:lnTo>
                    <a:pt x="477532" y="120091"/>
                  </a:lnTo>
                  <a:lnTo>
                    <a:pt x="477448" y="58826"/>
                  </a:lnTo>
                  <a:lnTo>
                    <a:pt x="476435" y="54102"/>
                  </a:lnTo>
                  <a:lnTo>
                    <a:pt x="476313" y="53530"/>
                  </a:lnTo>
                  <a:close/>
                </a:path>
                <a:path w="703579" h="152400">
                  <a:moveTo>
                    <a:pt x="454050" y="33782"/>
                  </a:moveTo>
                  <a:lnTo>
                    <a:pt x="441807" y="33782"/>
                  </a:lnTo>
                  <a:lnTo>
                    <a:pt x="436422" y="35242"/>
                  </a:lnTo>
                  <a:lnTo>
                    <a:pt x="431990" y="38163"/>
                  </a:lnTo>
                  <a:lnTo>
                    <a:pt x="427545" y="41046"/>
                  </a:lnTo>
                  <a:lnTo>
                    <a:pt x="424383" y="44958"/>
                  </a:lnTo>
                  <a:lnTo>
                    <a:pt x="422503" y="49923"/>
                  </a:lnTo>
                  <a:lnTo>
                    <a:pt x="474462" y="49923"/>
                  </a:lnTo>
                  <a:lnTo>
                    <a:pt x="471423" y="43942"/>
                  </a:lnTo>
                  <a:lnTo>
                    <a:pt x="468007" y="40246"/>
                  </a:lnTo>
                  <a:lnTo>
                    <a:pt x="459206" y="35064"/>
                  </a:lnTo>
                  <a:lnTo>
                    <a:pt x="454050" y="33782"/>
                  </a:lnTo>
                  <a:close/>
                </a:path>
                <a:path w="703579" h="152400">
                  <a:moveTo>
                    <a:pt x="528599" y="33782"/>
                  </a:moveTo>
                  <a:lnTo>
                    <a:pt x="517588" y="33782"/>
                  </a:lnTo>
                  <a:lnTo>
                    <a:pt x="511835" y="35407"/>
                  </a:lnTo>
                  <a:lnTo>
                    <a:pt x="501370" y="41871"/>
                  </a:lnTo>
                  <a:lnTo>
                    <a:pt x="497192" y="46736"/>
                  </a:lnTo>
                  <a:lnTo>
                    <a:pt x="490905" y="59715"/>
                  </a:lnTo>
                  <a:lnTo>
                    <a:pt x="489330" y="67830"/>
                  </a:lnTo>
                  <a:lnTo>
                    <a:pt x="489330" y="87109"/>
                  </a:lnTo>
                  <a:lnTo>
                    <a:pt x="490727" y="94513"/>
                  </a:lnTo>
                  <a:lnTo>
                    <a:pt x="490842" y="95123"/>
                  </a:lnTo>
                  <a:lnTo>
                    <a:pt x="517423" y="121475"/>
                  </a:lnTo>
                  <a:lnTo>
                    <a:pt x="528472" y="121475"/>
                  </a:lnTo>
                  <a:lnTo>
                    <a:pt x="532358" y="120726"/>
                  </a:lnTo>
                  <a:lnTo>
                    <a:pt x="535533" y="119202"/>
                  </a:lnTo>
                  <a:lnTo>
                    <a:pt x="538759" y="117690"/>
                  </a:lnTo>
                  <a:lnTo>
                    <a:pt x="541362" y="115785"/>
                  </a:lnTo>
                  <a:lnTo>
                    <a:pt x="545388" y="111163"/>
                  </a:lnTo>
                  <a:lnTo>
                    <a:pt x="546963" y="108813"/>
                  </a:lnTo>
                  <a:lnTo>
                    <a:pt x="548081" y="106438"/>
                  </a:lnTo>
                  <a:lnTo>
                    <a:pt x="572376" y="106438"/>
                  </a:lnTo>
                  <a:lnTo>
                    <a:pt x="572376" y="102666"/>
                  </a:lnTo>
                  <a:lnTo>
                    <a:pt x="527494" y="102666"/>
                  </a:lnTo>
                  <a:lnTo>
                    <a:pt x="524415" y="101676"/>
                  </a:lnTo>
                  <a:lnTo>
                    <a:pt x="513476" y="82550"/>
                  </a:lnTo>
                  <a:lnTo>
                    <a:pt x="513483" y="72428"/>
                  </a:lnTo>
                  <a:lnTo>
                    <a:pt x="527494" y="52578"/>
                  </a:lnTo>
                  <a:lnTo>
                    <a:pt x="572376" y="52578"/>
                  </a:lnTo>
                  <a:lnTo>
                    <a:pt x="572376" y="49199"/>
                  </a:lnTo>
                  <a:lnTo>
                    <a:pt x="548081" y="49199"/>
                  </a:lnTo>
                  <a:lnTo>
                    <a:pt x="547039" y="46901"/>
                  </a:lnTo>
                  <a:lnTo>
                    <a:pt x="545528" y="44577"/>
                  </a:lnTo>
                  <a:lnTo>
                    <a:pt x="543521" y="42202"/>
                  </a:lnTo>
                  <a:lnTo>
                    <a:pt x="541566" y="39801"/>
                  </a:lnTo>
                  <a:lnTo>
                    <a:pt x="538975" y="37807"/>
                  </a:lnTo>
                  <a:lnTo>
                    <a:pt x="535762" y="36220"/>
                  </a:lnTo>
                  <a:lnTo>
                    <a:pt x="532574" y="34594"/>
                  </a:lnTo>
                  <a:lnTo>
                    <a:pt x="528599" y="33782"/>
                  </a:lnTo>
                  <a:close/>
                </a:path>
                <a:path w="703579" h="152400">
                  <a:moveTo>
                    <a:pt x="572376" y="106438"/>
                  </a:moveTo>
                  <a:lnTo>
                    <a:pt x="549071" y="106438"/>
                  </a:lnTo>
                  <a:lnTo>
                    <a:pt x="549071" y="120091"/>
                  </a:lnTo>
                  <a:lnTo>
                    <a:pt x="572376" y="120091"/>
                  </a:lnTo>
                  <a:lnTo>
                    <a:pt x="572376" y="106438"/>
                  </a:lnTo>
                  <a:close/>
                </a:path>
                <a:path w="703579" h="152400">
                  <a:moveTo>
                    <a:pt x="572376" y="52578"/>
                  </a:moveTo>
                  <a:lnTo>
                    <a:pt x="535190" y="52578"/>
                  </a:lnTo>
                  <a:lnTo>
                    <a:pt x="538478" y="53632"/>
                  </a:lnTo>
                  <a:lnTo>
                    <a:pt x="543750" y="57670"/>
                  </a:lnTo>
                  <a:lnTo>
                    <a:pt x="545782" y="60553"/>
                  </a:lnTo>
                  <a:lnTo>
                    <a:pt x="548517" y="67830"/>
                  </a:lnTo>
                  <a:lnTo>
                    <a:pt x="548624" y="68237"/>
                  </a:lnTo>
                  <a:lnTo>
                    <a:pt x="549300" y="72428"/>
                  </a:lnTo>
                  <a:lnTo>
                    <a:pt x="549300" y="82550"/>
                  </a:lnTo>
                  <a:lnTo>
                    <a:pt x="548599" y="86829"/>
                  </a:lnTo>
                  <a:lnTo>
                    <a:pt x="548522" y="87109"/>
                  </a:lnTo>
                  <a:lnTo>
                    <a:pt x="547128" y="90741"/>
                  </a:lnTo>
                  <a:lnTo>
                    <a:pt x="545731" y="94513"/>
                  </a:lnTo>
                  <a:lnTo>
                    <a:pt x="543699" y="97459"/>
                  </a:lnTo>
                  <a:lnTo>
                    <a:pt x="541091" y="99517"/>
                  </a:lnTo>
                  <a:lnTo>
                    <a:pt x="538284" y="101676"/>
                  </a:lnTo>
                  <a:lnTo>
                    <a:pt x="535190" y="102666"/>
                  </a:lnTo>
                  <a:lnTo>
                    <a:pt x="572376" y="102666"/>
                  </a:lnTo>
                  <a:lnTo>
                    <a:pt x="572376" y="52578"/>
                  </a:lnTo>
                  <a:close/>
                </a:path>
                <a:path w="703579" h="152400">
                  <a:moveTo>
                    <a:pt x="572376" y="6489"/>
                  </a:moveTo>
                  <a:lnTo>
                    <a:pt x="548792" y="6489"/>
                  </a:lnTo>
                  <a:lnTo>
                    <a:pt x="548792" y="49199"/>
                  </a:lnTo>
                  <a:lnTo>
                    <a:pt x="572376" y="49199"/>
                  </a:lnTo>
                  <a:lnTo>
                    <a:pt x="572376" y="6489"/>
                  </a:lnTo>
                  <a:close/>
                </a:path>
                <a:path w="703579" h="152400">
                  <a:moveTo>
                    <a:pt x="611771" y="34886"/>
                  </a:moveTo>
                  <a:lnTo>
                    <a:pt x="588136" y="34886"/>
                  </a:lnTo>
                  <a:lnTo>
                    <a:pt x="588136" y="120091"/>
                  </a:lnTo>
                  <a:lnTo>
                    <a:pt x="611771" y="120091"/>
                  </a:lnTo>
                  <a:lnTo>
                    <a:pt x="611771" y="34886"/>
                  </a:lnTo>
                  <a:close/>
                </a:path>
                <a:path w="703579" h="152400">
                  <a:moveTo>
                    <a:pt x="603529" y="0"/>
                  </a:moveTo>
                  <a:lnTo>
                    <a:pt x="596493" y="0"/>
                  </a:lnTo>
                  <a:lnTo>
                    <a:pt x="593483" y="1181"/>
                  </a:lnTo>
                  <a:lnTo>
                    <a:pt x="588492" y="5867"/>
                  </a:lnTo>
                  <a:lnTo>
                    <a:pt x="587247" y="8661"/>
                  </a:lnTo>
                  <a:lnTo>
                    <a:pt x="587247" y="15214"/>
                  </a:lnTo>
                  <a:lnTo>
                    <a:pt x="588492" y="18046"/>
                  </a:lnTo>
                  <a:lnTo>
                    <a:pt x="590969" y="20408"/>
                  </a:lnTo>
                  <a:lnTo>
                    <a:pt x="593483" y="22733"/>
                  </a:lnTo>
                  <a:lnTo>
                    <a:pt x="596493" y="23901"/>
                  </a:lnTo>
                  <a:lnTo>
                    <a:pt x="603529" y="23901"/>
                  </a:lnTo>
                  <a:lnTo>
                    <a:pt x="606526" y="22733"/>
                  </a:lnTo>
                  <a:lnTo>
                    <a:pt x="611517" y="18046"/>
                  </a:lnTo>
                  <a:lnTo>
                    <a:pt x="612774" y="15214"/>
                  </a:lnTo>
                  <a:lnTo>
                    <a:pt x="612774" y="8661"/>
                  </a:lnTo>
                  <a:lnTo>
                    <a:pt x="611517" y="5867"/>
                  </a:lnTo>
                  <a:lnTo>
                    <a:pt x="609003" y="3543"/>
                  </a:lnTo>
                  <a:lnTo>
                    <a:pt x="606526" y="1181"/>
                  </a:lnTo>
                  <a:lnTo>
                    <a:pt x="603529" y="0"/>
                  </a:lnTo>
                  <a:close/>
                </a:path>
                <a:path w="703579" h="152400">
                  <a:moveTo>
                    <a:pt x="646785" y="34886"/>
                  </a:moveTo>
                  <a:lnTo>
                    <a:pt x="622376" y="34886"/>
                  </a:lnTo>
                  <a:lnTo>
                    <a:pt x="646785" y="77482"/>
                  </a:lnTo>
                  <a:lnTo>
                    <a:pt x="621487" y="120091"/>
                  </a:lnTo>
                  <a:lnTo>
                    <a:pt x="645896" y="120091"/>
                  </a:lnTo>
                  <a:lnTo>
                    <a:pt x="662432" y="90639"/>
                  </a:lnTo>
                  <a:lnTo>
                    <a:pt x="685846" y="90639"/>
                  </a:lnTo>
                  <a:lnTo>
                    <a:pt x="678014" y="77482"/>
                  </a:lnTo>
                  <a:lnTo>
                    <a:pt x="685442" y="64668"/>
                  </a:lnTo>
                  <a:lnTo>
                    <a:pt x="662432" y="64668"/>
                  </a:lnTo>
                  <a:lnTo>
                    <a:pt x="646785" y="34886"/>
                  </a:lnTo>
                  <a:close/>
                </a:path>
                <a:path w="703579" h="152400">
                  <a:moveTo>
                    <a:pt x="685846" y="90639"/>
                  </a:moveTo>
                  <a:lnTo>
                    <a:pt x="662432" y="90639"/>
                  </a:lnTo>
                  <a:lnTo>
                    <a:pt x="679234" y="120091"/>
                  </a:lnTo>
                  <a:lnTo>
                    <a:pt x="703376" y="120091"/>
                  </a:lnTo>
                  <a:lnTo>
                    <a:pt x="685846" y="90639"/>
                  </a:lnTo>
                  <a:close/>
                </a:path>
                <a:path w="703579" h="152400">
                  <a:moveTo>
                    <a:pt x="702703" y="34886"/>
                  </a:moveTo>
                  <a:lnTo>
                    <a:pt x="678459" y="34886"/>
                  </a:lnTo>
                  <a:lnTo>
                    <a:pt x="662432" y="64668"/>
                  </a:lnTo>
                  <a:lnTo>
                    <a:pt x="685442" y="64668"/>
                  </a:lnTo>
                  <a:lnTo>
                    <a:pt x="702703" y="348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759200" y="6362"/>
              <a:ext cx="1246628" cy="701237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903257" y="107681"/>
              <a:ext cx="901738" cy="312254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264400" y="7156"/>
              <a:ext cx="1219199" cy="695325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342658" y="125012"/>
              <a:ext cx="1036789" cy="293585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894315" y="713142"/>
              <a:ext cx="890054" cy="241668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365500" y="596900"/>
              <a:ext cx="495300" cy="495300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3289300" y="558799"/>
              <a:ext cx="6311900" cy="647700"/>
            </a:xfrm>
            <a:custGeom>
              <a:avLst/>
              <a:gdLst/>
              <a:ahLst/>
              <a:cxnLst/>
              <a:rect l="l" t="t" r="r" b="b"/>
              <a:pathLst>
                <a:path w="6311900" h="647700">
                  <a:moveTo>
                    <a:pt x="12700" y="0"/>
                  </a:moveTo>
                  <a:lnTo>
                    <a:pt x="6350" y="0"/>
                  </a:lnTo>
                  <a:lnTo>
                    <a:pt x="0" y="0"/>
                  </a:lnTo>
                  <a:lnTo>
                    <a:pt x="0" y="647700"/>
                  </a:lnTo>
                  <a:lnTo>
                    <a:pt x="6350" y="647700"/>
                  </a:lnTo>
                  <a:lnTo>
                    <a:pt x="12700" y="647700"/>
                  </a:lnTo>
                  <a:lnTo>
                    <a:pt x="12700" y="0"/>
                  </a:lnTo>
                  <a:close/>
                </a:path>
                <a:path w="6311900" h="647700">
                  <a:moveTo>
                    <a:pt x="1600200" y="0"/>
                  </a:moveTo>
                  <a:lnTo>
                    <a:pt x="1593850" y="0"/>
                  </a:lnTo>
                  <a:lnTo>
                    <a:pt x="1587500" y="0"/>
                  </a:lnTo>
                  <a:lnTo>
                    <a:pt x="1587500" y="647700"/>
                  </a:lnTo>
                  <a:lnTo>
                    <a:pt x="1593850" y="647700"/>
                  </a:lnTo>
                  <a:lnTo>
                    <a:pt x="1600200" y="647700"/>
                  </a:lnTo>
                  <a:lnTo>
                    <a:pt x="1600200" y="0"/>
                  </a:lnTo>
                  <a:close/>
                </a:path>
                <a:path w="6311900" h="647700">
                  <a:moveTo>
                    <a:pt x="3937000" y="0"/>
                  </a:moveTo>
                  <a:lnTo>
                    <a:pt x="3930650" y="0"/>
                  </a:lnTo>
                  <a:lnTo>
                    <a:pt x="3924300" y="0"/>
                  </a:lnTo>
                  <a:lnTo>
                    <a:pt x="3924300" y="647700"/>
                  </a:lnTo>
                  <a:lnTo>
                    <a:pt x="3930650" y="647700"/>
                  </a:lnTo>
                  <a:lnTo>
                    <a:pt x="3937000" y="647700"/>
                  </a:lnTo>
                  <a:lnTo>
                    <a:pt x="3937000" y="0"/>
                  </a:lnTo>
                  <a:close/>
                </a:path>
                <a:path w="6311900" h="647700">
                  <a:moveTo>
                    <a:pt x="6311900" y="0"/>
                  </a:moveTo>
                  <a:lnTo>
                    <a:pt x="6305550" y="0"/>
                  </a:lnTo>
                  <a:lnTo>
                    <a:pt x="6299200" y="0"/>
                  </a:lnTo>
                  <a:lnTo>
                    <a:pt x="6299200" y="647700"/>
                  </a:lnTo>
                  <a:lnTo>
                    <a:pt x="6305550" y="647700"/>
                  </a:lnTo>
                  <a:lnTo>
                    <a:pt x="6311900" y="647700"/>
                  </a:lnTo>
                  <a:lnTo>
                    <a:pt x="6311900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623865" y="701763"/>
              <a:ext cx="5200650" cy="230504"/>
            </a:xfrm>
            <a:custGeom>
              <a:avLst/>
              <a:gdLst/>
              <a:ahLst/>
              <a:cxnLst/>
              <a:rect l="l" t="t" r="r" b="b"/>
              <a:pathLst>
                <a:path w="5200650" h="230505">
                  <a:moveTo>
                    <a:pt x="130962" y="40627"/>
                  </a:moveTo>
                  <a:lnTo>
                    <a:pt x="32829" y="40627"/>
                  </a:lnTo>
                  <a:lnTo>
                    <a:pt x="26339" y="40627"/>
                  </a:lnTo>
                  <a:lnTo>
                    <a:pt x="8293" y="40627"/>
                  </a:lnTo>
                  <a:lnTo>
                    <a:pt x="0" y="79946"/>
                  </a:lnTo>
                  <a:lnTo>
                    <a:pt x="41973" y="79946"/>
                  </a:lnTo>
                  <a:lnTo>
                    <a:pt x="48310" y="82232"/>
                  </a:lnTo>
                  <a:lnTo>
                    <a:pt x="51866" y="86804"/>
                  </a:lnTo>
                  <a:lnTo>
                    <a:pt x="52717" y="87884"/>
                  </a:lnTo>
                  <a:lnTo>
                    <a:pt x="6858" y="87884"/>
                  </a:lnTo>
                  <a:lnTo>
                    <a:pt x="0" y="115671"/>
                  </a:lnTo>
                  <a:lnTo>
                    <a:pt x="54660" y="115671"/>
                  </a:lnTo>
                  <a:lnTo>
                    <a:pt x="52971" y="119634"/>
                  </a:lnTo>
                  <a:lnTo>
                    <a:pt x="50330" y="122910"/>
                  </a:lnTo>
                  <a:lnTo>
                    <a:pt x="43167" y="128079"/>
                  </a:lnTo>
                  <a:lnTo>
                    <a:pt x="38544" y="129374"/>
                  </a:lnTo>
                  <a:lnTo>
                    <a:pt x="3962" y="129374"/>
                  </a:lnTo>
                  <a:lnTo>
                    <a:pt x="3898" y="133705"/>
                  </a:lnTo>
                  <a:lnTo>
                    <a:pt x="3810" y="140169"/>
                  </a:lnTo>
                  <a:lnTo>
                    <a:pt x="3695" y="149415"/>
                  </a:lnTo>
                  <a:lnTo>
                    <a:pt x="3606" y="156794"/>
                  </a:lnTo>
                  <a:lnTo>
                    <a:pt x="62420" y="225348"/>
                  </a:lnTo>
                  <a:lnTo>
                    <a:pt x="114376" y="225348"/>
                  </a:lnTo>
                  <a:lnTo>
                    <a:pt x="114376" y="223545"/>
                  </a:lnTo>
                  <a:lnTo>
                    <a:pt x="63131" y="160769"/>
                  </a:lnTo>
                  <a:lnTo>
                    <a:pt x="65125" y="159867"/>
                  </a:lnTo>
                  <a:lnTo>
                    <a:pt x="98399" y="133705"/>
                  </a:lnTo>
                  <a:lnTo>
                    <a:pt x="104101" y="115671"/>
                  </a:lnTo>
                  <a:lnTo>
                    <a:pt x="123748" y="115671"/>
                  </a:lnTo>
                  <a:lnTo>
                    <a:pt x="130606" y="87884"/>
                  </a:lnTo>
                  <a:lnTo>
                    <a:pt x="104863" y="87884"/>
                  </a:lnTo>
                  <a:lnTo>
                    <a:pt x="105143" y="89331"/>
                  </a:lnTo>
                  <a:lnTo>
                    <a:pt x="103543" y="81076"/>
                  </a:lnTo>
                  <a:lnTo>
                    <a:pt x="100901" y="73545"/>
                  </a:lnTo>
                  <a:lnTo>
                    <a:pt x="98691" y="69481"/>
                  </a:lnTo>
                  <a:lnTo>
                    <a:pt x="98539" y="69202"/>
                  </a:lnTo>
                  <a:lnTo>
                    <a:pt x="123723" y="69202"/>
                  </a:lnTo>
                  <a:lnTo>
                    <a:pt x="130848" y="41033"/>
                  </a:lnTo>
                  <a:lnTo>
                    <a:pt x="130962" y="40627"/>
                  </a:lnTo>
                  <a:close/>
                </a:path>
                <a:path w="5200650" h="230505">
                  <a:moveTo>
                    <a:pt x="300151" y="161848"/>
                  </a:moveTo>
                  <a:lnTo>
                    <a:pt x="288582" y="124421"/>
                  </a:lnTo>
                  <a:lnTo>
                    <a:pt x="250812" y="102425"/>
                  </a:lnTo>
                  <a:lnTo>
                    <a:pt x="242785" y="101955"/>
                  </a:lnTo>
                  <a:lnTo>
                    <a:pt x="233413" y="101955"/>
                  </a:lnTo>
                  <a:lnTo>
                    <a:pt x="225069" y="103860"/>
                  </a:lnTo>
                  <a:lnTo>
                    <a:pt x="210985" y="111213"/>
                  </a:lnTo>
                  <a:lnTo>
                    <a:pt x="205994" y="115849"/>
                  </a:lnTo>
                  <a:lnTo>
                    <a:pt x="203098" y="121437"/>
                  </a:lnTo>
                  <a:lnTo>
                    <a:pt x="202018" y="121437"/>
                  </a:lnTo>
                  <a:lnTo>
                    <a:pt x="205625" y="80670"/>
                  </a:lnTo>
                  <a:lnTo>
                    <a:pt x="288607" y="80670"/>
                  </a:lnTo>
                  <a:lnTo>
                    <a:pt x="288607" y="40627"/>
                  </a:lnTo>
                  <a:lnTo>
                    <a:pt x="164503" y="40627"/>
                  </a:lnTo>
                  <a:lnTo>
                    <a:pt x="157441" y="139928"/>
                  </a:lnTo>
                  <a:lnTo>
                    <a:pt x="157403" y="140474"/>
                  </a:lnTo>
                  <a:lnTo>
                    <a:pt x="157289" y="142100"/>
                  </a:lnTo>
                  <a:lnTo>
                    <a:pt x="157276" y="142367"/>
                  </a:lnTo>
                  <a:lnTo>
                    <a:pt x="201295" y="151028"/>
                  </a:lnTo>
                  <a:lnTo>
                    <a:pt x="203403" y="146519"/>
                  </a:lnTo>
                  <a:lnTo>
                    <a:pt x="206679" y="143002"/>
                  </a:lnTo>
                  <a:lnTo>
                    <a:pt x="215646" y="137883"/>
                  </a:lnTo>
                  <a:lnTo>
                    <a:pt x="220548" y="136588"/>
                  </a:lnTo>
                  <a:lnTo>
                    <a:pt x="230949" y="136588"/>
                  </a:lnTo>
                  <a:lnTo>
                    <a:pt x="236169" y="137883"/>
                  </a:lnTo>
                  <a:lnTo>
                    <a:pt x="235762" y="137883"/>
                  </a:lnTo>
                  <a:lnTo>
                    <a:pt x="239369" y="139928"/>
                  </a:lnTo>
                  <a:lnTo>
                    <a:pt x="243268" y="142100"/>
                  </a:lnTo>
                  <a:lnTo>
                    <a:pt x="246392" y="145288"/>
                  </a:lnTo>
                  <a:lnTo>
                    <a:pt x="248564" y="149225"/>
                  </a:lnTo>
                  <a:lnTo>
                    <a:pt x="250786" y="153187"/>
                  </a:lnTo>
                  <a:lnTo>
                    <a:pt x="251866" y="157886"/>
                  </a:lnTo>
                  <a:lnTo>
                    <a:pt x="251764" y="169062"/>
                  </a:lnTo>
                  <a:lnTo>
                    <a:pt x="250786" y="173329"/>
                  </a:lnTo>
                  <a:lnTo>
                    <a:pt x="230949" y="189992"/>
                  </a:lnTo>
                  <a:lnTo>
                    <a:pt x="219214" y="189992"/>
                  </a:lnTo>
                  <a:lnTo>
                    <a:pt x="201295" y="169062"/>
                  </a:lnTo>
                  <a:lnTo>
                    <a:pt x="152590" y="169062"/>
                  </a:lnTo>
                  <a:lnTo>
                    <a:pt x="167322" y="205828"/>
                  </a:lnTo>
                  <a:lnTo>
                    <a:pt x="205740" y="225996"/>
                  </a:lnTo>
                  <a:lnTo>
                    <a:pt x="225831" y="227876"/>
                  </a:lnTo>
                  <a:lnTo>
                    <a:pt x="235585" y="227406"/>
                  </a:lnTo>
                  <a:lnTo>
                    <a:pt x="236385" y="227406"/>
                  </a:lnTo>
                  <a:lnTo>
                    <a:pt x="272948" y="214833"/>
                  </a:lnTo>
                  <a:lnTo>
                    <a:pt x="294157" y="189992"/>
                  </a:lnTo>
                  <a:lnTo>
                    <a:pt x="295008" y="188366"/>
                  </a:lnTo>
                  <a:lnTo>
                    <a:pt x="297891" y="180060"/>
                  </a:lnTo>
                  <a:lnTo>
                    <a:pt x="299605" y="171221"/>
                  </a:lnTo>
                  <a:lnTo>
                    <a:pt x="300151" y="161848"/>
                  </a:lnTo>
                  <a:close/>
                </a:path>
                <a:path w="5200650" h="230505">
                  <a:moveTo>
                    <a:pt x="482295" y="133350"/>
                  </a:moveTo>
                  <a:lnTo>
                    <a:pt x="476783" y="92875"/>
                  </a:lnTo>
                  <a:lnTo>
                    <a:pt x="470725" y="78498"/>
                  </a:lnTo>
                  <a:lnTo>
                    <a:pt x="466979" y="71653"/>
                  </a:lnTo>
                  <a:lnTo>
                    <a:pt x="434632" y="44373"/>
                  </a:lnTo>
                  <a:lnTo>
                    <a:pt x="430339" y="42938"/>
                  </a:lnTo>
                  <a:lnTo>
                    <a:pt x="430339" y="133350"/>
                  </a:lnTo>
                  <a:lnTo>
                    <a:pt x="429844" y="146939"/>
                  </a:lnTo>
                  <a:lnTo>
                    <a:pt x="416509" y="185115"/>
                  </a:lnTo>
                  <a:lnTo>
                    <a:pt x="409409" y="189623"/>
                  </a:lnTo>
                  <a:lnTo>
                    <a:pt x="394982" y="189623"/>
                  </a:lnTo>
                  <a:lnTo>
                    <a:pt x="372046" y="151028"/>
                  </a:lnTo>
                  <a:lnTo>
                    <a:pt x="371170" y="133350"/>
                  </a:lnTo>
                  <a:lnTo>
                    <a:pt x="371754" y="120040"/>
                  </a:lnTo>
                  <a:lnTo>
                    <a:pt x="385025" y="82892"/>
                  </a:lnTo>
                  <a:lnTo>
                    <a:pt x="392087" y="78498"/>
                  </a:lnTo>
                  <a:lnTo>
                    <a:pt x="406527" y="78498"/>
                  </a:lnTo>
                  <a:lnTo>
                    <a:pt x="411632" y="80454"/>
                  </a:lnTo>
                  <a:lnTo>
                    <a:pt x="416090" y="84366"/>
                  </a:lnTo>
                  <a:lnTo>
                    <a:pt x="420535" y="88214"/>
                  </a:lnTo>
                  <a:lnTo>
                    <a:pt x="430339" y="133350"/>
                  </a:lnTo>
                  <a:lnTo>
                    <a:pt x="430339" y="42938"/>
                  </a:lnTo>
                  <a:lnTo>
                    <a:pt x="424192" y="40881"/>
                  </a:lnTo>
                  <a:lnTo>
                    <a:pt x="412902" y="38785"/>
                  </a:lnTo>
                  <a:lnTo>
                    <a:pt x="400748" y="38100"/>
                  </a:lnTo>
                  <a:lnTo>
                    <a:pt x="388556" y="38785"/>
                  </a:lnTo>
                  <a:lnTo>
                    <a:pt x="348589" y="55460"/>
                  </a:lnTo>
                  <a:lnTo>
                    <a:pt x="324802" y="92875"/>
                  </a:lnTo>
                  <a:lnTo>
                    <a:pt x="319214" y="133350"/>
                  </a:lnTo>
                  <a:lnTo>
                    <a:pt x="319747" y="146939"/>
                  </a:lnTo>
                  <a:lnTo>
                    <a:pt x="329044" y="185483"/>
                  </a:lnTo>
                  <a:lnTo>
                    <a:pt x="357276" y="218770"/>
                  </a:lnTo>
                  <a:lnTo>
                    <a:pt x="377545" y="227533"/>
                  </a:lnTo>
                  <a:lnTo>
                    <a:pt x="377748" y="227533"/>
                  </a:lnTo>
                  <a:lnTo>
                    <a:pt x="388823" y="229679"/>
                  </a:lnTo>
                  <a:lnTo>
                    <a:pt x="389318" y="229679"/>
                  </a:lnTo>
                  <a:lnTo>
                    <a:pt x="400748" y="230403"/>
                  </a:lnTo>
                  <a:lnTo>
                    <a:pt x="412889" y="229679"/>
                  </a:lnTo>
                  <a:lnTo>
                    <a:pt x="452767" y="212534"/>
                  </a:lnTo>
                  <a:lnTo>
                    <a:pt x="470230" y="189623"/>
                  </a:lnTo>
                  <a:lnTo>
                    <a:pt x="472363" y="185661"/>
                  </a:lnTo>
                  <a:lnTo>
                    <a:pt x="476694" y="174231"/>
                  </a:lnTo>
                  <a:lnTo>
                    <a:pt x="479806" y="161709"/>
                  </a:lnTo>
                  <a:lnTo>
                    <a:pt x="481672" y="148082"/>
                  </a:lnTo>
                  <a:lnTo>
                    <a:pt x="482295" y="133350"/>
                  </a:lnTo>
                  <a:close/>
                </a:path>
                <a:path w="5200650" h="230505">
                  <a:moveTo>
                    <a:pt x="2378862" y="2527"/>
                  </a:moveTo>
                  <a:lnTo>
                    <a:pt x="2280729" y="2527"/>
                  </a:lnTo>
                  <a:lnTo>
                    <a:pt x="2274239" y="2527"/>
                  </a:lnTo>
                  <a:lnTo>
                    <a:pt x="2256193" y="2527"/>
                  </a:lnTo>
                  <a:lnTo>
                    <a:pt x="2247900" y="41846"/>
                  </a:lnTo>
                  <a:lnTo>
                    <a:pt x="2289873" y="41846"/>
                  </a:lnTo>
                  <a:lnTo>
                    <a:pt x="2296210" y="44132"/>
                  </a:lnTo>
                  <a:lnTo>
                    <a:pt x="2299766" y="48704"/>
                  </a:lnTo>
                  <a:lnTo>
                    <a:pt x="2300617" y="49784"/>
                  </a:lnTo>
                  <a:lnTo>
                    <a:pt x="2254758" y="49784"/>
                  </a:lnTo>
                  <a:lnTo>
                    <a:pt x="2247900" y="77571"/>
                  </a:lnTo>
                  <a:lnTo>
                    <a:pt x="2302560" y="77571"/>
                  </a:lnTo>
                  <a:lnTo>
                    <a:pt x="2300871" y="81534"/>
                  </a:lnTo>
                  <a:lnTo>
                    <a:pt x="2298230" y="84810"/>
                  </a:lnTo>
                  <a:lnTo>
                    <a:pt x="2291067" y="89979"/>
                  </a:lnTo>
                  <a:lnTo>
                    <a:pt x="2286444" y="91274"/>
                  </a:lnTo>
                  <a:lnTo>
                    <a:pt x="2251862" y="91274"/>
                  </a:lnTo>
                  <a:lnTo>
                    <a:pt x="2251799" y="95605"/>
                  </a:lnTo>
                  <a:lnTo>
                    <a:pt x="2251710" y="102069"/>
                  </a:lnTo>
                  <a:lnTo>
                    <a:pt x="2251595" y="111315"/>
                  </a:lnTo>
                  <a:lnTo>
                    <a:pt x="2251506" y="118694"/>
                  </a:lnTo>
                  <a:lnTo>
                    <a:pt x="2310320" y="187248"/>
                  </a:lnTo>
                  <a:lnTo>
                    <a:pt x="2362276" y="187248"/>
                  </a:lnTo>
                  <a:lnTo>
                    <a:pt x="2362276" y="185445"/>
                  </a:lnTo>
                  <a:lnTo>
                    <a:pt x="2311031" y="122669"/>
                  </a:lnTo>
                  <a:lnTo>
                    <a:pt x="2313025" y="121767"/>
                  </a:lnTo>
                  <a:lnTo>
                    <a:pt x="2346299" y="95605"/>
                  </a:lnTo>
                  <a:lnTo>
                    <a:pt x="2352002" y="77571"/>
                  </a:lnTo>
                  <a:lnTo>
                    <a:pt x="2371648" y="77571"/>
                  </a:lnTo>
                  <a:lnTo>
                    <a:pt x="2378506" y="49784"/>
                  </a:lnTo>
                  <a:lnTo>
                    <a:pt x="2352764" y="49784"/>
                  </a:lnTo>
                  <a:lnTo>
                    <a:pt x="2353043" y="51231"/>
                  </a:lnTo>
                  <a:lnTo>
                    <a:pt x="2351443" y="42976"/>
                  </a:lnTo>
                  <a:lnTo>
                    <a:pt x="2348801" y="35445"/>
                  </a:lnTo>
                  <a:lnTo>
                    <a:pt x="2346591" y="31381"/>
                  </a:lnTo>
                  <a:lnTo>
                    <a:pt x="2346439" y="31102"/>
                  </a:lnTo>
                  <a:lnTo>
                    <a:pt x="2371623" y="31102"/>
                  </a:lnTo>
                  <a:lnTo>
                    <a:pt x="2378748" y="2933"/>
                  </a:lnTo>
                  <a:lnTo>
                    <a:pt x="2378862" y="2527"/>
                  </a:lnTo>
                  <a:close/>
                </a:path>
                <a:path w="5200650" h="230505">
                  <a:moveTo>
                    <a:pt x="2490330" y="2527"/>
                  </a:moveTo>
                  <a:lnTo>
                    <a:pt x="2444153" y="2527"/>
                  </a:lnTo>
                  <a:lnTo>
                    <a:pt x="2398687" y="30302"/>
                  </a:lnTo>
                  <a:lnTo>
                    <a:pt x="2398687" y="72872"/>
                  </a:lnTo>
                  <a:lnTo>
                    <a:pt x="2439098" y="48704"/>
                  </a:lnTo>
                  <a:lnTo>
                    <a:pt x="2440178" y="48704"/>
                  </a:lnTo>
                  <a:lnTo>
                    <a:pt x="2440178" y="187248"/>
                  </a:lnTo>
                  <a:lnTo>
                    <a:pt x="2490330" y="187248"/>
                  </a:lnTo>
                  <a:lnTo>
                    <a:pt x="2490330" y="48704"/>
                  </a:lnTo>
                  <a:lnTo>
                    <a:pt x="2490330" y="2527"/>
                  </a:lnTo>
                  <a:close/>
                </a:path>
                <a:path w="5200650" h="230505">
                  <a:moveTo>
                    <a:pt x="2668562" y="147205"/>
                  </a:moveTo>
                  <a:lnTo>
                    <a:pt x="2596400" y="147205"/>
                  </a:lnTo>
                  <a:lnTo>
                    <a:pt x="2596400" y="146113"/>
                  </a:lnTo>
                  <a:lnTo>
                    <a:pt x="2613723" y="131686"/>
                  </a:lnTo>
                  <a:lnTo>
                    <a:pt x="2623667" y="123190"/>
                  </a:lnTo>
                  <a:lnTo>
                    <a:pt x="2651569" y="95161"/>
                  </a:lnTo>
                  <a:lnTo>
                    <a:pt x="2666581" y="64096"/>
                  </a:lnTo>
                  <a:lnTo>
                    <a:pt x="2666542" y="56578"/>
                  </a:lnTo>
                  <a:lnTo>
                    <a:pt x="2666047" y="49149"/>
                  </a:lnTo>
                  <a:lnTo>
                    <a:pt x="2666009" y="48653"/>
                  </a:lnTo>
                  <a:lnTo>
                    <a:pt x="2664447" y="41402"/>
                  </a:lnTo>
                  <a:lnTo>
                    <a:pt x="2664345" y="40868"/>
                  </a:lnTo>
                  <a:lnTo>
                    <a:pt x="2663456" y="38595"/>
                  </a:lnTo>
                  <a:lnTo>
                    <a:pt x="2661551" y="33642"/>
                  </a:lnTo>
                  <a:lnTo>
                    <a:pt x="2657652" y="26962"/>
                  </a:lnTo>
                  <a:lnTo>
                    <a:pt x="2623985" y="4000"/>
                  </a:lnTo>
                  <a:lnTo>
                    <a:pt x="2615222" y="1892"/>
                  </a:lnTo>
                  <a:lnTo>
                    <a:pt x="2615590" y="1892"/>
                  </a:lnTo>
                  <a:lnTo>
                    <a:pt x="2604986" y="469"/>
                  </a:lnTo>
                  <a:lnTo>
                    <a:pt x="2605455" y="469"/>
                  </a:lnTo>
                  <a:lnTo>
                    <a:pt x="2594064" y="0"/>
                  </a:lnTo>
                  <a:lnTo>
                    <a:pt x="2556624" y="7569"/>
                  </a:lnTo>
                  <a:lnTo>
                    <a:pt x="2528074" y="36588"/>
                  </a:lnTo>
                  <a:lnTo>
                    <a:pt x="2523159" y="62776"/>
                  </a:lnTo>
                  <a:lnTo>
                    <a:pt x="2570784" y="62776"/>
                  </a:lnTo>
                  <a:lnTo>
                    <a:pt x="2570784" y="57607"/>
                  </a:lnTo>
                  <a:lnTo>
                    <a:pt x="2571712" y="53365"/>
                  </a:lnTo>
                  <a:lnTo>
                    <a:pt x="2589428" y="38595"/>
                  </a:lnTo>
                  <a:lnTo>
                    <a:pt x="2598686" y="38595"/>
                  </a:lnTo>
                  <a:lnTo>
                    <a:pt x="2602776" y="39535"/>
                  </a:lnTo>
                  <a:lnTo>
                    <a:pt x="2609926" y="43256"/>
                  </a:lnTo>
                  <a:lnTo>
                    <a:pt x="2612644" y="45783"/>
                  </a:lnTo>
                  <a:lnTo>
                    <a:pt x="2614625" y="49149"/>
                  </a:lnTo>
                  <a:lnTo>
                    <a:pt x="2616670" y="52527"/>
                  </a:lnTo>
                  <a:lnTo>
                    <a:pt x="2617686" y="56578"/>
                  </a:lnTo>
                  <a:lnTo>
                    <a:pt x="2617686" y="65659"/>
                  </a:lnTo>
                  <a:lnTo>
                    <a:pt x="2616784" y="69596"/>
                  </a:lnTo>
                  <a:lnTo>
                    <a:pt x="2614980" y="73152"/>
                  </a:lnTo>
                  <a:lnTo>
                    <a:pt x="2613241" y="76695"/>
                  </a:lnTo>
                  <a:lnTo>
                    <a:pt x="2610713" y="80149"/>
                  </a:lnTo>
                  <a:lnTo>
                    <a:pt x="2604160" y="86829"/>
                  </a:lnTo>
                  <a:lnTo>
                    <a:pt x="2600248" y="90373"/>
                  </a:lnTo>
                  <a:lnTo>
                    <a:pt x="2526766" y="151168"/>
                  </a:lnTo>
                  <a:lnTo>
                    <a:pt x="2526766" y="187248"/>
                  </a:lnTo>
                  <a:lnTo>
                    <a:pt x="2668562" y="187248"/>
                  </a:lnTo>
                  <a:lnTo>
                    <a:pt x="2668562" y="147205"/>
                  </a:lnTo>
                  <a:close/>
                </a:path>
                <a:path w="5200650" h="230505">
                  <a:moveTo>
                    <a:pt x="2851480" y="95250"/>
                  </a:moveTo>
                  <a:lnTo>
                    <a:pt x="2850946" y="81940"/>
                  </a:lnTo>
                  <a:lnTo>
                    <a:pt x="2850896" y="80606"/>
                  </a:lnTo>
                  <a:lnTo>
                    <a:pt x="2849067" y="67119"/>
                  </a:lnTo>
                  <a:lnTo>
                    <a:pt x="2845981" y="54775"/>
                  </a:lnTo>
                  <a:lnTo>
                    <a:pt x="2841650" y="43561"/>
                  </a:lnTo>
                  <a:lnTo>
                    <a:pt x="2839910" y="40398"/>
                  </a:lnTo>
                  <a:lnTo>
                    <a:pt x="2836164" y="33553"/>
                  </a:lnTo>
                  <a:lnTo>
                    <a:pt x="2803829" y="6273"/>
                  </a:lnTo>
                  <a:lnTo>
                    <a:pt x="2799537" y="4838"/>
                  </a:lnTo>
                  <a:lnTo>
                    <a:pt x="2799537" y="95250"/>
                  </a:lnTo>
                  <a:lnTo>
                    <a:pt x="2799042" y="108839"/>
                  </a:lnTo>
                  <a:lnTo>
                    <a:pt x="2785707" y="147015"/>
                  </a:lnTo>
                  <a:lnTo>
                    <a:pt x="2778607" y="151523"/>
                  </a:lnTo>
                  <a:lnTo>
                    <a:pt x="2764167" y="151523"/>
                  </a:lnTo>
                  <a:lnTo>
                    <a:pt x="2741231" y="112928"/>
                  </a:lnTo>
                  <a:lnTo>
                    <a:pt x="2740355" y="95250"/>
                  </a:lnTo>
                  <a:lnTo>
                    <a:pt x="2740939" y="81940"/>
                  </a:lnTo>
                  <a:lnTo>
                    <a:pt x="2754223" y="44792"/>
                  </a:lnTo>
                  <a:lnTo>
                    <a:pt x="2761284" y="40398"/>
                  </a:lnTo>
                  <a:lnTo>
                    <a:pt x="2775724" y="40398"/>
                  </a:lnTo>
                  <a:lnTo>
                    <a:pt x="2780830" y="42354"/>
                  </a:lnTo>
                  <a:lnTo>
                    <a:pt x="2785275" y="46266"/>
                  </a:lnTo>
                  <a:lnTo>
                    <a:pt x="2789732" y="50114"/>
                  </a:lnTo>
                  <a:lnTo>
                    <a:pt x="2799537" y="95250"/>
                  </a:lnTo>
                  <a:lnTo>
                    <a:pt x="2799537" y="4838"/>
                  </a:lnTo>
                  <a:lnTo>
                    <a:pt x="2793390" y="2781"/>
                  </a:lnTo>
                  <a:lnTo>
                    <a:pt x="2782100" y="685"/>
                  </a:lnTo>
                  <a:lnTo>
                    <a:pt x="2769946" y="0"/>
                  </a:lnTo>
                  <a:lnTo>
                    <a:pt x="2757754" y="685"/>
                  </a:lnTo>
                  <a:lnTo>
                    <a:pt x="2717787" y="17360"/>
                  </a:lnTo>
                  <a:lnTo>
                    <a:pt x="2694000" y="54775"/>
                  </a:lnTo>
                  <a:lnTo>
                    <a:pt x="2688412" y="95250"/>
                  </a:lnTo>
                  <a:lnTo>
                    <a:pt x="2688945" y="108839"/>
                  </a:lnTo>
                  <a:lnTo>
                    <a:pt x="2698242" y="147383"/>
                  </a:lnTo>
                  <a:lnTo>
                    <a:pt x="2726474" y="180670"/>
                  </a:lnTo>
                  <a:lnTo>
                    <a:pt x="2746743" y="189433"/>
                  </a:lnTo>
                  <a:lnTo>
                    <a:pt x="2746946" y="189433"/>
                  </a:lnTo>
                  <a:lnTo>
                    <a:pt x="2758021" y="191579"/>
                  </a:lnTo>
                  <a:lnTo>
                    <a:pt x="2758516" y="191579"/>
                  </a:lnTo>
                  <a:lnTo>
                    <a:pt x="2769946" y="192303"/>
                  </a:lnTo>
                  <a:lnTo>
                    <a:pt x="2782087" y="191579"/>
                  </a:lnTo>
                  <a:lnTo>
                    <a:pt x="2821952" y="174434"/>
                  </a:lnTo>
                  <a:lnTo>
                    <a:pt x="2839428" y="151523"/>
                  </a:lnTo>
                  <a:lnTo>
                    <a:pt x="2841561" y="147561"/>
                  </a:lnTo>
                  <a:lnTo>
                    <a:pt x="2845892" y="136131"/>
                  </a:lnTo>
                  <a:lnTo>
                    <a:pt x="2848991" y="123609"/>
                  </a:lnTo>
                  <a:lnTo>
                    <a:pt x="2850858" y="109982"/>
                  </a:lnTo>
                  <a:lnTo>
                    <a:pt x="2851480" y="95250"/>
                  </a:lnTo>
                  <a:close/>
                </a:path>
                <a:path w="5200650" h="230505">
                  <a:moveTo>
                    <a:pt x="4741062" y="27927"/>
                  </a:moveTo>
                  <a:lnTo>
                    <a:pt x="4642929" y="27927"/>
                  </a:lnTo>
                  <a:lnTo>
                    <a:pt x="4636440" y="27927"/>
                  </a:lnTo>
                  <a:lnTo>
                    <a:pt x="4618393" y="27927"/>
                  </a:lnTo>
                  <a:lnTo>
                    <a:pt x="4610100" y="67246"/>
                  </a:lnTo>
                  <a:lnTo>
                    <a:pt x="4652073" y="67246"/>
                  </a:lnTo>
                  <a:lnTo>
                    <a:pt x="4658411" y="69532"/>
                  </a:lnTo>
                  <a:lnTo>
                    <a:pt x="4661967" y="74104"/>
                  </a:lnTo>
                  <a:lnTo>
                    <a:pt x="4662817" y="75184"/>
                  </a:lnTo>
                  <a:lnTo>
                    <a:pt x="4616958" y="75184"/>
                  </a:lnTo>
                  <a:lnTo>
                    <a:pt x="4610100" y="102971"/>
                  </a:lnTo>
                  <a:lnTo>
                    <a:pt x="4664761" y="102971"/>
                  </a:lnTo>
                  <a:lnTo>
                    <a:pt x="4663071" y="106934"/>
                  </a:lnTo>
                  <a:lnTo>
                    <a:pt x="4660430" y="110210"/>
                  </a:lnTo>
                  <a:lnTo>
                    <a:pt x="4653267" y="115379"/>
                  </a:lnTo>
                  <a:lnTo>
                    <a:pt x="4648644" y="116674"/>
                  </a:lnTo>
                  <a:lnTo>
                    <a:pt x="4614062" y="116674"/>
                  </a:lnTo>
                  <a:lnTo>
                    <a:pt x="4613999" y="121005"/>
                  </a:lnTo>
                  <a:lnTo>
                    <a:pt x="4613910" y="127469"/>
                  </a:lnTo>
                  <a:lnTo>
                    <a:pt x="4613795" y="136715"/>
                  </a:lnTo>
                  <a:lnTo>
                    <a:pt x="4613707" y="144094"/>
                  </a:lnTo>
                  <a:lnTo>
                    <a:pt x="4672520" y="212648"/>
                  </a:lnTo>
                  <a:lnTo>
                    <a:pt x="4724476" y="212648"/>
                  </a:lnTo>
                  <a:lnTo>
                    <a:pt x="4724476" y="210845"/>
                  </a:lnTo>
                  <a:lnTo>
                    <a:pt x="4673231" y="148069"/>
                  </a:lnTo>
                  <a:lnTo>
                    <a:pt x="4675225" y="147167"/>
                  </a:lnTo>
                  <a:lnTo>
                    <a:pt x="4708499" y="121005"/>
                  </a:lnTo>
                  <a:lnTo>
                    <a:pt x="4714202" y="102971"/>
                  </a:lnTo>
                  <a:lnTo>
                    <a:pt x="4733849" y="102971"/>
                  </a:lnTo>
                  <a:lnTo>
                    <a:pt x="4740707" y="75184"/>
                  </a:lnTo>
                  <a:lnTo>
                    <a:pt x="4714964" y="75184"/>
                  </a:lnTo>
                  <a:lnTo>
                    <a:pt x="4715243" y="76631"/>
                  </a:lnTo>
                  <a:lnTo>
                    <a:pt x="4713643" y="68376"/>
                  </a:lnTo>
                  <a:lnTo>
                    <a:pt x="4711001" y="60845"/>
                  </a:lnTo>
                  <a:lnTo>
                    <a:pt x="4708791" y="56781"/>
                  </a:lnTo>
                  <a:lnTo>
                    <a:pt x="4708639" y="56502"/>
                  </a:lnTo>
                  <a:lnTo>
                    <a:pt x="4733823" y="56502"/>
                  </a:lnTo>
                  <a:lnTo>
                    <a:pt x="4740948" y="28333"/>
                  </a:lnTo>
                  <a:lnTo>
                    <a:pt x="4741062" y="27927"/>
                  </a:lnTo>
                  <a:close/>
                </a:path>
                <a:path w="5200650" h="230505">
                  <a:moveTo>
                    <a:pt x="4852530" y="27927"/>
                  </a:moveTo>
                  <a:lnTo>
                    <a:pt x="4806353" y="27927"/>
                  </a:lnTo>
                  <a:lnTo>
                    <a:pt x="4760887" y="55702"/>
                  </a:lnTo>
                  <a:lnTo>
                    <a:pt x="4760887" y="98272"/>
                  </a:lnTo>
                  <a:lnTo>
                    <a:pt x="4801298" y="74104"/>
                  </a:lnTo>
                  <a:lnTo>
                    <a:pt x="4802378" y="74104"/>
                  </a:lnTo>
                  <a:lnTo>
                    <a:pt x="4802378" y="212648"/>
                  </a:lnTo>
                  <a:lnTo>
                    <a:pt x="4852530" y="212648"/>
                  </a:lnTo>
                  <a:lnTo>
                    <a:pt x="4852530" y="74104"/>
                  </a:lnTo>
                  <a:lnTo>
                    <a:pt x="4852530" y="27927"/>
                  </a:lnTo>
                  <a:close/>
                </a:path>
                <a:path w="5200650" h="230505">
                  <a:moveTo>
                    <a:pt x="5021745" y="27927"/>
                  </a:moveTo>
                  <a:lnTo>
                    <a:pt x="4884636" y="27927"/>
                  </a:lnTo>
                  <a:lnTo>
                    <a:pt x="4884636" y="67970"/>
                  </a:lnTo>
                  <a:lnTo>
                    <a:pt x="4969789" y="67970"/>
                  </a:lnTo>
                  <a:lnTo>
                    <a:pt x="4969789" y="69049"/>
                  </a:lnTo>
                  <a:lnTo>
                    <a:pt x="4897272" y="212648"/>
                  </a:lnTo>
                  <a:lnTo>
                    <a:pt x="4948860" y="212648"/>
                  </a:lnTo>
                  <a:lnTo>
                    <a:pt x="5021745" y="67970"/>
                  </a:lnTo>
                  <a:lnTo>
                    <a:pt x="5021745" y="27927"/>
                  </a:lnTo>
                  <a:close/>
                </a:path>
                <a:path w="5200650" h="230505">
                  <a:moveTo>
                    <a:pt x="5200535" y="120650"/>
                  </a:moveTo>
                  <a:lnTo>
                    <a:pt x="5200002" y="107340"/>
                  </a:lnTo>
                  <a:lnTo>
                    <a:pt x="5199951" y="106006"/>
                  </a:lnTo>
                  <a:lnTo>
                    <a:pt x="5198122" y="92519"/>
                  </a:lnTo>
                  <a:lnTo>
                    <a:pt x="5195036" y="80175"/>
                  </a:lnTo>
                  <a:lnTo>
                    <a:pt x="5190706" y="68961"/>
                  </a:lnTo>
                  <a:lnTo>
                    <a:pt x="5188966" y="65798"/>
                  </a:lnTo>
                  <a:lnTo>
                    <a:pt x="5185219" y="58953"/>
                  </a:lnTo>
                  <a:lnTo>
                    <a:pt x="5152885" y="31673"/>
                  </a:lnTo>
                  <a:lnTo>
                    <a:pt x="5148580" y="30238"/>
                  </a:lnTo>
                  <a:lnTo>
                    <a:pt x="5148580" y="120650"/>
                  </a:lnTo>
                  <a:lnTo>
                    <a:pt x="5148084" y="134239"/>
                  </a:lnTo>
                  <a:lnTo>
                    <a:pt x="5134749" y="172415"/>
                  </a:lnTo>
                  <a:lnTo>
                    <a:pt x="5127663" y="176923"/>
                  </a:lnTo>
                  <a:lnTo>
                    <a:pt x="5113223" y="176923"/>
                  </a:lnTo>
                  <a:lnTo>
                    <a:pt x="5090287" y="138328"/>
                  </a:lnTo>
                  <a:lnTo>
                    <a:pt x="5089410" y="120650"/>
                  </a:lnTo>
                  <a:lnTo>
                    <a:pt x="5089995" y="107340"/>
                  </a:lnTo>
                  <a:lnTo>
                    <a:pt x="5103279" y="70192"/>
                  </a:lnTo>
                  <a:lnTo>
                    <a:pt x="5110340" y="65798"/>
                  </a:lnTo>
                  <a:lnTo>
                    <a:pt x="5124767" y="65798"/>
                  </a:lnTo>
                  <a:lnTo>
                    <a:pt x="5129885" y="67754"/>
                  </a:lnTo>
                  <a:lnTo>
                    <a:pt x="5134330" y="71666"/>
                  </a:lnTo>
                  <a:lnTo>
                    <a:pt x="5138788" y="75514"/>
                  </a:lnTo>
                  <a:lnTo>
                    <a:pt x="5148580" y="120650"/>
                  </a:lnTo>
                  <a:lnTo>
                    <a:pt x="5148580" y="30238"/>
                  </a:lnTo>
                  <a:lnTo>
                    <a:pt x="5142446" y="28181"/>
                  </a:lnTo>
                  <a:lnTo>
                    <a:pt x="5131155" y="26085"/>
                  </a:lnTo>
                  <a:lnTo>
                    <a:pt x="5119001" y="25400"/>
                  </a:lnTo>
                  <a:lnTo>
                    <a:pt x="5106809" y="26085"/>
                  </a:lnTo>
                  <a:lnTo>
                    <a:pt x="5066843" y="42760"/>
                  </a:lnTo>
                  <a:lnTo>
                    <a:pt x="5043055" y="80175"/>
                  </a:lnTo>
                  <a:lnTo>
                    <a:pt x="5037455" y="120650"/>
                  </a:lnTo>
                  <a:lnTo>
                    <a:pt x="5037988" y="134239"/>
                  </a:lnTo>
                  <a:lnTo>
                    <a:pt x="5047297" y="172783"/>
                  </a:lnTo>
                  <a:lnTo>
                    <a:pt x="5075529" y="206070"/>
                  </a:lnTo>
                  <a:lnTo>
                    <a:pt x="5095799" y="214833"/>
                  </a:lnTo>
                  <a:lnTo>
                    <a:pt x="5096002" y="214833"/>
                  </a:lnTo>
                  <a:lnTo>
                    <a:pt x="5107076" y="216979"/>
                  </a:lnTo>
                  <a:lnTo>
                    <a:pt x="5107571" y="216979"/>
                  </a:lnTo>
                  <a:lnTo>
                    <a:pt x="5119001" y="217703"/>
                  </a:lnTo>
                  <a:lnTo>
                    <a:pt x="5131143" y="216979"/>
                  </a:lnTo>
                  <a:lnTo>
                    <a:pt x="5171008" y="199834"/>
                  </a:lnTo>
                  <a:lnTo>
                    <a:pt x="5188483" y="176923"/>
                  </a:lnTo>
                  <a:lnTo>
                    <a:pt x="5190617" y="172961"/>
                  </a:lnTo>
                  <a:lnTo>
                    <a:pt x="5194947" y="161531"/>
                  </a:lnTo>
                  <a:lnTo>
                    <a:pt x="5198046" y="149009"/>
                  </a:lnTo>
                  <a:lnTo>
                    <a:pt x="5199913" y="135382"/>
                  </a:lnTo>
                  <a:lnTo>
                    <a:pt x="5200535" y="120650"/>
                  </a:lnTo>
                  <a:close/>
                </a:path>
              </a:pathLst>
            </a:custGeom>
            <a:solidFill>
              <a:srgbClr val="5909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157734" y="752766"/>
              <a:ext cx="940180" cy="24591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532634" y="714666"/>
              <a:ext cx="930059" cy="245910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892015" y="734873"/>
              <a:ext cx="1171181" cy="251104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889500" y="609600"/>
              <a:ext cx="711200" cy="41910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289800" y="571500"/>
              <a:ext cx="508000" cy="508000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664700" y="622300"/>
              <a:ext cx="508000" cy="508000"/>
            </a:xfrm>
            <a:prstGeom prst="rect">
              <a:avLst/>
            </a:prstGeom>
          </p:spPr>
        </p:pic>
      </p:grpSp>
      <p:grpSp>
        <p:nvGrpSpPr>
          <p:cNvPr id="86" name="object 86"/>
          <p:cNvGrpSpPr/>
          <p:nvPr/>
        </p:nvGrpSpPr>
        <p:grpSpPr>
          <a:xfrm>
            <a:off x="2324100" y="1727200"/>
            <a:ext cx="2603500" cy="1562100"/>
            <a:chOff x="2324100" y="1727200"/>
            <a:chExt cx="2603500" cy="1562100"/>
          </a:xfrm>
        </p:grpSpPr>
        <p:sp>
          <p:nvSpPr>
            <p:cNvPr id="87" name="object 87"/>
            <p:cNvSpPr/>
            <p:nvPr/>
          </p:nvSpPr>
          <p:spPr>
            <a:xfrm>
              <a:off x="2324100" y="1727200"/>
              <a:ext cx="2603500" cy="1562100"/>
            </a:xfrm>
            <a:custGeom>
              <a:avLst/>
              <a:gdLst/>
              <a:ahLst/>
              <a:cxnLst/>
              <a:rect l="l" t="t" r="r" b="b"/>
              <a:pathLst>
                <a:path w="2603500" h="1562100">
                  <a:moveTo>
                    <a:pt x="2603500" y="0"/>
                  </a:moveTo>
                  <a:lnTo>
                    <a:pt x="0" y="0"/>
                  </a:lnTo>
                  <a:lnTo>
                    <a:pt x="0" y="1562100"/>
                  </a:lnTo>
                  <a:lnTo>
                    <a:pt x="2603500" y="1562100"/>
                  </a:lnTo>
                  <a:lnTo>
                    <a:pt x="2603500" y="0"/>
                  </a:lnTo>
                  <a:close/>
                </a:path>
              </a:pathLst>
            </a:custGeom>
            <a:solidFill>
              <a:srgbClr val="FCF0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349500" y="1752600"/>
              <a:ext cx="2552700" cy="177800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308500" y="2037422"/>
              <a:ext cx="504456" cy="1190282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470020" y="1996897"/>
              <a:ext cx="1604441" cy="1217155"/>
            </a:xfrm>
            <a:prstGeom prst="rect">
              <a:avLst/>
            </a:prstGeom>
          </p:spPr>
        </p:pic>
      </p:grpSp>
      <p:grpSp>
        <p:nvGrpSpPr>
          <p:cNvPr id="91" name="object 91"/>
          <p:cNvGrpSpPr/>
          <p:nvPr/>
        </p:nvGrpSpPr>
        <p:grpSpPr>
          <a:xfrm>
            <a:off x="11226800" y="3276600"/>
            <a:ext cx="2654300" cy="1422400"/>
            <a:chOff x="11226800" y="3276600"/>
            <a:chExt cx="2654300" cy="1422400"/>
          </a:xfrm>
        </p:grpSpPr>
        <p:pic>
          <p:nvPicPr>
            <p:cNvPr id="92" name="object 92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1226800" y="3276600"/>
              <a:ext cx="2654300" cy="1422400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11296520" y="3584397"/>
              <a:ext cx="1925955" cy="1003935"/>
            </a:xfrm>
            <a:custGeom>
              <a:avLst/>
              <a:gdLst/>
              <a:ahLst/>
              <a:cxnLst/>
              <a:rect l="l" t="t" r="r" b="b"/>
              <a:pathLst>
                <a:path w="1925955" h="1003935">
                  <a:moveTo>
                    <a:pt x="12255" y="30378"/>
                  </a:moveTo>
                  <a:lnTo>
                    <a:pt x="0" y="48133"/>
                  </a:lnTo>
                  <a:lnTo>
                    <a:pt x="15011" y="60388"/>
                  </a:lnTo>
                  <a:lnTo>
                    <a:pt x="17779" y="60388"/>
                  </a:lnTo>
                  <a:lnTo>
                    <a:pt x="30010" y="42608"/>
                  </a:lnTo>
                  <a:lnTo>
                    <a:pt x="12255" y="30378"/>
                  </a:lnTo>
                  <a:close/>
                </a:path>
                <a:path w="1925955" h="1003935">
                  <a:moveTo>
                    <a:pt x="109359" y="3378"/>
                  </a:moveTo>
                  <a:lnTo>
                    <a:pt x="93891" y="3378"/>
                  </a:lnTo>
                  <a:lnTo>
                    <a:pt x="93891" y="73202"/>
                  </a:lnTo>
                  <a:lnTo>
                    <a:pt x="106019" y="73202"/>
                  </a:lnTo>
                  <a:lnTo>
                    <a:pt x="106019" y="25234"/>
                  </a:lnTo>
                  <a:lnTo>
                    <a:pt x="118669" y="25234"/>
                  </a:lnTo>
                  <a:lnTo>
                    <a:pt x="109359" y="3378"/>
                  </a:lnTo>
                  <a:close/>
                </a:path>
                <a:path w="1925955" h="1003935">
                  <a:moveTo>
                    <a:pt x="167119" y="25234"/>
                  </a:moveTo>
                  <a:lnTo>
                    <a:pt x="154330" y="25234"/>
                  </a:lnTo>
                  <a:lnTo>
                    <a:pt x="154975" y="72999"/>
                  </a:lnTo>
                  <a:lnTo>
                    <a:pt x="154978" y="73202"/>
                  </a:lnTo>
                  <a:lnTo>
                    <a:pt x="167119" y="73202"/>
                  </a:lnTo>
                  <a:lnTo>
                    <a:pt x="167119" y="25234"/>
                  </a:lnTo>
                  <a:close/>
                </a:path>
                <a:path w="1925955" h="1003935">
                  <a:moveTo>
                    <a:pt x="118669" y="25234"/>
                  </a:moveTo>
                  <a:lnTo>
                    <a:pt x="106061" y="25234"/>
                  </a:lnTo>
                  <a:lnTo>
                    <a:pt x="125971" y="72999"/>
                  </a:lnTo>
                  <a:lnTo>
                    <a:pt x="135039" y="72999"/>
                  </a:lnTo>
                  <a:lnTo>
                    <a:pt x="142722" y="53975"/>
                  </a:lnTo>
                  <a:lnTo>
                    <a:pt x="130911" y="53975"/>
                  </a:lnTo>
                  <a:lnTo>
                    <a:pt x="118669" y="25234"/>
                  </a:lnTo>
                  <a:close/>
                </a:path>
                <a:path w="1925955" h="1003935">
                  <a:moveTo>
                    <a:pt x="167119" y="3378"/>
                  </a:moveTo>
                  <a:lnTo>
                    <a:pt x="151637" y="3378"/>
                  </a:lnTo>
                  <a:lnTo>
                    <a:pt x="130911" y="53975"/>
                  </a:lnTo>
                  <a:lnTo>
                    <a:pt x="142722" y="53975"/>
                  </a:lnTo>
                  <a:lnTo>
                    <a:pt x="154330" y="25234"/>
                  </a:lnTo>
                  <a:lnTo>
                    <a:pt x="167119" y="25234"/>
                  </a:lnTo>
                  <a:lnTo>
                    <a:pt x="167119" y="3378"/>
                  </a:lnTo>
                  <a:close/>
                </a:path>
                <a:path w="1925955" h="1003935">
                  <a:moveTo>
                    <a:pt x="192417" y="3378"/>
                  </a:moveTo>
                  <a:lnTo>
                    <a:pt x="179768" y="3378"/>
                  </a:lnTo>
                  <a:lnTo>
                    <a:pt x="179768" y="73202"/>
                  </a:lnTo>
                  <a:lnTo>
                    <a:pt x="223177" y="73202"/>
                  </a:lnTo>
                  <a:lnTo>
                    <a:pt x="223177" y="62598"/>
                  </a:lnTo>
                  <a:lnTo>
                    <a:pt x="192417" y="62598"/>
                  </a:lnTo>
                  <a:lnTo>
                    <a:pt x="192417" y="3378"/>
                  </a:lnTo>
                  <a:close/>
                </a:path>
                <a:path w="1925955" h="1003935">
                  <a:moveTo>
                    <a:pt x="266966" y="20827"/>
                  </a:moveTo>
                  <a:lnTo>
                    <a:pt x="255168" y="20827"/>
                  </a:lnTo>
                  <a:lnTo>
                    <a:pt x="255168" y="73202"/>
                  </a:lnTo>
                  <a:lnTo>
                    <a:pt x="267512" y="73202"/>
                  </a:lnTo>
                  <a:lnTo>
                    <a:pt x="267512" y="41363"/>
                  </a:lnTo>
                  <a:lnTo>
                    <a:pt x="281863" y="31356"/>
                  </a:lnTo>
                  <a:lnTo>
                    <a:pt x="328200" y="31356"/>
                  </a:lnTo>
                  <a:lnTo>
                    <a:pt x="327026" y="29730"/>
                  </a:lnTo>
                  <a:lnTo>
                    <a:pt x="267588" y="29730"/>
                  </a:lnTo>
                  <a:lnTo>
                    <a:pt x="267026" y="21678"/>
                  </a:lnTo>
                  <a:lnTo>
                    <a:pt x="266966" y="20827"/>
                  </a:lnTo>
                  <a:close/>
                </a:path>
                <a:path w="1925955" h="1003935">
                  <a:moveTo>
                    <a:pt x="312013" y="31356"/>
                  </a:moveTo>
                  <a:lnTo>
                    <a:pt x="281863" y="31356"/>
                  </a:lnTo>
                  <a:lnTo>
                    <a:pt x="285927" y="73202"/>
                  </a:lnTo>
                  <a:lnTo>
                    <a:pt x="298030" y="73202"/>
                  </a:lnTo>
                  <a:lnTo>
                    <a:pt x="298030" y="37579"/>
                  </a:lnTo>
                  <a:lnTo>
                    <a:pt x="312013" y="31356"/>
                  </a:lnTo>
                  <a:close/>
                </a:path>
                <a:path w="1925955" h="1003935">
                  <a:moveTo>
                    <a:pt x="328200" y="31356"/>
                  </a:moveTo>
                  <a:lnTo>
                    <a:pt x="312133" y="31356"/>
                  </a:lnTo>
                  <a:lnTo>
                    <a:pt x="316445" y="73202"/>
                  </a:lnTo>
                  <a:lnTo>
                    <a:pt x="328815" y="73202"/>
                  </a:lnTo>
                  <a:lnTo>
                    <a:pt x="328815" y="32207"/>
                  </a:lnTo>
                  <a:lnTo>
                    <a:pt x="328200" y="31356"/>
                  </a:lnTo>
                  <a:close/>
                </a:path>
                <a:path w="1925955" h="1003935">
                  <a:moveTo>
                    <a:pt x="278536" y="20154"/>
                  </a:moveTo>
                  <a:lnTo>
                    <a:pt x="267588" y="29730"/>
                  </a:lnTo>
                  <a:lnTo>
                    <a:pt x="296735" y="29730"/>
                  </a:lnTo>
                  <a:lnTo>
                    <a:pt x="295186" y="26771"/>
                  </a:lnTo>
                  <a:lnTo>
                    <a:pt x="278536" y="20154"/>
                  </a:lnTo>
                  <a:close/>
                </a:path>
                <a:path w="1925955" h="1003935">
                  <a:moveTo>
                    <a:pt x="308660" y="20154"/>
                  </a:moveTo>
                  <a:lnTo>
                    <a:pt x="296735" y="29730"/>
                  </a:lnTo>
                  <a:lnTo>
                    <a:pt x="327026" y="29730"/>
                  </a:lnTo>
                  <a:lnTo>
                    <a:pt x="321208" y="21678"/>
                  </a:lnTo>
                  <a:lnTo>
                    <a:pt x="308660" y="20154"/>
                  </a:lnTo>
                  <a:close/>
                </a:path>
                <a:path w="1925955" h="1003935">
                  <a:moveTo>
                    <a:pt x="353517" y="21272"/>
                  </a:moveTo>
                  <a:lnTo>
                    <a:pt x="338988" y="37071"/>
                  </a:lnTo>
                  <a:lnTo>
                    <a:pt x="343103" y="65455"/>
                  </a:lnTo>
                  <a:lnTo>
                    <a:pt x="363054" y="74231"/>
                  </a:lnTo>
                  <a:lnTo>
                    <a:pt x="380110" y="68605"/>
                  </a:lnTo>
                  <a:lnTo>
                    <a:pt x="382258" y="64338"/>
                  </a:lnTo>
                  <a:lnTo>
                    <a:pt x="363131" y="64338"/>
                  </a:lnTo>
                  <a:lnTo>
                    <a:pt x="357924" y="63576"/>
                  </a:lnTo>
                  <a:lnTo>
                    <a:pt x="354164" y="33794"/>
                  </a:lnTo>
                  <a:lnTo>
                    <a:pt x="382510" y="33794"/>
                  </a:lnTo>
                  <a:lnTo>
                    <a:pt x="380110" y="25781"/>
                  </a:lnTo>
                  <a:lnTo>
                    <a:pt x="353517" y="21272"/>
                  </a:lnTo>
                  <a:close/>
                </a:path>
                <a:path w="1925955" h="1003935">
                  <a:moveTo>
                    <a:pt x="382510" y="33794"/>
                  </a:moveTo>
                  <a:lnTo>
                    <a:pt x="354164" y="33794"/>
                  </a:lnTo>
                  <a:lnTo>
                    <a:pt x="373329" y="35877"/>
                  </a:lnTo>
                  <a:lnTo>
                    <a:pt x="363131" y="64338"/>
                  </a:lnTo>
                  <a:lnTo>
                    <a:pt x="382258" y="64338"/>
                  </a:lnTo>
                  <a:lnTo>
                    <a:pt x="388150" y="52628"/>
                  </a:lnTo>
                  <a:lnTo>
                    <a:pt x="382510" y="33794"/>
                  </a:lnTo>
                  <a:close/>
                </a:path>
                <a:path w="1925955" h="1003935">
                  <a:moveTo>
                    <a:pt x="412953" y="20154"/>
                  </a:moveTo>
                  <a:lnTo>
                    <a:pt x="396303" y="36360"/>
                  </a:lnTo>
                  <a:lnTo>
                    <a:pt x="400075" y="65773"/>
                  </a:lnTo>
                  <a:lnTo>
                    <a:pt x="416940" y="74117"/>
                  </a:lnTo>
                  <a:lnTo>
                    <a:pt x="432688" y="73202"/>
                  </a:lnTo>
                  <a:lnTo>
                    <a:pt x="444830" y="73202"/>
                  </a:lnTo>
                  <a:lnTo>
                    <a:pt x="444830" y="63995"/>
                  </a:lnTo>
                  <a:lnTo>
                    <a:pt x="417677" y="63995"/>
                  </a:lnTo>
                  <a:lnTo>
                    <a:pt x="407936" y="43764"/>
                  </a:lnTo>
                  <a:lnTo>
                    <a:pt x="423036" y="30276"/>
                  </a:lnTo>
                  <a:lnTo>
                    <a:pt x="444830" y="30276"/>
                  </a:lnTo>
                  <a:lnTo>
                    <a:pt x="444830" y="29489"/>
                  </a:lnTo>
                  <a:lnTo>
                    <a:pt x="432447" y="29489"/>
                  </a:lnTo>
                  <a:lnTo>
                    <a:pt x="412953" y="20154"/>
                  </a:lnTo>
                  <a:close/>
                </a:path>
                <a:path w="1925955" h="1003935">
                  <a:moveTo>
                    <a:pt x="444830" y="30276"/>
                  </a:moveTo>
                  <a:lnTo>
                    <a:pt x="423036" y="30276"/>
                  </a:lnTo>
                  <a:lnTo>
                    <a:pt x="432688" y="50406"/>
                  </a:lnTo>
                  <a:lnTo>
                    <a:pt x="420382" y="63995"/>
                  </a:lnTo>
                  <a:lnTo>
                    <a:pt x="444830" y="63995"/>
                  </a:lnTo>
                  <a:lnTo>
                    <a:pt x="444830" y="30276"/>
                  </a:lnTo>
                  <a:close/>
                </a:path>
                <a:path w="1925955" h="1003935">
                  <a:moveTo>
                    <a:pt x="444830" y="3378"/>
                  </a:moveTo>
                  <a:lnTo>
                    <a:pt x="432447" y="3378"/>
                  </a:lnTo>
                  <a:lnTo>
                    <a:pt x="432447" y="29489"/>
                  </a:lnTo>
                  <a:lnTo>
                    <a:pt x="444830" y="29489"/>
                  </a:lnTo>
                  <a:lnTo>
                    <a:pt x="444830" y="3378"/>
                  </a:lnTo>
                  <a:close/>
                </a:path>
                <a:path w="1925955" h="1003935">
                  <a:moveTo>
                    <a:pt x="470039" y="21297"/>
                  </a:moveTo>
                  <a:lnTo>
                    <a:pt x="455625" y="37211"/>
                  </a:lnTo>
                  <a:lnTo>
                    <a:pt x="459714" y="65633"/>
                  </a:lnTo>
                  <a:lnTo>
                    <a:pt x="480034" y="74231"/>
                  </a:lnTo>
                  <a:lnTo>
                    <a:pt x="484111" y="74231"/>
                  </a:lnTo>
                  <a:lnTo>
                    <a:pt x="496057" y="64604"/>
                  </a:lnTo>
                  <a:lnTo>
                    <a:pt x="477532" y="64604"/>
                  </a:lnTo>
                  <a:lnTo>
                    <a:pt x="470555" y="50393"/>
                  </a:lnTo>
                  <a:lnTo>
                    <a:pt x="460400" y="50393"/>
                  </a:lnTo>
                  <a:lnTo>
                    <a:pt x="460400" y="42075"/>
                  </a:lnTo>
                  <a:lnTo>
                    <a:pt x="467320" y="42075"/>
                  </a:lnTo>
                  <a:lnTo>
                    <a:pt x="474827" y="30378"/>
                  </a:lnTo>
                  <a:lnTo>
                    <a:pt x="498790" y="30378"/>
                  </a:lnTo>
                  <a:lnTo>
                    <a:pt x="498398" y="28651"/>
                  </a:lnTo>
                  <a:lnTo>
                    <a:pt x="470039" y="21297"/>
                  </a:lnTo>
                  <a:close/>
                </a:path>
                <a:path w="1925955" h="1003935">
                  <a:moveTo>
                    <a:pt x="491286" y="57861"/>
                  </a:moveTo>
                  <a:lnTo>
                    <a:pt x="477532" y="64604"/>
                  </a:lnTo>
                  <a:lnTo>
                    <a:pt x="496057" y="64604"/>
                  </a:lnTo>
                  <a:lnTo>
                    <a:pt x="502818" y="59156"/>
                  </a:lnTo>
                  <a:lnTo>
                    <a:pt x="491286" y="57861"/>
                  </a:lnTo>
                  <a:close/>
                </a:path>
                <a:path w="1925955" h="1003935">
                  <a:moveTo>
                    <a:pt x="467320" y="42075"/>
                  </a:moveTo>
                  <a:lnTo>
                    <a:pt x="460400" y="42075"/>
                  </a:lnTo>
                  <a:lnTo>
                    <a:pt x="460400" y="50393"/>
                  </a:lnTo>
                  <a:lnTo>
                    <a:pt x="470555" y="50393"/>
                  </a:lnTo>
                  <a:lnTo>
                    <a:pt x="466839" y="42824"/>
                  </a:lnTo>
                  <a:lnTo>
                    <a:pt x="467320" y="42075"/>
                  </a:lnTo>
                  <a:close/>
                </a:path>
                <a:path w="1925955" h="1003935">
                  <a:moveTo>
                    <a:pt x="498790" y="30378"/>
                  </a:moveTo>
                  <a:lnTo>
                    <a:pt x="474827" y="30378"/>
                  </a:lnTo>
                  <a:lnTo>
                    <a:pt x="491489" y="42075"/>
                  </a:lnTo>
                  <a:lnTo>
                    <a:pt x="467320" y="42075"/>
                  </a:lnTo>
                  <a:lnTo>
                    <a:pt x="466839" y="42824"/>
                  </a:lnTo>
                  <a:lnTo>
                    <a:pt x="470555" y="50393"/>
                  </a:lnTo>
                  <a:lnTo>
                    <a:pt x="503326" y="50393"/>
                  </a:lnTo>
                  <a:lnTo>
                    <a:pt x="498790" y="30378"/>
                  </a:lnTo>
                  <a:close/>
                </a:path>
                <a:path w="1925955" h="1003935">
                  <a:moveTo>
                    <a:pt x="524979" y="3378"/>
                  </a:moveTo>
                  <a:lnTo>
                    <a:pt x="512648" y="3378"/>
                  </a:lnTo>
                  <a:lnTo>
                    <a:pt x="512648" y="73202"/>
                  </a:lnTo>
                  <a:lnTo>
                    <a:pt x="524979" y="73202"/>
                  </a:lnTo>
                  <a:lnTo>
                    <a:pt x="524979" y="3378"/>
                  </a:lnTo>
                  <a:close/>
                </a:path>
                <a:path w="1925955" h="1003935">
                  <a:moveTo>
                    <a:pt x="574687" y="20154"/>
                  </a:moveTo>
                  <a:lnTo>
                    <a:pt x="558050" y="36360"/>
                  </a:lnTo>
                  <a:lnTo>
                    <a:pt x="561809" y="65773"/>
                  </a:lnTo>
                  <a:lnTo>
                    <a:pt x="578675" y="74117"/>
                  </a:lnTo>
                  <a:lnTo>
                    <a:pt x="594423" y="73202"/>
                  </a:lnTo>
                  <a:lnTo>
                    <a:pt x="606564" y="73202"/>
                  </a:lnTo>
                  <a:lnTo>
                    <a:pt x="606564" y="63995"/>
                  </a:lnTo>
                  <a:lnTo>
                    <a:pt x="579412" y="63995"/>
                  </a:lnTo>
                  <a:lnTo>
                    <a:pt x="569671" y="43764"/>
                  </a:lnTo>
                  <a:lnTo>
                    <a:pt x="584784" y="30276"/>
                  </a:lnTo>
                  <a:lnTo>
                    <a:pt x="606564" y="30276"/>
                  </a:lnTo>
                  <a:lnTo>
                    <a:pt x="606564" y="29489"/>
                  </a:lnTo>
                  <a:lnTo>
                    <a:pt x="594194" y="29489"/>
                  </a:lnTo>
                  <a:lnTo>
                    <a:pt x="574687" y="20154"/>
                  </a:lnTo>
                  <a:close/>
                </a:path>
                <a:path w="1925955" h="1003935">
                  <a:moveTo>
                    <a:pt x="606564" y="30276"/>
                  </a:moveTo>
                  <a:lnTo>
                    <a:pt x="584784" y="30276"/>
                  </a:lnTo>
                  <a:lnTo>
                    <a:pt x="594423" y="50406"/>
                  </a:lnTo>
                  <a:lnTo>
                    <a:pt x="582117" y="63995"/>
                  </a:lnTo>
                  <a:lnTo>
                    <a:pt x="606564" y="63995"/>
                  </a:lnTo>
                  <a:lnTo>
                    <a:pt x="606564" y="30276"/>
                  </a:lnTo>
                  <a:close/>
                </a:path>
                <a:path w="1925955" h="1003935">
                  <a:moveTo>
                    <a:pt x="606564" y="3378"/>
                  </a:moveTo>
                  <a:lnTo>
                    <a:pt x="594194" y="3378"/>
                  </a:lnTo>
                  <a:lnTo>
                    <a:pt x="594194" y="29489"/>
                  </a:lnTo>
                  <a:lnTo>
                    <a:pt x="606564" y="29489"/>
                  </a:lnTo>
                  <a:lnTo>
                    <a:pt x="606564" y="3378"/>
                  </a:lnTo>
                  <a:close/>
                </a:path>
                <a:path w="1925955" h="1003935">
                  <a:moveTo>
                    <a:pt x="631774" y="21297"/>
                  </a:moveTo>
                  <a:lnTo>
                    <a:pt x="617359" y="37211"/>
                  </a:lnTo>
                  <a:lnTo>
                    <a:pt x="621461" y="65633"/>
                  </a:lnTo>
                  <a:lnTo>
                    <a:pt x="641781" y="74231"/>
                  </a:lnTo>
                  <a:lnTo>
                    <a:pt x="645845" y="74231"/>
                  </a:lnTo>
                  <a:lnTo>
                    <a:pt x="658485" y="64046"/>
                  </a:lnTo>
                  <a:lnTo>
                    <a:pt x="636930" y="64046"/>
                  </a:lnTo>
                  <a:lnTo>
                    <a:pt x="634315" y="50393"/>
                  </a:lnTo>
                  <a:lnTo>
                    <a:pt x="622134" y="50393"/>
                  </a:lnTo>
                  <a:lnTo>
                    <a:pt x="622134" y="42075"/>
                  </a:lnTo>
                  <a:lnTo>
                    <a:pt x="632722" y="42075"/>
                  </a:lnTo>
                  <a:lnTo>
                    <a:pt x="631253" y="34404"/>
                  </a:lnTo>
                  <a:lnTo>
                    <a:pt x="661437" y="34404"/>
                  </a:lnTo>
                  <a:lnTo>
                    <a:pt x="660133" y="28651"/>
                  </a:lnTo>
                  <a:lnTo>
                    <a:pt x="631774" y="21297"/>
                  </a:lnTo>
                  <a:close/>
                </a:path>
                <a:path w="1925955" h="1003935">
                  <a:moveTo>
                    <a:pt x="653033" y="57861"/>
                  </a:moveTo>
                  <a:lnTo>
                    <a:pt x="636930" y="64046"/>
                  </a:lnTo>
                  <a:lnTo>
                    <a:pt x="658485" y="64046"/>
                  </a:lnTo>
                  <a:lnTo>
                    <a:pt x="664552" y="59156"/>
                  </a:lnTo>
                  <a:lnTo>
                    <a:pt x="653033" y="57861"/>
                  </a:lnTo>
                  <a:close/>
                </a:path>
                <a:path w="1925955" h="1003935">
                  <a:moveTo>
                    <a:pt x="632722" y="42075"/>
                  </a:moveTo>
                  <a:lnTo>
                    <a:pt x="622134" y="42075"/>
                  </a:lnTo>
                  <a:lnTo>
                    <a:pt x="622134" y="50393"/>
                  </a:lnTo>
                  <a:lnTo>
                    <a:pt x="634315" y="50393"/>
                  </a:lnTo>
                  <a:lnTo>
                    <a:pt x="632722" y="42075"/>
                  </a:lnTo>
                  <a:close/>
                </a:path>
                <a:path w="1925955" h="1003935">
                  <a:moveTo>
                    <a:pt x="661437" y="34404"/>
                  </a:moveTo>
                  <a:lnTo>
                    <a:pt x="631253" y="34404"/>
                  </a:lnTo>
                  <a:lnTo>
                    <a:pt x="653237" y="42075"/>
                  </a:lnTo>
                  <a:lnTo>
                    <a:pt x="632722" y="42075"/>
                  </a:lnTo>
                  <a:lnTo>
                    <a:pt x="634315" y="50393"/>
                  </a:lnTo>
                  <a:lnTo>
                    <a:pt x="665060" y="50393"/>
                  </a:lnTo>
                  <a:lnTo>
                    <a:pt x="661437" y="34404"/>
                  </a:lnTo>
                  <a:close/>
                </a:path>
                <a:path w="1925955" h="1003935">
                  <a:moveTo>
                    <a:pt x="681875" y="20827"/>
                  </a:moveTo>
                  <a:lnTo>
                    <a:pt x="668718" y="20827"/>
                  </a:lnTo>
                  <a:lnTo>
                    <a:pt x="687374" y="73202"/>
                  </a:lnTo>
                  <a:lnTo>
                    <a:pt x="701014" y="73202"/>
                  </a:lnTo>
                  <a:lnTo>
                    <a:pt x="705806" y="59740"/>
                  </a:lnTo>
                  <a:lnTo>
                    <a:pt x="694461" y="59740"/>
                  </a:lnTo>
                  <a:lnTo>
                    <a:pt x="681875" y="20827"/>
                  </a:lnTo>
                  <a:close/>
                </a:path>
                <a:path w="1925955" h="1003935">
                  <a:moveTo>
                    <a:pt x="719658" y="20827"/>
                  </a:moveTo>
                  <a:lnTo>
                    <a:pt x="706539" y="20827"/>
                  </a:lnTo>
                  <a:lnTo>
                    <a:pt x="694461" y="59740"/>
                  </a:lnTo>
                  <a:lnTo>
                    <a:pt x="705806" y="59740"/>
                  </a:lnTo>
                  <a:lnTo>
                    <a:pt x="719658" y="20827"/>
                  </a:lnTo>
                  <a:close/>
                </a:path>
                <a:path w="1925955" h="1003935">
                  <a:moveTo>
                    <a:pt x="738479" y="21297"/>
                  </a:moveTo>
                  <a:lnTo>
                    <a:pt x="724065" y="37211"/>
                  </a:lnTo>
                  <a:lnTo>
                    <a:pt x="728154" y="65633"/>
                  </a:lnTo>
                  <a:lnTo>
                    <a:pt x="748474" y="74231"/>
                  </a:lnTo>
                  <a:lnTo>
                    <a:pt x="752551" y="74231"/>
                  </a:lnTo>
                  <a:lnTo>
                    <a:pt x="764497" y="64604"/>
                  </a:lnTo>
                  <a:lnTo>
                    <a:pt x="745972" y="64604"/>
                  </a:lnTo>
                  <a:lnTo>
                    <a:pt x="738995" y="50393"/>
                  </a:lnTo>
                  <a:lnTo>
                    <a:pt x="728840" y="50393"/>
                  </a:lnTo>
                  <a:lnTo>
                    <a:pt x="728840" y="42075"/>
                  </a:lnTo>
                  <a:lnTo>
                    <a:pt x="735760" y="42075"/>
                  </a:lnTo>
                  <a:lnTo>
                    <a:pt x="743267" y="30378"/>
                  </a:lnTo>
                  <a:lnTo>
                    <a:pt x="767230" y="30378"/>
                  </a:lnTo>
                  <a:lnTo>
                    <a:pt x="766838" y="28651"/>
                  </a:lnTo>
                  <a:lnTo>
                    <a:pt x="738479" y="21297"/>
                  </a:lnTo>
                  <a:close/>
                </a:path>
                <a:path w="1925955" h="1003935">
                  <a:moveTo>
                    <a:pt x="759726" y="57861"/>
                  </a:moveTo>
                  <a:lnTo>
                    <a:pt x="745972" y="64604"/>
                  </a:lnTo>
                  <a:lnTo>
                    <a:pt x="764497" y="64604"/>
                  </a:lnTo>
                  <a:lnTo>
                    <a:pt x="771258" y="59156"/>
                  </a:lnTo>
                  <a:lnTo>
                    <a:pt x="759726" y="57861"/>
                  </a:lnTo>
                  <a:close/>
                </a:path>
                <a:path w="1925955" h="1003935">
                  <a:moveTo>
                    <a:pt x="735760" y="42075"/>
                  </a:moveTo>
                  <a:lnTo>
                    <a:pt x="728840" y="42075"/>
                  </a:lnTo>
                  <a:lnTo>
                    <a:pt x="728840" y="50393"/>
                  </a:lnTo>
                  <a:lnTo>
                    <a:pt x="738995" y="50393"/>
                  </a:lnTo>
                  <a:lnTo>
                    <a:pt x="735279" y="42824"/>
                  </a:lnTo>
                  <a:lnTo>
                    <a:pt x="735760" y="42075"/>
                  </a:lnTo>
                  <a:close/>
                </a:path>
                <a:path w="1925955" h="1003935">
                  <a:moveTo>
                    <a:pt x="767230" y="30378"/>
                  </a:moveTo>
                  <a:lnTo>
                    <a:pt x="743267" y="30378"/>
                  </a:lnTo>
                  <a:lnTo>
                    <a:pt x="759929" y="42075"/>
                  </a:lnTo>
                  <a:lnTo>
                    <a:pt x="735760" y="42075"/>
                  </a:lnTo>
                  <a:lnTo>
                    <a:pt x="735279" y="42824"/>
                  </a:lnTo>
                  <a:lnTo>
                    <a:pt x="738995" y="50393"/>
                  </a:lnTo>
                  <a:lnTo>
                    <a:pt x="771766" y="50393"/>
                  </a:lnTo>
                  <a:lnTo>
                    <a:pt x="767230" y="30378"/>
                  </a:lnTo>
                  <a:close/>
                </a:path>
                <a:path w="1925955" h="1003935">
                  <a:moveTo>
                    <a:pt x="793419" y="3378"/>
                  </a:moveTo>
                  <a:lnTo>
                    <a:pt x="781088" y="3378"/>
                  </a:lnTo>
                  <a:lnTo>
                    <a:pt x="781088" y="73202"/>
                  </a:lnTo>
                  <a:lnTo>
                    <a:pt x="793419" y="73202"/>
                  </a:lnTo>
                  <a:lnTo>
                    <a:pt x="793419" y="3378"/>
                  </a:lnTo>
                  <a:close/>
                </a:path>
                <a:path w="1925955" h="1003935">
                  <a:moveTo>
                    <a:pt x="818286" y="21272"/>
                  </a:moveTo>
                  <a:lnTo>
                    <a:pt x="803757" y="37071"/>
                  </a:lnTo>
                  <a:lnTo>
                    <a:pt x="807872" y="65455"/>
                  </a:lnTo>
                  <a:lnTo>
                    <a:pt x="827836" y="74231"/>
                  </a:lnTo>
                  <a:lnTo>
                    <a:pt x="844880" y="68605"/>
                  </a:lnTo>
                  <a:lnTo>
                    <a:pt x="847030" y="64338"/>
                  </a:lnTo>
                  <a:lnTo>
                    <a:pt x="827900" y="64338"/>
                  </a:lnTo>
                  <a:lnTo>
                    <a:pt x="822693" y="63576"/>
                  </a:lnTo>
                  <a:lnTo>
                    <a:pt x="818946" y="33794"/>
                  </a:lnTo>
                  <a:lnTo>
                    <a:pt x="847283" y="33794"/>
                  </a:lnTo>
                  <a:lnTo>
                    <a:pt x="844880" y="25781"/>
                  </a:lnTo>
                  <a:lnTo>
                    <a:pt x="818286" y="21272"/>
                  </a:lnTo>
                  <a:close/>
                </a:path>
                <a:path w="1925955" h="1003935">
                  <a:moveTo>
                    <a:pt x="847283" y="33794"/>
                  </a:moveTo>
                  <a:lnTo>
                    <a:pt x="818946" y="33794"/>
                  </a:lnTo>
                  <a:lnTo>
                    <a:pt x="838111" y="35877"/>
                  </a:lnTo>
                  <a:lnTo>
                    <a:pt x="827900" y="64338"/>
                  </a:lnTo>
                  <a:lnTo>
                    <a:pt x="847030" y="64338"/>
                  </a:lnTo>
                  <a:lnTo>
                    <a:pt x="852931" y="52628"/>
                  </a:lnTo>
                  <a:lnTo>
                    <a:pt x="847283" y="33794"/>
                  </a:lnTo>
                  <a:close/>
                </a:path>
                <a:path w="1925955" h="1003935">
                  <a:moveTo>
                    <a:pt x="874420" y="20827"/>
                  </a:moveTo>
                  <a:lnTo>
                    <a:pt x="862279" y="20827"/>
                  </a:lnTo>
                  <a:lnTo>
                    <a:pt x="862279" y="92837"/>
                  </a:lnTo>
                  <a:lnTo>
                    <a:pt x="874623" y="92837"/>
                  </a:lnTo>
                  <a:lnTo>
                    <a:pt x="874623" y="64947"/>
                  </a:lnTo>
                  <a:lnTo>
                    <a:pt x="903492" y="64947"/>
                  </a:lnTo>
                  <a:lnTo>
                    <a:pt x="904453" y="63995"/>
                  </a:lnTo>
                  <a:lnTo>
                    <a:pt x="884072" y="63995"/>
                  </a:lnTo>
                  <a:lnTo>
                    <a:pt x="874382" y="47015"/>
                  </a:lnTo>
                  <a:lnTo>
                    <a:pt x="874382" y="43637"/>
                  </a:lnTo>
                  <a:lnTo>
                    <a:pt x="889444" y="30276"/>
                  </a:lnTo>
                  <a:lnTo>
                    <a:pt x="905308" y="30276"/>
                  </a:lnTo>
                  <a:lnTo>
                    <a:pt x="904316" y="25298"/>
                  </a:lnTo>
                  <a:lnTo>
                    <a:pt x="874420" y="20827"/>
                  </a:lnTo>
                  <a:close/>
                </a:path>
                <a:path w="1925955" h="1003935">
                  <a:moveTo>
                    <a:pt x="903492" y="64947"/>
                  </a:moveTo>
                  <a:lnTo>
                    <a:pt x="874623" y="64947"/>
                  </a:lnTo>
                  <a:lnTo>
                    <a:pt x="894245" y="74117"/>
                  </a:lnTo>
                  <a:lnTo>
                    <a:pt x="903492" y="64947"/>
                  </a:lnTo>
                  <a:close/>
                </a:path>
                <a:path w="1925955" h="1003935">
                  <a:moveTo>
                    <a:pt x="905308" y="30276"/>
                  </a:moveTo>
                  <a:lnTo>
                    <a:pt x="889444" y="30276"/>
                  </a:lnTo>
                  <a:lnTo>
                    <a:pt x="899134" y="50292"/>
                  </a:lnTo>
                  <a:lnTo>
                    <a:pt x="884072" y="63995"/>
                  </a:lnTo>
                  <a:lnTo>
                    <a:pt x="904453" y="63995"/>
                  </a:lnTo>
                  <a:lnTo>
                    <a:pt x="910780" y="57721"/>
                  </a:lnTo>
                  <a:lnTo>
                    <a:pt x="905308" y="30276"/>
                  </a:lnTo>
                  <a:close/>
                </a:path>
                <a:path w="1925955" h="1003935">
                  <a:moveTo>
                    <a:pt x="932954" y="20827"/>
                  </a:moveTo>
                  <a:lnTo>
                    <a:pt x="921156" y="20827"/>
                  </a:lnTo>
                  <a:lnTo>
                    <a:pt x="921156" y="73202"/>
                  </a:lnTo>
                  <a:lnTo>
                    <a:pt x="933500" y="73202"/>
                  </a:lnTo>
                  <a:lnTo>
                    <a:pt x="933500" y="41363"/>
                  </a:lnTo>
                  <a:lnTo>
                    <a:pt x="947851" y="31356"/>
                  </a:lnTo>
                  <a:lnTo>
                    <a:pt x="994188" y="31356"/>
                  </a:lnTo>
                  <a:lnTo>
                    <a:pt x="993014" y="29730"/>
                  </a:lnTo>
                  <a:lnTo>
                    <a:pt x="933576" y="29730"/>
                  </a:lnTo>
                  <a:lnTo>
                    <a:pt x="933014" y="21678"/>
                  </a:lnTo>
                  <a:lnTo>
                    <a:pt x="932954" y="20827"/>
                  </a:lnTo>
                  <a:close/>
                </a:path>
                <a:path w="1925955" h="1003935">
                  <a:moveTo>
                    <a:pt x="978001" y="31356"/>
                  </a:moveTo>
                  <a:lnTo>
                    <a:pt x="947851" y="31356"/>
                  </a:lnTo>
                  <a:lnTo>
                    <a:pt x="951915" y="73202"/>
                  </a:lnTo>
                  <a:lnTo>
                    <a:pt x="964018" y="73202"/>
                  </a:lnTo>
                  <a:lnTo>
                    <a:pt x="964018" y="37579"/>
                  </a:lnTo>
                  <a:lnTo>
                    <a:pt x="978001" y="31356"/>
                  </a:lnTo>
                  <a:close/>
                </a:path>
                <a:path w="1925955" h="1003935">
                  <a:moveTo>
                    <a:pt x="994188" y="31356"/>
                  </a:moveTo>
                  <a:lnTo>
                    <a:pt x="978121" y="31356"/>
                  </a:lnTo>
                  <a:lnTo>
                    <a:pt x="982433" y="73202"/>
                  </a:lnTo>
                  <a:lnTo>
                    <a:pt x="994803" y="73202"/>
                  </a:lnTo>
                  <a:lnTo>
                    <a:pt x="994803" y="32207"/>
                  </a:lnTo>
                  <a:lnTo>
                    <a:pt x="994188" y="31356"/>
                  </a:lnTo>
                  <a:close/>
                </a:path>
                <a:path w="1925955" h="1003935">
                  <a:moveTo>
                    <a:pt x="944524" y="20154"/>
                  </a:moveTo>
                  <a:lnTo>
                    <a:pt x="933576" y="29730"/>
                  </a:lnTo>
                  <a:lnTo>
                    <a:pt x="962723" y="29730"/>
                  </a:lnTo>
                  <a:lnTo>
                    <a:pt x="961174" y="26771"/>
                  </a:lnTo>
                  <a:lnTo>
                    <a:pt x="944524" y="20154"/>
                  </a:lnTo>
                  <a:close/>
                </a:path>
                <a:path w="1925955" h="1003935">
                  <a:moveTo>
                    <a:pt x="974648" y="20154"/>
                  </a:moveTo>
                  <a:lnTo>
                    <a:pt x="962723" y="29730"/>
                  </a:lnTo>
                  <a:lnTo>
                    <a:pt x="993014" y="29730"/>
                  </a:lnTo>
                  <a:lnTo>
                    <a:pt x="987196" y="21678"/>
                  </a:lnTo>
                  <a:lnTo>
                    <a:pt x="974648" y="20154"/>
                  </a:lnTo>
                  <a:close/>
                </a:path>
                <a:path w="1925955" h="1003935">
                  <a:moveTo>
                    <a:pt x="1019390" y="21297"/>
                  </a:moveTo>
                  <a:lnTo>
                    <a:pt x="1004976" y="37211"/>
                  </a:lnTo>
                  <a:lnTo>
                    <a:pt x="1009065" y="65633"/>
                  </a:lnTo>
                  <a:lnTo>
                    <a:pt x="1029385" y="74231"/>
                  </a:lnTo>
                  <a:lnTo>
                    <a:pt x="1033462" y="74231"/>
                  </a:lnTo>
                  <a:lnTo>
                    <a:pt x="1046102" y="64046"/>
                  </a:lnTo>
                  <a:lnTo>
                    <a:pt x="1024534" y="64046"/>
                  </a:lnTo>
                  <a:lnTo>
                    <a:pt x="1021925" y="50393"/>
                  </a:lnTo>
                  <a:lnTo>
                    <a:pt x="1009751" y="50393"/>
                  </a:lnTo>
                  <a:lnTo>
                    <a:pt x="1009751" y="42075"/>
                  </a:lnTo>
                  <a:lnTo>
                    <a:pt x="1020335" y="42075"/>
                  </a:lnTo>
                  <a:lnTo>
                    <a:pt x="1018870" y="34404"/>
                  </a:lnTo>
                  <a:lnTo>
                    <a:pt x="1049044" y="34404"/>
                  </a:lnTo>
                  <a:lnTo>
                    <a:pt x="1047737" y="28651"/>
                  </a:lnTo>
                  <a:lnTo>
                    <a:pt x="1019390" y="21297"/>
                  </a:lnTo>
                  <a:close/>
                </a:path>
                <a:path w="1925955" h="1003935">
                  <a:moveTo>
                    <a:pt x="1040637" y="57861"/>
                  </a:moveTo>
                  <a:lnTo>
                    <a:pt x="1024534" y="64046"/>
                  </a:lnTo>
                  <a:lnTo>
                    <a:pt x="1046102" y="64046"/>
                  </a:lnTo>
                  <a:lnTo>
                    <a:pt x="1052169" y="59156"/>
                  </a:lnTo>
                  <a:lnTo>
                    <a:pt x="1040637" y="57861"/>
                  </a:lnTo>
                  <a:close/>
                </a:path>
                <a:path w="1925955" h="1003935">
                  <a:moveTo>
                    <a:pt x="1020335" y="42075"/>
                  </a:moveTo>
                  <a:lnTo>
                    <a:pt x="1009751" y="42075"/>
                  </a:lnTo>
                  <a:lnTo>
                    <a:pt x="1009751" y="50393"/>
                  </a:lnTo>
                  <a:lnTo>
                    <a:pt x="1021925" y="50393"/>
                  </a:lnTo>
                  <a:lnTo>
                    <a:pt x="1020335" y="42075"/>
                  </a:lnTo>
                  <a:close/>
                </a:path>
                <a:path w="1925955" h="1003935">
                  <a:moveTo>
                    <a:pt x="1049044" y="34404"/>
                  </a:moveTo>
                  <a:lnTo>
                    <a:pt x="1018870" y="34404"/>
                  </a:lnTo>
                  <a:lnTo>
                    <a:pt x="1040841" y="42075"/>
                  </a:lnTo>
                  <a:lnTo>
                    <a:pt x="1020335" y="42075"/>
                  </a:lnTo>
                  <a:lnTo>
                    <a:pt x="1021925" y="50393"/>
                  </a:lnTo>
                  <a:lnTo>
                    <a:pt x="1052677" y="50393"/>
                  </a:lnTo>
                  <a:lnTo>
                    <a:pt x="1049044" y="34404"/>
                  </a:lnTo>
                  <a:close/>
                </a:path>
                <a:path w="1925955" h="1003935">
                  <a:moveTo>
                    <a:pt x="1073784" y="20827"/>
                  </a:moveTo>
                  <a:lnTo>
                    <a:pt x="1061986" y="20827"/>
                  </a:lnTo>
                  <a:lnTo>
                    <a:pt x="1061986" y="73202"/>
                  </a:lnTo>
                  <a:lnTo>
                    <a:pt x="1074331" y="73202"/>
                  </a:lnTo>
                  <a:lnTo>
                    <a:pt x="1074331" y="39992"/>
                  </a:lnTo>
                  <a:lnTo>
                    <a:pt x="1091082" y="31572"/>
                  </a:lnTo>
                  <a:lnTo>
                    <a:pt x="1105705" y="31572"/>
                  </a:lnTo>
                  <a:lnTo>
                    <a:pt x="1105207" y="29730"/>
                  </a:lnTo>
                  <a:lnTo>
                    <a:pt x="1074407" y="29730"/>
                  </a:lnTo>
                  <a:lnTo>
                    <a:pt x="1073784" y="20827"/>
                  </a:lnTo>
                  <a:close/>
                </a:path>
                <a:path w="1925955" h="1003935">
                  <a:moveTo>
                    <a:pt x="1105705" y="31572"/>
                  </a:moveTo>
                  <a:lnTo>
                    <a:pt x="1091082" y="31572"/>
                  </a:lnTo>
                  <a:lnTo>
                    <a:pt x="1095616" y="73202"/>
                  </a:lnTo>
                  <a:lnTo>
                    <a:pt x="1107948" y="73202"/>
                  </a:lnTo>
                  <a:lnTo>
                    <a:pt x="1107948" y="39852"/>
                  </a:lnTo>
                  <a:lnTo>
                    <a:pt x="1105705" y="31572"/>
                  </a:lnTo>
                  <a:close/>
                </a:path>
                <a:path w="1925955" h="1003935">
                  <a:moveTo>
                    <a:pt x="1086103" y="20154"/>
                  </a:moveTo>
                  <a:lnTo>
                    <a:pt x="1074407" y="29730"/>
                  </a:lnTo>
                  <a:lnTo>
                    <a:pt x="1105207" y="29730"/>
                  </a:lnTo>
                  <a:lnTo>
                    <a:pt x="1104264" y="26250"/>
                  </a:lnTo>
                  <a:lnTo>
                    <a:pt x="1086103" y="20154"/>
                  </a:lnTo>
                  <a:close/>
                </a:path>
                <a:path w="1925955" h="1003935">
                  <a:moveTo>
                    <a:pt x="1135189" y="8280"/>
                  </a:moveTo>
                  <a:lnTo>
                    <a:pt x="1122857" y="8280"/>
                  </a:lnTo>
                  <a:lnTo>
                    <a:pt x="1122832" y="62763"/>
                  </a:lnTo>
                  <a:lnTo>
                    <a:pt x="1139215" y="73913"/>
                  </a:lnTo>
                  <a:lnTo>
                    <a:pt x="1135189" y="8280"/>
                  </a:lnTo>
                  <a:close/>
                </a:path>
                <a:path w="1925955" h="1003935">
                  <a:moveTo>
                    <a:pt x="1122851" y="20827"/>
                  </a:moveTo>
                  <a:lnTo>
                    <a:pt x="1115415" y="20827"/>
                  </a:lnTo>
                  <a:lnTo>
                    <a:pt x="1115415" y="30378"/>
                  </a:lnTo>
                  <a:lnTo>
                    <a:pt x="1122847" y="30378"/>
                  </a:lnTo>
                  <a:lnTo>
                    <a:pt x="1122851" y="20827"/>
                  </a:lnTo>
                  <a:close/>
                </a:path>
                <a:path w="1925955" h="1003935">
                  <a:moveTo>
                    <a:pt x="1145527" y="20827"/>
                  </a:moveTo>
                  <a:lnTo>
                    <a:pt x="1135959" y="20827"/>
                  </a:lnTo>
                  <a:lnTo>
                    <a:pt x="1136544" y="30378"/>
                  </a:lnTo>
                  <a:lnTo>
                    <a:pt x="1145527" y="30378"/>
                  </a:lnTo>
                  <a:lnTo>
                    <a:pt x="1145527" y="20827"/>
                  </a:lnTo>
                  <a:close/>
                </a:path>
                <a:path w="1925955" h="1003935">
                  <a:moveTo>
                    <a:pt x="1191414" y="31169"/>
                  </a:moveTo>
                  <a:lnTo>
                    <a:pt x="1188834" y="35737"/>
                  </a:lnTo>
                  <a:lnTo>
                    <a:pt x="1176185" y="61683"/>
                  </a:lnTo>
                  <a:lnTo>
                    <a:pt x="1198283" y="74231"/>
                  </a:lnTo>
                  <a:lnTo>
                    <a:pt x="1211224" y="71615"/>
                  </a:lnTo>
                  <a:lnTo>
                    <a:pt x="1215059" y="65168"/>
                  </a:lnTo>
                  <a:lnTo>
                    <a:pt x="1213988" y="63626"/>
                  </a:lnTo>
                  <a:lnTo>
                    <a:pt x="1194396" y="63626"/>
                  </a:lnTo>
                  <a:lnTo>
                    <a:pt x="1202222" y="46709"/>
                  </a:lnTo>
                  <a:lnTo>
                    <a:pt x="1191414" y="31169"/>
                  </a:lnTo>
                  <a:close/>
                </a:path>
                <a:path w="1925955" h="1003935">
                  <a:moveTo>
                    <a:pt x="1220026" y="56819"/>
                  </a:moveTo>
                  <a:lnTo>
                    <a:pt x="1215059" y="65168"/>
                  </a:lnTo>
                  <a:lnTo>
                    <a:pt x="1220647" y="73202"/>
                  </a:lnTo>
                  <a:lnTo>
                    <a:pt x="1234008" y="73202"/>
                  </a:lnTo>
                  <a:lnTo>
                    <a:pt x="1220026" y="56819"/>
                  </a:lnTo>
                  <a:close/>
                </a:path>
                <a:path w="1925955" h="1003935">
                  <a:moveTo>
                    <a:pt x="1216386" y="52554"/>
                  </a:moveTo>
                  <a:lnTo>
                    <a:pt x="1216291" y="52959"/>
                  </a:lnTo>
                  <a:lnTo>
                    <a:pt x="1209029" y="56497"/>
                  </a:lnTo>
                  <a:lnTo>
                    <a:pt x="1215059" y="65168"/>
                  </a:lnTo>
                  <a:lnTo>
                    <a:pt x="1220026" y="56819"/>
                  </a:lnTo>
                  <a:lnTo>
                    <a:pt x="1216386" y="52554"/>
                  </a:lnTo>
                  <a:close/>
                </a:path>
                <a:path w="1925955" h="1003935">
                  <a:moveTo>
                    <a:pt x="1209029" y="56497"/>
                  </a:moveTo>
                  <a:lnTo>
                    <a:pt x="1194396" y="63626"/>
                  </a:lnTo>
                  <a:lnTo>
                    <a:pt x="1213988" y="63626"/>
                  </a:lnTo>
                  <a:lnTo>
                    <a:pt x="1209029" y="56497"/>
                  </a:lnTo>
                  <a:close/>
                </a:path>
                <a:path w="1925955" h="1003935">
                  <a:moveTo>
                    <a:pt x="1229855" y="40297"/>
                  </a:moveTo>
                  <a:lnTo>
                    <a:pt x="1219250" y="40297"/>
                  </a:lnTo>
                  <a:lnTo>
                    <a:pt x="1216386" y="52554"/>
                  </a:lnTo>
                  <a:lnTo>
                    <a:pt x="1220026" y="56819"/>
                  </a:lnTo>
                  <a:lnTo>
                    <a:pt x="1229855" y="40297"/>
                  </a:lnTo>
                  <a:close/>
                </a:path>
                <a:path w="1925955" h="1003935">
                  <a:moveTo>
                    <a:pt x="1205446" y="39737"/>
                  </a:moveTo>
                  <a:lnTo>
                    <a:pt x="1202222" y="46709"/>
                  </a:lnTo>
                  <a:lnTo>
                    <a:pt x="1209029" y="56497"/>
                  </a:lnTo>
                  <a:lnTo>
                    <a:pt x="1216291" y="52959"/>
                  </a:lnTo>
                  <a:lnTo>
                    <a:pt x="1216386" y="52554"/>
                  </a:lnTo>
                  <a:lnTo>
                    <a:pt x="1205446" y="39737"/>
                  </a:lnTo>
                  <a:close/>
                </a:path>
                <a:path w="1925955" h="1003935">
                  <a:moveTo>
                    <a:pt x="1201877" y="12649"/>
                  </a:moveTo>
                  <a:lnTo>
                    <a:pt x="1191414" y="31169"/>
                  </a:lnTo>
                  <a:lnTo>
                    <a:pt x="1202222" y="46709"/>
                  </a:lnTo>
                  <a:lnTo>
                    <a:pt x="1205446" y="39737"/>
                  </a:lnTo>
                  <a:lnTo>
                    <a:pt x="1201242" y="34810"/>
                  </a:lnTo>
                  <a:lnTo>
                    <a:pt x="1201767" y="16484"/>
                  </a:lnTo>
                  <a:lnTo>
                    <a:pt x="1201877" y="12649"/>
                  </a:lnTo>
                  <a:close/>
                </a:path>
                <a:path w="1925955" h="1003935">
                  <a:moveTo>
                    <a:pt x="1212484" y="12649"/>
                  </a:moveTo>
                  <a:lnTo>
                    <a:pt x="1201877" y="12649"/>
                  </a:lnTo>
                  <a:lnTo>
                    <a:pt x="1201346" y="31169"/>
                  </a:lnTo>
                  <a:lnTo>
                    <a:pt x="1201242" y="34810"/>
                  </a:lnTo>
                  <a:lnTo>
                    <a:pt x="1205446" y="39737"/>
                  </a:lnTo>
                  <a:lnTo>
                    <a:pt x="1207960" y="34302"/>
                  </a:lnTo>
                  <a:lnTo>
                    <a:pt x="1217231" y="15532"/>
                  </a:lnTo>
                  <a:lnTo>
                    <a:pt x="1212484" y="12649"/>
                  </a:lnTo>
                  <a:close/>
                </a:path>
                <a:path w="1925955" h="1003935">
                  <a:moveTo>
                    <a:pt x="1195819" y="2527"/>
                  </a:moveTo>
                  <a:lnTo>
                    <a:pt x="1181201" y="16484"/>
                  </a:lnTo>
                  <a:lnTo>
                    <a:pt x="1191414" y="31169"/>
                  </a:lnTo>
                  <a:lnTo>
                    <a:pt x="1201877" y="12649"/>
                  </a:lnTo>
                  <a:lnTo>
                    <a:pt x="1212484" y="12649"/>
                  </a:lnTo>
                  <a:lnTo>
                    <a:pt x="1195819" y="2527"/>
                  </a:lnTo>
                  <a:close/>
                </a:path>
                <a:path w="1925955" h="1003935">
                  <a:moveTo>
                    <a:pt x="1293926" y="21462"/>
                  </a:moveTo>
                  <a:lnTo>
                    <a:pt x="1268704" y="23418"/>
                  </a:lnTo>
                  <a:lnTo>
                    <a:pt x="1262964" y="43014"/>
                  </a:lnTo>
                  <a:lnTo>
                    <a:pt x="1287856" y="53200"/>
                  </a:lnTo>
                  <a:lnTo>
                    <a:pt x="1272362" y="57759"/>
                  </a:lnTo>
                  <a:lnTo>
                    <a:pt x="1260322" y="58915"/>
                  </a:lnTo>
                  <a:lnTo>
                    <a:pt x="1261071" y="63741"/>
                  </a:lnTo>
                  <a:lnTo>
                    <a:pt x="1276388" y="74231"/>
                  </a:lnTo>
                  <a:lnTo>
                    <a:pt x="1300378" y="68745"/>
                  </a:lnTo>
                  <a:lnTo>
                    <a:pt x="1303908" y="50736"/>
                  </a:lnTo>
                  <a:lnTo>
                    <a:pt x="1278839" y="40817"/>
                  </a:lnTo>
                  <a:lnTo>
                    <a:pt x="1304035" y="34671"/>
                  </a:lnTo>
                  <a:lnTo>
                    <a:pt x="1303197" y="30225"/>
                  </a:lnTo>
                  <a:lnTo>
                    <a:pt x="1293926" y="21462"/>
                  </a:lnTo>
                  <a:close/>
                </a:path>
                <a:path w="1925955" h="1003935">
                  <a:moveTo>
                    <a:pt x="1327442" y="21297"/>
                  </a:moveTo>
                  <a:lnTo>
                    <a:pt x="1312989" y="37211"/>
                  </a:lnTo>
                  <a:lnTo>
                    <a:pt x="1316989" y="65316"/>
                  </a:lnTo>
                  <a:lnTo>
                    <a:pt x="1337055" y="74231"/>
                  </a:lnTo>
                  <a:lnTo>
                    <a:pt x="1345260" y="73431"/>
                  </a:lnTo>
                  <a:lnTo>
                    <a:pt x="1352526" y="64173"/>
                  </a:lnTo>
                  <a:lnTo>
                    <a:pt x="1334592" y="64173"/>
                  </a:lnTo>
                  <a:lnTo>
                    <a:pt x="1324990" y="40474"/>
                  </a:lnTo>
                  <a:lnTo>
                    <a:pt x="1340129" y="30111"/>
                  </a:lnTo>
                  <a:lnTo>
                    <a:pt x="1355798" y="30111"/>
                  </a:lnTo>
                  <a:lnTo>
                    <a:pt x="1354188" y="26238"/>
                  </a:lnTo>
                  <a:lnTo>
                    <a:pt x="1327442" y="21297"/>
                  </a:lnTo>
                  <a:close/>
                </a:path>
                <a:path w="1925955" h="1003935">
                  <a:moveTo>
                    <a:pt x="1359484" y="55308"/>
                  </a:moveTo>
                  <a:lnTo>
                    <a:pt x="1347698" y="55308"/>
                  </a:lnTo>
                  <a:lnTo>
                    <a:pt x="1334592" y="64173"/>
                  </a:lnTo>
                  <a:lnTo>
                    <a:pt x="1352526" y="64173"/>
                  </a:lnTo>
                  <a:lnTo>
                    <a:pt x="1359484" y="55308"/>
                  </a:lnTo>
                  <a:close/>
                </a:path>
                <a:path w="1925955" h="1003935">
                  <a:moveTo>
                    <a:pt x="1355798" y="30111"/>
                  </a:moveTo>
                  <a:lnTo>
                    <a:pt x="1340129" y="30111"/>
                  </a:lnTo>
                  <a:lnTo>
                    <a:pt x="1347698" y="38976"/>
                  </a:lnTo>
                  <a:lnTo>
                    <a:pt x="1359484" y="38976"/>
                  </a:lnTo>
                  <a:lnTo>
                    <a:pt x="1355798" y="30111"/>
                  </a:lnTo>
                  <a:close/>
                </a:path>
                <a:path w="1925955" h="1003935">
                  <a:moveTo>
                    <a:pt x="1381798" y="21272"/>
                  </a:moveTo>
                  <a:lnTo>
                    <a:pt x="1367269" y="37071"/>
                  </a:lnTo>
                  <a:lnTo>
                    <a:pt x="1371384" y="65455"/>
                  </a:lnTo>
                  <a:lnTo>
                    <a:pt x="1391348" y="74231"/>
                  </a:lnTo>
                  <a:lnTo>
                    <a:pt x="1408391" y="68605"/>
                  </a:lnTo>
                  <a:lnTo>
                    <a:pt x="1410539" y="64338"/>
                  </a:lnTo>
                  <a:lnTo>
                    <a:pt x="1391411" y="64338"/>
                  </a:lnTo>
                  <a:lnTo>
                    <a:pt x="1386204" y="63576"/>
                  </a:lnTo>
                  <a:lnTo>
                    <a:pt x="1382458" y="33794"/>
                  </a:lnTo>
                  <a:lnTo>
                    <a:pt x="1410791" y="33794"/>
                  </a:lnTo>
                  <a:lnTo>
                    <a:pt x="1408391" y="25781"/>
                  </a:lnTo>
                  <a:lnTo>
                    <a:pt x="1381798" y="21272"/>
                  </a:lnTo>
                  <a:close/>
                </a:path>
                <a:path w="1925955" h="1003935">
                  <a:moveTo>
                    <a:pt x="1410791" y="33794"/>
                  </a:moveTo>
                  <a:lnTo>
                    <a:pt x="1382458" y="33794"/>
                  </a:lnTo>
                  <a:lnTo>
                    <a:pt x="1401622" y="35877"/>
                  </a:lnTo>
                  <a:lnTo>
                    <a:pt x="1391411" y="64338"/>
                  </a:lnTo>
                  <a:lnTo>
                    <a:pt x="1410539" y="64338"/>
                  </a:lnTo>
                  <a:lnTo>
                    <a:pt x="1416430" y="52628"/>
                  </a:lnTo>
                  <a:lnTo>
                    <a:pt x="1410791" y="33794"/>
                  </a:lnTo>
                  <a:close/>
                </a:path>
                <a:path w="1925955" h="1003935">
                  <a:moveTo>
                    <a:pt x="1437754" y="20827"/>
                  </a:moveTo>
                  <a:lnTo>
                    <a:pt x="1425790" y="20827"/>
                  </a:lnTo>
                  <a:lnTo>
                    <a:pt x="1425790" y="73202"/>
                  </a:lnTo>
                  <a:lnTo>
                    <a:pt x="1438135" y="73202"/>
                  </a:lnTo>
                  <a:lnTo>
                    <a:pt x="1438135" y="42418"/>
                  </a:lnTo>
                  <a:lnTo>
                    <a:pt x="1448368" y="29565"/>
                  </a:lnTo>
                  <a:lnTo>
                    <a:pt x="1438300" y="29565"/>
                  </a:lnTo>
                  <a:lnTo>
                    <a:pt x="1437754" y="20827"/>
                  </a:lnTo>
                  <a:close/>
                </a:path>
                <a:path w="1925955" h="1003935">
                  <a:moveTo>
                    <a:pt x="1455648" y="20421"/>
                  </a:moveTo>
                  <a:lnTo>
                    <a:pt x="1438300" y="29565"/>
                  </a:lnTo>
                  <a:lnTo>
                    <a:pt x="1448368" y="29565"/>
                  </a:lnTo>
                  <a:lnTo>
                    <a:pt x="1455648" y="20421"/>
                  </a:lnTo>
                  <a:close/>
                </a:path>
                <a:path w="1925955" h="1003935">
                  <a:moveTo>
                    <a:pt x="1475066" y="20827"/>
                  </a:moveTo>
                  <a:lnTo>
                    <a:pt x="1462735" y="20827"/>
                  </a:lnTo>
                  <a:lnTo>
                    <a:pt x="1462735" y="73202"/>
                  </a:lnTo>
                  <a:lnTo>
                    <a:pt x="1475066" y="73202"/>
                  </a:lnTo>
                  <a:lnTo>
                    <a:pt x="1475066" y="20827"/>
                  </a:lnTo>
                  <a:close/>
                </a:path>
                <a:path w="1925955" h="1003935">
                  <a:moveTo>
                    <a:pt x="1466977" y="0"/>
                  </a:moveTo>
                  <a:lnTo>
                    <a:pt x="1468932" y="13398"/>
                  </a:lnTo>
                  <a:lnTo>
                    <a:pt x="1470913" y="13398"/>
                  </a:lnTo>
                  <a:lnTo>
                    <a:pt x="1466977" y="0"/>
                  </a:lnTo>
                  <a:close/>
                </a:path>
                <a:path w="1925955" h="1003935">
                  <a:moveTo>
                    <a:pt x="1498434" y="20827"/>
                  </a:moveTo>
                  <a:lnTo>
                    <a:pt x="1486636" y="20827"/>
                  </a:lnTo>
                  <a:lnTo>
                    <a:pt x="1486636" y="73202"/>
                  </a:lnTo>
                  <a:lnTo>
                    <a:pt x="1498980" y="73202"/>
                  </a:lnTo>
                  <a:lnTo>
                    <a:pt x="1498980" y="39992"/>
                  </a:lnTo>
                  <a:lnTo>
                    <a:pt x="1515732" y="31572"/>
                  </a:lnTo>
                  <a:lnTo>
                    <a:pt x="1530348" y="31572"/>
                  </a:lnTo>
                  <a:lnTo>
                    <a:pt x="1529847" y="29730"/>
                  </a:lnTo>
                  <a:lnTo>
                    <a:pt x="1499044" y="29730"/>
                  </a:lnTo>
                  <a:lnTo>
                    <a:pt x="1498434" y="20827"/>
                  </a:lnTo>
                  <a:close/>
                </a:path>
                <a:path w="1925955" h="1003935">
                  <a:moveTo>
                    <a:pt x="1530348" y="31572"/>
                  </a:moveTo>
                  <a:lnTo>
                    <a:pt x="1515732" y="31572"/>
                  </a:lnTo>
                  <a:lnTo>
                    <a:pt x="1520253" y="73202"/>
                  </a:lnTo>
                  <a:lnTo>
                    <a:pt x="1532597" y="73202"/>
                  </a:lnTo>
                  <a:lnTo>
                    <a:pt x="1532597" y="39852"/>
                  </a:lnTo>
                  <a:lnTo>
                    <a:pt x="1530348" y="31572"/>
                  </a:lnTo>
                  <a:close/>
                </a:path>
                <a:path w="1925955" h="1003935">
                  <a:moveTo>
                    <a:pt x="1510753" y="20154"/>
                  </a:moveTo>
                  <a:lnTo>
                    <a:pt x="1499044" y="29730"/>
                  </a:lnTo>
                  <a:lnTo>
                    <a:pt x="1529847" y="29730"/>
                  </a:lnTo>
                  <a:lnTo>
                    <a:pt x="1528902" y="26250"/>
                  </a:lnTo>
                  <a:lnTo>
                    <a:pt x="1510753" y="20154"/>
                  </a:lnTo>
                  <a:close/>
                </a:path>
                <a:path w="1925955" h="1003935">
                  <a:moveTo>
                    <a:pt x="1555813" y="21183"/>
                  </a:moveTo>
                  <a:lnTo>
                    <a:pt x="1541868" y="41097"/>
                  </a:lnTo>
                  <a:lnTo>
                    <a:pt x="1549260" y="67716"/>
                  </a:lnTo>
                  <a:lnTo>
                    <a:pt x="1572920" y="70180"/>
                  </a:lnTo>
                  <a:lnTo>
                    <a:pt x="1577987" y="80352"/>
                  </a:lnTo>
                  <a:lnTo>
                    <a:pt x="1543684" y="80708"/>
                  </a:lnTo>
                  <a:lnTo>
                    <a:pt x="1566798" y="93929"/>
                  </a:lnTo>
                  <a:lnTo>
                    <a:pt x="1571498" y="93929"/>
                  </a:lnTo>
                  <a:lnTo>
                    <a:pt x="1590306" y="82232"/>
                  </a:lnTo>
                  <a:lnTo>
                    <a:pt x="1590516" y="70180"/>
                  </a:lnTo>
                  <a:lnTo>
                    <a:pt x="1590558" y="67716"/>
                  </a:lnTo>
                  <a:lnTo>
                    <a:pt x="1590644" y="62763"/>
                  </a:lnTo>
                  <a:lnTo>
                    <a:pt x="1564195" y="62763"/>
                  </a:lnTo>
                  <a:lnTo>
                    <a:pt x="1554454" y="43624"/>
                  </a:lnTo>
                  <a:lnTo>
                    <a:pt x="1569554" y="30276"/>
                  </a:lnTo>
                  <a:lnTo>
                    <a:pt x="1591209" y="30276"/>
                  </a:lnTo>
                  <a:lnTo>
                    <a:pt x="1591223" y="29489"/>
                  </a:lnTo>
                  <a:lnTo>
                    <a:pt x="1579206" y="29489"/>
                  </a:lnTo>
                  <a:lnTo>
                    <a:pt x="1555813" y="21183"/>
                  </a:lnTo>
                  <a:close/>
                </a:path>
                <a:path w="1925955" h="1003935">
                  <a:moveTo>
                    <a:pt x="1591209" y="30276"/>
                  </a:moveTo>
                  <a:lnTo>
                    <a:pt x="1569554" y="30276"/>
                  </a:lnTo>
                  <a:lnTo>
                    <a:pt x="1579206" y="50114"/>
                  </a:lnTo>
                  <a:lnTo>
                    <a:pt x="1566900" y="62763"/>
                  </a:lnTo>
                  <a:lnTo>
                    <a:pt x="1590644" y="62763"/>
                  </a:lnTo>
                  <a:lnTo>
                    <a:pt x="1591209" y="30276"/>
                  </a:lnTo>
                  <a:close/>
                </a:path>
                <a:path w="1925955" h="1003935">
                  <a:moveTo>
                    <a:pt x="1591373" y="20827"/>
                  </a:moveTo>
                  <a:lnTo>
                    <a:pt x="1579206" y="20827"/>
                  </a:lnTo>
                  <a:lnTo>
                    <a:pt x="1579206" y="29489"/>
                  </a:lnTo>
                  <a:lnTo>
                    <a:pt x="1591223" y="29489"/>
                  </a:lnTo>
                  <a:lnTo>
                    <a:pt x="1591367" y="21183"/>
                  </a:lnTo>
                  <a:lnTo>
                    <a:pt x="1591373" y="20827"/>
                  </a:lnTo>
                  <a:close/>
                </a:path>
                <a:path w="1925955" h="1003935">
                  <a:moveTo>
                    <a:pt x="1638782" y="21297"/>
                  </a:moveTo>
                  <a:lnTo>
                    <a:pt x="1624368" y="37211"/>
                  </a:lnTo>
                  <a:lnTo>
                    <a:pt x="1628457" y="65633"/>
                  </a:lnTo>
                  <a:lnTo>
                    <a:pt x="1648777" y="74231"/>
                  </a:lnTo>
                  <a:lnTo>
                    <a:pt x="1652841" y="74231"/>
                  </a:lnTo>
                  <a:lnTo>
                    <a:pt x="1664787" y="64604"/>
                  </a:lnTo>
                  <a:lnTo>
                    <a:pt x="1646262" y="64604"/>
                  </a:lnTo>
                  <a:lnTo>
                    <a:pt x="1639293" y="50393"/>
                  </a:lnTo>
                  <a:lnTo>
                    <a:pt x="1629143" y="50393"/>
                  </a:lnTo>
                  <a:lnTo>
                    <a:pt x="1629143" y="42075"/>
                  </a:lnTo>
                  <a:lnTo>
                    <a:pt x="1636062" y="42075"/>
                  </a:lnTo>
                  <a:lnTo>
                    <a:pt x="1643557" y="30378"/>
                  </a:lnTo>
                  <a:lnTo>
                    <a:pt x="1667521" y="30378"/>
                  </a:lnTo>
                  <a:lnTo>
                    <a:pt x="1667128" y="28651"/>
                  </a:lnTo>
                  <a:lnTo>
                    <a:pt x="1638782" y="21297"/>
                  </a:lnTo>
                  <a:close/>
                </a:path>
                <a:path w="1925955" h="1003935">
                  <a:moveTo>
                    <a:pt x="1660029" y="57861"/>
                  </a:moveTo>
                  <a:lnTo>
                    <a:pt x="1646262" y="64604"/>
                  </a:lnTo>
                  <a:lnTo>
                    <a:pt x="1664787" y="64604"/>
                  </a:lnTo>
                  <a:lnTo>
                    <a:pt x="1671548" y="59156"/>
                  </a:lnTo>
                  <a:lnTo>
                    <a:pt x="1660029" y="57861"/>
                  </a:lnTo>
                  <a:close/>
                </a:path>
                <a:path w="1925955" h="1003935">
                  <a:moveTo>
                    <a:pt x="1636062" y="42075"/>
                  </a:moveTo>
                  <a:lnTo>
                    <a:pt x="1629143" y="42075"/>
                  </a:lnTo>
                  <a:lnTo>
                    <a:pt x="1629143" y="50393"/>
                  </a:lnTo>
                  <a:lnTo>
                    <a:pt x="1639293" y="50393"/>
                  </a:lnTo>
                  <a:lnTo>
                    <a:pt x="1635582" y="42824"/>
                  </a:lnTo>
                  <a:lnTo>
                    <a:pt x="1636062" y="42075"/>
                  </a:lnTo>
                  <a:close/>
                </a:path>
                <a:path w="1925955" h="1003935">
                  <a:moveTo>
                    <a:pt x="1667521" y="30378"/>
                  </a:moveTo>
                  <a:lnTo>
                    <a:pt x="1643557" y="30378"/>
                  </a:lnTo>
                  <a:lnTo>
                    <a:pt x="1660232" y="42075"/>
                  </a:lnTo>
                  <a:lnTo>
                    <a:pt x="1636062" y="42075"/>
                  </a:lnTo>
                  <a:lnTo>
                    <a:pt x="1635582" y="42824"/>
                  </a:lnTo>
                  <a:lnTo>
                    <a:pt x="1639293" y="50393"/>
                  </a:lnTo>
                  <a:lnTo>
                    <a:pt x="1672069" y="50393"/>
                  </a:lnTo>
                  <a:lnTo>
                    <a:pt x="1667521" y="30378"/>
                  </a:lnTo>
                  <a:close/>
                </a:path>
                <a:path w="1925955" h="1003935">
                  <a:moveTo>
                    <a:pt x="1693176" y="20827"/>
                  </a:moveTo>
                  <a:lnTo>
                    <a:pt x="1681378" y="20827"/>
                  </a:lnTo>
                  <a:lnTo>
                    <a:pt x="1681378" y="73202"/>
                  </a:lnTo>
                  <a:lnTo>
                    <a:pt x="1693722" y="73202"/>
                  </a:lnTo>
                  <a:lnTo>
                    <a:pt x="1693722" y="39992"/>
                  </a:lnTo>
                  <a:lnTo>
                    <a:pt x="1710474" y="31572"/>
                  </a:lnTo>
                  <a:lnTo>
                    <a:pt x="1725089" y="31572"/>
                  </a:lnTo>
                  <a:lnTo>
                    <a:pt x="1724589" y="29730"/>
                  </a:lnTo>
                  <a:lnTo>
                    <a:pt x="1693786" y="29730"/>
                  </a:lnTo>
                  <a:lnTo>
                    <a:pt x="1693176" y="20827"/>
                  </a:lnTo>
                  <a:close/>
                </a:path>
                <a:path w="1925955" h="1003935">
                  <a:moveTo>
                    <a:pt x="1725089" y="31572"/>
                  </a:moveTo>
                  <a:lnTo>
                    <a:pt x="1710474" y="31572"/>
                  </a:lnTo>
                  <a:lnTo>
                    <a:pt x="1714995" y="73202"/>
                  </a:lnTo>
                  <a:lnTo>
                    <a:pt x="1727339" y="73202"/>
                  </a:lnTo>
                  <a:lnTo>
                    <a:pt x="1727339" y="39852"/>
                  </a:lnTo>
                  <a:lnTo>
                    <a:pt x="1725089" y="31572"/>
                  </a:lnTo>
                  <a:close/>
                </a:path>
                <a:path w="1925955" h="1003935">
                  <a:moveTo>
                    <a:pt x="1705495" y="20154"/>
                  </a:moveTo>
                  <a:lnTo>
                    <a:pt x="1693786" y="29730"/>
                  </a:lnTo>
                  <a:lnTo>
                    <a:pt x="1724589" y="29730"/>
                  </a:lnTo>
                  <a:lnTo>
                    <a:pt x="1723644" y="26250"/>
                  </a:lnTo>
                  <a:lnTo>
                    <a:pt x="1705495" y="20154"/>
                  </a:lnTo>
                  <a:close/>
                </a:path>
                <a:path w="1925955" h="1003935">
                  <a:moveTo>
                    <a:pt x="1750555" y="21183"/>
                  </a:moveTo>
                  <a:lnTo>
                    <a:pt x="1736610" y="41097"/>
                  </a:lnTo>
                  <a:lnTo>
                    <a:pt x="1744002" y="67716"/>
                  </a:lnTo>
                  <a:lnTo>
                    <a:pt x="1767662" y="70180"/>
                  </a:lnTo>
                  <a:lnTo>
                    <a:pt x="1772729" y="80352"/>
                  </a:lnTo>
                  <a:lnTo>
                    <a:pt x="1738426" y="80708"/>
                  </a:lnTo>
                  <a:lnTo>
                    <a:pt x="1761540" y="93929"/>
                  </a:lnTo>
                  <a:lnTo>
                    <a:pt x="1766239" y="93929"/>
                  </a:lnTo>
                  <a:lnTo>
                    <a:pt x="1785048" y="82232"/>
                  </a:lnTo>
                  <a:lnTo>
                    <a:pt x="1785260" y="70180"/>
                  </a:lnTo>
                  <a:lnTo>
                    <a:pt x="1785303" y="67716"/>
                  </a:lnTo>
                  <a:lnTo>
                    <a:pt x="1785390" y="62763"/>
                  </a:lnTo>
                  <a:lnTo>
                    <a:pt x="1758937" y="62763"/>
                  </a:lnTo>
                  <a:lnTo>
                    <a:pt x="1749196" y="43624"/>
                  </a:lnTo>
                  <a:lnTo>
                    <a:pt x="1764296" y="30276"/>
                  </a:lnTo>
                  <a:lnTo>
                    <a:pt x="1785961" y="30276"/>
                  </a:lnTo>
                  <a:lnTo>
                    <a:pt x="1785975" y="29489"/>
                  </a:lnTo>
                  <a:lnTo>
                    <a:pt x="1773948" y="29489"/>
                  </a:lnTo>
                  <a:lnTo>
                    <a:pt x="1750555" y="21183"/>
                  </a:lnTo>
                  <a:close/>
                </a:path>
                <a:path w="1925955" h="1003935">
                  <a:moveTo>
                    <a:pt x="1785961" y="30276"/>
                  </a:moveTo>
                  <a:lnTo>
                    <a:pt x="1764296" y="30276"/>
                  </a:lnTo>
                  <a:lnTo>
                    <a:pt x="1773948" y="50114"/>
                  </a:lnTo>
                  <a:lnTo>
                    <a:pt x="1761642" y="62763"/>
                  </a:lnTo>
                  <a:lnTo>
                    <a:pt x="1785390" y="62763"/>
                  </a:lnTo>
                  <a:lnTo>
                    <a:pt x="1785961" y="30276"/>
                  </a:lnTo>
                  <a:close/>
                </a:path>
                <a:path w="1925955" h="1003935">
                  <a:moveTo>
                    <a:pt x="1786127" y="20827"/>
                  </a:moveTo>
                  <a:lnTo>
                    <a:pt x="1773948" y="20827"/>
                  </a:lnTo>
                  <a:lnTo>
                    <a:pt x="1773948" y="29489"/>
                  </a:lnTo>
                  <a:lnTo>
                    <a:pt x="1785975" y="29489"/>
                  </a:lnTo>
                  <a:lnTo>
                    <a:pt x="1786121" y="21183"/>
                  </a:lnTo>
                  <a:lnTo>
                    <a:pt x="1786127" y="20827"/>
                  </a:lnTo>
                  <a:close/>
                </a:path>
                <a:path w="1925955" h="1003935">
                  <a:moveTo>
                    <a:pt x="1809991" y="20827"/>
                  </a:moveTo>
                  <a:lnTo>
                    <a:pt x="1797646" y="20827"/>
                  </a:lnTo>
                  <a:lnTo>
                    <a:pt x="1797646" y="73202"/>
                  </a:lnTo>
                  <a:lnTo>
                    <a:pt x="1809991" y="73202"/>
                  </a:lnTo>
                  <a:lnTo>
                    <a:pt x="1809991" y="20827"/>
                  </a:lnTo>
                  <a:close/>
                </a:path>
                <a:path w="1925955" h="1003935">
                  <a:moveTo>
                    <a:pt x="1801901" y="0"/>
                  </a:moveTo>
                  <a:lnTo>
                    <a:pt x="1803857" y="13398"/>
                  </a:lnTo>
                  <a:lnTo>
                    <a:pt x="1805825" y="13398"/>
                  </a:lnTo>
                  <a:lnTo>
                    <a:pt x="1801901" y="0"/>
                  </a:lnTo>
                  <a:close/>
                </a:path>
                <a:path w="1925955" h="1003935">
                  <a:moveTo>
                    <a:pt x="1833346" y="20827"/>
                  </a:moveTo>
                  <a:lnTo>
                    <a:pt x="1821561" y="20827"/>
                  </a:lnTo>
                  <a:lnTo>
                    <a:pt x="1821561" y="73202"/>
                  </a:lnTo>
                  <a:lnTo>
                    <a:pt x="1833892" y="73202"/>
                  </a:lnTo>
                  <a:lnTo>
                    <a:pt x="1833892" y="39992"/>
                  </a:lnTo>
                  <a:lnTo>
                    <a:pt x="1850644" y="31572"/>
                  </a:lnTo>
                  <a:lnTo>
                    <a:pt x="1865267" y="31572"/>
                  </a:lnTo>
                  <a:lnTo>
                    <a:pt x="1864768" y="29730"/>
                  </a:lnTo>
                  <a:lnTo>
                    <a:pt x="1833968" y="29730"/>
                  </a:lnTo>
                  <a:lnTo>
                    <a:pt x="1833346" y="20827"/>
                  </a:lnTo>
                  <a:close/>
                </a:path>
                <a:path w="1925955" h="1003935">
                  <a:moveTo>
                    <a:pt x="1865267" y="31572"/>
                  </a:moveTo>
                  <a:lnTo>
                    <a:pt x="1850644" y="31572"/>
                  </a:lnTo>
                  <a:lnTo>
                    <a:pt x="1855177" y="73202"/>
                  </a:lnTo>
                  <a:lnTo>
                    <a:pt x="1867509" y="73202"/>
                  </a:lnTo>
                  <a:lnTo>
                    <a:pt x="1867509" y="39852"/>
                  </a:lnTo>
                  <a:lnTo>
                    <a:pt x="1865267" y="31572"/>
                  </a:lnTo>
                  <a:close/>
                </a:path>
                <a:path w="1925955" h="1003935">
                  <a:moveTo>
                    <a:pt x="1845678" y="20154"/>
                  </a:moveTo>
                  <a:lnTo>
                    <a:pt x="1833968" y="29730"/>
                  </a:lnTo>
                  <a:lnTo>
                    <a:pt x="1864768" y="29730"/>
                  </a:lnTo>
                  <a:lnTo>
                    <a:pt x="1863826" y="26250"/>
                  </a:lnTo>
                  <a:lnTo>
                    <a:pt x="1845678" y="20154"/>
                  </a:lnTo>
                  <a:close/>
                </a:path>
                <a:path w="1925955" h="1003935">
                  <a:moveTo>
                    <a:pt x="1892122" y="21297"/>
                  </a:moveTo>
                  <a:lnTo>
                    <a:pt x="1877707" y="37211"/>
                  </a:lnTo>
                  <a:lnTo>
                    <a:pt x="1881797" y="65633"/>
                  </a:lnTo>
                  <a:lnTo>
                    <a:pt x="1902117" y="74231"/>
                  </a:lnTo>
                  <a:lnTo>
                    <a:pt x="1906193" y="74231"/>
                  </a:lnTo>
                  <a:lnTo>
                    <a:pt x="1918139" y="64604"/>
                  </a:lnTo>
                  <a:lnTo>
                    <a:pt x="1899615" y="64604"/>
                  </a:lnTo>
                  <a:lnTo>
                    <a:pt x="1892637" y="50393"/>
                  </a:lnTo>
                  <a:lnTo>
                    <a:pt x="1882482" y="50393"/>
                  </a:lnTo>
                  <a:lnTo>
                    <a:pt x="1882482" y="42075"/>
                  </a:lnTo>
                  <a:lnTo>
                    <a:pt x="1889402" y="42075"/>
                  </a:lnTo>
                  <a:lnTo>
                    <a:pt x="1896910" y="30378"/>
                  </a:lnTo>
                  <a:lnTo>
                    <a:pt x="1920872" y="30378"/>
                  </a:lnTo>
                  <a:lnTo>
                    <a:pt x="1920481" y="28651"/>
                  </a:lnTo>
                  <a:lnTo>
                    <a:pt x="1892122" y="21297"/>
                  </a:lnTo>
                  <a:close/>
                </a:path>
                <a:path w="1925955" h="1003935">
                  <a:moveTo>
                    <a:pt x="1913369" y="57861"/>
                  </a:moveTo>
                  <a:lnTo>
                    <a:pt x="1899615" y="64604"/>
                  </a:lnTo>
                  <a:lnTo>
                    <a:pt x="1918139" y="64604"/>
                  </a:lnTo>
                  <a:lnTo>
                    <a:pt x="1924900" y="59156"/>
                  </a:lnTo>
                  <a:lnTo>
                    <a:pt x="1913369" y="57861"/>
                  </a:lnTo>
                  <a:close/>
                </a:path>
                <a:path w="1925955" h="1003935">
                  <a:moveTo>
                    <a:pt x="1889402" y="42075"/>
                  </a:moveTo>
                  <a:lnTo>
                    <a:pt x="1882482" y="42075"/>
                  </a:lnTo>
                  <a:lnTo>
                    <a:pt x="1882482" y="50393"/>
                  </a:lnTo>
                  <a:lnTo>
                    <a:pt x="1892637" y="50393"/>
                  </a:lnTo>
                  <a:lnTo>
                    <a:pt x="1888921" y="42824"/>
                  </a:lnTo>
                  <a:lnTo>
                    <a:pt x="1889402" y="42075"/>
                  </a:lnTo>
                  <a:close/>
                </a:path>
                <a:path w="1925955" h="1003935">
                  <a:moveTo>
                    <a:pt x="1920872" y="30378"/>
                  </a:moveTo>
                  <a:lnTo>
                    <a:pt x="1896910" y="30378"/>
                  </a:lnTo>
                  <a:lnTo>
                    <a:pt x="1913572" y="42075"/>
                  </a:lnTo>
                  <a:lnTo>
                    <a:pt x="1889402" y="42075"/>
                  </a:lnTo>
                  <a:lnTo>
                    <a:pt x="1888921" y="42824"/>
                  </a:lnTo>
                  <a:lnTo>
                    <a:pt x="1892637" y="50393"/>
                  </a:lnTo>
                  <a:lnTo>
                    <a:pt x="1925408" y="50393"/>
                  </a:lnTo>
                  <a:lnTo>
                    <a:pt x="1920872" y="30378"/>
                  </a:lnTo>
                  <a:close/>
                </a:path>
                <a:path w="1925955" h="1003935">
                  <a:moveTo>
                    <a:pt x="12255" y="144678"/>
                  </a:moveTo>
                  <a:lnTo>
                    <a:pt x="0" y="162433"/>
                  </a:lnTo>
                  <a:lnTo>
                    <a:pt x="15011" y="174688"/>
                  </a:lnTo>
                  <a:lnTo>
                    <a:pt x="17779" y="174688"/>
                  </a:lnTo>
                  <a:lnTo>
                    <a:pt x="30010" y="156908"/>
                  </a:lnTo>
                  <a:lnTo>
                    <a:pt x="12255" y="144678"/>
                  </a:lnTo>
                  <a:close/>
                </a:path>
                <a:path w="1925955" h="1003935">
                  <a:moveTo>
                    <a:pt x="93891" y="117678"/>
                  </a:moveTo>
                  <a:lnTo>
                    <a:pt x="93891" y="187502"/>
                  </a:lnTo>
                  <a:lnTo>
                    <a:pt x="122148" y="187502"/>
                  </a:lnTo>
                  <a:lnTo>
                    <a:pt x="138976" y="183349"/>
                  </a:lnTo>
                  <a:lnTo>
                    <a:pt x="141417" y="176936"/>
                  </a:lnTo>
                  <a:lnTo>
                    <a:pt x="106540" y="176936"/>
                  </a:lnTo>
                  <a:lnTo>
                    <a:pt x="106540" y="156476"/>
                  </a:lnTo>
                  <a:lnTo>
                    <a:pt x="136699" y="156476"/>
                  </a:lnTo>
                  <a:lnTo>
                    <a:pt x="131051" y="151333"/>
                  </a:lnTo>
                  <a:lnTo>
                    <a:pt x="133324" y="150101"/>
                  </a:lnTo>
                  <a:lnTo>
                    <a:pt x="133921" y="147370"/>
                  </a:lnTo>
                  <a:lnTo>
                    <a:pt x="106540" y="147370"/>
                  </a:lnTo>
                  <a:lnTo>
                    <a:pt x="106540" y="128104"/>
                  </a:lnTo>
                  <a:lnTo>
                    <a:pt x="138131" y="128104"/>
                  </a:lnTo>
                  <a:lnTo>
                    <a:pt x="139077" y="123774"/>
                  </a:lnTo>
                  <a:lnTo>
                    <a:pt x="93891" y="117678"/>
                  </a:lnTo>
                  <a:close/>
                </a:path>
                <a:path w="1925955" h="1003935">
                  <a:moveTo>
                    <a:pt x="136699" y="156476"/>
                  </a:moveTo>
                  <a:lnTo>
                    <a:pt x="123088" y="156476"/>
                  </a:lnTo>
                  <a:lnTo>
                    <a:pt x="132105" y="172529"/>
                  </a:lnTo>
                  <a:lnTo>
                    <a:pt x="106540" y="176936"/>
                  </a:lnTo>
                  <a:lnTo>
                    <a:pt x="141417" y="176936"/>
                  </a:lnTo>
                  <a:lnTo>
                    <a:pt x="145986" y="164934"/>
                  </a:lnTo>
                  <a:lnTo>
                    <a:pt x="136699" y="156476"/>
                  </a:lnTo>
                  <a:close/>
                </a:path>
                <a:path w="1925955" h="1003935">
                  <a:moveTo>
                    <a:pt x="138131" y="128104"/>
                  </a:moveTo>
                  <a:lnTo>
                    <a:pt x="123050" y="128104"/>
                  </a:lnTo>
                  <a:lnTo>
                    <a:pt x="130606" y="137413"/>
                  </a:lnTo>
                  <a:lnTo>
                    <a:pt x="106540" y="147370"/>
                  </a:lnTo>
                  <a:lnTo>
                    <a:pt x="133921" y="147370"/>
                  </a:lnTo>
                  <a:lnTo>
                    <a:pt x="138131" y="128104"/>
                  </a:lnTo>
                  <a:close/>
                </a:path>
                <a:path w="1925955" h="1003935">
                  <a:moveTo>
                    <a:pt x="192829" y="143890"/>
                  </a:moveTo>
                  <a:lnTo>
                    <a:pt x="179692" y="143890"/>
                  </a:lnTo>
                  <a:lnTo>
                    <a:pt x="185699" y="151980"/>
                  </a:lnTo>
                  <a:lnTo>
                    <a:pt x="172732" y="156883"/>
                  </a:lnTo>
                  <a:lnTo>
                    <a:pt x="153619" y="179120"/>
                  </a:lnTo>
                  <a:lnTo>
                    <a:pt x="170383" y="188556"/>
                  </a:lnTo>
                  <a:lnTo>
                    <a:pt x="186169" y="187502"/>
                  </a:lnTo>
                  <a:lnTo>
                    <a:pt x="198031" y="187502"/>
                  </a:lnTo>
                  <a:lnTo>
                    <a:pt x="197908" y="179489"/>
                  </a:lnTo>
                  <a:lnTo>
                    <a:pt x="173596" y="179489"/>
                  </a:lnTo>
                  <a:lnTo>
                    <a:pt x="164757" y="172605"/>
                  </a:lnTo>
                  <a:lnTo>
                    <a:pt x="185724" y="168719"/>
                  </a:lnTo>
                  <a:lnTo>
                    <a:pt x="197743" y="168719"/>
                  </a:lnTo>
                  <a:lnTo>
                    <a:pt x="197561" y="156883"/>
                  </a:lnTo>
                  <a:lnTo>
                    <a:pt x="197439" y="148907"/>
                  </a:lnTo>
                  <a:lnTo>
                    <a:pt x="197396" y="146075"/>
                  </a:lnTo>
                  <a:lnTo>
                    <a:pt x="192829" y="143890"/>
                  </a:lnTo>
                  <a:close/>
                </a:path>
                <a:path w="1925955" h="1003935">
                  <a:moveTo>
                    <a:pt x="197743" y="168719"/>
                  </a:moveTo>
                  <a:lnTo>
                    <a:pt x="185724" y="168719"/>
                  </a:lnTo>
                  <a:lnTo>
                    <a:pt x="173596" y="179489"/>
                  </a:lnTo>
                  <a:lnTo>
                    <a:pt x="197908" y="179489"/>
                  </a:lnTo>
                  <a:lnTo>
                    <a:pt x="197802" y="172605"/>
                  </a:lnTo>
                  <a:lnTo>
                    <a:pt x="197743" y="168719"/>
                  </a:lnTo>
                  <a:close/>
                </a:path>
                <a:path w="1925955" h="1003935">
                  <a:moveTo>
                    <a:pt x="173100" y="134454"/>
                  </a:moveTo>
                  <a:lnTo>
                    <a:pt x="154571" y="148907"/>
                  </a:lnTo>
                  <a:lnTo>
                    <a:pt x="166090" y="150545"/>
                  </a:lnTo>
                  <a:lnTo>
                    <a:pt x="179692" y="143890"/>
                  </a:lnTo>
                  <a:lnTo>
                    <a:pt x="192829" y="143890"/>
                  </a:lnTo>
                  <a:lnTo>
                    <a:pt x="173100" y="134454"/>
                  </a:lnTo>
                  <a:close/>
                </a:path>
                <a:path w="1925955" h="1003935">
                  <a:moveTo>
                    <a:pt x="222554" y="135597"/>
                  </a:moveTo>
                  <a:lnTo>
                    <a:pt x="208089" y="151511"/>
                  </a:lnTo>
                  <a:lnTo>
                    <a:pt x="212089" y="179616"/>
                  </a:lnTo>
                  <a:lnTo>
                    <a:pt x="232168" y="188531"/>
                  </a:lnTo>
                  <a:lnTo>
                    <a:pt x="240372" y="187731"/>
                  </a:lnTo>
                  <a:lnTo>
                    <a:pt x="247639" y="178473"/>
                  </a:lnTo>
                  <a:lnTo>
                    <a:pt x="229704" y="178473"/>
                  </a:lnTo>
                  <a:lnTo>
                    <a:pt x="220103" y="154774"/>
                  </a:lnTo>
                  <a:lnTo>
                    <a:pt x="235242" y="144411"/>
                  </a:lnTo>
                  <a:lnTo>
                    <a:pt x="250911" y="144411"/>
                  </a:lnTo>
                  <a:lnTo>
                    <a:pt x="249300" y="140538"/>
                  </a:lnTo>
                  <a:lnTo>
                    <a:pt x="222554" y="135597"/>
                  </a:lnTo>
                  <a:close/>
                </a:path>
                <a:path w="1925955" h="1003935">
                  <a:moveTo>
                    <a:pt x="254596" y="169608"/>
                  </a:moveTo>
                  <a:lnTo>
                    <a:pt x="242798" y="169608"/>
                  </a:lnTo>
                  <a:lnTo>
                    <a:pt x="229704" y="178473"/>
                  </a:lnTo>
                  <a:lnTo>
                    <a:pt x="247639" y="178473"/>
                  </a:lnTo>
                  <a:lnTo>
                    <a:pt x="254596" y="169608"/>
                  </a:lnTo>
                  <a:close/>
                </a:path>
                <a:path w="1925955" h="1003935">
                  <a:moveTo>
                    <a:pt x="250911" y="144411"/>
                  </a:moveTo>
                  <a:lnTo>
                    <a:pt x="235242" y="144411"/>
                  </a:lnTo>
                  <a:lnTo>
                    <a:pt x="242798" y="153276"/>
                  </a:lnTo>
                  <a:lnTo>
                    <a:pt x="254596" y="153276"/>
                  </a:lnTo>
                  <a:lnTo>
                    <a:pt x="250911" y="144411"/>
                  </a:lnTo>
                  <a:close/>
                </a:path>
                <a:path w="1925955" h="1003935">
                  <a:moveTo>
                    <a:pt x="275958" y="117678"/>
                  </a:moveTo>
                  <a:lnTo>
                    <a:pt x="263613" y="117678"/>
                  </a:lnTo>
                  <a:lnTo>
                    <a:pt x="263613" y="187502"/>
                  </a:lnTo>
                  <a:lnTo>
                    <a:pt x="275958" y="187502"/>
                  </a:lnTo>
                  <a:lnTo>
                    <a:pt x="275958" y="171069"/>
                  </a:lnTo>
                  <a:lnTo>
                    <a:pt x="274866" y="171069"/>
                  </a:lnTo>
                  <a:lnTo>
                    <a:pt x="274827" y="156171"/>
                  </a:lnTo>
                  <a:lnTo>
                    <a:pt x="275958" y="155028"/>
                  </a:lnTo>
                  <a:lnTo>
                    <a:pt x="275958" y="117678"/>
                  </a:lnTo>
                  <a:close/>
                </a:path>
                <a:path w="1925955" h="1003935">
                  <a:moveTo>
                    <a:pt x="288970" y="156659"/>
                  </a:moveTo>
                  <a:lnTo>
                    <a:pt x="280560" y="165251"/>
                  </a:lnTo>
                  <a:lnTo>
                    <a:pt x="296481" y="187502"/>
                  </a:lnTo>
                  <a:lnTo>
                    <a:pt x="311238" y="187502"/>
                  </a:lnTo>
                  <a:lnTo>
                    <a:pt x="288970" y="156659"/>
                  </a:lnTo>
                  <a:close/>
                </a:path>
                <a:path w="1925955" h="1003935">
                  <a:moveTo>
                    <a:pt x="275958" y="155028"/>
                  </a:moveTo>
                  <a:lnTo>
                    <a:pt x="274827" y="156171"/>
                  </a:lnTo>
                  <a:lnTo>
                    <a:pt x="274866" y="171069"/>
                  </a:lnTo>
                  <a:lnTo>
                    <a:pt x="275958" y="169953"/>
                  </a:lnTo>
                  <a:lnTo>
                    <a:pt x="275958" y="155028"/>
                  </a:lnTo>
                  <a:close/>
                </a:path>
                <a:path w="1925955" h="1003935">
                  <a:moveTo>
                    <a:pt x="275958" y="169953"/>
                  </a:moveTo>
                  <a:lnTo>
                    <a:pt x="274866" y="171069"/>
                  </a:lnTo>
                  <a:lnTo>
                    <a:pt x="275958" y="171069"/>
                  </a:lnTo>
                  <a:lnTo>
                    <a:pt x="275958" y="169953"/>
                  </a:lnTo>
                  <a:close/>
                </a:path>
                <a:path w="1925955" h="1003935">
                  <a:moveTo>
                    <a:pt x="310045" y="135127"/>
                  </a:moveTo>
                  <a:lnTo>
                    <a:pt x="295630" y="135127"/>
                  </a:lnTo>
                  <a:lnTo>
                    <a:pt x="275958" y="155028"/>
                  </a:lnTo>
                  <a:lnTo>
                    <a:pt x="275958" y="169953"/>
                  </a:lnTo>
                  <a:lnTo>
                    <a:pt x="280560" y="165251"/>
                  </a:lnTo>
                  <a:lnTo>
                    <a:pt x="279425" y="163664"/>
                  </a:lnTo>
                  <a:lnTo>
                    <a:pt x="287708" y="155028"/>
                  </a:lnTo>
                  <a:lnTo>
                    <a:pt x="290566" y="155028"/>
                  </a:lnTo>
                  <a:lnTo>
                    <a:pt x="310045" y="135127"/>
                  </a:lnTo>
                  <a:close/>
                </a:path>
                <a:path w="1925955" h="1003935">
                  <a:moveTo>
                    <a:pt x="287792" y="155028"/>
                  </a:moveTo>
                  <a:lnTo>
                    <a:pt x="286611" y="156171"/>
                  </a:lnTo>
                  <a:lnTo>
                    <a:pt x="279425" y="163664"/>
                  </a:lnTo>
                  <a:lnTo>
                    <a:pt x="280560" y="165251"/>
                  </a:lnTo>
                  <a:lnTo>
                    <a:pt x="288970" y="156659"/>
                  </a:lnTo>
                  <a:lnTo>
                    <a:pt x="287792" y="155028"/>
                  </a:lnTo>
                  <a:close/>
                </a:path>
                <a:path w="1925955" h="1003935">
                  <a:moveTo>
                    <a:pt x="290566" y="155028"/>
                  </a:moveTo>
                  <a:lnTo>
                    <a:pt x="287792" y="155028"/>
                  </a:lnTo>
                  <a:lnTo>
                    <a:pt x="288970" y="156659"/>
                  </a:lnTo>
                  <a:lnTo>
                    <a:pt x="290566" y="155028"/>
                  </a:lnTo>
                  <a:close/>
                </a:path>
                <a:path w="1925955" h="1003935">
                  <a:moveTo>
                    <a:pt x="328180" y="135597"/>
                  </a:moveTo>
                  <a:lnTo>
                    <a:pt x="313766" y="151511"/>
                  </a:lnTo>
                  <a:lnTo>
                    <a:pt x="317855" y="179933"/>
                  </a:lnTo>
                  <a:lnTo>
                    <a:pt x="338175" y="188531"/>
                  </a:lnTo>
                  <a:lnTo>
                    <a:pt x="342239" y="188531"/>
                  </a:lnTo>
                  <a:lnTo>
                    <a:pt x="354879" y="178346"/>
                  </a:lnTo>
                  <a:lnTo>
                    <a:pt x="333324" y="178346"/>
                  </a:lnTo>
                  <a:lnTo>
                    <a:pt x="330709" y="164693"/>
                  </a:lnTo>
                  <a:lnTo>
                    <a:pt x="318541" y="164693"/>
                  </a:lnTo>
                  <a:lnTo>
                    <a:pt x="318541" y="156375"/>
                  </a:lnTo>
                  <a:lnTo>
                    <a:pt x="329116" y="156375"/>
                  </a:lnTo>
                  <a:lnTo>
                    <a:pt x="327647" y="148704"/>
                  </a:lnTo>
                  <a:lnTo>
                    <a:pt x="357834" y="148704"/>
                  </a:lnTo>
                  <a:lnTo>
                    <a:pt x="356527" y="142951"/>
                  </a:lnTo>
                  <a:lnTo>
                    <a:pt x="328180" y="135597"/>
                  </a:lnTo>
                  <a:close/>
                </a:path>
                <a:path w="1925955" h="1003935">
                  <a:moveTo>
                    <a:pt x="349427" y="172161"/>
                  </a:moveTo>
                  <a:lnTo>
                    <a:pt x="333324" y="178346"/>
                  </a:lnTo>
                  <a:lnTo>
                    <a:pt x="354879" y="178346"/>
                  </a:lnTo>
                  <a:lnTo>
                    <a:pt x="360946" y="173456"/>
                  </a:lnTo>
                  <a:lnTo>
                    <a:pt x="349427" y="172161"/>
                  </a:lnTo>
                  <a:close/>
                </a:path>
                <a:path w="1925955" h="1003935">
                  <a:moveTo>
                    <a:pt x="329116" y="156375"/>
                  </a:moveTo>
                  <a:lnTo>
                    <a:pt x="318541" y="156375"/>
                  </a:lnTo>
                  <a:lnTo>
                    <a:pt x="318541" y="164693"/>
                  </a:lnTo>
                  <a:lnTo>
                    <a:pt x="330709" y="164693"/>
                  </a:lnTo>
                  <a:lnTo>
                    <a:pt x="329116" y="156375"/>
                  </a:lnTo>
                  <a:close/>
                </a:path>
                <a:path w="1925955" h="1003935">
                  <a:moveTo>
                    <a:pt x="357834" y="148704"/>
                  </a:moveTo>
                  <a:lnTo>
                    <a:pt x="327647" y="148704"/>
                  </a:lnTo>
                  <a:lnTo>
                    <a:pt x="349630" y="156375"/>
                  </a:lnTo>
                  <a:lnTo>
                    <a:pt x="329116" y="156375"/>
                  </a:lnTo>
                  <a:lnTo>
                    <a:pt x="330709" y="164693"/>
                  </a:lnTo>
                  <a:lnTo>
                    <a:pt x="361467" y="164693"/>
                  </a:lnTo>
                  <a:lnTo>
                    <a:pt x="357834" y="148704"/>
                  </a:lnTo>
                  <a:close/>
                </a:path>
                <a:path w="1925955" h="1003935">
                  <a:moveTo>
                    <a:pt x="382574" y="135127"/>
                  </a:moveTo>
                  <a:lnTo>
                    <a:pt x="370776" y="135127"/>
                  </a:lnTo>
                  <a:lnTo>
                    <a:pt x="370776" y="187502"/>
                  </a:lnTo>
                  <a:lnTo>
                    <a:pt x="383120" y="187502"/>
                  </a:lnTo>
                  <a:lnTo>
                    <a:pt x="383120" y="154292"/>
                  </a:lnTo>
                  <a:lnTo>
                    <a:pt x="399872" y="145872"/>
                  </a:lnTo>
                  <a:lnTo>
                    <a:pt x="414487" y="145872"/>
                  </a:lnTo>
                  <a:lnTo>
                    <a:pt x="413987" y="144030"/>
                  </a:lnTo>
                  <a:lnTo>
                    <a:pt x="383197" y="144030"/>
                  </a:lnTo>
                  <a:lnTo>
                    <a:pt x="382574" y="135127"/>
                  </a:lnTo>
                  <a:close/>
                </a:path>
                <a:path w="1925955" h="1003935">
                  <a:moveTo>
                    <a:pt x="414487" y="145872"/>
                  </a:moveTo>
                  <a:lnTo>
                    <a:pt x="399872" y="145872"/>
                  </a:lnTo>
                  <a:lnTo>
                    <a:pt x="404393" y="187502"/>
                  </a:lnTo>
                  <a:lnTo>
                    <a:pt x="416737" y="187502"/>
                  </a:lnTo>
                  <a:lnTo>
                    <a:pt x="416737" y="154152"/>
                  </a:lnTo>
                  <a:lnTo>
                    <a:pt x="414487" y="145872"/>
                  </a:lnTo>
                  <a:close/>
                </a:path>
                <a:path w="1925955" h="1003935">
                  <a:moveTo>
                    <a:pt x="394893" y="134454"/>
                  </a:moveTo>
                  <a:lnTo>
                    <a:pt x="383197" y="144030"/>
                  </a:lnTo>
                  <a:lnTo>
                    <a:pt x="413987" y="144030"/>
                  </a:lnTo>
                  <a:lnTo>
                    <a:pt x="413042" y="140550"/>
                  </a:lnTo>
                  <a:lnTo>
                    <a:pt x="394893" y="134454"/>
                  </a:lnTo>
                  <a:close/>
                </a:path>
                <a:path w="1925955" h="1003935">
                  <a:moveTo>
                    <a:pt x="443610" y="134454"/>
                  </a:moveTo>
                  <a:lnTo>
                    <a:pt x="426973" y="150660"/>
                  </a:lnTo>
                  <a:lnTo>
                    <a:pt x="430733" y="180073"/>
                  </a:lnTo>
                  <a:lnTo>
                    <a:pt x="447598" y="188417"/>
                  </a:lnTo>
                  <a:lnTo>
                    <a:pt x="463346" y="187502"/>
                  </a:lnTo>
                  <a:lnTo>
                    <a:pt x="475487" y="187502"/>
                  </a:lnTo>
                  <a:lnTo>
                    <a:pt x="475487" y="178295"/>
                  </a:lnTo>
                  <a:lnTo>
                    <a:pt x="448335" y="178295"/>
                  </a:lnTo>
                  <a:lnTo>
                    <a:pt x="438594" y="158064"/>
                  </a:lnTo>
                  <a:lnTo>
                    <a:pt x="453694" y="144576"/>
                  </a:lnTo>
                  <a:lnTo>
                    <a:pt x="475487" y="144576"/>
                  </a:lnTo>
                  <a:lnTo>
                    <a:pt x="475487" y="143789"/>
                  </a:lnTo>
                  <a:lnTo>
                    <a:pt x="463105" y="143789"/>
                  </a:lnTo>
                  <a:lnTo>
                    <a:pt x="443610" y="134454"/>
                  </a:lnTo>
                  <a:close/>
                </a:path>
                <a:path w="1925955" h="1003935">
                  <a:moveTo>
                    <a:pt x="475487" y="144576"/>
                  </a:moveTo>
                  <a:lnTo>
                    <a:pt x="453694" y="144576"/>
                  </a:lnTo>
                  <a:lnTo>
                    <a:pt x="463346" y="164706"/>
                  </a:lnTo>
                  <a:lnTo>
                    <a:pt x="451040" y="178295"/>
                  </a:lnTo>
                  <a:lnTo>
                    <a:pt x="475487" y="178295"/>
                  </a:lnTo>
                  <a:lnTo>
                    <a:pt x="475487" y="144576"/>
                  </a:lnTo>
                  <a:close/>
                </a:path>
                <a:path w="1925955" h="1003935">
                  <a:moveTo>
                    <a:pt x="475487" y="117678"/>
                  </a:moveTo>
                  <a:lnTo>
                    <a:pt x="463105" y="117678"/>
                  </a:lnTo>
                  <a:lnTo>
                    <a:pt x="463105" y="143789"/>
                  </a:lnTo>
                  <a:lnTo>
                    <a:pt x="475487" y="143789"/>
                  </a:lnTo>
                  <a:lnTo>
                    <a:pt x="475487" y="117678"/>
                  </a:lnTo>
                  <a:close/>
                </a:path>
                <a:path w="1925955" h="1003935">
                  <a:moveTo>
                    <a:pt x="525652" y="134454"/>
                  </a:moveTo>
                  <a:lnTo>
                    <a:pt x="509015" y="150660"/>
                  </a:lnTo>
                  <a:lnTo>
                    <a:pt x="512775" y="180073"/>
                  </a:lnTo>
                  <a:lnTo>
                    <a:pt x="529640" y="188417"/>
                  </a:lnTo>
                  <a:lnTo>
                    <a:pt x="545388" y="187502"/>
                  </a:lnTo>
                  <a:lnTo>
                    <a:pt x="557529" y="187502"/>
                  </a:lnTo>
                  <a:lnTo>
                    <a:pt x="557529" y="178295"/>
                  </a:lnTo>
                  <a:lnTo>
                    <a:pt x="530377" y="178295"/>
                  </a:lnTo>
                  <a:lnTo>
                    <a:pt x="520636" y="158064"/>
                  </a:lnTo>
                  <a:lnTo>
                    <a:pt x="535736" y="144576"/>
                  </a:lnTo>
                  <a:lnTo>
                    <a:pt x="557529" y="144576"/>
                  </a:lnTo>
                  <a:lnTo>
                    <a:pt x="557529" y="143789"/>
                  </a:lnTo>
                  <a:lnTo>
                    <a:pt x="545147" y="143789"/>
                  </a:lnTo>
                  <a:lnTo>
                    <a:pt x="525652" y="134454"/>
                  </a:lnTo>
                  <a:close/>
                </a:path>
                <a:path w="1925955" h="1003935">
                  <a:moveTo>
                    <a:pt x="557529" y="144576"/>
                  </a:moveTo>
                  <a:lnTo>
                    <a:pt x="535736" y="144576"/>
                  </a:lnTo>
                  <a:lnTo>
                    <a:pt x="545388" y="164706"/>
                  </a:lnTo>
                  <a:lnTo>
                    <a:pt x="533082" y="178295"/>
                  </a:lnTo>
                  <a:lnTo>
                    <a:pt x="557529" y="178295"/>
                  </a:lnTo>
                  <a:lnTo>
                    <a:pt x="557529" y="144576"/>
                  </a:lnTo>
                  <a:close/>
                </a:path>
                <a:path w="1925955" h="1003935">
                  <a:moveTo>
                    <a:pt x="557529" y="117678"/>
                  </a:moveTo>
                  <a:lnTo>
                    <a:pt x="545147" y="117678"/>
                  </a:lnTo>
                  <a:lnTo>
                    <a:pt x="545147" y="143789"/>
                  </a:lnTo>
                  <a:lnTo>
                    <a:pt x="557529" y="143789"/>
                  </a:lnTo>
                  <a:lnTo>
                    <a:pt x="557529" y="117678"/>
                  </a:lnTo>
                  <a:close/>
                </a:path>
                <a:path w="1925955" h="1003935">
                  <a:moveTo>
                    <a:pt x="582739" y="135597"/>
                  </a:moveTo>
                  <a:lnTo>
                    <a:pt x="568325" y="151511"/>
                  </a:lnTo>
                  <a:lnTo>
                    <a:pt x="572414" y="179933"/>
                  </a:lnTo>
                  <a:lnTo>
                    <a:pt x="592734" y="188531"/>
                  </a:lnTo>
                  <a:lnTo>
                    <a:pt x="596811" y="188531"/>
                  </a:lnTo>
                  <a:lnTo>
                    <a:pt x="608757" y="178904"/>
                  </a:lnTo>
                  <a:lnTo>
                    <a:pt x="590232" y="178904"/>
                  </a:lnTo>
                  <a:lnTo>
                    <a:pt x="583255" y="164693"/>
                  </a:lnTo>
                  <a:lnTo>
                    <a:pt x="573100" y="164693"/>
                  </a:lnTo>
                  <a:lnTo>
                    <a:pt x="573100" y="156375"/>
                  </a:lnTo>
                  <a:lnTo>
                    <a:pt x="580020" y="156375"/>
                  </a:lnTo>
                  <a:lnTo>
                    <a:pt x="587527" y="144678"/>
                  </a:lnTo>
                  <a:lnTo>
                    <a:pt x="611490" y="144678"/>
                  </a:lnTo>
                  <a:lnTo>
                    <a:pt x="611098" y="142951"/>
                  </a:lnTo>
                  <a:lnTo>
                    <a:pt x="582739" y="135597"/>
                  </a:lnTo>
                  <a:close/>
                </a:path>
                <a:path w="1925955" h="1003935">
                  <a:moveTo>
                    <a:pt x="603986" y="172161"/>
                  </a:moveTo>
                  <a:lnTo>
                    <a:pt x="590232" y="178904"/>
                  </a:lnTo>
                  <a:lnTo>
                    <a:pt x="608757" y="178904"/>
                  </a:lnTo>
                  <a:lnTo>
                    <a:pt x="615518" y="173456"/>
                  </a:lnTo>
                  <a:lnTo>
                    <a:pt x="603986" y="172161"/>
                  </a:lnTo>
                  <a:close/>
                </a:path>
                <a:path w="1925955" h="1003935">
                  <a:moveTo>
                    <a:pt x="580020" y="156375"/>
                  </a:moveTo>
                  <a:lnTo>
                    <a:pt x="573100" y="156375"/>
                  </a:lnTo>
                  <a:lnTo>
                    <a:pt x="573100" y="164693"/>
                  </a:lnTo>
                  <a:lnTo>
                    <a:pt x="583255" y="164693"/>
                  </a:lnTo>
                  <a:lnTo>
                    <a:pt x="579539" y="157124"/>
                  </a:lnTo>
                  <a:lnTo>
                    <a:pt x="580020" y="156375"/>
                  </a:lnTo>
                  <a:close/>
                </a:path>
                <a:path w="1925955" h="1003935">
                  <a:moveTo>
                    <a:pt x="611490" y="144678"/>
                  </a:moveTo>
                  <a:lnTo>
                    <a:pt x="587527" y="144678"/>
                  </a:lnTo>
                  <a:lnTo>
                    <a:pt x="604189" y="156375"/>
                  </a:lnTo>
                  <a:lnTo>
                    <a:pt x="580020" y="156375"/>
                  </a:lnTo>
                  <a:lnTo>
                    <a:pt x="579539" y="157124"/>
                  </a:lnTo>
                  <a:lnTo>
                    <a:pt x="583255" y="164693"/>
                  </a:lnTo>
                  <a:lnTo>
                    <a:pt x="616026" y="164693"/>
                  </a:lnTo>
                  <a:lnTo>
                    <a:pt x="611490" y="144678"/>
                  </a:lnTo>
                  <a:close/>
                </a:path>
                <a:path w="1925955" h="1003935">
                  <a:moveTo>
                    <a:pt x="632840" y="135127"/>
                  </a:moveTo>
                  <a:lnTo>
                    <a:pt x="619683" y="135127"/>
                  </a:lnTo>
                  <a:lnTo>
                    <a:pt x="638340" y="187502"/>
                  </a:lnTo>
                  <a:lnTo>
                    <a:pt x="651967" y="187502"/>
                  </a:lnTo>
                  <a:lnTo>
                    <a:pt x="656762" y="174040"/>
                  </a:lnTo>
                  <a:lnTo>
                    <a:pt x="645426" y="174040"/>
                  </a:lnTo>
                  <a:lnTo>
                    <a:pt x="632840" y="135127"/>
                  </a:lnTo>
                  <a:close/>
                </a:path>
                <a:path w="1925955" h="1003935">
                  <a:moveTo>
                    <a:pt x="670623" y="135127"/>
                  </a:moveTo>
                  <a:lnTo>
                    <a:pt x="657491" y="135127"/>
                  </a:lnTo>
                  <a:lnTo>
                    <a:pt x="645426" y="174040"/>
                  </a:lnTo>
                  <a:lnTo>
                    <a:pt x="656762" y="174040"/>
                  </a:lnTo>
                  <a:lnTo>
                    <a:pt x="670623" y="135127"/>
                  </a:lnTo>
                  <a:close/>
                </a:path>
                <a:path w="1925955" h="1003935">
                  <a:moveTo>
                    <a:pt x="689444" y="135597"/>
                  </a:moveTo>
                  <a:lnTo>
                    <a:pt x="675030" y="151511"/>
                  </a:lnTo>
                  <a:lnTo>
                    <a:pt x="679119" y="179933"/>
                  </a:lnTo>
                  <a:lnTo>
                    <a:pt x="699439" y="188531"/>
                  </a:lnTo>
                  <a:lnTo>
                    <a:pt x="703503" y="188531"/>
                  </a:lnTo>
                  <a:lnTo>
                    <a:pt x="716143" y="178346"/>
                  </a:lnTo>
                  <a:lnTo>
                    <a:pt x="694588" y="178346"/>
                  </a:lnTo>
                  <a:lnTo>
                    <a:pt x="691973" y="164693"/>
                  </a:lnTo>
                  <a:lnTo>
                    <a:pt x="679805" y="164693"/>
                  </a:lnTo>
                  <a:lnTo>
                    <a:pt x="679805" y="156375"/>
                  </a:lnTo>
                  <a:lnTo>
                    <a:pt x="690380" y="156375"/>
                  </a:lnTo>
                  <a:lnTo>
                    <a:pt x="688911" y="148704"/>
                  </a:lnTo>
                  <a:lnTo>
                    <a:pt x="719098" y="148704"/>
                  </a:lnTo>
                  <a:lnTo>
                    <a:pt x="717791" y="142951"/>
                  </a:lnTo>
                  <a:lnTo>
                    <a:pt x="689444" y="135597"/>
                  </a:lnTo>
                  <a:close/>
                </a:path>
                <a:path w="1925955" h="1003935">
                  <a:moveTo>
                    <a:pt x="710691" y="172161"/>
                  </a:moveTo>
                  <a:lnTo>
                    <a:pt x="694588" y="178346"/>
                  </a:lnTo>
                  <a:lnTo>
                    <a:pt x="716143" y="178346"/>
                  </a:lnTo>
                  <a:lnTo>
                    <a:pt x="722210" y="173456"/>
                  </a:lnTo>
                  <a:lnTo>
                    <a:pt x="710691" y="172161"/>
                  </a:lnTo>
                  <a:close/>
                </a:path>
                <a:path w="1925955" h="1003935">
                  <a:moveTo>
                    <a:pt x="690380" y="156375"/>
                  </a:moveTo>
                  <a:lnTo>
                    <a:pt x="679805" y="156375"/>
                  </a:lnTo>
                  <a:lnTo>
                    <a:pt x="679805" y="164693"/>
                  </a:lnTo>
                  <a:lnTo>
                    <a:pt x="691973" y="164693"/>
                  </a:lnTo>
                  <a:lnTo>
                    <a:pt x="690380" y="156375"/>
                  </a:lnTo>
                  <a:close/>
                </a:path>
                <a:path w="1925955" h="1003935">
                  <a:moveTo>
                    <a:pt x="719098" y="148704"/>
                  </a:moveTo>
                  <a:lnTo>
                    <a:pt x="688911" y="148704"/>
                  </a:lnTo>
                  <a:lnTo>
                    <a:pt x="710895" y="156375"/>
                  </a:lnTo>
                  <a:lnTo>
                    <a:pt x="690380" y="156375"/>
                  </a:lnTo>
                  <a:lnTo>
                    <a:pt x="691973" y="164693"/>
                  </a:lnTo>
                  <a:lnTo>
                    <a:pt x="722731" y="164693"/>
                  </a:lnTo>
                  <a:lnTo>
                    <a:pt x="719098" y="148704"/>
                  </a:lnTo>
                  <a:close/>
                </a:path>
                <a:path w="1925955" h="1003935">
                  <a:moveTo>
                    <a:pt x="744385" y="117678"/>
                  </a:moveTo>
                  <a:lnTo>
                    <a:pt x="732040" y="117678"/>
                  </a:lnTo>
                  <a:lnTo>
                    <a:pt x="732040" y="187502"/>
                  </a:lnTo>
                  <a:lnTo>
                    <a:pt x="744385" y="187502"/>
                  </a:lnTo>
                  <a:lnTo>
                    <a:pt x="744385" y="117678"/>
                  </a:lnTo>
                  <a:close/>
                </a:path>
                <a:path w="1925955" h="1003935">
                  <a:moveTo>
                    <a:pt x="769251" y="135572"/>
                  </a:moveTo>
                  <a:lnTo>
                    <a:pt x="754722" y="151371"/>
                  </a:lnTo>
                  <a:lnTo>
                    <a:pt x="758837" y="179755"/>
                  </a:lnTo>
                  <a:lnTo>
                    <a:pt x="778802" y="188531"/>
                  </a:lnTo>
                  <a:lnTo>
                    <a:pt x="795845" y="182905"/>
                  </a:lnTo>
                  <a:lnTo>
                    <a:pt x="797996" y="178638"/>
                  </a:lnTo>
                  <a:lnTo>
                    <a:pt x="778865" y="178638"/>
                  </a:lnTo>
                  <a:lnTo>
                    <a:pt x="773658" y="177876"/>
                  </a:lnTo>
                  <a:lnTo>
                    <a:pt x="769912" y="148094"/>
                  </a:lnTo>
                  <a:lnTo>
                    <a:pt x="798248" y="148094"/>
                  </a:lnTo>
                  <a:lnTo>
                    <a:pt x="795845" y="140081"/>
                  </a:lnTo>
                  <a:lnTo>
                    <a:pt x="769251" y="135572"/>
                  </a:lnTo>
                  <a:close/>
                </a:path>
                <a:path w="1925955" h="1003935">
                  <a:moveTo>
                    <a:pt x="798248" y="148094"/>
                  </a:moveTo>
                  <a:lnTo>
                    <a:pt x="769912" y="148094"/>
                  </a:lnTo>
                  <a:lnTo>
                    <a:pt x="789076" y="150177"/>
                  </a:lnTo>
                  <a:lnTo>
                    <a:pt x="778865" y="178638"/>
                  </a:lnTo>
                  <a:lnTo>
                    <a:pt x="797996" y="178638"/>
                  </a:lnTo>
                  <a:lnTo>
                    <a:pt x="803897" y="166928"/>
                  </a:lnTo>
                  <a:lnTo>
                    <a:pt x="798248" y="148094"/>
                  </a:lnTo>
                  <a:close/>
                </a:path>
                <a:path w="1925955" h="1003935">
                  <a:moveTo>
                    <a:pt x="825385" y="135127"/>
                  </a:moveTo>
                  <a:lnTo>
                    <a:pt x="813244" y="135127"/>
                  </a:lnTo>
                  <a:lnTo>
                    <a:pt x="813244" y="207137"/>
                  </a:lnTo>
                  <a:lnTo>
                    <a:pt x="825588" y="207137"/>
                  </a:lnTo>
                  <a:lnTo>
                    <a:pt x="825588" y="179247"/>
                  </a:lnTo>
                  <a:lnTo>
                    <a:pt x="854450" y="179247"/>
                  </a:lnTo>
                  <a:lnTo>
                    <a:pt x="855410" y="178295"/>
                  </a:lnTo>
                  <a:lnTo>
                    <a:pt x="835037" y="178295"/>
                  </a:lnTo>
                  <a:lnTo>
                    <a:pt x="825347" y="161315"/>
                  </a:lnTo>
                  <a:lnTo>
                    <a:pt x="825347" y="157937"/>
                  </a:lnTo>
                  <a:lnTo>
                    <a:pt x="840409" y="144576"/>
                  </a:lnTo>
                  <a:lnTo>
                    <a:pt x="856272" y="144576"/>
                  </a:lnTo>
                  <a:lnTo>
                    <a:pt x="855281" y="139598"/>
                  </a:lnTo>
                  <a:lnTo>
                    <a:pt x="825385" y="135127"/>
                  </a:lnTo>
                  <a:close/>
                </a:path>
                <a:path w="1925955" h="1003935">
                  <a:moveTo>
                    <a:pt x="854450" y="179247"/>
                  </a:moveTo>
                  <a:lnTo>
                    <a:pt x="825588" y="179247"/>
                  </a:lnTo>
                  <a:lnTo>
                    <a:pt x="845210" y="188417"/>
                  </a:lnTo>
                  <a:lnTo>
                    <a:pt x="854450" y="179247"/>
                  </a:lnTo>
                  <a:close/>
                </a:path>
                <a:path w="1925955" h="1003935">
                  <a:moveTo>
                    <a:pt x="856272" y="144576"/>
                  </a:moveTo>
                  <a:lnTo>
                    <a:pt x="840409" y="144576"/>
                  </a:lnTo>
                  <a:lnTo>
                    <a:pt x="850099" y="164592"/>
                  </a:lnTo>
                  <a:lnTo>
                    <a:pt x="835037" y="178295"/>
                  </a:lnTo>
                  <a:lnTo>
                    <a:pt x="855410" y="178295"/>
                  </a:lnTo>
                  <a:lnTo>
                    <a:pt x="861733" y="172021"/>
                  </a:lnTo>
                  <a:lnTo>
                    <a:pt x="856272" y="144576"/>
                  </a:lnTo>
                  <a:close/>
                </a:path>
                <a:path w="1925955" h="1003935">
                  <a:moveTo>
                    <a:pt x="883919" y="135127"/>
                  </a:moveTo>
                  <a:lnTo>
                    <a:pt x="872121" y="135127"/>
                  </a:lnTo>
                  <a:lnTo>
                    <a:pt x="872121" y="187502"/>
                  </a:lnTo>
                  <a:lnTo>
                    <a:pt x="884466" y="187502"/>
                  </a:lnTo>
                  <a:lnTo>
                    <a:pt x="884466" y="155663"/>
                  </a:lnTo>
                  <a:lnTo>
                    <a:pt x="898804" y="145656"/>
                  </a:lnTo>
                  <a:lnTo>
                    <a:pt x="945154" y="145656"/>
                  </a:lnTo>
                  <a:lnTo>
                    <a:pt x="943979" y="144030"/>
                  </a:lnTo>
                  <a:lnTo>
                    <a:pt x="884529" y="144030"/>
                  </a:lnTo>
                  <a:lnTo>
                    <a:pt x="883978" y="135978"/>
                  </a:lnTo>
                  <a:lnTo>
                    <a:pt x="883919" y="135127"/>
                  </a:lnTo>
                  <a:close/>
                </a:path>
                <a:path w="1925955" h="1003935">
                  <a:moveTo>
                    <a:pt x="928954" y="145656"/>
                  </a:moveTo>
                  <a:lnTo>
                    <a:pt x="898804" y="145656"/>
                  </a:lnTo>
                  <a:lnTo>
                    <a:pt x="902881" y="187502"/>
                  </a:lnTo>
                  <a:lnTo>
                    <a:pt x="914984" y="187502"/>
                  </a:lnTo>
                  <a:lnTo>
                    <a:pt x="914984" y="151879"/>
                  </a:lnTo>
                  <a:lnTo>
                    <a:pt x="928954" y="145656"/>
                  </a:lnTo>
                  <a:close/>
                </a:path>
                <a:path w="1925955" h="1003935">
                  <a:moveTo>
                    <a:pt x="945154" y="145656"/>
                  </a:moveTo>
                  <a:lnTo>
                    <a:pt x="929073" y="145656"/>
                  </a:lnTo>
                  <a:lnTo>
                    <a:pt x="933399" y="187502"/>
                  </a:lnTo>
                  <a:lnTo>
                    <a:pt x="945768" y="187502"/>
                  </a:lnTo>
                  <a:lnTo>
                    <a:pt x="945768" y="146507"/>
                  </a:lnTo>
                  <a:lnTo>
                    <a:pt x="945154" y="145656"/>
                  </a:lnTo>
                  <a:close/>
                </a:path>
                <a:path w="1925955" h="1003935">
                  <a:moveTo>
                    <a:pt x="895489" y="134454"/>
                  </a:moveTo>
                  <a:lnTo>
                    <a:pt x="884529" y="144030"/>
                  </a:lnTo>
                  <a:lnTo>
                    <a:pt x="913688" y="144030"/>
                  </a:lnTo>
                  <a:lnTo>
                    <a:pt x="912139" y="141071"/>
                  </a:lnTo>
                  <a:lnTo>
                    <a:pt x="895489" y="134454"/>
                  </a:lnTo>
                  <a:close/>
                </a:path>
                <a:path w="1925955" h="1003935">
                  <a:moveTo>
                    <a:pt x="925614" y="134454"/>
                  </a:moveTo>
                  <a:lnTo>
                    <a:pt x="913688" y="144030"/>
                  </a:lnTo>
                  <a:lnTo>
                    <a:pt x="943979" y="144030"/>
                  </a:lnTo>
                  <a:lnTo>
                    <a:pt x="938161" y="135978"/>
                  </a:lnTo>
                  <a:lnTo>
                    <a:pt x="925614" y="134454"/>
                  </a:lnTo>
                  <a:close/>
                </a:path>
                <a:path w="1925955" h="1003935">
                  <a:moveTo>
                    <a:pt x="970356" y="135597"/>
                  </a:moveTo>
                  <a:lnTo>
                    <a:pt x="955941" y="151511"/>
                  </a:lnTo>
                  <a:lnTo>
                    <a:pt x="960031" y="179933"/>
                  </a:lnTo>
                  <a:lnTo>
                    <a:pt x="980351" y="188531"/>
                  </a:lnTo>
                  <a:lnTo>
                    <a:pt x="984415" y="188531"/>
                  </a:lnTo>
                  <a:lnTo>
                    <a:pt x="997054" y="178346"/>
                  </a:lnTo>
                  <a:lnTo>
                    <a:pt x="975499" y="178346"/>
                  </a:lnTo>
                  <a:lnTo>
                    <a:pt x="972885" y="164693"/>
                  </a:lnTo>
                  <a:lnTo>
                    <a:pt x="960716" y="164693"/>
                  </a:lnTo>
                  <a:lnTo>
                    <a:pt x="960716" y="156375"/>
                  </a:lnTo>
                  <a:lnTo>
                    <a:pt x="971291" y="156375"/>
                  </a:lnTo>
                  <a:lnTo>
                    <a:pt x="969822" y="148704"/>
                  </a:lnTo>
                  <a:lnTo>
                    <a:pt x="1000009" y="148704"/>
                  </a:lnTo>
                  <a:lnTo>
                    <a:pt x="998702" y="142951"/>
                  </a:lnTo>
                  <a:lnTo>
                    <a:pt x="970356" y="135597"/>
                  </a:lnTo>
                  <a:close/>
                </a:path>
                <a:path w="1925955" h="1003935">
                  <a:moveTo>
                    <a:pt x="991603" y="172161"/>
                  </a:moveTo>
                  <a:lnTo>
                    <a:pt x="975499" y="178346"/>
                  </a:lnTo>
                  <a:lnTo>
                    <a:pt x="997054" y="178346"/>
                  </a:lnTo>
                  <a:lnTo>
                    <a:pt x="1003122" y="173456"/>
                  </a:lnTo>
                  <a:lnTo>
                    <a:pt x="991603" y="172161"/>
                  </a:lnTo>
                  <a:close/>
                </a:path>
                <a:path w="1925955" h="1003935">
                  <a:moveTo>
                    <a:pt x="971291" y="156375"/>
                  </a:moveTo>
                  <a:lnTo>
                    <a:pt x="960716" y="156375"/>
                  </a:lnTo>
                  <a:lnTo>
                    <a:pt x="960716" y="164693"/>
                  </a:lnTo>
                  <a:lnTo>
                    <a:pt x="972885" y="164693"/>
                  </a:lnTo>
                  <a:lnTo>
                    <a:pt x="971291" y="156375"/>
                  </a:lnTo>
                  <a:close/>
                </a:path>
                <a:path w="1925955" h="1003935">
                  <a:moveTo>
                    <a:pt x="1000009" y="148704"/>
                  </a:moveTo>
                  <a:lnTo>
                    <a:pt x="969822" y="148704"/>
                  </a:lnTo>
                  <a:lnTo>
                    <a:pt x="991806" y="156375"/>
                  </a:lnTo>
                  <a:lnTo>
                    <a:pt x="971291" y="156375"/>
                  </a:lnTo>
                  <a:lnTo>
                    <a:pt x="972885" y="164693"/>
                  </a:lnTo>
                  <a:lnTo>
                    <a:pt x="1003642" y="164693"/>
                  </a:lnTo>
                  <a:lnTo>
                    <a:pt x="1000009" y="148704"/>
                  </a:lnTo>
                  <a:close/>
                </a:path>
                <a:path w="1925955" h="1003935">
                  <a:moveTo>
                    <a:pt x="1024750" y="135127"/>
                  </a:moveTo>
                  <a:lnTo>
                    <a:pt x="1012951" y="135127"/>
                  </a:lnTo>
                  <a:lnTo>
                    <a:pt x="1012951" y="187502"/>
                  </a:lnTo>
                  <a:lnTo>
                    <a:pt x="1025296" y="187502"/>
                  </a:lnTo>
                  <a:lnTo>
                    <a:pt x="1025296" y="154292"/>
                  </a:lnTo>
                  <a:lnTo>
                    <a:pt x="1042047" y="145872"/>
                  </a:lnTo>
                  <a:lnTo>
                    <a:pt x="1056663" y="145872"/>
                  </a:lnTo>
                  <a:lnTo>
                    <a:pt x="1056163" y="144030"/>
                  </a:lnTo>
                  <a:lnTo>
                    <a:pt x="1025359" y="144030"/>
                  </a:lnTo>
                  <a:lnTo>
                    <a:pt x="1024750" y="135127"/>
                  </a:lnTo>
                  <a:close/>
                </a:path>
                <a:path w="1925955" h="1003935">
                  <a:moveTo>
                    <a:pt x="1056663" y="145872"/>
                  </a:moveTo>
                  <a:lnTo>
                    <a:pt x="1042047" y="145872"/>
                  </a:lnTo>
                  <a:lnTo>
                    <a:pt x="1046568" y="187502"/>
                  </a:lnTo>
                  <a:lnTo>
                    <a:pt x="1058913" y="187502"/>
                  </a:lnTo>
                  <a:lnTo>
                    <a:pt x="1058913" y="154152"/>
                  </a:lnTo>
                  <a:lnTo>
                    <a:pt x="1056663" y="145872"/>
                  </a:lnTo>
                  <a:close/>
                </a:path>
                <a:path w="1925955" h="1003935">
                  <a:moveTo>
                    <a:pt x="1037069" y="134454"/>
                  </a:moveTo>
                  <a:lnTo>
                    <a:pt x="1025359" y="144030"/>
                  </a:lnTo>
                  <a:lnTo>
                    <a:pt x="1056163" y="144030"/>
                  </a:lnTo>
                  <a:lnTo>
                    <a:pt x="1055217" y="140550"/>
                  </a:lnTo>
                  <a:lnTo>
                    <a:pt x="1037069" y="134454"/>
                  </a:lnTo>
                  <a:close/>
                </a:path>
                <a:path w="1925955" h="1003935">
                  <a:moveTo>
                    <a:pt x="1086154" y="122580"/>
                  </a:moveTo>
                  <a:lnTo>
                    <a:pt x="1073810" y="122580"/>
                  </a:lnTo>
                  <a:lnTo>
                    <a:pt x="1073797" y="177063"/>
                  </a:lnTo>
                  <a:lnTo>
                    <a:pt x="1090180" y="188213"/>
                  </a:lnTo>
                  <a:lnTo>
                    <a:pt x="1086154" y="122580"/>
                  </a:lnTo>
                  <a:close/>
                </a:path>
                <a:path w="1925955" h="1003935">
                  <a:moveTo>
                    <a:pt x="1073807" y="135127"/>
                  </a:moveTo>
                  <a:lnTo>
                    <a:pt x="1066380" y="135127"/>
                  </a:lnTo>
                  <a:lnTo>
                    <a:pt x="1066380" y="144678"/>
                  </a:lnTo>
                  <a:lnTo>
                    <a:pt x="1073805" y="144678"/>
                  </a:lnTo>
                  <a:lnTo>
                    <a:pt x="1073807" y="135127"/>
                  </a:lnTo>
                  <a:close/>
                </a:path>
                <a:path w="1925955" h="1003935">
                  <a:moveTo>
                    <a:pt x="1096492" y="135127"/>
                  </a:moveTo>
                  <a:lnTo>
                    <a:pt x="1086924" y="135127"/>
                  </a:lnTo>
                  <a:lnTo>
                    <a:pt x="1087510" y="144678"/>
                  </a:lnTo>
                  <a:lnTo>
                    <a:pt x="1096492" y="144678"/>
                  </a:lnTo>
                  <a:lnTo>
                    <a:pt x="1096492" y="135127"/>
                  </a:lnTo>
                  <a:close/>
                </a:path>
                <a:path w="1925955" h="1003935">
                  <a:moveTo>
                    <a:pt x="1156576" y="109258"/>
                  </a:moveTo>
                  <a:lnTo>
                    <a:pt x="1144943" y="109258"/>
                  </a:lnTo>
                  <a:lnTo>
                    <a:pt x="1140472" y="115328"/>
                  </a:lnTo>
                  <a:lnTo>
                    <a:pt x="1131442" y="152590"/>
                  </a:lnTo>
                  <a:lnTo>
                    <a:pt x="1131442" y="161086"/>
                  </a:lnTo>
                  <a:lnTo>
                    <a:pt x="1144943" y="195884"/>
                  </a:lnTo>
                  <a:lnTo>
                    <a:pt x="1156576" y="195884"/>
                  </a:lnTo>
                  <a:lnTo>
                    <a:pt x="1144828" y="163436"/>
                  </a:lnTo>
                  <a:lnTo>
                    <a:pt x="1156576" y="109258"/>
                  </a:lnTo>
                  <a:close/>
                </a:path>
                <a:path w="1925955" h="1003935">
                  <a:moveTo>
                    <a:pt x="1201242" y="117678"/>
                  </a:moveTo>
                  <a:lnTo>
                    <a:pt x="1185633" y="117678"/>
                  </a:lnTo>
                  <a:lnTo>
                    <a:pt x="1161046" y="187502"/>
                  </a:lnTo>
                  <a:lnTo>
                    <a:pt x="1174546" y="187502"/>
                  </a:lnTo>
                  <a:lnTo>
                    <a:pt x="1180322" y="170281"/>
                  </a:lnTo>
                  <a:lnTo>
                    <a:pt x="1174991" y="170281"/>
                  </a:lnTo>
                  <a:lnTo>
                    <a:pt x="1174991" y="160121"/>
                  </a:lnTo>
                  <a:lnTo>
                    <a:pt x="1183730" y="160121"/>
                  </a:lnTo>
                  <a:lnTo>
                    <a:pt x="1193164" y="131991"/>
                  </a:lnTo>
                  <a:lnTo>
                    <a:pt x="1206289" y="131991"/>
                  </a:lnTo>
                  <a:lnTo>
                    <a:pt x="1201242" y="117678"/>
                  </a:lnTo>
                  <a:close/>
                </a:path>
                <a:path w="1925955" h="1003935">
                  <a:moveTo>
                    <a:pt x="1206289" y="131991"/>
                  </a:moveTo>
                  <a:lnTo>
                    <a:pt x="1193164" y="131991"/>
                  </a:lnTo>
                  <a:lnTo>
                    <a:pt x="1212354" y="187502"/>
                  </a:lnTo>
                  <a:lnTo>
                    <a:pt x="1225867" y="187502"/>
                  </a:lnTo>
                  <a:lnTo>
                    <a:pt x="1219794" y="170281"/>
                  </a:lnTo>
                  <a:lnTo>
                    <a:pt x="1211808" y="170281"/>
                  </a:lnTo>
                  <a:lnTo>
                    <a:pt x="1211808" y="160121"/>
                  </a:lnTo>
                  <a:lnTo>
                    <a:pt x="1216210" y="160121"/>
                  </a:lnTo>
                  <a:lnTo>
                    <a:pt x="1206289" y="131991"/>
                  </a:lnTo>
                  <a:close/>
                </a:path>
                <a:path w="1925955" h="1003935">
                  <a:moveTo>
                    <a:pt x="1183730" y="160121"/>
                  </a:moveTo>
                  <a:lnTo>
                    <a:pt x="1174991" y="160121"/>
                  </a:lnTo>
                  <a:lnTo>
                    <a:pt x="1174991" y="170281"/>
                  </a:lnTo>
                  <a:lnTo>
                    <a:pt x="1180322" y="170281"/>
                  </a:lnTo>
                  <a:lnTo>
                    <a:pt x="1183730" y="160121"/>
                  </a:lnTo>
                  <a:close/>
                </a:path>
                <a:path w="1925955" h="1003935">
                  <a:moveTo>
                    <a:pt x="1202889" y="160121"/>
                  </a:moveTo>
                  <a:lnTo>
                    <a:pt x="1183730" y="160121"/>
                  </a:lnTo>
                  <a:lnTo>
                    <a:pt x="1180322" y="170281"/>
                  </a:lnTo>
                  <a:lnTo>
                    <a:pt x="1206401" y="170281"/>
                  </a:lnTo>
                  <a:lnTo>
                    <a:pt x="1202889" y="160121"/>
                  </a:lnTo>
                  <a:close/>
                </a:path>
                <a:path w="1925955" h="1003935">
                  <a:moveTo>
                    <a:pt x="1216210" y="160121"/>
                  </a:moveTo>
                  <a:lnTo>
                    <a:pt x="1211808" y="160121"/>
                  </a:lnTo>
                  <a:lnTo>
                    <a:pt x="1211808" y="170281"/>
                  </a:lnTo>
                  <a:lnTo>
                    <a:pt x="1219794" y="170281"/>
                  </a:lnTo>
                  <a:lnTo>
                    <a:pt x="1216210" y="160121"/>
                  </a:lnTo>
                  <a:close/>
                </a:path>
                <a:path w="1925955" h="1003935">
                  <a:moveTo>
                    <a:pt x="1233931" y="117678"/>
                  </a:moveTo>
                  <a:lnTo>
                    <a:pt x="1233931" y="187502"/>
                  </a:lnTo>
                  <a:lnTo>
                    <a:pt x="1246581" y="187502"/>
                  </a:lnTo>
                  <a:lnTo>
                    <a:pt x="1246581" y="163906"/>
                  </a:lnTo>
                  <a:lnTo>
                    <a:pt x="1242593" y="163906"/>
                  </a:lnTo>
                  <a:lnTo>
                    <a:pt x="1242593" y="153504"/>
                  </a:lnTo>
                  <a:lnTo>
                    <a:pt x="1246581" y="152390"/>
                  </a:lnTo>
                  <a:lnTo>
                    <a:pt x="1246581" y="128244"/>
                  </a:lnTo>
                  <a:lnTo>
                    <a:pt x="1278641" y="128244"/>
                  </a:lnTo>
                  <a:lnTo>
                    <a:pt x="1277277" y="122682"/>
                  </a:lnTo>
                  <a:lnTo>
                    <a:pt x="1233931" y="117678"/>
                  </a:lnTo>
                  <a:close/>
                </a:path>
                <a:path w="1925955" h="1003935">
                  <a:moveTo>
                    <a:pt x="1246581" y="152390"/>
                  </a:moveTo>
                  <a:lnTo>
                    <a:pt x="1242593" y="153504"/>
                  </a:lnTo>
                  <a:lnTo>
                    <a:pt x="1242593" y="163906"/>
                  </a:lnTo>
                  <a:lnTo>
                    <a:pt x="1246581" y="163761"/>
                  </a:lnTo>
                  <a:lnTo>
                    <a:pt x="1246581" y="152390"/>
                  </a:lnTo>
                  <a:close/>
                </a:path>
                <a:path w="1925955" h="1003935">
                  <a:moveTo>
                    <a:pt x="1246581" y="163761"/>
                  </a:moveTo>
                  <a:lnTo>
                    <a:pt x="1242593" y="163906"/>
                  </a:lnTo>
                  <a:lnTo>
                    <a:pt x="1246581" y="163906"/>
                  </a:lnTo>
                  <a:lnTo>
                    <a:pt x="1246581" y="163761"/>
                  </a:lnTo>
                  <a:close/>
                </a:path>
                <a:path w="1925955" h="1003935">
                  <a:moveTo>
                    <a:pt x="1278641" y="128244"/>
                  </a:moveTo>
                  <a:lnTo>
                    <a:pt x="1246581" y="128244"/>
                  </a:lnTo>
                  <a:lnTo>
                    <a:pt x="1263916" y="128777"/>
                  </a:lnTo>
                  <a:lnTo>
                    <a:pt x="1271358" y="145465"/>
                  </a:lnTo>
                  <a:lnTo>
                    <a:pt x="1246581" y="152390"/>
                  </a:lnTo>
                  <a:lnTo>
                    <a:pt x="1246581" y="163761"/>
                  </a:lnTo>
                  <a:lnTo>
                    <a:pt x="1269873" y="162915"/>
                  </a:lnTo>
                  <a:lnTo>
                    <a:pt x="1283792" y="149250"/>
                  </a:lnTo>
                  <a:lnTo>
                    <a:pt x="1278641" y="128244"/>
                  </a:lnTo>
                  <a:close/>
                </a:path>
                <a:path w="1925955" h="1003935">
                  <a:moveTo>
                    <a:pt x="1307249" y="117678"/>
                  </a:moveTo>
                  <a:lnTo>
                    <a:pt x="1294599" y="117678"/>
                  </a:lnTo>
                  <a:lnTo>
                    <a:pt x="1294599" y="187502"/>
                  </a:lnTo>
                  <a:lnTo>
                    <a:pt x="1307249" y="187502"/>
                  </a:lnTo>
                  <a:lnTo>
                    <a:pt x="1307249" y="117678"/>
                  </a:lnTo>
                  <a:close/>
                </a:path>
                <a:path w="1925955" h="1003935">
                  <a:moveTo>
                    <a:pt x="1350556" y="135762"/>
                  </a:moveTo>
                  <a:lnTo>
                    <a:pt x="1325333" y="137718"/>
                  </a:lnTo>
                  <a:lnTo>
                    <a:pt x="1319593" y="157314"/>
                  </a:lnTo>
                  <a:lnTo>
                    <a:pt x="1344498" y="167500"/>
                  </a:lnTo>
                  <a:lnTo>
                    <a:pt x="1328991" y="172059"/>
                  </a:lnTo>
                  <a:lnTo>
                    <a:pt x="1316951" y="173215"/>
                  </a:lnTo>
                  <a:lnTo>
                    <a:pt x="1317701" y="178041"/>
                  </a:lnTo>
                  <a:lnTo>
                    <a:pt x="1333017" y="188531"/>
                  </a:lnTo>
                  <a:lnTo>
                    <a:pt x="1357007" y="183045"/>
                  </a:lnTo>
                  <a:lnTo>
                    <a:pt x="1360538" y="165036"/>
                  </a:lnTo>
                  <a:lnTo>
                    <a:pt x="1335468" y="155117"/>
                  </a:lnTo>
                  <a:lnTo>
                    <a:pt x="1360665" y="148971"/>
                  </a:lnTo>
                  <a:lnTo>
                    <a:pt x="1359827" y="144525"/>
                  </a:lnTo>
                  <a:lnTo>
                    <a:pt x="1350556" y="135762"/>
                  </a:lnTo>
                  <a:close/>
                </a:path>
                <a:path w="1925955" h="1003935">
                  <a:moveTo>
                    <a:pt x="1385328" y="177952"/>
                  </a:moveTo>
                  <a:lnTo>
                    <a:pt x="1374419" y="177952"/>
                  </a:lnTo>
                  <a:lnTo>
                    <a:pt x="1370939" y="201282"/>
                  </a:lnTo>
                  <a:lnTo>
                    <a:pt x="1378508" y="204546"/>
                  </a:lnTo>
                  <a:lnTo>
                    <a:pt x="1385328" y="177952"/>
                  </a:lnTo>
                  <a:close/>
                </a:path>
                <a:path w="1925955" h="1003935">
                  <a:moveTo>
                    <a:pt x="1434007" y="134454"/>
                  </a:moveTo>
                  <a:lnTo>
                    <a:pt x="1417370" y="150660"/>
                  </a:lnTo>
                  <a:lnTo>
                    <a:pt x="1421129" y="180073"/>
                  </a:lnTo>
                  <a:lnTo>
                    <a:pt x="1438008" y="188417"/>
                  </a:lnTo>
                  <a:lnTo>
                    <a:pt x="1453756" y="187502"/>
                  </a:lnTo>
                  <a:lnTo>
                    <a:pt x="1465897" y="187502"/>
                  </a:lnTo>
                  <a:lnTo>
                    <a:pt x="1465897" y="178295"/>
                  </a:lnTo>
                  <a:lnTo>
                    <a:pt x="1438744" y="178295"/>
                  </a:lnTo>
                  <a:lnTo>
                    <a:pt x="1429003" y="158064"/>
                  </a:lnTo>
                  <a:lnTo>
                    <a:pt x="1444104" y="144576"/>
                  </a:lnTo>
                  <a:lnTo>
                    <a:pt x="1465897" y="144576"/>
                  </a:lnTo>
                  <a:lnTo>
                    <a:pt x="1465897" y="143789"/>
                  </a:lnTo>
                  <a:lnTo>
                    <a:pt x="1453514" y="143789"/>
                  </a:lnTo>
                  <a:lnTo>
                    <a:pt x="1434007" y="134454"/>
                  </a:lnTo>
                  <a:close/>
                </a:path>
                <a:path w="1925955" h="1003935">
                  <a:moveTo>
                    <a:pt x="1465897" y="144576"/>
                  </a:moveTo>
                  <a:lnTo>
                    <a:pt x="1444104" y="144576"/>
                  </a:lnTo>
                  <a:lnTo>
                    <a:pt x="1453756" y="164706"/>
                  </a:lnTo>
                  <a:lnTo>
                    <a:pt x="1441450" y="178295"/>
                  </a:lnTo>
                  <a:lnTo>
                    <a:pt x="1465897" y="178295"/>
                  </a:lnTo>
                  <a:lnTo>
                    <a:pt x="1465897" y="144576"/>
                  </a:lnTo>
                  <a:close/>
                </a:path>
                <a:path w="1925955" h="1003935">
                  <a:moveTo>
                    <a:pt x="1465897" y="117678"/>
                  </a:moveTo>
                  <a:lnTo>
                    <a:pt x="1453514" y="117678"/>
                  </a:lnTo>
                  <a:lnTo>
                    <a:pt x="1453514" y="143789"/>
                  </a:lnTo>
                  <a:lnTo>
                    <a:pt x="1465897" y="143789"/>
                  </a:lnTo>
                  <a:lnTo>
                    <a:pt x="1465897" y="117678"/>
                  </a:lnTo>
                  <a:close/>
                </a:path>
                <a:path w="1925955" h="1003935">
                  <a:moveTo>
                    <a:pt x="1515432" y="143890"/>
                  </a:moveTo>
                  <a:lnTo>
                    <a:pt x="1502295" y="143890"/>
                  </a:lnTo>
                  <a:lnTo>
                    <a:pt x="1508302" y="151980"/>
                  </a:lnTo>
                  <a:lnTo>
                    <a:pt x="1495336" y="156883"/>
                  </a:lnTo>
                  <a:lnTo>
                    <a:pt x="1476222" y="179120"/>
                  </a:lnTo>
                  <a:lnTo>
                    <a:pt x="1492986" y="188556"/>
                  </a:lnTo>
                  <a:lnTo>
                    <a:pt x="1508772" y="187502"/>
                  </a:lnTo>
                  <a:lnTo>
                    <a:pt x="1520634" y="187502"/>
                  </a:lnTo>
                  <a:lnTo>
                    <a:pt x="1520511" y="179489"/>
                  </a:lnTo>
                  <a:lnTo>
                    <a:pt x="1496199" y="179489"/>
                  </a:lnTo>
                  <a:lnTo>
                    <a:pt x="1487360" y="172605"/>
                  </a:lnTo>
                  <a:lnTo>
                    <a:pt x="1508328" y="168719"/>
                  </a:lnTo>
                  <a:lnTo>
                    <a:pt x="1520346" y="168719"/>
                  </a:lnTo>
                  <a:lnTo>
                    <a:pt x="1520165" y="156883"/>
                  </a:lnTo>
                  <a:lnTo>
                    <a:pt x="1520042" y="148907"/>
                  </a:lnTo>
                  <a:lnTo>
                    <a:pt x="1519999" y="146075"/>
                  </a:lnTo>
                  <a:lnTo>
                    <a:pt x="1515432" y="143890"/>
                  </a:lnTo>
                  <a:close/>
                </a:path>
                <a:path w="1925955" h="1003935">
                  <a:moveTo>
                    <a:pt x="1520346" y="168719"/>
                  </a:moveTo>
                  <a:lnTo>
                    <a:pt x="1508328" y="168719"/>
                  </a:lnTo>
                  <a:lnTo>
                    <a:pt x="1496199" y="179489"/>
                  </a:lnTo>
                  <a:lnTo>
                    <a:pt x="1520511" y="179489"/>
                  </a:lnTo>
                  <a:lnTo>
                    <a:pt x="1520406" y="172605"/>
                  </a:lnTo>
                  <a:lnTo>
                    <a:pt x="1520346" y="168719"/>
                  </a:lnTo>
                  <a:close/>
                </a:path>
                <a:path w="1925955" h="1003935">
                  <a:moveTo>
                    <a:pt x="1495704" y="134454"/>
                  </a:moveTo>
                  <a:lnTo>
                    <a:pt x="1477175" y="148907"/>
                  </a:lnTo>
                  <a:lnTo>
                    <a:pt x="1488693" y="150545"/>
                  </a:lnTo>
                  <a:lnTo>
                    <a:pt x="1502295" y="143890"/>
                  </a:lnTo>
                  <a:lnTo>
                    <a:pt x="1515432" y="143890"/>
                  </a:lnTo>
                  <a:lnTo>
                    <a:pt x="1495704" y="134454"/>
                  </a:lnTo>
                  <a:close/>
                </a:path>
                <a:path w="1925955" h="1003935">
                  <a:moveTo>
                    <a:pt x="1547748" y="122580"/>
                  </a:moveTo>
                  <a:lnTo>
                    <a:pt x="1535404" y="122580"/>
                  </a:lnTo>
                  <a:lnTo>
                    <a:pt x="1535379" y="177063"/>
                  </a:lnTo>
                  <a:lnTo>
                    <a:pt x="1551774" y="188213"/>
                  </a:lnTo>
                  <a:lnTo>
                    <a:pt x="1547748" y="122580"/>
                  </a:lnTo>
                  <a:close/>
                </a:path>
                <a:path w="1925955" h="1003935">
                  <a:moveTo>
                    <a:pt x="1535398" y="135127"/>
                  </a:moveTo>
                  <a:lnTo>
                    <a:pt x="1527975" y="135127"/>
                  </a:lnTo>
                  <a:lnTo>
                    <a:pt x="1527975" y="144678"/>
                  </a:lnTo>
                  <a:lnTo>
                    <a:pt x="1535394" y="144678"/>
                  </a:lnTo>
                  <a:lnTo>
                    <a:pt x="1535398" y="135127"/>
                  </a:lnTo>
                  <a:close/>
                </a:path>
                <a:path w="1925955" h="1003935">
                  <a:moveTo>
                    <a:pt x="1558074" y="135127"/>
                  </a:moveTo>
                  <a:lnTo>
                    <a:pt x="1548518" y="135127"/>
                  </a:lnTo>
                  <a:lnTo>
                    <a:pt x="1549104" y="144678"/>
                  </a:lnTo>
                  <a:lnTo>
                    <a:pt x="1558074" y="144678"/>
                  </a:lnTo>
                  <a:lnTo>
                    <a:pt x="1558074" y="135127"/>
                  </a:lnTo>
                  <a:close/>
                </a:path>
                <a:path w="1925955" h="1003935">
                  <a:moveTo>
                    <a:pt x="1604789" y="143890"/>
                  </a:moveTo>
                  <a:lnTo>
                    <a:pt x="1591652" y="143890"/>
                  </a:lnTo>
                  <a:lnTo>
                    <a:pt x="1597647" y="151980"/>
                  </a:lnTo>
                  <a:lnTo>
                    <a:pt x="1584693" y="156883"/>
                  </a:lnTo>
                  <a:lnTo>
                    <a:pt x="1565579" y="179120"/>
                  </a:lnTo>
                  <a:lnTo>
                    <a:pt x="1582343" y="188556"/>
                  </a:lnTo>
                  <a:lnTo>
                    <a:pt x="1598129" y="187502"/>
                  </a:lnTo>
                  <a:lnTo>
                    <a:pt x="1609991" y="187502"/>
                  </a:lnTo>
                  <a:lnTo>
                    <a:pt x="1609868" y="179489"/>
                  </a:lnTo>
                  <a:lnTo>
                    <a:pt x="1585544" y="179489"/>
                  </a:lnTo>
                  <a:lnTo>
                    <a:pt x="1576717" y="172605"/>
                  </a:lnTo>
                  <a:lnTo>
                    <a:pt x="1597685" y="168719"/>
                  </a:lnTo>
                  <a:lnTo>
                    <a:pt x="1609703" y="168719"/>
                  </a:lnTo>
                  <a:lnTo>
                    <a:pt x="1609522" y="156883"/>
                  </a:lnTo>
                  <a:lnTo>
                    <a:pt x="1609400" y="148907"/>
                  </a:lnTo>
                  <a:lnTo>
                    <a:pt x="1609356" y="146075"/>
                  </a:lnTo>
                  <a:lnTo>
                    <a:pt x="1604789" y="143890"/>
                  </a:lnTo>
                  <a:close/>
                </a:path>
                <a:path w="1925955" h="1003935">
                  <a:moveTo>
                    <a:pt x="1609703" y="168719"/>
                  </a:moveTo>
                  <a:lnTo>
                    <a:pt x="1597685" y="168719"/>
                  </a:lnTo>
                  <a:lnTo>
                    <a:pt x="1585544" y="179489"/>
                  </a:lnTo>
                  <a:lnTo>
                    <a:pt x="1609868" y="179489"/>
                  </a:lnTo>
                  <a:lnTo>
                    <a:pt x="1609763" y="172605"/>
                  </a:lnTo>
                  <a:lnTo>
                    <a:pt x="1609703" y="168719"/>
                  </a:lnTo>
                  <a:close/>
                </a:path>
                <a:path w="1925955" h="1003935">
                  <a:moveTo>
                    <a:pt x="1585061" y="134454"/>
                  </a:moveTo>
                  <a:lnTo>
                    <a:pt x="1566519" y="148907"/>
                  </a:lnTo>
                  <a:lnTo>
                    <a:pt x="1578051" y="150545"/>
                  </a:lnTo>
                  <a:lnTo>
                    <a:pt x="1591652" y="143890"/>
                  </a:lnTo>
                  <a:lnTo>
                    <a:pt x="1604789" y="143890"/>
                  </a:lnTo>
                  <a:lnTo>
                    <a:pt x="1585061" y="134454"/>
                  </a:lnTo>
                  <a:close/>
                </a:path>
                <a:path w="1925955" h="1003935">
                  <a:moveTo>
                    <a:pt x="105473" y="249427"/>
                  </a:moveTo>
                  <a:lnTo>
                    <a:pt x="93344" y="249427"/>
                  </a:lnTo>
                  <a:lnTo>
                    <a:pt x="93344" y="321437"/>
                  </a:lnTo>
                  <a:lnTo>
                    <a:pt x="105676" y="321437"/>
                  </a:lnTo>
                  <a:lnTo>
                    <a:pt x="105676" y="293547"/>
                  </a:lnTo>
                  <a:lnTo>
                    <a:pt x="134551" y="293547"/>
                  </a:lnTo>
                  <a:lnTo>
                    <a:pt x="135511" y="292595"/>
                  </a:lnTo>
                  <a:lnTo>
                    <a:pt x="115138" y="292595"/>
                  </a:lnTo>
                  <a:lnTo>
                    <a:pt x="105448" y="275615"/>
                  </a:lnTo>
                  <a:lnTo>
                    <a:pt x="105448" y="272237"/>
                  </a:lnTo>
                  <a:lnTo>
                    <a:pt x="120497" y="258876"/>
                  </a:lnTo>
                  <a:lnTo>
                    <a:pt x="136372" y="258876"/>
                  </a:lnTo>
                  <a:lnTo>
                    <a:pt x="135381" y="253898"/>
                  </a:lnTo>
                  <a:lnTo>
                    <a:pt x="105473" y="249427"/>
                  </a:lnTo>
                  <a:close/>
                </a:path>
                <a:path w="1925955" h="1003935">
                  <a:moveTo>
                    <a:pt x="134551" y="293547"/>
                  </a:moveTo>
                  <a:lnTo>
                    <a:pt x="105676" y="293547"/>
                  </a:lnTo>
                  <a:lnTo>
                    <a:pt x="125310" y="302717"/>
                  </a:lnTo>
                  <a:lnTo>
                    <a:pt x="134551" y="293547"/>
                  </a:lnTo>
                  <a:close/>
                </a:path>
                <a:path w="1925955" h="1003935">
                  <a:moveTo>
                    <a:pt x="136372" y="258876"/>
                  </a:moveTo>
                  <a:lnTo>
                    <a:pt x="120497" y="258876"/>
                  </a:lnTo>
                  <a:lnTo>
                    <a:pt x="130200" y="278892"/>
                  </a:lnTo>
                  <a:lnTo>
                    <a:pt x="115138" y="292595"/>
                  </a:lnTo>
                  <a:lnTo>
                    <a:pt x="135511" y="292595"/>
                  </a:lnTo>
                  <a:lnTo>
                    <a:pt x="141833" y="286321"/>
                  </a:lnTo>
                  <a:lnTo>
                    <a:pt x="136372" y="258876"/>
                  </a:lnTo>
                  <a:close/>
                </a:path>
                <a:path w="1925955" h="1003935">
                  <a:moveTo>
                    <a:pt x="164566" y="249427"/>
                  </a:moveTo>
                  <a:lnTo>
                    <a:pt x="152222" y="249427"/>
                  </a:lnTo>
                  <a:lnTo>
                    <a:pt x="152222" y="301802"/>
                  </a:lnTo>
                  <a:lnTo>
                    <a:pt x="164566" y="301802"/>
                  </a:lnTo>
                  <a:lnTo>
                    <a:pt x="164566" y="249427"/>
                  </a:lnTo>
                  <a:close/>
                </a:path>
                <a:path w="1925955" h="1003935">
                  <a:moveTo>
                    <a:pt x="156476" y="228600"/>
                  </a:moveTo>
                  <a:lnTo>
                    <a:pt x="158432" y="241998"/>
                  </a:lnTo>
                  <a:lnTo>
                    <a:pt x="160400" y="241998"/>
                  </a:lnTo>
                  <a:lnTo>
                    <a:pt x="156476" y="228600"/>
                  </a:lnTo>
                  <a:close/>
                </a:path>
                <a:path w="1925955" h="1003935">
                  <a:moveTo>
                    <a:pt x="188264" y="249427"/>
                  </a:moveTo>
                  <a:lnTo>
                    <a:pt x="176136" y="249427"/>
                  </a:lnTo>
                  <a:lnTo>
                    <a:pt x="176136" y="321437"/>
                  </a:lnTo>
                  <a:lnTo>
                    <a:pt x="188467" y="321437"/>
                  </a:lnTo>
                  <a:lnTo>
                    <a:pt x="188467" y="293547"/>
                  </a:lnTo>
                  <a:lnTo>
                    <a:pt x="217342" y="293547"/>
                  </a:lnTo>
                  <a:lnTo>
                    <a:pt x="218302" y="292595"/>
                  </a:lnTo>
                  <a:lnTo>
                    <a:pt x="197929" y="292595"/>
                  </a:lnTo>
                  <a:lnTo>
                    <a:pt x="188239" y="275615"/>
                  </a:lnTo>
                  <a:lnTo>
                    <a:pt x="188239" y="272237"/>
                  </a:lnTo>
                  <a:lnTo>
                    <a:pt x="203288" y="258876"/>
                  </a:lnTo>
                  <a:lnTo>
                    <a:pt x="219163" y="258876"/>
                  </a:lnTo>
                  <a:lnTo>
                    <a:pt x="218173" y="253898"/>
                  </a:lnTo>
                  <a:lnTo>
                    <a:pt x="188264" y="249427"/>
                  </a:lnTo>
                  <a:close/>
                </a:path>
                <a:path w="1925955" h="1003935">
                  <a:moveTo>
                    <a:pt x="217342" y="293547"/>
                  </a:moveTo>
                  <a:lnTo>
                    <a:pt x="188467" y="293547"/>
                  </a:lnTo>
                  <a:lnTo>
                    <a:pt x="208102" y="302717"/>
                  </a:lnTo>
                  <a:lnTo>
                    <a:pt x="217342" y="293547"/>
                  </a:lnTo>
                  <a:close/>
                </a:path>
                <a:path w="1925955" h="1003935">
                  <a:moveTo>
                    <a:pt x="219163" y="258876"/>
                  </a:moveTo>
                  <a:lnTo>
                    <a:pt x="203288" y="258876"/>
                  </a:lnTo>
                  <a:lnTo>
                    <a:pt x="212991" y="278892"/>
                  </a:lnTo>
                  <a:lnTo>
                    <a:pt x="197929" y="292595"/>
                  </a:lnTo>
                  <a:lnTo>
                    <a:pt x="218302" y="292595"/>
                  </a:lnTo>
                  <a:lnTo>
                    <a:pt x="224624" y="286321"/>
                  </a:lnTo>
                  <a:lnTo>
                    <a:pt x="219163" y="258876"/>
                  </a:lnTo>
                  <a:close/>
                </a:path>
                <a:path w="1925955" h="1003935">
                  <a:moveTo>
                    <a:pt x="248196" y="249897"/>
                  </a:moveTo>
                  <a:lnTo>
                    <a:pt x="233781" y="265811"/>
                  </a:lnTo>
                  <a:lnTo>
                    <a:pt x="237883" y="294233"/>
                  </a:lnTo>
                  <a:lnTo>
                    <a:pt x="258203" y="302831"/>
                  </a:lnTo>
                  <a:lnTo>
                    <a:pt x="262267" y="302831"/>
                  </a:lnTo>
                  <a:lnTo>
                    <a:pt x="274213" y="293204"/>
                  </a:lnTo>
                  <a:lnTo>
                    <a:pt x="255689" y="293204"/>
                  </a:lnTo>
                  <a:lnTo>
                    <a:pt x="248720" y="278993"/>
                  </a:lnTo>
                  <a:lnTo>
                    <a:pt x="238556" y="278993"/>
                  </a:lnTo>
                  <a:lnTo>
                    <a:pt x="238556" y="270675"/>
                  </a:lnTo>
                  <a:lnTo>
                    <a:pt x="245488" y="270675"/>
                  </a:lnTo>
                  <a:lnTo>
                    <a:pt x="252983" y="258978"/>
                  </a:lnTo>
                  <a:lnTo>
                    <a:pt x="276946" y="258978"/>
                  </a:lnTo>
                  <a:lnTo>
                    <a:pt x="276555" y="257251"/>
                  </a:lnTo>
                  <a:lnTo>
                    <a:pt x="248196" y="249897"/>
                  </a:lnTo>
                  <a:close/>
                </a:path>
                <a:path w="1925955" h="1003935">
                  <a:moveTo>
                    <a:pt x="269455" y="286461"/>
                  </a:moveTo>
                  <a:lnTo>
                    <a:pt x="255689" y="293204"/>
                  </a:lnTo>
                  <a:lnTo>
                    <a:pt x="274213" y="293204"/>
                  </a:lnTo>
                  <a:lnTo>
                    <a:pt x="280974" y="287756"/>
                  </a:lnTo>
                  <a:lnTo>
                    <a:pt x="269455" y="286461"/>
                  </a:lnTo>
                  <a:close/>
                </a:path>
                <a:path w="1925955" h="1003935">
                  <a:moveTo>
                    <a:pt x="245488" y="270675"/>
                  </a:moveTo>
                  <a:lnTo>
                    <a:pt x="238556" y="270675"/>
                  </a:lnTo>
                  <a:lnTo>
                    <a:pt x="238556" y="278993"/>
                  </a:lnTo>
                  <a:lnTo>
                    <a:pt x="248720" y="278993"/>
                  </a:lnTo>
                  <a:lnTo>
                    <a:pt x="245008" y="271424"/>
                  </a:lnTo>
                  <a:lnTo>
                    <a:pt x="245488" y="270675"/>
                  </a:lnTo>
                  <a:close/>
                </a:path>
                <a:path w="1925955" h="1003935">
                  <a:moveTo>
                    <a:pt x="276946" y="258978"/>
                  </a:moveTo>
                  <a:lnTo>
                    <a:pt x="252983" y="258978"/>
                  </a:lnTo>
                  <a:lnTo>
                    <a:pt x="269659" y="270675"/>
                  </a:lnTo>
                  <a:lnTo>
                    <a:pt x="245488" y="270675"/>
                  </a:lnTo>
                  <a:lnTo>
                    <a:pt x="245008" y="271424"/>
                  </a:lnTo>
                  <a:lnTo>
                    <a:pt x="248720" y="278993"/>
                  </a:lnTo>
                  <a:lnTo>
                    <a:pt x="281482" y="278993"/>
                  </a:lnTo>
                  <a:lnTo>
                    <a:pt x="276946" y="258978"/>
                  </a:lnTo>
                  <a:close/>
                </a:path>
                <a:path w="1925955" h="1003935">
                  <a:moveTo>
                    <a:pt x="303149" y="231978"/>
                  </a:moveTo>
                  <a:lnTo>
                    <a:pt x="290804" y="231978"/>
                  </a:lnTo>
                  <a:lnTo>
                    <a:pt x="290804" y="301802"/>
                  </a:lnTo>
                  <a:lnTo>
                    <a:pt x="303149" y="301802"/>
                  </a:lnTo>
                  <a:lnTo>
                    <a:pt x="303149" y="231978"/>
                  </a:lnTo>
                  <a:close/>
                </a:path>
                <a:path w="1925955" h="1003935">
                  <a:moveTo>
                    <a:pt x="327050" y="249427"/>
                  </a:moveTo>
                  <a:lnTo>
                    <a:pt x="314705" y="249427"/>
                  </a:lnTo>
                  <a:lnTo>
                    <a:pt x="314705" y="301802"/>
                  </a:lnTo>
                  <a:lnTo>
                    <a:pt x="327050" y="301802"/>
                  </a:lnTo>
                  <a:lnTo>
                    <a:pt x="327050" y="249427"/>
                  </a:lnTo>
                  <a:close/>
                </a:path>
                <a:path w="1925955" h="1003935">
                  <a:moveTo>
                    <a:pt x="318960" y="228600"/>
                  </a:moveTo>
                  <a:lnTo>
                    <a:pt x="320916" y="241998"/>
                  </a:lnTo>
                  <a:lnTo>
                    <a:pt x="322897" y="241998"/>
                  </a:lnTo>
                  <a:lnTo>
                    <a:pt x="318960" y="228600"/>
                  </a:lnTo>
                  <a:close/>
                </a:path>
                <a:path w="1925955" h="1003935">
                  <a:moveTo>
                    <a:pt x="350418" y="249427"/>
                  </a:moveTo>
                  <a:lnTo>
                    <a:pt x="338620" y="249427"/>
                  </a:lnTo>
                  <a:lnTo>
                    <a:pt x="338620" y="301802"/>
                  </a:lnTo>
                  <a:lnTo>
                    <a:pt x="350964" y="301802"/>
                  </a:lnTo>
                  <a:lnTo>
                    <a:pt x="350964" y="268592"/>
                  </a:lnTo>
                  <a:lnTo>
                    <a:pt x="367715" y="260172"/>
                  </a:lnTo>
                  <a:lnTo>
                    <a:pt x="382331" y="260172"/>
                  </a:lnTo>
                  <a:lnTo>
                    <a:pt x="381831" y="258330"/>
                  </a:lnTo>
                  <a:lnTo>
                    <a:pt x="351027" y="258330"/>
                  </a:lnTo>
                  <a:lnTo>
                    <a:pt x="350418" y="249427"/>
                  </a:lnTo>
                  <a:close/>
                </a:path>
                <a:path w="1925955" h="1003935">
                  <a:moveTo>
                    <a:pt x="382331" y="260172"/>
                  </a:moveTo>
                  <a:lnTo>
                    <a:pt x="367715" y="260172"/>
                  </a:lnTo>
                  <a:lnTo>
                    <a:pt x="372236" y="301802"/>
                  </a:lnTo>
                  <a:lnTo>
                    <a:pt x="384581" y="301802"/>
                  </a:lnTo>
                  <a:lnTo>
                    <a:pt x="384581" y="268452"/>
                  </a:lnTo>
                  <a:lnTo>
                    <a:pt x="382331" y="260172"/>
                  </a:lnTo>
                  <a:close/>
                </a:path>
                <a:path w="1925955" h="1003935">
                  <a:moveTo>
                    <a:pt x="362737" y="248754"/>
                  </a:moveTo>
                  <a:lnTo>
                    <a:pt x="351027" y="258330"/>
                  </a:lnTo>
                  <a:lnTo>
                    <a:pt x="381831" y="258330"/>
                  </a:lnTo>
                  <a:lnTo>
                    <a:pt x="380885" y="254850"/>
                  </a:lnTo>
                  <a:lnTo>
                    <a:pt x="362737" y="248754"/>
                  </a:lnTo>
                  <a:close/>
                </a:path>
                <a:path w="1925955" h="1003935">
                  <a:moveTo>
                    <a:pt x="409181" y="249897"/>
                  </a:moveTo>
                  <a:lnTo>
                    <a:pt x="394779" y="265811"/>
                  </a:lnTo>
                  <a:lnTo>
                    <a:pt x="398868" y="294233"/>
                  </a:lnTo>
                  <a:lnTo>
                    <a:pt x="419188" y="302831"/>
                  </a:lnTo>
                  <a:lnTo>
                    <a:pt x="423252" y="302831"/>
                  </a:lnTo>
                  <a:lnTo>
                    <a:pt x="435198" y="293204"/>
                  </a:lnTo>
                  <a:lnTo>
                    <a:pt x="416674" y="293204"/>
                  </a:lnTo>
                  <a:lnTo>
                    <a:pt x="409705" y="278993"/>
                  </a:lnTo>
                  <a:lnTo>
                    <a:pt x="399554" y="278993"/>
                  </a:lnTo>
                  <a:lnTo>
                    <a:pt x="399554" y="270675"/>
                  </a:lnTo>
                  <a:lnTo>
                    <a:pt x="406473" y="270675"/>
                  </a:lnTo>
                  <a:lnTo>
                    <a:pt x="413969" y="258978"/>
                  </a:lnTo>
                  <a:lnTo>
                    <a:pt x="437931" y="258978"/>
                  </a:lnTo>
                  <a:lnTo>
                    <a:pt x="437540" y="257251"/>
                  </a:lnTo>
                  <a:lnTo>
                    <a:pt x="409181" y="249897"/>
                  </a:lnTo>
                  <a:close/>
                </a:path>
                <a:path w="1925955" h="1003935">
                  <a:moveTo>
                    <a:pt x="430441" y="286461"/>
                  </a:moveTo>
                  <a:lnTo>
                    <a:pt x="416674" y="293204"/>
                  </a:lnTo>
                  <a:lnTo>
                    <a:pt x="435198" y="293204"/>
                  </a:lnTo>
                  <a:lnTo>
                    <a:pt x="441959" y="287756"/>
                  </a:lnTo>
                  <a:lnTo>
                    <a:pt x="430441" y="286461"/>
                  </a:lnTo>
                  <a:close/>
                </a:path>
                <a:path w="1925955" h="1003935">
                  <a:moveTo>
                    <a:pt x="406473" y="270675"/>
                  </a:moveTo>
                  <a:lnTo>
                    <a:pt x="399554" y="270675"/>
                  </a:lnTo>
                  <a:lnTo>
                    <a:pt x="399554" y="278993"/>
                  </a:lnTo>
                  <a:lnTo>
                    <a:pt x="409705" y="278993"/>
                  </a:lnTo>
                  <a:lnTo>
                    <a:pt x="405993" y="271424"/>
                  </a:lnTo>
                  <a:lnTo>
                    <a:pt x="406473" y="270675"/>
                  </a:lnTo>
                  <a:close/>
                </a:path>
                <a:path w="1925955" h="1003935">
                  <a:moveTo>
                    <a:pt x="437931" y="258978"/>
                  </a:moveTo>
                  <a:lnTo>
                    <a:pt x="413969" y="258978"/>
                  </a:lnTo>
                  <a:lnTo>
                    <a:pt x="430644" y="270675"/>
                  </a:lnTo>
                  <a:lnTo>
                    <a:pt x="406473" y="270675"/>
                  </a:lnTo>
                  <a:lnTo>
                    <a:pt x="405993" y="271424"/>
                  </a:lnTo>
                  <a:lnTo>
                    <a:pt x="409705" y="278993"/>
                  </a:lnTo>
                  <a:lnTo>
                    <a:pt x="442467" y="278993"/>
                  </a:lnTo>
                  <a:lnTo>
                    <a:pt x="437931" y="258978"/>
                  </a:lnTo>
                  <a:close/>
                </a:path>
                <a:path w="1925955" h="1003935">
                  <a:moveTo>
                    <a:pt x="483082" y="250062"/>
                  </a:moveTo>
                  <a:lnTo>
                    <a:pt x="457847" y="252018"/>
                  </a:lnTo>
                  <a:lnTo>
                    <a:pt x="452107" y="271614"/>
                  </a:lnTo>
                  <a:lnTo>
                    <a:pt x="477011" y="281800"/>
                  </a:lnTo>
                  <a:lnTo>
                    <a:pt x="461505" y="286359"/>
                  </a:lnTo>
                  <a:lnTo>
                    <a:pt x="449478" y="287515"/>
                  </a:lnTo>
                  <a:lnTo>
                    <a:pt x="450227" y="292341"/>
                  </a:lnTo>
                  <a:lnTo>
                    <a:pt x="465531" y="302831"/>
                  </a:lnTo>
                  <a:lnTo>
                    <a:pt x="489521" y="297345"/>
                  </a:lnTo>
                  <a:lnTo>
                    <a:pt x="493052" y="279336"/>
                  </a:lnTo>
                  <a:lnTo>
                    <a:pt x="467982" y="269417"/>
                  </a:lnTo>
                  <a:lnTo>
                    <a:pt x="493179" y="263271"/>
                  </a:lnTo>
                  <a:lnTo>
                    <a:pt x="492340" y="258825"/>
                  </a:lnTo>
                  <a:lnTo>
                    <a:pt x="483082" y="250062"/>
                  </a:lnTo>
                  <a:close/>
                </a:path>
                <a:path w="1925955" h="1003935">
                  <a:moveTo>
                    <a:pt x="511886" y="229997"/>
                  </a:moveTo>
                  <a:lnTo>
                    <a:pt x="500252" y="229997"/>
                  </a:lnTo>
                  <a:lnTo>
                    <a:pt x="511987" y="262496"/>
                  </a:lnTo>
                  <a:lnTo>
                    <a:pt x="500252" y="316636"/>
                  </a:lnTo>
                  <a:lnTo>
                    <a:pt x="511886" y="316636"/>
                  </a:lnTo>
                  <a:lnTo>
                    <a:pt x="516356" y="310565"/>
                  </a:lnTo>
                  <a:lnTo>
                    <a:pt x="525386" y="273329"/>
                  </a:lnTo>
                  <a:lnTo>
                    <a:pt x="525386" y="264807"/>
                  </a:lnTo>
                  <a:lnTo>
                    <a:pt x="511886" y="229997"/>
                  </a:lnTo>
                  <a:close/>
                </a:path>
                <a:path w="1925955" h="1003935">
                  <a:moveTo>
                    <a:pt x="12255" y="373278"/>
                  </a:moveTo>
                  <a:lnTo>
                    <a:pt x="0" y="391033"/>
                  </a:lnTo>
                  <a:lnTo>
                    <a:pt x="15011" y="403288"/>
                  </a:lnTo>
                  <a:lnTo>
                    <a:pt x="17779" y="403288"/>
                  </a:lnTo>
                  <a:lnTo>
                    <a:pt x="30010" y="385508"/>
                  </a:lnTo>
                  <a:lnTo>
                    <a:pt x="12255" y="373278"/>
                  </a:lnTo>
                  <a:close/>
                </a:path>
                <a:path w="1925955" h="1003935">
                  <a:moveTo>
                    <a:pt x="93891" y="346278"/>
                  </a:moveTo>
                  <a:lnTo>
                    <a:pt x="93891" y="416102"/>
                  </a:lnTo>
                  <a:lnTo>
                    <a:pt x="106540" y="416102"/>
                  </a:lnTo>
                  <a:lnTo>
                    <a:pt x="106540" y="390537"/>
                  </a:lnTo>
                  <a:lnTo>
                    <a:pt x="101244" y="390537"/>
                  </a:lnTo>
                  <a:lnTo>
                    <a:pt x="101244" y="380034"/>
                  </a:lnTo>
                  <a:lnTo>
                    <a:pt x="106540" y="378483"/>
                  </a:lnTo>
                  <a:lnTo>
                    <a:pt x="106540" y="356844"/>
                  </a:lnTo>
                  <a:lnTo>
                    <a:pt x="138711" y="356844"/>
                  </a:lnTo>
                  <a:lnTo>
                    <a:pt x="137236" y="350939"/>
                  </a:lnTo>
                  <a:lnTo>
                    <a:pt x="93891" y="346278"/>
                  </a:lnTo>
                  <a:close/>
                </a:path>
                <a:path w="1925955" h="1003935">
                  <a:moveTo>
                    <a:pt x="131792" y="387822"/>
                  </a:moveTo>
                  <a:lnTo>
                    <a:pt x="129781" y="389648"/>
                  </a:lnTo>
                  <a:lnTo>
                    <a:pt x="119113" y="389981"/>
                  </a:lnTo>
                  <a:lnTo>
                    <a:pt x="133134" y="416102"/>
                  </a:lnTo>
                  <a:lnTo>
                    <a:pt x="147243" y="416102"/>
                  </a:lnTo>
                  <a:lnTo>
                    <a:pt x="131792" y="387822"/>
                  </a:lnTo>
                  <a:close/>
                </a:path>
                <a:path w="1925955" h="1003935">
                  <a:moveTo>
                    <a:pt x="106540" y="378483"/>
                  </a:moveTo>
                  <a:lnTo>
                    <a:pt x="101244" y="380034"/>
                  </a:lnTo>
                  <a:lnTo>
                    <a:pt x="101244" y="390537"/>
                  </a:lnTo>
                  <a:lnTo>
                    <a:pt x="106540" y="390372"/>
                  </a:lnTo>
                  <a:lnTo>
                    <a:pt x="106540" y="378483"/>
                  </a:lnTo>
                  <a:close/>
                </a:path>
                <a:path w="1925955" h="1003935">
                  <a:moveTo>
                    <a:pt x="106540" y="390372"/>
                  </a:moveTo>
                  <a:lnTo>
                    <a:pt x="101244" y="390537"/>
                  </a:lnTo>
                  <a:lnTo>
                    <a:pt x="106540" y="390537"/>
                  </a:lnTo>
                  <a:lnTo>
                    <a:pt x="106540" y="390372"/>
                  </a:lnTo>
                  <a:close/>
                </a:path>
                <a:path w="1925955" h="1003935">
                  <a:moveTo>
                    <a:pt x="138711" y="356844"/>
                  </a:moveTo>
                  <a:lnTo>
                    <a:pt x="121284" y="356844"/>
                  </a:lnTo>
                  <a:lnTo>
                    <a:pt x="131800" y="371081"/>
                  </a:lnTo>
                  <a:lnTo>
                    <a:pt x="106540" y="378483"/>
                  </a:lnTo>
                  <a:lnTo>
                    <a:pt x="106540" y="390372"/>
                  </a:lnTo>
                  <a:lnTo>
                    <a:pt x="119113" y="389981"/>
                  </a:lnTo>
                  <a:lnTo>
                    <a:pt x="116154" y="384467"/>
                  </a:lnTo>
                  <a:lnTo>
                    <a:pt x="135487" y="384467"/>
                  </a:lnTo>
                  <a:lnTo>
                    <a:pt x="143738" y="376974"/>
                  </a:lnTo>
                  <a:lnTo>
                    <a:pt x="138711" y="356844"/>
                  </a:lnTo>
                  <a:close/>
                </a:path>
                <a:path w="1925955" h="1003935">
                  <a:moveTo>
                    <a:pt x="129959" y="384467"/>
                  </a:moveTo>
                  <a:lnTo>
                    <a:pt x="116154" y="384467"/>
                  </a:lnTo>
                  <a:lnTo>
                    <a:pt x="119113" y="389981"/>
                  </a:lnTo>
                  <a:lnTo>
                    <a:pt x="129781" y="389648"/>
                  </a:lnTo>
                  <a:lnTo>
                    <a:pt x="131792" y="387822"/>
                  </a:lnTo>
                  <a:lnTo>
                    <a:pt x="129959" y="384467"/>
                  </a:lnTo>
                  <a:close/>
                </a:path>
                <a:path w="1925955" h="1003935">
                  <a:moveTo>
                    <a:pt x="135487" y="384467"/>
                  </a:moveTo>
                  <a:lnTo>
                    <a:pt x="129959" y="384467"/>
                  </a:lnTo>
                  <a:lnTo>
                    <a:pt x="131792" y="387822"/>
                  </a:lnTo>
                  <a:lnTo>
                    <a:pt x="135487" y="384467"/>
                  </a:lnTo>
                  <a:close/>
                </a:path>
                <a:path w="1925955" h="1003935">
                  <a:moveTo>
                    <a:pt x="167004" y="363727"/>
                  </a:moveTo>
                  <a:lnTo>
                    <a:pt x="154660" y="363727"/>
                  </a:lnTo>
                  <a:lnTo>
                    <a:pt x="154660" y="416102"/>
                  </a:lnTo>
                  <a:lnTo>
                    <a:pt x="167004" y="416102"/>
                  </a:lnTo>
                  <a:lnTo>
                    <a:pt x="167004" y="363727"/>
                  </a:lnTo>
                  <a:close/>
                </a:path>
                <a:path w="1925955" h="1003935">
                  <a:moveTo>
                    <a:pt x="158915" y="342900"/>
                  </a:moveTo>
                  <a:lnTo>
                    <a:pt x="160870" y="356298"/>
                  </a:lnTo>
                  <a:lnTo>
                    <a:pt x="162839" y="356298"/>
                  </a:lnTo>
                  <a:lnTo>
                    <a:pt x="158915" y="342900"/>
                  </a:lnTo>
                  <a:close/>
                </a:path>
                <a:path w="1925955" h="1003935">
                  <a:moveTo>
                    <a:pt x="194017" y="363054"/>
                  </a:moveTo>
                  <a:lnTo>
                    <a:pt x="177380" y="379260"/>
                  </a:lnTo>
                  <a:lnTo>
                    <a:pt x="181140" y="408673"/>
                  </a:lnTo>
                  <a:lnTo>
                    <a:pt x="198005" y="417017"/>
                  </a:lnTo>
                  <a:lnTo>
                    <a:pt x="213753" y="416102"/>
                  </a:lnTo>
                  <a:lnTo>
                    <a:pt x="225894" y="416102"/>
                  </a:lnTo>
                  <a:lnTo>
                    <a:pt x="225894" y="406895"/>
                  </a:lnTo>
                  <a:lnTo>
                    <a:pt x="198742" y="406895"/>
                  </a:lnTo>
                  <a:lnTo>
                    <a:pt x="189001" y="386664"/>
                  </a:lnTo>
                  <a:lnTo>
                    <a:pt x="204101" y="373176"/>
                  </a:lnTo>
                  <a:lnTo>
                    <a:pt x="225894" y="373176"/>
                  </a:lnTo>
                  <a:lnTo>
                    <a:pt x="225894" y="372389"/>
                  </a:lnTo>
                  <a:lnTo>
                    <a:pt x="213512" y="372389"/>
                  </a:lnTo>
                  <a:lnTo>
                    <a:pt x="194017" y="363054"/>
                  </a:lnTo>
                  <a:close/>
                </a:path>
                <a:path w="1925955" h="1003935">
                  <a:moveTo>
                    <a:pt x="225894" y="373176"/>
                  </a:moveTo>
                  <a:lnTo>
                    <a:pt x="204101" y="373176"/>
                  </a:lnTo>
                  <a:lnTo>
                    <a:pt x="213753" y="393306"/>
                  </a:lnTo>
                  <a:lnTo>
                    <a:pt x="201447" y="406895"/>
                  </a:lnTo>
                  <a:lnTo>
                    <a:pt x="225894" y="406895"/>
                  </a:lnTo>
                  <a:lnTo>
                    <a:pt x="225894" y="373176"/>
                  </a:lnTo>
                  <a:close/>
                </a:path>
                <a:path w="1925955" h="1003935">
                  <a:moveTo>
                    <a:pt x="225894" y="346278"/>
                  </a:moveTo>
                  <a:lnTo>
                    <a:pt x="213512" y="346278"/>
                  </a:lnTo>
                  <a:lnTo>
                    <a:pt x="213512" y="372389"/>
                  </a:lnTo>
                  <a:lnTo>
                    <a:pt x="225894" y="372389"/>
                  </a:lnTo>
                  <a:lnTo>
                    <a:pt x="225894" y="346278"/>
                  </a:lnTo>
                  <a:close/>
                </a:path>
                <a:path w="1925955" h="1003935">
                  <a:moveTo>
                    <a:pt x="251104" y="364197"/>
                  </a:moveTo>
                  <a:lnTo>
                    <a:pt x="236689" y="380111"/>
                  </a:lnTo>
                  <a:lnTo>
                    <a:pt x="240779" y="408533"/>
                  </a:lnTo>
                  <a:lnTo>
                    <a:pt x="261099" y="417131"/>
                  </a:lnTo>
                  <a:lnTo>
                    <a:pt x="265175" y="417131"/>
                  </a:lnTo>
                  <a:lnTo>
                    <a:pt x="277122" y="407504"/>
                  </a:lnTo>
                  <a:lnTo>
                    <a:pt x="258597" y="407504"/>
                  </a:lnTo>
                  <a:lnTo>
                    <a:pt x="251620" y="393293"/>
                  </a:lnTo>
                  <a:lnTo>
                    <a:pt x="241465" y="393293"/>
                  </a:lnTo>
                  <a:lnTo>
                    <a:pt x="241465" y="384975"/>
                  </a:lnTo>
                  <a:lnTo>
                    <a:pt x="248384" y="384975"/>
                  </a:lnTo>
                  <a:lnTo>
                    <a:pt x="255892" y="373278"/>
                  </a:lnTo>
                  <a:lnTo>
                    <a:pt x="279854" y="373278"/>
                  </a:lnTo>
                  <a:lnTo>
                    <a:pt x="279463" y="371551"/>
                  </a:lnTo>
                  <a:lnTo>
                    <a:pt x="251104" y="364197"/>
                  </a:lnTo>
                  <a:close/>
                </a:path>
                <a:path w="1925955" h="1003935">
                  <a:moveTo>
                    <a:pt x="272351" y="400761"/>
                  </a:moveTo>
                  <a:lnTo>
                    <a:pt x="258597" y="407504"/>
                  </a:lnTo>
                  <a:lnTo>
                    <a:pt x="277122" y="407504"/>
                  </a:lnTo>
                  <a:lnTo>
                    <a:pt x="283883" y="402056"/>
                  </a:lnTo>
                  <a:lnTo>
                    <a:pt x="272351" y="400761"/>
                  </a:lnTo>
                  <a:close/>
                </a:path>
                <a:path w="1925955" h="1003935">
                  <a:moveTo>
                    <a:pt x="248384" y="384975"/>
                  </a:moveTo>
                  <a:lnTo>
                    <a:pt x="241465" y="384975"/>
                  </a:lnTo>
                  <a:lnTo>
                    <a:pt x="241465" y="393293"/>
                  </a:lnTo>
                  <a:lnTo>
                    <a:pt x="251620" y="393293"/>
                  </a:lnTo>
                  <a:lnTo>
                    <a:pt x="247903" y="385724"/>
                  </a:lnTo>
                  <a:lnTo>
                    <a:pt x="248384" y="384975"/>
                  </a:lnTo>
                  <a:close/>
                </a:path>
                <a:path w="1925955" h="1003935">
                  <a:moveTo>
                    <a:pt x="279854" y="373278"/>
                  </a:moveTo>
                  <a:lnTo>
                    <a:pt x="255892" y="373278"/>
                  </a:lnTo>
                  <a:lnTo>
                    <a:pt x="272554" y="384975"/>
                  </a:lnTo>
                  <a:lnTo>
                    <a:pt x="248384" y="384975"/>
                  </a:lnTo>
                  <a:lnTo>
                    <a:pt x="247903" y="385724"/>
                  </a:lnTo>
                  <a:lnTo>
                    <a:pt x="251620" y="393293"/>
                  </a:lnTo>
                  <a:lnTo>
                    <a:pt x="284391" y="393293"/>
                  </a:lnTo>
                  <a:lnTo>
                    <a:pt x="279854" y="373278"/>
                  </a:lnTo>
                  <a:close/>
                </a:path>
                <a:path w="1925955" h="1003935">
                  <a:moveTo>
                    <a:pt x="305676" y="363727"/>
                  </a:moveTo>
                  <a:lnTo>
                    <a:pt x="293712" y="363727"/>
                  </a:lnTo>
                  <a:lnTo>
                    <a:pt x="293712" y="416102"/>
                  </a:lnTo>
                  <a:lnTo>
                    <a:pt x="306044" y="416102"/>
                  </a:lnTo>
                  <a:lnTo>
                    <a:pt x="306044" y="385318"/>
                  </a:lnTo>
                  <a:lnTo>
                    <a:pt x="316284" y="372465"/>
                  </a:lnTo>
                  <a:lnTo>
                    <a:pt x="306222" y="372465"/>
                  </a:lnTo>
                  <a:lnTo>
                    <a:pt x="305676" y="363727"/>
                  </a:lnTo>
                  <a:close/>
                </a:path>
                <a:path w="1925955" h="1003935">
                  <a:moveTo>
                    <a:pt x="323570" y="363321"/>
                  </a:moveTo>
                  <a:lnTo>
                    <a:pt x="306222" y="372465"/>
                  </a:lnTo>
                  <a:lnTo>
                    <a:pt x="316284" y="372465"/>
                  </a:lnTo>
                  <a:lnTo>
                    <a:pt x="323570" y="363321"/>
                  </a:lnTo>
                  <a:close/>
                </a:path>
                <a:path w="1925955" h="1003935">
                  <a:moveTo>
                    <a:pt x="390860" y="372490"/>
                  </a:moveTo>
                  <a:lnTo>
                    <a:pt x="377723" y="372490"/>
                  </a:lnTo>
                  <a:lnTo>
                    <a:pt x="383717" y="380580"/>
                  </a:lnTo>
                  <a:lnTo>
                    <a:pt x="370763" y="385483"/>
                  </a:lnTo>
                  <a:lnTo>
                    <a:pt x="351650" y="407720"/>
                  </a:lnTo>
                  <a:lnTo>
                    <a:pt x="368414" y="417156"/>
                  </a:lnTo>
                  <a:lnTo>
                    <a:pt x="384200" y="416102"/>
                  </a:lnTo>
                  <a:lnTo>
                    <a:pt x="396062" y="416102"/>
                  </a:lnTo>
                  <a:lnTo>
                    <a:pt x="395939" y="408089"/>
                  </a:lnTo>
                  <a:lnTo>
                    <a:pt x="371614" y="408089"/>
                  </a:lnTo>
                  <a:lnTo>
                    <a:pt x="362788" y="401205"/>
                  </a:lnTo>
                  <a:lnTo>
                    <a:pt x="383755" y="397319"/>
                  </a:lnTo>
                  <a:lnTo>
                    <a:pt x="395774" y="397319"/>
                  </a:lnTo>
                  <a:lnTo>
                    <a:pt x="395592" y="385483"/>
                  </a:lnTo>
                  <a:lnTo>
                    <a:pt x="395470" y="377507"/>
                  </a:lnTo>
                  <a:lnTo>
                    <a:pt x="395427" y="374675"/>
                  </a:lnTo>
                  <a:lnTo>
                    <a:pt x="390860" y="372490"/>
                  </a:lnTo>
                  <a:close/>
                </a:path>
                <a:path w="1925955" h="1003935">
                  <a:moveTo>
                    <a:pt x="395774" y="397319"/>
                  </a:moveTo>
                  <a:lnTo>
                    <a:pt x="383755" y="397319"/>
                  </a:lnTo>
                  <a:lnTo>
                    <a:pt x="371614" y="408089"/>
                  </a:lnTo>
                  <a:lnTo>
                    <a:pt x="395939" y="408089"/>
                  </a:lnTo>
                  <a:lnTo>
                    <a:pt x="395833" y="401205"/>
                  </a:lnTo>
                  <a:lnTo>
                    <a:pt x="395774" y="397319"/>
                  </a:lnTo>
                  <a:close/>
                </a:path>
                <a:path w="1925955" h="1003935">
                  <a:moveTo>
                    <a:pt x="371132" y="363054"/>
                  </a:moveTo>
                  <a:lnTo>
                    <a:pt x="352590" y="377507"/>
                  </a:lnTo>
                  <a:lnTo>
                    <a:pt x="364108" y="379145"/>
                  </a:lnTo>
                  <a:lnTo>
                    <a:pt x="377723" y="372490"/>
                  </a:lnTo>
                  <a:lnTo>
                    <a:pt x="390860" y="372490"/>
                  </a:lnTo>
                  <a:lnTo>
                    <a:pt x="371132" y="363054"/>
                  </a:lnTo>
                  <a:close/>
                </a:path>
                <a:path w="1925955" h="1003935">
                  <a:moveTo>
                    <a:pt x="419480" y="363727"/>
                  </a:moveTo>
                  <a:lnTo>
                    <a:pt x="407352" y="363727"/>
                  </a:lnTo>
                  <a:lnTo>
                    <a:pt x="407352" y="435737"/>
                  </a:lnTo>
                  <a:lnTo>
                    <a:pt x="419684" y="435737"/>
                  </a:lnTo>
                  <a:lnTo>
                    <a:pt x="419684" y="407847"/>
                  </a:lnTo>
                  <a:lnTo>
                    <a:pt x="448558" y="407847"/>
                  </a:lnTo>
                  <a:lnTo>
                    <a:pt x="449518" y="406895"/>
                  </a:lnTo>
                  <a:lnTo>
                    <a:pt x="429145" y="406895"/>
                  </a:lnTo>
                  <a:lnTo>
                    <a:pt x="419455" y="389915"/>
                  </a:lnTo>
                  <a:lnTo>
                    <a:pt x="419455" y="386537"/>
                  </a:lnTo>
                  <a:lnTo>
                    <a:pt x="434505" y="373176"/>
                  </a:lnTo>
                  <a:lnTo>
                    <a:pt x="450380" y="373176"/>
                  </a:lnTo>
                  <a:lnTo>
                    <a:pt x="449389" y="368198"/>
                  </a:lnTo>
                  <a:lnTo>
                    <a:pt x="419480" y="363727"/>
                  </a:lnTo>
                  <a:close/>
                </a:path>
                <a:path w="1925955" h="1003935">
                  <a:moveTo>
                    <a:pt x="448558" y="407847"/>
                  </a:moveTo>
                  <a:lnTo>
                    <a:pt x="419684" y="407847"/>
                  </a:lnTo>
                  <a:lnTo>
                    <a:pt x="439318" y="417017"/>
                  </a:lnTo>
                  <a:lnTo>
                    <a:pt x="448558" y="407847"/>
                  </a:lnTo>
                  <a:close/>
                </a:path>
                <a:path w="1925955" h="1003935">
                  <a:moveTo>
                    <a:pt x="450380" y="373176"/>
                  </a:moveTo>
                  <a:lnTo>
                    <a:pt x="434505" y="373176"/>
                  </a:lnTo>
                  <a:lnTo>
                    <a:pt x="444207" y="393192"/>
                  </a:lnTo>
                  <a:lnTo>
                    <a:pt x="429145" y="406895"/>
                  </a:lnTo>
                  <a:lnTo>
                    <a:pt x="449518" y="406895"/>
                  </a:lnTo>
                  <a:lnTo>
                    <a:pt x="455841" y="400621"/>
                  </a:lnTo>
                  <a:lnTo>
                    <a:pt x="450380" y="373176"/>
                  </a:lnTo>
                  <a:close/>
                </a:path>
                <a:path w="1925955" h="1003935">
                  <a:moveTo>
                    <a:pt x="478370" y="363727"/>
                  </a:moveTo>
                  <a:lnTo>
                    <a:pt x="466229" y="363727"/>
                  </a:lnTo>
                  <a:lnTo>
                    <a:pt x="466229" y="435737"/>
                  </a:lnTo>
                  <a:lnTo>
                    <a:pt x="478574" y="435737"/>
                  </a:lnTo>
                  <a:lnTo>
                    <a:pt x="478574" y="407847"/>
                  </a:lnTo>
                  <a:lnTo>
                    <a:pt x="507443" y="407847"/>
                  </a:lnTo>
                  <a:lnTo>
                    <a:pt x="508403" y="406895"/>
                  </a:lnTo>
                  <a:lnTo>
                    <a:pt x="488022" y="406895"/>
                  </a:lnTo>
                  <a:lnTo>
                    <a:pt x="478332" y="389915"/>
                  </a:lnTo>
                  <a:lnTo>
                    <a:pt x="478332" y="386537"/>
                  </a:lnTo>
                  <a:lnTo>
                    <a:pt x="493394" y="373176"/>
                  </a:lnTo>
                  <a:lnTo>
                    <a:pt x="509259" y="373176"/>
                  </a:lnTo>
                  <a:lnTo>
                    <a:pt x="508266" y="368198"/>
                  </a:lnTo>
                  <a:lnTo>
                    <a:pt x="478370" y="363727"/>
                  </a:lnTo>
                  <a:close/>
                </a:path>
                <a:path w="1925955" h="1003935">
                  <a:moveTo>
                    <a:pt x="507443" y="407847"/>
                  </a:moveTo>
                  <a:lnTo>
                    <a:pt x="478574" y="407847"/>
                  </a:lnTo>
                  <a:lnTo>
                    <a:pt x="498195" y="417017"/>
                  </a:lnTo>
                  <a:lnTo>
                    <a:pt x="507443" y="407847"/>
                  </a:lnTo>
                  <a:close/>
                </a:path>
                <a:path w="1925955" h="1003935">
                  <a:moveTo>
                    <a:pt x="509259" y="373176"/>
                  </a:moveTo>
                  <a:lnTo>
                    <a:pt x="493394" y="373176"/>
                  </a:lnTo>
                  <a:lnTo>
                    <a:pt x="503085" y="393192"/>
                  </a:lnTo>
                  <a:lnTo>
                    <a:pt x="488022" y="406895"/>
                  </a:lnTo>
                  <a:lnTo>
                    <a:pt x="508403" y="406895"/>
                  </a:lnTo>
                  <a:lnTo>
                    <a:pt x="514730" y="400621"/>
                  </a:lnTo>
                  <a:lnTo>
                    <a:pt x="509259" y="373176"/>
                  </a:lnTo>
                  <a:close/>
                </a:path>
                <a:path w="1925955" h="1003935">
                  <a:moveTo>
                    <a:pt x="563244" y="363054"/>
                  </a:moveTo>
                  <a:lnTo>
                    <a:pt x="546607" y="379260"/>
                  </a:lnTo>
                  <a:lnTo>
                    <a:pt x="550367" y="408673"/>
                  </a:lnTo>
                  <a:lnTo>
                    <a:pt x="567232" y="417017"/>
                  </a:lnTo>
                  <a:lnTo>
                    <a:pt x="582993" y="416102"/>
                  </a:lnTo>
                  <a:lnTo>
                    <a:pt x="595121" y="416102"/>
                  </a:lnTo>
                  <a:lnTo>
                    <a:pt x="595121" y="406895"/>
                  </a:lnTo>
                  <a:lnTo>
                    <a:pt x="567969" y="406895"/>
                  </a:lnTo>
                  <a:lnTo>
                    <a:pt x="558241" y="386664"/>
                  </a:lnTo>
                  <a:lnTo>
                    <a:pt x="573341" y="373176"/>
                  </a:lnTo>
                  <a:lnTo>
                    <a:pt x="595121" y="373176"/>
                  </a:lnTo>
                  <a:lnTo>
                    <a:pt x="595121" y="372389"/>
                  </a:lnTo>
                  <a:lnTo>
                    <a:pt x="582752" y="372389"/>
                  </a:lnTo>
                  <a:lnTo>
                    <a:pt x="563244" y="363054"/>
                  </a:lnTo>
                  <a:close/>
                </a:path>
                <a:path w="1925955" h="1003935">
                  <a:moveTo>
                    <a:pt x="595121" y="373176"/>
                  </a:moveTo>
                  <a:lnTo>
                    <a:pt x="573341" y="373176"/>
                  </a:lnTo>
                  <a:lnTo>
                    <a:pt x="582993" y="393306"/>
                  </a:lnTo>
                  <a:lnTo>
                    <a:pt x="570674" y="406895"/>
                  </a:lnTo>
                  <a:lnTo>
                    <a:pt x="595121" y="406895"/>
                  </a:lnTo>
                  <a:lnTo>
                    <a:pt x="595121" y="373176"/>
                  </a:lnTo>
                  <a:close/>
                </a:path>
                <a:path w="1925955" h="1003935">
                  <a:moveTo>
                    <a:pt x="595121" y="346278"/>
                  </a:moveTo>
                  <a:lnTo>
                    <a:pt x="582752" y="346278"/>
                  </a:lnTo>
                  <a:lnTo>
                    <a:pt x="582752" y="372389"/>
                  </a:lnTo>
                  <a:lnTo>
                    <a:pt x="595121" y="372389"/>
                  </a:lnTo>
                  <a:lnTo>
                    <a:pt x="595121" y="346278"/>
                  </a:lnTo>
                  <a:close/>
                </a:path>
                <a:path w="1925955" h="1003935">
                  <a:moveTo>
                    <a:pt x="620331" y="364197"/>
                  </a:moveTo>
                  <a:lnTo>
                    <a:pt x="605929" y="380111"/>
                  </a:lnTo>
                  <a:lnTo>
                    <a:pt x="610019" y="408533"/>
                  </a:lnTo>
                  <a:lnTo>
                    <a:pt x="630339" y="417131"/>
                  </a:lnTo>
                  <a:lnTo>
                    <a:pt x="634403" y="417131"/>
                  </a:lnTo>
                  <a:lnTo>
                    <a:pt x="647042" y="406946"/>
                  </a:lnTo>
                  <a:lnTo>
                    <a:pt x="625487" y="406946"/>
                  </a:lnTo>
                  <a:lnTo>
                    <a:pt x="622873" y="393293"/>
                  </a:lnTo>
                  <a:lnTo>
                    <a:pt x="610704" y="393293"/>
                  </a:lnTo>
                  <a:lnTo>
                    <a:pt x="610704" y="384975"/>
                  </a:lnTo>
                  <a:lnTo>
                    <a:pt x="621279" y="384975"/>
                  </a:lnTo>
                  <a:lnTo>
                    <a:pt x="619810" y="377304"/>
                  </a:lnTo>
                  <a:lnTo>
                    <a:pt x="649997" y="377304"/>
                  </a:lnTo>
                  <a:lnTo>
                    <a:pt x="648690" y="371551"/>
                  </a:lnTo>
                  <a:lnTo>
                    <a:pt x="620331" y="364197"/>
                  </a:lnTo>
                  <a:close/>
                </a:path>
                <a:path w="1925955" h="1003935">
                  <a:moveTo>
                    <a:pt x="641591" y="400761"/>
                  </a:moveTo>
                  <a:lnTo>
                    <a:pt x="625487" y="406946"/>
                  </a:lnTo>
                  <a:lnTo>
                    <a:pt x="647042" y="406946"/>
                  </a:lnTo>
                  <a:lnTo>
                    <a:pt x="653110" y="402056"/>
                  </a:lnTo>
                  <a:lnTo>
                    <a:pt x="641591" y="400761"/>
                  </a:lnTo>
                  <a:close/>
                </a:path>
                <a:path w="1925955" h="1003935">
                  <a:moveTo>
                    <a:pt x="621279" y="384975"/>
                  </a:moveTo>
                  <a:lnTo>
                    <a:pt x="610704" y="384975"/>
                  </a:lnTo>
                  <a:lnTo>
                    <a:pt x="610704" y="393293"/>
                  </a:lnTo>
                  <a:lnTo>
                    <a:pt x="622873" y="393293"/>
                  </a:lnTo>
                  <a:lnTo>
                    <a:pt x="621279" y="384975"/>
                  </a:lnTo>
                  <a:close/>
                </a:path>
                <a:path w="1925955" h="1003935">
                  <a:moveTo>
                    <a:pt x="649997" y="377304"/>
                  </a:moveTo>
                  <a:lnTo>
                    <a:pt x="619810" y="377304"/>
                  </a:lnTo>
                  <a:lnTo>
                    <a:pt x="641794" y="384975"/>
                  </a:lnTo>
                  <a:lnTo>
                    <a:pt x="621279" y="384975"/>
                  </a:lnTo>
                  <a:lnTo>
                    <a:pt x="622873" y="393293"/>
                  </a:lnTo>
                  <a:lnTo>
                    <a:pt x="653630" y="393293"/>
                  </a:lnTo>
                  <a:lnTo>
                    <a:pt x="649997" y="377304"/>
                  </a:lnTo>
                  <a:close/>
                </a:path>
                <a:path w="1925955" h="1003935">
                  <a:moveTo>
                    <a:pt x="670445" y="363727"/>
                  </a:moveTo>
                  <a:lnTo>
                    <a:pt x="657288" y="363727"/>
                  </a:lnTo>
                  <a:lnTo>
                    <a:pt x="675932" y="416102"/>
                  </a:lnTo>
                  <a:lnTo>
                    <a:pt x="689571" y="416102"/>
                  </a:lnTo>
                  <a:lnTo>
                    <a:pt x="694363" y="402640"/>
                  </a:lnTo>
                  <a:lnTo>
                    <a:pt x="683018" y="402640"/>
                  </a:lnTo>
                  <a:lnTo>
                    <a:pt x="670445" y="363727"/>
                  </a:lnTo>
                  <a:close/>
                </a:path>
                <a:path w="1925955" h="1003935">
                  <a:moveTo>
                    <a:pt x="708215" y="363727"/>
                  </a:moveTo>
                  <a:lnTo>
                    <a:pt x="695096" y="363727"/>
                  </a:lnTo>
                  <a:lnTo>
                    <a:pt x="683018" y="402640"/>
                  </a:lnTo>
                  <a:lnTo>
                    <a:pt x="694363" y="402640"/>
                  </a:lnTo>
                  <a:lnTo>
                    <a:pt x="708215" y="363727"/>
                  </a:lnTo>
                  <a:close/>
                </a:path>
                <a:path w="1925955" h="1003935">
                  <a:moveTo>
                    <a:pt x="727036" y="364197"/>
                  </a:moveTo>
                  <a:lnTo>
                    <a:pt x="712622" y="380111"/>
                  </a:lnTo>
                  <a:lnTo>
                    <a:pt x="716724" y="408533"/>
                  </a:lnTo>
                  <a:lnTo>
                    <a:pt x="737044" y="417131"/>
                  </a:lnTo>
                  <a:lnTo>
                    <a:pt x="741108" y="417131"/>
                  </a:lnTo>
                  <a:lnTo>
                    <a:pt x="753748" y="406946"/>
                  </a:lnTo>
                  <a:lnTo>
                    <a:pt x="732180" y="406946"/>
                  </a:lnTo>
                  <a:lnTo>
                    <a:pt x="729571" y="393293"/>
                  </a:lnTo>
                  <a:lnTo>
                    <a:pt x="717397" y="393293"/>
                  </a:lnTo>
                  <a:lnTo>
                    <a:pt x="717397" y="384975"/>
                  </a:lnTo>
                  <a:lnTo>
                    <a:pt x="727981" y="384975"/>
                  </a:lnTo>
                  <a:lnTo>
                    <a:pt x="726516" y="377304"/>
                  </a:lnTo>
                  <a:lnTo>
                    <a:pt x="756699" y="377304"/>
                  </a:lnTo>
                  <a:lnTo>
                    <a:pt x="755395" y="371551"/>
                  </a:lnTo>
                  <a:lnTo>
                    <a:pt x="727036" y="364197"/>
                  </a:lnTo>
                  <a:close/>
                </a:path>
                <a:path w="1925955" h="1003935">
                  <a:moveTo>
                    <a:pt x="748296" y="400761"/>
                  </a:moveTo>
                  <a:lnTo>
                    <a:pt x="732180" y="406946"/>
                  </a:lnTo>
                  <a:lnTo>
                    <a:pt x="753748" y="406946"/>
                  </a:lnTo>
                  <a:lnTo>
                    <a:pt x="759815" y="402056"/>
                  </a:lnTo>
                  <a:lnTo>
                    <a:pt x="748296" y="400761"/>
                  </a:lnTo>
                  <a:close/>
                </a:path>
                <a:path w="1925955" h="1003935">
                  <a:moveTo>
                    <a:pt x="727981" y="384975"/>
                  </a:moveTo>
                  <a:lnTo>
                    <a:pt x="717397" y="384975"/>
                  </a:lnTo>
                  <a:lnTo>
                    <a:pt x="717397" y="393293"/>
                  </a:lnTo>
                  <a:lnTo>
                    <a:pt x="729571" y="393293"/>
                  </a:lnTo>
                  <a:lnTo>
                    <a:pt x="727981" y="384975"/>
                  </a:lnTo>
                  <a:close/>
                </a:path>
                <a:path w="1925955" h="1003935">
                  <a:moveTo>
                    <a:pt x="756699" y="377304"/>
                  </a:moveTo>
                  <a:lnTo>
                    <a:pt x="726516" y="377304"/>
                  </a:lnTo>
                  <a:lnTo>
                    <a:pt x="748499" y="384975"/>
                  </a:lnTo>
                  <a:lnTo>
                    <a:pt x="727981" y="384975"/>
                  </a:lnTo>
                  <a:lnTo>
                    <a:pt x="729571" y="393293"/>
                  </a:lnTo>
                  <a:lnTo>
                    <a:pt x="760323" y="393293"/>
                  </a:lnTo>
                  <a:lnTo>
                    <a:pt x="756699" y="377304"/>
                  </a:lnTo>
                  <a:close/>
                </a:path>
                <a:path w="1925955" h="1003935">
                  <a:moveTo>
                    <a:pt x="781989" y="346278"/>
                  </a:moveTo>
                  <a:lnTo>
                    <a:pt x="769645" y="346278"/>
                  </a:lnTo>
                  <a:lnTo>
                    <a:pt x="769645" y="416102"/>
                  </a:lnTo>
                  <a:lnTo>
                    <a:pt x="781989" y="416102"/>
                  </a:lnTo>
                  <a:lnTo>
                    <a:pt x="781989" y="346278"/>
                  </a:lnTo>
                  <a:close/>
                </a:path>
                <a:path w="1925955" h="1003935">
                  <a:moveTo>
                    <a:pt x="806843" y="364172"/>
                  </a:moveTo>
                  <a:lnTo>
                    <a:pt x="792327" y="379971"/>
                  </a:lnTo>
                  <a:lnTo>
                    <a:pt x="796442" y="408355"/>
                  </a:lnTo>
                  <a:lnTo>
                    <a:pt x="816394" y="417131"/>
                  </a:lnTo>
                  <a:lnTo>
                    <a:pt x="833437" y="411505"/>
                  </a:lnTo>
                  <a:lnTo>
                    <a:pt x="835588" y="407238"/>
                  </a:lnTo>
                  <a:lnTo>
                    <a:pt x="816470" y="407238"/>
                  </a:lnTo>
                  <a:lnTo>
                    <a:pt x="811263" y="406476"/>
                  </a:lnTo>
                  <a:lnTo>
                    <a:pt x="807504" y="376694"/>
                  </a:lnTo>
                  <a:lnTo>
                    <a:pt x="835840" y="376694"/>
                  </a:lnTo>
                  <a:lnTo>
                    <a:pt x="833437" y="368681"/>
                  </a:lnTo>
                  <a:lnTo>
                    <a:pt x="806843" y="364172"/>
                  </a:lnTo>
                  <a:close/>
                </a:path>
                <a:path w="1925955" h="1003935">
                  <a:moveTo>
                    <a:pt x="835840" y="376694"/>
                  </a:moveTo>
                  <a:lnTo>
                    <a:pt x="807504" y="376694"/>
                  </a:lnTo>
                  <a:lnTo>
                    <a:pt x="826668" y="378777"/>
                  </a:lnTo>
                  <a:lnTo>
                    <a:pt x="816470" y="407238"/>
                  </a:lnTo>
                  <a:lnTo>
                    <a:pt x="835588" y="407238"/>
                  </a:lnTo>
                  <a:lnTo>
                    <a:pt x="841489" y="395528"/>
                  </a:lnTo>
                  <a:lnTo>
                    <a:pt x="835840" y="376694"/>
                  </a:lnTo>
                  <a:close/>
                </a:path>
                <a:path w="1925955" h="1003935">
                  <a:moveTo>
                    <a:pt x="862977" y="363727"/>
                  </a:moveTo>
                  <a:lnTo>
                    <a:pt x="850836" y="363727"/>
                  </a:lnTo>
                  <a:lnTo>
                    <a:pt x="850836" y="435737"/>
                  </a:lnTo>
                  <a:lnTo>
                    <a:pt x="863180" y="435737"/>
                  </a:lnTo>
                  <a:lnTo>
                    <a:pt x="863180" y="407847"/>
                  </a:lnTo>
                  <a:lnTo>
                    <a:pt x="892055" y="407847"/>
                  </a:lnTo>
                  <a:lnTo>
                    <a:pt x="893015" y="406895"/>
                  </a:lnTo>
                  <a:lnTo>
                    <a:pt x="872642" y="406895"/>
                  </a:lnTo>
                  <a:lnTo>
                    <a:pt x="862939" y="389915"/>
                  </a:lnTo>
                  <a:lnTo>
                    <a:pt x="862939" y="386537"/>
                  </a:lnTo>
                  <a:lnTo>
                    <a:pt x="878001" y="373176"/>
                  </a:lnTo>
                  <a:lnTo>
                    <a:pt x="893876" y="373176"/>
                  </a:lnTo>
                  <a:lnTo>
                    <a:pt x="892886" y="368198"/>
                  </a:lnTo>
                  <a:lnTo>
                    <a:pt x="862977" y="363727"/>
                  </a:lnTo>
                  <a:close/>
                </a:path>
                <a:path w="1925955" h="1003935">
                  <a:moveTo>
                    <a:pt x="892055" y="407847"/>
                  </a:moveTo>
                  <a:lnTo>
                    <a:pt x="863180" y="407847"/>
                  </a:lnTo>
                  <a:lnTo>
                    <a:pt x="882815" y="417017"/>
                  </a:lnTo>
                  <a:lnTo>
                    <a:pt x="892055" y="407847"/>
                  </a:lnTo>
                  <a:close/>
                </a:path>
                <a:path w="1925955" h="1003935">
                  <a:moveTo>
                    <a:pt x="893876" y="373176"/>
                  </a:moveTo>
                  <a:lnTo>
                    <a:pt x="878001" y="373176"/>
                  </a:lnTo>
                  <a:lnTo>
                    <a:pt x="887691" y="393192"/>
                  </a:lnTo>
                  <a:lnTo>
                    <a:pt x="872642" y="406895"/>
                  </a:lnTo>
                  <a:lnTo>
                    <a:pt x="893015" y="406895"/>
                  </a:lnTo>
                  <a:lnTo>
                    <a:pt x="899337" y="400621"/>
                  </a:lnTo>
                  <a:lnTo>
                    <a:pt x="893876" y="373176"/>
                  </a:lnTo>
                  <a:close/>
                </a:path>
                <a:path w="1925955" h="1003935">
                  <a:moveTo>
                    <a:pt x="921524" y="363727"/>
                  </a:moveTo>
                  <a:lnTo>
                    <a:pt x="909726" y="363727"/>
                  </a:lnTo>
                  <a:lnTo>
                    <a:pt x="909726" y="416102"/>
                  </a:lnTo>
                  <a:lnTo>
                    <a:pt x="922070" y="416102"/>
                  </a:lnTo>
                  <a:lnTo>
                    <a:pt x="922070" y="384263"/>
                  </a:lnTo>
                  <a:lnTo>
                    <a:pt x="936409" y="374256"/>
                  </a:lnTo>
                  <a:lnTo>
                    <a:pt x="982757" y="374256"/>
                  </a:lnTo>
                  <a:lnTo>
                    <a:pt x="981581" y="372630"/>
                  </a:lnTo>
                  <a:lnTo>
                    <a:pt x="922134" y="372630"/>
                  </a:lnTo>
                  <a:lnTo>
                    <a:pt x="921582" y="364578"/>
                  </a:lnTo>
                  <a:lnTo>
                    <a:pt x="921524" y="363727"/>
                  </a:lnTo>
                  <a:close/>
                </a:path>
                <a:path w="1925955" h="1003935">
                  <a:moveTo>
                    <a:pt x="966559" y="374256"/>
                  </a:moveTo>
                  <a:lnTo>
                    <a:pt x="936409" y="374256"/>
                  </a:lnTo>
                  <a:lnTo>
                    <a:pt x="940473" y="416102"/>
                  </a:lnTo>
                  <a:lnTo>
                    <a:pt x="952576" y="416102"/>
                  </a:lnTo>
                  <a:lnTo>
                    <a:pt x="952576" y="380479"/>
                  </a:lnTo>
                  <a:lnTo>
                    <a:pt x="966559" y="374256"/>
                  </a:lnTo>
                  <a:close/>
                </a:path>
                <a:path w="1925955" h="1003935">
                  <a:moveTo>
                    <a:pt x="982757" y="374256"/>
                  </a:moveTo>
                  <a:lnTo>
                    <a:pt x="966678" y="374256"/>
                  </a:lnTo>
                  <a:lnTo>
                    <a:pt x="970991" y="416102"/>
                  </a:lnTo>
                  <a:lnTo>
                    <a:pt x="983373" y="416102"/>
                  </a:lnTo>
                  <a:lnTo>
                    <a:pt x="983373" y="375107"/>
                  </a:lnTo>
                  <a:lnTo>
                    <a:pt x="982757" y="374256"/>
                  </a:lnTo>
                  <a:close/>
                </a:path>
                <a:path w="1925955" h="1003935">
                  <a:moveTo>
                    <a:pt x="933094" y="363054"/>
                  </a:moveTo>
                  <a:lnTo>
                    <a:pt x="922134" y="372630"/>
                  </a:lnTo>
                  <a:lnTo>
                    <a:pt x="951280" y="372630"/>
                  </a:lnTo>
                  <a:lnTo>
                    <a:pt x="949744" y="369671"/>
                  </a:lnTo>
                  <a:lnTo>
                    <a:pt x="933094" y="363054"/>
                  </a:lnTo>
                  <a:close/>
                </a:path>
                <a:path w="1925955" h="1003935">
                  <a:moveTo>
                    <a:pt x="963206" y="363054"/>
                  </a:moveTo>
                  <a:lnTo>
                    <a:pt x="951280" y="372630"/>
                  </a:lnTo>
                  <a:lnTo>
                    <a:pt x="981581" y="372630"/>
                  </a:lnTo>
                  <a:lnTo>
                    <a:pt x="975753" y="364578"/>
                  </a:lnTo>
                  <a:lnTo>
                    <a:pt x="963206" y="363054"/>
                  </a:lnTo>
                  <a:close/>
                </a:path>
                <a:path w="1925955" h="1003935">
                  <a:moveTo>
                    <a:pt x="1007948" y="364197"/>
                  </a:moveTo>
                  <a:lnTo>
                    <a:pt x="993533" y="380111"/>
                  </a:lnTo>
                  <a:lnTo>
                    <a:pt x="997623" y="408533"/>
                  </a:lnTo>
                  <a:lnTo>
                    <a:pt x="1017955" y="417131"/>
                  </a:lnTo>
                  <a:lnTo>
                    <a:pt x="1022019" y="417131"/>
                  </a:lnTo>
                  <a:lnTo>
                    <a:pt x="1033965" y="407504"/>
                  </a:lnTo>
                  <a:lnTo>
                    <a:pt x="1015441" y="407504"/>
                  </a:lnTo>
                  <a:lnTo>
                    <a:pt x="1008472" y="393293"/>
                  </a:lnTo>
                  <a:lnTo>
                    <a:pt x="998308" y="393293"/>
                  </a:lnTo>
                  <a:lnTo>
                    <a:pt x="998308" y="384975"/>
                  </a:lnTo>
                  <a:lnTo>
                    <a:pt x="1005240" y="384975"/>
                  </a:lnTo>
                  <a:lnTo>
                    <a:pt x="1012736" y="373278"/>
                  </a:lnTo>
                  <a:lnTo>
                    <a:pt x="1036698" y="373278"/>
                  </a:lnTo>
                  <a:lnTo>
                    <a:pt x="1036307" y="371551"/>
                  </a:lnTo>
                  <a:lnTo>
                    <a:pt x="1007948" y="364197"/>
                  </a:lnTo>
                  <a:close/>
                </a:path>
                <a:path w="1925955" h="1003935">
                  <a:moveTo>
                    <a:pt x="1029195" y="400761"/>
                  </a:moveTo>
                  <a:lnTo>
                    <a:pt x="1015441" y="407504"/>
                  </a:lnTo>
                  <a:lnTo>
                    <a:pt x="1033965" y="407504"/>
                  </a:lnTo>
                  <a:lnTo>
                    <a:pt x="1040726" y="402056"/>
                  </a:lnTo>
                  <a:lnTo>
                    <a:pt x="1029195" y="400761"/>
                  </a:lnTo>
                  <a:close/>
                </a:path>
                <a:path w="1925955" h="1003935">
                  <a:moveTo>
                    <a:pt x="1005240" y="384975"/>
                  </a:moveTo>
                  <a:lnTo>
                    <a:pt x="998308" y="384975"/>
                  </a:lnTo>
                  <a:lnTo>
                    <a:pt x="998308" y="393293"/>
                  </a:lnTo>
                  <a:lnTo>
                    <a:pt x="1008472" y="393293"/>
                  </a:lnTo>
                  <a:lnTo>
                    <a:pt x="1004760" y="385724"/>
                  </a:lnTo>
                  <a:lnTo>
                    <a:pt x="1005240" y="384975"/>
                  </a:lnTo>
                  <a:close/>
                </a:path>
                <a:path w="1925955" h="1003935">
                  <a:moveTo>
                    <a:pt x="1036698" y="373278"/>
                  </a:moveTo>
                  <a:lnTo>
                    <a:pt x="1012736" y="373278"/>
                  </a:lnTo>
                  <a:lnTo>
                    <a:pt x="1029411" y="384975"/>
                  </a:lnTo>
                  <a:lnTo>
                    <a:pt x="1005240" y="384975"/>
                  </a:lnTo>
                  <a:lnTo>
                    <a:pt x="1004760" y="385724"/>
                  </a:lnTo>
                  <a:lnTo>
                    <a:pt x="1008472" y="393293"/>
                  </a:lnTo>
                  <a:lnTo>
                    <a:pt x="1041234" y="393293"/>
                  </a:lnTo>
                  <a:lnTo>
                    <a:pt x="1036698" y="373278"/>
                  </a:lnTo>
                  <a:close/>
                </a:path>
                <a:path w="1925955" h="1003935">
                  <a:moveTo>
                    <a:pt x="1062354" y="363727"/>
                  </a:moveTo>
                  <a:lnTo>
                    <a:pt x="1050556" y="363727"/>
                  </a:lnTo>
                  <a:lnTo>
                    <a:pt x="1050556" y="416102"/>
                  </a:lnTo>
                  <a:lnTo>
                    <a:pt x="1062901" y="416102"/>
                  </a:lnTo>
                  <a:lnTo>
                    <a:pt x="1062901" y="382892"/>
                  </a:lnTo>
                  <a:lnTo>
                    <a:pt x="1079652" y="374472"/>
                  </a:lnTo>
                  <a:lnTo>
                    <a:pt x="1094268" y="374472"/>
                  </a:lnTo>
                  <a:lnTo>
                    <a:pt x="1093767" y="372630"/>
                  </a:lnTo>
                  <a:lnTo>
                    <a:pt x="1062964" y="372630"/>
                  </a:lnTo>
                  <a:lnTo>
                    <a:pt x="1062354" y="363727"/>
                  </a:lnTo>
                  <a:close/>
                </a:path>
                <a:path w="1925955" h="1003935">
                  <a:moveTo>
                    <a:pt x="1094268" y="374472"/>
                  </a:moveTo>
                  <a:lnTo>
                    <a:pt x="1079652" y="374472"/>
                  </a:lnTo>
                  <a:lnTo>
                    <a:pt x="1084173" y="416102"/>
                  </a:lnTo>
                  <a:lnTo>
                    <a:pt x="1096517" y="416102"/>
                  </a:lnTo>
                  <a:lnTo>
                    <a:pt x="1096517" y="382752"/>
                  </a:lnTo>
                  <a:lnTo>
                    <a:pt x="1094268" y="374472"/>
                  </a:lnTo>
                  <a:close/>
                </a:path>
                <a:path w="1925955" h="1003935">
                  <a:moveTo>
                    <a:pt x="1074673" y="363054"/>
                  </a:moveTo>
                  <a:lnTo>
                    <a:pt x="1062964" y="372630"/>
                  </a:lnTo>
                  <a:lnTo>
                    <a:pt x="1093767" y="372630"/>
                  </a:lnTo>
                  <a:lnTo>
                    <a:pt x="1092822" y="369150"/>
                  </a:lnTo>
                  <a:lnTo>
                    <a:pt x="1074673" y="363054"/>
                  </a:lnTo>
                  <a:close/>
                </a:path>
                <a:path w="1925955" h="1003935">
                  <a:moveTo>
                    <a:pt x="1123759" y="351180"/>
                  </a:moveTo>
                  <a:lnTo>
                    <a:pt x="1111415" y="351180"/>
                  </a:lnTo>
                  <a:lnTo>
                    <a:pt x="1111389" y="405663"/>
                  </a:lnTo>
                  <a:lnTo>
                    <a:pt x="1127772" y="416813"/>
                  </a:lnTo>
                  <a:lnTo>
                    <a:pt x="1123759" y="351180"/>
                  </a:lnTo>
                  <a:close/>
                </a:path>
                <a:path w="1925955" h="1003935">
                  <a:moveTo>
                    <a:pt x="1111409" y="363727"/>
                  </a:moveTo>
                  <a:lnTo>
                    <a:pt x="1103985" y="363727"/>
                  </a:lnTo>
                  <a:lnTo>
                    <a:pt x="1103985" y="373278"/>
                  </a:lnTo>
                  <a:lnTo>
                    <a:pt x="1111404" y="373278"/>
                  </a:lnTo>
                  <a:lnTo>
                    <a:pt x="1111409" y="363727"/>
                  </a:lnTo>
                  <a:close/>
                </a:path>
                <a:path w="1925955" h="1003935">
                  <a:moveTo>
                    <a:pt x="1134084" y="363727"/>
                  </a:moveTo>
                  <a:lnTo>
                    <a:pt x="1124526" y="363727"/>
                  </a:lnTo>
                  <a:lnTo>
                    <a:pt x="1125110" y="373278"/>
                  </a:lnTo>
                  <a:lnTo>
                    <a:pt x="1134084" y="373278"/>
                  </a:lnTo>
                  <a:lnTo>
                    <a:pt x="1134084" y="363727"/>
                  </a:lnTo>
                  <a:close/>
                </a:path>
                <a:path w="1925955" h="1003935">
                  <a:moveTo>
                    <a:pt x="1194168" y="337858"/>
                  </a:moveTo>
                  <a:lnTo>
                    <a:pt x="1182547" y="337858"/>
                  </a:lnTo>
                  <a:lnTo>
                    <a:pt x="1178064" y="343928"/>
                  </a:lnTo>
                  <a:lnTo>
                    <a:pt x="1169047" y="381190"/>
                  </a:lnTo>
                  <a:lnTo>
                    <a:pt x="1169047" y="389686"/>
                  </a:lnTo>
                  <a:lnTo>
                    <a:pt x="1182547" y="424484"/>
                  </a:lnTo>
                  <a:lnTo>
                    <a:pt x="1194168" y="424484"/>
                  </a:lnTo>
                  <a:lnTo>
                    <a:pt x="1182433" y="392036"/>
                  </a:lnTo>
                  <a:lnTo>
                    <a:pt x="1194168" y="337858"/>
                  </a:lnTo>
                  <a:close/>
                </a:path>
                <a:path w="1925955" h="1003935">
                  <a:moveTo>
                    <a:pt x="1215834" y="346278"/>
                  </a:moveTo>
                  <a:lnTo>
                    <a:pt x="1203185" y="346278"/>
                  </a:lnTo>
                  <a:lnTo>
                    <a:pt x="1203185" y="396900"/>
                  </a:lnTo>
                  <a:lnTo>
                    <a:pt x="1212329" y="411848"/>
                  </a:lnTo>
                  <a:lnTo>
                    <a:pt x="1242161" y="416102"/>
                  </a:lnTo>
                  <a:lnTo>
                    <a:pt x="1257130" y="402666"/>
                  </a:lnTo>
                  <a:lnTo>
                    <a:pt x="1220851" y="402666"/>
                  </a:lnTo>
                  <a:lnTo>
                    <a:pt x="1215834" y="346278"/>
                  </a:lnTo>
                  <a:close/>
                </a:path>
                <a:path w="1925955" h="1003935">
                  <a:moveTo>
                    <a:pt x="1259839" y="346278"/>
                  </a:moveTo>
                  <a:lnTo>
                    <a:pt x="1247190" y="346278"/>
                  </a:lnTo>
                  <a:lnTo>
                    <a:pt x="1247190" y="390842"/>
                  </a:lnTo>
                  <a:lnTo>
                    <a:pt x="1244015" y="400888"/>
                  </a:lnTo>
                  <a:lnTo>
                    <a:pt x="1220851" y="402666"/>
                  </a:lnTo>
                  <a:lnTo>
                    <a:pt x="1257130" y="402666"/>
                  </a:lnTo>
                  <a:lnTo>
                    <a:pt x="1258658" y="401294"/>
                  </a:lnTo>
                  <a:lnTo>
                    <a:pt x="1259839" y="346278"/>
                  </a:lnTo>
                  <a:close/>
                </a:path>
                <a:path w="1925955" h="1003935">
                  <a:moveTo>
                    <a:pt x="1285112" y="346278"/>
                  </a:moveTo>
                  <a:lnTo>
                    <a:pt x="1272463" y="346278"/>
                  </a:lnTo>
                  <a:lnTo>
                    <a:pt x="1272463" y="416102"/>
                  </a:lnTo>
                  <a:lnTo>
                    <a:pt x="1285112" y="416102"/>
                  </a:lnTo>
                  <a:lnTo>
                    <a:pt x="1285112" y="346278"/>
                  </a:lnTo>
                  <a:close/>
                </a:path>
                <a:path w="1925955" h="1003935">
                  <a:moveTo>
                    <a:pt x="1351140" y="357733"/>
                  </a:moveTo>
                  <a:lnTo>
                    <a:pt x="1340434" y="357733"/>
                  </a:lnTo>
                  <a:lnTo>
                    <a:pt x="1340434" y="404914"/>
                  </a:lnTo>
                  <a:lnTo>
                    <a:pt x="1351140" y="404914"/>
                  </a:lnTo>
                  <a:lnTo>
                    <a:pt x="1351140" y="357733"/>
                  </a:lnTo>
                  <a:close/>
                </a:path>
                <a:path w="1925955" h="1003935">
                  <a:moveTo>
                    <a:pt x="1340434" y="375970"/>
                  </a:moveTo>
                  <a:lnTo>
                    <a:pt x="1322184" y="375970"/>
                  </a:lnTo>
                  <a:lnTo>
                    <a:pt x="1322184" y="386676"/>
                  </a:lnTo>
                  <a:lnTo>
                    <a:pt x="1340434" y="386676"/>
                  </a:lnTo>
                  <a:lnTo>
                    <a:pt x="1340434" y="375970"/>
                  </a:lnTo>
                  <a:close/>
                </a:path>
                <a:path w="1925955" h="1003935">
                  <a:moveTo>
                    <a:pt x="1369377" y="375970"/>
                  </a:moveTo>
                  <a:lnTo>
                    <a:pt x="1351140" y="375970"/>
                  </a:lnTo>
                  <a:lnTo>
                    <a:pt x="1351140" y="386676"/>
                  </a:lnTo>
                  <a:lnTo>
                    <a:pt x="1369377" y="386676"/>
                  </a:lnTo>
                  <a:lnTo>
                    <a:pt x="1369377" y="375970"/>
                  </a:lnTo>
                  <a:close/>
                </a:path>
                <a:path w="1925955" h="1003935">
                  <a:moveTo>
                    <a:pt x="1435049" y="344436"/>
                  </a:moveTo>
                  <a:lnTo>
                    <a:pt x="1414945" y="345897"/>
                  </a:lnTo>
                  <a:lnTo>
                    <a:pt x="1409306" y="416102"/>
                  </a:lnTo>
                  <a:lnTo>
                    <a:pt x="1421688" y="416102"/>
                  </a:lnTo>
                  <a:lnTo>
                    <a:pt x="1421688" y="359613"/>
                  </a:lnTo>
                  <a:lnTo>
                    <a:pt x="1435049" y="344436"/>
                  </a:lnTo>
                  <a:close/>
                </a:path>
                <a:path w="1925955" h="1003935">
                  <a:moveTo>
                    <a:pt x="1413512" y="363727"/>
                  </a:moveTo>
                  <a:lnTo>
                    <a:pt x="1401571" y="363727"/>
                  </a:lnTo>
                  <a:lnTo>
                    <a:pt x="1401571" y="373278"/>
                  </a:lnTo>
                  <a:lnTo>
                    <a:pt x="1412745" y="373278"/>
                  </a:lnTo>
                  <a:lnTo>
                    <a:pt x="1413512" y="363727"/>
                  </a:lnTo>
                  <a:close/>
                </a:path>
                <a:path w="1925955" h="1003935">
                  <a:moveTo>
                    <a:pt x="1432534" y="363727"/>
                  </a:moveTo>
                  <a:lnTo>
                    <a:pt x="1421688" y="363727"/>
                  </a:lnTo>
                  <a:lnTo>
                    <a:pt x="1421688" y="373278"/>
                  </a:lnTo>
                  <a:lnTo>
                    <a:pt x="1432534" y="373278"/>
                  </a:lnTo>
                  <a:lnTo>
                    <a:pt x="1432534" y="363727"/>
                  </a:lnTo>
                  <a:close/>
                </a:path>
                <a:path w="1925955" h="1003935">
                  <a:moveTo>
                    <a:pt x="1452283" y="364197"/>
                  </a:moveTo>
                  <a:lnTo>
                    <a:pt x="1437868" y="380111"/>
                  </a:lnTo>
                  <a:lnTo>
                    <a:pt x="1441970" y="408533"/>
                  </a:lnTo>
                  <a:lnTo>
                    <a:pt x="1462290" y="417131"/>
                  </a:lnTo>
                  <a:lnTo>
                    <a:pt x="1466354" y="417131"/>
                  </a:lnTo>
                  <a:lnTo>
                    <a:pt x="1478994" y="406946"/>
                  </a:lnTo>
                  <a:lnTo>
                    <a:pt x="1457439" y="406946"/>
                  </a:lnTo>
                  <a:lnTo>
                    <a:pt x="1454824" y="393293"/>
                  </a:lnTo>
                  <a:lnTo>
                    <a:pt x="1442643" y="393293"/>
                  </a:lnTo>
                  <a:lnTo>
                    <a:pt x="1442643" y="384975"/>
                  </a:lnTo>
                  <a:lnTo>
                    <a:pt x="1453231" y="384975"/>
                  </a:lnTo>
                  <a:lnTo>
                    <a:pt x="1451762" y="377304"/>
                  </a:lnTo>
                  <a:lnTo>
                    <a:pt x="1481946" y="377304"/>
                  </a:lnTo>
                  <a:lnTo>
                    <a:pt x="1480642" y="371551"/>
                  </a:lnTo>
                  <a:lnTo>
                    <a:pt x="1452283" y="364197"/>
                  </a:lnTo>
                  <a:close/>
                </a:path>
                <a:path w="1925955" h="1003935">
                  <a:moveTo>
                    <a:pt x="1473542" y="400761"/>
                  </a:moveTo>
                  <a:lnTo>
                    <a:pt x="1457439" y="406946"/>
                  </a:lnTo>
                  <a:lnTo>
                    <a:pt x="1478994" y="406946"/>
                  </a:lnTo>
                  <a:lnTo>
                    <a:pt x="1485061" y="402056"/>
                  </a:lnTo>
                  <a:lnTo>
                    <a:pt x="1473542" y="400761"/>
                  </a:lnTo>
                  <a:close/>
                </a:path>
                <a:path w="1925955" h="1003935">
                  <a:moveTo>
                    <a:pt x="1453231" y="384975"/>
                  </a:moveTo>
                  <a:lnTo>
                    <a:pt x="1442643" y="384975"/>
                  </a:lnTo>
                  <a:lnTo>
                    <a:pt x="1442643" y="393293"/>
                  </a:lnTo>
                  <a:lnTo>
                    <a:pt x="1454824" y="393293"/>
                  </a:lnTo>
                  <a:lnTo>
                    <a:pt x="1453231" y="384975"/>
                  </a:lnTo>
                  <a:close/>
                </a:path>
                <a:path w="1925955" h="1003935">
                  <a:moveTo>
                    <a:pt x="1481946" y="377304"/>
                  </a:moveTo>
                  <a:lnTo>
                    <a:pt x="1451762" y="377304"/>
                  </a:lnTo>
                  <a:lnTo>
                    <a:pt x="1473746" y="384975"/>
                  </a:lnTo>
                  <a:lnTo>
                    <a:pt x="1453231" y="384975"/>
                  </a:lnTo>
                  <a:lnTo>
                    <a:pt x="1454824" y="393293"/>
                  </a:lnTo>
                  <a:lnTo>
                    <a:pt x="1485569" y="393293"/>
                  </a:lnTo>
                  <a:lnTo>
                    <a:pt x="1481946" y="377304"/>
                  </a:lnTo>
                  <a:close/>
                </a:path>
                <a:path w="1925955" h="1003935">
                  <a:moveTo>
                    <a:pt x="1532410" y="372490"/>
                  </a:moveTo>
                  <a:lnTo>
                    <a:pt x="1519262" y="372490"/>
                  </a:lnTo>
                  <a:lnTo>
                    <a:pt x="1525269" y="380580"/>
                  </a:lnTo>
                  <a:lnTo>
                    <a:pt x="1512315" y="385483"/>
                  </a:lnTo>
                  <a:lnTo>
                    <a:pt x="1493202" y="407720"/>
                  </a:lnTo>
                  <a:lnTo>
                    <a:pt x="1509953" y="417156"/>
                  </a:lnTo>
                  <a:lnTo>
                    <a:pt x="1525739" y="416102"/>
                  </a:lnTo>
                  <a:lnTo>
                    <a:pt x="1537614" y="416102"/>
                  </a:lnTo>
                  <a:lnTo>
                    <a:pt x="1537491" y="408089"/>
                  </a:lnTo>
                  <a:lnTo>
                    <a:pt x="1513166" y="408089"/>
                  </a:lnTo>
                  <a:lnTo>
                    <a:pt x="1504340" y="401205"/>
                  </a:lnTo>
                  <a:lnTo>
                    <a:pt x="1525308" y="397319"/>
                  </a:lnTo>
                  <a:lnTo>
                    <a:pt x="1537326" y="397319"/>
                  </a:lnTo>
                  <a:lnTo>
                    <a:pt x="1537145" y="385483"/>
                  </a:lnTo>
                  <a:lnTo>
                    <a:pt x="1537022" y="377507"/>
                  </a:lnTo>
                  <a:lnTo>
                    <a:pt x="1536979" y="374675"/>
                  </a:lnTo>
                  <a:lnTo>
                    <a:pt x="1532410" y="372490"/>
                  </a:lnTo>
                  <a:close/>
                </a:path>
                <a:path w="1925955" h="1003935">
                  <a:moveTo>
                    <a:pt x="1537326" y="397319"/>
                  </a:moveTo>
                  <a:lnTo>
                    <a:pt x="1525308" y="397319"/>
                  </a:lnTo>
                  <a:lnTo>
                    <a:pt x="1513166" y="408089"/>
                  </a:lnTo>
                  <a:lnTo>
                    <a:pt x="1537491" y="408089"/>
                  </a:lnTo>
                  <a:lnTo>
                    <a:pt x="1537386" y="401205"/>
                  </a:lnTo>
                  <a:lnTo>
                    <a:pt x="1537326" y="397319"/>
                  </a:lnTo>
                  <a:close/>
                </a:path>
                <a:path w="1925955" h="1003935">
                  <a:moveTo>
                    <a:pt x="1512671" y="363054"/>
                  </a:moveTo>
                  <a:lnTo>
                    <a:pt x="1494142" y="377507"/>
                  </a:lnTo>
                  <a:lnTo>
                    <a:pt x="1505661" y="379145"/>
                  </a:lnTo>
                  <a:lnTo>
                    <a:pt x="1519262" y="372490"/>
                  </a:lnTo>
                  <a:lnTo>
                    <a:pt x="1532410" y="372490"/>
                  </a:lnTo>
                  <a:lnTo>
                    <a:pt x="1512671" y="363054"/>
                  </a:lnTo>
                  <a:close/>
                </a:path>
                <a:path w="1925955" h="1003935">
                  <a:moveTo>
                    <a:pt x="1564716" y="351180"/>
                  </a:moveTo>
                  <a:lnTo>
                    <a:pt x="1552371" y="351180"/>
                  </a:lnTo>
                  <a:lnTo>
                    <a:pt x="1552346" y="405663"/>
                  </a:lnTo>
                  <a:lnTo>
                    <a:pt x="1568742" y="416813"/>
                  </a:lnTo>
                  <a:lnTo>
                    <a:pt x="1564716" y="351180"/>
                  </a:lnTo>
                  <a:close/>
                </a:path>
                <a:path w="1925955" h="1003935">
                  <a:moveTo>
                    <a:pt x="1552365" y="363727"/>
                  </a:moveTo>
                  <a:lnTo>
                    <a:pt x="1544942" y="363727"/>
                  </a:lnTo>
                  <a:lnTo>
                    <a:pt x="1544942" y="373278"/>
                  </a:lnTo>
                  <a:lnTo>
                    <a:pt x="1552361" y="373278"/>
                  </a:lnTo>
                  <a:lnTo>
                    <a:pt x="1552365" y="363727"/>
                  </a:lnTo>
                  <a:close/>
                </a:path>
                <a:path w="1925955" h="1003935">
                  <a:moveTo>
                    <a:pt x="1575053" y="363727"/>
                  </a:moveTo>
                  <a:lnTo>
                    <a:pt x="1565485" y="363727"/>
                  </a:lnTo>
                  <a:lnTo>
                    <a:pt x="1566071" y="373278"/>
                  </a:lnTo>
                  <a:lnTo>
                    <a:pt x="1575053" y="373278"/>
                  </a:lnTo>
                  <a:lnTo>
                    <a:pt x="1575053" y="363727"/>
                  </a:lnTo>
                  <a:close/>
                </a:path>
                <a:path w="1925955" h="1003935">
                  <a:moveTo>
                    <a:pt x="1596593" y="363727"/>
                  </a:moveTo>
                  <a:lnTo>
                    <a:pt x="1584248" y="363727"/>
                  </a:lnTo>
                  <a:lnTo>
                    <a:pt x="1584248" y="397078"/>
                  </a:lnTo>
                  <a:lnTo>
                    <a:pt x="1587944" y="410718"/>
                  </a:lnTo>
                  <a:lnTo>
                    <a:pt x="1605635" y="416788"/>
                  </a:lnTo>
                  <a:lnTo>
                    <a:pt x="1617459" y="406793"/>
                  </a:lnTo>
                  <a:lnTo>
                    <a:pt x="1629968" y="406793"/>
                  </a:lnTo>
                  <a:lnTo>
                    <a:pt x="1629968" y="405028"/>
                  </a:lnTo>
                  <a:lnTo>
                    <a:pt x="1601127" y="405028"/>
                  </a:lnTo>
                  <a:lnTo>
                    <a:pt x="1596593" y="363727"/>
                  </a:lnTo>
                  <a:close/>
                </a:path>
                <a:path w="1925955" h="1003935">
                  <a:moveTo>
                    <a:pt x="1629968" y="406793"/>
                  </a:moveTo>
                  <a:lnTo>
                    <a:pt x="1617459" y="406793"/>
                  </a:lnTo>
                  <a:lnTo>
                    <a:pt x="1617992" y="416102"/>
                  </a:lnTo>
                  <a:lnTo>
                    <a:pt x="1629968" y="416102"/>
                  </a:lnTo>
                  <a:lnTo>
                    <a:pt x="1629968" y="406793"/>
                  </a:lnTo>
                  <a:close/>
                </a:path>
                <a:path w="1925955" h="1003935">
                  <a:moveTo>
                    <a:pt x="1629968" y="363727"/>
                  </a:moveTo>
                  <a:lnTo>
                    <a:pt x="1617624" y="363727"/>
                  </a:lnTo>
                  <a:lnTo>
                    <a:pt x="1617624" y="396735"/>
                  </a:lnTo>
                  <a:lnTo>
                    <a:pt x="1601127" y="405028"/>
                  </a:lnTo>
                  <a:lnTo>
                    <a:pt x="1629968" y="405028"/>
                  </a:lnTo>
                  <a:lnTo>
                    <a:pt x="1629968" y="363727"/>
                  </a:lnTo>
                  <a:close/>
                </a:path>
                <a:path w="1925955" h="1003935">
                  <a:moveTo>
                    <a:pt x="1653501" y="363727"/>
                  </a:moveTo>
                  <a:lnTo>
                    <a:pt x="1641538" y="363727"/>
                  </a:lnTo>
                  <a:lnTo>
                    <a:pt x="1641538" y="416102"/>
                  </a:lnTo>
                  <a:lnTo>
                    <a:pt x="1653870" y="416102"/>
                  </a:lnTo>
                  <a:lnTo>
                    <a:pt x="1653870" y="385318"/>
                  </a:lnTo>
                  <a:lnTo>
                    <a:pt x="1664110" y="372465"/>
                  </a:lnTo>
                  <a:lnTo>
                    <a:pt x="1654048" y="372465"/>
                  </a:lnTo>
                  <a:lnTo>
                    <a:pt x="1653501" y="363727"/>
                  </a:lnTo>
                  <a:close/>
                </a:path>
                <a:path w="1925955" h="1003935">
                  <a:moveTo>
                    <a:pt x="1671396" y="363321"/>
                  </a:moveTo>
                  <a:lnTo>
                    <a:pt x="1654048" y="372465"/>
                  </a:lnTo>
                  <a:lnTo>
                    <a:pt x="1664110" y="372465"/>
                  </a:lnTo>
                  <a:lnTo>
                    <a:pt x="1671396" y="363321"/>
                  </a:lnTo>
                  <a:close/>
                </a:path>
                <a:path w="1925955" h="1003935">
                  <a:moveTo>
                    <a:pt x="1689506" y="364197"/>
                  </a:moveTo>
                  <a:lnTo>
                    <a:pt x="1675091" y="380111"/>
                  </a:lnTo>
                  <a:lnTo>
                    <a:pt x="1679181" y="408533"/>
                  </a:lnTo>
                  <a:lnTo>
                    <a:pt x="1699501" y="417131"/>
                  </a:lnTo>
                  <a:lnTo>
                    <a:pt x="1703577" y="417131"/>
                  </a:lnTo>
                  <a:lnTo>
                    <a:pt x="1716217" y="406946"/>
                  </a:lnTo>
                  <a:lnTo>
                    <a:pt x="1694649" y="406946"/>
                  </a:lnTo>
                  <a:lnTo>
                    <a:pt x="1692041" y="393293"/>
                  </a:lnTo>
                  <a:lnTo>
                    <a:pt x="1679867" y="393293"/>
                  </a:lnTo>
                  <a:lnTo>
                    <a:pt x="1679867" y="384975"/>
                  </a:lnTo>
                  <a:lnTo>
                    <a:pt x="1690451" y="384975"/>
                  </a:lnTo>
                  <a:lnTo>
                    <a:pt x="1688985" y="377304"/>
                  </a:lnTo>
                  <a:lnTo>
                    <a:pt x="1719160" y="377304"/>
                  </a:lnTo>
                  <a:lnTo>
                    <a:pt x="1717852" y="371551"/>
                  </a:lnTo>
                  <a:lnTo>
                    <a:pt x="1689506" y="364197"/>
                  </a:lnTo>
                  <a:close/>
                </a:path>
                <a:path w="1925955" h="1003935">
                  <a:moveTo>
                    <a:pt x="1710753" y="400761"/>
                  </a:moveTo>
                  <a:lnTo>
                    <a:pt x="1694649" y="406946"/>
                  </a:lnTo>
                  <a:lnTo>
                    <a:pt x="1716217" y="406946"/>
                  </a:lnTo>
                  <a:lnTo>
                    <a:pt x="1722285" y="402056"/>
                  </a:lnTo>
                  <a:lnTo>
                    <a:pt x="1710753" y="400761"/>
                  </a:lnTo>
                  <a:close/>
                </a:path>
                <a:path w="1925955" h="1003935">
                  <a:moveTo>
                    <a:pt x="1690451" y="384975"/>
                  </a:moveTo>
                  <a:lnTo>
                    <a:pt x="1679867" y="384975"/>
                  </a:lnTo>
                  <a:lnTo>
                    <a:pt x="1679867" y="393293"/>
                  </a:lnTo>
                  <a:lnTo>
                    <a:pt x="1692041" y="393293"/>
                  </a:lnTo>
                  <a:lnTo>
                    <a:pt x="1690451" y="384975"/>
                  </a:lnTo>
                  <a:close/>
                </a:path>
                <a:path w="1925955" h="1003935">
                  <a:moveTo>
                    <a:pt x="1719160" y="377304"/>
                  </a:moveTo>
                  <a:lnTo>
                    <a:pt x="1688985" y="377304"/>
                  </a:lnTo>
                  <a:lnTo>
                    <a:pt x="1710956" y="384975"/>
                  </a:lnTo>
                  <a:lnTo>
                    <a:pt x="1690451" y="384975"/>
                  </a:lnTo>
                  <a:lnTo>
                    <a:pt x="1692041" y="393293"/>
                  </a:lnTo>
                  <a:lnTo>
                    <a:pt x="1722793" y="393293"/>
                  </a:lnTo>
                  <a:lnTo>
                    <a:pt x="1719160" y="377304"/>
                  </a:lnTo>
                  <a:close/>
                </a:path>
                <a:path w="1925955" h="1003935">
                  <a:moveTo>
                    <a:pt x="1763394" y="364363"/>
                  </a:moveTo>
                  <a:lnTo>
                    <a:pt x="1738160" y="366318"/>
                  </a:lnTo>
                  <a:lnTo>
                    <a:pt x="1732419" y="385914"/>
                  </a:lnTo>
                  <a:lnTo>
                    <a:pt x="1757324" y="396100"/>
                  </a:lnTo>
                  <a:lnTo>
                    <a:pt x="1741830" y="400659"/>
                  </a:lnTo>
                  <a:lnTo>
                    <a:pt x="1729790" y="401815"/>
                  </a:lnTo>
                  <a:lnTo>
                    <a:pt x="1730540" y="406641"/>
                  </a:lnTo>
                  <a:lnTo>
                    <a:pt x="1745843" y="417131"/>
                  </a:lnTo>
                  <a:lnTo>
                    <a:pt x="1769833" y="411645"/>
                  </a:lnTo>
                  <a:lnTo>
                    <a:pt x="1773377" y="393636"/>
                  </a:lnTo>
                  <a:lnTo>
                    <a:pt x="1748307" y="383717"/>
                  </a:lnTo>
                  <a:lnTo>
                    <a:pt x="1773504" y="377571"/>
                  </a:lnTo>
                  <a:lnTo>
                    <a:pt x="1772653" y="373125"/>
                  </a:lnTo>
                  <a:lnTo>
                    <a:pt x="1763394" y="364363"/>
                  </a:lnTo>
                  <a:close/>
                </a:path>
                <a:path w="1925955" h="1003935">
                  <a:moveTo>
                    <a:pt x="1792198" y="344297"/>
                  </a:moveTo>
                  <a:lnTo>
                    <a:pt x="1780578" y="344297"/>
                  </a:lnTo>
                  <a:lnTo>
                    <a:pt x="1792300" y="376796"/>
                  </a:lnTo>
                  <a:lnTo>
                    <a:pt x="1780578" y="430936"/>
                  </a:lnTo>
                  <a:lnTo>
                    <a:pt x="1792198" y="430936"/>
                  </a:lnTo>
                  <a:lnTo>
                    <a:pt x="1796681" y="424865"/>
                  </a:lnTo>
                  <a:lnTo>
                    <a:pt x="1805698" y="387629"/>
                  </a:lnTo>
                  <a:lnTo>
                    <a:pt x="1805698" y="379107"/>
                  </a:lnTo>
                  <a:lnTo>
                    <a:pt x="1792198" y="344297"/>
                  </a:lnTo>
                  <a:close/>
                </a:path>
                <a:path w="1925955" h="1003935">
                  <a:moveTo>
                    <a:pt x="12255" y="487578"/>
                  </a:moveTo>
                  <a:lnTo>
                    <a:pt x="0" y="505333"/>
                  </a:lnTo>
                  <a:lnTo>
                    <a:pt x="15011" y="517588"/>
                  </a:lnTo>
                  <a:lnTo>
                    <a:pt x="17779" y="517588"/>
                  </a:lnTo>
                  <a:lnTo>
                    <a:pt x="30010" y="499808"/>
                  </a:lnTo>
                  <a:lnTo>
                    <a:pt x="12255" y="487578"/>
                  </a:lnTo>
                  <a:close/>
                </a:path>
                <a:path w="1925955" h="1003935">
                  <a:moveTo>
                    <a:pt x="93891" y="460578"/>
                  </a:moveTo>
                  <a:lnTo>
                    <a:pt x="93891" y="530402"/>
                  </a:lnTo>
                  <a:lnTo>
                    <a:pt x="124637" y="530402"/>
                  </a:lnTo>
                  <a:lnTo>
                    <a:pt x="144611" y="519455"/>
                  </a:lnTo>
                  <a:lnTo>
                    <a:pt x="106540" y="519455"/>
                  </a:lnTo>
                  <a:lnTo>
                    <a:pt x="106540" y="471525"/>
                  </a:lnTo>
                  <a:lnTo>
                    <a:pt x="144729" y="471525"/>
                  </a:lnTo>
                  <a:lnTo>
                    <a:pt x="130911" y="461975"/>
                  </a:lnTo>
                  <a:lnTo>
                    <a:pt x="93891" y="460578"/>
                  </a:lnTo>
                  <a:close/>
                </a:path>
                <a:path w="1925955" h="1003935">
                  <a:moveTo>
                    <a:pt x="144729" y="471525"/>
                  </a:moveTo>
                  <a:lnTo>
                    <a:pt x="106540" y="471525"/>
                  </a:lnTo>
                  <a:lnTo>
                    <a:pt x="125996" y="472401"/>
                  </a:lnTo>
                  <a:lnTo>
                    <a:pt x="138074" y="485648"/>
                  </a:lnTo>
                  <a:lnTo>
                    <a:pt x="132359" y="514997"/>
                  </a:lnTo>
                  <a:lnTo>
                    <a:pt x="106540" y="519455"/>
                  </a:lnTo>
                  <a:lnTo>
                    <a:pt x="144692" y="519455"/>
                  </a:lnTo>
                  <a:lnTo>
                    <a:pt x="151434" y="488175"/>
                  </a:lnTo>
                  <a:lnTo>
                    <a:pt x="144729" y="471525"/>
                  </a:lnTo>
                  <a:close/>
                </a:path>
                <a:path w="1925955" h="1003935">
                  <a:moveTo>
                    <a:pt x="199306" y="486791"/>
                  </a:moveTo>
                  <a:lnTo>
                    <a:pt x="186169" y="486791"/>
                  </a:lnTo>
                  <a:lnTo>
                    <a:pt x="192163" y="494880"/>
                  </a:lnTo>
                  <a:lnTo>
                    <a:pt x="179209" y="499783"/>
                  </a:lnTo>
                  <a:lnTo>
                    <a:pt x="160096" y="522020"/>
                  </a:lnTo>
                  <a:lnTo>
                    <a:pt x="176860" y="531456"/>
                  </a:lnTo>
                  <a:lnTo>
                    <a:pt x="192646" y="530402"/>
                  </a:lnTo>
                  <a:lnTo>
                    <a:pt x="204508" y="530402"/>
                  </a:lnTo>
                  <a:lnTo>
                    <a:pt x="204385" y="522389"/>
                  </a:lnTo>
                  <a:lnTo>
                    <a:pt x="180060" y="522389"/>
                  </a:lnTo>
                  <a:lnTo>
                    <a:pt x="171234" y="515505"/>
                  </a:lnTo>
                  <a:lnTo>
                    <a:pt x="192201" y="511619"/>
                  </a:lnTo>
                  <a:lnTo>
                    <a:pt x="204220" y="511619"/>
                  </a:lnTo>
                  <a:lnTo>
                    <a:pt x="204038" y="499783"/>
                  </a:lnTo>
                  <a:lnTo>
                    <a:pt x="203916" y="491807"/>
                  </a:lnTo>
                  <a:lnTo>
                    <a:pt x="203873" y="488975"/>
                  </a:lnTo>
                  <a:lnTo>
                    <a:pt x="199306" y="486791"/>
                  </a:lnTo>
                  <a:close/>
                </a:path>
                <a:path w="1925955" h="1003935">
                  <a:moveTo>
                    <a:pt x="204220" y="511619"/>
                  </a:moveTo>
                  <a:lnTo>
                    <a:pt x="192201" y="511619"/>
                  </a:lnTo>
                  <a:lnTo>
                    <a:pt x="180060" y="522389"/>
                  </a:lnTo>
                  <a:lnTo>
                    <a:pt x="204385" y="522389"/>
                  </a:lnTo>
                  <a:lnTo>
                    <a:pt x="204279" y="515505"/>
                  </a:lnTo>
                  <a:lnTo>
                    <a:pt x="204220" y="511619"/>
                  </a:lnTo>
                  <a:close/>
                </a:path>
                <a:path w="1925955" h="1003935">
                  <a:moveTo>
                    <a:pt x="179577" y="477354"/>
                  </a:moveTo>
                  <a:lnTo>
                    <a:pt x="161035" y="491807"/>
                  </a:lnTo>
                  <a:lnTo>
                    <a:pt x="172554" y="493445"/>
                  </a:lnTo>
                  <a:lnTo>
                    <a:pt x="186169" y="486791"/>
                  </a:lnTo>
                  <a:lnTo>
                    <a:pt x="199306" y="486791"/>
                  </a:lnTo>
                  <a:lnTo>
                    <a:pt x="179577" y="477354"/>
                  </a:lnTo>
                  <a:close/>
                </a:path>
                <a:path w="1925955" h="1003935">
                  <a:moveTo>
                    <a:pt x="247078" y="478663"/>
                  </a:moveTo>
                  <a:lnTo>
                    <a:pt x="221856" y="480618"/>
                  </a:lnTo>
                  <a:lnTo>
                    <a:pt x="216115" y="500214"/>
                  </a:lnTo>
                  <a:lnTo>
                    <a:pt x="241007" y="510400"/>
                  </a:lnTo>
                  <a:lnTo>
                    <a:pt x="225513" y="514959"/>
                  </a:lnTo>
                  <a:lnTo>
                    <a:pt x="213474" y="516115"/>
                  </a:lnTo>
                  <a:lnTo>
                    <a:pt x="214223" y="520941"/>
                  </a:lnTo>
                  <a:lnTo>
                    <a:pt x="229527" y="531431"/>
                  </a:lnTo>
                  <a:lnTo>
                    <a:pt x="253530" y="525945"/>
                  </a:lnTo>
                  <a:lnTo>
                    <a:pt x="257060" y="507936"/>
                  </a:lnTo>
                  <a:lnTo>
                    <a:pt x="231990" y="498017"/>
                  </a:lnTo>
                  <a:lnTo>
                    <a:pt x="257187" y="491871"/>
                  </a:lnTo>
                  <a:lnTo>
                    <a:pt x="256336" y="487425"/>
                  </a:lnTo>
                  <a:lnTo>
                    <a:pt x="247078" y="478663"/>
                  </a:lnTo>
                  <a:close/>
                </a:path>
                <a:path w="1925955" h="1003935">
                  <a:moveTo>
                    <a:pt x="279425" y="460578"/>
                  </a:moveTo>
                  <a:lnTo>
                    <a:pt x="267360" y="460578"/>
                  </a:lnTo>
                  <a:lnTo>
                    <a:pt x="267360" y="530402"/>
                  </a:lnTo>
                  <a:lnTo>
                    <a:pt x="279704" y="530402"/>
                  </a:lnTo>
                  <a:lnTo>
                    <a:pt x="279704" y="497192"/>
                  </a:lnTo>
                  <a:lnTo>
                    <a:pt x="296799" y="488772"/>
                  </a:lnTo>
                  <a:lnTo>
                    <a:pt x="311402" y="488772"/>
                  </a:lnTo>
                  <a:lnTo>
                    <a:pt x="310898" y="486930"/>
                  </a:lnTo>
                  <a:lnTo>
                    <a:pt x="280047" y="486930"/>
                  </a:lnTo>
                  <a:lnTo>
                    <a:pt x="279425" y="460578"/>
                  </a:lnTo>
                  <a:close/>
                </a:path>
                <a:path w="1925955" h="1003935">
                  <a:moveTo>
                    <a:pt x="311402" y="488772"/>
                  </a:moveTo>
                  <a:lnTo>
                    <a:pt x="296799" y="488772"/>
                  </a:lnTo>
                  <a:lnTo>
                    <a:pt x="301320" y="530402"/>
                  </a:lnTo>
                  <a:lnTo>
                    <a:pt x="313664" y="530402"/>
                  </a:lnTo>
                  <a:lnTo>
                    <a:pt x="313664" y="497052"/>
                  </a:lnTo>
                  <a:lnTo>
                    <a:pt x="311402" y="488772"/>
                  </a:lnTo>
                  <a:close/>
                </a:path>
                <a:path w="1925955" h="1003935">
                  <a:moveTo>
                    <a:pt x="291630" y="477354"/>
                  </a:moveTo>
                  <a:lnTo>
                    <a:pt x="280047" y="486930"/>
                  </a:lnTo>
                  <a:lnTo>
                    <a:pt x="310898" y="486930"/>
                  </a:lnTo>
                  <a:lnTo>
                    <a:pt x="309930" y="483387"/>
                  </a:lnTo>
                  <a:lnTo>
                    <a:pt x="291630" y="477354"/>
                  </a:lnTo>
                  <a:close/>
                </a:path>
                <a:path w="1925955" h="1003935">
                  <a:moveTo>
                    <a:pt x="338010" y="460578"/>
                  </a:moveTo>
                  <a:lnTo>
                    <a:pt x="325666" y="460578"/>
                  </a:lnTo>
                  <a:lnTo>
                    <a:pt x="325666" y="530402"/>
                  </a:lnTo>
                  <a:lnTo>
                    <a:pt x="337807" y="530402"/>
                  </a:lnTo>
                  <a:lnTo>
                    <a:pt x="337807" y="522147"/>
                  </a:lnTo>
                  <a:lnTo>
                    <a:pt x="370488" y="522147"/>
                  </a:lnTo>
                  <a:lnTo>
                    <a:pt x="370610" y="521195"/>
                  </a:lnTo>
                  <a:lnTo>
                    <a:pt x="347459" y="521195"/>
                  </a:lnTo>
                  <a:lnTo>
                    <a:pt x="337769" y="504215"/>
                  </a:lnTo>
                  <a:lnTo>
                    <a:pt x="337769" y="500837"/>
                  </a:lnTo>
                  <a:lnTo>
                    <a:pt x="352831" y="487476"/>
                  </a:lnTo>
                  <a:lnTo>
                    <a:pt x="368944" y="487476"/>
                  </a:lnTo>
                  <a:lnTo>
                    <a:pt x="362509" y="479945"/>
                  </a:lnTo>
                  <a:lnTo>
                    <a:pt x="343941" y="479945"/>
                  </a:lnTo>
                  <a:lnTo>
                    <a:pt x="338010" y="460578"/>
                  </a:lnTo>
                  <a:close/>
                </a:path>
                <a:path w="1925955" h="1003935">
                  <a:moveTo>
                    <a:pt x="370488" y="522147"/>
                  </a:moveTo>
                  <a:lnTo>
                    <a:pt x="337807" y="522147"/>
                  </a:lnTo>
                  <a:lnTo>
                    <a:pt x="370382" y="522973"/>
                  </a:lnTo>
                  <a:lnTo>
                    <a:pt x="370488" y="522147"/>
                  </a:lnTo>
                  <a:close/>
                </a:path>
                <a:path w="1925955" h="1003935">
                  <a:moveTo>
                    <a:pt x="368944" y="487476"/>
                  </a:moveTo>
                  <a:lnTo>
                    <a:pt x="352831" y="487476"/>
                  </a:lnTo>
                  <a:lnTo>
                    <a:pt x="362521" y="507492"/>
                  </a:lnTo>
                  <a:lnTo>
                    <a:pt x="347459" y="521195"/>
                  </a:lnTo>
                  <a:lnTo>
                    <a:pt x="370610" y="521195"/>
                  </a:lnTo>
                  <a:lnTo>
                    <a:pt x="374141" y="493560"/>
                  </a:lnTo>
                  <a:lnTo>
                    <a:pt x="368944" y="487476"/>
                  </a:lnTo>
                  <a:close/>
                </a:path>
                <a:path w="1925955" h="1003935">
                  <a:moveTo>
                    <a:pt x="361175" y="478383"/>
                  </a:moveTo>
                  <a:lnTo>
                    <a:pt x="343941" y="479945"/>
                  </a:lnTo>
                  <a:lnTo>
                    <a:pt x="362509" y="479945"/>
                  </a:lnTo>
                  <a:lnTo>
                    <a:pt x="361175" y="478383"/>
                  </a:lnTo>
                  <a:close/>
                </a:path>
                <a:path w="1925955" h="1003935">
                  <a:moveTo>
                    <a:pt x="397763" y="478472"/>
                  </a:moveTo>
                  <a:lnTo>
                    <a:pt x="383247" y="494271"/>
                  </a:lnTo>
                  <a:lnTo>
                    <a:pt x="387362" y="522655"/>
                  </a:lnTo>
                  <a:lnTo>
                    <a:pt x="407314" y="531431"/>
                  </a:lnTo>
                  <a:lnTo>
                    <a:pt x="424357" y="525805"/>
                  </a:lnTo>
                  <a:lnTo>
                    <a:pt x="426508" y="521538"/>
                  </a:lnTo>
                  <a:lnTo>
                    <a:pt x="407377" y="521538"/>
                  </a:lnTo>
                  <a:lnTo>
                    <a:pt x="402170" y="520776"/>
                  </a:lnTo>
                  <a:lnTo>
                    <a:pt x="398424" y="490994"/>
                  </a:lnTo>
                  <a:lnTo>
                    <a:pt x="426761" y="490994"/>
                  </a:lnTo>
                  <a:lnTo>
                    <a:pt x="424357" y="482981"/>
                  </a:lnTo>
                  <a:lnTo>
                    <a:pt x="397763" y="478472"/>
                  </a:lnTo>
                  <a:close/>
                </a:path>
                <a:path w="1925955" h="1003935">
                  <a:moveTo>
                    <a:pt x="426761" y="490994"/>
                  </a:moveTo>
                  <a:lnTo>
                    <a:pt x="398424" y="490994"/>
                  </a:lnTo>
                  <a:lnTo>
                    <a:pt x="417588" y="493077"/>
                  </a:lnTo>
                  <a:lnTo>
                    <a:pt x="407377" y="521538"/>
                  </a:lnTo>
                  <a:lnTo>
                    <a:pt x="426508" y="521538"/>
                  </a:lnTo>
                  <a:lnTo>
                    <a:pt x="432409" y="509828"/>
                  </a:lnTo>
                  <a:lnTo>
                    <a:pt x="426761" y="490994"/>
                  </a:lnTo>
                  <a:close/>
                </a:path>
                <a:path w="1925955" h="1003935">
                  <a:moveTo>
                    <a:pt x="479277" y="486791"/>
                  </a:moveTo>
                  <a:lnTo>
                    <a:pt x="466140" y="486791"/>
                  </a:lnTo>
                  <a:lnTo>
                    <a:pt x="472135" y="494880"/>
                  </a:lnTo>
                  <a:lnTo>
                    <a:pt x="459181" y="499783"/>
                  </a:lnTo>
                  <a:lnTo>
                    <a:pt x="440067" y="522020"/>
                  </a:lnTo>
                  <a:lnTo>
                    <a:pt x="456831" y="531456"/>
                  </a:lnTo>
                  <a:lnTo>
                    <a:pt x="472617" y="530402"/>
                  </a:lnTo>
                  <a:lnTo>
                    <a:pt x="484479" y="530402"/>
                  </a:lnTo>
                  <a:lnTo>
                    <a:pt x="484356" y="522389"/>
                  </a:lnTo>
                  <a:lnTo>
                    <a:pt x="460032" y="522389"/>
                  </a:lnTo>
                  <a:lnTo>
                    <a:pt x="451205" y="515505"/>
                  </a:lnTo>
                  <a:lnTo>
                    <a:pt x="472173" y="511619"/>
                  </a:lnTo>
                  <a:lnTo>
                    <a:pt x="484191" y="511619"/>
                  </a:lnTo>
                  <a:lnTo>
                    <a:pt x="484010" y="499783"/>
                  </a:lnTo>
                  <a:lnTo>
                    <a:pt x="483888" y="491807"/>
                  </a:lnTo>
                  <a:lnTo>
                    <a:pt x="483844" y="488975"/>
                  </a:lnTo>
                  <a:lnTo>
                    <a:pt x="479277" y="486791"/>
                  </a:lnTo>
                  <a:close/>
                </a:path>
                <a:path w="1925955" h="1003935">
                  <a:moveTo>
                    <a:pt x="484191" y="511619"/>
                  </a:moveTo>
                  <a:lnTo>
                    <a:pt x="472173" y="511619"/>
                  </a:lnTo>
                  <a:lnTo>
                    <a:pt x="460032" y="522389"/>
                  </a:lnTo>
                  <a:lnTo>
                    <a:pt x="484356" y="522389"/>
                  </a:lnTo>
                  <a:lnTo>
                    <a:pt x="484251" y="515505"/>
                  </a:lnTo>
                  <a:lnTo>
                    <a:pt x="484191" y="511619"/>
                  </a:lnTo>
                  <a:close/>
                </a:path>
                <a:path w="1925955" h="1003935">
                  <a:moveTo>
                    <a:pt x="459549" y="477354"/>
                  </a:moveTo>
                  <a:lnTo>
                    <a:pt x="441007" y="491807"/>
                  </a:lnTo>
                  <a:lnTo>
                    <a:pt x="452526" y="493445"/>
                  </a:lnTo>
                  <a:lnTo>
                    <a:pt x="466140" y="486791"/>
                  </a:lnTo>
                  <a:lnTo>
                    <a:pt x="479277" y="486791"/>
                  </a:lnTo>
                  <a:lnTo>
                    <a:pt x="459549" y="477354"/>
                  </a:lnTo>
                  <a:close/>
                </a:path>
                <a:path w="1925955" h="1003935">
                  <a:moveTo>
                    <a:pt x="507733" y="478027"/>
                  </a:moveTo>
                  <a:lnTo>
                    <a:pt x="495769" y="478027"/>
                  </a:lnTo>
                  <a:lnTo>
                    <a:pt x="495769" y="530402"/>
                  </a:lnTo>
                  <a:lnTo>
                    <a:pt x="508101" y="530402"/>
                  </a:lnTo>
                  <a:lnTo>
                    <a:pt x="508101" y="499618"/>
                  </a:lnTo>
                  <a:lnTo>
                    <a:pt x="518341" y="486765"/>
                  </a:lnTo>
                  <a:lnTo>
                    <a:pt x="508279" y="486765"/>
                  </a:lnTo>
                  <a:lnTo>
                    <a:pt x="507733" y="478027"/>
                  </a:lnTo>
                  <a:close/>
                </a:path>
                <a:path w="1925955" h="1003935">
                  <a:moveTo>
                    <a:pt x="525627" y="477621"/>
                  </a:moveTo>
                  <a:lnTo>
                    <a:pt x="508279" y="486765"/>
                  </a:lnTo>
                  <a:lnTo>
                    <a:pt x="518341" y="486765"/>
                  </a:lnTo>
                  <a:lnTo>
                    <a:pt x="525627" y="477621"/>
                  </a:lnTo>
                  <a:close/>
                </a:path>
                <a:path w="1925955" h="1003935">
                  <a:moveTo>
                    <a:pt x="545998" y="477354"/>
                  </a:moveTo>
                  <a:lnTo>
                    <a:pt x="529361" y="493560"/>
                  </a:lnTo>
                  <a:lnTo>
                    <a:pt x="533120" y="522973"/>
                  </a:lnTo>
                  <a:lnTo>
                    <a:pt x="549986" y="531317"/>
                  </a:lnTo>
                  <a:lnTo>
                    <a:pt x="565734" y="530402"/>
                  </a:lnTo>
                  <a:lnTo>
                    <a:pt x="577875" y="530402"/>
                  </a:lnTo>
                  <a:lnTo>
                    <a:pt x="577875" y="521195"/>
                  </a:lnTo>
                  <a:lnTo>
                    <a:pt x="550722" y="521195"/>
                  </a:lnTo>
                  <a:lnTo>
                    <a:pt x="540981" y="500964"/>
                  </a:lnTo>
                  <a:lnTo>
                    <a:pt x="556082" y="487476"/>
                  </a:lnTo>
                  <a:lnTo>
                    <a:pt x="577875" y="487476"/>
                  </a:lnTo>
                  <a:lnTo>
                    <a:pt x="577875" y="486689"/>
                  </a:lnTo>
                  <a:lnTo>
                    <a:pt x="565492" y="486689"/>
                  </a:lnTo>
                  <a:lnTo>
                    <a:pt x="545998" y="477354"/>
                  </a:lnTo>
                  <a:close/>
                </a:path>
                <a:path w="1925955" h="1003935">
                  <a:moveTo>
                    <a:pt x="577875" y="487476"/>
                  </a:moveTo>
                  <a:lnTo>
                    <a:pt x="556082" y="487476"/>
                  </a:lnTo>
                  <a:lnTo>
                    <a:pt x="565734" y="507606"/>
                  </a:lnTo>
                  <a:lnTo>
                    <a:pt x="553427" y="521195"/>
                  </a:lnTo>
                  <a:lnTo>
                    <a:pt x="577875" y="521195"/>
                  </a:lnTo>
                  <a:lnTo>
                    <a:pt x="577875" y="487476"/>
                  </a:lnTo>
                  <a:close/>
                </a:path>
                <a:path w="1925955" h="1003935">
                  <a:moveTo>
                    <a:pt x="577875" y="460578"/>
                  </a:moveTo>
                  <a:lnTo>
                    <a:pt x="565492" y="460578"/>
                  </a:lnTo>
                  <a:lnTo>
                    <a:pt x="565492" y="486689"/>
                  </a:lnTo>
                  <a:lnTo>
                    <a:pt x="577875" y="486689"/>
                  </a:lnTo>
                  <a:lnTo>
                    <a:pt x="577875" y="460578"/>
                  </a:lnTo>
                  <a:close/>
                </a:path>
                <a:path w="1925955" h="1003935">
                  <a:moveTo>
                    <a:pt x="626595" y="488369"/>
                  </a:moveTo>
                  <a:lnTo>
                    <a:pt x="624014" y="492937"/>
                  </a:lnTo>
                  <a:lnTo>
                    <a:pt x="611365" y="518883"/>
                  </a:lnTo>
                  <a:lnTo>
                    <a:pt x="633463" y="531431"/>
                  </a:lnTo>
                  <a:lnTo>
                    <a:pt x="646404" y="528815"/>
                  </a:lnTo>
                  <a:lnTo>
                    <a:pt x="650240" y="522368"/>
                  </a:lnTo>
                  <a:lnTo>
                    <a:pt x="649168" y="520826"/>
                  </a:lnTo>
                  <a:lnTo>
                    <a:pt x="629577" y="520826"/>
                  </a:lnTo>
                  <a:lnTo>
                    <a:pt x="637402" y="503909"/>
                  </a:lnTo>
                  <a:lnTo>
                    <a:pt x="626595" y="488369"/>
                  </a:lnTo>
                  <a:close/>
                </a:path>
                <a:path w="1925955" h="1003935">
                  <a:moveTo>
                    <a:pt x="655206" y="514019"/>
                  </a:moveTo>
                  <a:lnTo>
                    <a:pt x="650240" y="522368"/>
                  </a:lnTo>
                  <a:lnTo>
                    <a:pt x="655827" y="530402"/>
                  </a:lnTo>
                  <a:lnTo>
                    <a:pt x="669188" y="530402"/>
                  </a:lnTo>
                  <a:lnTo>
                    <a:pt x="655206" y="514019"/>
                  </a:lnTo>
                  <a:close/>
                </a:path>
                <a:path w="1925955" h="1003935">
                  <a:moveTo>
                    <a:pt x="651566" y="509754"/>
                  </a:moveTo>
                  <a:lnTo>
                    <a:pt x="651471" y="510159"/>
                  </a:lnTo>
                  <a:lnTo>
                    <a:pt x="644209" y="513697"/>
                  </a:lnTo>
                  <a:lnTo>
                    <a:pt x="650240" y="522368"/>
                  </a:lnTo>
                  <a:lnTo>
                    <a:pt x="655206" y="514019"/>
                  </a:lnTo>
                  <a:lnTo>
                    <a:pt x="651566" y="509754"/>
                  </a:lnTo>
                  <a:close/>
                </a:path>
                <a:path w="1925955" h="1003935">
                  <a:moveTo>
                    <a:pt x="644209" y="513697"/>
                  </a:moveTo>
                  <a:lnTo>
                    <a:pt x="629577" y="520826"/>
                  </a:lnTo>
                  <a:lnTo>
                    <a:pt x="649168" y="520826"/>
                  </a:lnTo>
                  <a:lnTo>
                    <a:pt x="644209" y="513697"/>
                  </a:lnTo>
                  <a:close/>
                </a:path>
                <a:path w="1925955" h="1003935">
                  <a:moveTo>
                    <a:pt x="665035" y="497497"/>
                  </a:moveTo>
                  <a:lnTo>
                    <a:pt x="654430" y="497497"/>
                  </a:lnTo>
                  <a:lnTo>
                    <a:pt x="651566" y="509754"/>
                  </a:lnTo>
                  <a:lnTo>
                    <a:pt x="655206" y="514019"/>
                  </a:lnTo>
                  <a:lnTo>
                    <a:pt x="665035" y="497497"/>
                  </a:lnTo>
                  <a:close/>
                </a:path>
                <a:path w="1925955" h="1003935">
                  <a:moveTo>
                    <a:pt x="640627" y="496937"/>
                  </a:moveTo>
                  <a:lnTo>
                    <a:pt x="637402" y="503909"/>
                  </a:lnTo>
                  <a:lnTo>
                    <a:pt x="644209" y="513697"/>
                  </a:lnTo>
                  <a:lnTo>
                    <a:pt x="651471" y="510159"/>
                  </a:lnTo>
                  <a:lnTo>
                    <a:pt x="651566" y="509754"/>
                  </a:lnTo>
                  <a:lnTo>
                    <a:pt x="640627" y="496937"/>
                  </a:lnTo>
                  <a:close/>
                </a:path>
                <a:path w="1925955" h="1003935">
                  <a:moveTo>
                    <a:pt x="637057" y="469849"/>
                  </a:moveTo>
                  <a:lnTo>
                    <a:pt x="626595" y="488369"/>
                  </a:lnTo>
                  <a:lnTo>
                    <a:pt x="637402" y="503909"/>
                  </a:lnTo>
                  <a:lnTo>
                    <a:pt x="640627" y="496937"/>
                  </a:lnTo>
                  <a:lnTo>
                    <a:pt x="636422" y="492010"/>
                  </a:lnTo>
                  <a:lnTo>
                    <a:pt x="636947" y="473684"/>
                  </a:lnTo>
                  <a:lnTo>
                    <a:pt x="637057" y="469849"/>
                  </a:lnTo>
                  <a:close/>
                </a:path>
                <a:path w="1925955" h="1003935">
                  <a:moveTo>
                    <a:pt x="647665" y="469849"/>
                  </a:moveTo>
                  <a:lnTo>
                    <a:pt x="637057" y="469849"/>
                  </a:lnTo>
                  <a:lnTo>
                    <a:pt x="636526" y="488369"/>
                  </a:lnTo>
                  <a:lnTo>
                    <a:pt x="636422" y="492010"/>
                  </a:lnTo>
                  <a:lnTo>
                    <a:pt x="640627" y="496937"/>
                  </a:lnTo>
                  <a:lnTo>
                    <a:pt x="643140" y="491502"/>
                  </a:lnTo>
                  <a:lnTo>
                    <a:pt x="652411" y="472732"/>
                  </a:lnTo>
                  <a:lnTo>
                    <a:pt x="647665" y="469849"/>
                  </a:lnTo>
                  <a:close/>
                </a:path>
                <a:path w="1925955" h="1003935">
                  <a:moveTo>
                    <a:pt x="630999" y="459727"/>
                  </a:moveTo>
                  <a:lnTo>
                    <a:pt x="616381" y="473684"/>
                  </a:lnTo>
                  <a:lnTo>
                    <a:pt x="626595" y="488369"/>
                  </a:lnTo>
                  <a:lnTo>
                    <a:pt x="637057" y="469849"/>
                  </a:lnTo>
                  <a:lnTo>
                    <a:pt x="647665" y="469849"/>
                  </a:lnTo>
                  <a:lnTo>
                    <a:pt x="630999" y="459727"/>
                  </a:lnTo>
                  <a:close/>
                </a:path>
                <a:path w="1925955" h="1003935">
                  <a:moveTo>
                    <a:pt x="735335" y="486791"/>
                  </a:moveTo>
                  <a:lnTo>
                    <a:pt x="722198" y="486791"/>
                  </a:lnTo>
                  <a:lnTo>
                    <a:pt x="728205" y="494880"/>
                  </a:lnTo>
                  <a:lnTo>
                    <a:pt x="715238" y="499783"/>
                  </a:lnTo>
                  <a:lnTo>
                    <a:pt x="696125" y="522020"/>
                  </a:lnTo>
                  <a:lnTo>
                    <a:pt x="712889" y="531456"/>
                  </a:lnTo>
                  <a:lnTo>
                    <a:pt x="728675" y="530402"/>
                  </a:lnTo>
                  <a:lnTo>
                    <a:pt x="740536" y="530402"/>
                  </a:lnTo>
                  <a:lnTo>
                    <a:pt x="740414" y="522389"/>
                  </a:lnTo>
                  <a:lnTo>
                    <a:pt x="716102" y="522389"/>
                  </a:lnTo>
                  <a:lnTo>
                    <a:pt x="707262" y="515505"/>
                  </a:lnTo>
                  <a:lnTo>
                    <a:pt x="728230" y="511619"/>
                  </a:lnTo>
                  <a:lnTo>
                    <a:pt x="740249" y="511619"/>
                  </a:lnTo>
                  <a:lnTo>
                    <a:pt x="740067" y="499783"/>
                  </a:lnTo>
                  <a:lnTo>
                    <a:pt x="739945" y="491807"/>
                  </a:lnTo>
                  <a:lnTo>
                    <a:pt x="739901" y="488975"/>
                  </a:lnTo>
                  <a:lnTo>
                    <a:pt x="735335" y="486791"/>
                  </a:lnTo>
                  <a:close/>
                </a:path>
                <a:path w="1925955" h="1003935">
                  <a:moveTo>
                    <a:pt x="740249" y="511619"/>
                  </a:moveTo>
                  <a:lnTo>
                    <a:pt x="728230" y="511619"/>
                  </a:lnTo>
                  <a:lnTo>
                    <a:pt x="716102" y="522389"/>
                  </a:lnTo>
                  <a:lnTo>
                    <a:pt x="740414" y="522389"/>
                  </a:lnTo>
                  <a:lnTo>
                    <a:pt x="740308" y="515505"/>
                  </a:lnTo>
                  <a:lnTo>
                    <a:pt x="740249" y="511619"/>
                  </a:lnTo>
                  <a:close/>
                </a:path>
                <a:path w="1925955" h="1003935">
                  <a:moveTo>
                    <a:pt x="715606" y="477354"/>
                  </a:moveTo>
                  <a:lnTo>
                    <a:pt x="697077" y="491807"/>
                  </a:lnTo>
                  <a:lnTo>
                    <a:pt x="708596" y="493445"/>
                  </a:lnTo>
                  <a:lnTo>
                    <a:pt x="722198" y="486791"/>
                  </a:lnTo>
                  <a:lnTo>
                    <a:pt x="735335" y="486791"/>
                  </a:lnTo>
                  <a:lnTo>
                    <a:pt x="715606" y="477354"/>
                  </a:lnTo>
                  <a:close/>
                </a:path>
                <a:path w="1925955" h="1003935">
                  <a:moveTo>
                    <a:pt x="763625" y="478027"/>
                  </a:moveTo>
                  <a:lnTo>
                    <a:pt x="751827" y="478027"/>
                  </a:lnTo>
                  <a:lnTo>
                    <a:pt x="751827" y="530402"/>
                  </a:lnTo>
                  <a:lnTo>
                    <a:pt x="764171" y="530402"/>
                  </a:lnTo>
                  <a:lnTo>
                    <a:pt x="764171" y="497192"/>
                  </a:lnTo>
                  <a:lnTo>
                    <a:pt x="780923" y="488772"/>
                  </a:lnTo>
                  <a:lnTo>
                    <a:pt x="795538" y="488772"/>
                  </a:lnTo>
                  <a:lnTo>
                    <a:pt x="795038" y="486930"/>
                  </a:lnTo>
                  <a:lnTo>
                    <a:pt x="764235" y="486930"/>
                  </a:lnTo>
                  <a:lnTo>
                    <a:pt x="763625" y="478027"/>
                  </a:lnTo>
                  <a:close/>
                </a:path>
                <a:path w="1925955" h="1003935">
                  <a:moveTo>
                    <a:pt x="795538" y="488772"/>
                  </a:moveTo>
                  <a:lnTo>
                    <a:pt x="780923" y="488772"/>
                  </a:lnTo>
                  <a:lnTo>
                    <a:pt x="785444" y="530402"/>
                  </a:lnTo>
                  <a:lnTo>
                    <a:pt x="797788" y="530402"/>
                  </a:lnTo>
                  <a:lnTo>
                    <a:pt x="797788" y="497052"/>
                  </a:lnTo>
                  <a:lnTo>
                    <a:pt x="795538" y="488772"/>
                  </a:lnTo>
                  <a:close/>
                </a:path>
                <a:path w="1925955" h="1003935">
                  <a:moveTo>
                    <a:pt x="775944" y="477354"/>
                  </a:moveTo>
                  <a:lnTo>
                    <a:pt x="764235" y="486930"/>
                  </a:lnTo>
                  <a:lnTo>
                    <a:pt x="795038" y="486930"/>
                  </a:lnTo>
                  <a:lnTo>
                    <a:pt x="794092" y="483450"/>
                  </a:lnTo>
                  <a:lnTo>
                    <a:pt x="775944" y="477354"/>
                  </a:lnTo>
                  <a:close/>
                </a:path>
                <a:path w="1925955" h="1003935">
                  <a:moveTo>
                    <a:pt x="846726" y="486791"/>
                  </a:moveTo>
                  <a:lnTo>
                    <a:pt x="833589" y="486791"/>
                  </a:lnTo>
                  <a:lnTo>
                    <a:pt x="839584" y="494880"/>
                  </a:lnTo>
                  <a:lnTo>
                    <a:pt x="826630" y="499783"/>
                  </a:lnTo>
                  <a:lnTo>
                    <a:pt x="807516" y="522020"/>
                  </a:lnTo>
                  <a:lnTo>
                    <a:pt x="824280" y="531456"/>
                  </a:lnTo>
                  <a:lnTo>
                    <a:pt x="840066" y="530402"/>
                  </a:lnTo>
                  <a:lnTo>
                    <a:pt x="851928" y="530402"/>
                  </a:lnTo>
                  <a:lnTo>
                    <a:pt x="851805" y="522389"/>
                  </a:lnTo>
                  <a:lnTo>
                    <a:pt x="827481" y="522389"/>
                  </a:lnTo>
                  <a:lnTo>
                    <a:pt x="818654" y="515505"/>
                  </a:lnTo>
                  <a:lnTo>
                    <a:pt x="839622" y="511619"/>
                  </a:lnTo>
                  <a:lnTo>
                    <a:pt x="851640" y="511619"/>
                  </a:lnTo>
                  <a:lnTo>
                    <a:pt x="851459" y="499783"/>
                  </a:lnTo>
                  <a:lnTo>
                    <a:pt x="851337" y="491807"/>
                  </a:lnTo>
                  <a:lnTo>
                    <a:pt x="851293" y="488975"/>
                  </a:lnTo>
                  <a:lnTo>
                    <a:pt x="846726" y="486791"/>
                  </a:lnTo>
                  <a:close/>
                </a:path>
                <a:path w="1925955" h="1003935">
                  <a:moveTo>
                    <a:pt x="851640" y="511619"/>
                  </a:moveTo>
                  <a:lnTo>
                    <a:pt x="839622" y="511619"/>
                  </a:lnTo>
                  <a:lnTo>
                    <a:pt x="827481" y="522389"/>
                  </a:lnTo>
                  <a:lnTo>
                    <a:pt x="851805" y="522389"/>
                  </a:lnTo>
                  <a:lnTo>
                    <a:pt x="851700" y="515505"/>
                  </a:lnTo>
                  <a:lnTo>
                    <a:pt x="851640" y="511619"/>
                  </a:lnTo>
                  <a:close/>
                </a:path>
                <a:path w="1925955" h="1003935">
                  <a:moveTo>
                    <a:pt x="826998" y="477354"/>
                  </a:moveTo>
                  <a:lnTo>
                    <a:pt x="808456" y="491807"/>
                  </a:lnTo>
                  <a:lnTo>
                    <a:pt x="819988" y="493445"/>
                  </a:lnTo>
                  <a:lnTo>
                    <a:pt x="833589" y="486791"/>
                  </a:lnTo>
                  <a:lnTo>
                    <a:pt x="846726" y="486791"/>
                  </a:lnTo>
                  <a:lnTo>
                    <a:pt x="826998" y="477354"/>
                  </a:lnTo>
                  <a:close/>
                </a:path>
                <a:path w="1925955" h="1003935">
                  <a:moveTo>
                    <a:pt x="875563" y="460578"/>
                  </a:moveTo>
                  <a:lnTo>
                    <a:pt x="863218" y="460578"/>
                  </a:lnTo>
                  <a:lnTo>
                    <a:pt x="863218" y="530402"/>
                  </a:lnTo>
                  <a:lnTo>
                    <a:pt x="875563" y="530402"/>
                  </a:lnTo>
                  <a:lnTo>
                    <a:pt x="875563" y="460578"/>
                  </a:lnTo>
                  <a:close/>
                </a:path>
                <a:path w="1925955" h="1003935">
                  <a:moveTo>
                    <a:pt x="896061" y="478027"/>
                  </a:moveTo>
                  <a:lnTo>
                    <a:pt x="882967" y="478027"/>
                  </a:lnTo>
                  <a:lnTo>
                    <a:pt x="901953" y="531495"/>
                  </a:lnTo>
                  <a:lnTo>
                    <a:pt x="886752" y="548741"/>
                  </a:lnTo>
                  <a:lnTo>
                    <a:pt x="894803" y="550037"/>
                  </a:lnTo>
                  <a:lnTo>
                    <a:pt x="900798" y="549503"/>
                  </a:lnTo>
                  <a:lnTo>
                    <a:pt x="915582" y="517588"/>
                  </a:lnTo>
                  <a:lnTo>
                    <a:pt x="908672" y="517588"/>
                  </a:lnTo>
                  <a:lnTo>
                    <a:pt x="896061" y="478027"/>
                  </a:lnTo>
                  <a:close/>
                </a:path>
                <a:path w="1925955" h="1003935">
                  <a:moveTo>
                    <a:pt x="933907" y="478027"/>
                  </a:moveTo>
                  <a:lnTo>
                    <a:pt x="920775" y="478027"/>
                  </a:lnTo>
                  <a:lnTo>
                    <a:pt x="908672" y="517588"/>
                  </a:lnTo>
                  <a:lnTo>
                    <a:pt x="915582" y="517588"/>
                  </a:lnTo>
                  <a:lnTo>
                    <a:pt x="933907" y="478027"/>
                  </a:lnTo>
                  <a:close/>
                </a:path>
                <a:path w="1925955" h="1003935">
                  <a:moveTo>
                    <a:pt x="957135" y="465480"/>
                  </a:moveTo>
                  <a:lnTo>
                    <a:pt x="944803" y="465480"/>
                  </a:lnTo>
                  <a:lnTo>
                    <a:pt x="944778" y="519963"/>
                  </a:lnTo>
                  <a:lnTo>
                    <a:pt x="961161" y="531113"/>
                  </a:lnTo>
                  <a:lnTo>
                    <a:pt x="957135" y="465480"/>
                  </a:lnTo>
                  <a:close/>
                </a:path>
                <a:path w="1925955" h="1003935">
                  <a:moveTo>
                    <a:pt x="944797" y="478027"/>
                  </a:moveTo>
                  <a:lnTo>
                    <a:pt x="937361" y="478027"/>
                  </a:lnTo>
                  <a:lnTo>
                    <a:pt x="937361" y="487578"/>
                  </a:lnTo>
                  <a:lnTo>
                    <a:pt x="944793" y="487578"/>
                  </a:lnTo>
                  <a:lnTo>
                    <a:pt x="944797" y="478027"/>
                  </a:lnTo>
                  <a:close/>
                </a:path>
                <a:path w="1925955" h="1003935">
                  <a:moveTo>
                    <a:pt x="967473" y="478027"/>
                  </a:moveTo>
                  <a:lnTo>
                    <a:pt x="957905" y="478027"/>
                  </a:lnTo>
                  <a:lnTo>
                    <a:pt x="958490" y="487578"/>
                  </a:lnTo>
                  <a:lnTo>
                    <a:pt x="967473" y="487578"/>
                  </a:lnTo>
                  <a:lnTo>
                    <a:pt x="967473" y="478027"/>
                  </a:lnTo>
                  <a:close/>
                </a:path>
                <a:path w="1925955" h="1003935">
                  <a:moveTo>
                    <a:pt x="989012" y="478027"/>
                  </a:moveTo>
                  <a:lnTo>
                    <a:pt x="976668" y="478027"/>
                  </a:lnTo>
                  <a:lnTo>
                    <a:pt x="976668" y="530402"/>
                  </a:lnTo>
                  <a:lnTo>
                    <a:pt x="989012" y="530402"/>
                  </a:lnTo>
                  <a:lnTo>
                    <a:pt x="989012" y="478027"/>
                  </a:lnTo>
                  <a:close/>
                </a:path>
                <a:path w="1925955" h="1003935">
                  <a:moveTo>
                    <a:pt x="980922" y="457200"/>
                  </a:moveTo>
                  <a:lnTo>
                    <a:pt x="982878" y="470598"/>
                  </a:lnTo>
                  <a:lnTo>
                    <a:pt x="984846" y="470598"/>
                  </a:lnTo>
                  <a:lnTo>
                    <a:pt x="980922" y="457200"/>
                  </a:lnTo>
                  <a:close/>
                </a:path>
                <a:path w="1925955" h="1003935">
                  <a:moveTo>
                    <a:pt x="1013802" y="478497"/>
                  </a:moveTo>
                  <a:lnTo>
                    <a:pt x="999350" y="494411"/>
                  </a:lnTo>
                  <a:lnTo>
                    <a:pt x="1003350" y="522516"/>
                  </a:lnTo>
                  <a:lnTo>
                    <a:pt x="1023416" y="531431"/>
                  </a:lnTo>
                  <a:lnTo>
                    <a:pt x="1031633" y="530631"/>
                  </a:lnTo>
                  <a:lnTo>
                    <a:pt x="1038900" y="521373"/>
                  </a:lnTo>
                  <a:lnTo>
                    <a:pt x="1020952" y="521373"/>
                  </a:lnTo>
                  <a:lnTo>
                    <a:pt x="1011364" y="497674"/>
                  </a:lnTo>
                  <a:lnTo>
                    <a:pt x="1026502" y="487311"/>
                  </a:lnTo>
                  <a:lnTo>
                    <a:pt x="1042172" y="487311"/>
                  </a:lnTo>
                  <a:lnTo>
                    <a:pt x="1040561" y="483438"/>
                  </a:lnTo>
                  <a:lnTo>
                    <a:pt x="1013802" y="478497"/>
                  </a:lnTo>
                  <a:close/>
                </a:path>
                <a:path w="1925955" h="1003935">
                  <a:moveTo>
                    <a:pt x="1045857" y="512508"/>
                  </a:moveTo>
                  <a:lnTo>
                    <a:pt x="1034059" y="512508"/>
                  </a:lnTo>
                  <a:lnTo>
                    <a:pt x="1020952" y="521373"/>
                  </a:lnTo>
                  <a:lnTo>
                    <a:pt x="1038900" y="521373"/>
                  </a:lnTo>
                  <a:lnTo>
                    <a:pt x="1045857" y="512508"/>
                  </a:lnTo>
                  <a:close/>
                </a:path>
                <a:path w="1925955" h="1003935">
                  <a:moveTo>
                    <a:pt x="1042172" y="487311"/>
                  </a:moveTo>
                  <a:lnTo>
                    <a:pt x="1026502" y="487311"/>
                  </a:lnTo>
                  <a:lnTo>
                    <a:pt x="1034059" y="496176"/>
                  </a:lnTo>
                  <a:lnTo>
                    <a:pt x="1045857" y="496176"/>
                  </a:lnTo>
                  <a:lnTo>
                    <a:pt x="1042172" y="487311"/>
                  </a:lnTo>
                  <a:close/>
                </a:path>
                <a:path w="1925955" h="1003935">
                  <a:moveTo>
                    <a:pt x="1086154" y="478663"/>
                  </a:moveTo>
                  <a:lnTo>
                    <a:pt x="1060919" y="480618"/>
                  </a:lnTo>
                  <a:lnTo>
                    <a:pt x="1055179" y="500214"/>
                  </a:lnTo>
                  <a:lnTo>
                    <a:pt x="1080084" y="510400"/>
                  </a:lnTo>
                  <a:lnTo>
                    <a:pt x="1064577" y="514959"/>
                  </a:lnTo>
                  <a:lnTo>
                    <a:pt x="1052550" y="516115"/>
                  </a:lnTo>
                  <a:lnTo>
                    <a:pt x="1053299" y="520941"/>
                  </a:lnTo>
                  <a:lnTo>
                    <a:pt x="1068603" y="531431"/>
                  </a:lnTo>
                  <a:lnTo>
                    <a:pt x="1092593" y="525945"/>
                  </a:lnTo>
                  <a:lnTo>
                    <a:pt x="1096136" y="507936"/>
                  </a:lnTo>
                  <a:lnTo>
                    <a:pt x="1071067" y="498017"/>
                  </a:lnTo>
                  <a:lnTo>
                    <a:pt x="1096263" y="491871"/>
                  </a:lnTo>
                  <a:lnTo>
                    <a:pt x="1095413" y="487425"/>
                  </a:lnTo>
                  <a:lnTo>
                    <a:pt x="1086154" y="478663"/>
                  </a:lnTo>
                  <a:close/>
                </a:path>
                <a:path w="1925955" h="1003935">
                  <a:moveTo>
                    <a:pt x="1141260" y="478027"/>
                  </a:moveTo>
                  <a:lnTo>
                    <a:pt x="1129131" y="478027"/>
                  </a:lnTo>
                  <a:lnTo>
                    <a:pt x="1129131" y="550037"/>
                  </a:lnTo>
                  <a:lnTo>
                    <a:pt x="1141463" y="550037"/>
                  </a:lnTo>
                  <a:lnTo>
                    <a:pt x="1141463" y="522147"/>
                  </a:lnTo>
                  <a:lnTo>
                    <a:pt x="1170337" y="522147"/>
                  </a:lnTo>
                  <a:lnTo>
                    <a:pt x="1171297" y="521195"/>
                  </a:lnTo>
                  <a:lnTo>
                    <a:pt x="1150924" y="521195"/>
                  </a:lnTo>
                  <a:lnTo>
                    <a:pt x="1141234" y="504215"/>
                  </a:lnTo>
                  <a:lnTo>
                    <a:pt x="1141234" y="500837"/>
                  </a:lnTo>
                  <a:lnTo>
                    <a:pt x="1156284" y="487476"/>
                  </a:lnTo>
                  <a:lnTo>
                    <a:pt x="1172159" y="487476"/>
                  </a:lnTo>
                  <a:lnTo>
                    <a:pt x="1171168" y="482498"/>
                  </a:lnTo>
                  <a:lnTo>
                    <a:pt x="1141260" y="478027"/>
                  </a:lnTo>
                  <a:close/>
                </a:path>
                <a:path w="1925955" h="1003935">
                  <a:moveTo>
                    <a:pt x="1170337" y="522147"/>
                  </a:moveTo>
                  <a:lnTo>
                    <a:pt x="1141463" y="522147"/>
                  </a:lnTo>
                  <a:lnTo>
                    <a:pt x="1161097" y="531317"/>
                  </a:lnTo>
                  <a:lnTo>
                    <a:pt x="1170337" y="522147"/>
                  </a:lnTo>
                  <a:close/>
                </a:path>
                <a:path w="1925955" h="1003935">
                  <a:moveTo>
                    <a:pt x="1172159" y="487476"/>
                  </a:moveTo>
                  <a:lnTo>
                    <a:pt x="1156284" y="487476"/>
                  </a:lnTo>
                  <a:lnTo>
                    <a:pt x="1165986" y="507492"/>
                  </a:lnTo>
                  <a:lnTo>
                    <a:pt x="1150924" y="521195"/>
                  </a:lnTo>
                  <a:lnTo>
                    <a:pt x="1171297" y="521195"/>
                  </a:lnTo>
                  <a:lnTo>
                    <a:pt x="1177620" y="514921"/>
                  </a:lnTo>
                  <a:lnTo>
                    <a:pt x="1172159" y="487476"/>
                  </a:lnTo>
                  <a:close/>
                </a:path>
                <a:path w="1925955" h="1003935">
                  <a:moveTo>
                    <a:pt x="1200353" y="460578"/>
                  </a:moveTo>
                  <a:lnTo>
                    <a:pt x="1188008" y="460578"/>
                  </a:lnTo>
                  <a:lnTo>
                    <a:pt x="1188008" y="530402"/>
                  </a:lnTo>
                  <a:lnTo>
                    <a:pt x="1200353" y="530402"/>
                  </a:lnTo>
                  <a:lnTo>
                    <a:pt x="1200353" y="460578"/>
                  </a:lnTo>
                  <a:close/>
                </a:path>
                <a:path w="1925955" h="1003935">
                  <a:moveTo>
                    <a:pt x="1249431" y="486791"/>
                  </a:moveTo>
                  <a:lnTo>
                    <a:pt x="1236294" y="486791"/>
                  </a:lnTo>
                  <a:lnTo>
                    <a:pt x="1242301" y="494880"/>
                  </a:lnTo>
                  <a:lnTo>
                    <a:pt x="1229334" y="499783"/>
                  </a:lnTo>
                  <a:lnTo>
                    <a:pt x="1210221" y="522020"/>
                  </a:lnTo>
                  <a:lnTo>
                    <a:pt x="1226985" y="531456"/>
                  </a:lnTo>
                  <a:lnTo>
                    <a:pt x="1242771" y="530402"/>
                  </a:lnTo>
                  <a:lnTo>
                    <a:pt x="1254632" y="530402"/>
                  </a:lnTo>
                  <a:lnTo>
                    <a:pt x="1254510" y="522389"/>
                  </a:lnTo>
                  <a:lnTo>
                    <a:pt x="1230198" y="522389"/>
                  </a:lnTo>
                  <a:lnTo>
                    <a:pt x="1221358" y="515505"/>
                  </a:lnTo>
                  <a:lnTo>
                    <a:pt x="1242326" y="511619"/>
                  </a:lnTo>
                  <a:lnTo>
                    <a:pt x="1254345" y="511619"/>
                  </a:lnTo>
                  <a:lnTo>
                    <a:pt x="1254163" y="499783"/>
                  </a:lnTo>
                  <a:lnTo>
                    <a:pt x="1254041" y="491807"/>
                  </a:lnTo>
                  <a:lnTo>
                    <a:pt x="1253998" y="488975"/>
                  </a:lnTo>
                  <a:lnTo>
                    <a:pt x="1249431" y="486791"/>
                  </a:lnTo>
                  <a:close/>
                </a:path>
                <a:path w="1925955" h="1003935">
                  <a:moveTo>
                    <a:pt x="1254345" y="511619"/>
                  </a:moveTo>
                  <a:lnTo>
                    <a:pt x="1242326" y="511619"/>
                  </a:lnTo>
                  <a:lnTo>
                    <a:pt x="1230198" y="522389"/>
                  </a:lnTo>
                  <a:lnTo>
                    <a:pt x="1254510" y="522389"/>
                  </a:lnTo>
                  <a:lnTo>
                    <a:pt x="1254404" y="515505"/>
                  </a:lnTo>
                  <a:lnTo>
                    <a:pt x="1254345" y="511619"/>
                  </a:lnTo>
                  <a:close/>
                </a:path>
                <a:path w="1925955" h="1003935">
                  <a:moveTo>
                    <a:pt x="1229702" y="477354"/>
                  </a:moveTo>
                  <a:lnTo>
                    <a:pt x="1211160" y="491807"/>
                  </a:lnTo>
                  <a:lnTo>
                    <a:pt x="1222692" y="493445"/>
                  </a:lnTo>
                  <a:lnTo>
                    <a:pt x="1236294" y="486791"/>
                  </a:lnTo>
                  <a:lnTo>
                    <a:pt x="1249431" y="486791"/>
                  </a:lnTo>
                  <a:lnTo>
                    <a:pt x="1229702" y="477354"/>
                  </a:lnTo>
                  <a:close/>
                </a:path>
                <a:path w="1925955" h="1003935">
                  <a:moveTo>
                    <a:pt x="1281747" y="465480"/>
                  </a:moveTo>
                  <a:lnTo>
                    <a:pt x="1269403" y="465480"/>
                  </a:lnTo>
                  <a:lnTo>
                    <a:pt x="1269377" y="519963"/>
                  </a:lnTo>
                  <a:lnTo>
                    <a:pt x="1285773" y="531113"/>
                  </a:lnTo>
                  <a:lnTo>
                    <a:pt x="1281747" y="465480"/>
                  </a:lnTo>
                  <a:close/>
                </a:path>
                <a:path w="1925955" h="1003935">
                  <a:moveTo>
                    <a:pt x="1269397" y="478027"/>
                  </a:moveTo>
                  <a:lnTo>
                    <a:pt x="1261973" y="478027"/>
                  </a:lnTo>
                  <a:lnTo>
                    <a:pt x="1261973" y="487578"/>
                  </a:lnTo>
                  <a:lnTo>
                    <a:pt x="1269392" y="487578"/>
                  </a:lnTo>
                  <a:lnTo>
                    <a:pt x="1269397" y="478027"/>
                  </a:lnTo>
                  <a:close/>
                </a:path>
                <a:path w="1925955" h="1003935">
                  <a:moveTo>
                    <a:pt x="1292072" y="478027"/>
                  </a:moveTo>
                  <a:lnTo>
                    <a:pt x="1282517" y="478027"/>
                  </a:lnTo>
                  <a:lnTo>
                    <a:pt x="1283102" y="487578"/>
                  </a:lnTo>
                  <a:lnTo>
                    <a:pt x="1292072" y="487578"/>
                  </a:lnTo>
                  <a:lnTo>
                    <a:pt x="1292072" y="478027"/>
                  </a:lnTo>
                  <a:close/>
                </a:path>
                <a:path w="1925955" h="1003935">
                  <a:moveTo>
                    <a:pt x="1330325" y="458736"/>
                  </a:moveTo>
                  <a:lnTo>
                    <a:pt x="1310220" y="460197"/>
                  </a:lnTo>
                  <a:lnTo>
                    <a:pt x="1304582" y="530402"/>
                  </a:lnTo>
                  <a:lnTo>
                    <a:pt x="1316951" y="530402"/>
                  </a:lnTo>
                  <a:lnTo>
                    <a:pt x="1316951" y="473913"/>
                  </a:lnTo>
                  <a:lnTo>
                    <a:pt x="1330325" y="458736"/>
                  </a:lnTo>
                  <a:close/>
                </a:path>
                <a:path w="1925955" h="1003935">
                  <a:moveTo>
                    <a:pt x="1308788" y="478027"/>
                  </a:moveTo>
                  <a:lnTo>
                    <a:pt x="1296835" y="478027"/>
                  </a:lnTo>
                  <a:lnTo>
                    <a:pt x="1296835" y="487578"/>
                  </a:lnTo>
                  <a:lnTo>
                    <a:pt x="1308021" y="487578"/>
                  </a:lnTo>
                  <a:lnTo>
                    <a:pt x="1308788" y="478027"/>
                  </a:lnTo>
                  <a:close/>
                </a:path>
                <a:path w="1925955" h="1003935">
                  <a:moveTo>
                    <a:pt x="1327797" y="478027"/>
                  </a:moveTo>
                  <a:lnTo>
                    <a:pt x="1316951" y="478027"/>
                  </a:lnTo>
                  <a:lnTo>
                    <a:pt x="1316951" y="487578"/>
                  </a:lnTo>
                  <a:lnTo>
                    <a:pt x="1327797" y="487578"/>
                  </a:lnTo>
                  <a:lnTo>
                    <a:pt x="1327797" y="478027"/>
                  </a:lnTo>
                  <a:close/>
                </a:path>
                <a:path w="1925955" h="1003935">
                  <a:moveTo>
                    <a:pt x="1347673" y="478472"/>
                  </a:moveTo>
                  <a:lnTo>
                    <a:pt x="1333144" y="494271"/>
                  </a:lnTo>
                  <a:lnTo>
                    <a:pt x="1337259" y="522655"/>
                  </a:lnTo>
                  <a:lnTo>
                    <a:pt x="1357210" y="531431"/>
                  </a:lnTo>
                  <a:lnTo>
                    <a:pt x="1374266" y="525805"/>
                  </a:lnTo>
                  <a:lnTo>
                    <a:pt x="1376414" y="521538"/>
                  </a:lnTo>
                  <a:lnTo>
                    <a:pt x="1357287" y="521538"/>
                  </a:lnTo>
                  <a:lnTo>
                    <a:pt x="1352080" y="520776"/>
                  </a:lnTo>
                  <a:lnTo>
                    <a:pt x="1348320" y="490994"/>
                  </a:lnTo>
                  <a:lnTo>
                    <a:pt x="1376666" y="490994"/>
                  </a:lnTo>
                  <a:lnTo>
                    <a:pt x="1374266" y="482981"/>
                  </a:lnTo>
                  <a:lnTo>
                    <a:pt x="1347673" y="478472"/>
                  </a:lnTo>
                  <a:close/>
                </a:path>
                <a:path w="1925955" h="1003935">
                  <a:moveTo>
                    <a:pt x="1376666" y="490994"/>
                  </a:moveTo>
                  <a:lnTo>
                    <a:pt x="1348320" y="490994"/>
                  </a:lnTo>
                  <a:lnTo>
                    <a:pt x="1367485" y="493077"/>
                  </a:lnTo>
                  <a:lnTo>
                    <a:pt x="1357287" y="521538"/>
                  </a:lnTo>
                  <a:lnTo>
                    <a:pt x="1376414" y="521538"/>
                  </a:lnTo>
                  <a:lnTo>
                    <a:pt x="1382306" y="509828"/>
                  </a:lnTo>
                  <a:lnTo>
                    <a:pt x="1376666" y="490994"/>
                  </a:lnTo>
                  <a:close/>
                </a:path>
                <a:path w="1925955" h="1003935">
                  <a:moveTo>
                    <a:pt x="1403629" y="478027"/>
                  </a:moveTo>
                  <a:lnTo>
                    <a:pt x="1391653" y="478027"/>
                  </a:lnTo>
                  <a:lnTo>
                    <a:pt x="1391653" y="530402"/>
                  </a:lnTo>
                  <a:lnTo>
                    <a:pt x="1403997" y="530402"/>
                  </a:lnTo>
                  <a:lnTo>
                    <a:pt x="1403997" y="499618"/>
                  </a:lnTo>
                  <a:lnTo>
                    <a:pt x="1414238" y="486765"/>
                  </a:lnTo>
                  <a:lnTo>
                    <a:pt x="1404175" y="486765"/>
                  </a:lnTo>
                  <a:lnTo>
                    <a:pt x="1403629" y="478027"/>
                  </a:lnTo>
                  <a:close/>
                </a:path>
                <a:path w="1925955" h="1003935">
                  <a:moveTo>
                    <a:pt x="1421523" y="477621"/>
                  </a:moveTo>
                  <a:lnTo>
                    <a:pt x="1404175" y="486765"/>
                  </a:lnTo>
                  <a:lnTo>
                    <a:pt x="1414238" y="486765"/>
                  </a:lnTo>
                  <a:lnTo>
                    <a:pt x="1421523" y="477621"/>
                  </a:lnTo>
                  <a:close/>
                </a:path>
                <a:path w="1925955" h="1003935">
                  <a:moveTo>
                    <a:pt x="1440395" y="478027"/>
                  </a:moveTo>
                  <a:lnTo>
                    <a:pt x="1428597" y="478027"/>
                  </a:lnTo>
                  <a:lnTo>
                    <a:pt x="1428597" y="530402"/>
                  </a:lnTo>
                  <a:lnTo>
                    <a:pt x="1440941" y="530402"/>
                  </a:lnTo>
                  <a:lnTo>
                    <a:pt x="1440941" y="498563"/>
                  </a:lnTo>
                  <a:lnTo>
                    <a:pt x="1455280" y="488556"/>
                  </a:lnTo>
                  <a:lnTo>
                    <a:pt x="1501630" y="488556"/>
                  </a:lnTo>
                  <a:lnTo>
                    <a:pt x="1500455" y="486930"/>
                  </a:lnTo>
                  <a:lnTo>
                    <a:pt x="1441005" y="486930"/>
                  </a:lnTo>
                  <a:lnTo>
                    <a:pt x="1440454" y="478878"/>
                  </a:lnTo>
                  <a:lnTo>
                    <a:pt x="1440395" y="478027"/>
                  </a:lnTo>
                  <a:close/>
                </a:path>
                <a:path w="1925955" h="1003935">
                  <a:moveTo>
                    <a:pt x="1485430" y="488556"/>
                  </a:moveTo>
                  <a:lnTo>
                    <a:pt x="1455280" y="488556"/>
                  </a:lnTo>
                  <a:lnTo>
                    <a:pt x="1459356" y="530402"/>
                  </a:lnTo>
                  <a:lnTo>
                    <a:pt x="1471460" y="530402"/>
                  </a:lnTo>
                  <a:lnTo>
                    <a:pt x="1471460" y="494779"/>
                  </a:lnTo>
                  <a:lnTo>
                    <a:pt x="1485430" y="488556"/>
                  </a:lnTo>
                  <a:close/>
                </a:path>
                <a:path w="1925955" h="1003935">
                  <a:moveTo>
                    <a:pt x="1501630" y="488556"/>
                  </a:moveTo>
                  <a:lnTo>
                    <a:pt x="1485549" y="488556"/>
                  </a:lnTo>
                  <a:lnTo>
                    <a:pt x="1489875" y="530402"/>
                  </a:lnTo>
                  <a:lnTo>
                    <a:pt x="1502244" y="530402"/>
                  </a:lnTo>
                  <a:lnTo>
                    <a:pt x="1502244" y="489407"/>
                  </a:lnTo>
                  <a:lnTo>
                    <a:pt x="1501630" y="488556"/>
                  </a:lnTo>
                  <a:close/>
                </a:path>
                <a:path w="1925955" h="1003935">
                  <a:moveTo>
                    <a:pt x="1451965" y="477354"/>
                  </a:moveTo>
                  <a:lnTo>
                    <a:pt x="1441005" y="486930"/>
                  </a:lnTo>
                  <a:lnTo>
                    <a:pt x="1470164" y="486930"/>
                  </a:lnTo>
                  <a:lnTo>
                    <a:pt x="1468615" y="483971"/>
                  </a:lnTo>
                  <a:lnTo>
                    <a:pt x="1451965" y="477354"/>
                  </a:lnTo>
                  <a:close/>
                </a:path>
                <a:path w="1925955" h="1003935">
                  <a:moveTo>
                    <a:pt x="1482089" y="477354"/>
                  </a:moveTo>
                  <a:lnTo>
                    <a:pt x="1470164" y="486930"/>
                  </a:lnTo>
                  <a:lnTo>
                    <a:pt x="1500455" y="486930"/>
                  </a:lnTo>
                  <a:lnTo>
                    <a:pt x="1494637" y="478878"/>
                  </a:lnTo>
                  <a:lnTo>
                    <a:pt x="1482089" y="477354"/>
                  </a:lnTo>
                  <a:close/>
                </a:path>
                <a:path w="1925955" h="1003935">
                  <a:moveTo>
                    <a:pt x="12255" y="601878"/>
                  </a:moveTo>
                  <a:lnTo>
                    <a:pt x="0" y="619633"/>
                  </a:lnTo>
                  <a:lnTo>
                    <a:pt x="15011" y="631888"/>
                  </a:lnTo>
                  <a:lnTo>
                    <a:pt x="17779" y="631888"/>
                  </a:lnTo>
                  <a:lnTo>
                    <a:pt x="30010" y="614108"/>
                  </a:lnTo>
                  <a:lnTo>
                    <a:pt x="12255" y="601878"/>
                  </a:lnTo>
                  <a:close/>
                </a:path>
                <a:path w="1925955" h="1003935">
                  <a:moveTo>
                    <a:pt x="144166" y="637470"/>
                  </a:moveTo>
                  <a:lnTo>
                    <a:pt x="135952" y="642324"/>
                  </a:lnTo>
                  <a:lnTo>
                    <a:pt x="142328" y="650697"/>
                  </a:lnTo>
                  <a:lnTo>
                    <a:pt x="154609" y="650697"/>
                  </a:lnTo>
                  <a:lnTo>
                    <a:pt x="144166" y="637470"/>
                  </a:lnTo>
                  <a:close/>
                </a:path>
                <a:path w="1925955" h="1003935">
                  <a:moveTo>
                    <a:pt x="118084" y="573925"/>
                  </a:moveTo>
                  <a:lnTo>
                    <a:pt x="102946" y="581025"/>
                  </a:lnTo>
                  <a:lnTo>
                    <a:pt x="93510" y="595833"/>
                  </a:lnTo>
                  <a:lnTo>
                    <a:pt x="92113" y="617296"/>
                  </a:lnTo>
                  <a:lnTo>
                    <a:pt x="102946" y="638530"/>
                  </a:lnTo>
                  <a:lnTo>
                    <a:pt x="130314" y="645655"/>
                  </a:lnTo>
                  <a:lnTo>
                    <a:pt x="135952" y="642324"/>
                  </a:lnTo>
                  <a:lnTo>
                    <a:pt x="128770" y="632893"/>
                  </a:lnTo>
                  <a:lnTo>
                    <a:pt x="111226" y="629615"/>
                  </a:lnTo>
                  <a:lnTo>
                    <a:pt x="104825" y="604494"/>
                  </a:lnTo>
                  <a:lnTo>
                    <a:pt x="117043" y="586219"/>
                  </a:lnTo>
                  <a:lnTo>
                    <a:pt x="148090" y="586219"/>
                  </a:lnTo>
                  <a:lnTo>
                    <a:pt x="145440" y="581025"/>
                  </a:lnTo>
                  <a:lnTo>
                    <a:pt x="118084" y="573925"/>
                  </a:lnTo>
                  <a:close/>
                </a:path>
                <a:path w="1925955" h="1003935">
                  <a:moveTo>
                    <a:pt x="128770" y="632893"/>
                  </a:moveTo>
                  <a:lnTo>
                    <a:pt x="135952" y="642324"/>
                  </a:lnTo>
                  <a:lnTo>
                    <a:pt x="144166" y="637470"/>
                  </a:lnTo>
                  <a:lnTo>
                    <a:pt x="140932" y="633374"/>
                  </a:lnTo>
                  <a:lnTo>
                    <a:pt x="131343" y="633374"/>
                  </a:lnTo>
                  <a:lnTo>
                    <a:pt x="128770" y="632893"/>
                  </a:lnTo>
                  <a:close/>
                </a:path>
                <a:path w="1925955" h="1003935">
                  <a:moveTo>
                    <a:pt x="148090" y="586219"/>
                  </a:moveTo>
                  <a:lnTo>
                    <a:pt x="117043" y="586219"/>
                  </a:lnTo>
                  <a:lnTo>
                    <a:pt x="137159" y="589965"/>
                  </a:lnTo>
                  <a:lnTo>
                    <a:pt x="143560" y="609790"/>
                  </a:lnTo>
                  <a:lnTo>
                    <a:pt x="143560" y="615086"/>
                  </a:lnTo>
                  <a:lnTo>
                    <a:pt x="135738" y="626795"/>
                  </a:lnTo>
                  <a:lnTo>
                    <a:pt x="144166" y="637470"/>
                  </a:lnTo>
                  <a:lnTo>
                    <a:pt x="149250" y="634466"/>
                  </a:lnTo>
                  <a:lnTo>
                    <a:pt x="156273" y="609790"/>
                  </a:lnTo>
                  <a:lnTo>
                    <a:pt x="156273" y="602259"/>
                  </a:lnTo>
                  <a:lnTo>
                    <a:pt x="148090" y="586219"/>
                  </a:lnTo>
                  <a:close/>
                </a:path>
                <a:path w="1925955" h="1003935">
                  <a:moveTo>
                    <a:pt x="131356" y="621245"/>
                  </a:moveTo>
                  <a:lnTo>
                    <a:pt x="119900" y="621245"/>
                  </a:lnTo>
                  <a:lnTo>
                    <a:pt x="128770" y="632893"/>
                  </a:lnTo>
                  <a:lnTo>
                    <a:pt x="131343" y="633374"/>
                  </a:lnTo>
                  <a:lnTo>
                    <a:pt x="135738" y="626795"/>
                  </a:lnTo>
                  <a:lnTo>
                    <a:pt x="131356" y="621245"/>
                  </a:lnTo>
                  <a:close/>
                </a:path>
                <a:path w="1925955" h="1003935">
                  <a:moveTo>
                    <a:pt x="135738" y="626795"/>
                  </a:moveTo>
                  <a:lnTo>
                    <a:pt x="131343" y="633374"/>
                  </a:lnTo>
                  <a:lnTo>
                    <a:pt x="140932" y="633374"/>
                  </a:lnTo>
                  <a:lnTo>
                    <a:pt x="135738" y="626795"/>
                  </a:lnTo>
                  <a:close/>
                </a:path>
                <a:path w="1925955" h="1003935">
                  <a:moveTo>
                    <a:pt x="199123" y="574878"/>
                  </a:moveTo>
                  <a:lnTo>
                    <a:pt x="183502" y="574878"/>
                  </a:lnTo>
                  <a:lnTo>
                    <a:pt x="158927" y="644702"/>
                  </a:lnTo>
                  <a:lnTo>
                    <a:pt x="172427" y="644702"/>
                  </a:lnTo>
                  <a:lnTo>
                    <a:pt x="178199" y="627481"/>
                  </a:lnTo>
                  <a:lnTo>
                    <a:pt x="172872" y="627481"/>
                  </a:lnTo>
                  <a:lnTo>
                    <a:pt x="172872" y="617321"/>
                  </a:lnTo>
                  <a:lnTo>
                    <a:pt x="181605" y="617321"/>
                  </a:lnTo>
                  <a:lnTo>
                    <a:pt x="191033" y="589191"/>
                  </a:lnTo>
                  <a:lnTo>
                    <a:pt x="204168" y="589191"/>
                  </a:lnTo>
                  <a:lnTo>
                    <a:pt x="199123" y="574878"/>
                  </a:lnTo>
                  <a:close/>
                </a:path>
                <a:path w="1925955" h="1003935">
                  <a:moveTo>
                    <a:pt x="204168" y="589191"/>
                  </a:moveTo>
                  <a:lnTo>
                    <a:pt x="191033" y="589191"/>
                  </a:lnTo>
                  <a:lnTo>
                    <a:pt x="210235" y="644702"/>
                  </a:lnTo>
                  <a:lnTo>
                    <a:pt x="223735" y="644702"/>
                  </a:lnTo>
                  <a:lnTo>
                    <a:pt x="217665" y="627481"/>
                  </a:lnTo>
                  <a:lnTo>
                    <a:pt x="209689" y="627481"/>
                  </a:lnTo>
                  <a:lnTo>
                    <a:pt x="209689" y="617321"/>
                  </a:lnTo>
                  <a:lnTo>
                    <a:pt x="214084" y="617321"/>
                  </a:lnTo>
                  <a:lnTo>
                    <a:pt x="204168" y="589191"/>
                  </a:lnTo>
                  <a:close/>
                </a:path>
                <a:path w="1925955" h="1003935">
                  <a:moveTo>
                    <a:pt x="181605" y="617321"/>
                  </a:moveTo>
                  <a:lnTo>
                    <a:pt x="172872" y="617321"/>
                  </a:lnTo>
                  <a:lnTo>
                    <a:pt x="172872" y="627481"/>
                  </a:lnTo>
                  <a:lnTo>
                    <a:pt x="178199" y="627481"/>
                  </a:lnTo>
                  <a:lnTo>
                    <a:pt x="181605" y="617321"/>
                  </a:lnTo>
                  <a:close/>
                </a:path>
                <a:path w="1925955" h="1003935">
                  <a:moveTo>
                    <a:pt x="200764" y="617321"/>
                  </a:moveTo>
                  <a:lnTo>
                    <a:pt x="181605" y="617321"/>
                  </a:lnTo>
                  <a:lnTo>
                    <a:pt x="178199" y="627481"/>
                  </a:lnTo>
                  <a:lnTo>
                    <a:pt x="204278" y="627481"/>
                  </a:lnTo>
                  <a:lnTo>
                    <a:pt x="200764" y="617321"/>
                  </a:lnTo>
                  <a:close/>
                </a:path>
                <a:path w="1925955" h="1003935">
                  <a:moveTo>
                    <a:pt x="214084" y="617321"/>
                  </a:moveTo>
                  <a:lnTo>
                    <a:pt x="209689" y="617321"/>
                  </a:lnTo>
                  <a:lnTo>
                    <a:pt x="209689" y="627481"/>
                  </a:lnTo>
                  <a:lnTo>
                    <a:pt x="217665" y="627481"/>
                  </a:lnTo>
                  <a:lnTo>
                    <a:pt x="214084" y="617321"/>
                  </a:lnTo>
                  <a:close/>
                </a:path>
                <a:path w="1925955" h="1003935">
                  <a:moveTo>
                    <a:pt x="269773" y="579780"/>
                  </a:moveTo>
                  <a:lnTo>
                    <a:pt x="257428" y="579780"/>
                  </a:lnTo>
                  <a:lnTo>
                    <a:pt x="257403" y="634263"/>
                  </a:lnTo>
                  <a:lnTo>
                    <a:pt x="273799" y="645413"/>
                  </a:lnTo>
                  <a:lnTo>
                    <a:pt x="269773" y="579780"/>
                  </a:lnTo>
                  <a:close/>
                </a:path>
                <a:path w="1925955" h="1003935">
                  <a:moveTo>
                    <a:pt x="257423" y="592327"/>
                  </a:moveTo>
                  <a:lnTo>
                    <a:pt x="249999" y="592327"/>
                  </a:lnTo>
                  <a:lnTo>
                    <a:pt x="249999" y="601878"/>
                  </a:lnTo>
                  <a:lnTo>
                    <a:pt x="257418" y="601878"/>
                  </a:lnTo>
                  <a:lnTo>
                    <a:pt x="257423" y="592327"/>
                  </a:lnTo>
                  <a:close/>
                </a:path>
                <a:path w="1925955" h="1003935">
                  <a:moveTo>
                    <a:pt x="280098" y="592327"/>
                  </a:moveTo>
                  <a:lnTo>
                    <a:pt x="270543" y="592327"/>
                  </a:lnTo>
                  <a:lnTo>
                    <a:pt x="271128" y="601878"/>
                  </a:lnTo>
                  <a:lnTo>
                    <a:pt x="280098" y="601878"/>
                  </a:lnTo>
                  <a:lnTo>
                    <a:pt x="280098" y="592327"/>
                  </a:lnTo>
                  <a:close/>
                </a:path>
                <a:path w="1925955" h="1003935">
                  <a:moveTo>
                    <a:pt x="301917" y="592797"/>
                  </a:moveTo>
                  <a:lnTo>
                    <a:pt x="287515" y="608711"/>
                  </a:lnTo>
                  <a:lnTo>
                    <a:pt x="291604" y="637133"/>
                  </a:lnTo>
                  <a:lnTo>
                    <a:pt x="311924" y="645731"/>
                  </a:lnTo>
                  <a:lnTo>
                    <a:pt x="315988" y="645731"/>
                  </a:lnTo>
                  <a:lnTo>
                    <a:pt x="328628" y="635546"/>
                  </a:lnTo>
                  <a:lnTo>
                    <a:pt x="307073" y="635546"/>
                  </a:lnTo>
                  <a:lnTo>
                    <a:pt x="304458" y="621893"/>
                  </a:lnTo>
                  <a:lnTo>
                    <a:pt x="292290" y="621893"/>
                  </a:lnTo>
                  <a:lnTo>
                    <a:pt x="292290" y="613575"/>
                  </a:lnTo>
                  <a:lnTo>
                    <a:pt x="302865" y="613575"/>
                  </a:lnTo>
                  <a:lnTo>
                    <a:pt x="301396" y="605904"/>
                  </a:lnTo>
                  <a:lnTo>
                    <a:pt x="331583" y="605904"/>
                  </a:lnTo>
                  <a:lnTo>
                    <a:pt x="330276" y="600151"/>
                  </a:lnTo>
                  <a:lnTo>
                    <a:pt x="301917" y="592797"/>
                  </a:lnTo>
                  <a:close/>
                </a:path>
                <a:path w="1925955" h="1003935">
                  <a:moveTo>
                    <a:pt x="323176" y="629361"/>
                  </a:moveTo>
                  <a:lnTo>
                    <a:pt x="307073" y="635546"/>
                  </a:lnTo>
                  <a:lnTo>
                    <a:pt x="328628" y="635546"/>
                  </a:lnTo>
                  <a:lnTo>
                    <a:pt x="334695" y="630656"/>
                  </a:lnTo>
                  <a:lnTo>
                    <a:pt x="323176" y="629361"/>
                  </a:lnTo>
                  <a:close/>
                </a:path>
                <a:path w="1925955" h="1003935">
                  <a:moveTo>
                    <a:pt x="302865" y="613575"/>
                  </a:moveTo>
                  <a:lnTo>
                    <a:pt x="292290" y="613575"/>
                  </a:lnTo>
                  <a:lnTo>
                    <a:pt x="292290" y="621893"/>
                  </a:lnTo>
                  <a:lnTo>
                    <a:pt x="304458" y="621893"/>
                  </a:lnTo>
                  <a:lnTo>
                    <a:pt x="302865" y="613575"/>
                  </a:lnTo>
                  <a:close/>
                </a:path>
                <a:path w="1925955" h="1003935">
                  <a:moveTo>
                    <a:pt x="331583" y="605904"/>
                  </a:moveTo>
                  <a:lnTo>
                    <a:pt x="301396" y="605904"/>
                  </a:lnTo>
                  <a:lnTo>
                    <a:pt x="323380" y="613575"/>
                  </a:lnTo>
                  <a:lnTo>
                    <a:pt x="302865" y="613575"/>
                  </a:lnTo>
                  <a:lnTo>
                    <a:pt x="304458" y="621893"/>
                  </a:lnTo>
                  <a:lnTo>
                    <a:pt x="335216" y="621893"/>
                  </a:lnTo>
                  <a:lnTo>
                    <a:pt x="331583" y="605904"/>
                  </a:lnTo>
                  <a:close/>
                </a:path>
                <a:path w="1925955" h="1003935">
                  <a:moveTo>
                    <a:pt x="375818" y="592963"/>
                  </a:moveTo>
                  <a:lnTo>
                    <a:pt x="350583" y="594918"/>
                  </a:lnTo>
                  <a:lnTo>
                    <a:pt x="344843" y="614514"/>
                  </a:lnTo>
                  <a:lnTo>
                    <a:pt x="369747" y="624700"/>
                  </a:lnTo>
                  <a:lnTo>
                    <a:pt x="354241" y="629259"/>
                  </a:lnTo>
                  <a:lnTo>
                    <a:pt x="342214" y="630415"/>
                  </a:lnTo>
                  <a:lnTo>
                    <a:pt x="342963" y="635241"/>
                  </a:lnTo>
                  <a:lnTo>
                    <a:pt x="358266" y="645731"/>
                  </a:lnTo>
                  <a:lnTo>
                    <a:pt x="382257" y="640245"/>
                  </a:lnTo>
                  <a:lnTo>
                    <a:pt x="385787" y="622236"/>
                  </a:lnTo>
                  <a:lnTo>
                    <a:pt x="360718" y="612317"/>
                  </a:lnTo>
                  <a:lnTo>
                    <a:pt x="385914" y="606171"/>
                  </a:lnTo>
                  <a:lnTo>
                    <a:pt x="385076" y="601726"/>
                  </a:lnTo>
                  <a:lnTo>
                    <a:pt x="375818" y="592963"/>
                  </a:lnTo>
                  <a:close/>
                </a:path>
                <a:path w="1925955" h="1003935">
                  <a:moveTo>
                    <a:pt x="411911" y="579780"/>
                  </a:moveTo>
                  <a:lnTo>
                    <a:pt x="399580" y="579780"/>
                  </a:lnTo>
                  <a:lnTo>
                    <a:pt x="399554" y="634263"/>
                  </a:lnTo>
                  <a:lnTo>
                    <a:pt x="415937" y="645413"/>
                  </a:lnTo>
                  <a:lnTo>
                    <a:pt x="411911" y="579780"/>
                  </a:lnTo>
                  <a:close/>
                </a:path>
                <a:path w="1925955" h="1003935">
                  <a:moveTo>
                    <a:pt x="399574" y="592327"/>
                  </a:moveTo>
                  <a:lnTo>
                    <a:pt x="392137" y="592327"/>
                  </a:lnTo>
                  <a:lnTo>
                    <a:pt x="392137" y="601878"/>
                  </a:lnTo>
                  <a:lnTo>
                    <a:pt x="399569" y="601878"/>
                  </a:lnTo>
                  <a:lnTo>
                    <a:pt x="399574" y="592327"/>
                  </a:lnTo>
                  <a:close/>
                </a:path>
                <a:path w="1925955" h="1003935">
                  <a:moveTo>
                    <a:pt x="422249" y="592327"/>
                  </a:moveTo>
                  <a:lnTo>
                    <a:pt x="412681" y="592327"/>
                  </a:lnTo>
                  <a:lnTo>
                    <a:pt x="413267" y="601878"/>
                  </a:lnTo>
                  <a:lnTo>
                    <a:pt x="422249" y="601878"/>
                  </a:lnTo>
                  <a:lnTo>
                    <a:pt x="422249" y="592327"/>
                  </a:lnTo>
                  <a:close/>
                </a:path>
                <a:path w="1925955" h="1003935">
                  <a:moveTo>
                    <a:pt x="443788" y="592327"/>
                  </a:moveTo>
                  <a:lnTo>
                    <a:pt x="431444" y="592327"/>
                  </a:lnTo>
                  <a:lnTo>
                    <a:pt x="431444" y="644702"/>
                  </a:lnTo>
                  <a:lnTo>
                    <a:pt x="443788" y="644702"/>
                  </a:lnTo>
                  <a:lnTo>
                    <a:pt x="443788" y="592327"/>
                  </a:lnTo>
                  <a:close/>
                </a:path>
                <a:path w="1925955" h="1003935">
                  <a:moveTo>
                    <a:pt x="435698" y="571500"/>
                  </a:moveTo>
                  <a:lnTo>
                    <a:pt x="437654" y="584898"/>
                  </a:lnTo>
                  <a:lnTo>
                    <a:pt x="439623" y="584898"/>
                  </a:lnTo>
                  <a:lnTo>
                    <a:pt x="435698" y="571500"/>
                  </a:lnTo>
                  <a:close/>
                </a:path>
                <a:path w="1925955" h="1003935">
                  <a:moveTo>
                    <a:pt x="467156" y="592327"/>
                  </a:moveTo>
                  <a:lnTo>
                    <a:pt x="455358" y="592327"/>
                  </a:lnTo>
                  <a:lnTo>
                    <a:pt x="455358" y="644702"/>
                  </a:lnTo>
                  <a:lnTo>
                    <a:pt x="467690" y="644702"/>
                  </a:lnTo>
                  <a:lnTo>
                    <a:pt x="467690" y="611492"/>
                  </a:lnTo>
                  <a:lnTo>
                    <a:pt x="484454" y="603072"/>
                  </a:lnTo>
                  <a:lnTo>
                    <a:pt x="499069" y="603072"/>
                  </a:lnTo>
                  <a:lnTo>
                    <a:pt x="498569" y="601230"/>
                  </a:lnTo>
                  <a:lnTo>
                    <a:pt x="467766" y="601230"/>
                  </a:lnTo>
                  <a:lnTo>
                    <a:pt x="467156" y="592327"/>
                  </a:lnTo>
                  <a:close/>
                </a:path>
                <a:path w="1925955" h="1003935">
                  <a:moveTo>
                    <a:pt x="499069" y="603072"/>
                  </a:moveTo>
                  <a:lnTo>
                    <a:pt x="484454" y="603072"/>
                  </a:lnTo>
                  <a:lnTo>
                    <a:pt x="488975" y="644702"/>
                  </a:lnTo>
                  <a:lnTo>
                    <a:pt x="501319" y="644702"/>
                  </a:lnTo>
                  <a:lnTo>
                    <a:pt x="501319" y="611352"/>
                  </a:lnTo>
                  <a:lnTo>
                    <a:pt x="499069" y="603072"/>
                  </a:lnTo>
                  <a:close/>
                </a:path>
                <a:path w="1925955" h="1003935">
                  <a:moveTo>
                    <a:pt x="479475" y="591654"/>
                  </a:moveTo>
                  <a:lnTo>
                    <a:pt x="467766" y="601230"/>
                  </a:lnTo>
                  <a:lnTo>
                    <a:pt x="498569" y="601230"/>
                  </a:lnTo>
                  <a:lnTo>
                    <a:pt x="497624" y="597750"/>
                  </a:lnTo>
                  <a:lnTo>
                    <a:pt x="479475" y="591654"/>
                  </a:lnTo>
                  <a:close/>
                </a:path>
                <a:path w="1925955" h="1003935">
                  <a:moveTo>
                    <a:pt x="528180" y="591654"/>
                  </a:moveTo>
                  <a:lnTo>
                    <a:pt x="511543" y="607745"/>
                  </a:lnTo>
                  <a:lnTo>
                    <a:pt x="517969" y="639216"/>
                  </a:lnTo>
                  <a:lnTo>
                    <a:pt x="541642" y="641680"/>
                  </a:lnTo>
                  <a:lnTo>
                    <a:pt x="546709" y="651852"/>
                  </a:lnTo>
                  <a:lnTo>
                    <a:pt x="512394" y="652208"/>
                  </a:lnTo>
                  <a:lnTo>
                    <a:pt x="535508" y="665429"/>
                  </a:lnTo>
                  <a:lnTo>
                    <a:pt x="540219" y="665429"/>
                  </a:lnTo>
                  <a:lnTo>
                    <a:pt x="559028" y="653732"/>
                  </a:lnTo>
                  <a:lnTo>
                    <a:pt x="559237" y="641680"/>
                  </a:lnTo>
                  <a:lnTo>
                    <a:pt x="559280" y="639216"/>
                  </a:lnTo>
                  <a:lnTo>
                    <a:pt x="559366" y="634263"/>
                  </a:lnTo>
                  <a:lnTo>
                    <a:pt x="532904" y="634263"/>
                  </a:lnTo>
                  <a:lnTo>
                    <a:pt x="523163" y="615124"/>
                  </a:lnTo>
                  <a:lnTo>
                    <a:pt x="538276" y="601776"/>
                  </a:lnTo>
                  <a:lnTo>
                    <a:pt x="559931" y="601776"/>
                  </a:lnTo>
                  <a:lnTo>
                    <a:pt x="559944" y="600989"/>
                  </a:lnTo>
                  <a:lnTo>
                    <a:pt x="547916" y="600989"/>
                  </a:lnTo>
                  <a:lnTo>
                    <a:pt x="528180" y="591654"/>
                  </a:lnTo>
                  <a:close/>
                </a:path>
                <a:path w="1925955" h="1003935">
                  <a:moveTo>
                    <a:pt x="559931" y="601776"/>
                  </a:moveTo>
                  <a:lnTo>
                    <a:pt x="538276" y="601776"/>
                  </a:lnTo>
                  <a:lnTo>
                    <a:pt x="547916" y="621614"/>
                  </a:lnTo>
                  <a:lnTo>
                    <a:pt x="535609" y="634263"/>
                  </a:lnTo>
                  <a:lnTo>
                    <a:pt x="559366" y="634263"/>
                  </a:lnTo>
                  <a:lnTo>
                    <a:pt x="559827" y="607745"/>
                  </a:lnTo>
                  <a:lnTo>
                    <a:pt x="559931" y="601776"/>
                  </a:lnTo>
                  <a:close/>
                </a:path>
                <a:path w="1925955" h="1003935">
                  <a:moveTo>
                    <a:pt x="560095" y="592327"/>
                  </a:moveTo>
                  <a:lnTo>
                    <a:pt x="547916" y="592327"/>
                  </a:lnTo>
                  <a:lnTo>
                    <a:pt x="547916" y="600989"/>
                  </a:lnTo>
                  <a:lnTo>
                    <a:pt x="559944" y="600989"/>
                  </a:lnTo>
                  <a:lnTo>
                    <a:pt x="560095" y="592327"/>
                  </a:lnTo>
                  <a:close/>
                </a:path>
                <a:path w="1925955" h="1003935">
                  <a:moveTo>
                    <a:pt x="608308" y="602671"/>
                  </a:moveTo>
                  <a:lnTo>
                    <a:pt x="605726" y="607237"/>
                  </a:lnTo>
                  <a:lnTo>
                    <a:pt x="593077" y="633183"/>
                  </a:lnTo>
                  <a:lnTo>
                    <a:pt x="615175" y="645731"/>
                  </a:lnTo>
                  <a:lnTo>
                    <a:pt x="628116" y="643115"/>
                  </a:lnTo>
                  <a:lnTo>
                    <a:pt x="631952" y="636668"/>
                  </a:lnTo>
                  <a:lnTo>
                    <a:pt x="630880" y="635126"/>
                  </a:lnTo>
                  <a:lnTo>
                    <a:pt x="611289" y="635126"/>
                  </a:lnTo>
                  <a:lnTo>
                    <a:pt x="619114" y="618209"/>
                  </a:lnTo>
                  <a:lnTo>
                    <a:pt x="608308" y="602671"/>
                  </a:lnTo>
                  <a:close/>
                </a:path>
                <a:path w="1925955" h="1003935">
                  <a:moveTo>
                    <a:pt x="636920" y="628316"/>
                  </a:moveTo>
                  <a:lnTo>
                    <a:pt x="631952" y="636668"/>
                  </a:lnTo>
                  <a:lnTo>
                    <a:pt x="637539" y="644702"/>
                  </a:lnTo>
                  <a:lnTo>
                    <a:pt x="650900" y="644702"/>
                  </a:lnTo>
                  <a:lnTo>
                    <a:pt x="636920" y="628316"/>
                  </a:lnTo>
                  <a:close/>
                </a:path>
                <a:path w="1925955" h="1003935">
                  <a:moveTo>
                    <a:pt x="633279" y="624048"/>
                  </a:moveTo>
                  <a:lnTo>
                    <a:pt x="633183" y="624459"/>
                  </a:lnTo>
                  <a:lnTo>
                    <a:pt x="625921" y="627997"/>
                  </a:lnTo>
                  <a:lnTo>
                    <a:pt x="631952" y="636668"/>
                  </a:lnTo>
                  <a:lnTo>
                    <a:pt x="636920" y="628316"/>
                  </a:lnTo>
                  <a:lnTo>
                    <a:pt x="633279" y="624048"/>
                  </a:lnTo>
                  <a:close/>
                </a:path>
                <a:path w="1925955" h="1003935">
                  <a:moveTo>
                    <a:pt x="625921" y="627997"/>
                  </a:moveTo>
                  <a:lnTo>
                    <a:pt x="611289" y="635126"/>
                  </a:lnTo>
                  <a:lnTo>
                    <a:pt x="630880" y="635126"/>
                  </a:lnTo>
                  <a:lnTo>
                    <a:pt x="625921" y="627997"/>
                  </a:lnTo>
                  <a:close/>
                </a:path>
                <a:path w="1925955" h="1003935">
                  <a:moveTo>
                    <a:pt x="646747" y="611797"/>
                  </a:moveTo>
                  <a:lnTo>
                    <a:pt x="636142" y="611797"/>
                  </a:lnTo>
                  <a:lnTo>
                    <a:pt x="633279" y="624048"/>
                  </a:lnTo>
                  <a:lnTo>
                    <a:pt x="636920" y="628316"/>
                  </a:lnTo>
                  <a:lnTo>
                    <a:pt x="646747" y="611797"/>
                  </a:lnTo>
                  <a:close/>
                </a:path>
                <a:path w="1925955" h="1003935">
                  <a:moveTo>
                    <a:pt x="622342" y="611228"/>
                  </a:moveTo>
                  <a:lnTo>
                    <a:pt x="619114" y="618209"/>
                  </a:lnTo>
                  <a:lnTo>
                    <a:pt x="625921" y="627997"/>
                  </a:lnTo>
                  <a:lnTo>
                    <a:pt x="633183" y="624459"/>
                  </a:lnTo>
                  <a:lnTo>
                    <a:pt x="633279" y="624048"/>
                  </a:lnTo>
                  <a:lnTo>
                    <a:pt x="622342" y="611228"/>
                  </a:lnTo>
                  <a:close/>
                </a:path>
                <a:path w="1925955" h="1003935">
                  <a:moveTo>
                    <a:pt x="618782" y="584149"/>
                  </a:moveTo>
                  <a:lnTo>
                    <a:pt x="608308" y="602671"/>
                  </a:lnTo>
                  <a:lnTo>
                    <a:pt x="619114" y="618209"/>
                  </a:lnTo>
                  <a:lnTo>
                    <a:pt x="622342" y="611228"/>
                  </a:lnTo>
                  <a:lnTo>
                    <a:pt x="618147" y="606310"/>
                  </a:lnTo>
                  <a:lnTo>
                    <a:pt x="618672" y="587984"/>
                  </a:lnTo>
                  <a:lnTo>
                    <a:pt x="618782" y="584149"/>
                  </a:lnTo>
                  <a:close/>
                </a:path>
                <a:path w="1925955" h="1003935">
                  <a:moveTo>
                    <a:pt x="629389" y="584149"/>
                  </a:moveTo>
                  <a:lnTo>
                    <a:pt x="618782" y="584149"/>
                  </a:lnTo>
                  <a:lnTo>
                    <a:pt x="618251" y="602671"/>
                  </a:lnTo>
                  <a:lnTo>
                    <a:pt x="618147" y="606310"/>
                  </a:lnTo>
                  <a:lnTo>
                    <a:pt x="622342" y="611228"/>
                  </a:lnTo>
                  <a:lnTo>
                    <a:pt x="624852" y="605802"/>
                  </a:lnTo>
                  <a:lnTo>
                    <a:pt x="634136" y="587032"/>
                  </a:lnTo>
                  <a:lnTo>
                    <a:pt x="629389" y="584149"/>
                  </a:lnTo>
                  <a:close/>
                </a:path>
                <a:path w="1925955" h="1003935">
                  <a:moveTo>
                    <a:pt x="612724" y="574027"/>
                  </a:moveTo>
                  <a:lnTo>
                    <a:pt x="598093" y="587984"/>
                  </a:lnTo>
                  <a:lnTo>
                    <a:pt x="608308" y="602671"/>
                  </a:lnTo>
                  <a:lnTo>
                    <a:pt x="618782" y="584149"/>
                  </a:lnTo>
                  <a:lnTo>
                    <a:pt x="629389" y="584149"/>
                  </a:lnTo>
                  <a:lnTo>
                    <a:pt x="612724" y="574027"/>
                  </a:lnTo>
                  <a:close/>
                </a:path>
                <a:path w="1925955" h="1003935">
                  <a:moveTo>
                    <a:pt x="691680" y="592327"/>
                  </a:moveTo>
                  <a:lnTo>
                    <a:pt x="679538" y="592327"/>
                  </a:lnTo>
                  <a:lnTo>
                    <a:pt x="679538" y="664337"/>
                  </a:lnTo>
                  <a:lnTo>
                    <a:pt x="691883" y="664337"/>
                  </a:lnTo>
                  <a:lnTo>
                    <a:pt x="691883" y="636447"/>
                  </a:lnTo>
                  <a:lnTo>
                    <a:pt x="720745" y="636447"/>
                  </a:lnTo>
                  <a:lnTo>
                    <a:pt x="721705" y="635495"/>
                  </a:lnTo>
                  <a:lnTo>
                    <a:pt x="701332" y="635495"/>
                  </a:lnTo>
                  <a:lnTo>
                    <a:pt x="691641" y="618515"/>
                  </a:lnTo>
                  <a:lnTo>
                    <a:pt x="691641" y="615137"/>
                  </a:lnTo>
                  <a:lnTo>
                    <a:pt x="706704" y="601776"/>
                  </a:lnTo>
                  <a:lnTo>
                    <a:pt x="722566" y="601776"/>
                  </a:lnTo>
                  <a:lnTo>
                    <a:pt x="721575" y="596798"/>
                  </a:lnTo>
                  <a:lnTo>
                    <a:pt x="691680" y="592327"/>
                  </a:lnTo>
                  <a:close/>
                </a:path>
                <a:path w="1925955" h="1003935">
                  <a:moveTo>
                    <a:pt x="720745" y="636447"/>
                  </a:moveTo>
                  <a:lnTo>
                    <a:pt x="691883" y="636447"/>
                  </a:lnTo>
                  <a:lnTo>
                    <a:pt x="711504" y="645617"/>
                  </a:lnTo>
                  <a:lnTo>
                    <a:pt x="720745" y="636447"/>
                  </a:lnTo>
                  <a:close/>
                </a:path>
                <a:path w="1925955" h="1003935">
                  <a:moveTo>
                    <a:pt x="722566" y="601776"/>
                  </a:moveTo>
                  <a:lnTo>
                    <a:pt x="706704" y="601776"/>
                  </a:lnTo>
                  <a:lnTo>
                    <a:pt x="716394" y="621792"/>
                  </a:lnTo>
                  <a:lnTo>
                    <a:pt x="701332" y="635495"/>
                  </a:lnTo>
                  <a:lnTo>
                    <a:pt x="721705" y="635495"/>
                  </a:lnTo>
                  <a:lnTo>
                    <a:pt x="728027" y="629221"/>
                  </a:lnTo>
                  <a:lnTo>
                    <a:pt x="722566" y="601776"/>
                  </a:lnTo>
                  <a:close/>
                </a:path>
                <a:path w="1925955" h="1003935">
                  <a:moveTo>
                    <a:pt x="750760" y="592327"/>
                  </a:moveTo>
                  <a:lnTo>
                    <a:pt x="738416" y="592327"/>
                  </a:lnTo>
                  <a:lnTo>
                    <a:pt x="738416" y="644702"/>
                  </a:lnTo>
                  <a:lnTo>
                    <a:pt x="750760" y="644702"/>
                  </a:lnTo>
                  <a:lnTo>
                    <a:pt x="750760" y="592327"/>
                  </a:lnTo>
                  <a:close/>
                </a:path>
                <a:path w="1925955" h="1003935">
                  <a:moveTo>
                    <a:pt x="742670" y="571500"/>
                  </a:moveTo>
                  <a:lnTo>
                    <a:pt x="744626" y="584898"/>
                  </a:lnTo>
                  <a:lnTo>
                    <a:pt x="746607" y="584898"/>
                  </a:lnTo>
                  <a:lnTo>
                    <a:pt x="742670" y="571500"/>
                  </a:lnTo>
                  <a:close/>
                </a:path>
                <a:path w="1925955" h="1003935">
                  <a:moveTo>
                    <a:pt x="774674" y="574878"/>
                  </a:moveTo>
                  <a:lnTo>
                    <a:pt x="762330" y="574878"/>
                  </a:lnTo>
                  <a:lnTo>
                    <a:pt x="762330" y="644702"/>
                  </a:lnTo>
                  <a:lnTo>
                    <a:pt x="774674" y="644702"/>
                  </a:lnTo>
                  <a:lnTo>
                    <a:pt x="774674" y="574878"/>
                  </a:lnTo>
                  <a:close/>
                </a:path>
                <a:path w="1925955" h="1003935">
                  <a:moveTo>
                    <a:pt x="799541" y="592772"/>
                  </a:moveTo>
                  <a:lnTo>
                    <a:pt x="785012" y="608571"/>
                  </a:lnTo>
                  <a:lnTo>
                    <a:pt x="789127" y="636955"/>
                  </a:lnTo>
                  <a:lnTo>
                    <a:pt x="809078" y="645731"/>
                  </a:lnTo>
                  <a:lnTo>
                    <a:pt x="826134" y="640105"/>
                  </a:lnTo>
                  <a:lnTo>
                    <a:pt x="828282" y="635838"/>
                  </a:lnTo>
                  <a:lnTo>
                    <a:pt x="809155" y="635838"/>
                  </a:lnTo>
                  <a:lnTo>
                    <a:pt x="803948" y="635076"/>
                  </a:lnTo>
                  <a:lnTo>
                    <a:pt x="800188" y="605294"/>
                  </a:lnTo>
                  <a:lnTo>
                    <a:pt x="828534" y="605294"/>
                  </a:lnTo>
                  <a:lnTo>
                    <a:pt x="826134" y="597281"/>
                  </a:lnTo>
                  <a:lnTo>
                    <a:pt x="799541" y="592772"/>
                  </a:lnTo>
                  <a:close/>
                </a:path>
                <a:path w="1925955" h="1003935">
                  <a:moveTo>
                    <a:pt x="828534" y="605294"/>
                  </a:moveTo>
                  <a:lnTo>
                    <a:pt x="800188" y="605294"/>
                  </a:lnTo>
                  <a:lnTo>
                    <a:pt x="819353" y="607377"/>
                  </a:lnTo>
                  <a:lnTo>
                    <a:pt x="809155" y="635838"/>
                  </a:lnTo>
                  <a:lnTo>
                    <a:pt x="828282" y="635838"/>
                  </a:lnTo>
                  <a:lnTo>
                    <a:pt x="834174" y="624128"/>
                  </a:lnTo>
                  <a:lnTo>
                    <a:pt x="828534" y="605294"/>
                  </a:lnTo>
                  <a:close/>
                </a:path>
                <a:path w="1925955" h="1003935">
                  <a:moveTo>
                    <a:pt x="859345" y="579780"/>
                  </a:moveTo>
                  <a:lnTo>
                    <a:pt x="847001" y="579780"/>
                  </a:lnTo>
                  <a:lnTo>
                    <a:pt x="846988" y="634263"/>
                  </a:lnTo>
                  <a:lnTo>
                    <a:pt x="863371" y="645413"/>
                  </a:lnTo>
                  <a:lnTo>
                    <a:pt x="859345" y="579780"/>
                  </a:lnTo>
                  <a:close/>
                </a:path>
                <a:path w="1925955" h="1003935">
                  <a:moveTo>
                    <a:pt x="846998" y="592327"/>
                  </a:moveTo>
                  <a:lnTo>
                    <a:pt x="839571" y="592327"/>
                  </a:lnTo>
                  <a:lnTo>
                    <a:pt x="839571" y="601878"/>
                  </a:lnTo>
                  <a:lnTo>
                    <a:pt x="846995" y="601878"/>
                  </a:lnTo>
                  <a:lnTo>
                    <a:pt x="846998" y="592327"/>
                  </a:lnTo>
                  <a:close/>
                </a:path>
                <a:path w="1925955" h="1003935">
                  <a:moveTo>
                    <a:pt x="869683" y="592327"/>
                  </a:moveTo>
                  <a:lnTo>
                    <a:pt x="860115" y="592327"/>
                  </a:lnTo>
                  <a:lnTo>
                    <a:pt x="860700" y="601878"/>
                  </a:lnTo>
                  <a:lnTo>
                    <a:pt x="869683" y="601878"/>
                  </a:lnTo>
                  <a:lnTo>
                    <a:pt x="869683" y="592327"/>
                  </a:lnTo>
                  <a:close/>
                </a:path>
                <a:path w="1925955" h="1003935">
                  <a:moveTo>
                    <a:pt x="932853" y="592963"/>
                  </a:moveTo>
                  <a:lnTo>
                    <a:pt x="907618" y="594918"/>
                  </a:lnTo>
                  <a:lnTo>
                    <a:pt x="901877" y="614514"/>
                  </a:lnTo>
                  <a:lnTo>
                    <a:pt x="926782" y="624700"/>
                  </a:lnTo>
                  <a:lnTo>
                    <a:pt x="911288" y="629259"/>
                  </a:lnTo>
                  <a:lnTo>
                    <a:pt x="899248" y="630415"/>
                  </a:lnTo>
                  <a:lnTo>
                    <a:pt x="899998" y="635241"/>
                  </a:lnTo>
                  <a:lnTo>
                    <a:pt x="915301" y="645731"/>
                  </a:lnTo>
                  <a:lnTo>
                    <a:pt x="939291" y="640245"/>
                  </a:lnTo>
                  <a:lnTo>
                    <a:pt x="942835" y="622236"/>
                  </a:lnTo>
                  <a:lnTo>
                    <a:pt x="917765" y="612317"/>
                  </a:lnTo>
                  <a:lnTo>
                    <a:pt x="942962" y="606171"/>
                  </a:lnTo>
                  <a:lnTo>
                    <a:pt x="942111" y="601726"/>
                  </a:lnTo>
                  <a:lnTo>
                    <a:pt x="932853" y="592963"/>
                  </a:lnTo>
                  <a:close/>
                </a:path>
                <a:path w="1925955" h="1003935">
                  <a:moveTo>
                    <a:pt x="965479" y="592327"/>
                  </a:moveTo>
                  <a:lnTo>
                    <a:pt x="953134" y="592327"/>
                  </a:lnTo>
                  <a:lnTo>
                    <a:pt x="953134" y="625678"/>
                  </a:lnTo>
                  <a:lnTo>
                    <a:pt x="956830" y="639318"/>
                  </a:lnTo>
                  <a:lnTo>
                    <a:pt x="974521" y="645388"/>
                  </a:lnTo>
                  <a:lnTo>
                    <a:pt x="986345" y="635393"/>
                  </a:lnTo>
                  <a:lnTo>
                    <a:pt x="998854" y="635393"/>
                  </a:lnTo>
                  <a:lnTo>
                    <a:pt x="998854" y="633628"/>
                  </a:lnTo>
                  <a:lnTo>
                    <a:pt x="970026" y="633628"/>
                  </a:lnTo>
                  <a:lnTo>
                    <a:pt x="965479" y="592327"/>
                  </a:lnTo>
                  <a:close/>
                </a:path>
                <a:path w="1925955" h="1003935">
                  <a:moveTo>
                    <a:pt x="998854" y="635393"/>
                  </a:moveTo>
                  <a:lnTo>
                    <a:pt x="986345" y="635393"/>
                  </a:lnTo>
                  <a:lnTo>
                    <a:pt x="986891" y="644702"/>
                  </a:lnTo>
                  <a:lnTo>
                    <a:pt x="998854" y="644702"/>
                  </a:lnTo>
                  <a:lnTo>
                    <a:pt x="998854" y="635393"/>
                  </a:lnTo>
                  <a:close/>
                </a:path>
                <a:path w="1925955" h="1003935">
                  <a:moveTo>
                    <a:pt x="998854" y="592327"/>
                  </a:moveTo>
                  <a:lnTo>
                    <a:pt x="986510" y="592327"/>
                  </a:lnTo>
                  <a:lnTo>
                    <a:pt x="986510" y="625335"/>
                  </a:lnTo>
                  <a:lnTo>
                    <a:pt x="970026" y="633628"/>
                  </a:lnTo>
                  <a:lnTo>
                    <a:pt x="998854" y="633628"/>
                  </a:lnTo>
                  <a:lnTo>
                    <a:pt x="998854" y="592327"/>
                  </a:lnTo>
                  <a:close/>
                </a:path>
                <a:path w="1925955" h="1003935">
                  <a:moveTo>
                    <a:pt x="1022565" y="592327"/>
                  </a:moveTo>
                  <a:lnTo>
                    <a:pt x="1010424" y="592327"/>
                  </a:lnTo>
                  <a:lnTo>
                    <a:pt x="1010424" y="664337"/>
                  </a:lnTo>
                  <a:lnTo>
                    <a:pt x="1022769" y="664337"/>
                  </a:lnTo>
                  <a:lnTo>
                    <a:pt x="1022769" y="636447"/>
                  </a:lnTo>
                  <a:lnTo>
                    <a:pt x="1051631" y="636447"/>
                  </a:lnTo>
                  <a:lnTo>
                    <a:pt x="1052590" y="635495"/>
                  </a:lnTo>
                  <a:lnTo>
                    <a:pt x="1032217" y="635495"/>
                  </a:lnTo>
                  <a:lnTo>
                    <a:pt x="1022527" y="618515"/>
                  </a:lnTo>
                  <a:lnTo>
                    <a:pt x="1022527" y="615137"/>
                  </a:lnTo>
                  <a:lnTo>
                    <a:pt x="1037589" y="601776"/>
                  </a:lnTo>
                  <a:lnTo>
                    <a:pt x="1053452" y="601776"/>
                  </a:lnTo>
                  <a:lnTo>
                    <a:pt x="1052461" y="596798"/>
                  </a:lnTo>
                  <a:lnTo>
                    <a:pt x="1022565" y="592327"/>
                  </a:lnTo>
                  <a:close/>
                </a:path>
                <a:path w="1925955" h="1003935">
                  <a:moveTo>
                    <a:pt x="1051631" y="636447"/>
                  </a:moveTo>
                  <a:lnTo>
                    <a:pt x="1022769" y="636447"/>
                  </a:lnTo>
                  <a:lnTo>
                    <a:pt x="1042390" y="645617"/>
                  </a:lnTo>
                  <a:lnTo>
                    <a:pt x="1051631" y="636447"/>
                  </a:lnTo>
                  <a:close/>
                </a:path>
                <a:path w="1925955" h="1003935">
                  <a:moveTo>
                    <a:pt x="1053452" y="601776"/>
                  </a:moveTo>
                  <a:lnTo>
                    <a:pt x="1037589" y="601776"/>
                  </a:lnTo>
                  <a:lnTo>
                    <a:pt x="1047280" y="621792"/>
                  </a:lnTo>
                  <a:lnTo>
                    <a:pt x="1032217" y="635495"/>
                  </a:lnTo>
                  <a:lnTo>
                    <a:pt x="1052590" y="635495"/>
                  </a:lnTo>
                  <a:lnTo>
                    <a:pt x="1058913" y="629221"/>
                  </a:lnTo>
                  <a:lnTo>
                    <a:pt x="1053452" y="601776"/>
                  </a:lnTo>
                  <a:close/>
                </a:path>
                <a:path w="1925955" h="1003935">
                  <a:moveTo>
                    <a:pt x="1081443" y="592327"/>
                  </a:moveTo>
                  <a:lnTo>
                    <a:pt x="1069301" y="592327"/>
                  </a:lnTo>
                  <a:lnTo>
                    <a:pt x="1069301" y="664337"/>
                  </a:lnTo>
                  <a:lnTo>
                    <a:pt x="1081646" y="664337"/>
                  </a:lnTo>
                  <a:lnTo>
                    <a:pt x="1081646" y="636447"/>
                  </a:lnTo>
                  <a:lnTo>
                    <a:pt x="1110520" y="636447"/>
                  </a:lnTo>
                  <a:lnTo>
                    <a:pt x="1111480" y="635495"/>
                  </a:lnTo>
                  <a:lnTo>
                    <a:pt x="1091107" y="635495"/>
                  </a:lnTo>
                  <a:lnTo>
                    <a:pt x="1081404" y="618515"/>
                  </a:lnTo>
                  <a:lnTo>
                    <a:pt x="1081404" y="615137"/>
                  </a:lnTo>
                  <a:lnTo>
                    <a:pt x="1096467" y="601776"/>
                  </a:lnTo>
                  <a:lnTo>
                    <a:pt x="1112331" y="601776"/>
                  </a:lnTo>
                  <a:lnTo>
                    <a:pt x="1111338" y="596798"/>
                  </a:lnTo>
                  <a:lnTo>
                    <a:pt x="1081443" y="592327"/>
                  </a:lnTo>
                  <a:close/>
                </a:path>
                <a:path w="1925955" h="1003935">
                  <a:moveTo>
                    <a:pt x="1110520" y="636447"/>
                  </a:moveTo>
                  <a:lnTo>
                    <a:pt x="1081646" y="636447"/>
                  </a:lnTo>
                  <a:lnTo>
                    <a:pt x="1101280" y="645617"/>
                  </a:lnTo>
                  <a:lnTo>
                    <a:pt x="1110520" y="636447"/>
                  </a:lnTo>
                  <a:close/>
                </a:path>
                <a:path w="1925955" h="1003935">
                  <a:moveTo>
                    <a:pt x="1112331" y="601776"/>
                  </a:moveTo>
                  <a:lnTo>
                    <a:pt x="1096467" y="601776"/>
                  </a:lnTo>
                  <a:lnTo>
                    <a:pt x="1106157" y="621792"/>
                  </a:lnTo>
                  <a:lnTo>
                    <a:pt x="1091107" y="635495"/>
                  </a:lnTo>
                  <a:lnTo>
                    <a:pt x="1111480" y="635495"/>
                  </a:lnTo>
                  <a:lnTo>
                    <a:pt x="1117803" y="629221"/>
                  </a:lnTo>
                  <a:lnTo>
                    <a:pt x="1112331" y="601776"/>
                  </a:lnTo>
                  <a:close/>
                </a:path>
                <a:path w="1925955" h="1003935">
                  <a:moveTo>
                    <a:pt x="1141488" y="592772"/>
                  </a:moveTo>
                  <a:lnTo>
                    <a:pt x="1126959" y="608571"/>
                  </a:lnTo>
                  <a:lnTo>
                    <a:pt x="1131074" y="636955"/>
                  </a:lnTo>
                  <a:lnTo>
                    <a:pt x="1151026" y="645731"/>
                  </a:lnTo>
                  <a:lnTo>
                    <a:pt x="1168082" y="640105"/>
                  </a:lnTo>
                  <a:lnTo>
                    <a:pt x="1170229" y="635838"/>
                  </a:lnTo>
                  <a:lnTo>
                    <a:pt x="1151102" y="635838"/>
                  </a:lnTo>
                  <a:lnTo>
                    <a:pt x="1145895" y="635076"/>
                  </a:lnTo>
                  <a:lnTo>
                    <a:pt x="1142149" y="605294"/>
                  </a:lnTo>
                  <a:lnTo>
                    <a:pt x="1170482" y="605294"/>
                  </a:lnTo>
                  <a:lnTo>
                    <a:pt x="1168082" y="597281"/>
                  </a:lnTo>
                  <a:lnTo>
                    <a:pt x="1141488" y="592772"/>
                  </a:lnTo>
                  <a:close/>
                </a:path>
                <a:path w="1925955" h="1003935">
                  <a:moveTo>
                    <a:pt x="1170482" y="605294"/>
                  </a:moveTo>
                  <a:lnTo>
                    <a:pt x="1142149" y="605294"/>
                  </a:lnTo>
                  <a:lnTo>
                    <a:pt x="1161300" y="607377"/>
                  </a:lnTo>
                  <a:lnTo>
                    <a:pt x="1151102" y="635838"/>
                  </a:lnTo>
                  <a:lnTo>
                    <a:pt x="1170229" y="635838"/>
                  </a:lnTo>
                  <a:lnTo>
                    <a:pt x="1176121" y="624128"/>
                  </a:lnTo>
                  <a:lnTo>
                    <a:pt x="1170482" y="605294"/>
                  </a:lnTo>
                  <a:close/>
                </a:path>
                <a:path w="1925955" h="1003935">
                  <a:moveTo>
                    <a:pt x="1197444" y="592327"/>
                  </a:moveTo>
                  <a:lnTo>
                    <a:pt x="1185481" y="592327"/>
                  </a:lnTo>
                  <a:lnTo>
                    <a:pt x="1185481" y="644702"/>
                  </a:lnTo>
                  <a:lnTo>
                    <a:pt x="1197813" y="644702"/>
                  </a:lnTo>
                  <a:lnTo>
                    <a:pt x="1197813" y="613918"/>
                  </a:lnTo>
                  <a:lnTo>
                    <a:pt x="1208053" y="601065"/>
                  </a:lnTo>
                  <a:lnTo>
                    <a:pt x="1197990" y="601065"/>
                  </a:lnTo>
                  <a:lnTo>
                    <a:pt x="1197444" y="592327"/>
                  </a:lnTo>
                  <a:close/>
                </a:path>
                <a:path w="1925955" h="1003935">
                  <a:moveTo>
                    <a:pt x="1215339" y="591921"/>
                  </a:moveTo>
                  <a:lnTo>
                    <a:pt x="1197990" y="601065"/>
                  </a:lnTo>
                  <a:lnTo>
                    <a:pt x="1208053" y="601065"/>
                  </a:lnTo>
                  <a:lnTo>
                    <a:pt x="1215339" y="591921"/>
                  </a:lnTo>
                  <a:close/>
                </a:path>
                <a:path w="1925955" h="1003935">
                  <a:moveTo>
                    <a:pt x="1241056" y="579780"/>
                  </a:moveTo>
                  <a:lnTo>
                    <a:pt x="1228712" y="579780"/>
                  </a:lnTo>
                  <a:lnTo>
                    <a:pt x="1228686" y="634263"/>
                  </a:lnTo>
                  <a:lnTo>
                    <a:pt x="1245069" y="645413"/>
                  </a:lnTo>
                  <a:lnTo>
                    <a:pt x="1241056" y="579780"/>
                  </a:lnTo>
                  <a:close/>
                </a:path>
                <a:path w="1925955" h="1003935">
                  <a:moveTo>
                    <a:pt x="1228706" y="592327"/>
                  </a:moveTo>
                  <a:lnTo>
                    <a:pt x="1221270" y="592327"/>
                  </a:lnTo>
                  <a:lnTo>
                    <a:pt x="1221270" y="601878"/>
                  </a:lnTo>
                  <a:lnTo>
                    <a:pt x="1228701" y="601878"/>
                  </a:lnTo>
                  <a:lnTo>
                    <a:pt x="1228706" y="592327"/>
                  </a:lnTo>
                  <a:close/>
                </a:path>
                <a:path w="1925955" h="1003935">
                  <a:moveTo>
                    <a:pt x="1251381" y="592327"/>
                  </a:moveTo>
                  <a:lnTo>
                    <a:pt x="1241823" y="592327"/>
                  </a:lnTo>
                  <a:lnTo>
                    <a:pt x="1242407" y="601878"/>
                  </a:lnTo>
                  <a:lnTo>
                    <a:pt x="1251381" y="601878"/>
                  </a:lnTo>
                  <a:lnTo>
                    <a:pt x="1251381" y="592327"/>
                  </a:lnTo>
                  <a:close/>
                </a:path>
                <a:path w="1925955" h="1003935">
                  <a:moveTo>
                    <a:pt x="12255" y="716178"/>
                  </a:moveTo>
                  <a:lnTo>
                    <a:pt x="0" y="733933"/>
                  </a:lnTo>
                  <a:lnTo>
                    <a:pt x="15011" y="746188"/>
                  </a:lnTo>
                  <a:lnTo>
                    <a:pt x="17779" y="746188"/>
                  </a:lnTo>
                  <a:lnTo>
                    <a:pt x="30010" y="728408"/>
                  </a:lnTo>
                  <a:lnTo>
                    <a:pt x="12255" y="716178"/>
                  </a:lnTo>
                  <a:close/>
                </a:path>
                <a:path w="1925955" h="1003935">
                  <a:moveTo>
                    <a:pt x="117995" y="688225"/>
                  </a:moveTo>
                  <a:lnTo>
                    <a:pt x="102908" y="695325"/>
                  </a:lnTo>
                  <a:lnTo>
                    <a:pt x="93510" y="710133"/>
                  </a:lnTo>
                  <a:lnTo>
                    <a:pt x="92113" y="731596"/>
                  </a:lnTo>
                  <a:lnTo>
                    <a:pt x="99047" y="748753"/>
                  </a:lnTo>
                  <a:lnTo>
                    <a:pt x="112483" y="758532"/>
                  </a:lnTo>
                  <a:lnTo>
                    <a:pt x="132041" y="759345"/>
                  </a:lnTo>
                  <a:lnTo>
                    <a:pt x="148742" y="741222"/>
                  </a:lnTo>
                  <a:lnTo>
                    <a:pt x="109004" y="741222"/>
                  </a:lnTo>
                  <a:lnTo>
                    <a:pt x="108978" y="707097"/>
                  </a:lnTo>
                  <a:lnTo>
                    <a:pt x="124294" y="699579"/>
                  </a:lnTo>
                  <a:lnTo>
                    <a:pt x="148723" y="699579"/>
                  </a:lnTo>
                  <a:lnTo>
                    <a:pt x="148628" y="699325"/>
                  </a:lnTo>
                  <a:lnTo>
                    <a:pt x="117995" y="688225"/>
                  </a:lnTo>
                  <a:close/>
                </a:path>
                <a:path w="1925955" h="1003935">
                  <a:moveTo>
                    <a:pt x="153657" y="735888"/>
                  </a:moveTo>
                  <a:lnTo>
                    <a:pt x="140891" y="735888"/>
                  </a:lnTo>
                  <a:lnTo>
                    <a:pt x="140512" y="737870"/>
                  </a:lnTo>
                  <a:lnTo>
                    <a:pt x="109004" y="741222"/>
                  </a:lnTo>
                  <a:lnTo>
                    <a:pt x="148742" y="741222"/>
                  </a:lnTo>
                  <a:lnTo>
                    <a:pt x="153657" y="735888"/>
                  </a:lnTo>
                  <a:close/>
                </a:path>
                <a:path w="1925955" h="1003935">
                  <a:moveTo>
                    <a:pt x="148723" y="699579"/>
                  </a:moveTo>
                  <a:lnTo>
                    <a:pt x="124294" y="699579"/>
                  </a:lnTo>
                  <a:lnTo>
                    <a:pt x="140906" y="712736"/>
                  </a:lnTo>
                  <a:lnTo>
                    <a:pt x="153657" y="712736"/>
                  </a:lnTo>
                  <a:lnTo>
                    <a:pt x="148723" y="699579"/>
                  </a:lnTo>
                  <a:close/>
                </a:path>
                <a:path w="1925955" h="1003935">
                  <a:moveTo>
                    <a:pt x="175907" y="689178"/>
                  </a:moveTo>
                  <a:lnTo>
                    <a:pt x="163563" y="689178"/>
                  </a:lnTo>
                  <a:lnTo>
                    <a:pt x="163563" y="759002"/>
                  </a:lnTo>
                  <a:lnTo>
                    <a:pt x="175907" y="759002"/>
                  </a:lnTo>
                  <a:lnTo>
                    <a:pt x="175907" y="689178"/>
                  </a:lnTo>
                  <a:close/>
                </a:path>
                <a:path w="1925955" h="1003935">
                  <a:moveTo>
                    <a:pt x="200774" y="707072"/>
                  </a:moveTo>
                  <a:lnTo>
                    <a:pt x="186245" y="722871"/>
                  </a:lnTo>
                  <a:lnTo>
                    <a:pt x="190360" y="751255"/>
                  </a:lnTo>
                  <a:lnTo>
                    <a:pt x="210324" y="760031"/>
                  </a:lnTo>
                  <a:lnTo>
                    <a:pt x="227368" y="754405"/>
                  </a:lnTo>
                  <a:lnTo>
                    <a:pt x="229518" y="750138"/>
                  </a:lnTo>
                  <a:lnTo>
                    <a:pt x="210388" y="750138"/>
                  </a:lnTo>
                  <a:lnTo>
                    <a:pt x="205181" y="749376"/>
                  </a:lnTo>
                  <a:lnTo>
                    <a:pt x="201434" y="719594"/>
                  </a:lnTo>
                  <a:lnTo>
                    <a:pt x="229771" y="719594"/>
                  </a:lnTo>
                  <a:lnTo>
                    <a:pt x="227368" y="711581"/>
                  </a:lnTo>
                  <a:lnTo>
                    <a:pt x="200774" y="707072"/>
                  </a:lnTo>
                  <a:close/>
                </a:path>
                <a:path w="1925955" h="1003935">
                  <a:moveTo>
                    <a:pt x="229771" y="719594"/>
                  </a:moveTo>
                  <a:lnTo>
                    <a:pt x="201434" y="719594"/>
                  </a:lnTo>
                  <a:lnTo>
                    <a:pt x="220599" y="721677"/>
                  </a:lnTo>
                  <a:lnTo>
                    <a:pt x="210388" y="750138"/>
                  </a:lnTo>
                  <a:lnTo>
                    <a:pt x="229518" y="750138"/>
                  </a:lnTo>
                  <a:lnTo>
                    <a:pt x="235419" y="738428"/>
                  </a:lnTo>
                  <a:lnTo>
                    <a:pt x="229771" y="719594"/>
                  </a:lnTo>
                  <a:close/>
                </a:path>
                <a:path w="1925955" h="1003935">
                  <a:moveTo>
                    <a:pt x="257111" y="706627"/>
                  </a:moveTo>
                  <a:lnTo>
                    <a:pt x="244767" y="706627"/>
                  </a:lnTo>
                  <a:lnTo>
                    <a:pt x="244767" y="739978"/>
                  </a:lnTo>
                  <a:lnTo>
                    <a:pt x="248462" y="753618"/>
                  </a:lnTo>
                  <a:lnTo>
                    <a:pt x="266153" y="759688"/>
                  </a:lnTo>
                  <a:lnTo>
                    <a:pt x="277977" y="749693"/>
                  </a:lnTo>
                  <a:lnTo>
                    <a:pt x="290487" y="749693"/>
                  </a:lnTo>
                  <a:lnTo>
                    <a:pt x="290487" y="747928"/>
                  </a:lnTo>
                  <a:lnTo>
                    <a:pt x="261658" y="747928"/>
                  </a:lnTo>
                  <a:lnTo>
                    <a:pt x="257111" y="706627"/>
                  </a:lnTo>
                  <a:close/>
                </a:path>
                <a:path w="1925955" h="1003935">
                  <a:moveTo>
                    <a:pt x="290487" y="749693"/>
                  </a:moveTo>
                  <a:lnTo>
                    <a:pt x="277977" y="749693"/>
                  </a:lnTo>
                  <a:lnTo>
                    <a:pt x="278523" y="759002"/>
                  </a:lnTo>
                  <a:lnTo>
                    <a:pt x="290487" y="759002"/>
                  </a:lnTo>
                  <a:lnTo>
                    <a:pt x="290487" y="749693"/>
                  </a:lnTo>
                  <a:close/>
                </a:path>
                <a:path w="1925955" h="1003935">
                  <a:moveTo>
                    <a:pt x="290487" y="706627"/>
                  </a:moveTo>
                  <a:lnTo>
                    <a:pt x="278142" y="706627"/>
                  </a:lnTo>
                  <a:lnTo>
                    <a:pt x="278142" y="739635"/>
                  </a:lnTo>
                  <a:lnTo>
                    <a:pt x="261658" y="747928"/>
                  </a:lnTo>
                  <a:lnTo>
                    <a:pt x="290487" y="747928"/>
                  </a:lnTo>
                  <a:lnTo>
                    <a:pt x="290487" y="706627"/>
                  </a:lnTo>
                  <a:close/>
                </a:path>
                <a:path w="1925955" h="1003935">
                  <a:moveTo>
                    <a:pt x="317500" y="705954"/>
                  </a:moveTo>
                  <a:lnTo>
                    <a:pt x="300862" y="722160"/>
                  </a:lnTo>
                  <a:lnTo>
                    <a:pt x="304622" y="751573"/>
                  </a:lnTo>
                  <a:lnTo>
                    <a:pt x="321487" y="759917"/>
                  </a:lnTo>
                  <a:lnTo>
                    <a:pt x="337235" y="759002"/>
                  </a:lnTo>
                  <a:lnTo>
                    <a:pt x="349376" y="759002"/>
                  </a:lnTo>
                  <a:lnTo>
                    <a:pt x="349376" y="749795"/>
                  </a:lnTo>
                  <a:lnTo>
                    <a:pt x="322224" y="749795"/>
                  </a:lnTo>
                  <a:lnTo>
                    <a:pt x="312483" y="729564"/>
                  </a:lnTo>
                  <a:lnTo>
                    <a:pt x="327596" y="716076"/>
                  </a:lnTo>
                  <a:lnTo>
                    <a:pt x="349376" y="716076"/>
                  </a:lnTo>
                  <a:lnTo>
                    <a:pt x="349376" y="715289"/>
                  </a:lnTo>
                  <a:lnTo>
                    <a:pt x="336994" y="715289"/>
                  </a:lnTo>
                  <a:lnTo>
                    <a:pt x="317500" y="705954"/>
                  </a:lnTo>
                  <a:close/>
                </a:path>
                <a:path w="1925955" h="1003935">
                  <a:moveTo>
                    <a:pt x="349376" y="716076"/>
                  </a:moveTo>
                  <a:lnTo>
                    <a:pt x="327596" y="716076"/>
                  </a:lnTo>
                  <a:lnTo>
                    <a:pt x="337235" y="736206"/>
                  </a:lnTo>
                  <a:lnTo>
                    <a:pt x="324929" y="749795"/>
                  </a:lnTo>
                  <a:lnTo>
                    <a:pt x="349376" y="749795"/>
                  </a:lnTo>
                  <a:lnTo>
                    <a:pt x="349376" y="716076"/>
                  </a:lnTo>
                  <a:close/>
                </a:path>
                <a:path w="1925955" h="1003935">
                  <a:moveTo>
                    <a:pt x="349376" y="689178"/>
                  </a:moveTo>
                  <a:lnTo>
                    <a:pt x="336994" y="689178"/>
                  </a:lnTo>
                  <a:lnTo>
                    <a:pt x="336994" y="715289"/>
                  </a:lnTo>
                  <a:lnTo>
                    <a:pt x="349376" y="715289"/>
                  </a:lnTo>
                  <a:lnTo>
                    <a:pt x="349376" y="689178"/>
                  </a:lnTo>
                  <a:close/>
                </a:path>
                <a:path w="1925955" h="1003935">
                  <a:moveTo>
                    <a:pt x="396443" y="706627"/>
                  </a:moveTo>
                  <a:lnTo>
                    <a:pt x="384098" y="706627"/>
                  </a:lnTo>
                  <a:lnTo>
                    <a:pt x="384098" y="759002"/>
                  </a:lnTo>
                  <a:lnTo>
                    <a:pt x="396443" y="759002"/>
                  </a:lnTo>
                  <a:lnTo>
                    <a:pt x="396443" y="706627"/>
                  </a:lnTo>
                  <a:close/>
                </a:path>
                <a:path w="1925955" h="1003935">
                  <a:moveTo>
                    <a:pt x="388340" y="685800"/>
                  </a:moveTo>
                  <a:lnTo>
                    <a:pt x="390296" y="699198"/>
                  </a:lnTo>
                  <a:lnTo>
                    <a:pt x="392277" y="699198"/>
                  </a:lnTo>
                  <a:lnTo>
                    <a:pt x="388340" y="685800"/>
                  </a:lnTo>
                  <a:close/>
                </a:path>
                <a:path w="1925955" h="1003935">
                  <a:moveTo>
                    <a:pt x="419798" y="706627"/>
                  </a:moveTo>
                  <a:lnTo>
                    <a:pt x="408000" y="706627"/>
                  </a:lnTo>
                  <a:lnTo>
                    <a:pt x="408000" y="759002"/>
                  </a:lnTo>
                  <a:lnTo>
                    <a:pt x="420344" y="759002"/>
                  </a:lnTo>
                  <a:lnTo>
                    <a:pt x="420344" y="725792"/>
                  </a:lnTo>
                  <a:lnTo>
                    <a:pt x="437095" y="717372"/>
                  </a:lnTo>
                  <a:lnTo>
                    <a:pt x="451711" y="717372"/>
                  </a:lnTo>
                  <a:lnTo>
                    <a:pt x="451211" y="715530"/>
                  </a:lnTo>
                  <a:lnTo>
                    <a:pt x="420420" y="715530"/>
                  </a:lnTo>
                  <a:lnTo>
                    <a:pt x="419798" y="706627"/>
                  </a:lnTo>
                  <a:close/>
                </a:path>
                <a:path w="1925955" h="1003935">
                  <a:moveTo>
                    <a:pt x="451711" y="717372"/>
                  </a:moveTo>
                  <a:lnTo>
                    <a:pt x="437095" y="717372"/>
                  </a:lnTo>
                  <a:lnTo>
                    <a:pt x="441617" y="759002"/>
                  </a:lnTo>
                  <a:lnTo>
                    <a:pt x="453961" y="759002"/>
                  </a:lnTo>
                  <a:lnTo>
                    <a:pt x="453961" y="725652"/>
                  </a:lnTo>
                  <a:lnTo>
                    <a:pt x="451711" y="717372"/>
                  </a:lnTo>
                  <a:close/>
                </a:path>
                <a:path w="1925955" h="1003935">
                  <a:moveTo>
                    <a:pt x="432117" y="705954"/>
                  </a:moveTo>
                  <a:lnTo>
                    <a:pt x="420420" y="715530"/>
                  </a:lnTo>
                  <a:lnTo>
                    <a:pt x="451211" y="715530"/>
                  </a:lnTo>
                  <a:lnTo>
                    <a:pt x="450265" y="712050"/>
                  </a:lnTo>
                  <a:lnTo>
                    <a:pt x="432117" y="705954"/>
                  </a:lnTo>
                  <a:close/>
                </a:path>
                <a:path w="1925955" h="1003935">
                  <a:moveTo>
                    <a:pt x="494436" y="687336"/>
                  </a:moveTo>
                  <a:lnTo>
                    <a:pt x="474332" y="688797"/>
                  </a:lnTo>
                  <a:lnTo>
                    <a:pt x="468693" y="759002"/>
                  </a:lnTo>
                  <a:lnTo>
                    <a:pt x="481075" y="759002"/>
                  </a:lnTo>
                  <a:lnTo>
                    <a:pt x="481075" y="702513"/>
                  </a:lnTo>
                  <a:lnTo>
                    <a:pt x="494436" y="687336"/>
                  </a:lnTo>
                  <a:close/>
                </a:path>
                <a:path w="1925955" h="1003935">
                  <a:moveTo>
                    <a:pt x="472900" y="706627"/>
                  </a:moveTo>
                  <a:lnTo>
                    <a:pt x="460959" y="706627"/>
                  </a:lnTo>
                  <a:lnTo>
                    <a:pt x="460959" y="716178"/>
                  </a:lnTo>
                  <a:lnTo>
                    <a:pt x="472133" y="716178"/>
                  </a:lnTo>
                  <a:lnTo>
                    <a:pt x="472900" y="706627"/>
                  </a:lnTo>
                  <a:close/>
                </a:path>
                <a:path w="1925955" h="1003935">
                  <a:moveTo>
                    <a:pt x="491909" y="706627"/>
                  </a:moveTo>
                  <a:lnTo>
                    <a:pt x="481075" y="706627"/>
                  </a:lnTo>
                  <a:lnTo>
                    <a:pt x="481075" y="716178"/>
                  </a:lnTo>
                  <a:lnTo>
                    <a:pt x="491909" y="716178"/>
                  </a:lnTo>
                  <a:lnTo>
                    <a:pt x="491909" y="706627"/>
                  </a:lnTo>
                  <a:close/>
                </a:path>
                <a:path w="1925955" h="1003935">
                  <a:moveTo>
                    <a:pt x="512419" y="706627"/>
                  </a:moveTo>
                  <a:lnTo>
                    <a:pt x="500456" y="706627"/>
                  </a:lnTo>
                  <a:lnTo>
                    <a:pt x="500456" y="759002"/>
                  </a:lnTo>
                  <a:lnTo>
                    <a:pt x="512800" y="759002"/>
                  </a:lnTo>
                  <a:lnTo>
                    <a:pt x="512800" y="728218"/>
                  </a:lnTo>
                  <a:lnTo>
                    <a:pt x="523040" y="715365"/>
                  </a:lnTo>
                  <a:lnTo>
                    <a:pt x="512965" y="715365"/>
                  </a:lnTo>
                  <a:lnTo>
                    <a:pt x="512419" y="706627"/>
                  </a:lnTo>
                  <a:close/>
                </a:path>
                <a:path w="1925955" h="1003935">
                  <a:moveTo>
                    <a:pt x="530326" y="706221"/>
                  </a:moveTo>
                  <a:lnTo>
                    <a:pt x="512965" y="715365"/>
                  </a:lnTo>
                  <a:lnTo>
                    <a:pt x="523040" y="715365"/>
                  </a:lnTo>
                  <a:lnTo>
                    <a:pt x="530326" y="706221"/>
                  </a:lnTo>
                  <a:close/>
                </a:path>
                <a:path w="1925955" h="1003935">
                  <a:moveTo>
                    <a:pt x="573979" y="715391"/>
                  </a:moveTo>
                  <a:lnTo>
                    <a:pt x="560831" y="715391"/>
                  </a:lnTo>
                  <a:lnTo>
                    <a:pt x="566839" y="723480"/>
                  </a:lnTo>
                  <a:lnTo>
                    <a:pt x="553885" y="728383"/>
                  </a:lnTo>
                  <a:lnTo>
                    <a:pt x="534758" y="750620"/>
                  </a:lnTo>
                  <a:lnTo>
                    <a:pt x="551522" y="760056"/>
                  </a:lnTo>
                  <a:lnTo>
                    <a:pt x="567308" y="759002"/>
                  </a:lnTo>
                  <a:lnTo>
                    <a:pt x="579183" y="759002"/>
                  </a:lnTo>
                  <a:lnTo>
                    <a:pt x="579060" y="750989"/>
                  </a:lnTo>
                  <a:lnTo>
                    <a:pt x="554735" y="750989"/>
                  </a:lnTo>
                  <a:lnTo>
                    <a:pt x="545896" y="744105"/>
                  </a:lnTo>
                  <a:lnTo>
                    <a:pt x="566864" y="740219"/>
                  </a:lnTo>
                  <a:lnTo>
                    <a:pt x="578895" y="740219"/>
                  </a:lnTo>
                  <a:lnTo>
                    <a:pt x="578714" y="728383"/>
                  </a:lnTo>
                  <a:lnTo>
                    <a:pt x="578591" y="720407"/>
                  </a:lnTo>
                  <a:lnTo>
                    <a:pt x="578548" y="717575"/>
                  </a:lnTo>
                  <a:lnTo>
                    <a:pt x="573979" y="715391"/>
                  </a:lnTo>
                  <a:close/>
                </a:path>
                <a:path w="1925955" h="1003935">
                  <a:moveTo>
                    <a:pt x="578895" y="740219"/>
                  </a:moveTo>
                  <a:lnTo>
                    <a:pt x="566864" y="740219"/>
                  </a:lnTo>
                  <a:lnTo>
                    <a:pt x="554735" y="750989"/>
                  </a:lnTo>
                  <a:lnTo>
                    <a:pt x="579060" y="750989"/>
                  </a:lnTo>
                  <a:lnTo>
                    <a:pt x="578955" y="744105"/>
                  </a:lnTo>
                  <a:lnTo>
                    <a:pt x="578895" y="740219"/>
                  </a:lnTo>
                  <a:close/>
                </a:path>
                <a:path w="1925955" h="1003935">
                  <a:moveTo>
                    <a:pt x="554240" y="705954"/>
                  </a:moveTo>
                  <a:lnTo>
                    <a:pt x="535711" y="720407"/>
                  </a:lnTo>
                  <a:lnTo>
                    <a:pt x="547230" y="722045"/>
                  </a:lnTo>
                  <a:lnTo>
                    <a:pt x="560831" y="715391"/>
                  </a:lnTo>
                  <a:lnTo>
                    <a:pt x="573979" y="715391"/>
                  </a:lnTo>
                  <a:lnTo>
                    <a:pt x="554240" y="705954"/>
                  </a:lnTo>
                  <a:close/>
                </a:path>
                <a:path w="1925955" h="1003935">
                  <a:moveTo>
                    <a:pt x="621753" y="707263"/>
                  </a:moveTo>
                  <a:lnTo>
                    <a:pt x="596518" y="709218"/>
                  </a:lnTo>
                  <a:lnTo>
                    <a:pt x="590778" y="728814"/>
                  </a:lnTo>
                  <a:lnTo>
                    <a:pt x="615683" y="739000"/>
                  </a:lnTo>
                  <a:lnTo>
                    <a:pt x="600176" y="743559"/>
                  </a:lnTo>
                  <a:lnTo>
                    <a:pt x="588149" y="744715"/>
                  </a:lnTo>
                  <a:lnTo>
                    <a:pt x="588898" y="749541"/>
                  </a:lnTo>
                  <a:lnTo>
                    <a:pt x="604202" y="760031"/>
                  </a:lnTo>
                  <a:lnTo>
                    <a:pt x="628192" y="754545"/>
                  </a:lnTo>
                  <a:lnTo>
                    <a:pt x="631736" y="736536"/>
                  </a:lnTo>
                  <a:lnTo>
                    <a:pt x="606653" y="726617"/>
                  </a:lnTo>
                  <a:lnTo>
                    <a:pt x="631850" y="720471"/>
                  </a:lnTo>
                  <a:lnTo>
                    <a:pt x="631012" y="716026"/>
                  </a:lnTo>
                  <a:lnTo>
                    <a:pt x="621753" y="707263"/>
                  </a:lnTo>
                  <a:close/>
                </a:path>
                <a:path w="1925955" h="1003935">
                  <a:moveTo>
                    <a:pt x="657847" y="694080"/>
                  </a:moveTo>
                  <a:lnTo>
                    <a:pt x="645515" y="694080"/>
                  </a:lnTo>
                  <a:lnTo>
                    <a:pt x="645490" y="748563"/>
                  </a:lnTo>
                  <a:lnTo>
                    <a:pt x="661873" y="759713"/>
                  </a:lnTo>
                  <a:lnTo>
                    <a:pt x="657847" y="694080"/>
                  </a:lnTo>
                  <a:close/>
                </a:path>
                <a:path w="1925955" h="1003935">
                  <a:moveTo>
                    <a:pt x="645509" y="706627"/>
                  </a:moveTo>
                  <a:lnTo>
                    <a:pt x="638073" y="706627"/>
                  </a:lnTo>
                  <a:lnTo>
                    <a:pt x="638073" y="716178"/>
                  </a:lnTo>
                  <a:lnTo>
                    <a:pt x="645505" y="716178"/>
                  </a:lnTo>
                  <a:lnTo>
                    <a:pt x="645509" y="706627"/>
                  </a:lnTo>
                  <a:close/>
                </a:path>
                <a:path w="1925955" h="1003935">
                  <a:moveTo>
                    <a:pt x="668185" y="706627"/>
                  </a:moveTo>
                  <a:lnTo>
                    <a:pt x="658616" y="706627"/>
                  </a:lnTo>
                  <a:lnTo>
                    <a:pt x="659202" y="716178"/>
                  </a:lnTo>
                  <a:lnTo>
                    <a:pt x="668185" y="716178"/>
                  </a:lnTo>
                  <a:lnTo>
                    <a:pt x="668185" y="706627"/>
                  </a:lnTo>
                  <a:close/>
                </a:path>
                <a:path w="1925955" h="1003935">
                  <a:moveTo>
                    <a:pt x="689343" y="706627"/>
                  </a:moveTo>
                  <a:lnTo>
                    <a:pt x="677379" y="706627"/>
                  </a:lnTo>
                  <a:lnTo>
                    <a:pt x="677379" y="759002"/>
                  </a:lnTo>
                  <a:lnTo>
                    <a:pt x="689724" y="759002"/>
                  </a:lnTo>
                  <a:lnTo>
                    <a:pt x="689724" y="728218"/>
                  </a:lnTo>
                  <a:lnTo>
                    <a:pt x="699964" y="715365"/>
                  </a:lnTo>
                  <a:lnTo>
                    <a:pt x="689889" y="715365"/>
                  </a:lnTo>
                  <a:lnTo>
                    <a:pt x="689343" y="706627"/>
                  </a:lnTo>
                  <a:close/>
                </a:path>
                <a:path w="1925955" h="1003935">
                  <a:moveTo>
                    <a:pt x="707250" y="706221"/>
                  </a:moveTo>
                  <a:lnTo>
                    <a:pt x="689889" y="715365"/>
                  </a:lnTo>
                  <a:lnTo>
                    <a:pt x="699964" y="715365"/>
                  </a:lnTo>
                  <a:lnTo>
                    <a:pt x="707250" y="706221"/>
                  </a:lnTo>
                  <a:close/>
                </a:path>
                <a:path w="1925955" h="1003935">
                  <a:moveTo>
                    <a:pt x="726668" y="706627"/>
                  </a:moveTo>
                  <a:lnTo>
                    <a:pt x="714324" y="706627"/>
                  </a:lnTo>
                  <a:lnTo>
                    <a:pt x="714324" y="739978"/>
                  </a:lnTo>
                  <a:lnTo>
                    <a:pt x="718019" y="753618"/>
                  </a:lnTo>
                  <a:lnTo>
                    <a:pt x="735710" y="759688"/>
                  </a:lnTo>
                  <a:lnTo>
                    <a:pt x="747534" y="749693"/>
                  </a:lnTo>
                  <a:lnTo>
                    <a:pt x="760044" y="749693"/>
                  </a:lnTo>
                  <a:lnTo>
                    <a:pt x="760044" y="747928"/>
                  </a:lnTo>
                  <a:lnTo>
                    <a:pt x="731215" y="747928"/>
                  </a:lnTo>
                  <a:lnTo>
                    <a:pt x="726668" y="706627"/>
                  </a:lnTo>
                  <a:close/>
                </a:path>
                <a:path w="1925955" h="1003935">
                  <a:moveTo>
                    <a:pt x="760044" y="749693"/>
                  </a:moveTo>
                  <a:lnTo>
                    <a:pt x="747534" y="749693"/>
                  </a:lnTo>
                  <a:lnTo>
                    <a:pt x="748080" y="759002"/>
                  </a:lnTo>
                  <a:lnTo>
                    <a:pt x="760044" y="759002"/>
                  </a:lnTo>
                  <a:lnTo>
                    <a:pt x="760044" y="749693"/>
                  </a:lnTo>
                  <a:close/>
                </a:path>
                <a:path w="1925955" h="1003935">
                  <a:moveTo>
                    <a:pt x="760044" y="706627"/>
                  </a:moveTo>
                  <a:lnTo>
                    <a:pt x="747699" y="706627"/>
                  </a:lnTo>
                  <a:lnTo>
                    <a:pt x="747699" y="739635"/>
                  </a:lnTo>
                  <a:lnTo>
                    <a:pt x="731215" y="747928"/>
                  </a:lnTo>
                  <a:lnTo>
                    <a:pt x="760044" y="747928"/>
                  </a:lnTo>
                  <a:lnTo>
                    <a:pt x="760044" y="706627"/>
                  </a:lnTo>
                  <a:close/>
                </a:path>
                <a:path w="1925955" h="1003935">
                  <a:moveTo>
                    <a:pt x="784834" y="707097"/>
                  </a:moveTo>
                  <a:lnTo>
                    <a:pt x="770381" y="723011"/>
                  </a:lnTo>
                  <a:lnTo>
                    <a:pt x="774382" y="751116"/>
                  </a:lnTo>
                  <a:lnTo>
                    <a:pt x="794461" y="760031"/>
                  </a:lnTo>
                  <a:lnTo>
                    <a:pt x="802665" y="759231"/>
                  </a:lnTo>
                  <a:lnTo>
                    <a:pt x="809931" y="749973"/>
                  </a:lnTo>
                  <a:lnTo>
                    <a:pt x="791984" y="749973"/>
                  </a:lnTo>
                  <a:lnTo>
                    <a:pt x="782396" y="726274"/>
                  </a:lnTo>
                  <a:lnTo>
                    <a:pt x="797534" y="715911"/>
                  </a:lnTo>
                  <a:lnTo>
                    <a:pt x="813203" y="715911"/>
                  </a:lnTo>
                  <a:lnTo>
                    <a:pt x="811593" y="712038"/>
                  </a:lnTo>
                  <a:lnTo>
                    <a:pt x="784834" y="707097"/>
                  </a:lnTo>
                  <a:close/>
                </a:path>
                <a:path w="1925955" h="1003935">
                  <a:moveTo>
                    <a:pt x="816889" y="741108"/>
                  </a:moveTo>
                  <a:lnTo>
                    <a:pt x="805091" y="741108"/>
                  </a:lnTo>
                  <a:lnTo>
                    <a:pt x="791984" y="749973"/>
                  </a:lnTo>
                  <a:lnTo>
                    <a:pt x="809931" y="749973"/>
                  </a:lnTo>
                  <a:lnTo>
                    <a:pt x="816889" y="741108"/>
                  </a:lnTo>
                  <a:close/>
                </a:path>
                <a:path w="1925955" h="1003935">
                  <a:moveTo>
                    <a:pt x="813203" y="715911"/>
                  </a:moveTo>
                  <a:lnTo>
                    <a:pt x="797534" y="715911"/>
                  </a:lnTo>
                  <a:lnTo>
                    <a:pt x="805091" y="724776"/>
                  </a:lnTo>
                  <a:lnTo>
                    <a:pt x="816889" y="724776"/>
                  </a:lnTo>
                  <a:lnTo>
                    <a:pt x="813203" y="715911"/>
                  </a:lnTo>
                  <a:close/>
                </a:path>
                <a:path w="1925955" h="1003935">
                  <a:moveTo>
                    <a:pt x="841717" y="694080"/>
                  </a:moveTo>
                  <a:lnTo>
                    <a:pt x="829373" y="694080"/>
                  </a:lnTo>
                  <a:lnTo>
                    <a:pt x="829360" y="748563"/>
                  </a:lnTo>
                  <a:lnTo>
                    <a:pt x="845743" y="759713"/>
                  </a:lnTo>
                  <a:lnTo>
                    <a:pt x="841717" y="694080"/>
                  </a:lnTo>
                  <a:close/>
                </a:path>
                <a:path w="1925955" h="1003935">
                  <a:moveTo>
                    <a:pt x="829370" y="706627"/>
                  </a:moveTo>
                  <a:lnTo>
                    <a:pt x="821943" y="706627"/>
                  </a:lnTo>
                  <a:lnTo>
                    <a:pt x="821943" y="716178"/>
                  </a:lnTo>
                  <a:lnTo>
                    <a:pt x="829368" y="716178"/>
                  </a:lnTo>
                  <a:lnTo>
                    <a:pt x="829370" y="706627"/>
                  </a:lnTo>
                  <a:close/>
                </a:path>
                <a:path w="1925955" h="1003935">
                  <a:moveTo>
                    <a:pt x="852055" y="706627"/>
                  </a:moveTo>
                  <a:lnTo>
                    <a:pt x="842487" y="706627"/>
                  </a:lnTo>
                  <a:lnTo>
                    <a:pt x="843073" y="716178"/>
                  </a:lnTo>
                  <a:lnTo>
                    <a:pt x="852055" y="716178"/>
                  </a:lnTo>
                  <a:lnTo>
                    <a:pt x="852055" y="706627"/>
                  </a:lnTo>
                  <a:close/>
                </a:path>
                <a:path w="1925955" h="1003935">
                  <a:moveTo>
                    <a:pt x="873594" y="706627"/>
                  </a:moveTo>
                  <a:lnTo>
                    <a:pt x="861250" y="706627"/>
                  </a:lnTo>
                  <a:lnTo>
                    <a:pt x="861250" y="739978"/>
                  </a:lnTo>
                  <a:lnTo>
                    <a:pt x="864946" y="753618"/>
                  </a:lnTo>
                  <a:lnTo>
                    <a:pt x="882637" y="759688"/>
                  </a:lnTo>
                  <a:lnTo>
                    <a:pt x="894460" y="749693"/>
                  </a:lnTo>
                  <a:lnTo>
                    <a:pt x="906970" y="749693"/>
                  </a:lnTo>
                  <a:lnTo>
                    <a:pt x="906970" y="747928"/>
                  </a:lnTo>
                  <a:lnTo>
                    <a:pt x="878141" y="747928"/>
                  </a:lnTo>
                  <a:lnTo>
                    <a:pt x="873594" y="706627"/>
                  </a:lnTo>
                  <a:close/>
                </a:path>
                <a:path w="1925955" h="1003935">
                  <a:moveTo>
                    <a:pt x="906970" y="749693"/>
                  </a:moveTo>
                  <a:lnTo>
                    <a:pt x="894460" y="749693"/>
                  </a:lnTo>
                  <a:lnTo>
                    <a:pt x="895007" y="759002"/>
                  </a:lnTo>
                  <a:lnTo>
                    <a:pt x="906970" y="759002"/>
                  </a:lnTo>
                  <a:lnTo>
                    <a:pt x="906970" y="749693"/>
                  </a:lnTo>
                  <a:close/>
                </a:path>
                <a:path w="1925955" h="1003935">
                  <a:moveTo>
                    <a:pt x="906970" y="706627"/>
                  </a:moveTo>
                  <a:lnTo>
                    <a:pt x="894626" y="706627"/>
                  </a:lnTo>
                  <a:lnTo>
                    <a:pt x="894626" y="739635"/>
                  </a:lnTo>
                  <a:lnTo>
                    <a:pt x="878141" y="747928"/>
                  </a:lnTo>
                  <a:lnTo>
                    <a:pt x="906970" y="747928"/>
                  </a:lnTo>
                  <a:lnTo>
                    <a:pt x="906970" y="706627"/>
                  </a:lnTo>
                  <a:close/>
                </a:path>
                <a:path w="1925955" h="1003935">
                  <a:moveTo>
                    <a:pt x="930503" y="706627"/>
                  </a:moveTo>
                  <a:lnTo>
                    <a:pt x="918540" y="706627"/>
                  </a:lnTo>
                  <a:lnTo>
                    <a:pt x="918540" y="759002"/>
                  </a:lnTo>
                  <a:lnTo>
                    <a:pt x="930884" y="759002"/>
                  </a:lnTo>
                  <a:lnTo>
                    <a:pt x="930884" y="728218"/>
                  </a:lnTo>
                  <a:lnTo>
                    <a:pt x="941117" y="715365"/>
                  </a:lnTo>
                  <a:lnTo>
                    <a:pt x="931049" y="715365"/>
                  </a:lnTo>
                  <a:lnTo>
                    <a:pt x="930503" y="706627"/>
                  </a:lnTo>
                  <a:close/>
                </a:path>
                <a:path w="1925955" h="1003935">
                  <a:moveTo>
                    <a:pt x="948397" y="706221"/>
                  </a:moveTo>
                  <a:lnTo>
                    <a:pt x="931049" y="715365"/>
                  </a:lnTo>
                  <a:lnTo>
                    <a:pt x="941117" y="715365"/>
                  </a:lnTo>
                  <a:lnTo>
                    <a:pt x="948397" y="706221"/>
                  </a:lnTo>
                  <a:close/>
                </a:path>
                <a:path w="1925955" h="1003935">
                  <a:moveTo>
                    <a:pt x="966508" y="707097"/>
                  </a:moveTo>
                  <a:lnTo>
                    <a:pt x="952093" y="723011"/>
                  </a:lnTo>
                  <a:lnTo>
                    <a:pt x="956182" y="751433"/>
                  </a:lnTo>
                  <a:lnTo>
                    <a:pt x="976502" y="760031"/>
                  </a:lnTo>
                  <a:lnTo>
                    <a:pt x="980579" y="760031"/>
                  </a:lnTo>
                  <a:lnTo>
                    <a:pt x="992525" y="750404"/>
                  </a:lnTo>
                  <a:lnTo>
                    <a:pt x="974001" y="750404"/>
                  </a:lnTo>
                  <a:lnTo>
                    <a:pt x="967023" y="736193"/>
                  </a:lnTo>
                  <a:lnTo>
                    <a:pt x="956868" y="736193"/>
                  </a:lnTo>
                  <a:lnTo>
                    <a:pt x="956868" y="727875"/>
                  </a:lnTo>
                  <a:lnTo>
                    <a:pt x="963788" y="727875"/>
                  </a:lnTo>
                  <a:lnTo>
                    <a:pt x="971295" y="716178"/>
                  </a:lnTo>
                  <a:lnTo>
                    <a:pt x="995258" y="716178"/>
                  </a:lnTo>
                  <a:lnTo>
                    <a:pt x="994867" y="714451"/>
                  </a:lnTo>
                  <a:lnTo>
                    <a:pt x="966508" y="707097"/>
                  </a:lnTo>
                  <a:close/>
                </a:path>
                <a:path w="1925955" h="1003935">
                  <a:moveTo>
                    <a:pt x="987755" y="743661"/>
                  </a:moveTo>
                  <a:lnTo>
                    <a:pt x="974001" y="750404"/>
                  </a:lnTo>
                  <a:lnTo>
                    <a:pt x="992525" y="750404"/>
                  </a:lnTo>
                  <a:lnTo>
                    <a:pt x="999286" y="744956"/>
                  </a:lnTo>
                  <a:lnTo>
                    <a:pt x="987755" y="743661"/>
                  </a:lnTo>
                  <a:close/>
                </a:path>
                <a:path w="1925955" h="1003935">
                  <a:moveTo>
                    <a:pt x="963788" y="727875"/>
                  </a:moveTo>
                  <a:lnTo>
                    <a:pt x="956868" y="727875"/>
                  </a:lnTo>
                  <a:lnTo>
                    <a:pt x="956868" y="736193"/>
                  </a:lnTo>
                  <a:lnTo>
                    <a:pt x="967023" y="736193"/>
                  </a:lnTo>
                  <a:lnTo>
                    <a:pt x="963307" y="728624"/>
                  </a:lnTo>
                  <a:lnTo>
                    <a:pt x="963788" y="727875"/>
                  </a:lnTo>
                  <a:close/>
                </a:path>
                <a:path w="1925955" h="1003935">
                  <a:moveTo>
                    <a:pt x="995258" y="716178"/>
                  </a:moveTo>
                  <a:lnTo>
                    <a:pt x="971295" y="716178"/>
                  </a:lnTo>
                  <a:lnTo>
                    <a:pt x="987958" y="727875"/>
                  </a:lnTo>
                  <a:lnTo>
                    <a:pt x="963788" y="727875"/>
                  </a:lnTo>
                  <a:lnTo>
                    <a:pt x="963307" y="728624"/>
                  </a:lnTo>
                  <a:lnTo>
                    <a:pt x="967023" y="736193"/>
                  </a:lnTo>
                  <a:lnTo>
                    <a:pt x="999794" y="736193"/>
                  </a:lnTo>
                  <a:lnTo>
                    <a:pt x="995258" y="716178"/>
                  </a:lnTo>
                  <a:close/>
                </a:path>
                <a:path w="1925955" h="1003935">
                  <a:moveTo>
                    <a:pt x="1059992" y="680758"/>
                  </a:moveTo>
                  <a:lnTo>
                    <a:pt x="1048372" y="680758"/>
                  </a:lnTo>
                  <a:lnTo>
                    <a:pt x="1043889" y="686828"/>
                  </a:lnTo>
                  <a:lnTo>
                    <a:pt x="1034872" y="724090"/>
                  </a:lnTo>
                  <a:lnTo>
                    <a:pt x="1034872" y="732586"/>
                  </a:lnTo>
                  <a:lnTo>
                    <a:pt x="1048372" y="767384"/>
                  </a:lnTo>
                  <a:lnTo>
                    <a:pt x="1059992" y="767384"/>
                  </a:lnTo>
                  <a:lnTo>
                    <a:pt x="1048257" y="734936"/>
                  </a:lnTo>
                  <a:lnTo>
                    <a:pt x="1059992" y="680758"/>
                  </a:lnTo>
                  <a:close/>
                </a:path>
                <a:path w="1925955" h="1003935">
                  <a:moveTo>
                    <a:pt x="1067777" y="740016"/>
                  </a:moveTo>
                  <a:lnTo>
                    <a:pt x="1069085" y="747407"/>
                  </a:lnTo>
                  <a:lnTo>
                    <a:pt x="1093381" y="759955"/>
                  </a:lnTo>
                  <a:lnTo>
                    <a:pt x="1113612" y="753173"/>
                  </a:lnTo>
                  <a:lnTo>
                    <a:pt x="1116018" y="741006"/>
                  </a:lnTo>
                  <a:lnTo>
                    <a:pt x="1106157" y="741006"/>
                  </a:lnTo>
                  <a:lnTo>
                    <a:pt x="1067777" y="740016"/>
                  </a:lnTo>
                  <a:close/>
                </a:path>
                <a:path w="1925955" h="1003935">
                  <a:moveTo>
                    <a:pt x="1111282" y="698487"/>
                  </a:moveTo>
                  <a:lnTo>
                    <a:pt x="1095705" y="698487"/>
                  </a:lnTo>
                  <a:lnTo>
                    <a:pt x="1085913" y="718464"/>
                  </a:lnTo>
                  <a:lnTo>
                    <a:pt x="1085913" y="728218"/>
                  </a:lnTo>
                  <a:lnTo>
                    <a:pt x="1095044" y="728218"/>
                  </a:lnTo>
                  <a:lnTo>
                    <a:pt x="1106157" y="741006"/>
                  </a:lnTo>
                  <a:lnTo>
                    <a:pt x="1116018" y="741006"/>
                  </a:lnTo>
                  <a:lnTo>
                    <a:pt x="1117879" y="731596"/>
                  </a:lnTo>
                  <a:lnTo>
                    <a:pt x="1103960" y="723201"/>
                  </a:lnTo>
                  <a:lnTo>
                    <a:pt x="1110767" y="720102"/>
                  </a:lnTo>
                  <a:lnTo>
                    <a:pt x="1116571" y="704011"/>
                  </a:lnTo>
                  <a:lnTo>
                    <a:pt x="1111282" y="698487"/>
                  </a:lnTo>
                  <a:close/>
                </a:path>
                <a:path w="1925955" h="1003935">
                  <a:moveTo>
                    <a:pt x="1102296" y="689101"/>
                  </a:moveTo>
                  <a:lnTo>
                    <a:pt x="1077709" y="692403"/>
                  </a:lnTo>
                  <a:lnTo>
                    <a:pt x="1069251" y="707999"/>
                  </a:lnTo>
                  <a:lnTo>
                    <a:pt x="1081417" y="707999"/>
                  </a:lnTo>
                  <a:lnTo>
                    <a:pt x="1095705" y="698487"/>
                  </a:lnTo>
                  <a:lnTo>
                    <a:pt x="1111282" y="698487"/>
                  </a:lnTo>
                  <a:lnTo>
                    <a:pt x="1102296" y="689101"/>
                  </a:lnTo>
                  <a:close/>
                </a:path>
                <a:path w="1925955" h="1003935">
                  <a:moveTo>
                    <a:pt x="1164361" y="706627"/>
                  </a:moveTo>
                  <a:lnTo>
                    <a:pt x="1152563" y="706627"/>
                  </a:lnTo>
                  <a:lnTo>
                    <a:pt x="1152563" y="759002"/>
                  </a:lnTo>
                  <a:lnTo>
                    <a:pt x="1164907" y="759002"/>
                  </a:lnTo>
                  <a:lnTo>
                    <a:pt x="1164907" y="727163"/>
                  </a:lnTo>
                  <a:lnTo>
                    <a:pt x="1179245" y="717156"/>
                  </a:lnTo>
                  <a:lnTo>
                    <a:pt x="1225595" y="717156"/>
                  </a:lnTo>
                  <a:lnTo>
                    <a:pt x="1224420" y="715530"/>
                  </a:lnTo>
                  <a:lnTo>
                    <a:pt x="1164970" y="715530"/>
                  </a:lnTo>
                  <a:lnTo>
                    <a:pt x="1164419" y="707478"/>
                  </a:lnTo>
                  <a:lnTo>
                    <a:pt x="1164361" y="706627"/>
                  </a:lnTo>
                  <a:close/>
                </a:path>
                <a:path w="1925955" h="1003935">
                  <a:moveTo>
                    <a:pt x="1209395" y="717156"/>
                  </a:moveTo>
                  <a:lnTo>
                    <a:pt x="1179245" y="717156"/>
                  </a:lnTo>
                  <a:lnTo>
                    <a:pt x="1183322" y="759002"/>
                  </a:lnTo>
                  <a:lnTo>
                    <a:pt x="1195425" y="759002"/>
                  </a:lnTo>
                  <a:lnTo>
                    <a:pt x="1195425" y="723379"/>
                  </a:lnTo>
                  <a:lnTo>
                    <a:pt x="1209395" y="717156"/>
                  </a:lnTo>
                  <a:close/>
                </a:path>
                <a:path w="1925955" h="1003935">
                  <a:moveTo>
                    <a:pt x="1225595" y="717156"/>
                  </a:moveTo>
                  <a:lnTo>
                    <a:pt x="1209515" y="717156"/>
                  </a:lnTo>
                  <a:lnTo>
                    <a:pt x="1213840" y="759002"/>
                  </a:lnTo>
                  <a:lnTo>
                    <a:pt x="1226210" y="759002"/>
                  </a:lnTo>
                  <a:lnTo>
                    <a:pt x="1226210" y="718007"/>
                  </a:lnTo>
                  <a:lnTo>
                    <a:pt x="1225595" y="717156"/>
                  </a:lnTo>
                  <a:close/>
                </a:path>
                <a:path w="1925955" h="1003935">
                  <a:moveTo>
                    <a:pt x="1175931" y="705954"/>
                  </a:moveTo>
                  <a:lnTo>
                    <a:pt x="1164970" y="715530"/>
                  </a:lnTo>
                  <a:lnTo>
                    <a:pt x="1194130" y="715530"/>
                  </a:lnTo>
                  <a:lnTo>
                    <a:pt x="1192580" y="712571"/>
                  </a:lnTo>
                  <a:lnTo>
                    <a:pt x="1175931" y="705954"/>
                  </a:lnTo>
                  <a:close/>
                </a:path>
                <a:path w="1925955" h="1003935">
                  <a:moveTo>
                    <a:pt x="1206055" y="705954"/>
                  </a:moveTo>
                  <a:lnTo>
                    <a:pt x="1194130" y="715530"/>
                  </a:lnTo>
                  <a:lnTo>
                    <a:pt x="1224420" y="715530"/>
                  </a:lnTo>
                  <a:lnTo>
                    <a:pt x="1218603" y="707478"/>
                  </a:lnTo>
                  <a:lnTo>
                    <a:pt x="1206055" y="705954"/>
                  </a:lnTo>
                  <a:close/>
                </a:path>
                <a:path w="1925955" h="1003935">
                  <a:moveTo>
                    <a:pt x="1250899" y="707072"/>
                  </a:moveTo>
                  <a:lnTo>
                    <a:pt x="1236383" y="722871"/>
                  </a:lnTo>
                  <a:lnTo>
                    <a:pt x="1240497" y="751255"/>
                  </a:lnTo>
                  <a:lnTo>
                    <a:pt x="1260449" y="760031"/>
                  </a:lnTo>
                  <a:lnTo>
                    <a:pt x="1277492" y="754405"/>
                  </a:lnTo>
                  <a:lnTo>
                    <a:pt x="1279643" y="750138"/>
                  </a:lnTo>
                  <a:lnTo>
                    <a:pt x="1260525" y="750138"/>
                  </a:lnTo>
                  <a:lnTo>
                    <a:pt x="1255318" y="749376"/>
                  </a:lnTo>
                  <a:lnTo>
                    <a:pt x="1251559" y="719594"/>
                  </a:lnTo>
                  <a:lnTo>
                    <a:pt x="1279896" y="719594"/>
                  </a:lnTo>
                  <a:lnTo>
                    <a:pt x="1277492" y="711581"/>
                  </a:lnTo>
                  <a:lnTo>
                    <a:pt x="1250899" y="707072"/>
                  </a:lnTo>
                  <a:close/>
                </a:path>
                <a:path w="1925955" h="1003935">
                  <a:moveTo>
                    <a:pt x="1279896" y="719594"/>
                  </a:moveTo>
                  <a:lnTo>
                    <a:pt x="1251559" y="719594"/>
                  </a:lnTo>
                  <a:lnTo>
                    <a:pt x="1270723" y="721677"/>
                  </a:lnTo>
                  <a:lnTo>
                    <a:pt x="1260525" y="750138"/>
                  </a:lnTo>
                  <a:lnTo>
                    <a:pt x="1279643" y="750138"/>
                  </a:lnTo>
                  <a:lnTo>
                    <a:pt x="1285544" y="738428"/>
                  </a:lnTo>
                  <a:lnTo>
                    <a:pt x="1279896" y="719594"/>
                  </a:lnTo>
                  <a:close/>
                </a:path>
                <a:path w="1925955" h="1003935">
                  <a:moveTo>
                    <a:pt x="1306690" y="706627"/>
                  </a:moveTo>
                  <a:lnTo>
                    <a:pt x="1294891" y="706627"/>
                  </a:lnTo>
                  <a:lnTo>
                    <a:pt x="1294891" y="759002"/>
                  </a:lnTo>
                  <a:lnTo>
                    <a:pt x="1307236" y="759002"/>
                  </a:lnTo>
                  <a:lnTo>
                    <a:pt x="1307236" y="725792"/>
                  </a:lnTo>
                  <a:lnTo>
                    <a:pt x="1323987" y="717372"/>
                  </a:lnTo>
                  <a:lnTo>
                    <a:pt x="1338603" y="717372"/>
                  </a:lnTo>
                  <a:lnTo>
                    <a:pt x="1338103" y="715530"/>
                  </a:lnTo>
                  <a:lnTo>
                    <a:pt x="1307312" y="715530"/>
                  </a:lnTo>
                  <a:lnTo>
                    <a:pt x="1306690" y="706627"/>
                  </a:lnTo>
                  <a:close/>
                </a:path>
                <a:path w="1925955" h="1003935">
                  <a:moveTo>
                    <a:pt x="1338603" y="717372"/>
                  </a:moveTo>
                  <a:lnTo>
                    <a:pt x="1323987" y="717372"/>
                  </a:lnTo>
                  <a:lnTo>
                    <a:pt x="1328508" y="759002"/>
                  </a:lnTo>
                  <a:lnTo>
                    <a:pt x="1340853" y="759002"/>
                  </a:lnTo>
                  <a:lnTo>
                    <a:pt x="1340853" y="725652"/>
                  </a:lnTo>
                  <a:lnTo>
                    <a:pt x="1338603" y="717372"/>
                  </a:lnTo>
                  <a:close/>
                </a:path>
                <a:path w="1925955" h="1003935">
                  <a:moveTo>
                    <a:pt x="1319009" y="705954"/>
                  </a:moveTo>
                  <a:lnTo>
                    <a:pt x="1307312" y="715530"/>
                  </a:lnTo>
                  <a:lnTo>
                    <a:pt x="1338103" y="715530"/>
                  </a:lnTo>
                  <a:lnTo>
                    <a:pt x="1337157" y="712050"/>
                  </a:lnTo>
                  <a:lnTo>
                    <a:pt x="1319009" y="705954"/>
                  </a:lnTo>
                  <a:close/>
                </a:path>
                <a:path w="1925955" h="1003935">
                  <a:moveTo>
                    <a:pt x="1368094" y="694080"/>
                  </a:moveTo>
                  <a:lnTo>
                    <a:pt x="1355750" y="694080"/>
                  </a:lnTo>
                  <a:lnTo>
                    <a:pt x="1355737" y="748563"/>
                  </a:lnTo>
                  <a:lnTo>
                    <a:pt x="1372120" y="759713"/>
                  </a:lnTo>
                  <a:lnTo>
                    <a:pt x="1368094" y="694080"/>
                  </a:lnTo>
                  <a:close/>
                </a:path>
                <a:path w="1925955" h="1003935">
                  <a:moveTo>
                    <a:pt x="1355747" y="706627"/>
                  </a:moveTo>
                  <a:lnTo>
                    <a:pt x="1348320" y="706627"/>
                  </a:lnTo>
                  <a:lnTo>
                    <a:pt x="1348320" y="716178"/>
                  </a:lnTo>
                  <a:lnTo>
                    <a:pt x="1355745" y="716178"/>
                  </a:lnTo>
                  <a:lnTo>
                    <a:pt x="1355747" y="706627"/>
                  </a:lnTo>
                  <a:close/>
                </a:path>
                <a:path w="1925955" h="1003935">
                  <a:moveTo>
                    <a:pt x="1378432" y="706627"/>
                  </a:moveTo>
                  <a:lnTo>
                    <a:pt x="1368864" y="706627"/>
                  </a:lnTo>
                  <a:lnTo>
                    <a:pt x="1369450" y="716178"/>
                  </a:lnTo>
                  <a:lnTo>
                    <a:pt x="1378432" y="716178"/>
                  </a:lnTo>
                  <a:lnTo>
                    <a:pt x="1378432" y="706627"/>
                  </a:lnTo>
                  <a:close/>
                </a:path>
                <a:path w="1925955" h="1003935">
                  <a:moveTo>
                    <a:pt x="1400822" y="689178"/>
                  </a:moveTo>
                  <a:lnTo>
                    <a:pt x="1388757" y="689178"/>
                  </a:lnTo>
                  <a:lnTo>
                    <a:pt x="1388757" y="759002"/>
                  </a:lnTo>
                  <a:lnTo>
                    <a:pt x="1401089" y="759002"/>
                  </a:lnTo>
                  <a:lnTo>
                    <a:pt x="1401089" y="725792"/>
                  </a:lnTo>
                  <a:lnTo>
                    <a:pt x="1418183" y="717372"/>
                  </a:lnTo>
                  <a:lnTo>
                    <a:pt x="1432794" y="717372"/>
                  </a:lnTo>
                  <a:lnTo>
                    <a:pt x="1432292" y="715530"/>
                  </a:lnTo>
                  <a:lnTo>
                    <a:pt x="1401432" y="715530"/>
                  </a:lnTo>
                  <a:lnTo>
                    <a:pt x="1400822" y="689178"/>
                  </a:lnTo>
                  <a:close/>
                </a:path>
                <a:path w="1925955" h="1003935">
                  <a:moveTo>
                    <a:pt x="1432794" y="717372"/>
                  </a:moveTo>
                  <a:lnTo>
                    <a:pt x="1418183" y="717372"/>
                  </a:lnTo>
                  <a:lnTo>
                    <a:pt x="1422704" y="759002"/>
                  </a:lnTo>
                  <a:lnTo>
                    <a:pt x="1435049" y="759002"/>
                  </a:lnTo>
                  <a:lnTo>
                    <a:pt x="1435049" y="725652"/>
                  </a:lnTo>
                  <a:lnTo>
                    <a:pt x="1432794" y="717372"/>
                  </a:lnTo>
                  <a:close/>
                </a:path>
                <a:path w="1925955" h="1003935">
                  <a:moveTo>
                    <a:pt x="1413014" y="705954"/>
                  </a:moveTo>
                  <a:lnTo>
                    <a:pt x="1401432" y="715530"/>
                  </a:lnTo>
                  <a:lnTo>
                    <a:pt x="1432292" y="715530"/>
                  </a:lnTo>
                  <a:lnTo>
                    <a:pt x="1431328" y="711987"/>
                  </a:lnTo>
                  <a:lnTo>
                    <a:pt x="1413014" y="705954"/>
                  </a:lnTo>
                  <a:close/>
                </a:path>
                <a:path w="1925955" h="1003935">
                  <a:moveTo>
                    <a:pt x="1477797" y="707263"/>
                  </a:moveTo>
                  <a:lnTo>
                    <a:pt x="1452562" y="709218"/>
                  </a:lnTo>
                  <a:lnTo>
                    <a:pt x="1446822" y="728814"/>
                  </a:lnTo>
                  <a:lnTo>
                    <a:pt x="1471726" y="739000"/>
                  </a:lnTo>
                  <a:lnTo>
                    <a:pt x="1456220" y="743559"/>
                  </a:lnTo>
                  <a:lnTo>
                    <a:pt x="1444193" y="744715"/>
                  </a:lnTo>
                  <a:lnTo>
                    <a:pt x="1444942" y="749541"/>
                  </a:lnTo>
                  <a:lnTo>
                    <a:pt x="1460245" y="760031"/>
                  </a:lnTo>
                  <a:lnTo>
                    <a:pt x="1484236" y="754545"/>
                  </a:lnTo>
                  <a:lnTo>
                    <a:pt x="1487779" y="736536"/>
                  </a:lnTo>
                  <a:lnTo>
                    <a:pt x="1462709" y="726617"/>
                  </a:lnTo>
                  <a:lnTo>
                    <a:pt x="1487906" y="720471"/>
                  </a:lnTo>
                  <a:lnTo>
                    <a:pt x="1487055" y="716026"/>
                  </a:lnTo>
                  <a:lnTo>
                    <a:pt x="1477797" y="707263"/>
                  </a:lnTo>
                  <a:close/>
                </a:path>
                <a:path w="1925955" h="1003935">
                  <a:moveTo>
                    <a:pt x="1506601" y="687197"/>
                  </a:moveTo>
                  <a:lnTo>
                    <a:pt x="1494980" y="687197"/>
                  </a:lnTo>
                  <a:lnTo>
                    <a:pt x="1506702" y="719696"/>
                  </a:lnTo>
                  <a:lnTo>
                    <a:pt x="1494980" y="773836"/>
                  </a:lnTo>
                  <a:lnTo>
                    <a:pt x="1506601" y="773836"/>
                  </a:lnTo>
                  <a:lnTo>
                    <a:pt x="1511084" y="767765"/>
                  </a:lnTo>
                  <a:lnTo>
                    <a:pt x="1520101" y="730529"/>
                  </a:lnTo>
                  <a:lnTo>
                    <a:pt x="1520101" y="722007"/>
                  </a:lnTo>
                  <a:lnTo>
                    <a:pt x="1506601" y="687197"/>
                  </a:lnTo>
                  <a:close/>
                </a:path>
                <a:path w="1925955" h="1003935">
                  <a:moveTo>
                    <a:pt x="12255" y="830478"/>
                  </a:moveTo>
                  <a:lnTo>
                    <a:pt x="0" y="848233"/>
                  </a:lnTo>
                  <a:lnTo>
                    <a:pt x="15011" y="860488"/>
                  </a:lnTo>
                  <a:lnTo>
                    <a:pt x="17779" y="860488"/>
                  </a:lnTo>
                  <a:lnTo>
                    <a:pt x="30010" y="842708"/>
                  </a:lnTo>
                  <a:lnTo>
                    <a:pt x="12255" y="830478"/>
                  </a:lnTo>
                  <a:close/>
                </a:path>
                <a:path w="1925955" h="1003935">
                  <a:moveTo>
                    <a:pt x="106540" y="803478"/>
                  </a:moveTo>
                  <a:lnTo>
                    <a:pt x="93891" y="803478"/>
                  </a:lnTo>
                  <a:lnTo>
                    <a:pt x="93891" y="873302"/>
                  </a:lnTo>
                  <a:lnTo>
                    <a:pt x="137286" y="873302"/>
                  </a:lnTo>
                  <a:lnTo>
                    <a:pt x="137286" y="862698"/>
                  </a:lnTo>
                  <a:lnTo>
                    <a:pt x="106540" y="862698"/>
                  </a:lnTo>
                  <a:lnTo>
                    <a:pt x="106540" y="803478"/>
                  </a:lnTo>
                  <a:close/>
                </a:path>
                <a:path w="1925955" h="1003935">
                  <a:moveTo>
                    <a:pt x="184116" y="829691"/>
                  </a:moveTo>
                  <a:lnTo>
                    <a:pt x="170980" y="829691"/>
                  </a:lnTo>
                  <a:lnTo>
                    <a:pt x="176974" y="837780"/>
                  </a:lnTo>
                  <a:lnTo>
                    <a:pt x="164020" y="842683"/>
                  </a:lnTo>
                  <a:lnTo>
                    <a:pt x="144906" y="864920"/>
                  </a:lnTo>
                  <a:lnTo>
                    <a:pt x="161670" y="874356"/>
                  </a:lnTo>
                  <a:lnTo>
                    <a:pt x="177457" y="873302"/>
                  </a:lnTo>
                  <a:lnTo>
                    <a:pt x="189318" y="873302"/>
                  </a:lnTo>
                  <a:lnTo>
                    <a:pt x="189196" y="865289"/>
                  </a:lnTo>
                  <a:lnTo>
                    <a:pt x="164871" y="865289"/>
                  </a:lnTo>
                  <a:lnTo>
                    <a:pt x="156044" y="858405"/>
                  </a:lnTo>
                  <a:lnTo>
                    <a:pt x="177012" y="854519"/>
                  </a:lnTo>
                  <a:lnTo>
                    <a:pt x="189030" y="854519"/>
                  </a:lnTo>
                  <a:lnTo>
                    <a:pt x="188849" y="842683"/>
                  </a:lnTo>
                  <a:lnTo>
                    <a:pt x="188727" y="834707"/>
                  </a:lnTo>
                  <a:lnTo>
                    <a:pt x="188683" y="831875"/>
                  </a:lnTo>
                  <a:lnTo>
                    <a:pt x="184116" y="829691"/>
                  </a:lnTo>
                  <a:close/>
                </a:path>
                <a:path w="1925955" h="1003935">
                  <a:moveTo>
                    <a:pt x="189030" y="854519"/>
                  </a:moveTo>
                  <a:lnTo>
                    <a:pt x="177012" y="854519"/>
                  </a:lnTo>
                  <a:lnTo>
                    <a:pt x="164871" y="865289"/>
                  </a:lnTo>
                  <a:lnTo>
                    <a:pt x="189196" y="865289"/>
                  </a:lnTo>
                  <a:lnTo>
                    <a:pt x="189090" y="858405"/>
                  </a:lnTo>
                  <a:lnTo>
                    <a:pt x="189030" y="854519"/>
                  </a:lnTo>
                  <a:close/>
                </a:path>
                <a:path w="1925955" h="1003935">
                  <a:moveTo>
                    <a:pt x="164388" y="820254"/>
                  </a:moveTo>
                  <a:lnTo>
                    <a:pt x="145846" y="834707"/>
                  </a:lnTo>
                  <a:lnTo>
                    <a:pt x="157365" y="836345"/>
                  </a:lnTo>
                  <a:lnTo>
                    <a:pt x="170980" y="829691"/>
                  </a:lnTo>
                  <a:lnTo>
                    <a:pt x="184116" y="829691"/>
                  </a:lnTo>
                  <a:lnTo>
                    <a:pt x="164388" y="820254"/>
                  </a:lnTo>
                  <a:close/>
                </a:path>
                <a:path w="1925955" h="1003935">
                  <a:moveTo>
                    <a:pt x="212940" y="820927"/>
                  </a:moveTo>
                  <a:lnTo>
                    <a:pt x="200609" y="820927"/>
                  </a:lnTo>
                  <a:lnTo>
                    <a:pt x="200609" y="854278"/>
                  </a:lnTo>
                  <a:lnTo>
                    <a:pt x="204292" y="867918"/>
                  </a:lnTo>
                  <a:lnTo>
                    <a:pt x="221995" y="873988"/>
                  </a:lnTo>
                  <a:lnTo>
                    <a:pt x="233806" y="863993"/>
                  </a:lnTo>
                  <a:lnTo>
                    <a:pt x="246329" y="863993"/>
                  </a:lnTo>
                  <a:lnTo>
                    <a:pt x="246329" y="862228"/>
                  </a:lnTo>
                  <a:lnTo>
                    <a:pt x="217487" y="862228"/>
                  </a:lnTo>
                  <a:lnTo>
                    <a:pt x="212940" y="820927"/>
                  </a:lnTo>
                  <a:close/>
                </a:path>
                <a:path w="1925955" h="1003935">
                  <a:moveTo>
                    <a:pt x="246329" y="863993"/>
                  </a:moveTo>
                  <a:lnTo>
                    <a:pt x="233806" y="863993"/>
                  </a:lnTo>
                  <a:lnTo>
                    <a:pt x="234353" y="873302"/>
                  </a:lnTo>
                  <a:lnTo>
                    <a:pt x="246329" y="873302"/>
                  </a:lnTo>
                  <a:lnTo>
                    <a:pt x="246329" y="863993"/>
                  </a:lnTo>
                  <a:close/>
                </a:path>
                <a:path w="1925955" h="1003935">
                  <a:moveTo>
                    <a:pt x="246329" y="820927"/>
                  </a:moveTo>
                  <a:lnTo>
                    <a:pt x="233984" y="820927"/>
                  </a:lnTo>
                  <a:lnTo>
                    <a:pt x="233984" y="853935"/>
                  </a:lnTo>
                  <a:lnTo>
                    <a:pt x="217487" y="862228"/>
                  </a:lnTo>
                  <a:lnTo>
                    <a:pt x="246329" y="862228"/>
                  </a:lnTo>
                  <a:lnTo>
                    <a:pt x="246329" y="820927"/>
                  </a:lnTo>
                  <a:close/>
                </a:path>
                <a:path w="1925955" h="1003935">
                  <a:moveTo>
                    <a:pt x="269684" y="820927"/>
                  </a:moveTo>
                  <a:lnTo>
                    <a:pt x="257886" y="820927"/>
                  </a:lnTo>
                  <a:lnTo>
                    <a:pt x="257886" y="873302"/>
                  </a:lnTo>
                  <a:lnTo>
                    <a:pt x="270230" y="873302"/>
                  </a:lnTo>
                  <a:lnTo>
                    <a:pt x="270230" y="840092"/>
                  </a:lnTo>
                  <a:lnTo>
                    <a:pt x="286981" y="831672"/>
                  </a:lnTo>
                  <a:lnTo>
                    <a:pt x="301597" y="831672"/>
                  </a:lnTo>
                  <a:lnTo>
                    <a:pt x="301097" y="829830"/>
                  </a:lnTo>
                  <a:lnTo>
                    <a:pt x="270306" y="829830"/>
                  </a:lnTo>
                  <a:lnTo>
                    <a:pt x="269684" y="820927"/>
                  </a:lnTo>
                  <a:close/>
                </a:path>
                <a:path w="1925955" h="1003935">
                  <a:moveTo>
                    <a:pt x="301597" y="831672"/>
                  </a:moveTo>
                  <a:lnTo>
                    <a:pt x="286981" y="831672"/>
                  </a:lnTo>
                  <a:lnTo>
                    <a:pt x="291503" y="873302"/>
                  </a:lnTo>
                  <a:lnTo>
                    <a:pt x="303847" y="873302"/>
                  </a:lnTo>
                  <a:lnTo>
                    <a:pt x="303847" y="839952"/>
                  </a:lnTo>
                  <a:lnTo>
                    <a:pt x="301597" y="831672"/>
                  </a:lnTo>
                  <a:close/>
                </a:path>
                <a:path w="1925955" h="1003935">
                  <a:moveTo>
                    <a:pt x="282003" y="820254"/>
                  </a:moveTo>
                  <a:lnTo>
                    <a:pt x="270306" y="829830"/>
                  </a:lnTo>
                  <a:lnTo>
                    <a:pt x="301097" y="829830"/>
                  </a:lnTo>
                  <a:lnTo>
                    <a:pt x="300151" y="826350"/>
                  </a:lnTo>
                  <a:lnTo>
                    <a:pt x="282003" y="820254"/>
                  </a:lnTo>
                  <a:close/>
                </a:path>
                <a:path w="1925955" h="1003935">
                  <a:moveTo>
                    <a:pt x="328498" y="821397"/>
                  </a:moveTo>
                  <a:lnTo>
                    <a:pt x="314045" y="837311"/>
                  </a:lnTo>
                  <a:lnTo>
                    <a:pt x="318046" y="865416"/>
                  </a:lnTo>
                  <a:lnTo>
                    <a:pt x="338112" y="874331"/>
                  </a:lnTo>
                  <a:lnTo>
                    <a:pt x="346328" y="873531"/>
                  </a:lnTo>
                  <a:lnTo>
                    <a:pt x="353595" y="864273"/>
                  </a:lnTo>
                  <a:lnTo>
                    <a:pt x="335648" y="864273"/>
                  </a:lnTo>
                  <a:lnTo>
                    <a:pt x="326059" y="840574"/>
                  </a:lnTo>
                  <a:lnTo>
                    <a:pt x="341198" y="830211"/>
                  </a:lnTo>
                  <a:lnTo>
                    <a:pt x="356867" y="830211"/>
                  </a:lnTo>
                  <a:lnTo>
                    <a:pt x="355257" y="826338"/>
                  </a:lnTo>
                  <a:lnTo>
                    <a:pt x="328498" y="821397"/>
                  </a:lnTo>
                  <a:close/>
                </a:path>
                <a:path w="1925955" h="1003935">
                  <a:moveTo>
                    <a:pt x="360552" y="855408"/>
                  </a:moveTo>
                  <a:lnTo>
                    <a:pt x="348754" y="855408"/>
                  </a:lnTo>
                  <a:lnTo>
                    <a:pt x="335648" y="864273"/>
                  </a:lnTo>
                  <a:lnTo>
                    <a:pt x="353595" y="864273"/>
                  </a:lnTo>
                  <a:lnTo>
                    <a:pt x="360552" y="855408"/>
                  </a:lnTo>
                  <a:close/>
                </a:path>
                <a:path w="1925955" h="1003935">
                  <a:moveTo>
                    <a:pt x="356867" y="830211"/>
                  </a:moveTo>
                  <a:lnTo>
                    <a:pt x="341198" y="830211"/>
                  </a:lnTo>
                  <a:lnTo>
                    <a:pt x="348754" y="839076"/>
                  </a:lnTo>
                  <a:lnTo>
                    <a:pt x="360552" y="839076"/>
                  </a:lnTo>
                  <a:lnTo>
                    <a:pt x="356867" y="830211"/>
                  </a:lnTo>
                  <a:close/>
                </a:path>
                <a:path w="1925955" h="1003935">
                  <a:moveTo>
                    <a:pt x="381634" y="803478"/>
                  </a:moveTo>
                  <a:lnTo>
                    <a:pt x="369557" y="803478"/>
                  </a:lnTo>
                  <a:lnTo>
                    <a:pt x="369557" y="873302"/>
                  </a:lnTo>
                  <a:lnTo>
                    <a:pt x="381901" y="873302"/>
                  </a:lnTo>
                  <a:lnTo>
                    <a:pt x="381901" y="840092"/>
                  </a:lnTo>
                  <a:lnTo>
                    <a:pt x="398995" y="831672"/>
                  </a:lnTo>
                  <a:lnTo>
                    <a:pt x="413606" y="831672"/>
                  </a:lnTo>
                  <a:lnTo>
                    <a:pt x="413105" y="829830"/>
                  </a:lnTo>
                  <a:lnTo>
                    <a:pt x="382244" y="829830"/>
                  </a:lnTo>
                  <a:lnTo>
                    <a:pt x="381634" y="803478"/>
                  </a:lnTo>
                  <a:close/>
                </a:path>
                <a:path w="1925955" h="1003935">
                  <a:moveTo>
                    <a:pt x="413606" y="831672"/>
                  </a:moveTo>
                  <a:lnTo>
                    <a:pt x="398995" y="831672"/>
                  </a:lnTo>
                  <a:lnTo>
                    <a:pt x="403517" y="873302"/>
                  </a:lnTo>
                  <a:lnTo>
                    <a:pt x="415861" y="873302"/>
                  </a:lnTo>
                  <a:lnTo>
                    <a:pt x="415861" y="839952"/>
                  </a:lnTo>
                  <a:lnTo>
                    <a:pt x="413606" y="831672"/>
                  </a:lnTo>
                  <a:close/>
                </a:path>
                <a:path w="1925955" h="1003935">
                  <a:moveTo>
                    <a:pt x="393826" y="820254"/>
                  </a:moveTo>
                  <a:lnTo>
                    <a:pt x="382244" y="829830"/>
                  </a:lnTo>
                  <a:lnTo>
                    <a:pt x="413105" y="829830"/>
                  </a:lnTo>
                  <a:lnTo>
                    <a:pt x="412140" y="826287"/>
                  </a:lnTo>
                  <a:lnTo>
                    <a:pt x="393826" y="820254"/>
                  </a:lnTo>
                  <a:close/>
                </a:path>
                <a:path w="1925955" h="1003935">
                  <a:moveTo>
                    <a:pt x="464009" y="831269"/>
                  </a:moveTo>
                  <a:lnTo>
                    <a:pt x="461429" y="835837"/>
                  </a:lnTo>
                  <a:lnTo>
                    <a:pt x="448779" y="861783"/>
                  </a:lnTo>
                  <a:lnTo>
                    <a:pt x="470877" y="874331"/>
                  </a:lnTo>
                  <a:lnTo>
                    <a:pt x="483819" y="871715"/>
                  </a:lnTo>
                  <a:lnTo>
                    <a:pt x="487654" y="865268"/>
                  </a:lnTo>
                  <a:lnTo>
                    <a:pt x="486582" y="863726"/>
                  </a:lnTo>
                  <a:lnTo>
                    <a:pt x="466991" y="863726"/>
                  </a:lnTo>
                  <a:lnTo>
                    <a:pt x="474816" y="846809"/>
                  </a:lnTo>
                  <a:lnTo>
                    <a:pt x="464009" y="831269"/>
                  </a:lnTo>
                  <a:close/>
                </a:path>
                <a:path w="1925955" h="1003935">
                  <a:moveTo>
                    <a:pt x="492620" y="856919"/>
                  </a:moveTo>
                  <a:lnTo>
                    <a:pt x="487654" y="865268"/>
                  </a:lnTo>
                  <a:lnTo>
                    <a:pt x="493242" y="873302"/>
                  </a:lnTo>
                  <a:lnTo>
                    <a:pt x="506602" y="873302"/>
                  </a:lnTo>
                  <a:lnTo>
                    <a:pt x="492620" y="856919"/>
                  </a:lnTo>
                  <a:close/>
                </a:path>
                <a:path w="1925955" h="1003935">
                  <a:moveTo>
                    <a:pt x="488980" y="852654"/>
                  </a:moveTo>
                  <a:lnTo>
                    <a:pt x="488886" y="853059"/>
                  </a:lnTo>
                  <a:lnTo>
                    <a:pt x="481624" y="856597"/>
                  </a:lnTo>
                  <a:lnTo>
                    <a:pt x="487654" y="865268"/>
                  </a:lnTo>
                  <a:lnTo>
                    <a:pt x="492620" y="856919"/>
                  </a:lnTo>
                  <a:lnTo>
                    <a:pt x="488980" y="852654"/>
                  </a:lnTo>
                  <a:close/>
                </a:path>
                <a:path w="1925955" h="1003935">
                  <a:moveTo>
                    <a:pt x="481624" y="856597"/>
                  </a:moveTo>
                  <a:lnTo>
                    <a:pt x="466991" y="863726"/>
                  </a:lnTo>
                  <a:lnTo>
                    <a:pt x="486582" y="863726"/>
                  </a:lnTo>
                  <a:lnTo>
                    <a:pt x="481624" y="856597"/>
                  </a:lnTo>
                  <a:close/>
                </a:path>
                <a:path w="1925955" h="1003935">
                  <a:moveTo>
                    <a:pt x="502450" y="840397"/>
                  </a:moveTo>
                  <a:lnTo>
                    <a:pt x="491845" y="840397"/>
                  </a:lnTo>
                  <a:lnTo>
                    <a:pt x="488980" y="852654"/>
                  </a:lnTo>
                  <a:lnTo>
                    <a:pt x="492620" y="856919"/>
                  </a:lnTo>
                  <a:lnTo>
                    <a:pt x="502450" y="840397"/>
                  </a:lnTo>
                  <a:close/>
                </a:path>
                <a:path w="1925955" h="1003935">
                  <a:moveTo>
                    <a:pt x="478041" y="839837"/>
                  </a:moveTo>
                  <a:lnTo>
                    <a:pt x="474816" y="846809"/>
                  </a:lnTo>
                  <a:lnTo>
                    <a:pt x="481624" y="856597"/>
                  </a:lnTo>
                  <a:lnTo>
                    <a:pt x="488886" y="853059"/>
                  </a:lnTo>
                  <a:lnTo>
                    <a:pt x="488980" y="852654"/>
                  </a:lnTo>
                  <a:lnTo>
                    <a:pt x="478041" y="839837"/>
                  </a:lnTo>
                  <a:close/>
                </a:path>
                <a:path w="1925955" h="1003935">
                  <a:moveTo>
                    <a:pt x="474471" y="812749"/>
                  </a:moveTo>
                  <a:lnTo>
                    <a:pt x="464009" y="831269"/>
                  </a:lnTo>
                  <a:lnTo>
                    <a:pt x="474816" y="846809"/>
                  </a:lnTo>
                  <a:lnTo>
                    <a:pt x="478041" y="839837"/>
                  </a:lnTo>
                  <a:lnTo>
                    <a:pt x="473836" y="834910"/>
                  </a:lnTo>
                  <a:lnTo>
                    <a:pt x="474362" y="816584"/>
                  </a:lnTo>
                  <a:lnTo>
                    <a:pt x="474471" y="812749"/>
                  </a:lnTo>
                  <a:close/>
                </a:path>
                <a:path w="1925955" h="1003935">
                  <a:moveTo>
                    <a:pt x="485082" y="812749"/>
                  </a:moveTo>
                  <a:lnTo>
                    <a:pt x="474471" y="812749"/>
                  </a:lnTo>
                  <a:lnTo>
                    <a:pt x="473941" y="831269"/>
                  </a:lnTo>
                  <a:lnTo>
                    <a:pt x="473836" y="834910"/>
                  </a:lnTo>
                  <a:lnTo>
                    <a:pt x="478041" y="839837"/>
                  </a:lnTo>
                  <a:lnTo>
                    <a:pt x="480555" y="834402"/>
                  </a:lnTo>
                  <a:lnTo>
                    <a:pt x="489826" y="815632"/>
                  </a:lnTo>
                  <a:lnTo>
                    <a:pt x="485082" y="812749"/>
                  </a:lnTo>
                  <a:close/>
                </a:path>
                <a:path w="1925955" h="1003935">
                  <a:moveTo>
                    <a:pt x="468426" y="802627"/>
                  </a:moveTo>
                  <a:lnTo>
                    <a:pt x="453796" y="816584"/>
                  </a:lnTo>
                  <a:lnTo>
                    <a:pt x="464009" y="831269"/>
                  </a:lnTo>
                  <a:lnTo>
                    <a:pt x="474471" y="812749"/>
                  </a:lnTo>
                  <a:lnTo>
                    <a:pt x="485082" y="812749"/>
                  </a:lnTo>
                  <a:lnTo>
                    <a:pt x="468426" y="802627"/>
                  </a:lnTo>
                  <a:close/>
                </a:path>
                <a:path w="1925955" h="1003935">
                  <a:moveTo>
                    <a:pt x="548462" y="821397"/>
                  </a:moveTo>
                  <a:lnTo>
                    <a:pt x="534009" y="837311"/>
                  </a:lnTo>
                  <a:lnTo>
                    <a:pt x="538010" y="865416"/>
                  </a:lnTo>
                  <a:lnTo>
                    <a:pt x="558076" y="874331"/>
                  </a:lnTo>
                  <a:lnTo>
                    <a:pt x="566292" y="873531"/>
                  </a:lnTo>
                  <a:lnTo>
                    <a:pt x="573559" y="864273"/>
                  </a:lnTo>
                  <a:lnTo>
                    <a:pt x="555612" y="864273"/>
                  </a:lnTo>
                  <a:lnTo>
                    <a:pt x="546023" y="840574"/>
                  </a:lnTo>
                  <a:lnTo>
                    <a:pt x="561162" y="830211"/>
                  </a:lnTo>
                  <a:lnTo>
                    <a:pt x="576831" y="830211"/>
                  </a:lnTo>
                  <a:lnTo>
                    <a:pt x="575221" y="826338"/>
                  </a:lnTo>
                  <a:lnTo>
                    <a:pt x="548462" y="821397"/>
                  </a:lnTo>
                  <a:close/>
                </a:path>
                <a:path w="1925955" h="1003935">
                  <a:moveTo>
                    <a:pt x="580516" y="855408"/>
                  </a:moveTo>
                  <a:lnTo>
                    <a:pt x="568718" y="855408"/>
                  </a:lnTo>
                  <a:lnTo>
                    <a:pt x="555612" y="864273"/>
                  </a:lnTo>
                  <a:lnTo>
                    <a:pt x="573559" y="864273"/>
                  </a:lnTo>
                  <a:lnTo>
                    <a:pt x="580516" y="855408"/>
                  </a:lnTo>
                  <a:close/>
                </a:path>
                <a:path w="1925955" h="1003935">
                  <a:moveTo>
                    <a:pt x="576831" y="830211"/>
                  </a:moveTo>
                  <a:lnTo>
                    <a:pt x="561162" y="830211"/>
                  </a:lnTo>
                  <a:lnTo>
                    <a:pt x="568718" y="839076"/>
                  </a:lnTo>
                  <a:lnTo>
                    <a:pt x="580516" y="839076"/>
                  </a:lnTo>
                  <a:lnTo>
                    <a:pt x="576831" y="830211"/>
                  </a:lnTo>
                  <a:close/>
                </a:path>
                <a:path w="1925955" h="1003935">
                  <a:moveTo>
                    <a:pt x="601598" y="803478"/>
                  </a:moveTo>
                  <a:lnTo>
                    <a:pt x="589521" y="803478"/>
                  </a:lnTo>
                  <a:lnTo>
                    <a:pt x="589521" y="873302"/>
                  </a:lnTo>
                  <a:lnTo>
                    <a:pt x="601865" y="873302"/>
                  </a:lnTo>
                  <a:lnTo>
                    <a:pt x="601865" y="840092"/>
                  </a:lnTo>
                  <a:lnTo>
                    <a:pt x="618959" y="831672"/>
                  </a:lnTo>
                  <a:lnTo>
                    <a:pt x="633570" y="831672"/>
                  </a:lnTo>
                  <a:lnTo>
                    <a:pt x="633069" y="829830"/>
                  </a:lnTo>
                  <a:lnTo>
                    <a:pt x="602208" y="829830"/>
                  </a:lnTo>
                  <a:lnTo>
                    <a:pt x="601598" y="803478"/>
                  </a:lnTo>
                  <a:close/>
                </a:path>
                <a:path w="1925955" h="1003935">
                  <a:moveTo>
                    <a:pt x="633570" y="831672"/>
                  </a:moveTo>
                  <a:lnTo>
                    <a:pt x="618959" y="831672"/>
                  </a:lnTo>
                  <a:lnTo>
                    <a:pt x="623481" y="873302"/>
                  </a:lnTo>
                  <a:lnTo>
                    <a:pt x="635825" y="873302"/>
                  </a:lnTo>
                  <a:lnTo>
                    <a:pt x="635825" y="839952"/>
                  </a:lnTo>
                  <a:lnTo>
                    <a:pt x="633570" y="831672"/>
                  </a:lnTo>
                  <a:close/>
                </a:path>
                <a:path w="1925955" h="1003935">
                  <a:moveTo>
                    <a:pt x="613790" y="820254"/>
                  </a:moveTo>
                  <a:lnTo>
                    <a:pt x="602208" y="829830"/>
                  </a:lnTo>
                  <a:lnTo>
                    <a:pt x="633069" y="829830"/>
                  </a:lnTo>
                  <a:lnTo>
                    <a:pt x="632104" y="826287"/>
                  </a:lnTo>
                  <a:lnTo>
                    <a:pt x="613790" y="820254"/>
                  </a:lnTo>
                  <a:close/>
                </a:path>
                <a:path w="1925955" h="1003935">
                  <a:moveTo>
                    <a:pt x="684801" y="829691"/>
                  </a:moveTo>
                  <a:lnTo>
                    <a:pt x="671664" y="829691"/>
                  </a:lnTo>
                  <a:lnTo>
                    <a:pt x="677659" y="837780"/>
                  </a:lnTo>
                  <a:lnTo>
                    <a:pt x="664705" y="842683"/>
                  </a:lnTo>
                  <a:lnTo>
                    <a:pt x="645591" y="864920"/>
                  </a:lnTo>
                  <a:lnTo>
                    <a:pt x="662355" y="874356"/>
                  </a:lnTo>
                  <a:lnTo>
                    <a:pt x="678141" y="873302"/>
                  </a:lnTo>
                  <a:lnTo>
                    <a:pt x="690003" y="873302"/>
                  </a:lnTo>
                  <a:lnTo>
                    <a:pt x="689880" y="865289"/>
                  </a:lnTo>
                  <a:lnTo>
                    <a:pt x="665556" y="865289"/>
                  </a:lnTo>
                  <a:lnTo>
                    <a:pt x="656729" y="858405"/>
                  </a:lnTo>
                  <a:lnTo>
                    <a:pt x="677697" y="854519"/>
                  </a:lnTo>
                  <a:lnTo>
                    <a:pt x="689715" y="854519"/>
                  </a:lnTo>
                  <a:lnTo>
                    <a:pt x="689534" y="842683"/>
                  </a:lnTo>
                  <a:lnTo>
                    <a:pt x="689412" y="834707"/>
                  </a:lnTo>
                  <a:lnTo>
                    <a:pt x="689368" y="831875"/>
                  </a:lnTo>
                  <a:lnTo>
                    <a:pt x="684801" y="829691"/>
                  </a:lnTo>
                  <a:close/>
                </a:path>
                <a:path w="1925955" h="1003935">
                  <a:moveTo>
                    <a:pt x="689715" y="854519"/>
                  </a:moveTo>
                  <a:lnTo>
                    <a:pt x="677697" y="854519"/>
                  </a:lnTo>
                  <a:lnTo>
                    <a:pt x="665556" y="865289"/>
                  </a:lnTo>
                  <a:lnTo>
                    <a:pt x="689880" y="865289"/>
                  </a:lnTo>
                  <a:lnTo>
                    <a:pt x="689775" y="858405"/>
                  </a:lnTo>
                  <a:lnTo>
                    <a:pt x="689715" y="854519"/>
                  </a:lnTo>
                  <a:close/>
                </a:path>
                <a:path w="1925955" h="1003935">
                  <a:moveTo>
                    <a:pt x="665073" y="820254"/>
                  </a:moveTo>
                  <a:lnTo>
                    <a:pt x="646531" y="834707"/>
                  </a:lnTo>
                  <a:lnTo>
                    <a:pt x="658063" y="836345"/>
                  </a:lnTo>
                  <a:lnTo>
                    <a:pt x="671664" y="829691"/>
                  </a:lnTo>
                  <a:lnTo>
                    <a:pt x="684801" y="829691"/>
                  </a:lnTo>
                  <a:lnTo>
                    <a:pt x="665073" y="820254"/>
                  </a:lnTo>
                  <a:close/>
                </a:path>
                <a:path w="1925955" h="1003935">
                  <a:moveTo>
                    <a:pt x="713092" y="820927"/>
                  </a:moveTo>
                  <a:lnTo>
                    <a:pt x="701293" y="820927"/>
                  </a:lnTo>
                  <a:lnTo>
                    <a:pt x="701293" y="873302"/>
                  </a:lnTo>
                  <a:lnTo>
                    <a:pt x="713638" y="873302"/>
                  </a:lnTo>
                  <a:lnTo>
                    <a:pt x="713638" y="840092"/>
                  </a:lnTo>
                  <a:lnTo>
                    <a:pt x="730389" y="831672"/>
                  </a:lnTo>
                  <a:lnTo>
                    <a:pt x="745005" y="831672"/>
                  </a:lnTo>
                  <a:lnTo>
                    <a:pt x="744505" y="829830"/>
                  </a:lnTo>
                  <a:lnTo>
                    <a:pt x="713701" y="829830"/>
                  </a:lnTo>
                  <a:lnTo>
                    <a:pt x="713092" y="820927"/>
                  </a:lnTo>
                  <a:close/>
                </a:path>
                <a:path w="1925955" h="1003935">
                  <a:moveTo>
                    <a:pt x="745005" y="831672"/>
                  </a:moveTo>
                  <a:lnTo>
                    <a:pt x="730389" y="831672"/>
                  </a:lnTo>
                  <a:lnTo>
                    <a:pt x="734910" y="873302"/>
                  </a:lnTo>
                  <a:lnTo>
                    <a:pt x="747255" y="873302"/>
                  </a:lnTo>
                  <a:lnTo>
                    <a:pt x="747255" y="839952"/>
                  </a:lnTo>
                  <a:lnTo>
                    <a:pt x="745005" y="831672"/>
                  </a:lnTo>
                  <a:close/>
                </a:path>
                <a:path w="1925955" h="1003935">
                  <a:moveTo>
                    <a:pt x="725411" y="820254"/>
                  </a:moveTo>
                  <a:lnTo>
                    <a:pt x="713701" y="829830"/>
                  </a:lnTo>
                  <a:lnTo>
                    <a:pt x="744505" y="829830"/>
                  </a:lnTo>
                  <a:lnTo>
                    <a:pt x="743559" y="826350"/>
                  </a:lnTo>
                  <a:lnTo>
                    <a:pt x="725411" y="820254"/>
                  </a:lnTo>
                  <a:close/>
                </a:path>
                <a:path w="1925955" h="1003935">
                  <a:moveTo>
                    <a:pt x="770470" y="821283"/>
                  </a:moveTo>
                  <a:lnTo>
                    <a:pt x="756526" y="841197"/>
                  </a:lnTo>
                  <a:lnTo>
                    <a:pt x="763917" y="867816"/>
                  </a:lnTo>
                  <a:lnTo>
                    <a:pt x="787577" y="870280"/>
                  </a:lnTo>
                  <a:lnTo>
                    <a:pt x="792645" y="880452"/>
                  </a:lnTo>
                  <a:lnTo>
                    <a:pt x="758329" y="880808"/>
                  </a:lnTo>
                  <a:lnTo>
                    <a:pt x="781443" y="894029"/>
                  </a:lnTo>
                  <a:lnTo>
                    <a:pt x="786155" y="894029"/>
                  </a:lnTo>
                  <a:lnTo>
                    <a:pt x="804964" y="882332"/>
                  </a:lnTo>
                  <a:lnTo>
                    <a:pt x="805173" y="870280"/>
                  </a:lnTo>
                  <a:lnTo>
                    <a:pt x="805216" y="867816"/>
                  </a:lnTo>
                  <a:lnTo>
                    <a:pt x="805302" y="862863"/>
                  </a:lnTo>
                  <a:lnTo>
                    <a:pt x="778840" y="862863"/>
                  </a:lnTo>
                  <a:lnTo>
                    <a:pt x="769111" y="843724"/>
                  </a:lnTo>
                  <a:lnTo>
                    <a:pt x="784212" y="830376"/>
                  </a:lnTo>
                  <a:lnTo>
                    <a:pt x="805866" y="830376"/>
                  </a:lnTo>
                  <a:lnTo>
                    <a:pt x="805880" y="829589"/>
                  </a:lnTo>
                  <a:lnTo>
                    <a:pt x="793864" y="829589"/>
                  </a:lnTo>
                  <a:lnTo>
                    <a:pt x="770470" y="821283"/>
                  </a:lnTo>
                  <a:close/>
                </a:path>
                <a:path w="1925955" h="1003935">
                  <a:moveTo>
                    <a:pt x="805866" y="830376"/>
                  </a:moveTo>
                  <a:lnTo>
                    <a:pt x="784212" y="830376"/>
                  </a:lnTo>
                  <a:lnTo>
                    <a:pt x="793864" y="850214"/>
                  </a:lnTo>
                  <a:lnTo>
                    <a:pt x="781545" y="862863"/>
                  </a:lnTo>
                  <a:lnTo>
                    <a:pt x="805302" y="862863"/>
                  </a:lnTo>
                  <a:lnTo>
                    <a:pt x="805866" y="830376"/>
                  </a:lnTo>
                  <a:close/>
                </a:path>
                <a:path w="1925955" h="1003935">
                  <a:moveTo>
                    <a:pt x="806030" y="820927"/>
                  </a:moveTo>
                  <a:lnTo>
                    <a:pt x="793864" y="820927"/>
                  </a:lnTo>
                  <a:lnTo>
                    <a:pt x="793864" y="829589"/>
                  </a:lnTo>
                  <a:lnTo>
                    <a:pt x="805880" y="829589"/>
                  </a:lnTo>
                  <a:lnTo>
                    <a:pt x="806024" y="821283"/>
                  </a:lnTo>
                  <a:lnTo>
                    <a:pt x="806030" y="820927"/>
                  </a:lnTo>
                  <a:close/>
                </a:path>
                <a:path w="1925955" h="1003935">
                  <a:moveTo>
                    <a:pt x="830732" y="821397"/>
                  </a:moveTo>
                  <a:lnTo>
                    <a:pt x="816330" y="837311"/>
                  </a:lnTo>
                  <a:lnTo>
                    <a:pt x="820419" y="865733"/>
                  </a:lnTo>
                  <a:lnTo>
                    <a:pt x="840739" y="874331"/>
                  </a:lnTo>
                  <a:lnTo>
                    <a:pt x="844803" y="874331"/>
                  </a:lnTo>
                  <a:lnTo>
                    <a:pt x="856750" y="864704"/>
                  </a:lnTo>
                  <a:lnTo>
                    <a:pt x="838225" y="864704"/>
                  </a:lnTo>
                  <a:lnTo>
                    <a:pt x="831256" y="850493"/>
                  </a:lnTo>
                  <a:lnTo>
                    <a:pt x="821105" y="850493"/>
                  </a:lnTo>
                  <a:lnTo>
                    <a:pt x="821105" y="842175"/>
                  </a:lnTo>
                  <a:lnTo>
                    <a:pt x="828024" y="842175"/>
                  </a:lnTo>
                  <a:lnTo>
                    <a:pt x="835520" y="830478"/>
                  </a:lnTo>
                  <a:lnTo>
                    <a:pt x="859483" y="830478"/>
                  </a:lnTo>
                  <a:lnTo>
                    <a:pt x="859091" y="828751"/>
                  </a:lnTo>
                  <a:lnTo>
                    <a:pt x="830732" y="821397"/>
                  </a:lnTo>
                  <a:close/>
                </a:path>
                <a:path w="1925955" h="1003935">
                  <a:moveTo>
                    <a:pt x="851992" y="857961"/>
                  </a:moveTo>
                  <a:lnTo>
                    <a:pt x="838225" y="864704"/>
                  </a:lnTo>
                  <a:lnTo>
                    <a:pt x="856750" y="864704"/>
                  </a:lnTo>
                  <a:lnTo>
                    <a:pt x="863511" y="859256"/>
                  </a:lnTo>
                  <a:lnTo>
                    <a:pt x="851992" y="857961"/>
                  </a:lnTo>
                  <a:close/>
                </a:path>
                <a:path w="1925955" h="1003935">
                  <a:moveTo>
                    <a:pt x="828024" y="842175"/>
                  </a:moveTo>
                  <a:lnTo>
                    <a:pt x="821105" y="842175"/>
                  </a:lnTo>
                  <a:lnTo>
                    <a:pt x="821105" y="850493"/>
                  </a:lnTo>
                  <a:lnTo>
                    <a:pt x="831256" y="850493"/>
                  </a:lnTo>
                  <a:lnTo>
                    <a:pt x="827544" y="842924"/>
                  </a:lnTo>
                  <a:lnTo>
                    <a:pt x="828024" y="842175"/>
                  </a:lnTo>
                  <a:close/>
                </a:path>
                <a:path w="1925955" h="1003935">
                  <a:moveTo>
                    <a:pt x="859483" y="830478"/>
                  </a:moveTo>
                  <a:lnTo>
                    <a:pt x="835520" y="830478"/>
                  </a:lnTo>
                  <a:lnTo>
                    <a:pt x="852195" y="842175"/>
                  </a:lnTo>
                  <a:lnTo>
                    <a:pt x="828024" y="842175"/>
                  </a:lnTo>
                  <a:lnTo>
                    <a:pt x="827544" y="842924"/>
                  </a:lnTo>
                  <a:lnTo>
                    <a:pt x="831256" y="850493"/>
                  </a:lnTo>
                  <a:lnTo>
                    <a:pt x="864031" y="850493"/>
                  </a:lnTo>
                  <a:lnTo>
                    <a:pt x="859483" y="830478"/>
                  </a:lnTo>
                  <a:close/>
                </a:path>
                <a:path w="1925955" h="1003935">
                  <a:moveTo>
                    <a:pt x="907834" y="820927"/>
                  </a:moveTo>
                  <a:lnTo>
                    <a:pt x="896035" y="820927"/>
                  </a:lnTo>
                  <a:lnTo>
                    <a:pt x="896035" y="873302"/>
                  </a:lnTo>
                  <a:lnTo>
                    <a:pt x="908380" y="873302"/>
                  </a:lnTo>
                  <a:lnTo>
                    <a:pt x="908380" y="841463"/>
                  </a:lnTo>
                  <a:lnTo>
                    <a:pt x="922718" y="831456"/>
                  </a:lnTo>
                  <a:lnTo>
                    <a:pt x="969067" y="831456"/>
                  </a:lnTo>
                  <a:lnTo>
                    <a:pt x="967890" y="829830"/>
                  </a:lnTo>
                  <a:lnTo>
                    <a:pt x="908443" y="829830"/>
                  </a:lnTo>
                  <a:lnTo>
                    <a:pt x="907892" y="821778"/>
                  </a:lnTo>
                  <a:lnTo>
                    <a:pt x="907834" y="820927"/>
                  </a:lnTo>
                  <a:close/>
                </a:path>
                <a:path w="1925955" h="1003935">
                  <a:moveTo>
                    <a:pt x="952868" y="831456"/>
                  </a:moveTo>
                  <a:lnTo>
                    <a:pt x="922718" y="831456"/>
                  </a:lnTo>
                  <a:lnTo>
                    <a:pt x="926782" y="873302"/>
                  </a:lnTo>
                  <a:lnTo>
                    <a:pt x="938885" y="873302"/>
                  </a:lnTo>
                  <a:lnTo>
                    <a:pt x="938885" y="837679"/>
                  </a:lnTo>
                  <a:lnTo>
                    <a:pt x="952868" y="831456"/>
                  </a:lnTo>
                  <a:close/>
                </a:path>
                <a:path w="1925955" h="1003935">
                  <a:moveTo>
                    <a:pt x="969067" y="831456"/>
                  </a:moveTo>
                  <a:lnTo>
                    <a:pt x="952987" y="831456"/>
                  </a:lnTo>
                  <a:lnTo>
                    <a:pt x="957300" y="873302"/>
                  </a:lnTo>
                  <a:lnTo>
                    <a:pt x="969683" y="873302"/>
                  </a:lnTo>
                  <a:lnTo>
                    <a:pt x="969683" y="832307"/>
                  </a:lnTo>
                  <a:lnTo>
                    <a:pt x="969067" y="831456"/>
                  </a:lnTo>
                  <a:close/>
                </a:path>
                <a:path w="1925955" h="1003935">
                  <a:moveTo>
                    <a:pt x="919403" y="820254"/>
                  </a:moveTo>
                  <a:lnTo>
                    <a:pt x="908443" y="829830"/>
                  </a:lnTo>
                  <a:lnTo>
                    <a:pt x="937590" y="829830"/>
                  </a:lnTo>
                  <a:lnTo>
                    <a:pt x="936053" y="826871"/>
                  </a:lnTo>
                  <a:lnTo>
                    <a:pt x="919403" y="820254"/>
                  </a:lnTo>
                  <a:close/>
                </a:path>
                <a:path w="1925955" h="1003935">
                  <a:moveTo>
                    <a:pt x="949515" y="820254"/>
                  </a:moveTo>
                  <a:lnTo>
                    <a:pt x="937590" y="829830"/>
                  </a:lnTo>
                  <a:lnTo>
                    <a:pt x="967890" y="829830"/>
                  </a:lnTo>
                  <a:lnTo>
                    <a:pt x="962063" y="821778"/>
                  </a:lnTo>
                  <a:lnTo>
                    <a:pt x="949515" y="820254"/>
                  </a:lnTo>
                  <a:close/>
                </a:path>
                <a:path w="1925955" h="1003935">
                  <a:moveTo>
                    <a:pt x="1018595" y="829691"/>
                  </a:moveTo>
                  <a:lnTo>
                    <a:pt x="1005458" y="829691"/>
                  </a:lnTo>
                  <a:lnTo>
                    <a:pt x="1011453" y="837780"/>
                  </a:lnTo>
                  <a:lnTo>
                    <a:pt x="998499" y="842683"/>
                  </a:lnTo>
                  <a:lnTo>
                    <a:pt x="979385" y="864920"/>
                  </a:lnTo>
                  <a:lnTo>
                    <a:pt x="996149" y="874356"/>
                  </a:lnTo>
                  <a:lnTo>
                    <a:pt x="1011935" y="873302"/>
                  </a:lnTo>
                  <a:lnTo>
                    <a:pt x="1023797" y="873302"/>
                  </a:lnTo>
                  <a:lnTo>
                    <a:pt x="1023674" y="865289"/>
                  </a:lnTo>
                  <a:lnTo>
                    <a:pt x="999350" y="865289"/>
                  </a:lnTo>
                  <a:lnTo>
                    <a:pt x="990523" y="858405"/>
                  </a:lnTo>
                  <a:lnTo>
                    <a:pt x="1011491" y="854519"/>
                  </a:lnTo>
                  <a:lnTo>
                    <a:pt x="1023509" y="854519"/>
                  </a:lnTo>
                  <a:lnTo>
                    <a:pt x="1023328" y="842683"/>
                  </a:lnTo>
                  <a:lnTo>
                    <a:pt x="1023206" y="834707"/>
                  </a:lnTo>
                  <a:lnTo>
                    <a:pt x="1023162" y="831875"/>
                  </a:lnTo>
                  <a:lnTo>
                    <a:pt x="1018595" y="829691"/>
                  </a:lnTo>
                  <a:close/>
                </a:path>
                <a:path w="1925955" h="1003935">
                  <a:moveTo>
                    <a:pt x="1023509" y="854519"/>
                  </a:moveTo>
                  <a:lnTo>
                    <a:pt x="1011491" y="854519"/>
                  </a:lnTo>
                  <a:lnTo>
                    <a:pt x="999350" y="865289"/>
                  </a:lnTo>
                  <a:lnTo>
                    <a:pt x="1023674" y="865289"/>
                  </a:lnTo>
                  <a:lnTo>
                    <a:pt x="1023569" y="858405"/>
                  </a:lnTo>
                  <a:lnTo>
                    <a:pt x="1023509" y="854519"/>
                  </a:lnTo>
                  <a:close/>
                </a:path>
                <a:path w="1925955" h="1003935">
                  <a:moveTo>
                    <a:pt x="998867" y="820254"/>
                  </a:moveTo>
                  <a:lnTo>
                    <a:pt x="980325" y="834707"/>
                  </a:lnTo>
                  <a:lnTo>
                    <a:pt x="991844" y="836345"/>
                  </a:lnTo>
                  <a:lnTo>
                    <a:pt x="1005458" y="829691"/>
                  </a:lnTo>
                  <a:lnTo>
                    <a:pt x="1018595" y="829691"/>
                  </a:lnTo>
                  <a:lnTo>
                    <a:pt x="998867" y="820254"/>
                  </a:lnTo>
                  <a:close/>
                </a:path>
                <a:path w="1925955" h="1003935">
                  <a:moveTo>
                    <a:pt x="1046873" y="820927"/>
                  </a:moveTo>
                  <a:lnTo>
                    <a:pt x="1035088" y="820927"/>
                  </a:lnTo>
                  <a:lnTo>
                    <a:pt x="1035088" y="873302"/>
                  </a:lnTo>
                  <a:lnTo>
                    <a:pt x="1047419" y="873302"/>
                  </a:lnTo>
                  <a:lnTo>
                    <a:pt x="1047419" y="840092"/>
                  </a:lnTo>
                  <a:lnTo>
                    <a:pt x="1064171" y="831672"/>
                  </a:lnTo>
                  <a:lnTo>
                    <a:pt x="1078794" y="831672"/>
                  </a:lnTo>
                  <a:lnTo>
                    <a:pt x="1078295" y="829830"/>
                  </a:lnTo>
                  <a:lnTo>
                    <a:pt x="1047495" y="829830"/>
                  </a:lnTo>
                  <a:lnTo>
                    <a:pt x="1046873" y="820927"/>
                  </a:lnTo>
                  <a:close/>
                </a:path>
                <a:path w="1925955" h="1003935">
                  <a:moveTo>
                    <a:pt x="1078794" y="831672"/>
                  </a:moveTo>
                  <a:lnTo>
                    <a:pt x="1064171" y="831672"/>
                  </a:lnTo>
                  <a:lnTo>
                    <a:pt x="1068704" y="873302"/>
                  </a:lnTo>
                  <a:lnTo>
                    <a:pt x="1081036" y="873302"/>
                  </a:lnTo>
                  <a:lnTo>
                    <a:pt x="1081036" y="839952"/>
                  </a:lnTo>
                  <a:lnTo>
                    <a:pt x="1078794" y="831672"/>
                  </a:lnTo>
                  <a:close/>
                </a:path>
                <a:path w="1925955" h="1003935">
                  <a:moveTo>
                    <a:pt x="1059205" y="820254"/>
                  </a:moveTo>
                  <a:lnTo>
                    <a:pt x="1047495" y="829830"/>
                  </a:lnTo>
                  <a:lnTo>
                    <a:pt x="1078295" y="829830"/>
                  </a:lnTo>
                  <a:lnTo>
                    <a:pt x="1077353" y="826350"/>
                  </a:lnTo>
                  <a:lnTo>
                    <a:pt x="1059205" y="820254"/>
                  </a:lnTo>
                  <a:close/>
                </a:path>
                <a:path w="1925955" h="1003935">
                  <a:moveTo>
                    <a:pt x="1129985" y="829691"/>
                  </a:moveTo>
                  <a:lnTo>
                    <a:pt x="1116837" y="829691"/>
                  </a:lnTo>
                  <a:lnTo>
                    <a:pt x="1122845" y="837780"/>
                  </a:lnTo>
                  <a:lnTo>
                    <a:pt x="1109891" y="842683"/>
                  </a:lnTo>
                  <a:lnTo>
                    <a:pt x="1090764" y="864920"/>
                  </a:lnTo>
                  <a:lnTo>
                    <a:pt x="1107528" y="874356"/>
                  </a:lnTo>
                  <a:lnTo>
                    <a:pt x="1123314" y="873302"/>
                  </a:lnTo>
                  <a:lnTo>
                    <a:pt x="1135189" y="873302"/>
                  </a:lnTo>
                  <a:lnTo>
                    <a:pt x="1135066" y="865289"/>
                  </a:lnTo>
                  <a:lnTo>
                    <a:pt x="1110741" y="865289"/>
                  </a:lnTo>
                  <a:lnTo>
                    <a:pt x="1101902" y="858405"/>
                  </a:lnTo>
                  <a:lnTo>
                    <a:pt x="1122883" y="854519"/>
                  </a:lnTo>
                  <a:lnTo>
                    <a:pt x="1134901" y="854519"/>
                  </a:lnTo>
                  <a:lnTo>
                    <a:pt x="1134720" y="842683"/>
                  </a:lnTo>
                  <a:lnTo>
                    <a:pt x="1134597" y="834707"/>
                  </a:lnTo>
                  <a:lnTo>
                    <a:pt x="1134554" y="831875"/>
                  </a:lnTo>
                  <a:lnTo>
                    <a:pt x="1129985" y="829691"/>
                  </a:lnTo>
                  <a:close/>
                </a:path>
                <a:path w="1925955" h="1003935">
                  <a:moveTo>
                    <a:pt x="1134901" y="854519"/>
                  </a:moveTo>
                  <a:lnTo>
                    <a:pt x="1122883" y="854519"/>
                  </a:lnTo>
                  <a:lnTo>
                    <a:pt x="1110741" y="865289"/>
                  </a:lnTo>
                  <a:lnTo>
                    <a:pt x="1135066" y="865289"/>
                  </a:lnTo>
                  <a:lnTo>
                    <a:pt x="1134961" y="858405"/>
                  </a:lnTo>
                  <a:lnTo>
                    <a:pt x="1134901" y="854519"/>
                  </a:lnTo>
                  <a:close/>
                </a:path>
                <a:path w="1925955" h="1003935">
                  <a:moveTo>
                    <a:pt x="1110246" y="820254"/>
                  </a:moveTo>
                  <a:lnTo>
                    <a:pt x="1091717" y="834707"/>
                  </a:lnTo>
                  <a:lnTo>
                    <a:pt x="1103236" y="836345"/>
                  </a:lnTo>
                  <a:lnTo>
                    <a:pt x="1116837" y="829691"/>
                  </a:lnTo>
                  <a:lnTo>
                    <a:pt x="1129985" y="829691"/>
                  </a:lnTo>
                  <a:lnTo>
                    <a:pt x="1110246" y="820254"/>
                  </a:lnTo>
                  <a:close/>
                </a:path>
                <a:path w="1925955" h="1003935">
                  <a:moveTo>
                    <a:pt x="1158265" y="821283"/>
                  </a:moveTo>
                  <a:lnTo>
                    <a:pt x="1144320" y="841197"/>
                  </a:lnTo>
                  <a:lnTo>
                    <a:pt x="1151712" y="867816"/>
                  </a:lnTo>
                  <a:lnTo>
                    <a:pt x="1175372" y="870280"/>
                  </a:lnTo>
                  <a:lnTo>
                    <a:pt x="1180439" y="880452"/>
                  </a:lnTo>
                  <a:lnTo>
                    <a:pt x="1146124" y="880808"/>
                  </a:lnTo>
                  <a:lnTo>
                    <a:pt x="1169250" y="894029"/>
                  </a:lnTo>
                  <a:lnTo>
                    <a:pt x="1173949" y="894029"/>
                  </a:lnTo>
                  <a:lnTo>
                    <a:pt x="1192758" y="882332"/>
                  </a:lnTo>
                  <a:lnTo>
                    <a:pt x="1192967" y="870280"/>
                  </a:lnTo>
                  <a:lnTo>
                    <a:pt x="1193010" y="867816"/>
                  </a:lnTo>
                  <a:lnTo>
                    <a:pt x="1193096" y="862863"/>
                  </a:lnTo>
                  <a:lnTo>
                    <a:pt x="1166647" y="862863"/>
                  </a:lnTo>
                  <a:lnTo>
                    <a:pt x="1156906" y="843724"/>
                  </a:lnTo>
                  <a:lnTo>
                    <a:pt x="1172006" y="830376"/>
                  </a:lnTo>
                  <a:lnTo>
                    <a:pt x="1193661" y="830376"/>
                  </a:lnTo>
                  <a:lnTo>
                    <a:pt x="1193674" y="829589"/>
                  </a:lnTo>
                  <a:lnTo>
                    <a:pt x="1181658" y="829589"/>
                  </a:lnTo>
                  <a:lnTo>
                    <a:pt x="1158265" y="821283"/>
                  </a:lnTo>
                  <a:close/>
                </a:path>
                <a:path w="1925955" h="1003935">
                  <a:moveTo>
                    <a:pt x="1193661" y="830376"/>
                  </a:moveTo>
                  <a:lnTo>
                    <a:pt x="1172006" y="830376"/>
                  </a:lnTo>
                  <a:lnTo>
                    <a:pt x="1181658" y="850214"/>
                  </a:lnTo>
                  <a:lnTo>
                    <a:pt x="1169352" y="862863"/>
                  </a:lnTo>
                  <a:lnTo>
                    <a:pt x="1193096" y="862863"/>
                  </a:lnTo>
                  <a:lnTo>
                    <a:pt x="1193661" y="830376"/>
                  </a:lnTo>
                  <a:close/>
                </a:path>
                <a:path w="1925955" h="1003935">
                  <a:moveTo>
                    <a:pt x="1193825" y="820927"/>
                  </a:moveTo>
                  <a:lnTo>
                    <a:pt x="1181658" y="820927"/>
                  </a:lnTo>
                  <a:lnTo>
                    <a:pt x="1181658" y="829589"/>
                  </a:lnTo>
                  <a:lnTo>
                    <a:pt x="1193674" y="829589"/>
                  </a:lnTo>
                  <a:lnTo>
                    <a:pt x="1193819" y="821283"/>
                  </a:lnTo>
                  <a:lnTo>
                    <a:pt x="1193825" y="820927"/>
                  </a:lnTo>
                  <a:close/>
                </a:path>
                <a:path w="1925955" h="1003935">
                  <a:moveTo>
                    <a:pt x="1218539" y="821397"/>
                  </a:moveTo>
                  <a:lnTo>
                    <a:pt x="1204125" y="837311"/>
                  </a:lnTo>
                  <a:lnTo>
                    <a:pt x="1208214" y="865733"/>
                  </a:lnTo>
                  <a:lnTo>
                    <a:pt x="1228534" y="874331"/>
                  </a:lnTo>
                  <a:lnTo>
                    <a:pt x="1232611" y="874331"/>
                  </a:lnTo>
                  <a:lnTo>
                    <a:pt x="1244557" y="864704"/>
                  </a:lnTo>
                  <a:lnTo>
                    <a:pt x="1226032" y="864704"/>
                  </a:lnTo>
                  <a:lnTo>
                    <a:pt x="1219055" y="850493"/>
                  </a:lnTo>
                  <a:lnTo>
                    <a:pt x="1208900" y="850493"/>
                  </a:lnTo>
                  <a:lnTo>
                    <a:pt x="1208900" y="842175"/>
                  </a:lnTo>
                  <a:lnTo>
                    <a:pt x="1215820" y="842175"/>
                  </a:lnTo>
                  <a:lnTo>
                    <a:pt x="1223327" y="830478"/>
                  </a:lnTo>
                  <a:lnTo>
                    <a:pt x="1247290" y="830478"/>
                  </a:lnTo>
                  <a:lnTo>
                    <a:pt x="1246898" y="828751"/>
                  </a:lnTo>
                  <a:lnTo>
                    <a:pt x="1218539" y="821397"/>
                  </a:lnTo>
                  <a:close/>
                </a:path>
                <a:path w="1925955" h="1003935">
                  <a:moveTo>
                    <a:pt x="1239786" y="857961"/>
                  </a:moveTo>
                  <a:lnTo>
                    <a:pt x="1226032" y="864704"/>
                  </a:lnTo>
                  <a:lnTo>
                    <a:pt x="1244557" y="864704"/>
                  </a:lnTo>
                  <a:lnTo>
                    <a:pt x="1251318" y="859256"/>
                  </a:lnTo>
                  <a:lnTo>
                    <a:pt x="1239786" y="857961"/>
                  </a:lnTo>
                  <a:close/>
                </a:path>
                <a:path w="1925955" h="1003935">
                  <a:moveTo>
                    <a:pt x="1215820" y="842175"/>
                  </a:moveTo>
                  <a:lnTo>
                    <a:pt x="1208900" y="842175"/>
                  </a:lnTo>
                  <a:lnTo>
                    <a:pt x="1208900" y="850493"/>
                  </a:lnTo>
                  <a:lnTo>
                    <a:pt x="1219055" y="850493"/>
                  </a:lnTo>
                  <a:lnTo>
                    <a:pt x="1215339" y="842924"/>
                  </a:lnTo>
                  <a:lnTo>
                    <a:pt x="1215820" y="842175"/>
                  </a:lnTo>
                  <a:close/>
                </a:path>
                <a:path w="1925955" h="1003935">
                  <a:moveTo>
                    <a:pt x="1247290" y="830478"/>
                  </a:moveTo>
                  <a:lnTo>
                    <a:pt x="1223327" y="830478"/>
                  </a:lnTo>
                  <a:lnTo>
                    <a:pt x="1239989" y="842175"/>
                  </a:lnTo>
                  <a:lnTo>
                    <a:pt x="1215820" y="842175"/>
                  </a:lnTo>
                  <a:lnTo>
                    <a:pt x="1215339" y="842924"/>
                  </a:lnTo>
                  <a:lnTo>
                    <a:pt x="1219055" y="850493"/>
                  </a:lnTo>
                  <a:lnTo>
                    <a:pt x="1251826" y="850493"/>
                  </a:lnTo>
                  <a:lnTo>
                    <a:pt x="1247290" y="830478"/>
                  </a:lnTo>
                  <a:close/>
                </a:path>
                <a:path w="1925955" h="1003935">
                  <a:moveTo>
                    <a:pt x="1272933" y="820927"/>
                  </a:moveTo>
                  <a:lnTo>
                    <a:pt x="1261148" y="820927"/>
                  </a:lnTo>
                  <a:lnTo>
                    <a:pt x="1261148" y="873302"/>
                  </a:lnTo>
                  <a:lnTo>
                    <a:pt x="1273479" y="873302"/>
                  </a:lnTo>
                  <a:lnTo>
                    <a:pt x="1273479" y="841463"/>
                  </a:lnTo>
                  <a:lnTo>
                    <a:pt x="1287830" y="831456"/>
                  </a:lnTo>
                  <a:lnTo>
                    <a:pt x="1334167" y="831456"/>
                  </a:lnTo>
                  <a:lnTo>
                    <a:pt x="1332993" y="829830"/>
                  </a:lnTo>
                  <a:lnTo>
                    <a:pt x="1273555" y="829830"/>
                  </a:lnTo>
                  <a:lnTo>
                    <a:pt x="1272993" y="821778"/>
                  </a:lnTo>
                  <a:lnTo>
                    <a:pt x="1272933" y="820927"/>
                  </a:lnTo>
                  <a:close/>
                </a:path>
                <a:path w="1925955" h="1003935">
                  <a:moveTo>
                    <a:pt x="1317980" y="831456"/>
                  </a:moveTo>
                  <a:lnTo>
                    <a:pt x="1287830" y="831456"/>
                  </a:lnTo>
                  <a:lnTo>
                    <a:pt x="1291894" y="873302"/>
                  </a:lnTo>
                  <a:lnTo>
                    <a:pt x="1303997" y="873302"/>
                  </a:lnTo>
                  <a:lnTo>
                    <a:pt x="1303997" y="837679"/>
                  </a:lnTo>
                  <a:lnTo>
                    <a:pt x="1317980" y="831456"/>
                  </a:lnTo>
                  <a:close/>
                </a:path>
                <a:path w="1925955" h="1003935">
                  <a:moveTo>
                    <a:pt x="1334167" y="831456"/>
                  </a:moveTo>
                  <a:lnTo>
                    <a:pt x="1318100" y="831456"/>
                  </a:lnTo>
                  <a:lnTo>
                    <a:pt x="1322412" y="873302"/>
                  </a:lnTo>
                  <a:lnTo>
                    <a:pt x="1334782" y="873302"/>
                  </a:lnTo>
                  <a:lnTo>
                    <a:pt x="1334782" y="832307"/>
                  </a:lnTo>
                  <a:lnTo>
                    <a:pt x="1334167" y="831456"/>
                  </a:lnTo>
                  <a:close/>
                </a:path>
                <a:path w="1925955" h="1003935">
                  <a:moveTo>
                    <a:pt x="1284503" y="820254"/>
                  </a:moveTo>
                  <a:lnTo>
                    <a:pt x="1273555" y="829830"/>
                  </a:lnTo>
                  <a:lnTo>
                    <a:pt x="1302702" y="829830"/>
                  </a:lnTo>
                  <a:lnTo>
                    <a:pt x="1301153" y="826871"/>
                  </a:lnTo>
                  <a:lnTo>
                    <a:pt x="1284503" y="820254"/>
                  </a:lnTo>
                  <a:close/>
                </a:path>
                <a:path w="1925955" h="1003935">
                  <a:moveTo>
                    <a:pt x="1314627" y="820254"/>
                  </a:moveTo>
                  <a:lnTo>
                    <a:pt x="1302702" y="829830"/>
                  </a:lnTo>
                  <a:lnTo>
                    <a:pt x="1332993" y="829830"/>
                  </a:lnTo>
                  <a:lnTo>
                    <a:pt x="1327175" y="821778"/>
                  </a:lnTo>
                  <a:lnTo>
                    <a:pt x="1314627" y="820254"/>
                  </a:lnTo>
                  <a:close/>
                </a:path>
                <a:path w="1925955" h="1003935">
                  <a:moveTo>
                    <a:pt x="1359369" y="821397"/>
                  </a:moveTo>
                  <a:lnTo>
                    <a:pt x="1344955" y="837311"/>
                  </a:lnTo>
                  <a:lnTo>
                    <a:pt x="1349044" y="865733"/>
                  </a:lnTo>
                  <a:lnTo>
                    <a:pt x="1369364" y="874331"/>
                  </a:lnTo>
                  <a:lnTo>
                    <a:pt x="1373441" y="874331"/>
                  </a:lnTo>
                  <a:lnTo>
                    <a:pt x="1385387" y="864704"/>
                  </a:lnTo>
                  <a:lnTo>
                    <a:pt x="1366862" y="864704"/>
                  </a:lnTo>
                  <a:lnTo>
                    <a:pt x="1359885" y="850493"/>
                  </a:lnTo>
                  <a:lnTo>
                    <a:pt x="1349730" y="850493"/>
                  </a:lnTo>
                  <a:lnTo>
                    <a:pt x="1349730" y="842175"/>
                  </a:lnTo>
                  <a:lnTo>
                    <a:pt x="1356650" y="842175"/>
                  </a:lnTo>
                  <a:lnTo>
                    <a:pt x="1364157" y="830478"/>
                  </a:lnTo>
                  <a:lnTo>
                    <a:pt x="1388120" y="830478"/>
                  </a:lnTo>
                  <a:lnTo>
                    <a:pt x="1387728" y="828751"/>
                  </a:lnTo>
                  <a:lnTo>
                    <a:pt x="1359369" y="821397"/>
                  </a:lnTo>
                  <a:close/>
                </a:path>
                <a:path w="1925955" h="1003935">
                  <a:moveTo>
                    <a:pt x="1380616" y="857961"/>
                  </a:moveTo>
                  <a:lnTo>
                    <a:pt x="1366862" y="864704"/>
                  </a:lnTo>
                  <a:lnTo>
                    <a:pt x="1385387" y="864704"/>
                  </a:lnTo>
                  <a:lnTo>
                    <a:pt x="1392148" y="859256"/>
                  </a:lnTo>
                  <a:lnTo>
                    <a:pt x="1380616" y="857961"/>
                  </a:lnTo>
                  <a:close/>
                </a:path>
                <a:path w="1925955" h="1003935">
                  <a:moveTo>
                    <a:pt x="1356650" y="842175"/>
                  </a:moveTo>
                  <a:lnTo>
                    <a:pt x="1349730" y="842175"/>
                  </a:lnTo>
                  <a:lnTo>
                    <a:pt x="1349730" y="850493"/>
                  </a:lnTo>
                  <a:lnTo>
                    <a:pt x="1359885" y="850493"/>
                  </a:lnTo>
                  <a:lnTo>
                    <a:pt x="1356169" y="842924"/>
                  </a:lnTo>
                  <a:lnTo>
                    <a:pt x="1356650" y="842175"/>
                  </a:lnTo>
                  <a:close/>
                </a:path>
                <a:path w="1925955" h="1003935">
                  <a:moveTo>
                    <a:pt x="1388120" y="830478"/>
                  </a:moveTo>
                  <a:lnTo>
                    <a:pt x="1364157" y="830478"/>
                  </a:lnTo>
                  <a:lnTo>
                    <a:pt x="1380820" y="842175"/>
                  </a:lnTo>
                  <a:lnTo>
                    <a:pt x="1356650" y="842175"/>
                  </a:lnTo>
                  <a:lnTo>
                    <a:pt x="1356169" y="842924"/>
                  </a:lnTo>
                  <a:lnTo>
                    <a:pt x="1359885" y="850493"/>
                  </a:lnTo>
                  <a:lnTo>
                    <a:pt x="1392656" y="850493"/>
                  </a:lnTo>
                  <a:lnTo>
                    <a:pt x="1388120" y="830478"/>
                  </a:lnTo>
                  <a:close/>
                </a:path>
                <a:path w="1925955" h="1003935">
                  <a:moveTo>
                    <a:pt x="1413763" y="820927"/>
                  </a:moveTo>
                  <a:lnTo>
                    <a:pt x="1401965" y="820927"/>
                  </a:lnTo>
                  <a:lnTo>
                    <a:pt x="1401965" y="873302"/>
                  </a:lnTo>
                  <a:lnTo>
                    <a:pt x="1414310" y="873302"/>
                  </a:lnTo>
                  <a:lnTo>
                    <a:pt x="1414310" y="840092"/>
                  </a:lnTo>
                  <a:lnTo>
                    <a:pt x="1431061" y="831672"/>
                  </a:lnTo>
                  <a:lnTo>
                    <a:pt x="1445684" y="831672"/>
                  </a:lnTo>
                  <a:lnTo>
                    <a:pt x="1445186" y="829830"/>
                  </a:lnTo>
                  <a:lnTo>
                    <a:pt x="1414386" y="829830"/>
                  </a:lnTo>
                  <a:lnTo>
                    <a:pt x="1413763" y="820927"/>
                  </a:lnTo>
                  <a:close/>
                </a:path>
                <a:path w="1925955" h="1003935">
                  <a:moveTo>
                    <a:pt x="1445684" y="831672"/>
                  </a:moveTo>
                  <a:lnTo>
                    <a:pt x="1431061" y="831672"/>
                  </a:lnTo>
                  <a:lnTo>
                    <a:pt x="1435595" y="873302"/>
                  </a:lnTo>
                  <a:lnTo>
                    <a:pt x="1447927" y="873302"/>
                  </a:lnTo>
                  <a:lnTo>
                    <a:pt x="1447927" y="839952"/>
                  </a:lnTo>
                  <a:lnTo>
                    <a:pt x="1445684" y="831672"/>
                  </a:lnTo>
                  <a:close/>
                </a:path>
                <a:path w="1925955" h="1003935">
                  <a:moveTo>
                    <a:pt x="1426082" y="820254"/>
                  </a:moveTo>
                  <a:lnTo>
                    <a:pt x="1414386" y="829830"/>
                  </a:lnTo>
                  <a:lnTo>
                    <a:pt x="1445186" y="829830"/>
                  </a:lnTo>
                  <a:lnTo>
                    <a:pt x="1444243" y="826350"/>
                  </a:lnTo>
                  <a:lnTo>
                    <a:pt x="1426082" y="820254"/>
                  </a:lnTo>
                  <a:close/>
                </a:path>
                <a:path w="1925955" h="1003935">
                  <a:moveTo>
                    <a:pt x="1475168" y="808380"/>
                  </a:moveTo>
                  <a:lnTo>
                    <a:pt x="1462836" y="808380"/>
                  </a:lnTo>
                  <a:lnTo>
                    <a:pt x="1462811" y="862863"/>
                  </a:lnTo>
                  <a:lnTo>
                    <a:pt x="1479194" y="874013"/>
                  </a:lnTo>
                  <a:lnTo>
                    <a:pt x="1475168" y="808380"/>
                  </a:lnTo>
                  <a:close/>
                </a:path>
                <a:path w="1925955" h="1003935">
                  <a:moveTo>
                    <a:pt x="1462830" y="820927"/>
                  </a:moveTo>
                  <a:lnTo>
                    <a:pt x="1455394" y="820927"/>
                  </a:lnTo>
                  <a:lnTo>
                    <a:pt x="1455394" y="830478"/>
                  </a:lnTo>
                  <a:lnTo>
                    <a:pt x="1462826" y="830478"/>
                  </a:lnTo>
                  <a:lnTo>
                    <a:pt x="1462830" y="820927"/>
                  </a:lnTo>
                  <a:close/>
                </a:path>
                <a:path w="1925955" h="1003935">
                  <a:moveTo>
                    <a:pt x="1485506" y="820927"/>
                  </a:moveTo>
                  <a:lnTo>
                    <a:pt x="1475938" y="820927"/>
                  </a:lnTo>
                  <a:lnTo>
                    <a:pt x="1476523" y="830478"/>
                  </a:lnTo>
                  <a:lnTo>
                    <a:pt x="1485506" y="830478"/>
                  </a:lnTo>
                  <a:lnTo>
                    <a:pt x="1485506" y="820927"/>
                  </a:lnTo>
                  <a:close/>
                </a:path>
                <a:path w="1925955" h="1003935">
                  <a:moveTo>
                    <a:pt x="178460" y="935685"/>
                  </a:moveTo>
                  <a:lnTo>
                    <a:pt x="162953" y="951484"/>
                  </a:lnTo>
                  <a:lnTo>
                    <a:pt x="167271" y="979754"/>
                  </a:lnTo>
                  <a:lnTo>
                    <a:pt x="189014" y="988555"/>
                  </a:lnTo>
                  <a:lnTo>
                    <a:pt x="194690" y="988555"/>
                  </a:lnTo>
                  <a:lnTo>
                    <a:pt x="210756" y="979754"/>
                  </a:lnTo>
                  <a:lnTo>
                    <a:pt x="211926" y="974648"/>
                  </a:lnTo>
                  <a:lnTo>
                    <a:pt x="189141" y="974648"/>
                  </a:lnTo>
                  <a:lnTo>
                    <a:pt x="181419" y="956310"/>
                  </a:lnTo>
                  <a:lnTo>
                    <a:pt x="216214" y="956310"/>
                  </a:lnTo>
                  <a:lnTo>
                    <a:pt x="207644" y="940206"/>
                  </a:lnTo>
                  <a:lnTo>
                    <a:pt x="178460" y="935685"/>
                  </a:lnTo>
                  <a:close/>
                </a:path>
                <a:path w="1925955" h="1003935">
                  <a:moveTo>
                    <a:pt x="144094" y="933056"/>
                  </a:moveTo>
                  <a:lnTo>
                    <a:pt x="125412" y="933056"/>
                  </a:lnTo>
                  <a:lnTo>
                    <a:pt x="125412" y="987602"/>
                  </a:lnTo>
                  <a:lnTo>
                    <a:pt x="144094" y="987602"/>
                  </a:lnTo>
                  <a:lnTo>
                    <a:pt x="144094" y="933056"/>
                  </a:lnTo>
                  <a:close/>
                </a:path>
                <a:path w="1925955" h="1003935">
                  <a:moveTo>
                    <a:pt x="216127" y="956310"/>
                  </a:moveTo>
                  <a:lnTo>
                    <a:pt x="181419" y="956310"/>
                  </a:lnTo>
                  <a:lnTo>
                    <a:pt x="189141" y="974648"/>
                  </a:lnTo>
                  <a:lnTo>
                    <a:pt x="211926" y="974648"/>
                  </a:lnTo>
                  <a:lnTo>
                    <a:pt x="216127" y="956310"/>
                  </a:lnTo>
                  <a:close/>
                </a:path>
                <a:path w="1925955" h="1003935">
                  <a:moveTo>
                    <a:pt x="165087" y="917778"/>
                  </a:moveTo>
                  <a:lnTo>
                    <a:pt x="104406" y="917778"/>
                  </a:lnTo>
                  <a:lnTo>
                    <a:pt x="104406" y="933056"/>
                  </a:lnTo>
                  <a:lnTo>
                    <a:pt x="165087" y="933056"/>
                  </a:lnTo>
                  <a:lnTo>
                    <a:pt x="165087" y="917778"/>
                  </a:lnTo>
                  <a:close/>
                </a:path>
                <a:path w="1925955" h="1003935">
                  <a:moveTo>
                    <a:pt x="244894" y="922680"/>
                  </a:moveTo>
                  <a:lnTo>
                    <a:pt x="226072" y="922680"/>
                  </a:lnTo>
                  <a:lnTo>
                    <a:pt x="226745" y="979233"/>
                  </a:lnTo>
                  <a:lnTo>
                    <a:pt x="247853" y="988237"/>
                  </a:lnTo>
                  <a:lnTo>
                    <a:pt x="244894" y="922680"/>
                  </a:lnTo>
                  <a:close/>
                </a:path>
                <a:path w="1925955" h="1003935">
                  <a:moveTo>
                    <a:pt x="226222" y="935228"/>
                  </a:moveTo>
                  <a:lnTo>
                    <a:pt x="219392" y="935228"/>
                  </a:lnTo>
                  <a:lnTo>
                    <a:pt x="219392" y="948867"/>
                  </a:lnTo>
                  <a:lnTo>
                    <a:pt x="226384" y="948867"/>
                  </a:lnTo>
                  <a:lnTo>
                    <a:pt x="226222" y="935228"/>
                  </a:lnTo>
                  <a:close/>
                </a:path>
                <a:path w="1925955" h="1003935">
                  <a:moveTo>
                    <a:pt x="253898" y="935228"/>
                  </a:moveTo>
                  <a:lnTo>
                    <a:pt x="245460" y="935228"/>
                  </a:lnTo>
                  <a:lnTo>
                    <a:pt x="246076" y="948867"/>
                  </a:lnTo>
                  <a:lnTo>
                    <a:pt x="253898" y="948867"/>
                  </a:lnTo>
                  <a:lnTo>
                    <a:pt x="253898" y="935228"/>
                  </a:lnTo>
                  <a:close/>
                </a:path>
                <a:path w="1925955" h="1003935">
                  <a:moveTo>
                    <a:pt x="274497" y="935367"/>
                  </a:moveTo>
                  <a:lnTo>
                    <a:pt x="260045" y="952284"/>
                  </a:lnTo>
                  <a:lnTo>
                    <a:pt x="277355" y="952284"/>
                  </a:lnTo>
                  <a:lnTo>
                    <a:pt x="274523" y="956716"/>
                  </a:lnTo>
                  <a:lnTo>
                    <a:pt x="258724" y="979487"/>
                  </a:lnTo>
                  <a:lnTo>
                    <a:pt x="275043" y="988415"/>
                  </a:lnTo>
                  <a:lnTo>
                    <a:pt x="290588" y="987602"/>
                  </a:lnTo>
                  <a:lnTo>
                    <a:pt x="308178" y="987602"/>
                  </a:lnTo>
                  <a:lnTo>
                    <a:pt x="308178" y="976553"/>
                  </a:lnTo>
                  <a:lnTo>
                    <a:pt x="281177" y="976553"/>
                  </a:lnTo>
                  <a:lnTo>
                    <a:pt x="289496" y="969060"/>
                  </a:lnTo>
                  <a:lnTo>
                    <a:pt x="308178" y="969060"/>
                  </a:lnTo>
                  <a:lnTo>
                    <a:pt x="308178" y="949299"/>
                  </a:lnTo>
                  <a:lnTo>
                    <a:pt x="274497" y="935367"/>
                  </a:lnTo>
                  <a:close/>
                </a:path>
                <a:path w="1925955" h="1003935">
                  <a:moveTo>
                    <a:pt x="308178" y="969060"/>
                  </a:moveTo>
                  <a:lnTo>
                    <a:pt x="289496" y="969060"/>
                  </a:lnTo>
                  <a:lnTo>
                    <a:pt x="281177" y="976553"/>
                  </a:lnTo>
                  <a:lnTo>
                    <a:pt x="308178" y="976553"/>
                  </a:lnTo>
                  <a:lnTo>
                    <a:pt x="308178" y="969060"/>
                  </a:lnTo>
                  <a:close/>
                </a:path>
                <a:path w="1925955" h="1003935">
                  <a:moveTo>
                    <a:pt x="334873" y="917778"/>
                  </a:moveTo>
                  <a:lnTo>
                    <a:pt x="316052" y="917778"/>
                  </a:lnTo>
                  <a:lnTo>
                    <a:pt x="316052" y="987602"/>
                  </a:lnTo>
                  <a:lnTo>
                    <a:pt x="334873" y="987602"/>
                  </a:lnTo>
                  <a:lnTo>
                    <a:pt x="334873" y="917778"/>
                  </a:lnTo>
                  <a:close/>
                </a:path>
                <a:path w="1925955" h="1003935">
                  <a:moveTo>
                    <a:pt x="397471" y="909866"/>
                  </a:moveTo>
                  <a:lnTo>
                    <a:pt x="379069" y="909866"/>
                  </a:lnTo>
                  <a:lnTo>
                    <a:pt x="370446" y="922489"/>
                  </a:lnTo>
                  <a:lnTo>
                    <a:pt x="364743" y="952690"/>
                  </a:lnTo>
                  <a:lnTo>
                    <a:pt x="365886" y="968794"/>
                  </a:lnTo>
                  <a:lnTo>
                    <a:pt x="379069" y="995514"/>
                  </a:lnTo>
                  <a:lnTo>
                    <a:pt x="397471" y="995514"/>
                  </a:lnTo>
                  <a:lnTo>
                    <a:pt x="384949" y="963460"/>
                  </a:lnTo>
                  <a:lnTo>
                    <a:pt x="397471" y="909866"/>
                  </a:lnTo>
                  <a:close/>
                </a:path>
                <a:path w="1925955" h="1003935">
                  <a:moveTo>
                    <a:pt x="402221" y="917778"/>
                  </a:moveTo>
                  <a:lnTo>
                    <a:pt x="402221" y="987602"/>
                  </a:lnTo>
                  <a:lnTo>
                    <a:pt x="435089" y="987602"/>
                  </a:lnTo>
                  <a:lnTo>
                    <a:pt x="451840" y="983335"/>
                  </a:lnTo>
                  <a:lnTo>
                    <a:pt x="456347" y="972464"/>
                  </a:lnTo>
                  <a:lnTo>
                    <a:pt x="421182" y="972464"/>
                  </a:lnTo>
                  <a:lnTo>
                    <a:pt x="421182" y="957732"/>
                  </a:lnTo>
                  <a:lnTo>
                    <a:pt x="451368" y="957732"/>
                  </a:lnTo>
                  <a:lnTo>
                    <a:pt x="443407" y="951191"/>
                  </a:lnTo>
                  <a:lnTo>
                    <a:pt x="452526" y="946137"/>
                  </a:lnTo>
                  <a:lnTo>
                    <a:pt x="452524" y="946010"/>
                  </a:lnTo>
                  <a:lnTo>
                    <a:pt x="421182" y="946010"/>
                  </a:lnTo>
                  <a:lnTo>
                    <a:pt x="421182" y="932637"/>
                  </a:lnTo>
                  <a:lnTo>
                    <a:pt x="452375" y="932637"/>
                  </a:lnTo>
                  <a:lnTo>
                    <a:pt x="452272" y="923378"/>
                  </a:lnTo>
                  <a:lnTo>
                    <a:pt x="402221" y="917778"/>
                  </a:lnTo>
                  <a:close/>
                </a:path>
                <a:path w="1925955" h="1003935">
                  <a:moveTo>
                    <a:pt x="451368" y="957732"/>
                  </a:moveTo>
                  <a:lnTo>
                    <a:pt x="430314" y="957732"/>
                  </a:lnTo>
                  <a:lnTo>
                    <a:pt x="439597" y="967714"/>
                  </a:lnTo>
                  <a:lnTo>
                    <a:pt x="421182" y="972464"/>
                  </a:lnTo>
                  <a:lnTo>
                    <a:pt x="456347" y="972464"/>
                  </a:lnTo>
                  <a:lnTo>
                    <a:pt x="459638" y="964526"/>
                  </a:lnTo>
                  <a:lnTo>
                    <a:pt x="451368" y="957732"/>
                  </a:lnTo>
                  <a:close/>
                </a:path>
                <a:path w="1925955" h="1003935">
                  <a:moveTo>
                    <a:pt x="452375" y="932637"/>
                  </a:moveTo>
                  <a:lnTo>
                    <a:pt x="429234" y="932637"/>
                  </a:lnTo>
                  <a:lnTo>
                    <a:pt x="437413" y="939330"/>
                  </a:lnTo>
                  <a:lnTo>
                    <a:pt x="421182" y="946010"/>
                  </a:lnTo>
                  <a:lnTo>
                    <a:pt x="452524" y="946010"/>
                  </a:lnTo>
                  <a:lnTo>
                    <a:pt x="452450" y="939330"/>
                  </a:lnTo>
                  <a:lnTo>
                    <a:pt x="452375" y="932637"/>
                  </a:lnTo>
                  <a:close/>
                </a:path>
                <a:path w="1925955" h="1003935">
                  <a:moveTo>
                    <a:pt x="484327" y="935228"/>
                  </a:moveTo>
                  <a:lnTo>
                    <a:pt x="465505" y="935228"/>
                  </a:lnTo>
                  <a:lnTo>
                    <a:pt x="465505" y="968641"/>
                  </a:lnTo>
                  <a:lnTo>
                    <a:pt x="469315" y="981760"/>
                  </a:lnTo>
                  <a:lnTo>
                    <a:pt x="487692" y="988288"/>
                  </a:lnTo>
                  <a:lnTo>
                    <a:pt x="499871" y="977646"/>
                  </a:lnTo>
                  <a:lnTo>
                    <a:pt x="518286" y="977646"/>
                  </a:lnTo>
                  <a:lnTo>
                    <a:pt x="518286" y="973010"/>
                  </a:lnTo>
                  <a:lnTo>
                    <a:pt x="489457" y="973010"/>
                  </a:lnTo>
                  <a:lnTo>
                    <a:pt x="484327" y="935228"/>
                  </a:lnTo>
                  <a:close/>
                </a:path>
                <a:path w="1925955" h="1003935">
                  <a:moveTo>
                    <a:pt x="518286" y="977646"/>
                  </a:moveTo>
                  <a:lnTo>
                    <a:pt x="499871" y="977646"/>
                  </a:lnTo>
                  <a:lnTo>
                    <a:pt x="500418" y="987602"/>
                  </a:lnTo>
                  <a:lnTo>
                    <a:pt x="518286" y="987602"/>
                  </a:lnTo>
                  <a:lnTo>
                    <a:pt x="518286" y="977646"/>
                  </a:lnTo>
                  <a:close/>
                </a:path>
                <a:path w="1925955" h="1003935">
                  <a:moveTo>
                    <a:pt x="518286" y="935228"/>
                  </a:moveTo>
                  <a:lnTo>
                    <a:pt x="499465" y="935228"/>
                  </a:lnTo>
                  <a:lnTo>
                    <a:pt x="499465" y="964692"/>
                  </a:lnTo>
                  <a:lnTo>
                    <a:pt x="489457" y="973010"/>
                  </a:lnTo>
                  <a:lnTo>
                    <a:pt x="518286" y="973010"/>
                  </a:lnTo>
                  <a:lnTo>
                    <a:pt x="518286" y="935228"/>
                  </a:lnTo>
                  <a:close/>
                </a:path>
                <a:path w="1925955" h="1003935">
                  <a:moveTo>
                    <a:pt x="545553" y="935228"/>
                  </a:moveTo>
                  <a:lnTo>
                    <a:pt x="526732" y="935228"/>
                  </a:lnTo>
                  <a:lnTo>
                    <a:pt x="526732" y="987602"/>
                  </a:lnTo>
                  <a:lnTo>
                    <a:pt x="545553" y="987602"/>
                  </a:lnTo>
                  <a:lnTo>
                    <a:pt x="545553" y="935228"/>
                  </a:lnTo>
                  <a:close/>
                </a:path>
                <a:path w="1925955" h="1003935">
                  <a:moveTo>
                    <a:pt x="531418" y="913434"/>
                  </a:moveTo>
                  <a:lnTo>
                    <a:pt x="536143" y="929779"/>
                  </a:lnTo>
                  <a:lnTo>
                    <a:pt x="538708" y="929779"/>
                  </a:lnTo>
                  <a:lnTo>
                    <a:pt x="545414" y="918819"/>
                  </a:lnTo>
                  <a:lnTo>
                    <a:pt x="531418" y="913434"/>
                  </a:lnTo>
                  <a:close/>
                </a:path>
                <a:path w="1925955" h="1003935">
                  <a:moveTo>
                    <a:pt x="572833" y="917778"/>
                  </a:moveTo>
                  <a:lnTo>
                    <a:pt x="554012" y="917778"/>
                  </a:lnTo>
                  <a:lnTo>
                    <a:pt x="554012" y="987602"/>
                  </a:lnTo>
                  <a:lnTo>
                    <a:pt x="572833" y="987602"/>
                  </a:lnTo>
                  <a:lnTo>
                    <a:pt x="572833" y="917778"/>
                  </a:lnTo>
                  <a:close/>
                </a:path>
                <a:path w="1925955" h="1003935">
                  <a:moveTo>
                    <a:pt x="596671" y="934554"/>
                  </a:moveTo>
                  <a:lnTo>
                    <a:pt x="580643" y="949960"/>
                  </a:lnTo>
                  <a:lnTo>
                    <a:pt x="584352" y="980427"/>
                  </a:lnTo>
                  <a:lnTo>
                    <a:pt x="600252" y="988288"/>
                  </a:lnTo>
                  <a:lnTo>
                    <a:pt x="615264" y="987602"/>
                  </a:lnTo>
                  <a:lnTo>
                    <a:pt x="633945" y="987602"/>
                  </a:lnTo>
                  <a:lnTo>
                    <a:pt x="633945" y="973823"/>
                  </a:lnTo>
                  <a:lnTo>
                    <a:pt x="607212" y="973823"/>
                  </a:lnTo>
                  <a:lnTo>
                    <a:pt x="599033" y="958824"/>
                  </a:lnTo>
                  <a:lnTo>
                    <a:pt x="633945" y="958824"/>
                  </a:lnTo>
                  <a:lnTo>
                    <a:pt x="633945" y="944372"/>
                  </a:lnTo>
                  <a:lnTo>
                    <a:pt x="615124" y="944372"/>
                  </a:lnTo>
                  <a:lnTo>
                    <a:pt x="596671" y="934554"/>
                  </a:lnTo>
                  <a:close/>
                </a:path>
                <a:path w="1925955" h="1003935">
                  <a:moveTo>
                    <a:pt x="633945" y="958824"/>
                  </a:moveTo>
                  <a:lnTo>
                    <a:pt x="599033" y="958824"/>
                  </a:lnTo>
                  <a:lnTo>
                    <a:pt x="607212" y="973823"/>
                  </a:lnTo>
                  <a:lnTo>
                    <a:pt x="633945" y="973823"/>
                  </a:lnTo>
                  <a:lnTo>
                    <a:pt x="633945" y="958824"/>
                  </a:lnTo>
                  <a:close/>
                </a:path>
                <a:path w="1925955" h="1003935">
                  <a:moveTo>
                    <a:pt x="633945" y="917778"/>
                  </a:moveTo>
                  <a:lnTo>
                    <a:pt x="615124" y="917778"/>
                  </a:lnTo>
                  <a:lnTo>
                    <a:pt x="615124" y="944372"/>
                  </a:lnTo>
                  <a:lnTo>
                    <a:pt x="633945" y="944372"/>
                  </a:lnTo>
                  <a:lnTo>
                    <a:pt x="633945" y="917778"/>
                  </a:lnTo>
                  <a:close/>
                </a:path>
                <a:path w="1925955" h="1003935">
                  <a:moveTo>
                    <a:pt x="687285" y="948372"/>
                  </a:moveTo>
                  <a:lnTo>
                    <a:pt x="670420" y="951598"/>
                  </a:lnTo>
                  <a:lnTo>
                    <a:pt x="659396" y="975931"/>
                  </a:lnTo>
                  <a:lnTo>
                    <a:pt x="682561" y="988695"/>
                  </a:lnTo>
                  <a:lnTo>
                    <a:pt x="699710" y="982334"/>
                  </a:lnTo>
                  <a:lnTo>
                    <a:pt x="692937" y="973963"/>
                  </a:lnTo>
                  <a:lnTo>
                    <a:pt x="683933" y="973963"/>
                  </a:lnTo>
                  <a:lnTo>
                    <a:pt x="687280" y="966971"/>
                  </a:lnTo>
                  <a:lnTo>
                    <a:pt x="674286" y="950912"/>
                  </a:lnTo>
                  <a:lnTo>
                    <a:pt x="689584" y="950912"/>
                  </a:lnTo>
                  <a:lnTo>
                    <a:pt x="687285" y="948372"/>
                  </a:lnTo>
                  <a:close/>
                </a:path>
                <a:path w="1925955" h="1003935">
                  <a:moveTo>
                    <a:pt x="710593" y="974122"/>
                  </a:moveTo>
                  <a:lnTo>
                    <a:pt x="708926" y="978916"/>
                  </a:lnTo>
                  <a:lnTo>
                    <a:pt x="699710" y="982334"/>
                  </a:lnTo>
                  <a:lnTo>
                    <a:pt x="703973" y="987602"/>
                  </a:lnTo>
                  <a:lnTo>
                    <a:pt x="722795" y="987602"/>
                  </a:lnTo>
                  <a:lnTo>
                    <a:pt x="710593" y="974122"/>
                  </a:lnTo>
                  <a:close/>
                </a:path>
                <a:path w="1925955" h="1003935">
                  <a:moveTo>
                    <a:pt x="697949" y="960153"/>
                  </a:moveTo>
                  <a:lnTo>
                    <a:pt x="688943" y="969026"/>
                  </a:lnTo>
                  <a:lnTo>
                    <a:pt x="699710" y="982334"/>
                  </a:lnTo>
                  <a:lnTo>
                    <a:pt x="708926" y="978916"/>
                  </a:lnTo>
                  <a:lnTo>
                    <a:pt x="710593" y="974122"/>
                  </a:lnTo>
                  <a:lnTo>
                    <a:pt x="697949" y="960153"/>
                  </a:lnTo>
                  <a:close/>
                </a:path>
                <a:path w="1925955" h="1003935">
                  <a:moveTo>
                    <a:pt x="718565" y="951191"/>
                  </a:moveTo>
                  <a:lnTo>
                    <a:pt x="703706" y="951191"/>
                  </a:lnTo>
                  <a:lnTo>
                    <a:pt x="703706" y="954481"/>
                  </a:lnTo>
                  <a:lnTo>
                    <a:pt x="697949" y="960153"/>
                  </a:lnTo>
                  <a:lnTo>
                    <a:pt x="710593" y="974122"/>
                  </a:lnTo>
                  <a:lnTo>
                    <a:pt x="718565" y="951191"/>
                  </a:lnTo>
                  <a:close/>
                </a:path>
                <a:path w="1925955" h="1003935">
                  <a:moveTo>
                    <a:pt x="688943" y="969026"/>
                  </a:moveTo>
                  <a:lnTo>
                    <a:pt x="683933" y="973963"/>
                  </a:lnTo>
                  <a:lnTo>
                    <a:pt x="692937" y="973963"/>
                  </a:lnTo>
                  <a:lnTo>
                    <a:pt x="688943" y="969026"/>
                  </a:lnTo>
                  <a:close/>
                </a:path>
                <a:path w="1925955" h="1003935">
                  <a:moveTo>
                    <a:pt x="693106" y="954803"/>
                  </a:moveTo>
                  <a:lnTo>
                    <a:pt x="687280" y="966971"/>
                  </a:lnTo>
                  <a:lnTo>
                    <a:pt x="688943" y="969026"/>
                  </a:lnTo>
                  <a:lnTo>
                    <a:pt x="697949" y="960153"/>
                  </a:lnTo>
                  <a:lnTo>
                    <a:pt x="693106" y="954803"/>
                  </a:lnTo>
                  <a:close/>
                </a:path>
                <a:path w="1925955" h="1003935">
                  <a:moveTo>
                    <a:pt x="698220" y="920724"/>
                  </a:moveTo>
                  <a:lnTo>
                    <a:pt x="671487" y="921054"/>
                  </a:lnTo>
                  <a:lnTo>
                    <a:pt x="664832" y="939228"/>
                  </a:lnTo>
                  <a:lnTo>
                    <a:pt x="687280" y="966971"/>
                  </a:lnTo>
                  <a:lnTo>
                    <a:pt x="693106" y="954803"/>
                  </a:lnTo>
                  <a:lnTo>
                    <a:pt x="689584" y="950912"/>
                  </a:lnTo>
                  <a:lnTo>
                    <a:pt x="674005" y="950912"/>
                  </a:lnTo>
                  <a:lnTo>
                    <a:pt x="687285" y="948372"/>
                  </a:lnTo>
                  <a:lnTo>
                    <a:pt x="697076" y="948372"/>
                  </a:lnTo>
                  <a:lnTo>
                    <a:pt x="703440" y="940701"/>
                  </a:lnTo>
                  <a:lnTo>
                    <a:pt x="698306" y="921054"/>
                  </a:lnTo>
                  <a:lnTo>
                    <a:pt x="698220" y="920724"/>
                  </a:lnTo>
                  <a:close/>
                </a:path>
                <a:path w="1925955" h="1003935">
                  <a:moveTo>
                    <a:pt x="697076" y="948372"/>
                  </a:moveTo>
                  <a:lnTo>
                    <a:pt x="687285" y="948372"/>
                  </a:lnTo>
                  <a:lnTo>
                    <a:pt x="693106" y="954803"/>
                  </a:lnTo>
                  <a:lnTo>
                    <a:pt x="694969" y="950912"/>
                  </a:lnTo>
                  <a:lnTo>
                    <a:pt x="697076" y="948372"/>
                  </a:lnTo>
                  <a:close/>
                </a:path>
                <a:path w="1925955" h="1003935">
                  <a:moveTo>
                    <a:pt x="762571" y="917778"/>
                  </a:moveTo>
                  <a:lnTo>
                    <a:pt x="743610" y="917778"/>
                  </a:lnTo>
                  <a:lnTo>
                    <a:pt x="743610" y="987602"/>
                  </a:lnTo>
                  <a:lnTo>
                    <a:pt x="790803" y="987602"/>
                  </a:lnTo>
                  <a:lnTo>
                    <a:pt x="790803" y="972324"/>
                  </a:lnTo>
                  <a:lnTo>
                    <a:pt x="762571" y="972324"/>
                  </a:lnTo>
                  <a:lnTo>
                    <a:pt x="762571" y="917778"/>
                  </a:lnTo>
                  <a:close/>
                </a:path>
                <a:path w="1925955" h="1003935">
                  <a:moveTo>
                    <a:pt x="811656" y="935367"/>
                  </a:moveTo>
                  <a:lnTo>
                    <a:pt x="797204" y="952284"/>
                  </a:lnTo>
                  <a:lnTo>
                    <a:pt x="814514" y="952284"/>
                  </a:lnTo>
                  <a:lnTo>
                    <a:pt x="811682" y="956716"/>
                  </a:lnTo>
                  <a:lnTo>
                    <a:pt x="795883" y="979487"/>
                  </a:lnTo>
                  <a:lnTo>
                    <a:pt x="812203" y="988415"/>
                  </a:lnTo>
                  <a:lnTo>
                    <a:pt x="827747" y="987602"/>
                  </a:lnTo>
                  <a:lnTo>
                    <a:pt x="845337" y="987602"/>
                  </a:lnTo>
                  <a:lnTo>
                    <a:pt x="845337" y="976553"/>
                  </a:lnTo>
                  <a:lnTo>
                    <a:pt x="818337" y="976553"/>
                  </a:lnTo>
                  <a:lnTo>
                    <a:pt x="826655" y="969060"/>
                  </a:lnTo>
                  <a:lnTo>
                    <a:pt x="845337" y="969060"/>
                  </a:lnTo>
                  <a:lnTo>
                    <a:pt x="845337" y="949299"/>
                  </a:lnTo>
                  <a:lnTo>
                    <a:pt x="811656" y="935367"/>
                  </a:lnTo>
                  <a:close/>
                </a:path>
                <a:path w="1925955" h="1003935">
                  <a:moveTo>
                    <a:pt x="845337" y="969060"/>
                  </a:moveTo>
                  <a:lnTo>
                    <a:pt x="826655" y="969060"/>
                  </a:lnTo>
                  <a:lnTo>
                    <a:pt x="818337" y="976553"/>
                  </a:lnTo>
                  <a:lnTo>
                    <a:pt x="845337" y="976553"/>
                  </a:lnTo>
                  <a:lnTo>
                    <a:pt x="845337" y="969060"/>
                  </a:lnTo>
                  <a:close/>
                </a:path>
                <a:path w="1925955" h="1003935">
                  <a:moveTo>
                    <a:pt x="872032" y="935228"/>
                  </a:moveTo>
                  <a:lnTo>
                    <a:pt x="853211" y="935228"/>
                  </a:lnTo>
                  <a:lnTo>
                    <a:pt x="853211" y="968641"/>
                  </a:lnTo>
                  <a:lnTo>
                    <a:pt x="857021" y="981760"/>
                  </a:lnTo>
                  <a:lnTo>
                    <a:pt x="875398" y="988288"/>
                  </a:lnTo>
                  <a:lnTo>
                    <a:pt x="887577" y="977646"/>
                  </a:lnTo>
                  <a:lnTo>
                    <a:pt x="905992" y="977646"/>
                  </a:lnTo>
                  <a:lnTo>
                    <a:pt x="905992" y="973010"/>
                  </a:lnTo>
                  <a:lnTo>
                    <a:pt x="877163" y="973010"/>
                  </a:lnTo>
                  <a:lnTo>
                    <a:pt x="872032" y="935228"/>
                  </a:lnTo>
                  <a:close/>
                </a:path>
                <a:path w="1925955" h="1003935">
                  <a:moveTo>
                    <a:pt x="905992" y="977646"/>
                  </a:moveTo>
                  <a:lnTo>
                    <a:pt x="887577" y="977646"/>
                  </a:lnTo>
                  <a:lnTo>
                    <a:pt x="888123" y="987602"/>
                  </a:lnTo>
                  <a:lnTo>
                    <a:pt x="905992" y="987602"/>
                  </a:lnTo>
                  <a:lnTo>
                    <a:pt x="905992" y="977646"/>
                  </a:lnTo>
                  <a:close/>
                </a:path>
                <a:path w="1925955" h="1003935">
                  <a:moveTo>
                    <a:pt x="905992" y="935228"/>
                  </a:moveTo>
                  <a:lnTo>
                    <a:pt x="887171" y="935228"/>
                  </a:lnTo>
                  <a:lnTo>
                    <a:pt x="887171" y="964692"/>
                  </a:lnTo>
                  <a:lnTo>
                    <a:pt x="877163" y="973010"/>
                  </a:lnTo>
                  <a:lnTo>
                    <a:pt x="905992" y="973010"/>
                  </a:lnTo>
                  <a:lnTo>
                    <a:pt x="905992" y="935228"/>
                  </a:lnTo>
                  <a:close/>
                </a:path>
                <a:path w="1925955" h="1003935">
                  <a:moveTo>
                    <a:pt x="932306" y="935228"/>
                  </a:moveTo>
                  <a:lnTo>
                    <a:pt x="914438" y="935228"/>
                  </a:lnTo>
                  <a:lnTo>
                    <a:pt x="914438" y="987602"/>
                  </a:lnTo>
                  <a:lnTo>
                    <a:pt x="933259" y="987602"/>
                  </a:lnTo>
                  <a:lnTo>
                    <a:pt x="933259" y="958138"/>
                  </a:lnTo>
                  <a:lnTo>
                    <a:pt x="943254" y="949820"/>
                  </a:lnTo>
                  <a:lnTo>
                    <a:pt x="965963" y="949820"/>
                  </a:lnTo>
                  <a:lnTo>
                    <a:pt x="964631" y="945184"/>
                  </a:lnTo>
                  <a:lnTo>
                    <a:pt x="932853" y="945184"/>
                  </a:lnTo>
                  <a:lnTo>
                    <a:pt x="932306" y="935228"/>
                  </a:lnTo>
                  <a:close/>
                </a:path>
                <a:path w="1925955" h="1003935">
                  <a:moveTo>
                    <a:pt x="965963" y="949820"/>
                  </a:moveTo>
                  <a:lnTo>
                    <a:pt x="943254" y="949820"/>
                  </a:lnTo>
                  <a:lnTo>
                    <a:pt x="948397" y="987602"/>
                  </a:lnTo>
                  <a:lnTo>
                    <a:pt x="967219" y="987602"/>
                  </a:lnTo>
                  <a:lnTo>
                    <a:pt x="967219" y="954189"/>
                  </a:lnTo>
                  <a:lnTo>
                    <a:pt x="965963" y="949820"/>
                  </a:lnTo>
                  <a:close/>
                </a:path>
                <a:path w="1925955" h="1003935">
                  <a:moveTo>
                    <a:pt x="945095" y="934554"/>
                  </a:moveTo>
                  <a:lnTo>
                    <a:pt x="932853" y="945184"/>
                  </a:lnTo>
                  <a:lnTo>
                    <a:pt x="964631" y="945184"/>
                  </a:lnTo>
                  <a:lnTo>
                    <a:pt x="963460" y="941108"/>
                  </a:lnTo>
                  <a:lnTo>
                    <a:pt x="945095" y="934554"/>
                  </a:lnTo>
                  <a:close/>
                </a:path>
                <a:path w="1925955" h="1003935">
                  <a:moveTo>
                    <a:pt x="990066" y="935685"/>
                  </a:moveTo>
                  <a:lnTo>
                    <a:pt x="974547" y="951484"/>
                  </a:lnTo>
                  <a:lnTo>
                    <a:pt x="978865" y="979754"/>
                  </a:lnTo>
                  <a:lnTo>
                    <a:pt x="1000607" y="988555"/>
                  </a:lnTo>
                  <a:lnTo>
                    <a:pt x="1017727" y="983894"/>
                  </a:lnTo>
                  <a:lnTo>
                    <a:pt x="1025842" y="965784"/>
                  </a:lnTo>
                  <a:lnTo>
                    <a:pt x="1008379" y="965784"/>
                  </a:lnTo>
                  <a:lnTo>
                    <a:pt x="994409" y="952385"/>
                  </a:lnTo>
                  <a:lnTo>
                    <a:pt x="1023716" y="952385"/>
                  </a:lnTo>
                  <a:lnTo>
                    <a:pt x="1017714" y="939190"/>
                  </a:lnTo>
                  <a:lnTo>
                    <a:pt x="990066" y="935685"/>
                  </a:lnTo>
                  <a:close/>
                </a:path>
                <a:path w="1925955" h="1003935">
                  <a:moveTo>
                    <a:pt x="1023716" y="952385"/>
                  </a:moveTo>
                  <a:lnTo>
                    <a:pt x="994409" y="952385"/>
                  </a:lnTo>
                  <a:lnTo>
                    <a:pt x="1008379" y="957059"/>
                  </a:lnTo>
                  <a:lnTo>
                    <a:pt x="1025842" y="957059"/>
                  </a:lnTo>
                  <a:lnTo>
                    <a:pt x="1023716" y="952385"/>
                  </a:lnTo>
                  <a:close/>
                </a:path>
                <a:path w="1925955" h="1003935">
                  <a:moveTo>
                    <a:pt x="1050620" y="917778"/>
                  </a:moveTo>
                  <a:lnTo>
                    <a:pt x="1032484" y="917778"/>
                  </a:lnTo>
                  <a:lnTo>
                    <a:pt x="1032484" y="987602"/>
                  </a:lnTo>
                  <a:lnTo>
                    <a:pt x="1051305" y="987602"/>
                  </a:lnTo>
                  <a:lnTo>
                    <a:pt x="1051305" y="958138"/>
                  </a:lnTo>
                  <a:lnTo>
                    <a:pt x="1061351" y="949820"/>
                  </a:lnTo>
                  <a:lnTo>
                    <a:pt x="1084013" y="949820"/>
                  </a:lnTo>
                  <a:lnTo>
                    <a:pt x="1082685" y="945184"/>
                  </a:lnTo>
                  <a:lnTo>
                    <a:pt x="1051166" y="945184"/>
                  </a:lnTo>
                  <a:lnTo>
                    <a:pt x="1050620" y="917778"/>
                  </a:lnTo>
                  <a:close/>
                </a:path>
                <a:path w="1925955" h="1003935">
                  <a:moveTo>
                    <a:pt x="1084013" y="949820"/>
                  </a:moveTo>
                  <a:lnTo>
                    <a:pt x="1061351" y="949820"/>
                  </a:lnTo>
                  <a:lnTo>
                    <a:pt x="1066444" y="987602"/>
                  </a:lnTo>
                  <a:lnTo>
                    <a:pt x="1085265" y="987602"/>
                  </a:lnTo>
                  <a:lnTo>
                    <a:pt x="1085265" y="954189"/>
                  </a:lnTo>
                  <a:lnTo>
                    <a:pt x="1084013" y="949820"/>
                  </a:lnTo>
                  <a:close/>
                </a:path>
                <a:path w="1925955" h="1003935">
                  <a:moveTo>
                    <a:pt x="1063116" y="934554"/>
                  </a:moveTo>
                  <a:lnTo>
                    <a:pt x="1051166" y="945184"/>
                  </a:lnTo>
                  <a:lnTo>
                    <a:pt x="1082685" y="945184"/>
                  </a:lnTo>
                  <a:lnTo>
                    <a:pt x="1081506" y="941070"/>
                  </a:lnTo>
                  <a:lnTo>
                    <a:pt x="1063116" y="934554"/>
                  </a:lnTo>
                  <a:close/>
                </a:path>
                <a:path w="1925955" h="1003935">
                  <a:moveTo>
                    <a:pt x="1108430" y="917778"/>
                  </a:moveTo>
                  <a:lnTo>
                    <a:pt x="1090015" y="917778"/>
                  </a:lnTo>
                  <a:lnTo>
                    <a:pt x="1102537" y="949833"/>
                  </a:lnTo>
                  <a:lnTo>
                    <a:pt x="1090015" y="1003426"/>
                  </a:lnTo>
                  <a:lnTo>
                    <a:pt x="1108430" y="1003426"/>
                  </a:lnTo>
                  <a:lnTo>
                    <a:pt x="1113408" y="997356"/>
                  </a:lnTo>
                  <a:lnTo>
                    <a:pt x="1122743" y="960602"/>
                  </a:lnTo>
                  <a:lnTo>
                    <a:pt x="1122743" y="952207"/>
                  </a:lnTo>
                  <a:lnTo>
                    <a:pt x="1108430" y="9177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3262000" y="3624922"/>
              <a:ext cx="600176" cy="973569"/>
            </a:xfrm>
            <a:prstGeom prst="rect">
              <a:avLst/>
            </a:prstGeom>
          </p:spPr>
        </p:pic>
      </p:grpSp>
      <p:pic>
        <p:nvPicPr>
          <p:cNvPr id="95" name="object 95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1201400" y="4838700"/>
            <a:ext cx="2654300" cy="1181100"/>
          </a:xfrm>
          <a:prstGeom prst="rect">
            <a:avLst/>
          </a:prstGeom>
        </p:spPr>
      </p:pic>
      <p:grpSp>
        <p:nvGrpSpPr>
          <p:cNvPr id="96" name="object 96"/>
          <p:cNvGrpSpPr/>
          <p:nvPr/>
        </p:nvGrpSpPr>
        <p:grpSpPr>
          <a:xfrm>
            <a:off x="11226800" y="6273800"/>
            <a:ext cx="2654300" cy="1231900"/>
            <a:chOff x="11226800" y="6273800"/>
            <a:chExt cx="2654300" cy="1231900"/>
          </a:xfrm>
        </p:grpSpPr>
        <p:pic>
          <p:nvPicPr>
            <p:cNvPr id="97" name="object 97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1226800" y="6273800"/>
              <a:ext cx="2654303" cy="1231900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11245837" y="6461698"/>
              <a:ext cx="1974214" cy="1003935"/>
            </a:xfrm>
            <a:custGeom>
              <a:avLst/>
              <a:gdLst/>
              <a:ahLst/>
              <a:cxnLst/>
              <a:rect l="l" t="t" r="r" b="b"/>
              <a:pathLst>
                <a:path w="1974215" h="1003934">
                  <a:moveTo>
                    <a:pt x="14744" y="23291"/>
                  </a:moveTo>
                  <a:lnTo>
                    <a:pt x="2489" y="41033"/>
                  </a:lnTo>
                  <a:lnTo>
                    <a:pt x="17500" y="53289"/>
                  </a:lnTo>
                  <a:lnTo>
                    <a:pt x="20269" y="53289"/>
                  </a:lnTo>
                  <a:lnTo>
                    <a:pt x="32499" y="35521"/>
                  </a:lnTo>
                  <a:lnTo>
                    <a:pt x="14744" y="23291"/>
                  </a:lnTo>
                  <a:close/>
                </a:path>
                <a:path w="1974215" h="1003934">
                  <a:moveTo>
                    <a:pt x="85229" y="3378"/>
                  </a:moveTo>
                  <a:lnTo>
                    <a:pt x="69748" y="3378"/>
                  </a:lnTo>
                  <a:lnTo>
                    <a:pt x="69748" y="73202"/>
                  </a:lnTo>
                  <a:lnTo>
                    <a:pt x="81889" y="73202"/>
                  </a:lnTo>
                  <a:lnTo>
                    <a:pt x="81889" y="25234"/>
                  </a:lnTo>
                  <a:lnTo>
                    <a:pt x="94534" y="25234"/>
                  </a:lnTo>
                  <a:lnTo>
                    <a:pt x="85229" y="3378"/>
                  </a:lnTo>
                  <a:close/>
                </a:path>
                <a:path w="1974215" h="1003934">
                  <a:moveTo>
                    <a:pt x="142976" y="25234"/>
                  </a:moveTo>
                  <a:lnTo>
                    <a:pt x="130200" y="25234"/>
                  </a:lnTo>
                  <a:lnTo>
                    <a:pt x="130845" y="72999"/>
                  </a:lnTo>
                  <a:lnTo>
                    <a:pt x="130848" y="73202"/>
                  </a:lnTo>
                  <a:lnTo>
                    <a:pt x="142976" y="73202"/>
                  </a:lnTo>
                  <a:lnTo>
                    <a:pt x="142976" y="25234"/>
                  </a:lnTo>
                  <a:close/>
                </a:path>
                <a:path w="1974215" h="1003934">
                  <a:moveTo>
                    <a:pt x="94534" y="25234"/>
                  </a:moveTo>
                  <a:lnTo>
                    <a:pt x="81931" y="25234"/>
                  </a:lnTo>
                  <a:lnTo>
                    <a:pt x="101828" y="72999"/>
                  </a:lnTo>
                  <a:lnTo>
                    <a:pt x="110896" y="72999"/>
                  </a:lnTo>
                  <a:lnTo>
                    <a:pt x="118585" y="53974"/>
                  </a:lnTo>
                  <a:lnTo>
                    <a:pt x="106768" y="53974"/>
                  </a:lnTo>
                  <a:lnTo>
                    <a:pt x="94534" y="25234"/>
                  </a:lnTo>
                  <a:close/>
                </a:path>
                <a:path w="1974215" h="1003934">
                  <a:moveTo>
                    <a:pt x="142976" y="3378"/>
                  </a:moveTo>
                  <a:lnTo>
                    <a:pt x="127507" y="3378"/>
                  </a:lnTo>
                  <a:lnTo>
                    <a:pt x="106768" y="53974"/>
                  </a:lnTo>
                  <a:lnTo>
                    <a:pt x="118585" y="53974"/>
                  </a:lnTo>
                  <a:lnTo>
                    <a:pt x="130200" y="25234"/>
                  </a:lnTo>
                  <a:lnTo>
                    <a:pt x="142976" y="25234"/>
                  </a:lnTo>
                  <a:lnTo>
                    <a:pt x="142976" y="3378"/>
                  </a:lnTo>
                  <a:close/>
                </a:path>
                <a:path w="1974215" h="1003934">
                  <a:moveTo>
                    <a:pt x="168389" y="21272"/>
                  </a:moveTo>
                  <a:lnTo>
                    <a:pt x="153860" y="37071"/>
                  </a:lnTo>
                  <a:lnTo>
                    <a:pt x="157975" y="65455"/>
                  </a:lnTo>
                  <a:lnTo>
                    <a:pt x="177926" y="74231"/>
                  </a:lnTo>
                  <a:lnTo>
                    <a:pt x="194983" y="68605"/>
                  </a:lnTo>
                  <a:lnTo>
                    <a:pt x="197130" y="64338"/>
                  </a:lnTo>
                  <a:lnTo>
                    <a:pt x="178003" y="64338"/>
                  </a:lnTo>
                  <a:lnTo>
                    <a:pt x="172796" y="63576"/>
                  </a:lnTo>
                  <a:lnTo>
                    <a:pt x="169036" y="33794"/>
                  </a:lnTo>
                  <a:lnTo>
                    <a:pt x="197382" y="33794"/>
                  </a:lnTo>
                  <a:lnTo>
                    <a:pt x="194983" y="25780"/>
                  </a:lnTo>
                  <a:lnTo>
                    <a:pt x="168389" y="21272"/>
                  </a:lnTo>
                  <a:close/>
                </a:path>
                <a:path w="1974215" h="1003934">
                  <a:moveTo>
                    <a:pt x="197382" y="33794"/>
                  </a:moveTo>
                  <a:lnTo>
                    <a:pt x="169036" y="33794"/>
                  </a:lnTo>
                  <a:lnTo>
                    <a:pt x="188201" y="35877"/>
                  </a:lnTo>
                  <a:lnTo>
                    <a:pt x="178003" y="64338"/>
                  </a:lnTo>
                  <a:lnTo>
                    <a:pt x="197130" y="64338"/>
                  </a:lnTo>
                  <a:lnTo>
                    <a:pt x="203022" y="52628"/>
                  </a:lnTo>
                  <a:lnTo>
                    <a:pt x="197382" y="33794"/>
                  </a:lnTo>
                  <a:close/>
                </a:path>
                <a:path w="1974215" h="1003934">
                  <a:moveTo>
                    <a:pt x="227825" y="20154"/>
                  </a:moveTo>
                  <a:lnTo>
                    <a:pt x="211175" y="36360"/>
                  </a:lnTo>
                  <a:lnTo>
                    <a:pt x="214947" y="65773"/>
                  </a:lnTo>
                  <a:lnTo>
                    <a:pt x="231813" y="74117"/>
                  </a:lnTo>
                  <a:lnTo>
                    <a:pt x="247561" y="73202"/>
                  </a:lnTo>
                  <a:lnTo>
                    <a:pt x="259702" y="73202"/>
                  </a:lnTo>
                  <a:lnTo>
                    <a:pt x="259702" y="63995"/>
                  </a:lnTo>
                  <a:lnTo>
                    <a:pt x="232549" y="63995"/>
                  </a:lnTo>
                  <a:lnTo>
                    <a:pt x="222808" y="43764"/>
                  </a:lnTo>
                  <a:lnTo>
                    <a:pt x="237909" y="30276"/>
                  </a:lnTo>
                  <a:lnTo>
                    <a:pt x="259702" y="30276"/>
                  </a:lnTo>
                  <a:lnTo>
                    <a:pt x="259702" y="29489"/>
                  </a:lnTo>
                  <a:lnTo>
                    <a:pt x="247319" y="29489"/>
                  </a:lnTo>
                  <a:lnTo>
                    <a:pt x="227825" y="20154"/>
                  </a:lnTo>
                  <a:close/>
                </a:path>
                <a:path w="1974215" h="1003934">
                  <a:moveTo>
                    <a:pt x="259702" y="30276"/>
                  </a:moveTo>
                  <a:lnTo>
                    <a:pt x="237909" y="30276"/>
                  </a:lnTo>
                  <a:lnTo>
                    <a:pt x="247561" y="50406"/>
                  </a:lnTo>
                  <a:lnTo>
                    <a:pt x="235254" y="63995"/>
                  </a:lnTo>
                  <a:lnTo>
                    <a:pt x="259702" y="63995"/>
                  </a:lnTo>
                  <a:lnTo>
                    <a:pt x="259702" y="30276"/>
                  </a:lnTo>
                  <a:close/>
                </a:path>
                <a:path w="1974215" h="1003934">
                  <a:moveTo>
                    <a:pt x="259702" y="3378"/>
                  </a:moveTo>
                  <a:lnTo>
                    <a:pt x="247319" y="3378"/>
                  </a:lnTo>
                  <a:lnTo>
                    <a:pt x="247319" y="29489"/>
                  </a:lnTo>
                  <a:lnTo>
                    <a:pt x="259702" y="29489"/>
                  </a:lnTo>
                  <a:lnTo>
                    <a:pt x="259702" y="3378"/>
                  </a:lnTo>
                  <a:close/>
                </a:path>
                <a:path w="1974215" h="1003934">
                  <a:moveTo>
                    <a:pt x="284911" y="21297"/>
                  </a:moveTo>
                  <a:lnTo>
                    <a:pt x="270497" y="37210"/>
                  </a:lnTo>
                  <a:lnTo>
                    <a:pt x="274586" y="65633"/>
                  </a:lnTo>
                  <a:lnTo>
                    <a:pt x="294906" y="74231"/>
                  </a:lnTo>
                  <a:lnTo>
                    <a:pt x="298983" y="74231"/>
                  </a:lnTo>
                  <a:lnTo>
                    <a:pt x="310929" y="64604"/>
                  </a:lnTo>
                  <a:lnTo>
                    <a:pt x="292404" y="64604"/>
                  </a:lnTo>
                  <a:lnTo>
                    <a:pt x="285427" y="50393"/>
                  </a:lnTo>
                  <a:lnTo>
                    <a:pt x="275272" y="50393"/>
                  </a:lnTo>
                  <a:lnTo>
                    <a:pt x="275272" y="42075"/>
                  </a:lnTo>
                  <a:lnTo>
                    <a:pt x="282192" y="42075"/>
                  </a:lnTo>
                  <a:lnTo>
                    <a:pt x="289699" y="30378"/>
                  </a:lnTo>
                  <a:lnTo>
                    <a:pt x="313662" y="30378"/>
                  </a:lnTo>
                  <a:lnTo>
                    <a:pt x="313270" y="28651"/>
                  </a:lnTo>
                  <a:lnTo>
                    <a:pt x="284911" y="21297"/>
                  </a:lnTo>
                  <a:close/>
                </a:path>
                <a:path w="1974215" h="1003934">
                  <a:moveTo>
                    <a:pt x="306158" y="57861"/>
                  </a:moveTo>
                  <a:lnTo>
                    <a:pt x="292404" y="64604"/>
                  </a:lnTo>
                  <a:lnTo>
                    <a:pt x="310929" y="64604"/>
                  </a:lnTo>
                  <a:lnTo>
                    <a:pt x="317690" y="59156"/>
                  </a:lnTo>
                  <a:lnTo>
                    <a:pt x="306158" y="57861"/>
                  </a:lnTo>
                  <a:close/>
                </a:path>
                <a:path w="1974215" h="1003934">
                  <a:moveTo>
                    <a:pt x="282192" y="42075"/>
                  </a:moveTo>
                  <a:lnTo>
                    <a:pt x="275272" y="42075"/>
                  </a:lnTo>
                  <a:lnTo>
                    <a:pt x="275272" y="50393"/>
                  </a:lnTo>
                  <a:lnTo>
                    <a:pt x="285427" y="50393"/>
                  </a:lnTo>
                  <a:lnTo>
                    <a:pt x="281711" y="42824"/>
                  </a:lnTo>
                  <a:lnTo>
                    <a:pt x="282192" y="42075"/>
                  </a:lnTo>
                  <a:close/>
                </a:path>
                <a:path w="1974215" h="1003934">
                  <a:moveTo>
                    <a:pt x="313662" y="30378"/>
                  </a:moveTo>
                  <a:lnTo>
                    <a:pt x="289699" y="30378"/>
                  </a:lnTo>
                  <a:lnTo>
                    <a:pt x="306362" y="42075"/>
                  </a:lnTo>
                  <a:lnTo>
                    <a:pt x="282192" y="42075"/>
                  </a:lnTo>
                  <a:lnTo>
                    <a:pt x="281711" y="42824"/>
                  </a:lnTo>
                  <a:lnTo>
                    <a:pt x="285427" y="50393"/>
                  </a:lnTo>
                  <a:lnTo>
                    <a:pt x="318198" y="50393"/>
                  </a:lnTo>
                  <a:lnTo>
                    <a:pt x="313662" y="30378"/>
                  </a:lnTo>
                  <a:close/>
                </a:path>
                <a:path w="1974215" h="1003934">
                  <a:moveTo>
                    <a:pt x="339851" y="3378"/>
                  </a:moveTo>
                  <a:lnTo>
                    <a:pt x="327520" y="3378"/>
                  </a:lnTo>
                  <a:lnTo>
                    <a:pt x="327520" y="73202"/>
                  </a:lnTo>
                  <a:lnTo>
                    <a:pt x="339851" y="73202"/>
                  </a:lnTo>
                  <a:lnTo>
                    <a:pt x="339851" y="3378"/>
                  </a:lnTo>
                  <a:close/>
                </a:path>
                <a:path w="1974215" h="1003934">
                  <a:moveTo>
                    <a:pt x="388114" y="31169"/>
                  </a:moveTo>
                  <a:lnTo>
                    <a:pt x="385533" y="35737"/>
                  </a:lnTo>
                  <a:lnTo>
                    <a:pt x="372884" y="61683"/>
                  </a:lnTo>
                  <a:lnTo>
                    <a:pt x="394982" y="74231"/>
                  </a:lnTo>
                  <a:lnTo>
                    <a:pt x="407924" y="71615"/>
                  </a:lnTo>
                  <a:lnTo>
                    <a:pt x="411759" y="65168"/>
                  </a:lnTo>
                  <a:lnTo>
                    <a:pt x="410687" y="63626"/>
                  </a:lnTo>
                  <a:lnTo>
                    <a:pt x="391096" y="63626"/>
                  </a:lnTo>
                  <a:lnTo>
                    <a:pt x="398921" y="46709"/>
                  </a:lnTo>
                  <a:lnTo>
                    <a:pt x="388114" y="31169"/>
                  </a:lnTo>
                  <a:close/>
                </a:path>
                <a:path w="1974215" h="1003934">
                  <a:moveTo>
                    <a:pt x="416725" y="56819"/>
                  </a:moveTo>
                  <a:lnTo>
                    <a:pt x="411759" y="65168"/>
                  </a:lnTo>
                  <a:lnTo>
                    <a:pt x="417347" y="73202"/>
                  </a:lnTo>
                  <a:lnTo>
                    <a:pt x="430707" y="73202"/>
                  </a:lnTo>
                  <a:lnTo>
                    <a:pt x="416725" y="56819"/>
                  </a:lnTo>
                  <a:close/>
                </a:path>
                <a:path w="1974215" h="1003934">
                  <a:moveTo>
                    <a:pt x="413085" y="52554"/>
                  </a:moveTo>
                  <a:lnTo>
                    <a:pt x="412991" y="52958"/>
                  </a:lnTo>
                  <a:lnTo>
                    <a:pt x="405729" y="56497"/>
                  </a:lnTo>
                  <a:lnTo>
                    <a:pt x="411759" y="65168"/>
                  </a:lnTo>
                  <a:lnTo>
                    <a:pt x="416725" y="56819"/>
                  </a:lnTo>
                  <a:lnTo>
                    <a:pt x="413085" y="52554"/>
                  </a:lnTo>
                  <a:close/>
                </a:path>
                <a:path w="1974215" h="1003934">
                  <a:moveTo>
                    <a:pt x="405729" y="56497"/>
                  </a:moveTo>
                  <a:lnTo>
                    <a:pt x="391096" y="63626"/>
                  </a:lnTo>
                  <a:lnTo>
                    <a:pt x="410687" y="63626"/>
                  </a:lnTo>
                  <a:lnTo>
                    <a:pt x="405729" y="56497"/>
                  </a:lnTo>
                  <a:close/>
                </a:path>
                <a:path w="1974215" h="1003934">
                  <a:moveTo>
                    <a:pt x="426554" y="40297"/>
                  </a:moveTo>
                  <a:lnTo>
                    <a:pt x="415950" y="40297"/>
                  </a:lnTo>
                  <a:lnTo>
                    <a:pt x="413085" y="52554"/>
                  </a:lnTo>
                  <a:lnTo>
                    <a:pt x="416725" y="56819"/>
                  </a:lnTo>
                  <a:lnTo>
                    <a:pt x="426554" y="40297"/>
                  </a:lnTo>
                  <a:close/>
                </a:path>
                <a:path w="1974215" h="1003934">
                  <a:moveTo>
                    <a:pt x="402146" y="39737"/>
                  </a:moveTo>
                  <a:lnTo>
                    <a:pt x="398921" y="46709"/>
                  </a:lnTo>
                  <a:lnTo>
                    <a:pt x="405729" y="56497"/>
                  </a:lnTo>
                  <a:lnTo>
                    <a:pt x="412991" y="52958"/>
                  </a:lnTo>
                  <a:lnTo>
                    <a:pt x="413085" y="52554"/>
                  </a:lnTo>
                  <a:lnTo>
                    <a:pt x="402146" y="39737"/>
                  </a:lnTo>
                  <a:close/>
                </a:path>
                <a:path w="1974215" h="1003934">
                  <a:moveTo>
                    <a:pt x="398576" y="12649"/>
                  </a:moveTo>
                  <a:lnTo>
                    <a:pt x="388114" y="31169"/>
                  </a:lnTo>
                  <a:lnTo>
                    <a:pt x="398921" y="46709"/>
                  </a:lnTo>
                  <a:lnTo>
                    <a:pt x="402146" y="39737"/>
                  </a:lnTo>
                  <a:lnTo>
                    <a:pt x="397941" y="34810"/>
                  </a:lnTo>
                  <a:lnTo>
                    <a:pt x="398466" y="16484"/>
                  </a:lnTo>
                  <a:lnTo>
                    <a:pt x="398576" y="12649"/>
                  </a:lnTo>
                  <a:close/>
                </a:path>
                <a:path w="1974215" h="1003934">
                  <a:moveTo>
                    <a:pt x="409184" y="12649"/>
                  </a:moveTo>
                  <a:lnTo>
                    <a:pt x="398576" y="12649"/>
                  </a:lnTo>
                  <a:lnTo>
                    <a:pt x="398046" y="31169"/>
                  </a:lnTo>
                  <a:lnTo>
                    <a:pt x="397941" y="34810"/>
                  </a:lnTo>
                  <a:lnTo>
                    <a:pt x="402146" y="39737"/>
                  </a:lnTo>
                  <a:lnTo>
                    <a:pt x="404660" y="34302"/>
                  </a:lnTo>
                  <a:lnTo>
                    <a:pt x="413931" y="15532"/>
                  </a:lnTo>
                  <a:lnTo>
                    <a:pt x="409184" y="12649"/>
                  </a:lnTo>
                  <a:close/>
                </a:path>
                <a:path w="1974215" h="1003934">
                  <a:moveTo>
                    <a:pt x="392518" y="2527"/>
                  </a:moveTo>
                  <a:lnTo>
                    <a:pt x="377901" y="16484"/>
                  </a:lnTo>
                  <a:lnTo>
                    <a:pt x="388114" y="31169"/>
                  </a:lnTo>
                  <a:lnTo>
                    <a:pt x="398576" y="12649"/>
                  </a:lnTo>
                  <a:lnTo>
                    <a:pt x="409184" y="12649"/>
                  </a:lnTo>
                  <a:lnTo>
                    <a:pt x="392518" y="2527"/>
                  </a:lnTo>
                  <a:close/>
                </a:path>
                <a:path w="1974215" h="1003934">
                  <a:moveTo>
                    <a:pt x="471144" y="20827"/>
                  </a:moveTo>
                  <a:lnTo>
                    <a:pt x="459346" y="20827"/>
                  </a:lnTo>
                  <a:lnTo>
                    <a:pt x="459346" y="73202"/>
                  </a:lnTo>
                  <a:lnTo>
                    <a:pt x="471690" y="73202"/>
                  </a:lnTo>
                  <a:lnTo>
                    <a:pt x="471690" y="41363"/>
                  </a:lnTo>
                  <a:lnTo>
                    <a:pt x="486028" y="31356"/>
                  </a:lnTo>
                  <a:lnTo>
                    <a:pt x="532377" y="31356"/>
                  </a:lnTo>
                  <a:lnTo>
                    <a:pt x="531201" y="29730"/>
                  </a:lnTo>
                  <a:lnTo>
                    <a:pt x="471754" y="29730"/>
                  </a:lnTo>
                  <a:lnTo>
                    <a:pt x="471202" y="21678"/>
                  </a:lnTo>
                  <a:lnTo>
                    <a:pt x="471144" y="20827"/>
                  </a:lnTo>
                  <a:close/>
                </a:path>
                <a:path w="1974215" h="1003934">
                  <a:moveTo>
                    <a:pt x="516178" y="31356"/>
                  </a:moveTo>
                  <a:lnTo>
                    <a:pt x="486028" y="31356"/>
                  </a:lnTo>
                  <a:lnTo>
                    <a:pt x="490092" y="73202"/>
                  </a:lnTo>
                  <a:lnTo>
                    <a:pt x="502196" y="73202"/>
                  </a:lnTo>
                  <a:lnTo>
                    <a:pt x="502196" y="37579"/>
                  </a:lnTo>
                  <a:lnTo>
                    <a:pt x="516178" y="31356"/>
                  </a:lnTo>
                  <a:close/>
                </a:path>
                <a:path w="1974215" h="1003934">
                  <a:moveTo>
                    <a:pt x="532377" y="31356"/>
                  </a:moveTo>
                  <a:lnTo>
                    <a:pt x="516298" y="31356"/>
                  </a:lnTo>
                  <a:lnTo>
                    <a:pt x="520611" y="73202"/>
                  </a:lnTo>
                  <a:lnTo>
                    <a:pt x="532993" y="73202"/>
                  </a:lnTo>
                  <a:lnTo>
                    <a:pt x="532993" y="32207"/>
                  </a:lnTo>
                  <a:lnTo>
                    <a:pt x="532377" y="31356"/>
                  </a:lnTo>
                  <a:close/>
                </a:path>
                <a:path w="1974215" h="1003934">
                  <a:moveTo>
                    <a:pt x="482714" y="20154"/>
                  </a:moveTo>
                  <a:lnTo>
                    <a:pt x="471754" y="29730"/>
                  </a:lnTo>
                  <a:lnTo>
                    <a:pt x="500900" y="29730"/>
                  </a:lnTo>
                  <a:lnTo>
                    <a:pt x="499363" y="26771"/>
                  </a:lnTo>
                  <a:lnTo>
                    <a:pt x="482714" y="20154"/>
                  </a:lnTo>
                  <a:close/>
                </a:path>
                <a:path w="1974215" h="1003934">
                  <a:moveTo>
                    <a:pt x="512825" y="20154"/>
                  </a:moveTo>
                  <a:lnTo>
                    <a:pt x="500900" y="29730"/>
                  </a:lnTo>
                  <a:lnTo>
                    <a:pt x="531201" y="29730"/>
                  </a:lnTo>
                  <a:lnTo>
                    <a:pt x="525373" y="21678"/>
                  </a:lnTo>
                  <a:lnTo>
                    <a:pt x="512825" y="20154"/>
                  </a:lnTo>
                  <a:close/>
                </a:path>
                <a:path w="1974215" h="1003934">
                  <a:moveTo>
                    <a:pt x="581903" y="29590"/>
                  </a:moveTo>
                  <a:lnTo>
                    <a:pt x="568756" y="29590"/>
                  </a:lnTo>
                  <a:lnTo>
                    <a:pt x="574763" y="37680"/>
                  </a:lnTo>
                  <a:lnTo>
                    <a:pt x="561809" y="42583"/>
                  </a:lnTo>
                  <a:lnTo>
                    <a:pt x="542696" y="64820"/>
                  </a:lnTo>
                  <a:lnTo>
                    <a:pt x="559460" y="74256"/>
                  </a:lnTo>
                  <a:lnTo>
                    <a:pt x="575246" y="73202"/>
                  </a:lnTo>
                  <a:lnTo>
                    <a:pt x="587108" y="73202"/>
                  </a:lnTo>
                  <a:lnTo>
                    <a:pt x="586985" y="65189"/>
                  </a:lnTo>
                  <a:lnTo>
                    <a:pt x="562660" y="65189"/>
                  </a:lnTo>
                  <a:lnTo>
                    <a:pt x="553834" y="58305"/>
                  </a:lnTo>
                  <a:lnTo>
                    <a:pt x="574801" y="54419"/>
                  </a:lnTo>
                  <a:lnTo>
                    <a:pt x="586820" y="54419"/>
                  </a:lnTo>
                  <a:lnTo>
                    <a:pt x="586638" y="42583"/>
                  </a:lnTo>
                  <a:lnTo>
                    <a:pt x="586516" y="34607"/>
                  </a:lnTo>
                  <a:lnTo>
                    <a:pt x="586473" y="31775"/>
                  </a:lnTo>
                  <a:lnTo>
                    <a:pt x="581903" y="29590"/>
                  </a:lnTo>
                  <a:close/>
                </a:path>
                <a:path w="1974215" h="1003934">
                  <a:moveTo>
                    <a:pt x="586820" y="54419"/>
                  </a:moveTo>
                  <a:lnTo>
                    <a:pt x="574801" y="54419"/>
                  </a:lnTo>
                  <a:lnTo>
                    <a:pt x="562660" y="65189"/>
                  </a:lnTo>
                  <a:lnTo>
                    <a:pt x="586985" y="65189"/>
                  </a:lnTo>
                  <a:lnTo>
                    <a:pt x="586879" y="58305"/>
                  </a:lnTo>
                  <a:lnTo>
                    <a:pt x="586820" y="54419"/>
                  </a:lnTo>
                  <a:close/>
                </a:path>
                <a:path w="1974215" h="1003934">
                  <a:moveTo>
                    <a:pt x="562165" y="20154"/>
                  </a:moveTo>
                  <a:lnTo>
                    <a:pt x="543636" y="34607"/>
                  </a:lnTo>
                  <a:lnTo>
                    <a:pt x="555155" y="36245"/>
                  </a:lnTo>
                  <a:lnTo>
                    <a:pt x="568756" y="29590"/>
                  </a:lnTo>
                  <a:lnTo>
                    <a:pt x="581903" y="29590"/>
                  </a:lnTo>
                  <a:lnTo>
                    <a:pt x="562165" y="20154"/>
                  </a:lnTo>
                  <a:close/>
                </a:path>
                <a:path w="1974215" h="1003934">
                  <a:moveTo>
                    <a:pt x="614210" y="8280"/>
                  </a:moveTo>
                  <a:lnTo>
                    <a:pt x="601865" y="8280"/>
                  </a:lnTo>
                  <a:lnTo>
                    <a:pt x="601852" y="62763"/>
                  </a:lnTo>
                  <a:lnTo>
                    <a:pt x="618235" y="73913"/>
                  </a:lnTo>
                  <a:lnTo>
                    <a:pt x="614210" y="8280"/>
                  </a:lnTo>
                  <a:close/>
                </a:path>
                <a:path w="1974215" h="1003934">
                  <a:moveTo>
                    <a:pt x="601862" y="20827"/>
                  </a:moveTo>
                  <a:lnTo>
                    <a:pt x="594436" y="20827"/>
                  </a:lnTo>
                  <a:lnTo>
                    <a:pt x="594436" y="30378"/>
                  </a:lnTo>
                  <a:lnTo>
                    <a:pt x="601860" y="30378"/>
                  </a:lnTo>
                  <a:lnTo>
                    <a:pt x="601862" y="20827"/>
                  </a:lnTo>
                  <a:close/>
                </a:path>
                <a:path w="1974215" h="1003934">
                  <a:moveTo>
                    <a:pt x="624547" y="20827"/>
                  </a:moveTo>
                  <a:lnTo>
                    <a:pt x="614979" y="20827"/>
                  </a:lnTo>
                  <a:lnTo>
                    <a:pt x="615565" y="30378"/>
                  </a:lnTo>
                  <a:lnTo>
                    <a:pt x="624547" y="30378"/>
                  </a:lnTo>
                  <a:lnTo>
                    <a:pt x="624547" y="20827"/>
                  </a:lnTo>
                  <a:close/>
                </a:path>
                <a:path w="1974215" h="1003934">
                  <a:moveTo>
                    <a:pt x="646404" y="21297"/>
                  </a:moveTo>
                  <a:lnTo>
                    <a:pt x="631951" y="37210"/>
                  </a:lnTo>
                  <a:lnTo>
                    <a:pt x="635952" y="65316"/>
                  </a:lnTo>
                  <a:lnTo>
                    <a:pt x="656018" y="74231"/>
                  </a:lnTo>
                  <a:lnTo>
                    <a:pt x="664222" y="73431"/>
                  </a:lnTo>
                  <a:lnTo>
                    <a:pt x="671495" y="64173"/>
                  </a:lnTo>
                  <a:lnTo>
                    <a:pt x="653554" y="64173"/>
                  </a:lnTo>
                  <a:lnTo>
                    <a:pt x="643966" y="40474"/>
                  </a:lnTo>
                  <a:lnTo>
                    <a:pt x="659104" y="30111"/>
                  </a:lnTo>
                  <a:lnTo>
                    <a:pt x="674773" y="30111"/>
                  </a:lnTo>
                  <a:lnTo>
                    <a:pt x="673163" y="26238"/>
                  </a:lnTo>
                  <a:lnTo>
                    <a:pt x="646404" y="21297"/>
                  </a:lnTo>
                  <a:close/>
                </a:path>
                <a:path w="1974215" h="1003934">
                  <a:moveTo>
                    <a:pt x="678459" y="55308"/>
                  </a:moveTo>
                  <a:lnTo>
                    <a:pt x="666661" y="55308"/>
                  </a:lnTo>
                  <a:lnTo>
                    <a:pt x="653554" y="64173"/>
                  </a:lnTo>
                  <a:lnTo>
                    <a:pt x="671495" y="64173"/>
                  </a:lnTo>
                  <a:lnTo>
                    <a:pt x="678459" y="55308"/>
                  </a:lnTo>
                  <a:close/>
                </a:path>
                <a:path w="1974215" h="1003934">
                  <a:moveTo>
                    <a:pt x="674773" y="30111"/>
                  </a:moveTo>
                  <a:lnTo>
                    <a:pt x="659104" y="30111"/>
                  </a:lnTo>
                  <a:lnTo>
                    <a:pt x="666661" y="38976"/>
                  </a:lnTo>
                  <a:lnTo>
                    <a:pt x="678459" y="38976"/>
                  </a:lnTo>
                  <a:lnTo>
                    <a:pt x="674773" y="30111"/>
                  </a:lnTo>
                  <a:close/>
                </a:path>
                <a:path w="1974215" h="1003934">
                  <a:moveTo>
                    <a:pt x="699528" y="3378"/>
                  </a:moveTo>
                  <a:lnTo>
                    <a:pt x="687463" y="3378"/>
                  </a:lnTo>
                  <a:lnTo>
                    <a:pt x="687463" y="73202"/>
                  </a:lnTo>
                  <a:lnTo>
                    <a:pt x="699808" y="73202"/>
                  </a:lnTo>
                  <a:lnTo>
                    <a:pt x="699808" y="39992"/>
                  </a:lnTo>
                  <a:lnTo>
                    <a:pt x="716902" y="31572"/>
                  </a:lnTo>
                  <a:lnTo>
                    <a:pt x="731505" y="31572"/>
                  </a:lnTo>
                  <a:lnTo>
                    <a:pt x="731002" y="29730"/>
                  </a:lnTo>
                  <a:lnTo>
                    <a:pt x="700151" y="29730"/>
                  </a:lnTo>
                  <a:lnTo>
                    <a:pt x="699528" y="3378"/>
                  </a:lnTo>
                  <a:close/>
                </a:path>
                <a:path w="1974215" h="1003934">
                  <a:moveTo>
                    <a:pt x="731505" y="31572"/>
                  </a:moveTo>
                  <a:lnTo>
                    <a:pt x="716902" y="31572"/>
                  </a:lnTo>
                  <a:lnTo>
                    <a:pt x="721423" y="73202"/>
                  </a:lnTo>
                  <a:lnTo>
                    <a:pt x="733767" y="73202"/>
                  </a:lnTo>
                  <a:lnTo>
                    <a:pt x="733767" y="39852"/>
                  </a:lnTo>
                  <a:lnTo>
                    <a:pt x="731505" y="31572"/>
                  </a:lnTo>
                  <a:close/>
                </a:path>
                <a:path w="1974215" h="1003934">
                  <a:moveTo>
                    <a:pt x="711733" y="20154"/>
                  </a:moveTo>
                  <a:lnTo>
                    <a:pt x="700151" y="29730"/>
                  </a:lnTo>
                  <a:lnTo>
                    <a:pt x="731002" y="29730"/>
                  </a:lnTo>
                  <a:lnTo>
                    <a:pt x="730034" y="26187"/>
                  </a:lnTo>
                  <a:lnTo>
                    <a:pt x="711733" y="20154"/>
                  </a:lnTo>
                  <a:close/>
                </a:path>
                <a:path w="1974215" h="1003934">
                  <a:moveTo>
                    <a:pt x="757567" y="20827"/>
                  </a:moveTo>
                  <a:lnTo>
                    <a:pt x="745223" y="20827"/>
                  </a:lnTo>
                  <a:lnTo>
                    <a:pt x="745223" y="73202"/>
                  </a:lnTo>
                  <a:lnTo>
                    <a:pt x="757567" y="73202"/>
                  </a:lnTo>
                  <a:lnTo>
                    <a:pt x="757567" y="20827"/>
                  </a:lnTo>
                  <a:close/>
                </a:path>
                <a:path w="1974215" h="1003934">
                  <a:moveTo>
                    <a:pt x="749477" y="0"/>
                  </a:moveTo>
                  <a:lnTo>
                    <a:pt x="751433" y="13398"/>
                  </a:lnTo>
                  <a:lnTo>
                    <a:pt x="753402" y="13398"/>
                  </a:lnTo>
                  <a:lnTo>
                    <a:pt x="749477" y="0"/>
                  </a:lnTo>
                  <a:close/>
                </a:path>
                <a:path w="1974215" h="1003934">
                  <a:moveTo>
                    <a:pt x="780923" y="20827"/>
                  </a:moveTo>
                  <a:lnTo>
                    <a:pt x="769137" y="20827"/>
                  </a:lnTo>
                  <a:lnTo>
                    <a:pt x="769137" y="73202"/>
                  </a:lnTo>
                  <a:lnTo>
                    <a:pt x="781469" y="73202"/>
                  </a:lnTo>
                  <a:lnTo>
                    <a:pt x="781469" y="39992"/>
                  </a:lnTo>
                  <a:lnTo>
                    <a:pt x="798220" y="31572"/>
                  </a:lnTo>
                  <a:lnTo>
                    <a:pt x="812843" y="31572"/>
                  </a:lnTo>
                  <a:lnTo>
                    <a:pt x="812345" y="29730"/>
                  </a:lnTo>
                  <a:lnTo>
                    <a:pt x="781545" y="29730"/>
                  </a:lnTo>
                  <a:lnTo>
                    <a:pt x="780923" y="20827"/>
                  </a:lnTo>
                  <a:close/>
                </a:path>
                <a:path w="1974215" h="1003934">
                  <a:moveTo>
                    <a:pt x="812843" y="31572"/>
                  </a:moveTo>
                  <a:lnTo>
                    <a:pt x="798220" y="31572"/>
                  </a:lnTo>
                  <a:lnTo>
                    <a:pt x="802754" y="73202"/>
                  </a:lnTo>
                  <a:lnTo>
                    <a:pt x="815085" y="73202"/>
                  </a:lnTo>
                  <a:lnTo>
                    <a:pt x="815085" y="39852"/>
                  </a:lnTo>
                  <a:lnTo>
                    <a:pt x="812843" y="31572"/>
                  </a:lnTo>
                  <a:close/>
                </a:path>
                <a:path w="1974215" h="1003934">
                  <a:moveTo>
                    <a:pt x="793254" y="20154"/>
                  </a:moveTo>
                  <a:lnTo>
                    <a:pt x="781545" y="29730"/>
                  </a:lnTo>
                  <a:lnTo>
                    <a:pt x="812345" y="29730"/>
                  </a:lnTo>
                  <a:lnTo>
                    <a:pt x="811402" y="26250"/>
                  </a:lnTo>
                  <a:lnTo>
                    <a:pt x="793254" y="20154"/>
                  </a:lnTo>
                  <a:close/>
                </a:path>
                <a:path w="1974215" h="1003934">
                  <a:moveTo>
                    <a:pt x="841959" y="20154"/>
                  </a:moveTo>
                  <a:lnTo>
                    <a:pt x="825322" y="36245"/>
                  </a:lnTo>
                  <a:lnTo>
                    <a:pt x="831748" y="67716"/>
                  </a:lnTo>
                  <a:lnTo>
                    <a:pt x="855421" y="70180"/>
                  </a:lnTo>
                  <a:lnTo>
                    <a:pt x="860488" y="80352"/>
                  </a:lnTo>
                  <a:lnTo>
                    <a:pt x="826173" y="80708"/>
                  </a:lnTo>
                  <a:lnTo>
                    <a:pt x="849287" y="93929"/>
                  </a:lnTo>
                  <a:lnTo>
                    <a:pt x="853998" y="93929"/>
                  </a:lnTo>
                  <a:lnTo>
                    <a:pt x="872807" y="82232"/>
                  </a:lnTo>
                  <a:lnTo>
                    <a:pt x="873016" y="70180"/>
                  </a:lnTo>
                  <a:lnTo>
                    <a:pt x="873059" y="67716"/>
                  </a:lnTo>
                  <a:lnTo>
                    <a:pt x="873145" y="62763"/>
                  </a:lnTo>
                  <a:lnTo>
                    <a:pt x="846683" y="62763"/>
                  </a:lnTo>
                  <a:lnTo>
                    <a:pt x="836942" y="43624"/>
                  </a:lnTo>
                  <a:lnTo>
                    <a:pt x="852055" y="30276"/>
                  </a:lnTo>
                  <a:lnTo>
                    <a:pt x="873710" y="30276"/>
                  </a:lnTo>
                  <a:lnTo>
                    <a:pt x="873723" y="29489"/>
                  </a:lnTo>
                  <a:lnTo>
                    <a:pt x="861695" y="29489"/>
                  </a:lnTo>
                  <a:lnTo>
                    <a:pt x="841959" y="20154"/>
                  </a:lnTo>
                  <a:close/>
                </a:path>
                <a:path w="1974215" h="1003934">
                  <a:moveTo>
                    <a:pt x="873710" y="30276"/>
                  </a:moveTo>
                  <a:lnTo>
                    <a:pt x="852055" y="30276"/>
                  </a:lnTo>
                  <a:lnTo>
                    <a:pt x="861695" y="50114"/>
                  </a:lnTo>
                  <a:lnTo>
                    <a:pt x="849388" y="62763"/>
                  </a:lnTo>
                  <a:lnTo>
                    <a:pt x="873145" y="62763"/>
                  </a:lnTo>
                  <a:lnTo>
                    <a:pt x="873606" y="36245"/>
                  </a:lnTo>
                  <a:lnTo>
                    <a:pt x="873710" y="30276"/>
                  </a:lnTo>
                  <a:close/>
                </a:path>
                <a:path w="1974215" h="1003934">
                  <a:moveTo>
                    <a:pt x="873874" y="20827"/>
                  </a:moveTo>
                  <a:lnTo>
                    <a:pt x="861695" y="20827"/>
                  </a:lnTo>
                  <a:lnTo>
                    <a:pt x="861695" y="29489"/>
                  </a:lnTo>
                  <a:lnTo>
                    <a:pt x="873723" y="29489"/>
                  </a:lnTo>
                  <a:lnTo>
                    <a:pt x="873874" y="20827"/>
                  </a:lnTo>
                  <a:close/>
                </a:path>
                <a:path w="1974215" h="1003934">
                  <a:moveTo>
                    <a:pt x="921270" y="21297"/>
                  </a:moveTo>
                  <a:lnTo>
                    <a:pt x="906856" y="37210"/>
                  </a:lnTo>
                  <a:lnTo>
                    <a:pt x="910945" y="65633"/>
                  </a:lnTo>
                  <a:lnTo>
                    <a:pt x="931265" y="74231"/>
                  </a:lnTo>
                  <a:lnTo>
                    <a:pt x="935342" y="74231"/>
                  </a:lnTo>
                  <a:lnTo>
                    <a:pt x="947288" y="64604"/>
                  </a:lnTo>
                  <a:lnTo>
                    <a:pt x="928763" y="64604"/>
                  </a:lnTo>
                  <a:lnTo>
                    <a:pt x="921786" y="50393"/>
                  </a:lnTo>
                  <a:lnTo>
                    <a:pt x="911631" y="50393"/>
                  </a:lnTo>
                  <a:lnTo>
                    <a:pt x="911631" y="42075"/>
                  </a:lnTo>
                  <a:lnTo>
                    <a:pt x="918551" y="42075"/>
                  </a:lnTo>
                  <a:lnTo>
                    <a:pt x="926058" y="30378"/>
                  </a:lnTo>
                  <a:lnTo>
                    <a:pt x="950021" y="30378"/>
                  </a:lnTo>
                  <a:lnTo>
                    <a:pt x="949629" y="28651"/>
                  </a:lnTo>
                  <a:lnTo>
                    <a:pt x="921270" y="21297"/>
                  </a:lnTo>
                  <a:close/>
                </a:path>
                <a:path w="1974215" h="1003934">
                  <a:moveTo>
                    <a:pt x="942517" y="57861"/>
                  </a:moveTo>
                  <a:lnTo>
                    <a:pt x="928763" y="64604"/>
                  </a:lnTo>
                  <a:lnTo>
                    <a:pt x="947288" y="64604"/>
                  </a:lnTo>
                  <a:lnTo>
                    <a:pt x="954049" y="59156"/>
                  </a:lnTo>
                  <a:lnTo>
                    <a:pt x="942517" y="57861"/>
                  </a:lnTo>
                  <a:close/>
                </a:path>
                <a:path w="1974215" h="1003934">
                  <a:moveTo>
                    <a:pt x="918551" y="42075"/>
                  </a:moveTo>
                  <a:lnTo>
                    <a:pt x="911631" y="42075"/>
                  </a:lnTo>
                  <a:lnTo>
                    <a:pt x="911631" y="50393"/>
                  </a:lnTo>
                  <a:lnTo>
                    <a:pt x="921786" y="50393"/>
                  </a:lnTo>
                  <a:lnTo>
                    <a:pt x="918070" y="42824"/>
                  </a:lnTo>
                  <a:lnTo>
                    <a:pt x="918551" y="42075"/>
                  </a:lnTo>
                  <a:close/>
                </a:path>
                <a:path w="1974215" h="1003934">
                  <a:moveTo>
                    <a:pt x="950021" y="30378"/>
                  </a:moveTo>
                  <a:lnTo>
                    <a:pt x="926058" y="30378"/>
                  </a:lnTo>
                  <a:lnTo>
                    <a:pt x="942721" y="42075"/>
                  </a:lnTo>
                  <a:lnTo>
                    <a:pt x="918551" y="42075"/>
                  </a:lnTo>
                  <a:lnTo>
                    <a:pt x="918070" y="42824"/>
                  </a:lnTo>
                  <a:lnTo>
                    <a:pt x="921786" y="50393"/>
                  </a:lnTo>
                  <a:lnTo>
                    <a:pt x="954557" y="50393"/>
                  </a:lnTo>
                  <a:lnTo>
                    <a:pt x="950021" y="30378"/>
                  </a:lnTo>
                  <a:close/>
                </a:path>
                <a:path w="1974215" h="1003934">
                  <a:moveTo>
                    <a:pt x="975677" y="20827"/>
                  </a:moveTo>
                  <a:lnTo>
                    <a:pt x="963879" y="20827"/>
                  </a:lnTo>
                  <a:lnTo>
                    <a:pt x="963879" y="73202"/>
                  </a:lnTo>
                  <a:lnTo>
                    <a:pt x="976223" y="73202"/>
                  </a:lnTo>
                  <a:lnTo>
                    <a:pt x="976223" y="39992"/>
                  </a:lnTo>
                  <a:lnTo>
                    <a:pt x="992974" y="31572"/>
                  </a:lnTo>
                  <a:lnTo>
                    <a:pt x="1007590" y="31572"/>
                  </a:lnTo>
                  <a:lnTo>
                    <a:pt x="1007090" y="29730"/>
                  </a:lnTo>
                  <a:lnTo>
                    <a:pt x="976287" y="29730"/>
                  </a:lnTo>
                  <a:lnTo>
                    <a:pt x="975677" y="20827"/>
                  </a:lnTo>
                  <a:close/>
                </a:path>
                <a:path w="1974215" h="1003934">
                  <a:moveTo>
                    <a:pt x="1007590" y="31572"/>
                  </a:moveTo>
                  <a:lnTo>
                    <a:pt x="992974" y="31572"/>
                  </a:lnTo>
                  <a:lnTo>
                    <a:pt x="997496" y="73202"/>
                  </a:lnTo>
                  <a:lnTo>
                    <a:pt x="1009840" y="73202"/>
                  </a:lnTo>
                  <a:lnTo>
                    <a:pt x="1009840" y="39852"/>
                  </a:lnTo>
                  <a:lnTo>
                    <a:pt x="1007590" y="31572"/>
                  </a:lnTo>
                  <a:close/>
                </a:path>
                <a:path w="1974215" h="1003934">
                  <a:moveTo>
                    <a:pt x="987996" y="20154"/>
                  </a:moveTo>
                  <a:lnTo>
                    <a:pt x="976287" y="29730"/>
                  </a:lnTo>
                  <a:lnTo>
                    <a:pt x="1007090" y="29730"/>
                  </a:lnTo>
                  <a:lnTo>
                    <a:pt x="1006144" y="26250"/>
                  </a:lnTo>
                  <a:lnTo>
                    <a:pt x="987996" y="20154"/>
                  </a:lnTo>
                  <a:close/>
                </a:path>
                <a:path w="1974215" h="1003934">
                  <a:moveTo>
                    <a:pt x="1036701" y="20154"/>
                  </a:moveTo>
                  <a:lnTo>
                    <a:pt x="1020063" y="36245"/>
                  </a:lnTo>
                  <a:lnTo>
                    <a:pt x="1026490" y="67716"/>
                  </a:lnTo>
                  <a:lnTo>
                    <a:pt x="1050162" y="70180"/>
                  </a:lnTo>
                  <a:lnTo>
                    <a:pt x="1055230" y="80352"/>
                  </a:lnTo>
                  <a:lnTo>
                    <a:pt x="1020914" y="80708"/>
                  </a:lnTo>
                  <a:lnTo>
                    <a:pt x="1044028" y="93929"/>
                  </a:lnTo>
                  <a:lnTo>
                    <a:pt x="1048740" y="93929"/>
                  </a:lnTo>
                  <a:lnTo>
                    <a:pt x="1067549" y="82232"/>
                  </a:lnTo>
                  <a:lnTo>
                    <a:pt x="1067758" y="70180"/>
                  </a:lnTo>
                  <a:lnTo>
                    <a:pt x="1067801" y="67716"/>
                  </a:lnTo>
                  <a:lnTo>
                    <a:pt x="1067887" y="62763"/>
                  </a:lnTo>
                  <a:lnTo>
                    <a:pt x="1041425" y="62763"/>
                  </a:lnTo>
                  <a:lnTo>
                    <a:pt x="1031684" y="43624"/>
                  </a:lnTo>
                  <a:lnTo>
                    <a:pt x="1046797" y="30276"/>
                  </a:lnTo>
                  <a:lnTo>
                    <a:pt x="1068451" y="30276"/>
                  </a:lnTo>
                  <a:lnTo>
                    <a:pt x="1068465" y="29489"/>
                  </a:lnTo>
                  <a:lnTo>
                    <a:pt x="1056449" y="29489"/>
                  </a:lnTo>
                  <a:lnTo>
                    <a:pt x="1036701" y="20154"/>
                  </a:lnTo>
                  <a:close/>
                </a:path>
                <a:path w="1974215" h="1003934">
                  <a:moveTo>
                    <a:pt x="1068451" y="30276"/>
                  </a:moveTo>
                  <a:lnTo>
                    <a:pt x="1046797" y="30276"/>
                  </a:lnTo>
                  <a:lnTo>
                    <a:pt x="1056449" y="50114"/>
                  </a:lnTo>
                  <a:lnTo>
                    <a:pt x="1044130" y="62763"/>
                  </a:lnTo>
                  <a:lnTo>
                    <a:pt x="1067887" y="62763"/>
                  </a:lnTo>
                  <a:lnTo>
                    <a:pt x="1068348" y="36245"/>
                  </a:lnTo>
                  <a:lnTo>
                    <a:pt x="1068451" y="30276"/>
                  </a:lnTo>
                  <a:close/>
                </a:path>
                <a:path w="1974215" h="1003934">
                  <a:moveTo>
                    <a:pt x="1068616" y="20827"/>
                  </a:moveTo>
                  <a:lnTo>
                    <a:pt x="1056449" y="20827"/>
                  </a:lnTo>
                  <a:lnTo>
                    <a:pt x="1056449" y="29489"/>
                  </a:lnTo>
                  <a:lnTo>
                    <a:pt x="1068465" y="29489"/>
                  </a:lnTo>
                  <a:lnTo>
                    <a:pt x="1068616" y="20827"/>
                  </a:lnTo>
                  <a:close/>
                </a:path>
                <a:path w="1974215" h="1003934">
                  <a:moveTo>
                    <a:pt x="1092479" y="20827"/>
                  </a:moveTo>
                  <a:lnTo>
                    <a:pt x="1080134" y="20827"/>
                  </a:lnTo>
                  <a:lnTo>
                    <a:pt x="1080134" y="73202"/>
                  </a:lnTo>
                  <a:lnTo>
                    <a:pt x="1092479" y="73202"/>
                  </a:lnTo>
                  <a:lnTo>
                    <a:pt x="1092479" y="20827"/>
                  </a:lnTo>
                  <a:close/>
                </a:path>
                <a:path w="1974215" h="1003934">
                  <a:moveTo>
                    <a:pt x="1084389" y="0"/>
                  </a:moveTo>
                  <a:lnTo>
                    <a:pt x="1086345" y="13398"/>
                  </a:lnTo>
                  <a:lnTo>
                    <a:pt x="1088326" y="13398"/>
                  </a:lnTo>
                  <a:lnTo>
                    <a:pt x="1084389" y="0"/>
                  </a:lnTo>
                  <a:close/>
                </a:path>
                <a:path w="1974215" h="1003934">
                  <a:moveTo>
                    <a:pt x="1115847" y="20827"/>
                  </a:moveTo>
                  <a:lnTo>
                    <a:pt x="1104049" y="20827"/>
                  </a:lnTo>
                  <a:lnTo>
                    <a:pt x="1104049" y="73202"/>
                  </a:lnTo>
                  <a:lnTo>
                    <a:pt x="1116393" y="73202"/>
                  </a:lnTo>
                  <a:lnTo>
                    <a:pt x="1116393" y="39992"/>
                  </a:lnTo>
                  <a:lnTo>
                    <a:pt x="1133144" y="31572"/>
                  </a:lnTo>
                  <a:lnTo>
                    <a:pt x="1147760" y="31572"/>
                  </a:lnTo>
                  <a:lnTo>
                    <a:pt x="1147260" y="29730"/>
                  </a:lnTo>
                  <a:lnTo>
                    <a:pt x="1116456" y="29730"/>
                  </a:lnTo>
                  <a:lnTo>
                    <a:pt x="1115847" y="20827"/>
                  </a:lnTo>
                  <a:close/>
                </a:path>
                <a:path w="1974215" h="1003934">
                  <a:moveTo>
                    <a:pt x="1147760" y="31572"/>
                  </a:moveTo>
                  <a:lnTo>
                    <a:pt x="1133144" y="31572"/>
                  </a:lnTo>
                  <a:lnTo>
                    <a:pt x="1137665" y="73202"/>
                  </a:lnTo>
                  <a:lnTo>
                    <a:pt x="1150010" y="73202"/>
                  </a:lnTo>
                  <a:lnTo>
                    <a:pt x="1150010" y="39852"/>
                  </a:lnTo>
                  <a:lnTo>
                    <a:pt x="1147760" y="31572"/>
                  </a:lnTo>
                  <a:close/>
                </a:path>
                <a:path w="1974215" h="1003934">
                  <a:moveTo>
                    <a:pt x="1128166" y="20154"/>
                  </a:moveTo>
                  <a:lnTo>
                    <a:pt x="1116456" y="29730"/>
                  </a:lnTo>
                  <a:lnTo>
                    <a:pt x="1147260" y="29730"/>
                  </a:lnTo>
                  <a:lnTo>
                    <a:pt x="1146314" y="26250"/>
                  </a:lnTo>
                  <a:lnTo>
                    <a:pt x="1128166" y="20154"/>
                  </a:lnTo>
                  <a:close/>
                </a:path>
                <a:path w="1974215" h="1003934">
                  <a:moveTo>
                    <a:pt x="1174610" y="21297"/>
                  </a:moveTo>
                  <a:lnTo>
                    <a:pt x="1160208" y="37210"/>
                  </a:lnTo>
                  <a:lnTo>
                    <a:pt x="1164297" y="65633"/>
                  </a:lnTo>
                  <a:lnTo>
                    <a:pt x="1184617" y="74231"/>
                  </a:lnTo>
                  <a:lnTo>
                    <a:pt x="1188681" y="74231"/>
                  </a:lnTo>
                  <a:lnTo>
                    <a:pt x="1201321" y="64046"/>
                  </a:lnTo>
                  <a:lnTo>
                    <a:pt x="1179766" y="64046"/>
                  </a:lnTo>
                  <a:lnTo>
                    <a:pt x="1177151" y="50393"/>
                  </a:lnTo>
                  <a:lnTo>
                    <a:pt x="1164971" y="50393"/>
                  </a:lnTo>
                  <a:lnTo>
                    <a:pt x="1164971" y="42075"/>
                  </a:lnTo>
                  <a:lnTo>
                    <a:pt x="1175558" y="42075"/>
                  </a:lnTo>
                  <a:lnTo>
                    <a:pt x="1174089" y="34404"/>
                  </a:lnTo>
                  <a:lnTo>
                    <a:pt x="1204273" y="34404"/>
                  </a:lnTo>
                  <a:lnTo>
                    <a:pt x="1202969" y="28651"/>
                  </a:lnTo>
                  <a:lnTo>
                    <a:pt x="1174610" y="21297"/>
                  </a:lnTo>
                  <a:close/>
                </a:path>
                <a:path w="1974215" h="1003934">
                  <a:moveTo>
                    <a:pt x="1195870" y="57861"/>
                  </a:moveTo>
                  <a:lnTo>
                    <a:pt x="1179766" y="64046"/>
                  </a:lnTo>
                  <a:lnTo>
                    <a:pt x="1201321" y="64046"/>
                  </a:lnTo>
                  <a:lnTo>
                    <a:pt x="1207388" y="59156"/>
                  </a:lnTo>
                  <a:lnTo>
                    <a:pt x="1195870" y="57861"/>
                  </a:lnTo>
                  <a:close/>
                </a:path>
                <a:path w="1974215" h="1003934">
                  <a:moveTo>
                    <a:pt x="1175558" y="42075"/>
                  </a:moveTo>
                  <a:lnTo>
                    <a:pt x="1164971" y="42075"/>
                  </a:lnTo>
                  <a:lnTo>
                    <a:pt x="1164971" y="50393"/>
                  </a:lnTo>
                  <a:lnTo>
                    <a:pt x="1177151" y="50393"/>
                  </a:lnTo>
                  <a:lnTo>
                    <a:pt x="1175558" y="42075"/>
                  </a:lnTo>
                  <a:close/>
                </a:path>
                <a:path w="1974215" h="1003934">
                  <a:moveTo>
                    <a:pt x="1204273" y="34404"/>
                  </a:moveTo>
                  <a:lnTo>
                    <a:pt x="1174089" y="34404"/>
                  </a:lnTo>
                  <a:lnTo>
                    <a:pt x="1196073" y="42075"/>
                  </a:lnTo>
                  <a:lnTo>
                    <a:pt x="1175558" y="42075"/>
                  </a:lnTo>
                  <a:lnTo>
                    <a:pt x="1177151" y="50393"/>
                  </a:lnTo>
                  <a:lnTo>
                    <a:pt x="1207897" y="50393"/>
                  </a:lnTo>
                  <a:lnTo>
                    <a:pt x="1204273" y="34404"/>
                  </a:lnTo>
                  <a:close/>
                </a:path>
                <a:path w="1974215" h="1003934">
                  <a:moveTo>
                    <a:pt x="1251877" y="20827"/>
                  </a:moveTo>
                  <a:lnTo>
                    <a:pt x="1239913" y="20827"/>
                  </a:lnTo>
                  <a:lnTo>
                    <a:pt x="1239913" y="73202"/>
                  </a:lnTo>
                  <a:lnTo>
                    <a:pt x="1252258" y="73202"/>
                  </a:lnTo>
                  <a:lnTo>
                    <a:pt x="1252258" y="42417"/>
                  </a:lnTo>
                  <a:lnTo>
                    <a:pt x="1262491" y="29565"/>
                  </a:lnTo>
                  <a:lnTo>
                    <a:pt x="1252423" y="29565"/>
                  </a:lnTo>
                  <a:lnTo>
                    <a:pt x="1251877" y="20827"/>
                  </a:lnTo>
                  <a:close/>
                </a:path>
                <a:path w="1974215" h="1003934">
                  <a:moveTo>
                    <a:pt x="1269771" y="20421"/>
                  </a:moveTo>
                  <a:lnTo>
                    <a:pt x="1252423" y="29565"/>
                  </a:lnTo>
                  <a:lnTo>
                    <a:pt x="1262491" y="29565"/>
                  </a:lnTo>
                  <a:lnTo>
                    <a:pt x="1269771" y="20421"/>
                  </a:lnTo>
                  <a:close/>
                </a:path>
                <a:path w="1974215" h="1003934">
                  <a:moveTo>
                    <a:pt x="1287881" y="21297"/>
                  </a:moveTo>
                  <a:lnTo>
                    <a:pt x="1273467" y="37210"/>
                  </a:lnTo>
                  <a:lnTo>
                    <a:pt x="1277556" y="65633"/>
                  </a:lnTo>
                  <a:lnTo>
                    <a:pt x="1297876" y="74231"/>
                  </a:lnTo>
                  <a:lnTo>
                    <a:pt x="1301953" y="74231"/>
                  </a:lnTo>
                  <a:lnTo>
                    <a:pt x="1313899" y="64604"/>
                  </a:lnTo>
                  <a:lnTo>
                    <a:pt x="1295361" y="64604"/>
                  </a:lnTo>
                  <a:lnTo>
                    <a:pt x="1288392" y="50393"/>
                  </a:lnTo>
                  <a:lnTo>
                    <a:pt x="1278242" y="50393"/>
                  </a:lnTo>
                  <a:lnTo>
                    <a:pt x="1278242" y="42075"/>
                  </a:lnTo>
                  <a:lnTo>
                    <a:pt x="1285162" y="42075"/>
                  </a:lnTo>
                  <a:lnTo>
                    <a:pt x="1292669" y="30378"/>
                  </a:lnTo>
                  <a:lnTo>
                    <a:pt x="1316620" y="30378"/>
                  </a:lnTo>
                  <a:lnTo>
                    <a:pt x="1316227" y="28651"/>
                  </a:lnTo>
                  <a:lnTo>
                    <a:pt x="1287881" y="21297"/>
                  </a:lnTo>
                  <a:close/>
                </a:path>
                <a:path w="1974215" h="1003934">
                  <a:moveTo>
                    <a:pt x="1309128" y="57861"/>
                  </a:moveTo>
                  <a:lnTo>
                    <a:pt x="1295361" y="64604"/>
                  </a:lnTo>
                  <a:lnTo>
                    <a:pt x="1313899" y="64604"/>
                  </a:lnTo>
                  <a:lnTo>
                    <a:pt x="1320660" y="59156"/>
                  </a:lnTo>
                  <a:lnTo>
                    <a:pt x="1309128" y="57861"/>
                  </a:lnTo>
                  <a:close/>
                </a:path>
                <a:path w="1974215" h="1003934">
                  <a:moveTo>
                    <a:pt x="1285162" y="42075"/>
                  </a:moveTo>
                  <a:lnTo>
                    <a:pt x="1278242" y="42075"/>
                  </a:lnTo>
                  <a:lnTo>
                    <a:pt x="1278242" y="50393"/>
                  </a:lnTo>
                  <a:lnTo>
                    <a:pt x="1288392" y="50393"/>
                  </a:lnTo>
                  <a:lnTo>
                    <a:pt x="1284681" y="42824"/>
                  </a:lnTo>
                  <a:lnTo>
                    <a:pt x="1285162" y="42075"/>
                  </a:lnTo>
                  <a:close/>
                </a:path>
                <a:path w="1974215" h="1003934">
                  <a:moveTo>
                    <a:pt x="1316620" y="30378"/>
                  </a:moveTo>
                  <a:lnTo>
                    <a:pt x="1292669" y="30378"/>
                  </a:lnTo>
                  <a:lnTo>
                    <a:pt x="1309331" y="42075"/>
                  </a:lnTo>
                  <a:lnTo>
                    <a:pt x="1285162" y="42075"/>
                  </a:lnTo>
                  <a:lnTo>
                    <a:pt x="1284681" y="42824"/>
                  </a:lnTo>
                  <a:lnTo>
                    <a:pt x="1288392" y="50393"/>
                  </a:lnTo>
                  <a:lnTo>
                    <a:pt x="1321168" y="50393"/>
                  </a:lnTo>
                  <a:lnTo>
                    <a:pt x="1316620" y="30378"/>
                  </a:lnTo>
                  <a:close/>
                </a:path>
                <a:path w="1974215" h="1003934">
                  <a:moveTo>
                    <a:pt x="1359534" y="1536"/>
                  </a:moveTo>
                  <a:lnTo>
                    <a:pt x="1339430" y="2997"/>
                  </a:lnTo>
                  <a:lnTo>
                    <a:pt x="1333792" y="73202"/>
                  </a:lnTo>
                  <a:lnTo>
                    <a:pt x="1346161" y="73202"/>
                  </a:lnTo>
                  <a:lnTo>
                    <a:pt x="1346161" y="16713"/>
                  </a:lnTo>
                  <a:lnTo>
                    <a:pt x="1359534" y="1536"/>
                  </a:lnTo>
                  <a:close/>
                </a:path>
                <a:path w="1974215" h="1003934">
                  <a:moveTo>
                    <a:pt x="1337998" y="20827"/>
                  </a:moveTo>
                  <a:lnTo>
                    <a:pt x="1326045" y="20827"/>
                  </a:lnTo>
                  <a:lnTo>
                    <a:pt x="1326045" y="30378"/>
                  </a:lnTo>
                  <a:lnTo>
                    <a:pt x="1337231" y="30378"/>
                  </a:lnTo>
                  <a:lnTo>
                    <a:pt x="1337998" y="20827"/>
                  </a:lnTo>
                  <a:close/>
                </a:path>
                <a:path w="1974215" h="1003934">
                  <a:moveTo>
                    <a:pt x="1357007" y="20827"/>
                  </a:moveTo>
                  <a:lnTo>
                    <a:pt x="1346161" y="20827"/>
                  </a:lnTo>
                  <a:lnTo>
                    <a:pt x="1346161" y="30378"/>
                  </a:lnTo>
                  <a:lnTo>
                    <a:pt x="1357007" y="30378"/>
                  </a:lnTo>
                  <a:lnTo>
                    <a:pt x="1357007" y="20827"/>
                  </a:lnTo>
                  <a:close/>
                </a:path>
                <a:path w="1974215" h="1003934">
                  <a:moveTo>
                    <a:pt x="1377886" y="20827"/>
                  </a:moveTo>
                  <a:lnTo>
                    <a:pt x="1365554" y="20827"/>
                  </a:lnTo>
                  <a:lnTo>
                    <a:pt x="1365554" y="73202"/>
                  </a:lnTo>
                  <a:lnTo>
                    <a:pt x="1377886" y="73202"/>
                  </a:lnTo>
                  <a:lnTo>
                    <a:pt x="1377886" y="20827"/>
                  </a:lnTo>
                  <a:close/>
                </a:path>
                <a:path w="1974215" h="1003934">
                  <a:moveTo>
                    <a:pt x="1369796" y="0"/>
                  </a:moveTo>
                  <a:lnTo>
                    <a:pt x="1371752" y="13398"/>
                  </a:lnTo>
                  <a:lnTo>
                    <a:pt x="1373733" y="13398"/>
                  </a:lnTo>
                  <a:lnTo>
                    <a:pt x="1369796" y="0"/>
                  </a:lnTo>
                  <a:close/>
                </a:path>
                <a:path w="1974215" h="1003934">
                  <a:moveTo>
                    <a:pt x="1401254" y="20827"/>
                  </a:moveTo>
                  <a:lnTo>
                    <a:pt x="1389456" y="20827"/>
                  </a:lnTo>
                  <a:lnTo>
                    <a:pt x="1389456" y="73202"/>
                  </a:lnTo>
                  <a:lnTo>
                    <a:pt x="1401800" y="73202"/>
                  </a:lnTo>
                  <a:lnTo>
                    <a:pt x="1401800" y="39992"/>
                  </a:lnTo>
                  <a:lnTo>
                    <a:pt x="1418551" y="31572"/>
                  </a:lnTo>
                  <a:lnTo>
                    <a:pt x="1433167" y="31572"/>
                  </a:lnTo>
                  <a:lnTo>
                    <a:pt x="1432667" y="29730"/>
                  </a:lnTo>
                  <a:lnTo>
                    <a:pt x="1401864" y="29730"/>
                  </a:lnTo>
                  <a:lnTo>
                    <a:pt x="1401254" y="20827"/>
                  </a:lnTo>
                  <a:close/>
                </a:path>
                <a:path w="1974215" h="1003934">
                  <a:moveTo>
                    <a:pt x="1433167" y="31572"/>
                  </a:moveTo>
                  <a:lnTo>
                    <a:pt x="1418551" y="31572"/>
                  </a:lnTo>
                  <a:lnTo>
                    <a:pt x="1423073" y="73202"/>
                  </a:lnTo>
                  <a:lnTo>
                    <a:pt x="1435417" y="73202"/>
                  </a:lnTo>
                  <a:lnTo>
                    <a:pt x="1435417" y="39852"/>
                  </a:lnTo>
                  <a:lnTo>
                    <a:pt x="1433167" y="31572"/>
                  </a:lnTo>
                  <a:close/>
                </a:path>
                <a:path w="1974215" h="1003934">
                  <a:moveTo>
                    <a:pt x="1413573" y="20154"/>
                  </a:moveTo>
                  <a:lnTo>
                    <a:pt x="1401864" y="29730"/>
                  </a:lnTo>
                  <a:lnTo>
                    <a:pt x="1432667" y="29730"/>
                  </a:lnTo>
                  <a:lnTo>
                    <a:pt x="1431721" y="26250"/>
                  </a:lnTo>
                  <a:lnTo>
                    <a:pt x="1413573" y="20154"/>
                  </a:lnTo>
                  <a:close/>
                </a:path>
                <a:path w="1974215" h="1003934">
                  <a:moveTo>
                    <a:pt x="1460030" y="21297"/>
                  </a:moveTo>
                  <a:lnTo>
                    <a:pt x="1445615" y="37210"/>
                  </a:lnTo>
                  <a:lnTo>
                    <a:pt x="1449704" y="65633"/>
                  </a:lnTo>
                  <a:lnTo>
                    <a:pt x="1470025" y="74231"/>
                  </a:lnTo>
                  <a:lnTo>
                    <a:pt x="1474088" y="74231"/>
                  </a:lnTo>
                  <a:lnTo>
                    <a:pt x="1486728" y="64046"/>
                  </a:lnTo>
                  <a:lnTo>
                    <a:pt x="1465173" y="64046"/>
                  </a:lnTo>
                  <a:lnTo>
                    <a:pt x="1462558" y="50393"/>
                  </a:lnTo>
                  <a:lnTo>
                    <a:pt x="1450390" y="50393"/>
                  </a:lnTo>
                  <a:lnTo>
                    <a:pt x="1450390" y="42075"/>
                  </a:lnTo>
                  <a:lnTo>
                    <a:pt x="1460965" y="42075"/>
                  </a:lnTo>
                  <a:lnTo>
                    <a:pt x="1459496" y="34404"/>
                  </a:lnTo>
                  <a:lnTo>
                    <a:pt x="1489683" y="34404"/>
                  </a:lnTo>
                  <a:lnTo>
                    <a:pt x="1488376" y="28651"/>
                  </a:lnTo>
                  <a:lnTo>
                    <a:pt x="1460030" y="21297"/>
                  </a:lnTo>
                  <a:close/>
                </a:path>
                <a:path w="1974215" h="1003934">
                  <a:moveTo>
                    <a:pt x="1481277" y="57861"/>
                  </a:moveTo>
                  <a:lnTo>
                    <a:pt x="1465173" y="64046"/>
                  </a:lnTo>
                  <a:lnTo>
                    <a:pt x="1486728" y="64046"/>
                  </a:lnTo>
                  <a:lnTo>
                    <a:pt x="1492796" y="59156"/>
                  </a:lnTo>
                  <a:lnTo>
                    <a:pt x="1481277" y="57861"/>
                  </a:lnTo>
                  <a:close/>
                </a:path>
                <a:path w="1974215" h="1003934">
                  <a:moveTo>
                    <a:pt x="1460965" y="42075"/>
                  </a:moveTo>
                  <a:lnTo>
                    <a:pt x="1450390" y="42075"/>
                  </a:lnTo>
                  <a:lnTo>
                    <a:pt x="1450390" y="50393"/>
                  </a:lnTo>
                  <a:lnTo>
                    <a:pt x="1462558" y="50393"/>
                  </a:lnTo>
                  <a:lnTo>
                    <a:pt x="1460965" y="42075"/>
                  </a:lnTo>
                  <a:close/>
                </a:path>
                <a:path w="1974215" h="1003934">
                  <a:moveTo>
                    <a:pt x="1489683" y="34404"/>
                  </a:moveTo>
                  <a:lnTo>
                    <a:pt x="1459496" y="34404"/>
                  </a:lnTo>
                  <a:lnTo>
                    <a:pt x="1481480" y="42075"/>
                  </a:lnTo>
                  <a:lnTo>
                    <a:pt x="1460965" y="42075"/>
                  </a:lnTo>
                  <a:lnTo>
                    <a:pt x="1462558" y="50393"/>
                  </a:lnTo>
                  <a:lnTo>
                    <a:pt x="1493316" y="50393"/>
                  </a:lnTo>
                  <a:lnTo>
                    <a:pt x="1489683" y="34404"/>
                  </a:lnTo>
                  <a:close/>
                </a:path>
                <a:path w="1974215" h="1003934">
                  <a:moveTo>
                    <a:pt x="1514424" y="20827"/>
                  </a:moveTo>
                  <a:lnTo>
                    <a:pt x="1502625" y="20827"/>
                  </a:lnTo>
                  <a:lnTo>
                    <a:pt x="1502625" y="73202"/>
                  </a:lnTo>
                  <a:lnTo>
                    <a:pt x="1514970" y="73202"/>
                  </a:lnTo>
                  <a:lnTo>
                    <a:pt x="1514970" y="41363"/>
                  </a:lnTo>
                  <a:lnTo>
                    <a:pt x="1529308" y="31356"/>
                  </a:lnTo>
                  <a:lnTo>
                    <a:pt x="1575658" y="31356"/>
                  </a:lnTo>
                  <a:lnTo>
                    <a:pt x="1574483" y="29730"/>
                  </a:lnTo>
                  <a:lnTo>
                    <a:pt x="1515046" y="29730"/>
                  </a:lnTo>
                  <a:lnTo>
                    <a:pt x="1514483" y="21678"/>
                  </a:lnTo>
                  <a:lnTo>
                    <a:pt x="1514424" y="20827"/>
                  </a:lnTo>
                  <a:close/>
                </a:path>
                <a:path w="1974215" h="1003934">
                  <a:moveTo>
                    <a:pt x="1559471" y="31356"/>
                  </a:moveTo>
                  <a:lnTo>
                    <a:pt x="1529308" y="31356"/>
                  </a:lnTo>
                  <a:lnTo>
                    <a:pt x="1533385" y="73202"/>
                  </a:lnTo>
                  <a:lnTo>
                    <a:pt x="1545488" y="73202"/>
                  </a:lnTo>
                  <a:lnTo>
                    <a:pt x="1545488" y="37579"/>
                  </a:lnTo>
                  <a:lnTo>
                    <a:pt x="1559471" y="31356"/>
                  </a:lnTo>
                  <a:close/>
                </a:path>
                <a:path w="1974215" h="1003934">
                  <a:moveTo>
                    <a:pt x="1575658" y="31356"/>
                  </a:moveTo>
                  <a:lnTo>
                    <a:pt x="1559590" y="31356"/>
                  </a:lnTo>
                  <a:lnTo>
                    <a:pt x="1563903" y="73202"/>
                  </a:lnTo>
                  <a:lnTo>
                    <a:pt x="1576273" y="73202"/>
                  </a:lnTo>
                  <a:lnTo>
                    <a:pt x="1576273" y="32207"/>
                  </a:lnTo>
                  <a:lnTo>
                    <a:pt x="1575658" y="31356"/>
                  </a:lnTo>
                  <a:close/>
                </a:path>
                <a:path w="1974215" h="1003934">
                  <a:moveTo>
                    <a:pt x="1525993" y="20154"/>
                  </a:moveTo>
                  <a:lnTo>
                    <a:pt x="1515046" y="29730"/>
                  </a:lnTo>
                  <a:lnTo>
                    <a:pt x="1544192" y="29730"/>
                  </a:lnTo>
                  <a:lnTo>
                    <a:pt x="1542643" y="26771"/>
                  </a:lnTo>
                  <a:lnTo>
                    <a:pt x="1525993" y="20154"/>
                  </a:lnTo>
                  <a:close/>
                </a:path>
                <a:path w="1974215" h="1003934">
                  <a:moveTo>
                    <a:pt x="1556118" y="20154"/>
                  </a:moveTo>
                  <a:lnTo>
                    <a:pt x="1544192" y="29730"/>
                  </a:lnTo>
                  <a:lnTo>
                    <a:pt x="1574483" y="29730"/>
                  </a:lnTo>
                  <a:lnTo>
                    <a:pt x="1568665" y="21678"/>
                  </a:lnTo>
                  <a:lnTo>
                    <a:pt x="1556118" y="20154"/>
                  </a:lnTo>
                  <a:close/>
                </a:path>
                <a:path w="1974215" h="1003934">
                  <a:moveTo>
                    <a:pt x="1600860" y="21297"/>
                  </a:moveTo>
                  <a:lnTo>
                    <a:pt x="1586445" y="37210"/>
                  </a:lnTo>
                  <a:lnTo>
                    <a:pt x="1590535" y="65633"/>
                  </a:lnTo>
                  <a:lnTo>
                    <a:pt x="1610855" y="74231"/>
                  </a:lnTo>
                  <a:lnTo>
                    <a:pt x="1614919" y="74231"/>
                  </a:lnTo>
                  <a:lnTo>
                    <a:pt x="1627558" y="64046"/>
                  </a:lnTo>
                  <a:lnTo>
                    <a:pt x="1606003" y="64046"/>
                  </a:lnTo>
                  <a:lnTo>
                    <a:pt x="1603389" y="50393"/>
                  </a:lnTo>
                  <a:lnTo>
                    <a:pt x="1591221" y="50393"/>
                  </a:lnTo>
                  <a:lnTo>
                    <a:pt x="1591221" y="42075"/>
                  </a:lnTo>
                  <a:lnTo>
                    <a:pt x="1601796" y="42075"/>
                  </a:lnTo>
                  <a:lnTo>
                    <a:pt x="1600327" y="34404"/>
                  </a:lnTo>
                  <a:lnTo>
                    <a:pt x="1630514" y="34404"/>
                  </a:lnTo>
                  <a:lnTo>
                    <a:pt x="1629206" y="28651"/>
                  </a:lnTo>
                  <a:lnTo>
                    <a:pt x="1600860" y="21297"/>
                  </a:lnTo>
                  <a:close/>
                </a:path>
                <a:path w="1974215" h="1003934">
                  <a:moveTo>
                    <a:pt x="1622107" y="57861"/>
                  </a:moveTo>
                  <a:lnTo>
                    <a:pt x="1606003" y="64046"/>
                  </a:lnTo>
                  <a:lnTo>
                    <a:pt x="1627558" y="64046"/>
                  </a:lnTo>
                  <a:lnTo>
                    <a:pt x="1633626" y="59156"/>
                  </a:lnTo>
                  <a:lnTo>
                    <a:pt x="1622107" y="57861"/>
                  </a:lnTo>
                  <a:close/>
                </a:path>
                <a:path w="1974215" h="1003934">
                  <a:moveTo>
                    <a:pt x="1601796" y="42075"/>
                  </a:moveTo>
                  <a:lnTo>
                    <a:pt x="1591221" y="42075"/>
                  </a:lnTo>
                  <a:lnTo>
                    <a:pt x="1591221" y="50393"/>
                  </a:lnTo>
                  <a:lnTo>
                    <a:pt x="1603389" y="50393"/>
                  </a:lnTo>
                  <a:lnTo>
                    <a:pt x="1601796" y="42075"/>
                  </a:lnTo>
                  <a:close/>
                </a:path>
                <a:path w="1974215" h="1003934">
                  <a:moveTo>
                    <a:pt x="1630514" y="34404"/>
                  </a:moveTo>
                  <a:lnTo>
                    <a:pt x="1600327" y="34404"/>
                  </a:lnTo>
                  <a:lnTo>
                    <a:pt x="1622310" y="42075"/>
                  </a:lnTo>
                  <a:lnTo>
                    <a:pt x="1601796" y="42075"/>
                  </a:lnTo>
                  <a:lnTo>
                    <a:pt x="1603389" y="50393"/>
                  </a:lnTo>
                  <a:lnTo>
                    <a:pt x="1634147" y="50393"/>
                  </a:lnTo>
                  <a:lnTo>
                    <a:pt x="1630514" y="34404"/>
                  </a:lnTo>
                  <a:close/>
                </a:path>
                <a:path w="1974215" h="1003934">
                  <a:moveTo>
                    <a:pt x="1655254" y="20827"/>
                  </a:moveTo>
                  <a:lnTo>
                    <a:pt x="1643456" y="20827"/>
                  </a:lnTo>
                  <a:lnTo>
                    <a:pt x="1643456" y="73202"/>
                  </a:lnTo>
                  <a:lnTo>
                    <a:pt x="1655800" y="73202"/>
                  </a:lnTo>
                  <a:lnTo>
                    <a:pt x="1655800" y="39992"/>
                  </a:lnTo>
                  <a:lnTo>
                    <a:pt x="1672551" y="31572"/>
                  </a:lnTo>
                  <a:lnTo>
                    <a:pt x="1687167" y="31572"/>
                  </a:lnTo>
                  <a:lnTo>
                    <a:pt x="1686667" y="29730"/>
                  </a:lnTo>
                  <a:lnTo>
                    <a:pt x="1655864" y="29730"/>
                  </a:lnTo>
                  <a:lnTo>
                    <a:pt x="1655254" y="20827"/>
                  </a:lnTo>
                  <a:close/>
                </a:path>
                <a:path w="1974215" h="1003934">
                  <a:moveTo>
                    <a:pt x="1687167" y="31572"/>
                  </a:moveTo>
                  <a:lnTo>
                    <a:pt x="1672551" y="31572"/>
                  </a:lnTo>
                  <a:lnTo>
                    <a:pt x="1677073" y="73202"/>
                  </a:lnTo>
                  <a:lnTo>
                    <a:pt x="1689417" y="73202"/>
                  </a:lnTo>
                  <a:lnTo>
                    <a:pt x="1689417" y="39852"/>
                  </a:lnTo>
                  <a:lnTo>
                    <a:pt x="1687167" y="31572"/>
                  </a:lnTo>
                  <a:close/>
                </a:path>
                <a:path w="1974215" h="1003934">
                  <a:moveTo>
                    <a:pt x="1667573" y="20154"/>
                  </a:moveTo>
                  <a:lnTo>
                    <a:pt x="1655864" y="29730"/>
                  </a:lnTo>
                  <a:lnTo>
                    <a:pt x="1686667" y="29730"/>
                  </a:lnTo>
                  <a:lnTo>
                    <a:pt x="1685721" y="26250"/>
                  </a:lnTo>
                  <a:lnTo>
                    <a:pt x="1667573" y="20154"/>
                  </a:lnTo>
                  <a:close/>
                </a:path>
                <a:path w="1974215" h="1003934">
                  <a:moveTo>
                    <a:pt x="1716658" y="8280"/>
                  </a:moveTo>
                  <a:lnTo>
                    <a:pt x="1704314" y="8280"/>
                  </a:lnTo>
                  <a:lnTo>
                    <a:pt x="1704301" y="62763"/>
                  </a:lnTo>
                  <a:lnTo>
                    <a:pt x="1720684" y="73913"/>
                  </a:lnTo>
                  <a:lnTo>
                    <a:pt x="1716658" y="8280"/>
                  </a:lnTo>
                  <a:close/>
                </a:path>
                <a:path w="1974215" h="1003934">
                  <a:moveTo>
                    <a:pt x="1704311" y="20827"/>
                  </a:moveTo>
                  <a:lnTo>
                    <a:pt x="1696885" y="20827"/>
                  </a:lnTo>
                  <a:lnTo>
                    <a:pt x="1696885" y="30378"/>
                  </a:lnTo>
                  <a:lnTo>
                    <a:pt x="1704309" y="30378"/>
                  </a:lnTo>
                  <a:lnTo>
                    <a:pt x="1704311" y="20827"/>
                  </a:lnTo>
                  <a:close/>
                </a:path>
                <a:path w="1974215" h="1003934">
                  <a:moveTo>
                    <a:pt x="1726996" y="20827"/>
                  </a:moveTo>
                  <a:lnTo>
                    <a:pt x="1717428" y="20827"/>
                  </a:lnTo>
                  <a:lnTo>
                    <a:pt x="1718014" y="30378"/>
                  </a:lnTo>
                  <a:lnTo>
                    <a:pt x="1726996" y="30378"/>
                  </a:lnTo>
                  <a:lnTo>
                    <a:pt x="1726996" y="20827"/>
                  </a:lnTo>
                  <a:close/>
                </a:path>
                <a:path w="1974215" h="1003934">
                  <a:moveTo>
                    <a:pt x="14744" y="137591"/>
                  </a:moveTo>
                  <a:lnTo>
                    <a:pt x="2489" y="155333"/>
                  </a:lnTo>
                  <a:lnTo>
                    <a:pt x="17500" y="167589"/>
                  </a:lnTo>
                  <a:lnTo>
                    <a:pt x="20269" y="167589"/>
                  </a:lnTo>
                  <a:lnTo>
                    <a:pt x="32499" y="149821"/>
                  </a:lnTo>
                  <a:lnTo>
                    <a:pt x="14744" y="137591"/>
                  </a:lnTo>
                  <a:close/>
                </a:path>
                <a:path w="1974215" h="1003934">
                  <a:moveTo>
                    <a:pt x="69748" y="117678"/>
                  </a:moveTo>
                  <a:lnTo>
                    <a:pt x="69748" y="187502"/>
                  </a:lnTo>
                  <a:lnTo>
                    <a:pt x="98005" y="187502"/>
                  </a:lnTo>
                  <a:lnTo>
                    <a:pt x="114833" y="183349"/>
                  </a:lnTo>
                  <a:lnTo>
                    <a:pt x="117274" y="176936"/>
                  </a:lnTo>
                  <a:lnTo>
                    <a:pt x="82397" y="176936"/>
                  </a:lnTo>
                  <a:lnTo>
                    <a:pt x="82397" y="156476"/>
                  </a:lnTo>
                  <a:lnTo>
                    <a:pt x="112556" y="156476"/>
                  </a:lnTo>
                  <a:lnTo>
                    <a:pt x="106908" y="151333"/>
                  </a:lnTo>
                  <a:lnTo>
                    <a:pt x="109181" y="150101"/>
                  </a:lnTo>
                  <a:lnTo>
                    <a:pt x="109778" y="147370"/>
                  </a:lnTo>
                  <a:lnTo>
                    <a:pt x="82397" y="147370"/>
                  </a:lnTo>
                  <a:lnTo>
                    <a:pt x="82397" y="128104"/>
                  </a:lnTo>
                  <a:lnTo>
                    <a:pt x="113988" y="128104"/>
                  </a:lnTo>
                  <a:lnTo>
                    <a:pt x="114934" y="123774"/>
                  </a:lnTo>
                  <a:lnTo>
                    <a:pt x="69748" y="117678"/>
                  </a:lnTo>
                  <a:close/>
                </a:path>
                <a:path w="1974215" h="1003934">
                  <a:moveTo>
                    <a:pt x="112556" y="156476"/>
                  </a:moveTo>
                  <a:lnTo>
                    <a:pt x="98958" y="156476"/>
                  </a:lnTo>
                  <a:lnTo>
                    <a:pt x="107962" y="172529"/>
                  </a:lnTo>
                  <a:lnTo>
                    <a:pt x="82397" y="176936"/>
                  </a:lnTo>
                  <a:lnTo>
                    <a:pt x="117274" y="176936"/>
                  </a:lnTo>
                  <a:lnTo>
                    <a:pt x="121843" y="164934"/>
                  </a:lnTo>
                  <a:lnTo>
                    <a:pt x="112556" y="156476"/>
                  </a:lnTo>
                  <a:close/>
                </a:path>
                <a:path w="1974215" h="1003934">
                  <a:moveTo>
                    <a:pt x="113988" y="128104"/>
                  </a:moveTo>
                  <a:lnTo>
                    <a:pt x="98907" y="128104"/>
                  </a:lnTo>
                  <a:lnTo>
                    <a:pt x="106464" y="137413"/>
                  </a:lnTo>
                  <a:lnTo>
                    <a:pt x="82397" y="147370"/>
                  </a:lnTo>
                  <a:lnTo>
                    <a:pt x="109778" y="147370"/>
                  </a:lnTo>
                  <a:lnTo>
                    <a:pt x="113988" y="128104"/>
                  </a:lnTo>
                  <a:close/>
                </a:path>
                <a:path w="1974215" h="1003934">
                  <a:moveTo>
                    <a:pt x="168696" y="143890"/>
                  </a:moveTo>
                  <a:lnTo>
                    <a:pt x="155549" y="143890"/>
                  </a:lnTo>
                  <a:lnTo>
                    <a:pt x="161556" y="151980"/>
                  </a:lnTo>
                  <a:lnTo>
                    <a:pt x="148602" y="156883"/>
                  </a:lnTo>
                  <a:lnTo>
                    <a:pt x="129489" y="179120"/>
                  </a:lnTo>
                  <a:lnTo>
                    <a:pt x="146253" y="188556"/>
                  </a:lnTo>
                  <a:lnTo>
                    <a:pt x="162039" y="187502"/>
                  </a:lnTo>
                  <a:lnTo>
                    <a:pt x="173901" y="187502"/>
                  </a:lnTo>
                  <a:lnTo>
                    <a:pt x="173778" y="179489"/>
                  </a:lnTo>
                  <a:lnTo>
                    <a:pt x="149453" y="179489"/>
                  </a:lnTo>
                  <a:lnTo>
                    <a:pt x="140627" y="172605"/>
                  </a:lnTo>
                  <a:lnTo>
                    <a:pt x="161594" y="168719"/>
                  </a:lnTo>
                  <a:lnTo>
                    <a:pt x="173613" y="168719"/>
                  </a:lnTo>
                  <a:lnTo>
                    <a:pt x="173431" y="156883"/>
                  </a:lnTo>
                  <a:lnTo>
                    <a:pt x="173309" y="148907"/>
                  </a:lnTo>
                  <a:lnTo>
                    <a:pt x="173266" y="146075"/>
                  </a:lnTo>
                  <a:lnTo>
                    <a:pt x="168696" y="143890"/>
                  </a:lnTo>
                  <a:close/>
                </a:path>
                <a:path w="1974215" h="1003934">
                  <a:moveTo>
                    <a:pt x="173613" y="168719"/>
                  </a:moveTo>
                  <a:lnTo>
                    <a:pt x="161594" y="168719"/>
                  </a:lnTo>
                  <a:lnTo>
                    <a:pt x="149453" y="179489"/>
                  </a:lnTo>
                  <a:lnTo>
                    <a:pt x="173778" y="179489"/>
                  </a:lnTo>
                  <a:lnTo>
                    <a:pt x="173672" y="172605"/>
                  </a:lnTo>
                  <a:lnTo>
                    <a:pt x="173613" y="168719"/>
                  </a:lnTo>
                  <a:close/>
                </a:path>
                <a:path w="1974215" h="1003934">
                  <a:moveTo>
                    <a:pt x="148958" y="134454"/>
                  </a:moveTo>
                  <a:lnTo>
                    <a:pt x="130428" y="148907"/>
                  </a:lnTo>
                  <a:lnTo>
                    <a:pt x="141947" y="150545"/>
                  </a:lnTo>
                  <a:lnTo>
                    <a:pt x="155549" y="143890"/>
                  </a:lnTo>
                  <a:lnTo>
                    <a:pt x="168696" y="143890"/>
                  </a:lnTo>
                  <a:lnTo>
                    <a:pt x="148958" y="134454"/>
                  </a:lnTo>
                  <a:close/>
                </a:path>
                <a:path w="1974215" h="1003934">
                  <a:moveTo>
                    <a:pt x="198412" y="135597"/>
                  </a:moveTo>
                  <a:lnTo>
                    <a:pt x="183959" y="151510"/>
                  </a:lnTo>
                  <a:lnTo>
                    <a:pt x="187959" y="179616"/>
                  </a:lnTo>
                  <a:lnTo>
                    <a:pt x="208025" y="188531"/>
                  </a:lnTo>
                  <a:lnTo>
                    <a:pt x="216230" y="187731"/>
                  </a:lnTo>
                  <a:lnTo>
                    <a:pt x="223503" y="178473"/>
                  </a:lnTo>
                  <a:lnTo>
                    <a:pt x="205562" y="178473"/>
                  </a:lnTo>
                  <a:lnTo>
                    <a:pt x="195973" y="154774"/>
                  </a:lnTo>
                  <a:lnTo>
                    <a:pt x="211112" y="144411"/>
                  </a:lnTo>
                  <a:lnTo>
                    <a:pt x="226781" y="144411"/>
                  </a:lnTo>
                  <a:lnTo>
                    <a:pt x="225171" y="140538"/>
                  </a:lnTo>
                  <a:lnTo>
                    <a:pt x="198412" y="135597"/>
                  </a:lnTo>
                  <a:close/>
                </a:path>
                <a:path w="1974215" h="1003934">
                  <a:moveTo>
                    <a:pt x="230466" y="169608"/>
                  </a:moveTo>
                  <a:lnTo>
                    <a:pt x="218668" y="169608"/>
                  </a:lnTo>
                  <a:lnTo>
                    <a:pt x="205562" y="178473"/>
                  </a:lnTo>
                  <a:lnTo>
                    <a:pt x="223503" y="178473"/>
                  </a:lnTo>
                  <a:lnTo>
                    <a:pt x="230466" y="169608"/>
                  </a:lnTo>
                  <a:close/>
                </a:path>
                <a:path w="1974215" h="1003934">
                  <a:moveTo>
                    <a:pt x="226781" y="144411"/>
                  </a:moveTo>
                  <a:lnTo>
                    <a:pt x="211112" y="144411"/>
                  </a:lnTo>
                  <a:lnTo>
                    <a:pt x="218668" y="153276"/>
                  </a:lnTo>
                  <a:lnTo>
                    <a:pt x="230466" y="153276"/>
                  </a:lnTo>
                  <a:lnTo>
                    <a:pt x="226781" y="144411"/>
                  </a:lnTo>
                  <a:close/>
                </a:path>
                <a:path w="1974215" h="1003934">
                  <a:moveTo>
                    <a:pt x="251815" y="117678"/>
                  </a:moveTo>
                  <a:lnTo>
                    <a:pt x="239471" y="117678"/>
                  </a:lnTo>
                  <a:lnTo>
                    <a:pt x="239471" y="187502"/>
                  </a:lnTo>
                  <a:lnTo>
                    <a:pt x="251815" y="187502"/>
                  </a:lnTo>
                  <a:lnTo>
                    <a:pt x="251815" y="171068"/>
                  </a:lnTo>
                  <a:lnTo>
                    <a:pt x="250723" y="171068"/>
                  </a:lnTo>
                  <a:lnTo>
                    <a:pt x="250685" y="156171"/>
                  </a:lnTo>
                  <a:lnTo>
                    <a:pt x="251815" y="155028"/>
                  </a:lnTo>
                  <a:lnTo>
                    <a:pt x="251815" y="117678"/>
                  </a:lnTo>
                  <a:close/>
                </a:path>
                <a:path w="1974215" h="1003934">
                  <a:moveTo>
                    <a:pt x="264830" y="156661"/>
                  </a:moveTo>
                  <a:lnTo>
                    <a:pt x="256425" y="165245"/>
                  </a:lnTo>
                  <a:lnTo>
                    <a:pt x="272338" y="187502"/>
                  </a:lnTo>
                  <a:lnTo>
                    <a:pt x="287108" y="187502"/>
                  </a:lnTo>
                  <a:lnTo>
                    <a:pt x="264830" y="156661"/>
                  </a:lnTo>
                  <a:close/>
                </a:path>
                <a:path w="1974215" h="1003934">
                  <a:moveTo>
                    <a:pt x="251815" y="155028"/>
                  </a:moveTo>
                  <a:lnTo>
                    <a:pt x="250685" y="156171"/>
                  </a:lnTo>
                  <a:lnTo>
                    <a:pt x="250723" y="171068"/>
                  </a:lnTo>
                  <a:lnTo>
                    <a:pt x="251815" y="169953"/>
                  </a:lnTo>
                  <a:lnTo>
                    <a:pt x="251815" y="155028"/>
                  </a:lnTo>
                  <a:close/>
                </a:path>
                <a:path w="1974215" h="1003934">
                  <a:moveTo>
                    <a:pt x="251815" y="169953"/>
                  </a:moveTo>
                  <a:lnTo>
                    <a:pt x="250723" y="171068"/>
                  </a:lnTo>
                  <a:lnTo>
                    <a:pt x="251815" y="171068"/>
                  </a:lnTo>
                  <a:lnTo>
                    <a:pt x="251815" y="169953"/>
                  </a:lnTo>
                  <a:close/>
                </a:path>
                <a:path w="1974215" h="1003934">
                  <a:moveTo>
                    <a:pt x="285915" y="135127"/>
                  </a:moveTo>
                  <a:lnTo>
                    <a:pt x="271487" y="135127"/>
                  </a:lnTo>
                  <a:lnTo>
                    <a:pt x="251815" y="155028"/>
                  </a:lnTo>
                  <a:lnTo>
                    <a:pt x="251815" y="169953"/>
                  </a:lnTo>
                  <a:lnTo>
                    <a:pt x="256425" y="165245"/>
                  </a:lnTo>
                  <a:lnTo>
                    <a:pt x="255295" y="163664"/>
                  </a:lnTo>
                  <a:lnTo>
                    <a:pt x="263565" y="155028"/>
                  </a:lnTo>
                  <a:lnTo>
                    <a:pt x="266429" y="155028"/>
                  </a:lnTo>
                  <a:lnTo>
                    <a:pt x="285915" y="135127"/>
                  </a:lnTo>
                  <a:close/>
                </a:path>
                <a:path w="1974215" h="1003934">
                  <a:moveTo>
                    <a:pt x="263650" y="155028"/>
                  </a:moveTo>
                  <a:lnTo>
                    <a:pt x="262470" y="156171"/>
                  </a:lnTo>
                  <a:lnTo>
                    <a:pt x="255295" y="163664"/>
                  </a:lnTo>
                  <a:lnTo>
                    <a:pt x="256425" y="165245"/>
                  </a:lnTo>
                  <a:lnTo>
                    <a:pt x="264830" y="156661"/>
                  </a:lnTo>
                  <a:lnTo>
                    <a:pt x="263650" y="155028"/>
                  </a:lnTo>
                  <a:close/>
                </a:path>
                <a:path w="1974215" h="1003934">
                  <a:moveTo>
                    <a:pt x="266429" y="155028"/>
                  </a:moveTo>
                  <a:lnTo>
                    <a:pt x="263650" y="155028"/>
                  </a:lnTo>
                  <a:lnTo>
                    <a:pt x="264830" y="156661"/>
                  </a:lnTo>
                  <a:lnTo>
                    <a:pt x="266429" y="155028"/>
                  </a:lnTo>
                  <a:close/>
                </a:path>
                <a:path w="1974215" h="1003934">
                  <a:moveTo>
                    <a:pt x="304037" y="135597"/>
                  </a:moveTo>
                  <a:lnTo>
                    <a:pt x="289623" y="151510"/>
                  </a:lnTo>
                  <a:lnTo>
                    <a:pt x="293712" y="179933"/>
                  </a:lnTo>
                  <a:lnTo>
                    <a:pt x="314032" y="188531"/>
                  </a:lnTo>
                  <a:lnTo>
                    <a:pt x="318109" y="188531"/>
                  </a:lnTo>
                  <a:lnTo>
                    <a:pt x="330055" y="178904"/>
                  </a:lnTo>
                  <a:lnTo>
                    <a:pt x="311530" y="178904"/>
                  </a:lnTo>
                  <a:lnTo>
                    <a:pt x="304553" y="164693"/>
                  </a:lnTo>
                  <a:lnTo>
                    <a:pt x="294398" y="164693"/>
                  </a:lnTo>
                  <a:lnTo>
                    <a:pt x="294398" y="156375"/>
                  </a:lnTo>
                  <a:lnTo>
                    <a:pt x="301318" y="156375"/>
                  </a:lnTo>
                  <a:lnTo>
                    <a:pt x="308825" y="144678"/>
                  </a:lnTo>
                  <a:lnTo>
                    <a:pt x="332788" y="144678"/>
                  </a:lnTo>
                  <a:lnTo>
                    <a:pt x="332397" y="142951"/>
                  </a:lnTo>
                  <a:lnTo>
                    <a:pt x="304037" y="135597"/>
                  </a:lnTo>
                  <a:close/>
                </a:path>
                <a:path w="1974215" h="1003934">
                  <a:moveTo>
                    <a:pt x="325285" y="172161"/>
                  </a:moveTo>
                  <a:lnTo>
                    <a:pt x="311530" y="178904"/>
                  </a:lnTo>
                  <a:lnTo>
                    <a:pt x="330055" y="178904"/>
                  </a:lnTo>
                  <a:lnTo>
                    <a:pt x="336816" y="173456"/>
                  </a:lnTo>
                  <a:lnTo>
                    <a:pt x="325285" y="172161"/>
                  </a:lnTo>
                  <a:close/>
                </a:path>
                <a:path w="1974215" h="1003934">
                  <a:moveTo>
                    <a:pt x="301318" y="156375"/>
                  </a:moveTo>
                  <a:lnTo>
                    <a:pt x="294398" y="156375"/>
                  </a:lnTo>
                  <a:lnTo>
                    <a:pt x="294398" y="164693"/>
                  </a:lnTo>
                  <a:lnTo>
                    <a:pt x="304553" y="164693"/>
                  </a:lnTo>
                  <a:lnTo>
                    <a:pt x="300837" y="157124"/>
                  </a:lnTo>
                  <a:lnTo>
                    <a:pt x="301318" y="156375"/>
                  </a:lnTo>
                  <a:close/>
                </a:path>
                <a:path w="1974215" h="1003934">
                  <a:moveTo>
                    <a:pt x="332788" y="144678"/>
                  </a:moveTo>
                  <a:lnTo>
                    <a:pt x="308825" y="144678"/>
                  </a:lnTo>
                  <a:lnTo>
                    <a:pt x="325488" y="156375"/>
                  </a:lnTo>
                  <a:lnTo>
                    <a:pt x="301318" y="156375"/>
                  </a:lnTo>
                  <a:lnTo>
                    <a:pt x="300837" y="157124"/>
                  </a:lnTo>
                  <a:lnTo>
                    <a:pt x="304553" y="164693"/>
                  </a:lnTo>
                  <a:lnTo>
                    <a:pt x="337324" y="164693"/>
                  </a:lnTo>
                  <a:lnTo>
                    <a:pt x="332788" y="144678"/>
                  </a:lnTo>
                  <a:close/>
                </a:path>
                <a:path w="1974215" h="1003934">
                  <a:moveTo>
                    <a:pt x="358432" y="135127"/>
                  </a:moveTo>
                  <a:lnTo>
                    <a:pt x="346646" y="135127"/>
                  </a:lnTo>
                  <a:lnTo>
                    <a:pt x="346646" y="187502"/>
                  </a:lnTo>
                  <a:lnTo>
                    <a:pt x="358978" y="187502"/>
                  </a:lnTo>
                  <a:lnTo>
                    <a:pt x="358978" y="154292"/>
                  </a:lnTo>
                  <a:lnTo>
                    <a:pt x="375742" y="145872"/>
                  </a:lnTo>
                  <a:lnTo>
                    <a:pt x="390357" y="145872"/>
                  </a:lnTo>
                  <a:lnTo>
                    <a:pt x="389857" y="144030"/>
                  </a:lnTo>
                  <a:lnTo>
                    <a:pt x="359054" y="144030"/>
                  </a:lnTo>
                  <a:lnTo>
                    <a:pt x="358432" y="135127"/>
                  </a:lnTo>
                  <a:close/>
                </a:path>
                <a:path w="1974215" h="1003934">
                  <a:moveTo>
                    <a:pt x="390357" y="145872"/>
                  </a:moveTo>
                  <a:lnTo>
                    <a:pt x="375742" y="145872"/>
                  </a:lnTo>
                  <a:lnTo>
                    <a:pt x="380263" y="187502"/>
                  </a:lnTo>
                  <a:lnTo>
                    <a:pt x="392607" y="187502"/>
                  </a:lnTo>
                  <a:lnTo>
                    <a:pt x="392607" y="154152"/>
                  </a:lnTo>
                  <a:lnTo>
                    <a:pt x="390357" y="145872"/>
                  </a:lnTo>
                  <a:close/>
                </a:path>
                <a:path w="1974215" h="1003934">
                  <a:moveTo>
                    <a:pt x="370763" y="134454"/>
                  </a:moveTo>
                  <a:lnTo>
                    <a:pt x="359054" y="144030"/>
                  </a:lnTo>
                  <a:lnTo>
                    <a:pt x="389857" y="144030"/>
                  </a:lnTo>
                  <a:lnTo>
                    <a:pt x="388912" y="140550"/>
                  </a:lnTo>
                  <a:lnTo>
                    <a:pt x="370763" y="134454"/>
                  </a:lnTo>
                  <a:close/>
                </a:path>
                <a:path w="1974215" h="1003934">
                  <a:moveTo>
                    <a:pt x="419468" y="134454"/>
                  </a:moveTo>
                  <a:lnTo>
                    <a:pt x="402831" y="150660"/>
                  </a:lnTo>
                  <a:lnTo>
                    <a:pt x="406590" y="180073"/>
                  </a:lnTo>
                  <a:lnTo>
                    <a:pt x="423456" y="188417"/>
                  </a:lnTo>
                  <a:lnTo>
                    <a:pt x="439204" y="187502"/>
                  </a:lnTo>
                  <a:lnTo>
                    <a:pt x="451345" y="187502"/>
                  </a:lnTo>
                  <a:lnTo>
                    <a:pt x="451345" y="178295"/>
                  </a:lnTo>
                  <a:lnTo>
                    <a:pt x="424192" y="178295"/>
                  </a:lnTo>
                  <a:lnTo>
                    <a:pt x="414451" y="158064"/>
                  </a:lnTo>
                  <a:lnTo>
                    <a:pt x="429564" y="144576"/>
                  </a:lnTo>
                  <a:lnTo>
                    <a:pt x="451345" y="144576"/>
                  </a:lnTo>
                  <a:lnTo>
                    <a:pt x="451345" y="143789"/>
                  </a:lnTo>
                  <a:lnTo>
                    <a:pt x="438975" y="143789"/>
                  </a:lnTo>
                  <a:lnTo>
                    <a:pt x="419468" y="134454"/>
                  </a:lnTo>
                  <a:close/>
                </a:path>
                <a:path w="1974215" h="1003934">
                  <a:moveTo>
                    <a:pt x="451345" y="144576"/>
                  </a:moveTo>
                  <a:lnTo>
                    <a:pt x="429564" y="144576"/>
                  </a:lnTo>
                  <a:lnTo>
                    <a:pt x="439204" y="164706"/>
                  </a:lnTo>
                  <a:lnTo>
                    <a:pt x="426897" y="178295"/>
                  </a:lnTo>
                  <a:lnTo>
                    <a:pt x="451345" y="178295"/>
                  </a:lnTo>
                  <a:lnTo>
                    <a:pt x="451345" y="144576"/>
                  </a:lnTo>
                  <a:close/>
                </a:path>
                <a:path w="1974215" h="1003934">
                  <a:moveTo>
                    <a:pt x="451345" y="117678"/>
                  </a:moveTo>
                  <a:lnTo>
                    <a:pt x="438975" y="117678"/>
                  </a:lnTo>
                  <a:lnTo>
                    <a:pt x="438975" y="143789"/>
                  </a:lnTo>
                  <a:lnTo>
                    <a:pt x="451345" y="143789"/>
                  </a:lnTo>
                  <a:lnTo>
                    <a:pt x="451345" y="117678"/>
                  </a:lnTo>
                  <a:close/>
                </a:path>
                <a:path w="1974215" h="1003934">
                  <a:moveTo>
                    <a:pt x="498411" y="135127"/>
                  </a:moveTo>
                  <a:lnTo>
                    <a:pt x="486067" y="135127"/>
                  </a:lnTo>
                  <a:lnTo>
                    <a:pt x="486067" y="187502"/>
                  </a:lnTo>
                  <a:lnTo>
                    <a:pt x="498411" y="187502"/>
                  </a:lnTo>
                  <a:lnTo>
                    <a:pt x="498411" y="135127"/>
                  </a:lnTo>
                  <a:close/>
                </a:path>
                <a:path w="1974215" h="1003934">
                  <a:moveTo>
                    <a:pt x="490321" y="114299"/>
                  </a:moveTo>
                  <a:lnTo>
                    <a:pt x="492264" y="127698"/>
                  </a:lnTo>
                  <a:lnTo>
                    <a:pt x="494245" y="127698"/>
                  </a:lnTo>
                  <a:lnTo>
                    <a:pt x="490321" y="114299"/>
                  </a:lnTo>
                  <a:close/>
                </a:path>
                <a:path w="1974215" h="1003934">
                  <a:moveTo>
                    <a:pt x="521766" y="135127"/>
                  </a:moveTo>
                  <a:lnTo>
                    <a:pt x="509968" y="135127"/>
                  </a:lnTo>
                  <a:lnTo>
                    <a:pt x="509968" y="187502"/>
                  </a:lnTo>
                  <a:lnTo>
                    <a:pt x="522312" y="187502"/>
                  </a:lnTo>
                  <a:lnTo>
                    <a:pt x="522312" y="154292"/>
                  </a:lnTo>
                  <a:lnTo>
                    <a:pt x="539064" y="145872"/>
                  </a:lnTo>
                  <a:lnTo>
                    <a:pt x="553687" y="145872"/>
                  </a:lnTo>
                  <a:lnTo>
                    <a:pt x="553189" y="144030"/>
                  </a:lnTo>
                  <a:lnTo>
                    <a:pt x="522389" y="144030"/>
                  </a:lnTo>
                  <a:lnTo>
                    <a:pt x="521766" y="135127"/>
                  </a:lnTo>
                  <a:close/>
                </a:path>
                <a:path w="1974215" h="1003934">
                  <a:moveTo>
                    <a:pt x="553687" y="145872"/>
                  </a:moveTo>
                  <a:lnTo>
                    <a:pt x="539064" y="145872"/>
                  </a:lnTo>
                  <a:lnTo>
                    <a:pt x="543598" y="187502"/>
                  </a:lnTo>
                  <a:lnTo>
                    <a:pt x="555929" y="187502"/>
                  </a:lnTo>
                  <a:lnTo>
                    <a:pt x="555929" y="154152"/>
                  </a:lnTo>
                  <a:lnTo>
                    <a:pt x="553687" y="145872"/>
                  </a:lnTo>
                  <a:close/>
                </a:path>
                <a:path w="1974215" h="1003934">
                  <a:moveTo>
                    <a:pt x="534085" y="134454"/>
                  </a:moveTo>
                  <a:lnTo>
                    <a:pt x="522389" y="144030"/>
                  </a:lnTo>
                  <a:lnTo>
                    <a:pt x="553189" y="144030"/>
                  </a:lnTo>
                  <a:lnTo>
                    <a:pt x="552246" y="140550"/>
                  </a:lnTo>
                  <a:lnTo>
                    <a:pt x="534085" y="134454"/>
                  </a:lnTo>
                  <a:close/>
                </a:path>
                <a:path w="1974215" h="1003934">
                  <a:moveTo>
                    <a:pt x="583171" y="122580"/>
                  </a:moveTo>
                  <a:lnTo>
                    <a:pt x="570839" y="122580"/>
                  </a:lnTo>
                  <a:lnTo>
                    <a:pt x="570814" y="177063"/>
                  </a:lnTo>
                  <a:lnTo>
                    <a:pt x="587197" y="188213"/>
                  </a:lnTo>
                  <a:lnTo>
                    <a:pt x="583171" y="122580"/>
                  </a:lnTo>
                  <a:close/>
                </a:path>
                <a:path w="1974215" h="1003934">
                  <a:moveTo>
                    <a:pt x="570833" y="135127"/>
                  </a:moveTo>
                  <a:lnTo>
                    <a:pt x="563397" y="135127"/>
                  </a:lnTo>
                  <a:lnTo>
                    <a:pt x="563397" y="144678"/>
                  </a:lnTo>
                  <a:lnTo>
                    <a:pt x="570829" y="144678"/>
                  </a:lnTo>
                  <a:lnTo>
                    <a:pt x="570833" y="135127"/>
                  </a:lnTo>
                  <a:close/>
                </a:path>
                <a:path w="1974215" h="1003934">
                  <a:moveTo>
                    <a:pt x="593509" y="135127"/>
                  </a:moveTo>
                  <a:lnTo>
                    <a:pt x="583940" y="135127"/>
                  </a:lnTo>
                  <a:lnTo>
                    <a:pt x="584526" y="144678"/>
                  </a:lnTo>
                  <a:lnTo>
                    <a:pt x="593509" y="144678"/>
                  </a:lnTo>
                  <a:lnTo>
                    <a:pt x="593509" y="135127"/>
                  </a:lnTo>
                  <a:close/>
                </a:path>
                <a:path w="1974215" h="1003934">
                  <a:moveTo>
                    <a:pt x="615327" y="135597"/>
                  </a:moveTo>
                  <a:lnTo>
                    <a:pt x="600913" y="151510"/>
                  </a:lnTo>
                  <a:lnTo>
                    <a:pt x="605002" y="179933"/>
                  </a:lnTo>
                  <a:lnTo>
                    <a:pt x="625322" y="188531"/>
                  </a:lnTo>
                  <a:lnTo>
                    <a:pt x="629399" y="188531"/>
                  </a:lnTo>
                  <a:lnTo>
                    <a:pt x="641345" y="178904"/>
                  </a:lnTo>
                  <a:lnTo>
                    <a:pt x="622820" y="178904"/>
                  </a:lnTo>
                  <a:lnTo>
                    <a:pt x="615843" y="164693"/>
                  </a:lnTo>
                  <a:lnTo>
                    <a:pt x="605688" y="164693"/>
                  </a:lnTo>
                  <a:lnTo>
                    <a:pt x="605688" y="156375"/>
                  </a:lnTo>
                  <a:lnTo>
                    <a:pt x="612608" y="156375"/>
                  </a:lnTo>
                  <a:lnTo>
                    <a:pt x="620115" y="144678"/>
                  </a:lnTo>
                  <a:lnTo>
                    <a:pt x="644078" y="144678"/>
                  </a:lnTo>
                  <a:lnTo>
                    <a:pt x="643686" y="142951"/>
                  </a:lnTo>
                  <a:lnTo>
                    <a:pt x="615327" y="135597"/>
                  </a:lnTo>
                  <a:close/>
                </a:path>
                <a:path w="1974215" h="1003934">
                  <a:moveTo>
                    <a:pt x="636574" y="172161"/>
                  </a:moveTo>
                  <a:lnTo>
                    <a:pt x="622820" y="178904"/>
                  </a:lnTo>
                  <a:lnTo>
                    <a:pt x="641345" y="178904"/>
                  </a:lnTo>
                  <a:lnTo>
                    <a:pt x="648106" y="173456"/>
                  </a:lnTo>
                  <a:lnTo>
                    <a:pt x="636574" y="172161"/>
                  </a:lnTo>
                  <a:close/>
                </a:path>
                <a:path w="1974215" h="1003934">
                  <a:moveTo>
                    <a:pt x="612608" y="156375"/>
                  </a:moveTo>
                  <a:lnTo>
                    <a:pt x="605688" y="156375"/>
                  </a:lnTo>
                  <a:lnTo>
                    <a:pt x="605688" y="164693"/>
                  </a:lnTo>
                  <a:lnTo>
                    <a:pt x="615843" y="164693"/>
                  </a:lnTo>
                  <a:lnTo>
                    <a:pt x="612127" y="157124"/>
                  </a:lnTo>
                  <a:lnTo>
                    <a:pt x="612608" y="156375"/>
                  </a:lnTo>
                  <a:close/>
                </a:path>
                <a:path w="1974215" h="1003934">
                  <a:moveTo>
                    <a:pt x="644078" y="144678"/>
                  </a:moveTo>
                  <a:lnTo>
                    <a:pt x="620115" y="144678"/>
                  </a:lnTo>
                  <a:lnTo>
                    <a:pt x="636777" y="156375"/>
                  </a:lnTo>
                  <a:lnTo>
                    <a:pt x="612608" y="156375"/>
                  </a:lnTo>
                  <a:lnTo>
                    <a:pt x="612127" y="157124"/>
                  </a:lnTo>
                  <a:lnTo>
                    <a:pt x="615843" y="164693"/>
                  </a:lnTo>
                  <a:lnTo>
                    <a:pt x="648614" y="164693"/>
                  </a:lnTo>
                  <a:lnTo>
                    <a:pt x="644078" y="144678"/>
                  </a:lnTo>
                  <a:close/>
                </a:path>
                <a:path w="1974215" h="1003934">
                  <a:moveTo>
                    <a:pt x="669721" y="135483"/>
                  </a:moveTo>
                  <a:lnTo>
                    <a:pt x="655777" y="155397"/>
                  </a:lnTo>
                  <a:lnTo>
                    <a:pt x="663168" y="182016"/>
                  </a:lnTo>
                  <a:lnTo>
                    <a:pt x="686828" y="184480"/>
                  </a:lnTo>
                  <a:lnTo>
                    <a:pt x="691896" y="194652"/>
                  </a:lnTo>
                  <a:lnTo>
                    <a:pt x="657593" y="195008"/>
                  </a:lnTo>
                  <a:lnTo>
                    <a:pt x="680707" y="208229"/>
                  </a:lnTo>
                  <a:lnTo>
                    <a:pt x="685406" y="208229"/>
                  </a:lnTo>
                  <a:lnTo>
                    <a:pt x="704214" y="196532"/>
                  </a:lnTo>
                  <a:lnTo>
                    <a:pt x="704426" y="184480"/>
                  </a:lnTo>
                  <a:lnTo>
                    <a:pt x="704470" y="182016"/>
                  </a:lnTo>
                  <a:lnTo>
                    <a:pt x="704557" y="177063"/>
                  </a:lnTo>
                  <a:lnTo>
                    <a:pt x="678103" y="177063"/>
                  </a:lnTo>
                  <a:lnTo>
                    <a:pt x="668362" y="157924"/>
                  </a:lnTo>
                  <a:lnTo>
                    <a:pt x="683463" y="144576"/>
                  </a:lnTo>
                  <a:lnTo>
                    <a:pt x="705128" y="144576"/>
                  </a:lnTo>
                  <a:lnTo>
                    <a:pt x="705142" y="143789"/>
                  </a:lnTo>
                  <a:lnTo>
                    <a:pt x="693115" y="143789"/>
                  </a:lnTo>
                  <a:lnTo>
                    <a:pt x="669721" y="135483"/>
                  </a:lnTo>
                  <a:close/>
                </a:path>
                <a:path w="1974215" h="1003934">
                  <a:moveTo>
                    <a:pt x="705128" y="144576"/>
                  </a:moveTo>
                  <a:lnTo>
                    <a:pt x="683463" y="144576"/>
                  </a:lnTo>
                  <a:lnTo>
                    <a:pt x="693115" y="164414"/>
                  </a:lnTo>
                  <a:lnTo>
                    <a:pt x="680808" y="177063"/>
                  </a:lnTo>
                  <a:lnTo>
                    <a:pt x="704557" y="177063"/>
                  </a:lnTo>
                  <a:lnTo>
                    <a:pt x="705128" y="144576"/>
                  </a:lnTo>
                  <a:close/>
                </a:path>
                <a:path w="1974215" h="1003934">
                  <a:moveTo>
                    <a:pt x="705294" y="135127"/>
                  </a:moveTo>
                  <a:lnTo>
                    <a:pt x="693115" y="135127"/>
                  </a:lnTo>
                  <a:lnTo>
                    <a:pt x="693115" y="143789"/>
                  </a:lnTo>
                  <a:lnTo>
                    <a:pt x="705142" y="143789"/>
                  </a:lnTo>
                  <a:lnTo>
                    <a:pt x="705288" y="135483"/>
                  </a:lnTo>
                  <a:lnTo>
                    <a:pt x="705294" y="135127"/>
                  </a:lnTo>
                  <a:close/>
                </a:path>
                <a:path w="1974215" h="1003934">
                  <a:moveTo>
                    <a:pt x="728776" y="135127"/>
                  </a:moveTo>
                  <a:lnTo>
                    <a:pt x="716813" y="135127"/>
                  </a:lnTo>
                  <a:lnTo>
                    <a:pt x="716813" y="187502"/>
                  </a:lnTo>
                  <a:lnTo>
                    <a:pt x="729157" y="187502"/>
                  </a:lnTo>
                  <a:lnTo>
                    <a:pt x="729157" y="156717"/>
                  </a:lnTo>
                  <a:lnTo>
                    <a:pt x="739398" y="143865"/>
                  </a:lnTo>
                  <a:lnTo>
                    <a:pt x="729322" y="143865"/>
                  </a:lnTo>
                  <a:lnTo>
                    <a:pt x="728776" y="135127"/>
                  </a:lnTo>
                  <a:close/>
                </a:path>
                <a:path w="1974215" h="1003934">
                  <a:moveTo>
                    <a:pt x="746683" y="134721"/>
                  </a:moveTo>
                  <a:lnTo>
                    <a:pt x="729322" y="143865"/>
                  </a:lnTo>
                  <a:lnTo>
                    <a:pt x="739398" y="143865"/>
                  </a:lnTo>
                  <a:lnTo>
                    <a:pt x="746683" y="134721"/>
                  </a:lnTo>
                  <a:close/>
                </a:path>
                <a:path w="1974215" h="1003934">
                  <a:moveTo>
                    <a:pt x="790336" y="143890"/>
                  </a:moveTo>
                  <a:lnTo>
                    <a:pt x="777189" y="143890"/>
                  </a:lnTo>
                  <a:lnTo>
                    <a:pt x="783196" y="151980"/>
                  </a:lnTo>
                  <a:lnTo>
                    <a:pt x="770242" y="156883"/>
                  </a:lnTo>
                  <a:lnTo>
                    <a:pt x="751128" y="179120"/>
                  </a:lnTo>
                  <a:lnTo>
                    <a:pt x="767892" y="188556"/>
                  </a:lnTo>
                  <a:lnTo>
                    <a:pt x="783678" y="187502"/>
                  </a:lnTo>
                  <a:lnTo>
                    <a:pt x="795540" y="187502"/>
                  </a:lnTo>
                  <a:lnTo>
                    <a:pt x="795417" y="179489"/>
                  </a:lnTo>
                  <a:lnTo>
                    <a:pt x="771093" y="179489"/>
                  </a:lnTo>
                  <a:lnTo>
                    <a:pt x="762266" y="172605"/>
                  </a:lnTo>
                  <a:lnTo>
                    <a:pt x="783234" y="168719"/>
                  </a:lnTo>
                  <a:lnTo>
                    <a:pt x="795252" y="168719"/>
                  </a:lnTo>
                  <a:lnTo>
                    <a:pt x="795071" y="156883"/>
                  </a:lnTo>
                  <a:lnTo>
                    <a:pt x="794949" y="148907"/>
                  </a:lnTo>
                  <a:lnTo>
                    <a:pt x="794905" y="146075"/>
                  </a:lnTo>
                  <a:lnTo>
                    <a:pt x="790336" y="143890"/>
                  </a:lnTo>
                  <a:close/>
                </a:path>
                <a:path w="1974215" h="1003934">
                  <a:moveTo>
                    <a:pt x="795252" y="168719"/>
                  </a:moveTo>
                  <a:lnTo>
                    <a:pt x="783234" y="168719"/>
                  </a:lnTo>
                  <a:lnTo>
                    <a:pt x="771093" y="179489"/>
                  </a:lnTo>
                  <a:lnTo>
                    <a:pt x="795417" y="179489"/>
                  </a:lnTo>
                  <a:lnTo>
                    <a:pt x="795312" y="172605"/>
                  </a:lnTo>
                  <a:lnTo>
                    <a:pt x="795252" y="168719"/>
                  </a:lnTo>
                  <a:close/>
                </a:path>
                <a:path w="1974215" h="1003934">
                  <a:moveTo>
                    <a:pt x="770597" y="134454"/>
                  </a:moveTo>
                  <a:lnTo>
                    <a:pt x="752068" y="148907"/>
                  </a:lnTo>
                  <a:lnTo>
                    <a:pt x="763587" y="150545"/>
                  </a:lnTo>
                  <a:lnTo>
                    <a:pt x="777189" y="143890"/>
                  </a:lnTo>
                  <a:lnTo>
                    <a:pt x="790336" y="143890"/>
                  </a:lnTo>
                  <a:lnTo>
                    <a:pt x="770597" y="134454"/>
                  </a:lnTo>
                  <a:close/>
                </a:path>
                <a:path w="1974215" h="1003934">
                  <a:moveTo>
                    <a:pt x="822642" y="122580"/>
                  </a:moveTo>
                  <a:lnTo>
                    <a:pt x="810298" y="122580"/>
                  </a:lnTo>
                  <a:lnTo>
                    <a:pt x="810272" y="177063"/>
                  </a:lnTo>
                  <a:lnTo>
                    <a:pt x="826668" y="188213"/>
                  </a:lnTo>
                  <a:lnTo>
                    <a:pt x="822642" y="122580"/>
                  </a:lnTo>
                  <a:close/>
                </a:path>
                <a:path w="1974215" h="1003934">
                  <a:moveTo>
                    <a:pt x="810292" y="135127"/>
                  </a:moveTo>
                  <a:lnTo>
                    <a:pt x="802868" y="135127"/>
                  </a:lnTo>
                  <a:lnTo>
                    <a:pt x="802868" y="144678"/>
                  </a:lnTo>
                  <a:lnTo>
                    <a:pt x="810287" y="144678"/>
                  </a:lnTo>
                  <a:lnTo>
                    <a:pt x="810292" y="135127"/>
                  </a:lnTo>
                  <a:close/>
                </a:path>
                <a:path w="1974215" h="1003934">
                  <a:moveTo>
                    <a:pt x="832980" y="135127"/>
                  </a:moveTo>
                  <a:lnTo>
                    <a:pt x="823412" y="135127"/>
                  </a:lnTo>
                  <a:lnTo>
                    <a:pt x="823997" y="144678"/>
                  </a:lnTo>
                  <a:lnTo>
                    <a:pt x="832980" y="144678"/>
                  </a:lnTo>
                  <a:lnTo>
                    <a:pt x="832980" y="135127"/>
                  </a:lnTo>
                  <a:close/>
                </a:path>
                <a:path w="1974215" h="1003934">
                  <a:moveTo>
                    <a:pt x="854519" y="135127"/>
                  </a:moveTo>
                  <a:lnTo>
                    <a:pt x="842175" y="135127"/>
                  </a:lnTo>
                  <a:lnTo>
                    <a:pt x="842175" y="187502"/>
                  </a:lnTo>
                  <a:lnTo>
                    <a:pt x="854519" y="187502"/>
                  </a:lnTo>
                  <a:lnTo>
                    <a:pt x="854519" y="135127"/>
                  </a:lnTo>
                  <a:close/>
                </a:path>
                <a:path w="1974215" h="1003934">
                  <a:moveTo>
                    <a:pt x="846416" y="114299"/>
                  </a:moveTo>
                  <a:lnTo>
                    <a:pt x="848372" y="127698"/>
                  </a:lnTo>
                  <a:lnTo>
                    <a:pt x="850353" y="127698"/>
                  </a:lnTo>
                  <a:lnTo>
                    <a:pt x="846416" y="114299"/>
                  </a:lnTo>
                  <a:close/>
                </a:path>
                <a:path w="1974215" h="1003934">
                  <a:moveTo>
                    <a:pt x="879373" y="135572"/>
                  </a:moveTo>
                  <a:lnTo>
                    <a:pt x="864857" y="151371"/>
                  </a:lnTo>
                  <a:lnTo>
                    <a:pt x="868972" y="179755"/>
                  </a:lnTo>
                  <a:lnTo>
                    <a:pt x="888923" y="188531"/>
                  </a:lnTo>
                  <a:lnTo>
                    <a:pt x="905967" y="182905"/>
                  </a:lnTo>
                  <a:lnTo>
                    <a:pt x="908117" y="178638"/>
                  </a:lnTo>
                  <a:lnTo>
                    <a:pt x="888987" y="178638"/>
                  </a:lnTo>
                  <a:lnTo>
                    <a:pt x="883792" y="177876"/>
                  </a:lnTo>
                  <a:lnTo>
                    <a:pt x="880033" y="148094"/>
                  </a:lnTo>
                  <a:lnTo>
                    <a:pt x="908370" y="148094"/>
                  </a:lnTo>
                  <a:lnTo>
                    <a:pt x="905967" y="140080"/>
                  </a:lnTo>
                  <a:lnTo>
                    <a:pt x="879373" y="135572"/>
                  </a:lnTo>
                  <a:close/>
                </a:path>
                <a:path w="1974215" h="1003934">
                  <a:moveTo>
                    <a:pt x="908370" y="148094"/>
                  </a:moveTo>
                  <a:lnTo>
                    <a:pt x="880033" y="148094"/>
                  </a:lnTo>
                  <a:lnTo>
                    <a:pt x="899198" y="150177"/>
                  </a:lnTo>
                  <a:lnTo>
                    <a:pt x="888987" y="178638"/>
                  </a:lnTo>
                  <a:lnTo>
                    <a:pt x="908117" y="178638"/>
                  </a:lnTo>
                  <a:lnTo>
                    <a:pt x="914019" y="166928"/>
                  </a:lnTo>
                  <a:lnTo>
                    <a:pt x="908370" y="148094"/>
                  </a:lnTo>
                  <a:close/>
                </a:path>
                <a:path w="1974215" h="1003934">
                  <a:moveTo>
                    <a:pt x="935164" y="135127"/>
                  </a:moveTo>
                  <a:lnTo>
                    <a:pt x="923366" y="135127"/>
                  </a:lnTo>
                  <a:lnTo>
                    <a:pt x="923366" y="187502"/>
                  </a:lnTo>
                  <a:lnTo>
                    <a:pt x="935710" y="187502"/>
                  </a:lnTo>
                  <a:lnTo>
                    <a:pt x="935710" y="154292"/>
                  </a:lnTo>
                  <a:lnTo>
                    <a:pt x="952461" y="145872"/>
                  </a:lnTo>
                  <a:lnTo>
                    <a:pt x="967077" y="145872"/>
                  </a:lnTo>
                  <a:lnTo>
                    <a:pt x="966577" y="144030"/>
                  </a:lnTo>
                  <a:lnTo>
                    <a:pt x="935786" y="144030"/>
                  </a:lnTo>
                  <a:lnTo>
                    <a:pt x="935164" y="135127"/>
                  </a:lnTo>
                  <a:close/>
                </a:path>
                <a:path w="1974215" h="1003934">
                  <a:moveTo>
                    <a:pt x="967077" y="145872"/>
                  </a:moveTo>
                  <a:lnTo>
                    <a:pt x="952461" y="145872"/>
                  </a:lnTo>
                  <a:lnTo>
                    <a:pt x="956983" y="187502"/>
                  </a:lnTo>
                  <a:lnTo>
                    <a:pt x="969327" y="187502"/>
                  </a:lnTo>
                  <a:lnTo>
                    <a:pt x="969327" y="154152"/>
                  </a:lnTo>
                  <a:lnTo>
                    <a:pt x="967077" y="145872"/>
                  </a:lnTo>
                  <a:close/>
                </a:path>
                <a:path w="1974215" h="1003934">
                  <a:moveTo>
                    <a:pt x="947483" y="134454"/>
                  </a:moveTo>
                  <a:lnTo>
                    <a:pt x="935786" y="144030"/>
                  </a:lnTo>
                  <a:lnTo>
                    <a:pt x="966577" y="144030"/>
                  </a:lnTo>
                  <a:lnTo>
                    <a:pt x="965631" y="140550"/>
                  </a:lnTo>
                  <a:lnTo>
                    <a:pt x="947483" y="134454"/>
                  </a:lnTo>
                  <a:close/>
                </a:path>
                <a:path w="1974215" h="1003934">
                  <a:moveTo>
                    <a:pt x="1012037" y="135762"/>
                  </a:moveTo>
                  <a:lnTo>
                    <a:pt x="986815" y="137718"/>
                  </a:lnTo>
                  <a:lnTo>
                    <a:pt x="981075" y="157314"/>
                  </a:lnTo>
                  <a:lnTo>
                    <a:pt x="1005967" y="167500"/>
                  </a:lnTo>
                  <a:lnTo>
                    <a:pt x="990473" y="172059"/>
                  </a:lnTo>
                  <a:lnTo>
                    <a:pt x="978433" y="173215"/>
                  </a:lnTo>
                  <a:lnTo>
                    <a:pt x="979182" y="178041"/>
                  </a:lnTo>
                  <a:lnTo>
                    <a:pt x="994486" y="188531"/>
                  </a:lnTo>
                  <a:lnTo>
                    <a:pt x="1018489" y="183045"/>
                  </a:lnTo>
                  <a:lnTo>
                    <a:pt x="1022019" y="165036"/>
                  </a:lnTo>
                  <a:lnTo>
                    <a:pt x="996950" y="155117"/>
                  </a:lnTo>
                  <a:lnTo>
                    <a:pt x="1022146" y="148970"/>
                  </a:lnTo>
                  <a:lnTo>
                    <a:pt x="1021308" y="144525"/>
                  </a:lnTo>
                  <a:lnTo>
                    <a:pt x="1012037" y="135762"/>
                  </a:lnTo>
                  <a:close/>
                </a:path>
                <a:path w="1974215" h="1003934">
                  <a:moveTo>
                    <a:pt x="1083208" y="115696"/>
                  </a:moveTo>
                  <a:lnTo>
                    <a:pt x="1071575" y="115696"/>
                  </a:lnTo>
                  <a:lnTo>
                    <a:pt x="1067104" y="121767"/>
                  </a:lnTo>
                  <a:lnTo>
                    <a:pt x="1058075" y="159029"/>
                  </a:lnTo>
                  <a:lnTo>
                    <a:pt x="1058075" y="167538"/>
                  </a:lnTo>
                  <a:lnTo>
                    <a:pt x="1071575" y="202336"/>
                  </a:lnTo>
                  <a:lnTo>
                    <a:pt x="1083208" y="202336"/>
                  </a:lnTo>
                  <a:lnTo>
                    <a:pt x="1071473" y="169875"/>
                  </a:lnTo>
                  <a:lnTo>
                    <a:pt x="1083208" y="115696"/>
                  </a:lnTo>
                  <a:close/>
                </a:path>
                <a:path w="1974215" h="1003934">
                  <a:moveTo>
                    <a:pt x="1104010" y="135127"/>
                  </a:moveTo>
                  <a:lnTo>
                    <a:pt x="1091666" y="135127"/>
                  </a:lnTo>
                  <a:lnTo>
                    <a:pt x="1091666" y="187502"/>
                  </a:lnTo>
                  <a:lnTo>
                    <a:pt x="1104010" y="187502"/>
                  </a:lnTo>
                  <a:lnTo>
                    <a:pt x="1104010" y="135127"/>
                  </a:lnTo>
                  <a:close/>
                </a:path>
                <a:path w="1974215" h="1003934">
                  <a:moveTo>
                    <a:pt x="1095921" y="114299"/>
                  </a:moveTo>
                  <a:lnTo>
                    <a:pt x="1097876" y="127698"/>
                  </a:lnTo>
                  <a:lnTo>
                    <a:pt x="1099858" y="127698"/>
                  </a:lnTo>
                  <a:lnTo>
                    <a:pt x="1095921" y="114299"/>
                  </a:lnTo>
                  <a:close/>
                </a:path>
                <a:path w="1974215" h="1003934">
                  <a:moveTo>
                    <a:pt x="1127378" y="135127"/>
                  </a:moveTo>
                  <a:lnTo>
                    <a:pt x="1115580" y="135127"/>
                  </a:lnTo>
                  <a:lnTo>
                    <a:pt x="1115580" y="187502"/>
                  </a:lnTo>
                  <a:lnTo>
                    <a:pt x="1127925" y="187502"/>
                  </a:lnTo>
                  <a:lnTo>
                    <a:pt x="1127925" y="154292"/>
                  </a:lnTo>
                  <a:lnTo>
                    <a:pt x="1144676" y="145872"/>
                  </a:lnTo>
                  <a:lnTo>
                    <a:pt x="1159292" y="145872"/>
                  </a:lnTo>
                  <a:lnTo>
                    <a:pt x="1158791" y="144030"/>
                  </a:lnTo>
                  <a:lnTo>
                    <a:pt x="1127988" y="144030"/>
                  </a:lnTo>
                  <a:lnTo>
                    <a:pt x="1127378" y="135127"/>
                  </a:lnTo>
                  <a:close/>
                </a:path>
                <a:path w="1974215" h="1003934">
                  <a:moveTo>
                    <a:pt x="1159292" y="145872"/>
                  </a:moveTo>
                  <a:lnTo>
                    <a:pt x="1144676" y="145872"/>
                  </a:lnTo>
                  <a:lnTo>
                    <a:pt x="1149197" y="187502"/>
                  </a:lnTo>
                  <a:lnTo>
                    <a:pt x="1161542" y="187502"/>
                  </a:lnTo>
                  <a:lnTo>
                    <a:pt x="1161542" y="154152"/>
                  </a:lnTo>
                  <a:lnTo>
                    <a:pt x="1159292" y="145872"/>
                  </a:lnTo>
                  <a:close/>
                </a:path>
                <a:path w="1974215" h="1003934">
                  <a:moveTo>
                    <a:pt x="1139698" y="134454"/>
                  </a:moveTo>
                  <a:lnTo>
                    <a:pt x="1127988" y="144030"/>
                  </a:lnTo>
                  <a:lnTo>
                    <a:pt x="1158791" y="144030"/>
                  </a:lnTo>
                  <a:lnTo>
                    <a:pt x="1157846" y="140550"/>
                  </a:lnTo>
                  <a:lnTo>
                    <a:pt x="1139698" y="134454"/>
                  </a:lnTo>
                  <a:close/>
                </a:path>
                <a:path w="1974215" h="1003934">
                  <a:moveTo>
                    <a:pt x="1180083" y="135127"/>
                  </a:moveTo>
                  <a:lnTo>
                    <a:pt x="1166926" y="135127"/>
                  </a:lnTo>
                  <a:lnTo>
                    <a:pt x="1185583" y="187502"/>
                  </a:lnTo>
                  <a:lnTo>
                    <a:pt x="1199222" y="187502"/>
                  </a:lnTo>
                  <a:lnTo>
                    <a:pt x="1204014" y="174040"/>
                  </a:lnTo>
                  <a:lnTo>
                    <a:pt x="1192669" y="174040"/>
                  </a:lnTo>
                  <a:lnTo>
                    <a:pt x="1180083" y="135127"/>
                  </a:lnTo>
                  <a:close/>
                </a:path>
                <a:path w="1974215" h="1003934">
                  <a:moveTo>
                    <a:pt x="1217866" y="135127"/>
                  </a:moveTo>
                  <a:lnTo>
                    <a:pt x="1204734" y="135127"/>
                  </a:lnTo>
                  <a:lnTo>
                    <a:pt x="1192669" y="174040"/>
                  </a:lnTo>
                  <a:lnTo>
                    <a:pt x="1204014" y="174040"/>
                  </a:lnTo>
                  <a:lnTo>
                    <a:pt x="1217866" y="135127"/>
                  </a:lnTo>
                  <a:close/>
                </a:path>
                <a:path w="1974215" h="1003934">
                  <a:moveTo>
                    <a:pt x="1236687" y="135597"/>
                  </a:moveTo>
                  <a:lnTo>
                    <a:pt x="1222273" y="151510"/>
                  </a:lnTo>
                  <a:lnTo>
                    <a:pt x="1226362" y="179933"/>
                  </a:lnTo>
                  <a:lnTo>
                    <a:pt x="1246682" y="188531"/>
                  </a:lnTo>
                  <a:lnTo>
                    <a:pt x="1250759" y="188531"/>
                  </a:lnTo>
                  <a:lnTo>
                    <a:pt x="1263399" y="178346"/>
                  </a:lnTo>
                  <a:lnTo>
                    <a:pt x="1241831" y="178346"/>
                  </a:lnTo>
                  <a:lnTo>
                    <a:pt x="1239222" y="164693"/>
                  </a:lnTo>
                  <a:lnTo>
                    <a:pt x="1227048" y="164693"/>
                  </a:lnTo>
                  <a:lnTo>
                    <a:pt x="1227048" y="156375"/>
                  </a:lnTo>
                  <a:lnTo>
                    <a:pt x="1237632" y="156375"/>
                  </a:lnTo>
                  <a:lnTo>
                    <a:pt x="1236167" y="148704"/>
                  </a:lnTo>
                  <a:lnTo>
                    <a:pt x="1266341" y="148704"/>
                  </a:lnTo>
                  <a:lnTo>
                    <a:pt x="1265034" y="142951"/>
                  </a:lnTo>
                  <a:lnTo>
                    <a:pt x="1236687" y="135597"/>
                  </a:lnTo>
                  <a:close/>
                </a:path>
                <a:path w="1974215" h="1003934">
                  <a:moveTo>
                    <a:pt x="1257934" y="172161"/>
                  </a:moveTo>
                  <a:lnTo>
                    <a:pt x="1241831" y="178346"/>
                  </a:lnTo>
                  <a:lnTo>
                    <a:pt x="1263399" y="178346"/>
                  </a:lnTo>
                  <a:lnTo>
                    <a:pt x="1269466" y="173456"/>
                  </a:lnTo>
                  <a:lnTo>
                    <a:pt x="1257934" y="172161"/>
                  </a:lnTo>
                  <a:close/>
                </a:path>
                <a:path w="1974215" h="1003934">
                  <a:moveTo>
                    <a:pt x="1237632" y="156375"/>
                  </a:moveTo>
                  <a:lnTo>
                    <a:pt x="1227048" y="156375"/>
                  </a:lnTo>
                  <a:lnTo>
                    <a:pt x="1227048" y="164693"/>
                  </a:lnTo>
                  <a:lnTo>
                    <a:pt x="1239222" y="164693"/>
                  </a:lnTo>
                  <a:lnTo>
                    <a:pt x="1237632" y="156375"/>
                  </a:lnTo>
                  <a:close/>
                </a:path>
                <a:path w="1974215" h="1003934">
                  <a:moveTo>
                    <a:pt x="1266341" y="148704"/>
                  </a:moveTo>
                  <a:lnTo>
                    <a:pt x="1236167" y="148704"/>
                  </a:lnTo>
                  <a:lnTo>
                    <a:pt x="1258138" y="156375"/>
                  </a:lnTo>
                  <a:lnTo>
                    <a:pt x="1237632" y="156375"/>
                  </a:lnTo>
                  <a:lnTo>
                    <a:pt x="1239222" y="164693"/>
                  </a:lnTo>
                  <a:lnTo>
                    <a:pt x="1269974" y="164693"/>
                  </a:lnTo>
                  <a:lnTo>
                    <a:pt x="1266341" y="148704"/>
                  </a:lnTo>
                  <a:close/>
                </a:path>
                <a:path w="1974215" h="1003934">
                  <a:moveTo>
                    <a:pt x="1291081" y="135127"/>
                  </a:moveTo>
                  <a:lnTo>
                    <a:pt x="1279283" y="135127"/>
                  </a:lnTo>
                  <a:lnTo>
                    <a:pt x="1279283" y="187502"/>
                  </a:lnTo>
                  <a:lnTo>
                    <a:pt x="1291628" y="187502"/>
                  </a:lnTo>
                  <a:lnTo>
                    <a:pt x="1291628" y="154292"/>
                  </a:lnTo>
                  <a:lnTo>
                    <a:pt x="1308379" y="145872"/>
                  </a:lnTo>
                  <a:lnTo>
                    <a:pt x="1323002" y="145872"/>
                  </a:lnTo>
                  <a:lnTo>
                    <a:pt x="1322504" y="144030"/>
                  </a:lnTo>
                  <a:lnTo>
                    <a:pt x="1291704" y="144030"/>
                  </a:lnTo>
                  <a:lnTo>
                    <a:pt x="1291081" y="135127"/>
                  </a:lnTo>
                  <a:close/>
                </a:path>
                <a:path w="1974215" h="1003934">
                  <a:moveTo>
                    <a:pt x="1323002" y="145872"/>
                  </a:moveTo>
                  <a:lnTo>
                    <a:pt x="1308379" y="145872"/>
                  </a:lnTo>
                  <a:lnTo>
                    <a:pt x="1312913" y="187502"/>
                  </a:lnTo>
                  <a:lnTo>
                    <a:pt x="1325245" y="187502"/>
                  </a:lnTo>
                  <a:lnTo>
                    <a:pt x="1325245" y="154152"/>
                  </a:lnTo>
                  <a:lnTo>
                    <a:pt x="1323002" y="145872"/>
                  </a:lnTo>
                  <a:close/>
                </a:path>
                <a:path w="1974215" h="1003934">
                  <a:moveTo>
                    <a:pt x="1303401" y="134454"/>
                  </a:moveTo>
                  <a:lnTo>
                    <a:pt x="1291704" y="144030"/>
                  </a:lnTo>
                  <a:lnTo>
                    <a:pt x="1322504" y="144030"/>
                  </a:lnTo>
                  <a:lnTo>
                    <a:pt x="1321561" y="140550"/>
                  </a:lnTo>
                  <a:lnTo>
                    <a:pt x="1303401" y="134454"/>
                  </a:lnTo>
                  <a:close/>
                </a:path>
                <a:path w="1974215" h="1003934">
                  <a:moveTo>
                    <a:pt x="1352486" y="122580"/>
                  </a:moveTo>
                  <a:lnTo>
                    <a:pt x="1340154" y="122580"/>
                  </a:lnTo>
                  <a:lnTo>
                    <a:pt x="1340129" y="177063"/>
                  </a:lnTo>
                  <a:lnTo>
                    <a:pt x="1356512" y="188213"/>
                  </a:lnTo>
                  <a:lnTo>
                    <a:pt x="1352486" y="122580"/>
                  </a:lnTo>
                  <a:close/>
                </a:path>
                <a:path w="1974215" h="1003934">
                  <a:moveTo>
                    <a:pt x="1340148" y="135127"/>
                  </a:moveTo>
                  <a:lnTo>
                    <a:pt x="1332712" y="135127"/>
                  </a:lnTo>
                  <a:lnTo>
                    <a:pt x="1332712" y="144678"/>
                  </a:lnTo>
                  <a:lnTo>
                    <a:pt x="1340144" y="144678"/>
                  </a:lnTo>
                  <a:lnTo>
                    <a:pt x="1340148" y="135127"/>
                  </a:lnTo>
                  <a:close/>
                </a:path>
                <a:path w="1974215" h="1003934">
                  <a:moveTo>
                    <a:pt x="1362824" y="135127"/>
                  </a:moveTo>
                  <a:lnTo>
                    <a:pt x="1353256" y="135127"/>
                  </a:lnTo>
                  <a:lnTo>
                    <a:pt x="1353841" y="144678"/>
                  </a:lnTo>
                  <a:lnTo>
                    <a:pt x="1362824" y="144678"/>
                  </a:lnTo>
                  <a:lnTo>
                    <a:pt x="1362824" y="135127"/>
                  </a:lnTo>
                  <a:close/>
                </a:path>
                <a:path w="1974215" h="1003934">
                  <a:moveTo>
                    <a:pt x="1384757" y="135572"/>
                  </a:moveTo>
                  <a:lnTo>
                    <a:pt x="1370228" y="151371"/>
                  </a:lnTo>
                  <a:lnTo>
                    <a:pt x="1374343" y="179755"/>
                  </a:lnTo>
                  <a:lnTo>
                    <a:pt x="1394294" y="188531"/>
                  </a:lnTo>
                  <a:lnTo>
                    <a:pt x="1411351" y="182905"/>
                  </a:lnTo>
                  <a:lnTo>
                    <a:pt x="1413498" y="178638"/>
                  </a:lnTo>
                  <a:lnTo>
                    <a:pt x="1394371" y="178638"/>
                  </a:lnTo>
                  <a:lnTo>
                    <a:pt x="1389164" y="177876"/>
                  </a:lnTo>
                  <a:lnTo>
                    <a:pt x="1385417" y="148094"/>
                  </a:lnTo>
                  <a:lnTo>
                    <a:pt x="1413750" y="148094"/>
                  </a:lnTo>
                  <a:lnTo>
                    <a:pt x="1411351" y="140080"/>
                  </a:lnTo>
                  <a:lnTo>
                    <a:pt x="1384757" y="135572"/>
                  </a:lnTo>
                  <a:close/>
                </a:path>
                <a:path w="1974215" h="1003934">
                  <a:moveTo>
                    <a:pt x="1413750" y="148094"/>
                  </a:moveTo>
                  <a:lnTo>
                    <a:pt x="1385417" y="148094"/>
                  </a:lnTo>
                  <a:lnTo>
                    <a:pt x="1404569" y="150177"/>
                  </a:lnTo>
                  <a:lnTo>
                    <a:pt x="1394371" y="178638"/>
                  </a:lnTo>
                  <a:lnTo>
                    <a:pt x="1413498" y="178638"/>
                  </a:lnTo>
                  <a:lnTo>
                    <a:pt x="1419390" y="166928"/>
                  </a:lnTo>
                  <a:lnTo>
                    <a:pt x="1413750" y="148094"/>
                  </a:lnTo>
                  <a:close/>
                </a:path>
                <a:path w="1974215" h="1003934">
                  <a:moveTo>
                    <a:pt x="1440713" y="135127"/>
                  </a:moveTo>
                  <a:lnTo>
                    <a:pt x="1428750" y="135127"/>
                  </a:lnTo>
                  <a:lnTo>
                    <a:pt x="1428750" y="187502"/>
                  </a:lnTo>
                  <a:lnTo>
                    <a:pt x="1441081" y="187502"/>
                  </a:lnTo>
                  <a:lnTo>
                    <a:pt x="1441081" y="156717"/>
                  </a:lnTo>
                  <a:lnTo>
                    <a:pt x="1451322" y="143865"/>
                  </a:lnTo>
                  <a:lnTo>
                    <a:pt x="1441259" y="143865"/>
                  </a:lnTo>
                  <a:lnTo>
                    <a:pt x="1440713" y="135127"/>
                  </a:lnTo>
                  <a:close/>
                </a:path>
                <a:path w="1974215" h="1003934">
                  <a:moveTo>
                    <a:pt x="1458607" y="134721"/>
                  </a:moveTo>
                  <a:lnTo>
                    <a:pt x="1441259" y="143865"/>
                  </a:lnTo>
                  <a:lnTo>
                    <a:pt x="1451322" y="143865"/>
                  </a:lnTo>
                  <a:lnTo>
                    <a:pt x="1458607" y="134721"/>
                  </a:lnTo>
                  <a:close/>
                </a:path>
                <a:path w="1974215" h="1003934">
                  <a:moveTo>
                    <a:pt x="1476209" y="135127"/>
                  </a:moveTo>
                  <a:lnTo>
                    <a:pt x="1463116" y="135127"/>
                  </a:lnTo>
                  <a:lnTo>
                    <a:pt x="1482115" y="188594"/>
                  </a:lnTo>
                  <a:lnTo>
                    <a:pt x="1466900" y="205841"/>
                  </a:lnTo>
                  <a:lnTo>
                    <a:pt x="1474952" y="207136"/>
                  </a:lnTo>
                  <a:lnTo>
                    <a:pt x="1480959" y="206603"/>
                  </a:lnTo>
                  <a:lnTo>
                    <a:pt x="1495737" y="174688"/>
                  </a:lnTo>
                  <a:lnTo>
                    <a:pt x="1488833" y="174688"/>
                  </a:lnTo>
                  <a:lnTo>
                    <a:pt x="1476209" y="135127"/>
                  </a:lnTo>
                  <a:close/>
                </a:path>
                <a:path w="1974215" h="1003934">
                  <a:moveTo>
                    <a:pt x="1514055" y="135127"/>
                  </a:moveTo>
                  <a:lnTo>
                    <a:pt x="1500936" y="135127"/>
                  </a:lnTo>
                  <a:lnTo>
                    <a:pt x="1488833" y="174688"/>
                  </a:lnTo>
                  <a:lnTo>
                    <a:pt x="1495737" y="174688"/>
                  </a:lnTo>
                  <a:lnTo>
                    <a:pt x="1514055" y="135127"/>
                  </a:lnTo>
                  <a:close/>
                </a:path>
                <a:path w="1974215" h="1003934">
                  <a:moveTo>
                    <a:pt x="1532686" y="177952"/>
                  </a:moveTo>
                  <a:lnTo>
                    <a:pt x="1521777" y="177952"/>
                  </a:lnTo>
                  <a:lnTo>
                    <a:pt x="1518297" y="201282"/>
                  </a:lnTo>
                  <a:lnTo>
                    <a:pt x="1525866" y="204546"/>
                  </a:lnTo>
                  <a:lnTo>
                    <a:pt x="1532686" y="177952"/>
                  </a:lnTo>
                  <a:close/>
                </a:path>
                <a:path w="1974215" h="1003934">
                  <a:moveTo>
                    <a:pt x="1577987" y="117678"/>
                  </a:moveTo>
                  <a:lnTo>
                    <a:pt x="1565922" y="117678"/>
                  </a:lnTo>
                  <a:lnTo>
                    <a:pt x="1565922" y="187502"/>
                  </a:lnTo>
                  <a:lnTo>
                    <a:pt x="1578267" y="187502"/>
                  </a:lnTo>
                  <a:lnTo>
                    <a:pt x="1578267" y="154292"/>
                  </a:lnTo>
                  <a:lnTo>
                    <a:pt x="1595348" y="145872"/>
                  </a:lnTo>
                  <a:lnTo>
                    <a:pt x="1609959" y="145872"/>
                  </a:lnTo>
                  <a:lnTo>
                    <a:pt x="1609457" y="144030"/>
                  </a:lnTo>
                  <a:lnTo>
                    <a:pt x="1578597" y="144030"/>
                  </a:lnTo>
                  <a:lnTo>
                    <a:pt x="1577987" y="117678"/>
                  </a:lnTo>
                  <a:close/>
                </a:path>
                <a:path w="1974215" h="1003934">
                  <a:moveTo>
                    <a:pt x="1609959" y="145872"/>
                  </a:moveTo>
                  <a:lnTo>
                    <a:pt x="1595348" y="145872"/>
                  </a:lnTo>
                  <a:lnTo>
                    <a:pt x="1599882" y="187502"/>
                  </a:lnTo>
                  <a:lnTo>
                    <a:pt x="1612214" y="187502"/>
                  </a:lnTo>
                  <a:lnTo>
                    <a:pt x="1612214" y="154152"/>
                  </a:lnTo>
                  <a:lnTo>
                    <a:pt x="1609959" y="145872"/>
                  </a:lnTo>
                  <a:close/>
                </a:path>
                <a:path w="1974215" h="1003934">
                  <a:moveTo>
                    <a:pt x="1590179" y="134454"/>
                  </a:moveTo>
                  <a:lnTo>
                    <a:pt x="1578597" y="144030"/>
                  </a:lnTo>
                  <a:lnTo>
                    <a:pt x="1609457" y="144030"/>
                  </a:lnTo>
                  <a:lnTo>
                    <a:pt x="1608493" y="140487"/>
                  </a:lnTo>
                  <a:lnTo>
                    <a:pt x="1590179" y="134454"/>
                  </a:lnTo>
                  <a:close/>
                </a:path>
                <a:path w="1974215" h="1003934">
                  <a:moveTo>
                    <a:pt x="1636013" y="135127"/>
                  </a:moveTo>
                  <a:lnTo>
                    <a:pt x="1623682" y="135127"/>
                  </a:lnTo>
                  <a:lnTo>
                    <a:pt x="1623682" y="168478"/>
                  </a:lnTo>
                  <a:lnTo>
                    <a:pt x="1627365" y="182117"/>
                  </a:lnTo>
                  <a:lnTo>
                    <a:pt x="1645069" y="188188"/>
                  </a:lnTo>
                  <a:lnTo>
                    <a:pt x="1656880" y="178193"/>
                  </a:lnTo>
                  <a:lnTo>
                    <a:pt x="1669402" y="178193"/>
                  </a:lnTo>
                  <a:lnTo>
                    <a:pt x="1669402" y="176428"/>
                  </a:lnTo>
                  <a:lnTo>
                    <a:pt x="1640560" y="176428"/>
                  </a:lnTo>
                  <a:lnTo>
                    <a:pt x="1636013" y="135127"/>
                  </a:lnTo>
                  <a:close/>
                </a:path>
                <a:path w="1974215" h="1003934">
                  <a:moveTo>
                    <a:pt x="1669402" y="178193"/>
                  </a:moveTo>
                  <a:lnTo>
                    <a:pt x="1656880" y="178193"/>
                  </a:lnTo>
                  <a:lnTo>
                    <a:pt x="1657426" y="187502"/>
                  </a:lnTo>
                  <a:lnTo>
                    <a:pt x="1669402" y="187502"/>
                  </a:lnTo>
                  <a:lnTo>
                    <a:pt x="1669402" y="178193"/>
                  </a:lnTo>
                  <a:close/>
                </a:path>
                <a:path w="1974215" h="1003934">
                  <a:moveTo>
                    <a:pt x="1669402" y="135127"/>
                  </a:moveTo>
                  <a:lnTo>
                    <a:pt x="1657057" y="135127"/>
                  </a:lnTo>
                  <a:lnTo>
                    <a:pt x="1657057" y="168135"/>
                  </a:lnTo>
                  <a:lnTo>
                    <a:pt x="1640560" y="176428"/>
                  </a:lnTo>
                  <a:lnTo>
                    <a:pt x="1669402" y="176428"/>
                  </a:lnTo>
                  <a:lnTo>
                    <a:pt x="1669402" y="135127"/>
                  </a:lnTo>
                  <a:close/>
                </a:path>
                <a:path w="1974215" h="1003934">
                  <a:moveTo>
                    <a:pt x="1693849" y="117678"/>
                  </a:moveTo>
                  <a:lnTo>
                    <a:pt x="1681505" y="117678"/>
                  </a:lnTo>
                  <a:lnTo>
                    <a:pt x="1681505" y="187502"/>
                  </a:lnTo>
                  <a:lnTo>
                    <a:pt x="1693646" y="187502"/>
                  </a:lnTo>
                  <a:lnTo>
                    <a:pt x="1693646" y="179247"/>
                  </a:lnTo>
                  <a:lnTo>
                    <a:pt x="1726339" y="179247"/>
                  </a:lnTo>
                  <a:lnTo>
                    <a:pt x="1726461" y="178295"/>
                  </a:lnTo>
                  <a:lnTo>
                    <a:pt x="1703311" y="178295"/>
                  </a:lnTo>
                  <a:lnTo>
                    <a:pt x="1693608" y="161315"/>
                  </a:lnTo>
                  <a:lnTo>
                    <a:pt x="1693608" y="157937"/>
                  </a:lnTo>
                  <a:lnTo>
                    <a:pt x="1708670" y="144576"/>
                  </a:lnTo>
                  <a:lnTo>
                    <a:pt x="1724788" y="144576"/>
                  </a:lnTo>
                  <a:lnTo>
                    <a:pt x="1718360" y="137045"/>
                  </a:lnTo>
                  <a:lnTo>
                    <a:pt x="1699780" y="137045"/>
                  </a:lnTo>
                  <a:lnTo>
                    <a:pt x="1693849" y="117678"/>
                  </a:lnTo>
                  <a:close/>
                </a:path>
                <a:path w="1974215" h="1003934">
                  <a:moveTo>
                    <a:pt x="1726339" y="179247"/>
                  </a:moveTo>
                  <a:lnTo>
                    <a:pt x="1693646" y="179247"/>
                  </a:lnTo>
                  <a:lnTo>
                    <a:pt x="1726234" y="180073"/>
                  </a:lnTo>
                  <a:lnTo>
                    <a:pt x="1726339" y="179247"/>
                  </a:lnTo>
                  <a:close/>
                </a:path>
                <a:path w="1974215" h="1003934">
                  <a:moveTo>
                    <a:pt x="1724788" y="144576"/>
                  </a:moveTo>
                  <a:lnTo>
                    <a:pt x="1708670" y="144576"/>
                  </a:lnTo>
                  <a:lnTo>
                    <a:pt x="1718360" y="164591"/>
                  </a:lnTo>
                  <a:lnTo>
                    <a:pt x="1703311" y="178295"/>
                  </a:lnTo>
                  <a:lnTo>
                    <a:pt x="1726461" y="178295"/>
                  </a:lnTo>
                  <a:lnTo>
                    <a:pt x="1729981" y="150660"/>
                  </a:lnTo>
                  <a:lnTo>
                    <a:pt x="1724788" y="144576"/>
                  </a:lnTo>
                  <a:close/>
                </a:path>
                <a:path w="1974215" h="1003934">
                  <a:moveTo>
                    <a:pt x="1717027" y="135483"/>
                  </a:moveTo>
                  <a:lnTo>
                    <a:pt x="1699780" y="137045"/>
                  </a:lnTo>
                  <a:lnTo>
                    <a:pt x="1718360" y="137045"/>
                  </a:lnTo>
                  <a:lnTo>
                    <a:pt x="1717027" y="135483"/>
                  </a:lnTo>
                  <a:close/>
                </a:path>
                <a:path w="1974215" h="1003934">
                  <a:moveTo>
                    <a:pt x="1771599" y="135762"/>
                  </a:moveTo>
                  <a:lnTo>
                    <a:pt x="1746377" y="137718"/>
                  </a:lnTo>
                  <a:lnTo>
                    <a:pt x="1740636" y="157314"/>
                  </a:lnTo>
                  <a:lnTo>
                    <a:pt x="1765528" y="167500"/>
                  </a:lnTo>
                  <a:lnTo>
                    <a:pt x="1750034" y="172059"/>
                  </a:lnTo>
                  <a:lnTo>
                    <a:pt x="1737994" y="173215"/>
                  </a:lnTo>
                  <a:lnTo>
                    <a:pt x="1738744" y="178041"/>
                  </a:lnTo>
                  <a:lnTo>
                    <a:pt x="1754060" y="188531"/>
                  </a:lnTo>
                  <a:lnTo>
                    <a:pt x="1778050" y="183045"/>
                  </a:lnTo>
                  <a:lnTo>
                    <a:pt x="1781581" y="165036"/>
                  </a:lnTo>
                  <a:lnTo>
                    <a:pt x="1756511" y="155117"/>
                  </a:lnTo>
                  <a:lnTo>
                    <a:pt x="1781708" y="148970"/>
                  </a:lnTo>
                  <a:lnTo>
                    <a:pt x="1780870" y="144525"/>
                  </a:lnTo>
                  <a:lnTo>
                    <a:pt x="1771599" y="135762"/>
                  </a:lnTo>
                  <a:close/>
                </a:path>
                <a:path w="1974215" h="1003934">
                  <a:moveTo>
                    <a:pt x="1806371" y="177952"/>
                  </a:moveTo>
                  <a:lnTo>
                    <a:pt x="1795462" y="177952"/>
                  </a:lnTo>
                  <a:lnTo>
                    <a:pt x="1791982" y="201282"/>
                  </a:lnTo>
                  <a:lnTo>
                    <a:pt x="1799551" y="204546"/>
                  </a:lnTo>
                  <a:lnTo>
                    <a:pt x="1806371" y="177952"/>
                  </a:lnTo>
                  <a:close/>
                </a:path>
                <a:path w="1974215" h="1003934">
                  <a:moveTo>
                    <a:pt x="11976" y="249427"/>
                  </a:moveTo>
                  <a:lnTo>
                    <a:pt x="0" y="249427"/>
                  </a:lnTo>
                  <a:lnTo>
                    <a:pt x="0" y="301802"/>
                  </a:lnTo>
                  <a:lnTo>
                    <a:pt x="12344" y="301802"/>
                  </a:lnTo>
                  <a:lnTo>
                    <a:pt x="12344" y="271017"/>
                  </a:lnTo>
                  <a:lnTo>
                    <a:pt x="22584" y="258165"/>
                  </a:lnTo>
                  <a:lnTo>
                    <a:pt x="12522" y="258165"/>
                  </a:lnTo>
                  <a:lnTo>
                    <a:pt x="11976" y="249427"/>
                  </a:lnTo>
                  <a:close/>
                </a:path>
                <a:path w="1974215" h="1003934">
                  <a:moveTo>
                    <a:pt x="29870" y="249021"/>
                  </a:moveTo>
                  <a:lnTo>
                    <a:pt x="12522" y="258165"/>
                  </a:lnTo>
                  <a:lnTo>
                    <a:pt x="22584" y="258165"/>
                  </a:lnTo>
                  <a:lnTo>
                    <a:pt x="29870" y="249021"/>
                  </a:lnTo>
                  <a:close/>
                </a:path>
                <a:path w="1974215" h="1003934">
                  <a:moveTo>
                    <a:pt x="49288" y="249427"/>
                  </a:moveTo>
                  <a:lnTo>
                    <a:pt x="36944" y="249427"/>
                  </a:lnTo>
                  <a:lnTo>
                    <a:pt x="36944" y="301802"/>
                  </a:lnTo>
                  <a:lnTo>
                    <a:pt x="49288" y="301802"/>
                  </a:lnTo>
                  <a:lnTo>
                    <a:pt x="49288" y="249427"/>
                  </a:lnTo>
                  <a:close/>
                </a:path>
                <a:path w="1974215" h="1003934">
                  <a:moveTo>
                    <a:pt x="41198" y="228599"/>
                  </a:moveTo>
                  <a:lnTo>
                    <a:pt x="43154" y="241998"/>
                  </a:lnTo>
                  <a:lnTo>
                    <a:pt x="45123" y="241998"/>
                  </a:lnTo>
                  <a:lnTo>
                    <a:pt x="41198" y="228599"/>
                  </a:lnTo>
                  <a:close/>
                </a:path>
                <a:path w="1974215" h="1003934">
                  <a:moveTo>
                    <a:pt x="76301" y="248754"/>
                  </a:moveTo>
                  <a:lnTo>
                    <a:pt x="59664" y="264960"/>
                  </a:lnTo>
                  <a:lnTo>
                    <a:pt x="63423" y="294373"/>
                  </a:lnTo>
                  <a:lnTo>
                    <a:pt x="80289" y="302717"/>
                  </a:lnTo>
                  <a:lnTo>
                    <a:pt x="96037" y="301802"/>
                  </a:lnTo>
                  <a:lnTo>
                    <a:pt x="108178" y="301802"/>
                  </a:lnTo>
                  <a:lnTo>
                    <a:pt x="108178" y="292595"/>
                  </a:lnTo>
                  <a:lnTo>
                    <a:pt x="81025" y="292595"/>
                  </a:lnTo>
                  <a:lnTo>
                    <a:pt x="71285" y="272364"/>
                  </a:lnTo>
                  <a:lnTo>
                    <a:pt x="86398" y="258876"/>
                  </a:lnTo>
                  <a:lnTo>
                    <a:pt x="108178" y="258876"/>
                  </a:lnTo>
                  <a:lnTo>
                    <a:pt x="108178" y="258089"/>
                  </a:lnTo>
                  <a:lnTo>
                    <a:pt x="95808" y="258089"/>
                  </a:lnTo>
                  <a:lnTo>
                    <a:pt x="76301" y="248754"/>
                  </a:lnTo>
                  <a:close/>
                </a:path>
                <a:path w="1974215" h="1003934">
                  <a:moveTo>
                    <a:pt x="108178" y="258876"/>
                  </a:moveTo>
                  <a:lnTo>
                    <a:pt x="86398" y="258876"/>
                  </a:lnTo>
                  <a:lnTo>
                    <a:pt x="96037" y="279006"/>
                  </a:lnTo>
                  <a:lnTo>
                    <a:pt x="83731" y="292595"/>
                  </a:lnTo>
                  <a:lnTo>
                    <a:pt x="108178" y="292595"/>
                  </a:lnTo>
                  <a:lnTo>
                    <a:pt x="108178" y="258876"/>
                  </a:lnTo>
                  <a:close/>
                </a:path>
                <a:path w="1974215" h="1003934">
                  <a:moveTo>
                    <a:pt x="108178" y="231978"/>
                  </a:moveTo>
                  <a:lnTo>
                    <a:pt x="95808" y="231978"/>
                  </a:lnTo>
                  <a:lnTo>
                    <a:pt x="95808" y="258089"/>
                  </a:lnTo>
                  <a:lnTo>
                    <a:pt x="108178" y="258089"/>
                  </a:lnTo>
                  <a:lnTo>
                    <a:pt x="108178" y="231978"/>
                  </a:lnTo>
                  <a:close/>
                </a:path>
                <a:path w="1974215" h="1003934">
                  <a:moveTo>
                    <a:pt x="133388" y="249897"/>
                  </a:moveTo>
                  <a:lnTo>
                    <a:pt x="118973" y="265810"/>
                  </a:lnTo>
                  <a:lnTo>
                    <a:pt x="123075" y="294233"/>
                  </a:lnTo>
                  <a:lnTo>
                    <a:pt x="143395" y="302831"/>
                  </a:lnTo>
                  <a:lnTo>
                    <a:pt x="147459" y="302831"/>
                  </a:lnTo>
                  <a:lnTo>
                    <a:pt x="160099" y="292646"/>
                  </a:lnTo>
                  <a:lnTo>
                    <a:pt x="138544" y="292646"/>
                  </a:lnTo>
                  <a:lnTo>
                    <a:pt x="135929" y="278993"/>
                  </a:lnTo>
                  <a:lnTo>
                    <a:pt x="123748" y="278993"/>
                  </a:lnTo>
                  <a:lnTo>
                    <a:pt x="123748" y="270675"/>
                  </a:lnTo>
                  <a:lnTo>
                    <a:pt x="134336" y="270675"/>
                  </a:lnTo>
                  <a:lnTo>
                    <a:pt x="132867" y="263004"/>
                  </a:lnTo>
                  <a:lnTo>
                    <a:pt x="163051" y="263004"/>
                  </a:lnTo>
                  <a:lnTo>
                    <a:pt x="161747" y="257251"/>
                  </a:lnTo>
                  <a:lnTo>
                    <a:pt x="133388" y="249897"/>
                  </a:lnTo>
                  <a:close/>
                </a:path>
                <a:path w="1974215" h="1003934">
                  <a:moveTo>
                    <a:pt x="154647" y="286461"/>
                  </a:moveTo>
                  <a:lnTo>
                    <a:pt x="138544" y="292646"/>
                  </a:lnTo>
                  <a:lnTo>
                    <a:pt x="160099" y="292646"/>
                  </a:lnTo>
                  <a:lnTo>
                    <a:pt x="166166" y="287756"/>
                  </a:lnTo>
                  <a:lnTo>
                    <a:pt x="154647" y="286461"/>
                  </a:lnTo>
                  <a:close/>
                </a:path>
                <a:path w="1974215" h="1003934">
                  <a:moveTo>
                    <a:pt x="134336" y="270675"/>
                  </a:moveTo>
                  <a:lnTo>
                    <a:pt x="123748" y="270675"/>
                  </a:lnTo>
                  <a:lnTo>
                    <a:pt x="123748" y="278993"/>
                  </a:lnTo>
                  <a:lnTo>
                    <a:pt x="135929" y="278993"/>
                  </a:lnTo>
                  <a:lnTo>
                    <a:pt x="134336" y="270675"/>
                  </a:lnTo>
                  <a:close/>
                </a:path>
                <a:path w="1974215" h="1003934">
                  <a:moveTo>
                    <a:pt x="163051" y="263004"/>
                  </a:moveTo>
                  <a:lnTo>
                    <a:pt x="132867" y="263004"/>
                  </a:lnTo>
                  <a:lnTo>
                    <a:pt x="154851" y="270675"/>
                  </a:lnTo>
                  <a:lnTo>
                    <a:pt x="134336" y="270675"/>
                  </a:lnTo>
                  <a:lnTo>
                    <a:pt x="135929" y="278993"/>
                  </a:lnTo>
                  <a:lnTo>
                    <a:pt x="166674" y="278993"/>
                  </a:lnTo>
                  <a:lnTo>
                    <a:pt x="163051" y="263004"/>
                  </a:lnTo>
                  <a:close/>
                </a:path>
                <a:path w="1974215" h="1003934">
                  <a:moveTo>
                    <a:pt x="187959" y="249427"/>
                  </a:moveTo>
                  <a:lnTo>
                    <a:pt x="175996" y="249427"/>
                  </a:lnTo>
                  <a:lnTo>
                    <a:pt x="175996" y="301802"/>
                  </a:lnTo>
                  <a:lnTo>
                    <a:pt x="188340" y="301802"/>
                  </a:lnTo>
                  <a:lnTo>
                    <a:pt x="188340" y="271017"/>
                  </a:lnTo>
                  <a:lnTo>
                    <a:pt x="198581" y="258165"/>
                  </a:lnTo>
                  <a:lnTo>
                    <a:pt x="188506" y="258165"/>
                  </a:lnTo>
                  <a:lnTo>
                    <a:pt x="187959" y="249427"/>
                  </a:lnTo>
                  <a:close/>
                </a:path>
                <a:path w="1974215" h="1003934">
                  <a:moveTo>
                    <a:pt x="205866" y="249021"/>
                  </a:moveTo>
                  <a:lnTo>
                    <a:pt x="188506" y="258165"/>
                  </a:lnTo>
                  <a:lnTo>
                    <a:pt x="198581" y="258165"/>
                  </a:lnTo>
                  <a:lnTo>
                    <a:pt x="205866" y="249021"/>
                  </a:lnTo>
                  <a:close/>
                </a:path>
                <a:path w="1974215" h="1003934">
                  <a:moveTo>
                    <a:pt x="244221" y="250062"/>
                  </a:moveTo>
                  <a:lnTo>
                    <a:pt x="218998" y="252018"/>
                  </a:lnTo>
                  <a:lnTo>
                    <a:pt x="213258" y="271614"/>
                  </a:lnTo>
                  <a:lnTo>
                    <a:pt x="238150" y="281800"/>
                  </a:lnTo>
                  <a:lnTo>
                    <a:pt x="222656" y="286359"/>
                  </a:lnTo>
                  <a:lnTo>
                    <a:pt x="210616" y="287515"/>
                  </a:lnTo>
                  <a:lnTo>
                    <a:pt x="211366" y="292341"/>
                  </a:lnTo>
                  <a:lnTo>
                    <a:pt x="226682" y="302831"/>
                  </a:lnTo>
                  <a:lnTo>
                    <a:pt x="250672" y="297345"/>
                  </a:lnTo>
                  <a:lnTo>
                    <a:pt x="254203" y="279336"/>
                  </a:lnTo>
                  <a:lnTo>
                    <a:pt x="229133" y="269417"/>
                  </a:lnTo>
                  <a:lnTo>
                    <a:pt x="254330" y="263270"/>
                  </a:lnTo>
                  <a:lnTo>
                    <a:pt x="253491" y="258825"/>
                  </a:lnTo>
                  <a:lnTo>
                    <a:pt x="244221" y="250062"/>
                  </a:lnTo>
                  <a:close/>
                </a:path>
                <a:path w="1974215" h="1003934">
                  <a:moveTo>
                    <a:pt x="273024" y="229996"/>
                  </a:moveTo>
                  <a:lnTo>
                    <a:pt x="261404" y="229996"/>
                  </a:lnTo>
                  <a:lnTo>
                    <a:pt x="273126" y="262496"/>
                  </a:lnTo>
                  <a:lnTo>
                    <a:pt x="261404" y="316636"/>
                  </a:lnTo>
                  <a:lnTo>
                    <a:pt x="273024" y="316636"/>
                  </a:lnTo>
                  <a:lnTo>
                    <a:pt x="277507" y="310565"/>
                  </a:lnTo>
                  <a:lnTo>
                    <a:pt x="286537" y="273329"/>
                  </a:lnTo>
                  <a:lnTo>
                    <a:pt x="286537" y="264807"/>
                  </a:lnTo>
                  <a:lnTo>
                    <a:pt x="273024" y="229996"/>
                  </a:lnTo>
                  <a:close/>
                </a:path>
                <a:path w="1974215" h="1003934">
                  <a:moveTo>
                    <a:pt x="14744" y="366191"/>
                  </a:moveTo>
                  <a:lnTo>
                    <a:pt x="2489" y="383933"/>
                  </a:lnTo>
                  <a:lnTo>
                    <a:pt x="17500" y="396189"/>
                  </a:lnTo>
                  <a:lnTo>
                    <a:pt x="20269" y="396189"/>
                  </a:lnTo>
                  <a:lnTo>
                    <a:pt x="32499" y="378421"/>
                  </a:lnTo>
                  <a:lnTo>
                    <a:pt x="14744" y="366191"/>
                  </a:lnTo>
                  <a:close/>
                </a:path>
                <a:path w="1974215" h="1003934">
                  <a:moveTo>
                    <a:pt x="93865" y="345325"/>
                  </a:moveTo>
                  <a:lnTo>
                    <a:pt x="78765" y="352424"/>
                  </a:lnTo>
                  <a:lnTo>
                    <a:pt x="69367" y="367233"/>
                  </a:lnTo>
                  <a:lnTo>
                    <a:pt x="67970" y="388696"/>
                  </a:lnTo>
                  <a:lnTo>
                    <a:pt x="74904" y="405853"/>
                  </a:lnTo>
                  <a:lnTo>
                    <a:pt x="88341" y="415632"/>
                  </a:lnTo>
                  <a:lnTo>
                    <a:pt x="107899" y="416445"/>
                  </a:lnTo>
                  <a:lnTo>
                    <a:pt x="124599" y="398322"/>
                  </a:lnTo>
                  <a:lnTo>
                    <a:pt x="84861" y="398322"/>
                  </a:lnTo>
                  <a:lnTo>
                    <a:pt x="84835" y="364197"/>
                  </a:lnTo>
                  <a:lnTo>
                    <a:pt x="100164" y="356679"/>
                  </a:lnTo>
                  <a:lnTo>
                    <a:pt x="124580" y="356679"/>
                  </a:lnTo>
                  <a:lnTo>
                    <a:pt x="124485" y="356425"/>
                  </a:lnTo>
                  <a:lnTo>
                    <a:pt x="93865" y="345325"/>
                  </a:lnTo>
                  <a:close/>
                </a:path>
                <a:path w="1974215" h="1003934">
                  <a:moveTo>
                    <a:pt x="129514" y="392988"/>
                  </a:moveTo>
                  <a:lnTo>
                    <a:pt x="116749" y="392988"/>
                  </a:lnTo>
                  <a:lnTo>
                    <a:pt x="116382" y="394969"/>
                  </a:lnTo>
                  <a:lnTo>
                    <a:pt x="84861" y="398322"/>
                  </a:lnTo>
                  <a:lnTo>
                    <a:pt x="124599" y="398322"/>
                  </a:lnTo>
                  <a:lnTo>
                    <a:pt x="129514" y="392988"/>
                  </a:lnTo>
                  <a:close/>
                </a:path>
                <a:path w="1974215" h="1003934">
                  <a:moveTo>
                    <a:pt x="124580" y="356679"/>
                  </a:moveTo>
                  <a:lnTo>
                    <a:pt x="100164" y="356679"/>
                  </a:lnTo>
                  <a:lnTo>
                    <a:pt x="116763" y="369836"/>
                  </a:lnTo>
                  <a:lnTo>
                    <a:pt x="129514" y="369836"/>
                  </a:lnTo>
                  <a:lnTo>
                    <a:pt x="124580" y="356679"/>
                  </a:lnTo>
                  <a:close/>
                </a:path>
                <a:path w="1974215" h="1003934">
                  <a:moveTo>
                    <a:pt x="151764" y="363727"/>
                  </a:moveTo>
                  <a:lnTo>
                    <a:pt x="139433" y="363727"/>
                  </a:lnTo>
                  <a:lnTo>
                    <a:pt x="139433" y="397078"/>
                  </a:lnTo>
                  <a:lnTo>
                    <a:pt x="143116" y="410717"/>
                  </a:lnTo>
                  <a:lnTo>
                    <a:pt x="160820" y="416788"/>
                  </a:lnTo>
                  <a:lnTo>
                    <a:pt x="172631" y="406793"/>
                  </a:lnTo>
                  <a:lnTo>
                    <a:pt x="185153" y="406793"/>
                  </a:lnTo>
                  <a:lnTo>
                    <a:pt x="185153" y="405028"/>
                  </a:lnTo>
                  <a:lnTo>
                    <a:pt x="156311" y="405028"/>
                  </a:lnTo>
                  <a:lnTo>
                    <a:pt x="151764" y="363727"/>
                  </a:lnTo>
                  <a:close/>
                </a:path>
                <a:path w="1974215" h="1003934">
                  <a:moveTo>
                    <a:pt x="185153" y="406793"/>
                  </a:moveTo>
                  <a:lnTo>
                    <a:pt x="172631" y="406793"/>
                  </a:lnTo>
                  <a:lnTo>
                    <a:pt x="173177" y="416102"/>
                  </a:lnTo>
                  <a:lnTo>
                    <a:pt x="185153" y="416102"/>
                  </a:lnTo>
                  <a:lnTo>
                    <a:pt x="185153" y="406793"/>
                  </a:lnTo>
                  <a:close/>
                </a:path>
                <a:path w="1974215" h="1003934">
                  <a:moveTo>
                    <a:pt x="185153" y="363727"/>
                  </a:moveTo>
                  <a:lnTo>
                    <a:pt x="172808" y="363727"/>
                  </a:lnTo>
                  <a:lnTo>
                    <a:pt x="172808" y="396735"/>
                  </a:lnTo>
                  <a:lnTo>
                    <a:pt x="156311" y="405028"/>
                  </a:lnTo>
                  <a:lnTo>
                    <a:pt x="185153" y="405028"/>
                  </a:lnTo>
                  <a:lnTo>
                    <a:pt x="185153" y="363727"/>
                  </a:lnTo>
                  <a:close/>
                </a:path>
                <a:path w="1974215" h="1003934">
                  <a:moveTo>
                    <a:pt x="228003" y="364362"/>
                  </a:moveTo>
                  <a:lnTo>
                    <a:pt x="202768" y="366318"/>
                  </a:lnTo>
                  <a:lnTo>
                    <a:pt x="197040" y="385914"/>
                  </a:lnTo>
                  <a:lnTo>
                    <a:pt x="221932" y="396100"/>
                  </a:lnTo>
                  <a:lnTo>
                    <a:pt x="206438" y="400659"/>
                  </a:lnTo>
                  <a:lnTo>
                    <a:pt x="194398" y="401815"/>
                  </a:lnTo>
                  <a:lnTo>
                    <a:pt x="195148" y="406641"/>
                  </a:lnTo>
                  <a:lnTo>
                    <a:pt x="210451" y="417131"/>
                  </a:lnTo>
                  <a:lnTo>
                    <a:pt x="234454" y="411645"/>
                  </a:lnTo>
                  <a:lnTo>
                    <a:pt x="237985" y="393636"/>
                  </a:lnTo>
                  <a:lnTo>
                    <a:pt x="212915" y="383717"/>
                  </a:lnTo>
                  <a:lnTo>
                    <a:pt x="238112" y="377570"/>
                  </a:lnTo>
                  <a:lnTo>
                    <a:pt x="237261" y="373125"/>
                  </a:lnTo>
                  <a:lnTo>
                    <a:pt x="228003" y="364362"/>
                  </a:lnTo>
                  <a:close/>
                </a:path>
                <a:path w="1974215" h="1003934">
                  <a:moveTo>
                    <a:pt x="264109" y="351180"/>
                  </a:moveTo>
                  <a:lnTo>
                    <a:pt x="251764" y="351180"/>
                  </a:lnTo>
                  <a:lnTo>
                    <a:pt x="251739" y="405663"/>
                  </a:lnTo>
                  <a:lnTo>
                    <a:pt x="268135" y="416813"/>
                  </a:lnTo>
                  <a:lnTo>
                    <a:pt x="264109" y="351180"/>
                  </a:lnTo>
                  <a:close/>
                </a:path>
                <a:path w="1974215" h="1003934">
                  <a:moveTo>
                    <a:pt x="251758" y="363727"/>
                  </a:moveTo>
                  <a:lnTo>
                    <a:pt x="244335" y="363727"/>
                  </a:lnTo>
                  <a:lnTo>
                    <a:pt x="244335" y="373278"/>
                  </a:lnTo>
                  <a:lnTo>
                    <a:pt x="251754" y="373278"/>
                  </a:lnTo>
                  <a:lnTo>
                    <a:pt x="251758" y="363727"/>
                  </a:lnTo>
                  <a:close/>
                </a:path>
                <a:path w="1974215" h="1003934">
                  <a:moveTo>
                    <a:pt x="274434" y="363727"/>
                  </a:moveTo>
                  <a:lnTo>
                    <a:pt x="264878" y="363727"/>
                  </a:lnTo>
                  <a:lnTo>
                    <a:pt x="265464" y="373278"/>
                  </a:lnTo>
                  <a:lnTo>
                    <a:pt x="274434" y="373278"/>
                  </a:lnTo>
                  <a:lnTo>
                    <a:pt x="274434" y="363727"/>
                  </a:lnTo>
                  <a:close/>
                </a:path>
                <a:path w="1974215" h="1003934">
                  <a:moveTo>
                    <a:pt x="296367" y="364172"/>
                  </a:moveTo>
                  <a:lnTo>
                    <a:pt x="281838" y="379971"/>
                  </a:lnTo>
                  <a:lnTo>
                    <a:pt x="285953" y="408355"/>
                  </a:lnTo>
                  <a:lnTo>
                    <a:pt x="305917" y="417131"/>
                  </a:lnTo>
                  <a:lnTo>
                    <a:pt x="322960" y="411505"/>
                  </a:lnTo>
                  <a:lnTo>
                    <a:pt x="325111" y="407238"/>
                  </a:lnTo>
                  <a:lnTo>
                    <a:pt x="305981" y="407238"/>
                  </a:lnTo>
                  <a:lnTo>
                    <a:pt x="300774" y="406476"/>
                  </a:lnTo>
                  <a:lnTo>
                    <a:pt x="297027" y="376694"/>
                  </a:lnTo>
                  <a:lnTo>
                    <a:pt x="325364" y="376694"/>
                  </a:lnTo>
                  <a:lnTo>
                    <a:pt x="322960" y="368680"/>
                  </a:lnTo>
                  <a:lnTo>
                    <a:pt x="296367" y="364172"/>
                  </a:lnTo>
                  <a:close/>
                </a:path>
                <a:path w="1974215" h="1003934">
                  <a:moveTo>
                    <a:pt x="325364" y="376694"/>
                  </a:moveTo>
                  <a:lnTo>
                    <a:pt x="297027" y="376694"/>
                  </a:lnTo>
                  <a:lnTo>
                    <a:pt x="316191" y="378777"/>
                  </a:lnTo>
                  <a:lnTo>
                    <a:pt x="305981" y="407238"/>
                  </a:lnTo>
                  <a:lnTo>
                    <a:pt x="325111" y="407238"/>
                  </a:lnTo>
                  <a:lnTo>
                    <a:pt x="331012" y="395528"/>
                  </a:lnTo>
                  <a:lnTo>
                    <a:pt x="325364" y="376694"/>
                  </a:lnTo>
                  <a:close/>
                </a:path>
                <a:path w="1974215" h="1003934">
                  <a:moveTo>
                    <a:pt x="352158" y="363727"/>
                  </a:moveTo>
                  <a:lnTo>
                    <a:pt x="340359" y="363727"/>
                  </a:lnTo>
                  <a:lnTo>
                    <a:pt x="340359" y="416102"/>
                  </a:lnTo>
                  <a:lnTo>
                    <a:pt x="352704" y="416102"/>
                  </a:lnTo>
                  <a:lnTo>
                    <a:pt x="352704" y="384263"/>
                  </a:lnTo>
                  <a:lnTo>
                    <a:pt x="367042" y="374256"/>
                  </a:lnTo>
                  <a:lnTo>
                    <a:pt x="413391" y="374256"/>
                  </a:lnTo>
                  <a:lnTo>
                    <a:pt x="412214" y="372630"/>
                  </a:lnTo>
                  <a:lnTo>
                    <a:pt x="352767" y="372630"/>
                  </a:lnTo>
                  <a:lnTo>
                    <a:pt x="352216" y="364578"/>
                  </a:lnTo>
                  <a:lnTo>
                    <a:pt x="352158" y="363727"/>
                  </a:lnTo>
                  <a:close/>
                </a:path>
                <a:path w="1974215" h="1003934">
                  <a:moveTo>
                    <a:pt x="397192" y="374256"/>
                  </a:moveTo>
                  <a:lnTo>
                    <a:pt x="367042" y="374256"/>
                  </a:lnTo>
                  <a:lnTo>
                    <a:pt x="371119" y="416102"/>
                  </a:lnTo>
                  <a:lnTo>
                    <a:pt x="383222" y="416102"/>
                  </a:lnTo>
                  <a:lnTo>
                    <a:pt x="383222" y="380479"/>
                  </a:lnTo>
                  <a:lnTo>
                    <a:pt x="397192" y="374256"/>
                  </a:lnTo>
                  <a:close/>
                </a:path>
                <a:path w="1974215" h="1003934">
                  <a:moveTo>
                    <a:pt x="413391" y="374256"/>
                  </a:moveTo>
                  <a:lnTo>
                    <a:pt x="397312" y="374256"/>
                  </a:lnTo>
                  <a:lnTo>
                    <a:pt x="401624" y="416102"/>
                  </a:lnTo>
                  <a:lnTo>
                    <a:pt x="414007" y="416102"/>
                  </a:lnTo>
                  <a:lnTo>
                    <a:pt x="414007" y="375107"/>
                  </a:lnTo>
                  <a:lnTo>
                    <a:pt x="413391" y="374256"/>
                  </a:lnTo>
                  <a:close/>
                </a:path>
                <a:path w="1974215" h="1003934">
                  <a:moveTo>
                    <a:pt x="363727" y="363054"/>
                  </a:moveTo>
                  <a:lnTo>
                    <a:pt x="352767" y="372630"/>
                  </a:lnTo>
                  <a:lnTo>
                    <a:pt x="381927" y="372630"/>
                  </a:lnTo>
                  <a:lnTo>
                    <a:pt x="380377" y="369671"/>
                  </a:lnTo>
                  <a:lnTo>
                    <a:pt x="363727" y="363054"/>
                  </a:lnTo>
                  <a:close/>
                </a:path>
                <a:path w="1974215" h="1003934">
                  <a:moveTo>
                    <a:pt x="393839" y="363054"/>
                  </a:moveTo>
                  <a:lnTo>
                    <a:pt x="381927" y="372630"/>
                  </a:lnTo>
                  <a:lnTo>
                    <a:pt x="412214" y="372630"/>
                  </a:lnTo>
                  <a:lnTo>
                    <a:pt x="406387" y="364578"/>
                  </a:lnTo>
                  <a:lnTo>
                    <a:pt x="393839" y="363054"/>
                  </a:lnTo>
                  <a:close/>
                </a:path>
                <a:path w="1974215" h="1003934">
                  <a:moveTo>
                    <a:pt x="438581" y="364197"/>
                  </a:moveTo>
                  <a:lnTo>
                    <a:pt x="424179" y="380110"/>
                  </a:lnTo>
                  <a:lnTo>
                    <a:pt x="428269" y="408533"/>
                  </a:lnTo>
                  <a:lnTo>
                    <a:pt x="448589" y="417131"/>
                  </a:lnTo>
                  <a:lnTo>
                    <a:pt x="452653" y="417131"/>
                  </a:lnTo>
                  <a:lnTo>
                    <a:pt x="465292" y="406946"/>
                  </a:lnTo>
                  <a:lnTo>
                    <a:pt x="443737" y="406946"/>
                  </a:lnTo>
                  <a:lnTo>
                    <a:pt x="441123" y="393293"/>
                  </a:lnTo>
                  <a:lnTo>
                    <a:pt x="428942" y="393293"/>
                  </a:lnTo>
                  <a:lnTo>
                    <a:pt x="428942" y="384975"/>
                  </a:lnTo>
                  <a:lnTo>
                    <a:pt x="439530" y="384975"/>
                  </a:lnTo>
                  <a:lnTo>
                    <a:pt x="438061" y="377304"/>
                  </a:lnTo>
                  <a:lnTo>
                    <a:pt x="468244" y="377304"/>
                  </a:lnTo>
                  <a:lnTo>
                    <a:pt x="466940" y="371551"/>
                  </a:lnTo>
                  <a:lnTo>
                    <a:pt x="438581" y="364197"/>
                  </a:lnTo>
                  <a:close/>
                </a:path>
                <a:path w="1974215" h="1003934">
                  <a:moveTo>
                    <a:pt x="459841" y="400761"/>
                  </a:moveTo>
                  <a:lnTo>
                    <a:pt x="443737" y="406946"/>
                  </a:lnTo>
                  <a:lnTo>
                    <a:pt x="465292" y="406946"/>
                  </a:lnTo>
                  <a:lnTo>
                    <a:pt x="471360" y="402056"/>
                  </a:lnTo>
                  <a:lnTo>
                    <a:pt x="459841" y="400761"/>
                  </a:lnTo>
                  <a:close/>
                </a:path>
                <a:path w="1974215" h="1003934">
                  <a:moveTo>
                    <a:pt x="439530" y="384975"/>
                  </a:moveTo>
                  <a:lnTo>
                    <a:pt x="428942" y="384975"/>
                  </a:lnTo>
                  <a:lnTo>
                    <a:pt x="428942" y="393293"/>
                  </a:lnTo>
                  <a:lnTo>
                    <a:pt x="441123" y="393293"/>
                  </a:lnTo>
                  <a:lnTo>
                    <a:pt x="439530" y="384975"/>
                  </a:lnTo>
                  <a:close/>
                </a:path>
                <a:path w="1974215" h="1003934">
                  <a:moveTo>
                    <a:pt x="468244" y="377304"/>
                  </a:moveTo>
                  <a:lnTo>
                    <a:pt x="438061" y="377304"/>
                  </a:lnTo>
                  <a:lnTo>
                    <a:pt x="460044" y="384975"/>
                  </a:lnTo>
                  <a:lnTo>
                    <a:pt x="439530" y="384975"/>
                  </a:lnTo>
                  <a:lnTo>
                    <a:pt x="441123" y="393293"/>
                  </a:lnTo>
                  <a:lnTo>
                    <a:pt x="471868" y="393293"/>
                  </a:lnTo>
                  <a:lnTo>
                    <a:pt x="468244" y="377304"/>
                  </a:lnTo>
                  <a:close/>
                </a:path>
                <a:path w="1974215" h="1003934">
                  <a:moveTo>
                    <a:pt x="493153" y="363727"/>
                  </a:moveTo>
                  <a:lnTo>
                    <a:pt x="481190" y="363727"/>
                  </a:lnTo>
                  <a:lnTo>
                    <a:pt x="481190" y="416102"/>
                  </a:lnTo>
                  <a:lnTo>
                    <a:pt x="493534" y="416102"/>
                  </a:lnTo>
                  <a:lnTo>
                    <a:pt x="493534" y="385317"/>
                  </a:lnTo>
                  <a:lnTo>
                    <a:pt x="503775" y="372465"/>
                  </a:lnTo>
                  <a:lnTo>
                    <a:pt x="493699" y="372465"/>
                  </a:lnTo>
                  <a:lnTo>
                    <a:pt x="493153" y="363727"/>
                  </a:lnTo>
                  <a:close/>
                </a:path>
                <a:path w="1974215" h="1003934">
                  <a:moveTo>
                    <a:pt x="511060" y="363321"/>
                  </a:moveTo>
                  <a:lnTo>
                    <a:pt x="493699" y="372465"/>
                  </a:lnTo>
                  <a:lnTo>
                    <a:pt x="503775" y="372465"/>
                  </a:lnTo>
                  <a:lnTo>
                    <a:pt x="511060" y="363321"/>
                  </a:lnTo>
                  <a:close/>
                </a:path>
                <a:path w="1974215" h="1003934">
                  <a:moveTo>
                    <a:pt x="578337" y="372490"/>
                  </a:moveTo>
                  <a:lnTo>
                    <a:pt x="565200" y="372490"/>
                  </a:lnTo>
                  <a:lnTo>
                    <a:pt x="571195" y="380580"/>
                  </a:lnTo>
                  <a:lnTo>
                    <a:pt x="558241" y="385483"/>
                  </a:lnTo>
                  <a:lnTo>
                    <a:pt x="539127" y="407720"/>
                  </a:lnTo>
                  <a:lnTo>
                    <a:pt x="555891" y="417156"/>
                  </a:lnTo>
                  <a:lnTo>
                    <a:pt x="571677" y="416102"/>
                  </a:lnTo>
                  <a:lnTo>
                    <a:pt x="583539" y="416102"/>
                  </a:lnTo>
                  <a:lnTo>
                    <a:pt x="583416" y="408089"/>
                  </a:lnTo>
                  <a:lnTo>
                    <a:pt x="559092" y="408089"/>
                  </a:lnTo>
                  <a:lnTo>
                    <a:pt x="550265" y="401205"/>
                  </a:lnTo>
                  <a:lnTo>
                    <a:pt x="571233" y="397319"/>
                  </a:lnTo>
                  <a:lnTo>
                    <a:pt x="583251" y="397319"/>
                  </a:lnTo>
                  <a:lnTo>
                    <a:pt x="583070" y="385483"/>
                  </a:lnTo>
                  <a:lnTo>
                    <a:pt x="582948" y="377507"/>
                  </a:lnTo>
                  <a:lnTo>
                    <a:pt x="582904" y="374675"/>
                  </a:lnTo>
                  <a:lnTo>
                    <a:pt x="578337" y="372490"/>
                  </a:lnTo>
                  <a:close/>
                </a:path>
                <a:path w="1974215" h="1003934">
                  <a:moveTo>
                    <a:pt x="583251" y="397319"/>
                  </a:moveTo>
                  <a:lnTo>
                    <a:pt x="571233" y="397319"/>
                  </a:lnTo>
                  <a:lnTo>
                    <a:pt x="559092" y="408089"/>
                  </a:lnTo>
                  <a:lnTo>
                    <a:pt x="583416" y="408089"/>
                  </a:lnTo>
                  <a:lnTo>
                    <a:pt x="583311" y="401205"/>
                  </a:lnTo>
                  <a:lnTo>
                    <a:pt x="583251" y="397319"/>
                  </a:lnTo>
                  <a:close/>
                </a:path>
                <a:path w="1974215" h="1003934">
                  <a:moveTo>
                    <a:pt x="558609" y="363054"/>
                  </a:moveTo>
                  <a:lnTo>
                    <a:pt x="540067" y="377507"/>
                  </a:lnTo>
                  <a:lnTo>
                    <a:pt x="551599" y="379145"/>
                  </a:lnTo>
                  <a:lnTo>
                    <a:pt x="565200" y="372490"/>
                  </a:lnTo>
                  <a:lnTo>
                    <a:pt x="578337" y="372490"/>
                  </a:lnTo>
                  <a:lnTo>
                    <a:pt x="558609" y="363054"/>
                  </a:lnTo>
                  <a:close/>
                </a:path>
                <a:path w="1974215" h="1003934">
                  <a:moveTo>
                    <a:pt x="606971" y="363727"/>
                  </a:moveTo>
                  <a:lnTo>
                    <a:pt x="594829" y="363727"/>
                  </a:lnTo>
                  <a:lnTo>
                    <a:pt x="594829" y="435736"/>
                  </a:lnTo>
                  <a:lnTo>
                    <a:pt x="607174" y="435736"/>
                  </a:lnTo>
                  <a:lnTo>
                    <a:pt x="607174" y="407847"/>
                  </a:lnTo>
                  <a:lnTo>
                    <a:pt x="636036" y="407847"/>
                  </a:lnTo>
                  <a:lnTo>
                    <a:pt x="636996" y="406895"/>
                  </a:lnTo>
                  <a:lnTo>
                    <a:pt x="616623" y="406895"/>
                  </a:lnTo>
                  <a:lnTo>
                    <a:pt x="606932" y="389915"/>
                  </a:lnTo>
                  <a:lnTo>
                    <a:pt x="606932" y="386537"/>
                  </a:lnTo>
                  <a:lnTo>
                    <a:pt x="621995" y="373176"/>
                  </a:lnTo>
                  <a:lnTo>
                    <a:pt x="637857" y="373176"/>
                  </a:lnTo>
                  <a:lnTo>
                    <a:pt x="636866" y="368198"/>
                  </a:lnTo>
                  <a:lnTo>
                    <a:pt x="606971" y="363727"/>
                  </a:lnTo>
                  <a:close/>
                </a:path>
                <a:path w="1974215" h="1003934">
                  <a:moveTo>
                    <a:pt x="636036" y="407847"/>
                  </a:moveTo>
                  <a:lnTo>
                    <a:pt x="607174" y="407847"/>
                  </a:lnTo>
                  <a:lnTo>
                    <a:pt x="626795" y="417017"/>
                  </a:lnTo>
                  <a:lnTo>
                    <a:pt x="636036" y="407847"/>
                  </a:lnTo>
                  <a:close/>
                </a:path>
                <a:path w="1974215" h="1003934">
                  <a:moveTo>
                    <a:pt x="637857" y="373176"/>
                  </a:moveTo>
                  <a:lnTo>
                    <a:pt x="621995" y="373176"/>
                  </a:lnTo>
                  <a:lnTo>
                    <a:pt x="631685" y="393191"/>
                  </a:lnTo>
                  <a:lnTo>
                    <a:pt x="616623" y="406895"/>
                  </a:lnTo>
                  <a:lnTo>
                    <a:pt x="636996" y="406895"/>
                  </a:lnTo>
                  <a:lnTo>
                    <a:pt x="643318" y="400621"/>
                  </a:lnTo>
                  <a:lnTo>
                    <a:pt x="637857" y="373176"/>
                  </a:lnTo>
                  <a:close/>
                </a:path>
                <a:path w="1974215" h="1003934">
                  <a:moveTo>
                    <a:pt x="665848" y="363727"/>
                  </a:moveTo>
                  <a:lnTo>
                    <a:pt x="653707" y="363727"/>
                  </a:lnTo>
                  <a:lnTo>
                    <a:pt x="653707" y="435736"/>
                  </a:lnTo>
                  <a:lnTo>
                    <a:pt x="666051" y="435736"/>
                  </a:lnTo>
                  <a:lnTo>
                    <a:pt x="666051" y="407847"/>
                  </a:lnTo>
                  <a:lnTo>
                    <a:pt x="694926" y="407847"/>
                  </a:lnTo>
                  <a:lnTo>
                    <a:pt x="695886" y="406895"/>
                  </a:lnTo>
                  <a:lnTo>
                    <a:pt x="675512" y="406895"/>
                  </a:lnTo>
                  <a:lnTo>
                    <a:pt x="665810" y="389915"/>
                  </a:lnTo>
                  <a:lnTo>
                    <a:pt x="665810" y="386537"/>
                  </a:lnTo>
                  <a:lnTo>
                    <a:pt x="680872" y="373176"/>
                  </a:lnTo>
                  <a:lnTo>
                    <a:pt x="696747" y="373176"/>
                  </a:lnTo>
                  <a:lnTo>
                    <a:pt x="695756" y="368198"/>
                  </a:lnTo>
                  <a:lnTo>
                    <a:pt x="665848" y="363727"/>
                  </a:lnTo>
                  <a:close/>
                </a:path>
                <a:path w="1974215" h="1003934">
                  <a:moveTo>
                    <a:pt x="694926" y="407847"/>
                  </a:moveTo>
                  <a:lnTo>
                    <a:pt x="666051" y="407847"/>
                  </a:lnTo>
                  <a:lnTo>
                    <a:pt x="685685" y="417017"/>
                  </a:lnTo>
                  <a:lnTo>
                    <a:pt x="694926" y="407847"/>
                  </a:lnTo>
                  <a:close/>
                </a:path>
                <a:path w="1974215" h="1003934">
                  <a:moveTo>
                    <a:pt x="696747" y="373176"/>
                  </a:moveTo>
                  <a:lnTo>
                    <a:pt x="680872" y="373176"/>
                  </a:lnTo>
                  <a:lnTo>
                    <a:pt x="690562" y="393191"/>
                  </a:lnTo>
                  <a:lnTo>
                    <a:pt x="675512" y="406895"/>
                  </a:lnTo>
                  <a:lnTo>
                    <a:pt x="695886" y="406895"/>
                  </a:lnTo>
                  <a:lnTo>
                    <a:pt x="702208" y="400621"/>
                  </a:lnTo>
                  <a:lnTo>
                    <a:pt x="696747" y="373176"/>
                  </a:lnTo>
                  <a:close/>
                </a:path>
                <a:path w="1974215" h="1003934">
                  <a:moveTo>
                    <a:pt x="747077" y="363727"/>
                  </a:moveTo>
                  <a:lnTo>
                    <a:pt x="735279" y="363727"/>
                  </a:lnTo>
                  <a:lnTo>
                    <a:pt x="735279" y="416102"/>
                  </a:lnTo>
                  <a:lnTo>
                    <a:pt x="747623" y="416102"/>
                  </a:lnTo>
                  <a:lnTo>
                    <a:pt x="747623" y="382892"/>
                  </a:lnTo>
                  <a:lnTo>
                    <a:pt x="764374" y="374472"/>
                  </a:lnTo>
                  <a:lnTo>
                    <a:pt x="778990" y="374472"/>
                  </a:lnTo>
                  <a:lnTo>
                    <a:pt x="778490" y="372630"/>
                  </a:lnTo>
                  <a:lnTo>
                    <a:pt x="747699" y="372630"/>
                  </a:lnTo>
                  <a:lnTo>
                    <a:pt x="747077" y="363727"/>
                  </a:lnTo>
                  <a:close/>
                </a:path>
                <a:path w="1974215" h="1003934">
                  <a:moveTo>
                    <a:pt x="778990" y="374472"/>
                  </a:moveTo>
                  <a:lnTo>
                    <a:pt x="764374" y="374472"/>
                  </a:lnTo>
                  <a:lnTo>
                    <a:pt x="768896" y="416102"/>
                  </a:lnTo>
                  <a:lnTo>
                    <a:pt x="781240" y="416102"/>
                  </a:lnTo>
                  <a:lnTo>
                    <a:pt x="781240" y="382752"/>
                  </a:lnTo>
                  <a:lnTo>
                    <a:pt x="778990" y="374472"/>
                  </a:lnTo>
                  <a:close/>
                </a:path>
                <a:path w="1974215" h="1003934">
                  <a:moveTo>
                    <a:pt x="759396" y="363054"/>
                  </a:moveTo>
                  <a:lnTo>
                    <a:pt x="747699" y="372630"/>
                  </a:lnTo>
                  <a:lnTo>
                    <a:pt x="778490" y="372630"/>
                  </a:lnTo>
                  <a:lnTo>
                    <a:pt x="777544" y="369150"/>
                  </a:lnTo>
                  <a:lnTo>
                    <a:pt x="759396" y="363054"/>
                  </a:lnTo>
                  <a:close/>
                </a:path>
                <a:path w="1974215" h="1003934">
                  <a:moveTo>
                    <a:pt x="805967" y="364172"/>
                  </a:moveTo>
                  <a:lnTo>
                    <a:pt x="791438" y="379971"/>
                  </a:lnTo>
                  <a:lnTo>
                    <a:pt x="795553" y="408355"/>
                  </a:lnTo>
                  <a:lnTo>
                    <a:pt x="815505" y="417131"/>
                  </a:lnTo>
                  <a:lnTo>
                    <a:pt x="832561" y="411505"/>
                  </a:lnTo>
                  <a:lnTo>
                    <a:pt x="834708" y="407238"/>
                  </a:lnTo>
                  <a:lnTo>
                    <a:pt x="815581" y="407238"/>
                  </a:lnTo>
                  <a:lnTo>
                    <a:pt x="810374" y="406476"/>
                  </a:lnTo>
                  <a:lnTo>
                    <a:pt x="806627" y="376694"/>
                  </a:lnTo>
                  <a:lnTo>
                    <a:pt x="834960" y="376694"/>
                  </a:lnTo>
                  <a:lnTo>
                    <a:pt x="832561" y="368680"/>
                  </a:lnTo>
                  <a:lnTo>
                    <a:pt x="805967" y="364172"/>
                  </a:lnTo>
                  <a:close/>
                </a:path>
                <a:path w="1974215" h="1003934">
                  <a:moveTo>
                    <a:pt x="834960" y="376694"/>
                  </a:moveTo>
                  <a:lnTo>
                    <a:pt x="806627" y="376694"/>
                  </a:lnTo>
                  <a:lnTo>
                    <a:pt x="825779" y="378777"/>
                  </a:lnTo>
                  <a:lnTo>
                    <a:pt x="815581" y="407238"/>
                  </a:lnTo>
                  <a:lnTo>
                    <a:pt x="834708" y="407238"/>
                  </a:lnTo>
                  <a:lnTo>
                    <a:pt x="840600" y="395528"/>
                  </a:lnTo>
                  <a:lnTo>
                    <a:pt x="834960" y="376694"/>
                  </a:lnTo>
                  <a:close/>
                </a:path>
                <a:path w="1974215" h="1003934">
                  <a:moveTo>
                    <a:pt x="865771" y="351180"/>
                  </a:moveTo>
                  <a:lnTo>
                    <a:pt x="853427" y="351180"/>
                  </a:lnTo>
                  <a:lnTo>
                    <a:pt x="853414" y="405663"/>
                  </a:lnTo>
                  <a:lnTo>
                    <a:pt x="869797" y="416813"/>
                  </a:lnTo>
                  <a:lnTo>
                    <a:pt x="865771" y="351180"/>
                  </a:lnTo>
                  <a:close/>
                </a:path>
                <a:path w="1974215" h="1003934">
                  <a:moveTo>
                    <a:pt x="853424" y="363727"/>
                  </a:moveTo>
                  <a:lnTo>
                    <a:pt x="845997" y="363727"/>
                  </a:lnTo>
                  <a:lnTo>
                    <a:pt x="845997" y="373278"/>
                  </a:lnTo>
                  <a:lnTo>
                    <a:pt x="853422" y="373278"/>
                  </a:lnTo>
                  <a:lnTo>
                    <a:pt x="853424" y="363727"/>
                  </a:lnTo>
                  <a:close/>
                </a:path>
                <a:path w="1974215" h="1003934">
                  <a:moveTo>
                    <a:pt x="876109" y="363727"/>
                  </a:moveTo>
                  <a:lnTo>
                    <a:pt x="866541" y="363727"/>
                  </a:lnTo>
                  <a:lnTo>
                    <a:pt x="867127" y="373278"/>
                  </a:lnTo>
                  <a:lnTo>
                    <a:pt x="876109" y="373278"/>
                  </a:lnTo>
                  <a:lnTo>
                    <a:pt x="876109" y="363727"/>
                  </a:lnTo>
                  <a:close/>
                </a:path>
                <a:path w="1974215" h="1003934">
                  <a:moveTo>
                    <a:pt x="897648" y="363727"/>
                  </a:moveTo>
                  <a:lnTo>
                    <a:pt x="885304" y="363727"/>
                  </a:lnTo>
                  <a:lnTo>
                    <a:pt x="885304" y="416102"/>
                  </a:lnTo>
                  <a:lnTo>
                    <a:pt x="897648" y="416102"/>
                  </a:lnTo>
                  <a:lnTo>
                    <a:pt x="897648" y="363727"/>
                  </a:lnTo>
                  <a:close/>
                </a:path>
                <a:path w="1974215" h="1003934">
                  <a:moveTo>
                    <a:pt x="889558" y="342899"/>
                  </a:moveTo>
                  <a:lnTo>
                    <a:pt x="891501" y="356298"/>
                  </a:lnTo>
                  <a:lnTo>
                    <a:pt x="893483" y="356298"/>
                  </a:lnTo>
                  <a:lnTo>
                    <a:pt x="889558" y="342899"/>
                  </a:lnTo>
                  <a:close/>
                </a:path>
                <a:path w="1974215" h="1003934">
                  <a:moveTo>
                    <a:pt x="938263" y="344436"/>
                  </a:moveTo>
                  <a:lnTo>
                    <a:pt x="918159" y="345897"/>
                  </a:lnTo>
                  <a:lnTo>
                    <a:pt x="912520" y="416102"/>
                  </a:lnTo>
                  <a:lnTo>
                    <a:pt x="924890" y="416102"/>
                  </a:lnTo>
                  <a:lnTo>
                    <a:pt x="924890" y="359613"/>
                  </a:lnTo>
                  <a:lnTo>
                    <a:pt x="938263" y="344436"/>
                  </a:lnTo>
                  <a:close/>
                </a:path>
                <a:path w="1974215" h="1003934">
                  <a:moveTo>
                    <a:pt x="916727" y="363727"/>
                  </a:moveTo>
                  <a:lnTo>
                    <a:pt x="904773" y="363727"/>
                  </a:lnTo>
                  <a:lnTo>
                    <a:pt x="904773" y="373278"/>
                  </a:lnTo>
                  <a:lnTo>
                    <a:pt x="915959" y="373278"/>
                  </a:lnTo>
                  <a:lnTo>
                    <a:pt x="916727" y="363727"/>
                  </a:lnTo>
                  <a:close/>
                </a:path>
                <a:path w="1974215" h="1003934">
                  <a:moveTo>
                    <a:pt x="935735" y="363727"/>
                  </a:moveTo>
                  <a:lnTo>
                    <a:pt x="924890" y="363727"/>
                  </a:lnTo>
                  <a:lnTo>
                    <a:pt x="924890" y="373278"/>
                  </a:lnTo>
                  <a:lnTo>
                    <a:pt x="935735" y="373278"/>
                  </a:lnTo>
                  <a:lnTo>
                    <a:pt x="935735" y="363727"/>
                  </a:lnTo>
                  <a:close/>
                </a:path>
                <a:path w="1974215" h="1003934">
                  <a:moveTo>
                    <a:pt x="956614" y="363727"/>
                  </a:moveTo>
                  <a:lnTo>
                    <a:pt x="944283" y="363727"/>
                  </a:lnTo>
                  <a:lnTo>
                    <a:pt x="944283" y="416102"/>
                  </a:lnTo>
                  <a:lnTo>
                    <a:pt x="956614" y="416102"/>
                  </a:lnTo>
                  <a:lnTo>
                    <a:pt x="956614" y="363727"/>
                  </a:lnTo>
                  <a:close/>
                </a:path>
                <a:path w="1974215" h="1003934">
                  <a:moveTo>
                    <a:pt x="948524" y="342899"/>
                  </a:moveTo>
                  <a:lnTo>
                    <a:pt x="950480" y="356298"/>
                  </a:lnTo>
                  <a:lnTo>
                    <a:pt x="952461" y="356298"/>
                  </a:lnTo>
                  <a:lnTo>
                    <a:pt x="948524" y="342899"/>
                  </a:lnTo>
                  <a:close/>
                </a:path>
                <a:path w="1974215" h="1003934">
                  <a:moveTo>
                    <a:pt x="981417" y="364197"/>
                  </a:moveTo>
                  <a:lnTo>
                    <a:pt x="966965" y="380110"/>
                  </a:lnTo>
                  <a:lnTo>
                    <a:pt x="970965" y="408216"/>
                  </a:lnTo>
                  <a:lnTo>
                    <a:pt x="991031" y="417131"/>
                  </a:lnTo>
                  <a:lnTo>
                    <a:pt x="999235" y="416331"/>
                  </a:lnTo>
                  <a:lnTo>
                    <a:pt x="1006502" y="407073"/>
                  </a:lnTo>
                  <a:lnTo>
                    <a:pt x="988567" y="407073"/>
                  </a:lnTo>
                  <a:lnTo>
                    <a:pt x="978979" y="383374"/>
                  </a:lnTo>
                  <a:lnTo>
                    <a:pt x="994117" y="373011"/>
                  </a:lnTo>
                  <a:lnTo>
                    <a:pt x="1009774" y="373011"/>
                  </a:lnTo>
                  <a:lnTo>
                    <a:pt x="1008164" y="369138"/>
                  </a:lnTo>
                  <a:lnTo>
                    <a:pt x="981417" y="364197"/>
                  </a:lnTo>
                  <a:close/>
                </a:path>
                <a:path w="1974215" h="1003934">
                  <a:moveTo>
                    <a:pt x="1013459" y="398208"/>
                  </a:moveTo>
                  <a:lnTo>
                    <a:pt x="1001674" y="398208"/>
                  </a:lnTo>
                  <a:lnTo>
                    <a:pt x="988567" y="407073"/>
                  </a:lnTo>
                  <a:lnTo>
                    <a:pt x="1006502" y="407073"/>
                  </a:lnTo>
                  <a:lnTo>
                    <a:pt x="1013459" y="398208"/>
                  </a:lnTo>
                  <a:close/>
                </a:path>
                <a:path w="1974215" h="1003934">
                  <a:moveTo>
                    <a:pt x="1009774" y="373011"/>
                  </a:moveTo>
                  <a:lnTo>
                    <a:pt x="994117" y="373011"/>
                  </a:lnTo>
                  <a:lnTo>
                    <a:pt x="1001674" y="381876"/>
                  </a:lnTo>
                  <a:lnTo>
                    <a:pt x="1013459" y="381876"/>
                  </a:lnTo>
                  <a:lnTo>
                    <a:pt x="1009774" y="373011"/>
                  </a:lnTo>
                  <a:close/>
                </a:path>
                <a:path w="1974215" h="1003934">
                  <a:moveTo>
                    <a:pt x="1059995" y="372490"/>
                  </a:moveTo>
                  <a:lnTo>
                    <a:pt x="1046848" y="372490"/>
                  </a:lnTo>
                  <a:lnTo>
                    <a:pt x="1052855" y="380580"/>
                  </a:lnTo>
                  <a:lnTo>
                    <a:pt x="1039901" y="385483"/>
                  </a:lnTo>
                  <a:lnTo>
                    <a:pt x="1020787" y="407720"/>
                  </a:lnTo>
                  <a:lnTo>
                    <a:pt x="1037551" y="417156"/>
                  </a:lnTo>
                  <a:lnTo>
                    <a:pt x="1053337" y="416102"/>
                  </a:lnTo>
                  <a:lnTo>
                    <a:pt x="1065199" y="416102"/>
                  </a:lnTo>
                  <a:lnTo>
                    <a:pt x="1065076" y="408089"/>
                  </a:lnTo>
                  <a:lnTo>
                    <a:pt x="1040752" y="408089"/>
                  </a:lnTo>
                  <a:lnTo>
                    <a:pt x="1031925" y="401205"/>
                  </a:lnTo>
                  <a:lnTo>
                    <a:pt x="1052893" y="397319"/>
                  </a:lnTo>
                  <a:lnTo>
                    <a:pt x="1064911" y="397319"/>
                  </a:lnTo>
                  <a:lnTo>
                    <a:pt x="1064730" y="385483"/>
                  </a:lnTo>
                  <a:lnTo>
                    <a:pt x="1064608" y="377507"/>
                  </a:lnTo>
                  <a:lnTo>
                    <a:pt x="1064564" y="374675"/>
                  </a:lnTo>
                  <a:lnTo>
                    <a:pt x="1059995" y="372490"/>
                  </a:lnTo>
                  <a:close/>
                </a:path>
                <a:path w="1974215" h="1003934">
                  <a:moveTo>
                    <a:pt x="1064911" y="397319"/>
                  </a:moveTo>
                  <a:lnTo>
                    <a:pt x="1052893" y="397319"/>
                  </a:lnTo>
                  <a:lnTo>
                    <a:pt x="1040752" y="408089"/>
                  </a:lnTo>
                  <a:lnTo>
                    <a:pt x="1065076" y="408089"/>
                  </a:lnTo>
                  <a:lnTo>
                    <a:pt x="1064971" y="401205"/>
                  </a:lnTo>
                  <a:lnTo>
                    <a:pt x="1064911" y="397319"/>
                  </a:lnTo>
                  <a:close/>
                </a:path>
                <a:path w="1974215" h="1003934">
                  <a:moveTo>
                    <a:pt x="1040256" y="363054"/>
                  </a:moveTo>
                  <a:lnTo>
                    <a:pt x="1021727" y="377507"/>
                  </a:lnTo>
                  <a:lnTo>
                    <a:pt x="1033246" y="379145"/>
                  </a:lnTo>
                  <a:lnTo>
                    <a:pt x="1046848" y="372490"/>
                  </a:lnTo>
                  <a:lnTo>
                    <a:pt x="1059995" y="372490"/>
                  </a:lnTo>
                  <a:lnTo>
                    <a:pt x="1040256" y="363054"/>
                  </a:lnTo>
                  <a:close/>
                </a:path>
                <a:path w="1974215" h="1003934">
                  <a:moveTo>
                    <a:pt x="1092301" y="351180"/>
                  </a:moveTo>
                  <a:lnTo>
                    <a:pt x="1079957" y="351180"/>
                  </a:lnTo>
                  <a:lnTo>
                    <a:pt x="1079931" y="405663"/>
                  </a:lnTo>
                  <a:lnTo>
                    <a:pt x="1096327" y="416813"/>
                  </a:lnTo>
                  <a:lnTo>
                    <a:pt x="1092301" y="351180"/>
                  </a:lnTo>
                  <a:close/>
                </a:path>
                <a:path w="1974215" h="1003934">
                  <a:moveTo>
                    <a:pt x="1079951" y="363727"/>
                  </a:moveTo>
                  <a:lnTo>
                    <a:pt x="1072527" y="363727"/>
                  </a:lnTo>
                  <a:lnTo>
                    <a:pt x="1072527" y="373278"/>
                  </a:lnTo>
                  <a:lnTo>
                    <a:pt x="1079946" y="373278"/>
                  </a:lnTo>
                  <a:lnTo>
                    <a:pt x="1079951" y="363727"/>
                  </a:lnTo>
                  <a:close/>
                </a:path>
                <a:path w="1974215" h="1003934">
                  <a:moveTo>
                    <a:pt x="1102639" y="363727"/>
                  </a:moveTo>
                  <a:lnTo>
                    <a:pt x="1093071" y="363727"/>
                  </a:lnTo>
                  <a:lnTo>
                    <a:pt x="1093657" y="373278"/>
                  </a:lnTo>
                  <a:lnTo>
                    <a:pt x="1102639" y="373278"/>
                  </a:lnTo>
                  <a:lnTo>
                    <a:pt x="1102639" y="363727"/>
                  </a:lnTo>
                  <a:close/>
                </a:path>
                <a:path w="1974215" h="1003934">
                  <a:moveTo>
                    <a:pt x="1124178" y="363727"/>
                  </a:moveTo>
                  <a:lnTo>
                    <a:pt x="1111834" y="363727"/>
                  </a:lnTo>
                  <a:lnTo>
                    <a:pt x="1111834" y="416102"/>
                  </a:lnTo>
                  <a:lnTo>
                    <a:pt x="1124178" y="416102"/>
                  </a:lnTo>
                  <a:lnTo>
                    <a:pt x="1124178" y="363727"/>
                  </a:lnTo>
                  <a:close/>
                </a:path>
                <a:path w="1974215" h="1003934">
                  <a:moveTo>
                    <a:pt x="1116076" y="342899"/>
                  </a:moveTo>
                  <a:lnTo>
                    <a:pt x="1118031" y="356298"/>
                  </a:lnTo>
                  <a:lnTo>
                    <a:pt x="1120012" y="356298"/>
                  </a:lnTo>
                  <a:lnTo>
                    <a:pt x="1116076" y="342899"/>
                  </a:lnTo>
                  <a:close/>
                </a:path>
                <a:path w="1974215" h="1003934">
                  <a:moveTo>
                    <a:pt x="1149032" y="364172"/>
                  </a:moveTo>
                  <a:lnTo>
                    <a:pt x="1134516" y="379971"/>
                  </a:lnTo>
                  <a:lnTo>
                    <a:pt x="1138631" y="408355"/>
                  </a:lnTo>
                  <a:lnTo>
                    <a:pt x="1158582" y="417131"/>
                  </a:lnTo>
                  <a:lnTo>
                    <a:pt x="1175626" y="411505"/>
                  </a:lnTo>
                  <a:lnTo>
                    <a:pt x="1177776" y="407238"/>
                  </a:lnTo>
                  <a:lnTo>
                    <a:pt x="1158646" y="407238"/>
                  </a:lnTo>
                  <a:lnTo>
                    <a:pt x="1153452" y="406476"/>
                  </a:lnTo>
                  <a:lnTo>
                    <a:pt x="1149692" y="376694"/>
                  </a:lnTo>
                  <a:lnTo>
                    <a:pt x="1178029" y="376694"/>
                  </a:lnTo>
                  <a:lnTo>
                    <a:pt x="1175626" y="368680"/>
                  </a:lnTo>
                  <a:lnTo>
                    <a:pt x="1149032" y="364172"/>
                  </a:lnTo>
                  <a:close/>
                </a:path>
                <a:path w="1974215" h="1003934">
                  <a:moveTo>
                    <a:pt x="1178029" y="376694"/>
                  </a:moveTo>
                  <a:lnTo>
                    <a:pt x="1149692" y="376694"/>
                  </a:lnTo>
                  <a:lnTo>
                    <a:pt x="1168857" y="378777"/>
                  </a:lnTo>
                  <a:lnTo>
                    <a:pt x="1158646" y="407238"/>
                  </a:lnTo>
                  <a:lnTo>
                    <a:pt x="1177776" y="407238"/>
                  </a:lnTo>
                  <a:lnTo>
                    <a:pt x="1183678" y="395528"/>
                  </a:lnTo>
                  <a:lnTo>
                    <a:pt x="1178029" y="376694"/>
                  </a:lnTo>
                  <a:close/>
                </a:path>
                <a:path w="1974215" h="1003934">
                  <a:moveTo>
                    <a:pt x="1204823" y="363727"/>
                  </a:moveTo>
                  <a:lnTo>
                    <a:pt x="1193025" y="363727"/>
                  </a:lnTo>
                  <a:lnTo>
                    <a:pt x="1193025" y="416102"/>
                  </a:lnTo>
                  <a:lnTo>
                    <a:pt x="1205369" y="416102"/>
                  </a:lnTo>
                  <a:lnTo>
                    <a:pt x="1205369" y="382892"/>
                  </a:lnTo>
                  <a:lnTo>
                    <a:pt x="1222121" y="374472"/>
                  </a:lnTo>
                  <a:lnTo>
                    <a:pt x="1236736" y="374472"/>
                  </a:lnTo>
                  <a:lnTo>
                    <a:pt x="1236236" y="372630"/>
                  </a:lnTo>
                  <a:lnTo>
                    <a:pt x="1205433" y="372630"/>
                  </a:lnTo>
                  <a:lnTo>
                    <a:pt x="1204823" y="363727"/>
                  </a:lnTo>
                  <a:close/>
                </a:path>
                <a:path w="1974215" h="1003934">
                  <a:moveTo>
                    <a:pt x="1236736" y="374472"/>
                  </a:moveTo>
                  <a:lnTo>
                    <a:pt x="1222121" y="374472"/>
                  </a:lnTo>
                  <a:lnTo>
                    <a:pt x="1226642" y="416102"/>
                  </a:lnTo>
                  <a:lnTo>
                    <a:pt x="1238986" y="416102"/>
                  </a:lnTo>
                  <a:lnTo>
                    <a:pt x="1238986" y="382752"/>
                  </a:lnTo>
                  <a:lnTo>
                    <a:pt x="1236736" y="374472"/>
                  </a:lnTo>
                  <a:close/>
                </a:path>
                <a:path w="1974215" h="1003934">
                  <a:moveTo>
                    <a:pt x="1217142" y="363054"/>
                  </a:moveTo>
                  <a:lnTo>
                    <a:pt x="1205433" y="372630"/>
                  </a:lnTo>
                  <a:lnTo>
                    <a:pt x="1236236" y="372630"/>
                  </a:lnTo>
                  <a:lnTo>
                    <a:pt x="1235290" y="369150"/>
                  </a:lnTo>
                  <a:lnTo>
                    <a:pt x="1217142" y="363054"/>
                  </a:lnTo>
                  <a:close/>
                </a:path>
                <a:path w="1974215" h="1003934">
                  <a:moveTo>
                    <a:pt x="1281696" y="364362"/>
                  </a:moveTo>
                  <a:lnTo>
                    <a:pt x="1256474" y="366318"/>
                  </a:lnTo>
                  <a:lnTo>
                    <a:pt x="1250734" y="385914"/>
                  </a:lnTo>
                  <a:lnTo>
                    <a:pt x="1275626" y="396100"/>
                  </a:lnTo>
                  <a:lnTo>
                    <a:pt x="1260132" y="400659"/>
                  </a:lnTo>
                  <a:lnTo>
                    <a:pt x="1248092" y="401815"/>
                  </a:lnTo>
                  <a:lnTo>
                    <a:pt x="1248841" y="406641"/>
                  </a:lnTo>
                  <a:lnTo>
                    <a:pt x="1264145" y="417131"/>
                  </a:lnTo>
                  <a:lnTo>
                    <a:pt x="1288148" y="411645"/>
                  </a:lnTo>
                  <a:lnTo>
                    <a:pt x="1291678" y="393636"/>
                  </a:lnTo>
                  <a:lnTo>
                    <a:pt x="1266609" y="383717"/>
                  </a:lnTo>
                  <a:lnTo>
                    <a:pt x="1291805" y="377570"/>
                  </a:lnTo>
                  <a:lnTo>
                    <a:pt x="1290954" y="373125"/>
                  </a:lnTo>
                  <a:lnTo>
                    <a:pt x="1281696" y="364362"/>
                  </a:lnTo>
                  <a:close/>
                </a:path>
                <a:path w="1974215" h="1003934">
                  <a:moveTo>
                    <a:pt x="1330477" y="343001"/>
                  </a:moveTo>
                  <a:lnTo>
                    <a:pt x="1319669" y="343001"/>
                  </a:lnTo>
                  <a:lnTo>
                    <a:pt x="1297177" y="426605"/>
                  </a:lnTo>
                  <a:lnTo>
                    <a:pt x="1307985" y="426605"/>
                  </a:lnTo>
                  <a:lnTo>
                    <a:pt x="1330477" y="343001"/>
                  </a:lnTo>
                  <a:close/>
                </a:path>
                <a:path w="1974215" h="1003934">
                  <a:moveTo>
                    <a:pt x="1349375" y="363727"/>
                  </a:moveTo>
                  <a:lnTo>
                    <a:pt x="1337233" y="363727"/>
                  </a:lnTo>
                  <a:lnTo>
                    <a:pt x="1337233" y="435736"/>
                  </a:lnTo>
                  <a:lnTo>
                    <a:pt x="1349578" y="435736"/>
                  </a:lnTo>
                  <a:lnTo>
                    <a:pt x="1349578" y="407847"/>
                  </a:lnTo>
                  <a:lnTo>
                    <a:pt x="1378440" y="407847"/>
                  </a:lnTo>
                  <a:lnTo>
                    <a:pt x="1379400" y="406895"/>
                  </a:lnTo>
                  <a:lnTo>
                    <a:pt x="1359027" y="406895"/>
                  </a:lnTo>
                  <a:lnTo>
                    <a:pt x="1349336" y="389915"/>
                  </a:lnTo>
                  <a:lnTo>
                    <a:pt x="1349336" y="386537"/>
                  </a:lnTo>
                  <a:lnTo>
                    <a:pt x="1364399" y="373176"/>
                  </a:lnTo>
                  <a:lnTo>
                    <a:pt x="1380261" y="373176"/>
                  </a:lnTo>
                  <a:lnTo>
                    <a:pt x="1379270" y="368198"/>
                  </a:lnTo>
                  <a:lnTo>
                    <a:pt x="1349375" y="363727"/>
                  </a:lnTo>
                  <a:close/>
                </a:path>
                <a:path w="1974215" h="1003934">
                  <a:moveTo>
                    <a:pt x="1378440" y="407847"/>
                  </a:moveTo>
                  <a:lnTo>
                    <a:pt x="1349578" y="407847"/>
                  </a:lnTo>
                  <a:lnTo>
                    <a:pt x="1369199" y="417017"/>
                  </a:lnTo>
                  <a:lnTo>
                    <a:pt x="1378440" y="407847"/>
                  </a:lnTo>
                  <a:close/>
                </a:path>
                <a:path w="1974215" h="1003934">
                  <a:moveTo>
                    <a:pt x="1380261" y="373176"/>
                  </a:moveTo>
                  <a:lnTo>
                    <a:pt x="1364399" y="373176"/>
                  </a:lnTo>
                  <a:lnTo>
                    <a:pt x="1374089" y="393191"/>
                  </a:lnTo>
                  <a:lnTo>
                    <a:pt x="1359027" y="406895"/>
                  </a:lnTo>
                  <a:lnTo>
                    <a:pt x="1379400" y="406895"/>
                  </a:lnTo>
                  <a:lnTo>
                    <a:pt x="1385722" y="400621"/>
                  </a:lnTo>
                  <a:lnTo>
                    <a:pt x="1380261" y="373176"/>
                  </a:lnTo>
                  <a:close/>
                </a:path>
                <a:path w="1974215" h="1003934">
                  <a:moveTo>
                    <a:pt x="1408087" y="363727"/>
                  </a:moveTo>
                  <a:lnTo>
                    <a:pt x="1396110" y="363727"/>
                  </a:lnTo>
                  <a:lnTo>
                    <a:pt x="1396110" y="416102"/>
                  </a:lnTo>
                  <a:lnTo>
                    <a:pt x="1408455" y="416102"/>
                  </a:lnTo>
                  <a:lnTo>
                    <a:pt x="1408455" y="385317"/>
                  </a:lnTo>
                  <a:lnTo>
                    <a:pt x="1418695" y="372465"/>
                  </a:lnTo>
                  <a:lnTo>
                    <a:pt x="1408633" y="372465"/>
                  </a:lnTo>
                  <a:lnTo>
                    <a:pt x="1408087" y="363727"/>
                  </a:lnTo>
                  <a:close/>
                </a:path>
                <a:path w="1974215" h="1003934">
                  <a:moveTo>
                    <a:pt x="1425981" y="363321"/>
                  </a:moveTo>
                  <a:lnTo>
                    <a:pt x="1408633" y="372465"/>
                  </a:lnTo>
                  <a:lnTo>
                    <a:pt x="1418695" y="372465"/>
                  </a:lnTo>
                  <a:lnTo>
                    <a:pt x="1425981" y="363321"/>
                  </a:lnTo>
                  <a:close/>
                </a:path>
                <a:path w="1974215" h="1003934">
                  <a:moveTo>
                    <a:pt x="1445399" y="363727"/>
                  </a:moveTo>
                  <a:lnTo>
                    <a:pt x="1433055" y="363727"/>
                  </a:lnTo>
                  <a:lnTo>
                    <a:pt x="1433055" y="416102"/>
                  </a:lnTo>
                  <a:lnTo>
                    <a:pt x="1445399" y="416102"/>
                  </a:lnTo>
                  <a:lnTo>
                    <a:pt x="1445399" y="363727"/>
                  </a:lnTo>
                  <a:close/>
                </a:path>
                <a:path w="1974215" h="1003934">
                  <a:moveTo>
                    <a:pt x="1437309" y="342899"/>
                  </a:moveTo>
                  <a:lnTo>
                    <a:pt x="1439265" y="356298"/>
                  </a:lnTo>
                  <a:lnTo>
                    <a:pt x="1441246" y="356298"/>
                  </a:lnTo>
                  <a:lnTo>
                    <a:pt x="1437309" y="342899"/>
                  </a:lnTo>
                  <a:close/>
                </a:path>
                <a:path w="1974215" h="1003934">
                  <a:moveTo>
                    <a:pt x="1470202" y="364197"/>
                  </a:moveTo>
                  <a:lnTo>
                    <a:pt x="1455737" y="380110"/>
                  </a:lnTo>
                  <a:lnTo>
                    <a:pt x="1459737" y="408216"/>
                  </a:lnTo>
                  <a:lnTo>
                    <a:pt x="1479816" y="417131"/>
                  </a:lnTo>
                  <a:lnTo>
                    <a:pt x="1488020" y="416331"/>
                  </a:lnTo>
                  <a:lnTo>
                    <a:pt x="1495287" y="407073"/>
                  </a:lnTo>
                  <a:lnTo>
                    <a:pt x="1477340" y="407073"/>
                  </a:lnTo>
                  <a:lnTo>
                    <a:pt x="1467751" y="383374"/>
                  </a:lnTo>
                  <a:lnTo>
                    <a:pt x="1482890" y="373011"/>
                  </a:lnTo>
                  <a:lnTo>
                    <a:pt x="1498559" y="373011"/>
                  </a:lnTo>
                  <a:lnTo>
                    <a:pt x="1496949" y="369138"/>
                  </a:lnTo>
                  <a:lnTo>
                    <a:pt x="1470202" y="364197"/>
                  </a:lnTo>
                  <a:close/>
                </a:path>
                <a:path w="1974215" h="1003934">
                  <a:moveTo>
                    <a:pt x="1502244" y="398208"/>
                  </a:moveTo>
                  <a:lnTo>
                    <a:pt x="1490446" y="398208"/>
                  </a:lnTo>
                  <a:lnTo>
                    <a:pt x="1477340" y="407073"/>
                  </a:lnTo>
                  <a:lnTo>
                    <a:pt x="1495287" y="407073"/>
                  </a:lnTo>
                  <a:lnTo>
                    <a:pt x="1502244" y="398208"/>
                  </a:lnTo>
                  <a:close/>
                </a:path>
                <a:path w="1974215" h="1003934">
                  <a:moveTo>
                    <a:pt x="1498559" y="373011"/>
                  </a:moveTo>
                  <a:lnTo>
                    <a:pt x="1482890" y="373011"/>
                  </a:lnTo>
                  <a:lnTo>
                    <a:pt x="1490446" y="381876"/>
                  </a:lnTo>
                  <a:lnTo>
                    <a:pt x="1502244" y="381876"/>
                  </a:lnTo>
                  <a:lnTo>
                    <a:pt x="1498559" y="373011"/>
                  </a:lnTo>
                  <a:close/>
                </a:path>
                <a:path w="1974215" h="1003934">
                  <a:moveTo>
                    <a:pt x="1523593" y="363727"/>
                  </a:moveTo>
                  <a:lnTo>
                    <a:pt x="1511261" y="363727"/>
                  </a:lnTo>
                  <a:lnTo>
                    <a:pt x="1511261" y="416102"/>
                  </a:lnTo>
                  <a:lnTo>
                    <a:pt x="1523593" y="416102"/>
                  </a:lnTo>
                  <a:lnTo>
                    <a:pt x="1523593" y="363727"/>
                  </a:lnTo>
                  <a:close/>
                </a:path>
                <a:path w="1974215" h="1003934">
                  <a:moveTo>
                    <a:pt x="1515503" y="342899"/>
                  </a:moveTo>
                  <a:lnTo>
                    <a:pt x="1517459" y="356298"/>
                  </a:lnTo>
                  <a:lnTo>
                    <a:pt x="1519440" y="356298"/>
                  </a:lnTo>
                  <a:lnTo>
                    <a:pt x="1515503" y="342899"/>
                  </a:lnTo>
                  <a:close/>
                </a:path>
                <a:path w="1974215" h="1003934">
                  <a:moveTo>
                    <a:pt x="1546961" y="363727"/>
                  </a:moveTo>
                  <a:lnTo>
                    <a:pt x="1535163" y="363727"/>
                  </a:lnTo>
                  <a:lnTo>
                    <a:pt x="1535163" y="416102"/>
                  </a:lnTo>
                  <a:lnTo>
                    <a:pt x="1547507" y="416102"/>
                  </a:lnTo>
                  <a:lnTo>
                    <a:pt x="1547507" y="382892"/>
                  </a:lnTo>
                  <a:lnTo>
                    <a:pt x="1564258" y="374472"/>
                  </a:lnTo>
                  <a:lnTo>
                    <a:pt x="1578874" y="374472"/>
                  </a:lnTo>
                  <a:lnTo>
                    <a:pt x="1578374" y="372630"/>
                  </a:lnTo>
                  <a:lnTo>
                    <a:pt x="1547571" y="372630"/>
                  </a:lnTo>
                  <a:lnTo>
                    <a:pt x="1546961" y="363727"/>
                  </a:lnTo>
                  <a:close/>
                </a:path>
                <a:path w="1974215" h="1003934">
                  <a:moveTo>
                    <a:pt x="1578874" y="374472"/>
                  </a:moveTo>
                  <a:lnTo>
                    <a:pt x="1564258" y="374472"/>
                  </a:lnTo>
                  <a:lnTo>
                    <a:pt x="1568780" y="416102"/>
                  </a:lnTo>
                  <a:lnTo>
                    <a:pt x="1581124" y="416102"/>
                  </a:lnTo>
                  <a:lnTo>
                    <a:pt x="1581124" y="382752"/>
                  </a:lnTo>
                  <a:lnTo>
                    <a:pt x="1578874" y="374472"/>
                  </a:lnTo>
                  <a:close/>
                </a:path>
                <a:path w="1974215" h="1003934">
                  <a:moveTo>
                    <a:pt x="1559280" y="363054"/>
                  </a:moveTo>
                  <a:lnTo>
                    <a:pt x="1547571" y="372630"/>
                  </a:lnTo>
                  <a:lnTo>
                    <a:pt x="1578374" y="372630"/>
                  </a:lnTo>
                  <a:lnTo>
                    <a:pt x="1577428" y="369150"/>
                  </a:lnTo>
                  <a:lnTo>
                    <a:pt x="1559280" y="363054"/>
                  </a:lnTo>
                  <a:close/>
                </a:path>
                <a:path w="1974215" h="1003934">
                  <a:moveTo>
                    <a:pt x="1604340" y="364083"/>
                  </a:moveTo>
                  <a:lnTo>
                    <a:pt x="1590395" y="383997"/>
                  </a:lnTo>
                  <a:lnTo>
                    <a:pt x="1597786" y="410616"/>
                  </a:lnTo>
                  <a:lnTo>
                    <a:pt x="1621447" y="413080"/>
                  </a:lnTo>
                  <a:lnTo>
                    <a:pt x="1626514" y="423252"/>
                  </a:lnTo>
                  <a:lnTo>
                    <a:pt x="1592211" y="423608"/>
                  </a:lnTo>
                  <a:lnTo>
                    <a:pt x="1615325" y="436829"/>
                  </a:lnTo>
                  <a:lnTo>
                    <a:pt x="1620024" y="436829"/>
                  </a:lnTo>
                  <a:lnTo>
                    <a:pt x="1638833" y="425132"/>
                  </a:lnTo>
                  <a:lnTo>
                    <a:pt x="1639042" y="413080"/>
                  </a:lnTo>
                  <a:lnTo>
                    <a:pt x="1639085" y="410616"/>
                  </a:lnTo>
                  <a:lnTo>
                    <a:pt x="1639171" y="405663"/>
                  </a:lnTo>
                  <a:lnTo>
                    <a:pt x="1612722" y="405663"/>
                  </a:lnTo>
                  <a:lnTo>
                    <a:pt x="1602981" y="386524"/>
                  </a:lnTo>
                  <a:lnTo>
                    <a:pt x="1618081" y="373176"/>
                  </a:lnTo>
                  <a:lnTo>
                    <a:pt x="1639736" y="373176"/>
                  </a:lnTo>
                  <a:lnTo>
                    <a:pt x="1639749" y="372389"/>
                  </a:lnTo>
                  <a:lnTo>
                    <a:pt x="1627733" y="372389"/>
                  </a:lnTo>
                  <a:lnTo>
                    <a:pt x="1604340" y="364083"/>
                  </a:lnTo>
                  <a:close/>
                </a:path>
                <a:path w="1974215" h="1003934">
                  <a:moveTo>
                    <a:pt x="1639736" y="373176"/>
                  </a:moveTo>
                  <a:lnTo>
                    <a:pt x="1618081" y="373176"/>
                  </a:lnTo>
                  <a:lnTo>
                    <a:pt x="1627733" y="393014"/>
                  </a:lnTo>
                  <a:lnTo>
                    <a:pt x="1615427" y="405663"/>
                  </a:lnTo>
                  <a:lnTo>
                    <a:pt x="1639171" y="405663"/>
                  </a:lnTo>
                  <a:lnTo>
                    <a:pt x="1639736" y="373176"/>
                  </a:lnTo>
                  <a:close/>
                </a:path>
                <a:path w="1974215" h="1003934">
                  <a:moveTo>
                    <a:pt x="1639900" y="363727"/>
                  </a:moveTo>
                  <a:lnTo>
                    <a:pt x="1627733" y="363727"/>
                  </a:lnTo>
                  <a:lnTo>
                    <a:pt x="1627733" y="372389"/>
                  </a:lnTo>
                  <a:lnTo>
                    <a:pt x="1639749" y="372389"/>
                  </a:lnTo>
                  <a:lnTo>
                    <a:pt x="1639894" y="364083"/>
                  </a:lnTo>
                  <a:lnTo>
                    <a:pt x="1639900" y="363727"/>
                  </a:lnTo>
                  <a:close/>
                </a:path>
                <a:path w="1974215" h="1003934">
                  <a:moveTo>
                    <a:pt x="1687309" y="364197"/>
                  </a:moveTo>
                  <a:lnTo>
                    <a:pt x="1672894" y="380110"/>
                  </a:lnTo>
                  <a:lnTo>
                    <a:pt x="1676984" y="408533"/>
                  </a:lnTo>
                  <a:lnTo>
                    <a:pt x="1697304" y="417131"/>
                  </a:lnTo>
                  <a:lnTo>
                    <a:pt x="1701368" y="417131"/>
                  </a:lnTo>
                  <a:lnTo>
                    <a:pt x="1714007" y="406946"/>
                  </a:lnTo>
                  <a:lnTo>
                    <a:pt x="1692452" y="406946"/>
                  </a:lnTo>
                  <a:lnTo>
                    <a:pt x="1689838" y="393293"/>
                  </a:lnTo>
                  <a:lnTo>
                    <a:pt x="1677669" y="393293"/>
                  </a:lnTo>
                  <a:lnTo>
                    <a:pt x="1677669" y="384975"/>
                  </a:lnTo>
                  <a:lnTo>
                    <a:pt x="1688244" y="384975"/>
                  </a:lnTo>
                  <a:lnTo>
                    <a:pt x="1686775" y="377304"/>
                  </a:lnTo>
                  <a:lnTo>
                    <a:pt x="1716962" y="377304"/>
                  </a:lnTo>
                  <a:lnTo>
                    <a:pt x="1715655" y="371551"/>
                  </a:lnTo>
                  <a:lnTo>
                    <a:pt x="1687309" y="364197"/>
                  </a:lnTo>
                  <a:close/>
                </a:path>
                <a:path w="1974215" h="1003934">
                  <a:moveTo>
                    <a:pt x="1708556" y="400761"/>
                  </a:moveTo>
                  <a:lnTo>
                    <a:pt x="1692452" y="406946"/>
                  </a:lnTo>
                  <a:lnTo>
                    <a:pt x="1714007" y="406946"/>
                  </a:lnTo>
                  <a:lnTo>
                    <a:pt x="1720075" y="402056"/>
                  </a:lnTo>
                  <a:lnTo>
                    <a:pt x="1708556" y="400761"/>
                  </a:lnTo>
                  <a:close/>
                </a:path>
                <a:path w="1974215" h="1003934">
                  <a:moveTo>
                    <a:pt x="1688244" y="384975"/>
                  </a:moveTo>
                  <a:lnTo>
                    <a:pt x="1677669" y="384975"/>
                  </a:lnTo>
                  <a:lnTo>
                    <a:pt x="1677669" y="393293"/>
                  </a:lnTo>
                  <a:lnTo>
                    <a:pt x="1689838" y="393293"/>
                  </a:lnTo>
                  <a:lnTo>
                    <a:pt x="1688244" y="384975"/>
                  </a:lnTo>
                  <a:close/>
                </a:path>
                <a:path w="1974215" h="1003934">
                  <a:moveTo>
                    <a:pt x="1716962" y="377304"/>
                  </a:moveTo>
                  <a:lnTo>
                    <a:pt x="1686775" y="377304"/>
                  </a:lnTo>
                  <a:lnTo>
                    <a:pt x="1708759" y="384975"/>
                  </a:lnTo>
                  <a:lnTo>
                    <a:pt x="1688244" y="384975"/>
                  </a:lnTo>
                  <a:lnTo>
                    <a:pt x="1689838" y="393293"/>
                  </a:lnTo>
                  <a:lnTo>
                    <a:pt x="1720596" y="393293"/>
                  </a:lnTo>
                  <a:lnTo>
                    <a:pt x="1716962" y="377304"/>
                  </a:lnTo>
                  <a:close/>
                </a:path>
                <a:path w="1974215" h="1003934">
                  <a:moveTo>
                    <a:pt x="1741703" y="363727"/>
                  </a:moveTo>
                  <a:lnTo>
                    <a:pt x="1729905" y="363727"/>
                  </a:lnTo>
                  <a:lnTo>
                    <a:pt x="1729905" y="416102"/>
                  </a:lnTo>
                  <a:lnTo>
                    <a:pt x="1742249" y="416102"/>
                  </a:lnTo>
                  <a:lnTo>
                    <a:pt x="1742249" y="382892"/>
                  </a:lnTo>
                  <a:lnTo>
                    <a:pt x="1759000" y="374472"/>
                  </a:lnTo>
                  <a:lnTo>
                    <a:pt x="1773616" y="374472"/>
                  </a:lnTo>
                  <a:lnTo>
                    <a:pt x="1773116" y="372630"/>
                  </a:lnTo>
                  <a:lnTo>
                    <a:pt x="1742312" y="372630"/>
                  </a:lnTo>
                  <a:lnTo>
                    <a:pt x="1741703" y="363727"/>
                  </a:lnTo>
                  <a:close/>
                </a:path>
                <a:path w="1974215" h="1003934">
                  <a:moveTo>
                    <a:pt x="1773616" y="374472"/>
                  </a:moveTo>
                  <a:lnTo>
                    <a:pt x="1759000" y="374472"/>
                  </a:lnTo>
                  <a:lnTo>
                    <a:pt x="1763521" y="416102"/>
                  </a:lnTo>
                  <a:lnTo>
                    <a:pt x="1775866" y="416102"/>
                  </a:lnTo>
                  <a:lnTo>
                    <a:pt x="1775866" y="382752"/>
                  </a:lnTo>
                  <a:lnTo>
                    <a:pt x="1773616" y="374472"/>
                  </a:lnTo>
                  <a:close/>
                </a:path>
                <a:path w="1974215" h="1003934">
                  <a:moveTo>
                    <a:pt x="1754022" y="363054"/>
                  </a:moveTo>
                  <a:lnTo>
                    <a:pt x="1742312" y="372630"/>
                  </a:lnTo>
                  <a:lnTo>
                    <a:pt x="1773116" y="372630"/>
                  </a:lnTo>
                  <a:lnTo>
                    <a:pt x="1772170" y="369150"/>
                  </a:lnTo>
                  <a:lnTo>
                    <a:pt x="1754022" y="363054"/>
                  </a:lnTo>
                  <a:close/>
                </a:path>
                <a:path w="1974215" h="1003934">
                  <a:moveTo>
                    <a:pt x="1799082" y="364083"/>
                  </a:moveTo>
                  <a:lnTo>
                    <a:pt x="1785137" y="383997"/>
                  </a:lnTo>
                  <a:lnTo>
                    <a:pt x="1792528" y="410616"/>
                  </a:lnTo>
                  <a:lnTo>
                    <a:pt x="1816188" y="413080"/>
                  </a:lnTo>
                  <a:lnTo>
                    <a:pt x="1821256" y="423252"/>
                  </a:lnTo>
                  <a:lnTo>
                    <a:pt x="1786953" y="423608"/>
                  </a:lnTo>
                  <a:lnTo>
                    <a:pt x="1810067" y="436829"/>
                  </a:lnTo>
                  <a:lnTo>
                    <a:pt x="1814766" y="436829"/>
                  </a:lnTo>
                  <a:lnTo>
                    <a:pt x="1833575" y="425132"/>
                  </a:lnTo>
                  <a:lnTo>
                    <a:pt x="1833787" y="413080"/>
                  </a:lnTo>
                  <a:lnTo>
                    <a:pt x="1833830" y="410616"/>
                  </a:lnTo>
                  <a:lnTo>
                    <a:pt x="1833917" y="405663"/>
                  </a:lnTo>
                  <a:lnTo>
                    <a:pt x="1807463" y="405663"/>
                  </a:lnTo>
                  <a:lnTo>
                    <a:pt x="1797723" y="386524"/>
                  </a:lnTo>
                  <a:lnTo>
                    <a:pt x="1812823" y="373176"/>
                  </a:lnTo>
                  <a:lnTo>
                    <a:pt x="1834488" y="373176"/>
                  </a:lnTo>
                  <a:lnTo>
                    <a:pt x="1834502" y="372389"/>
                  </a:lnTo>
                  <a:lnTo>
                    <a:pt x="1822475" y="372389"/>
                  </a:lnTo>
                  <a:lnTo>
                    <a:pt x="1799082" y="364083"/>
                  </a:lnTo>
                  <a:close/>
                </a:path>
                <a:path w="1974215" h="1003934">
                  <a:moveTo>
                    <a:pt x="1834488" y="373176"/>
                  </a:moveTo>
                  <a:lnTo>
                    <a:pt x="1812823" y="373176"/>
                  </a:lnTo>
                  <a:lnTo>
                    <a:pt x="1822475" y="393014"/>
                  </a:lnTo>
                  <a:lnTo>
                    <a:pt x="1810169" y="405663"/>
                  </a:lnTo>
                  <a:lnTo>
                    <a:pt x="1833917" y="405663"/>
                  </a:lnTo>
                  <a:lnTo>
                    <a:pt x="1834488" y="373176"/>
                  </a:lnTo>
                  <a:close/>
                </a:path>
                <a:path w="1974215" h="1003934">
                  <a:moveTo>
                    <a:pt x="1834654" y="363727"/>
                  </a:moveTo>
                  <a:lnTo>
                    <a:pt x="1822475" y="363727"/>
                  </a:lnTo>
                  <a:lnTo>
                    <a:pt x="1822475" y="372389"/>
                  </a:lnTo>
                  <a:lnTo>
                    <a:pt x="1834502" y="372389"/>
                  </a:lnTo>
                  <a:lnTo>
                    <a:pt x="1834648" y="364083"/>
                  </a:lnTo>
                  <a:lnTo>
                    <a:pt x="1834654" y="363727"/>
                  </a:lnTo>
                  <a:close/>
                </a:path>
                <a:path w="1974215" h="1003934">
                  <a:moveTo>
                    <a:pt x="1858517" y="363727"/>
                  </a:moveTo>
                  <a:lnTo>
                    <a:pt x="1846173" y="363727"/>
                  </a:lnTo>
                  <a:lnTo>
                    <a:pt x="1846173" y="416102"/>
                  </a:lnTo>
                  <a:lnTo>
                    <a:pt x="1858517" y="416102"/>
                  </a:lnTo>
                  <a:lnTo>
                    <a:pt x="1858517" y="363727"/>
                  </a:lnTo>
                  <a:close/>
                </a:path>
                <a:path w="1974215" h="1003934">
                  <a:moveTo>
                    <a:pt x="1850428" y="342899"/>
                  </a:moveTo>
                  <a:lnTo>
                    <a:pt x="1852383" y="356298"/>
                  </a:lnTo>
                  <a:lnTo>
                    <a:pt x="1854352" y="356298"/>
                  </a:lnTo>
                  <a:lnTo>
                    <a:pt x="1850428" y="342899"/>
                  </a:lnTo>
                  <a:close/>
                </a:path>
                <a:path w="1974215" h="1003934">
                  <a:moveTo>
                    <a:pt x="1881873" y="363727"/>
                  </a:moveTo>
                  <a:lnTo>
                    <a:pt x="1870087" y="363727"/>
                  </a:lnTo>
                  <a:lnTo>
                    <a:pt x="1870087" y="416102"/>
                  </a:lnTo>
                  <a:lnTo>
                    <a:pt x="1882419" y="416102"/>
                  </a:lnTo>
                  <a:lnTo>
                    <a:pt x="1882419" y="382892"/>
                  </a:lnTo>
                  <a:lnTo>
                    <a:pt x="1899170" y="374472"/>
                  </a:lnTo>
                  <a:lnTo>
                    <a:pt x="1913794" y="374472"/>
                  </a:lnTo>
                  <a:lnTo>
                    <a:pt x="1913295" y="372630"/>
                  </a:lnTo>
                  <a:lnTo>
                    <a:pt x="1882495" y="372630"/>
                  </a:lnTo>
                  <a:lnTo>
                    <a:pt x="1881873" y="363727"/>
                  </a:lnTo>
                  <a:close/>
                </a:path>
                <a:path w="1974215" h="1003934">
                  <a:moveTo>
                    <a:pt x="1913794" y="374472"/>
                  </a:moveTo>
                  <a:lnTo>
                    <a:pt x="1899170" y="374472"/>
                  </a:lnTo>
                  <a:lnTo>
                    <a:pt x="1903704" y="416102"/>
                  </a:lnTo>
                  <a:lnTo>
                    <a:pt x="1916036" y="416102"/>
                  </a:lnTo>
                  <a:lnTo>
                    <a:pt x="1916036" y="382752"/>
                  </a:lnTo>
                  <a:lnTo>
                    <a:pt x="1913794" y="374472"/>
                  </a:lnTo>
                  <a:close/>
                </a:path>
                <a:path w="1974215" h="1003934">
                  <a:moveTo>
                    <a:pt x="1894192" y="363054"/>
                  </a:moveTo>
                  <a:lnTo>
                    <a:pt x="1882495" y="372630"/>
                  </a:lnTo>
                  <a:lnTo>
                    <a:pt x="1913295" y="372630"/>
                  </a:lnTo>
                  <a:lnTo>
                    <a:pt x="1912353" y="369150"/>
                  </a:lnTo>
                  <a:lnTo>
                    <a:pt x="1894192" y="363054"/>
                  </a:lnTo>
                  <a:close/>
                </a:path>
                <a:path w="1974215" h="1003934">
                  <a:moveTo>
                    <a:pt x="1940648" y="364197"/>
                  </a:moveTo>
                  <a:lnTo>
                    <a:pt x="1926234" y="380110"/>
                  </a:lnTo>
                  <a:lnTo>
                    <a:pt x="1930323" y="408533"/>
                  </a:lnTo>
                  <a:lnTo>
                    <a:pt x="1950643" y="417131"/>
                  </a:lnTo>
                  <a:lnTo>
                    <a:pt x="1954720" y="417131"/>
                  </a:lnTo>
                  <a:lnTo>
                    <a:pt x="1966666" y="407504"/>
                  </a:lnTo>
                  <a:lnTo>
                    <a:pt x="1948141" y="407504"/>
                  </a:lnTo>
                  <a:lnTo>
                    <a:pt x="1941164" y="393293"/>
                  </a:lnTo>
                  <a:lnTo>
                    <a:pt x="1931009" y="393293"/>
                  </a:lnTo>
                  <a:lnTo>
                    <a:pt x="1931009" y="384975"/>
                  </a:lnTo>
                  <a:lnTo>
                    <a:pt x="1937929" y="384975"/>
                  </a:lnTo>
                  <a:lnTo>
                    <a:pt x="1945436" y="373278"/>
                  </a:lnTo>
                  <a:lnTo>
                    <a:pt x="1969399" y="373278"/>
                  </a:lnTo>
                  <a:lnTo>
                    <a:pt x="1969007" y="371551"/>
                  </a:lnTo>
                  <a:lnTo>
                    <a:pt x="1940648" y="364197"/>
                  </a:lnTo>
                  <a:close/>
                </a:path>
                <a:path w="1974215" h="1003934">
                  <a:moveTo>
                    <a:pt x="1961896" y="400761"/>
                  </a:moveTo>
                  <a:lnTo>
                    <a:pt x="1948141" y="407504"/>
                  </a:lnTo>
                  <a:lnTo>
                    <a:pt x="1966666" y="407504"/>
                  </a:lnTo>
                  <a:lnTo>
                    <a:pt x="1973427" y="402056"/>
                  </a:lnTo>
                  <a:lnTo>
                    <a:pt x="1961896" y="400761"/>
                  </a:lnTo>
                  <a:close/>
                </a:path>
                <a:path w="1974215" h="1003934">
                  <a:moveTo>
                    <a:pt x="1937929" y="384975"/>
                  </a:moveTo>
                  <a:lnTo>
                    <a:pt x="1931009" y="384975"/>
                  </a:lnTo>
                  <a:lnTo>
                    <a:pt x="1931009" y="393293"/>
                  </a:lnTo>
                  <a:lnTo>
                    <a:pt x="1941164" y="393293"/>
                  </a:lnTo>
                  <a:lnTo>
                    <a:pt x="1937448" y="385724"/>
                  </a:lnTo>
                  <a:lnTo>
                    <a:pt x="1937929" y="384975"/>
                  </a:lnTo>
                  <a:close/>
                </a:path>
                <a:path w="1974215" h="1003934">
                  <a:moveTo>
                    <a:pt x="1969399" y="373278"/>
                  </a:moveTo>
                  <a:lnTo>
                    <a:pt x="1945436" y="373278"/>
                  </a:lnTo>
                  <a:lnTo>
                    <a:pt x="1962099" y="384975"/>
                  </a:lnTo>
                  <a:lnTo>
                    <a:pt x="1937929" y="384975"/>
                  </a:lnTo>
                  <a:lnTo>
                    <a:pt x="1937448" y="385724"/>
                  </a:lnTo>
                  <a:lnTo>
                    <a:pt x="1941164" y="393293"/>
                  </a:lnTo>
                  <a:lnTo>
                    <a:pt x="1973935" y="393293"/>
                  </a:lnTo>
                  <a:lnTo>
                    <a:pt x="1969399" y="373278"/>
                  </a:lnTo>
                  <a:close/>
                </a:path>
                <a:path w="1974215" h="1003934">
                  <a:moveTo>
                    <a:pt x="14744" y="480491"/>
                  </a:moveTo>
                  <a:lnTo>
                    <a:pt x="2489" y="498233"/>
                  </a:lnTo>
                  <a:lnTo>
                    <a:pt x="17500" y="510489"/>
                  </a:lnTo>
                  <a:lnTo>
                    <a:pt x="20269" y="510489"/>
                  </a:lnTo>
                  <a:lnTo>
                    <a:pt x="32499" y="492721"/>
                  </a:lnTo>
                  <a:lnTo>
                    <a:pt x="14744" y="480491"/>
                  </a:lnTo>
                  <a:close/>
                </a:path>
                <a:path w="1974215" h="1003934">
                  <a:moveTo>
                    <a:pt x="69748" y="460578"/>
                  </a:moveTo>
                  <a:lnTo>
                    <a:pt x="69748" y="530402"/>
                  </a:lnTo>
                  <a:lnTo>
                    <a:pt x="82397" y="530402"/>
                  </a:lnTo>
                  <a:lnTo>
                    <a:pt x="82397" y="504837"/>
                  </a:lnTo>
                  <a:lnTo>
                    <a:pt x="77114" y="504837"/>
                  </a:lnTo>
                  <a:lnTo>
                    <a:pt x="77114" y="494334"/>
                  </a:lnTo>
                  <a:lnTo>
                    <a:pt x="82397" y="492786"/>
                  </a:lnTo>
                  <a:lnTo>
                    <a:pt x="82397" y="471144"/>
                  </a:lnTo>
                  <a:lnTo>
                    <a:pt x="114568" y="471144"/>
                  </a:lnTo>
                  <a:lnTo>
                    <a:pt x="113093" y="465239"/>
                  </a:lnTo>
                  <a:lnTo>
                    <a:pt x="69748" y="460578"/>
                  </a:lnTo>
                  <a:close/>
                </a:path>
                <a:path w="1974215" h="1003934">
                  <a:moveTo>
                    <a:pt x="107653" y="502129"/>
                  </a:moveTo>
                  <a:lnTo>
                    <a:pt x="105651" y="503948"/>
                  </a:lnTo>
                  <a:lnTo>
                    <a:pt x="94971" y="504281"/>
                  </a:lnTo>
                  <a:lnTo>
                    <a:pt x="108991" y="530402"/>
                  </a:lnTo>
                  <a:lnTo>
                    <a:pt x="123101" y="530402"/>
                  </a:lnTo>
                  <a:lnTo>
                    <a:pt x="107653" y="502129"/>
                  </a:lnTo>
                  <a:close/>
                </a:path>
                <a:path w="1974215" h="1003934">
                  <a:moveTo>
                    <a:pt x="82397" y="492786"/>
                  </a:moveTo>
                  <a:lnTo>
                    <a:pt x="77114" y="494334"/>
                  </a:lnTo>
                  <a:lnTo>
                    <a:pt x="77114" y="504837"/>
                  </a:lnTo>
                  <a:lnTo>
                    <a:pt x="82397" y="504673"/>
                  </a:lnTo>
                  <a:lnTo>
                    <a:pt x="82397" y="492786"/>
                  </a:lnTo>
                  <a:close/>
                </a:path>
                <a:path w="1974215" h="1003934">
                  <a:moveTo>
                    <a:pt x="82397" y="504673"/>
                  </a:moveTo>
                  <a:lnTo>
                    <a:pt x="77114" y="504837"/>
                  </a:lnTo>
                  <a:lnTo>
                    <a:pt x="82397" y="504837"/>
                  </a:lnTo>
                  <a:lnTo>
                    <a:pt x="82397" y="504673"/>
                  </a:lnTo>
                  <a:close/>
                </a:path>
                <a:path w="1974215" h="1003934">
                  <a:moveTo>
                    <a:pt x="114568" y="471144"/>
                  </a:moveTo>
                  <a:lnTo>
                    <a:pt x="97142" y="471144"/>
                  </a:lnTo>
                  <a:lnTo>
                    <a:pt x="107657" y="485381"/>
                  </a:lnTo>
                  <a:lnTo>
                    <a:pt x="82397" y="492786"/>
                  </a:lnTo>
                  <a:lnTo>
                    <a:pt x="82397" y="504673"/>
                  </a:lnTo>
                  <a:lnTo>
                    <a:pt x="94971" y="504281"/>
                  </a:lnTo>
                  <a:lnTo>
                    <a:pt x="92011" y="498767"/>
                  </a:lnTo>
                  <a:lnTo>
                    <a:pt x="111352" y="498767"/>
                  </a:lnTo>
                  <a:lnTo>
                    <a:pt x="119595" y="491274"/>
                  </a:lnTo>
                  <a:lnTo>
                    <a:pt x="114568" y="471144"/>
                  </a:lnTo>
                  <a:close/>
                </a:path>
                <a:path w="1974215" h="1003934">
                  <a:moveTo>
                    <a:pt x="105816" y="498767"/>
                  </a:moveTo>
                  <a:lnTo>
                    <a:pt x="92011" y="498767"/>
                  </a:lnTo>
                  <a:lnTo>
                    <a:pt x="94971" y="504281"/>
                  </a:lnTo>
                  <a:lnTo>
                    <a:pt x="105651" y="503948"/>
                  </a:lnTo>
                  <a:lnTo>
                    <a:pt x="107653" y="502129"/>
                  </a:lnTo>
                  <a:lnTo>
                    <a:pt x="105816" y="498767"/>
                  </a:lnTo>
                  <a:close/>
                </a:path>
                <a:path w="1974215" h="1003934">
                  <a:moveTo>
                    <a:pt x="111352" y="498767"/>
                  </a:moveTo>
                  <a:lnTo>
                    <a:pt x="105816" y="498767"/>
                  </a:lnTo>
                  <a:lnTo>
                    <a:pt x="107653" y="502129"/>
                  </a:lnTo>
                  <a:lnTo>
                    <a:pt x="111352" y="498767"/>
                  </a:lnTo>
                  <a:close/>
                </a:path>
                <a:path w="1974215" h="1003934">
                  <a:moveTo>
                    <a:pt x="142862" y="478027"/>
                  </a:moveTo>
                  <a:lnTo>
                    <a:pt x="130517" y="478027"/>
                  </a:lnTo>
                  <a:lnTo>
                    <a:pt x="130517" y="530402"/>
                  </a:lnTo>
                  <a:lnTo>
                    <a:pt x="142862" y="530402"/>
                  </a:lnTo>
                  <a:lnTo>
                    <a:pt x="142862" y="478027"/>
                  </a:lnTo>
                  <a:close/>
                </a:path>
                <a:path w="1974215" h="1003934">
                  <a:moveTo>
                    <a:pt x="134772" y="457199"/>
                  </a:moveTo>
                  <a:lnTo>
                    <a:pt x="136728" y="470598"/>
                  </a:lnTo>
                  <a:lnTo>
                    <a:pt x="138709" y="470598"/>
                  </a:lnTo>
                  <a:lnTo>
                    <a:pt x="134772" y="457199"/>
                  </a:lnTo>
                  <a:close/>
                </a:path>
                <a:path w="1974215" h="1003934">
                  <a:moveTo>
                    <a:pt x="169875" y="477354"/>
                  </a:moveTo>
                  <a:lnTo>
                    <a:pt x="153238" y="493560"/>
                  </a:lnTo>
                  <a:lnTo>
                    <a:pt x="156997" y="522973"/>
                  </a:lnTo>
                  <a:lnTo>
                    <a:pt x="173862" y="531317"/>
                  </a:lnTo>
                  <a:lnTo>
                    <a:pt x="189610" y="530402"/>
                  </a:lnTo>
                  <a:lnTo>
                    <a:pt x="201752" y="530402"/>
                  </a:lnTo>
                  <a:lnTo>
                    <a:pt x="201752" y="521195"/>
                  </a:lnTo>
                  <a:lnTo>
                    <a:pt x="174599" y="521195"/>
                  </a:lnTo>
                  <a:lnTo>
                    <a:pt x="164858" y="500964"/>
                  </a:lnTo>
                  <a:lnTo>
                    <a:pt x="179971" y="487476"/>
                  </a:lnTo>
                  <a:lnTo>
                    <a:pt x="201752" y="487476"/>
                  </a:lnTo>
                  <a:lnTo>
                    <a:pt x="201752" y="486689"/>
                  </a:lnTo>
                  <a:lnTo>
                    <a:pt x="189382" y="486689"/>
                  </a:lnTo>
                  <a:lnTo>
                    <a:pt x="169875" y="477354"/>
                  </a:lnTo>
                  <a:close/>
                </a:path>
                <a:path w="1974215" h="1003934">
                  <a:moveTo>
                    <a:pt x="201752" y="487476"/>
                  </a:moveTo>
                  <a:lnTo>
                    <a:pt x="179971" y="487476"/>
                  </a:lnTo>
                  <a:lnTo>
                    <a:pt x="189610" y="507606"/>
                  </a:lnTo>
                  <a:lnTo>
                    <a:pt x="177304" y="521195"/>
                  </a:lnTo>
                  <a:lnTo>
                    <a:pt x="201752" y="521195"/>
                  </a:lnTo>
                  <a:lnTo>
                    <a:pt x="201752" y="487476"/>
                  </a:lnTo>
                  <a:close/>
                </a:path>
                <a:path w="1974215" h="1003934">
                  <a:moveTo>
                    <a:pt x="201752" y="460578"/>
                  </a:moveTo>
                  <a:lnTo>
                    <a:pt x="189382" y="460578"/>
                  </a:lnTo>
                  <a:lnTo>
                    <a:pt x="189382" y="486689"/>
                  </a:lnTo>
                  <a:lnTo>
                    <a:pt x="201752" y="486689"/>
                  </a:lnTo>
                  <a:lnTo>
                    <a:pt x="201752" y="460578"/>
                  </a:lnTo>
                  <a:close/>
                </a:path>
                <a:path w="1974215" h="1003934">
                  <a:moveTo>
                    <a:pt x="226961" y="478497"/>
                  </a:moveTo>
                  <a:lnTo>
                    <a:pt x="212559" y="494410"/>
                  </a:lnTo>
                  <a:lnTo>
                    <a:pt x="216649" y="522833"/>
                  </a:lnTo>
                  <a:lnTo>
                    <a:pt x="236969" y="531431"/>
                  </a:lnTo>
                  <a:lnTo>
                    <a:pt x="241033" y="531431"/>
                  </a:lnTo>
                  <a:lnTo>
                    <a:pt x="253672" y="521246"/>
                  </a:lnTo>
                  <a:lnTo>
                    <a:pt x="232117" y="521246"/>
                  </a:lnTo>
                  <a:lnTo>
                    <a:pt x="229503" y="507593"/>
                  </a:lnTo>
                  <a:lnTo>
                    <a:pt x="217322" y="507593"/>
                  </a:lnTo>
                  <a:lnTo>
                    <a:pt x="217322" y="499275"/>
                  </a:lnTo>
                  <a:lnTo>
                    <a:pt x="227910" y="499275"/>
                  </a:lnTo>
                  <a:lnTo>
                    <a:pt x="226440" y="491604"/>
                  </a:lnTo>
                  <a:lnTo>
                    <a:pt x="256624" y="491604"/>
                  </a:lnTo>
                  <a:lnTo>
                    <a:pt x="255320" y="485851"/>
                  </a:lnTo>
                  <a:lnTo>
                    <a:pt x="226961" y="478497"/>
                  </a:lnTo>
                  <a:close/>
                </a:path>
                <a:path w="1974215" h="1003934">
                  <a:moveTo>
                    <a:pt x="248221" y="515061"/>
                  </a:moveTo>
                  <a:lnTo>
                    <a:pt x="232117" y="521246"/>
                  </a:lnTo>
                  <a:lnTo>
                    <a:pt x="253672" y="521246"/>
                  </a:lnTo>
                  <a:lnTo>
                    <a:pt x="259740" y="516356"/>
                  </a:lnTo>
                  <a:lnTo>
                    <a:pt x="248221" y="515061"/>
                  </a:lnTo>
                  <a:close/>
                </a:path>
                <a:path w="1974215" h="1003934">
                  <a:moveTo>
                    <a:pt x="227910" y="499275"/>
                  </a:moveTo>
                  <a:lnTo>
                    <a:pt x="217322" y="499275"/>
                  </a:lnTo>
                  <a:lnTo>
                    <a:pt x="217322" y="507593"/>
                  </a:lnTo>
                  <a:lnTo>
                    <a:pt x="229503" y="507593"/>
                  </a:lnTo>
                  <a:lnTo>
                    <a:pt x="227910" y="499275"/>
                  </a:lnTo>
                  <a:close/>
                </a:path>
                <a:path w="1974215" h="1003934">
                  <a:moveTo>
                    <a:pt x="256624" y="491604"/>
                  </a:moveTo>
                  <a:lnTo>
                    <a:pt x="226440" y="491604"/>
                  </a:lnTo>
                  <a:lnTo>
                    <a:pt x="248424" y="499275"/>
                  </a:lnTo>
                  <a:lnTo>
                    <a:pt x="227910" y="499275"/>
                  </a:lnTo>
                  <a:lnTo>
                    <a:pt x="229503" y="507593"/>
                  </a:lnTo>
                  <a:lnTo>
                    <a:pt x="260248" y="507593"/>
                  </a:lnTo>
                  <a:lnTo>
                    <a:pt x="256624" y="491604"/>
                  </a:lnTo>
                  <a:close/>
                </a:path>
                <a:path w="1974215" h="1003934">
                  <a:moveTo>
                    <a:pt x="281533" y="478027"/>
                  </a:moveTo>
                  <a:lnTo>
                    <a:pt x="269570" y="478027"/>
                  </a:lnTo>
                  <a:lnTo>
                    <a:pt x="269570" y="530402"/>
                  </a:lnTo>
                  <a:lnTo>
                    <a:pt x="281914" y="530402"/>
                  </a:lnTo>
                  <a:lnTo>
                    <a:pt x="281914" y="499617"/>
                  </a:lnTo>
                  <a:lnTo>
                    <a:pt x="292154" y="486765"/>
                  </a:lnTo>
                  <a:lnTo>
                    <a:pt x="282079" y="486765"/>
                  </a:lnTo>
                  <a:lnTo>
                    <a:pt x="281533" y="478027"/>
                  </a:lnTo>
                  <a:close/>
                </a:path>
                <a:path w="1974215" h="1003934">
                  <a:moveTo>
                    <a:pt x="299440" y="477621"/>
                  </a:moveTo>
                  <a:lnTo>
                    <a:pt x="282079" y="486765"/>
                  </a:lnTo>
                  <a:lnTo>
                    <a:pt x="292154" y="486765"/>
                  </a:lnTo>
                  <a:lnTo>
                    <a:pt x="299440" y="477621"/>
                  </a:lnTo>
                  <a:close/>
                </a:path>
                <a:path w="1974215" h="1003934">
                  <a:moveTo>
                    <a:pt x="366717" y="486790"/>
                  </a:moveTo>
                  <a:lnTo>
                    <a:pt x="353580" y="486790"/>
                  </a:lnTo>
                  <a:lnTo>
                    <a:pt x="359575" y="494880"/>
                  </a:lnTo>
                  <a:lnTo>
                    <a:pt x="346621" y="499783"/>
                  </a:lnTo>
                  <a:lnTo>
                    <a:pt x="327507" y="522020"/>
                  </a:lnTo>
                  <a:lnTo>
                    <a:pt x="344271" y="531456"/>
                  </a:lnTo>
                  <a:lnTo>
                    <a:pt x="360057" y="530402"/>
                  </a:lnTo>
                  <a:lnTo>
                    <a:pt x="371919" y="530402"/>
                  </a:lnTo>
                  <a:lnTo>
                    <a:pt x="371796" y="522389"/>
                  </a:lnTo>
                  <a:lnTo>
                    <a:pt x="347472" y="522389"/>
                  </a:lnTo>
                  <a:lnTo>
                    <a:pt x="338645" y="515505"/>
                  </a:lnTo>
                  <a:lnTo>
                    <a:pt x="359613" y="511619"/>
                  </a:lnTo>
                  <a:lnTo>
                    <a:pt x="371631" y="511619"/>
                  </a:lnTo>
                  <a:lnTo>
                    <a:pt x="371450" y="499783"/>
                  </a:lnTo>
                  <a:lnTo>
                    <a:pt x="371327" y="491807"/>
                  </a:lnTo>
                  <a:lnTo>
                    <a:pt x="371284" y="488975"/>
                  </a:lnTo>
                  <a:lnTo>
                    <a:pt x="366717" y="486790"/>
                  </a:lnTo>
                  <a:close/>
                </a:path>
                <a:path w="1974215" h="1003934">
                  <a:moveTo>
                    <a:pt x="371631" y="511619"/>
                  </a:moveTo>
                  <a:lnTo>
                    <a:pt x="359613" y="511619"/>
                  </a:lnTo>
                  <a:lnTo>
                    <a:pt x="347472" y="522389"/>
                  </a:lnTo>
                  <a:lnTo>
                    <a:pt x="371796" y="522389"/>
                  </a:lnTo>
                  <a:lnTo>
                    <a:pt x="371691" y="515505"/>
                  </a:lnTo>
                  <a:lnTo>
                    <a:pt x="371631" y="511619"/>
                  </a:lnTo>
                  <a:close/>
                </a:path>
                <a:path w="1974215" h="1003934">
                  <a:moveTo>
                    <a:pt x="346989" y="477354"/>
                  </a:moveTo>
                  <a:lnTo>
                    <a:pt x="328447" y="491807"/>
                  </a:lnTo>
                  <a:lnTo>
                    <a:pt x="339978" y="493445"/>
                  </a:lnTo>
                  <a:lnTo>
                    <a:pt x="353580" y="486790"/>
                  </a:lnTo>
                  <a:lnTo>
                    <a:pt x="366717" y="486790"/>
                  </a:lnTo>
                  <a:lnTo>
                    <a:pt x="346989" y="477354"/>
                  </a:lnTo>
                  <a:close/>
                </a:path>
                <a:path w="1974215" h="1003934">
                  <a:moveTo>
                    <a:pt x="395350" y="478027"/>
                  </a:moveTo>
                  <a:lnTo>
                    <a:pt x="383209" y="478027"/>
                  </a:lnTo>
                  <a:lnTo>
                    <a:pt x="383209" y="550036"/>
                  </a:lnTo>
                  <a:lnTo>
                    <a:pt x="395554" y="550036"/>
                  </a:lnTo>
                  <a:lnTo>
                    <a:pt x="395554" y="522147"/>
                  </a:lnTo>
                  <a:lnTo>
                    <a:pt x="424416" y="522147"/>
                  </a:lnTo>
                  <a:lnTo>
                    <a:pt x="425376" y="521195"/>
                  </a:lnTo>
                  <a:lnTo>
                    <a:pt x="405002" y="521195"/>
                  </a:lnTo>
                  <a:lnTo>
                    <a:pt x="395312" y="504215"/>
                  </a:lnTo>
                  <a:lnTo>
                    <a:pt x="395312" y="500837"/>
                  </a:lnTo>
                  <a:lnTo>
                    <a:pt x="410375" y="487476"/>
                  </a:lnTo>
                  <a:lnTo>
                    <a:pt x="426237" y="487476"/>
                  </a:lnTo>
                  <a:lnTo>
                    <a:pt x="425246" y="482498"/>
                  </a:lnTo>
                  <a:lnTo>
                    <a:pt x="395350" y="478027"/>
                  </a:lnTo>
                  <a:close/>
                </a:path>
                <a:path w="1974215" h="1003934">
                  <a:moveTo>
                    <a:pt x="424416" y="522147"/>
                  </a:moveTo>
                  <a:lnTo>
                    <a:pt x="395554" y="522147"/>
                  </a:lnTo>
                  <a:lnTo>
                    <a:pt x="415175" y="531317"/>
                  </a:lnTo>
                  <a:lnTo>
                    <a:pt x="424416" y="522147"/>
                  </a:lnTo>
                  <a:close/>
                </a:path>
                <a:path w="1974215" h="1003934">
                  <a:moveTo>
                    <a:pt x="426237" y="487476"/>
                  </a:moveTo>
                  <a:lnTo>
                    <a:pt x="410375" y="487476"/>
                  </a:lnTo>
                  <a:lnTo>
                    <a:pt x="420065" y="507491"/>
                  </a:lnTo>
                  <a:lnTo>
                    <a:pt x="405002" y="521195"/>
                  </a:lnTo>
                  <a:lnTo>
                    <a:pt x="425376" y="521195"/>
                  </a:lnTo>
                  <a:lnTo>
                    <a:pt x="431698" y="514921"/>
                  </a:lnTo>
                  <a:lnTo>
                    <a:pt x="426237" y="487476"/>
                  </a:lnTo>
                  <a:close/>
                </a:path>
                <a:path w="1974215" h="1003934">
                  <a:moveTo>
                    <a:pt x="454228" y="478027"/>
                  </a:moveTo>
                  <a:lnTo>
                    <a:pt x="442086" y="478027"/>
                  </a:lnTo>
                  <a:lnTo>
                    <a:pt x="442086" y="550036"/>
                  </a:lnTo>
                  <a:lnTo>
                    <a:pt x="454431" y="550036"/>
                  </a:lnTo>
                  <a:lnTo>
                    <a:pt x="454431" y="522147"/>
                  </a:lnTo>
                  <a:lnTo>
                    <a:pt x="483306" y="522147"/>
                  </a:lnTo>
                  <a:lnTo>
                    <a:pt x="484265" y="521195"/>
                  </a:lnTo>
                  <a:lnTo>
                    <a:pt x="463892" y="521195"/>
                  </a:lnTo>
                  <a:lnTo>
                    <a:pt x="454190" y="504215"/>
                  </a:lnTo>
                  <a:lnTo>
                    <a:pt x="454190" y="500837"/>
                  </a:lnTo>
                  <a:lnTo>
                    <a:pt x="469252" y="487476"/>
                  </a:lnTo>
                  <a:lnTo>
                    <a:pt x="485116" y="487476"/>
                  </a:lnTo>
                  <a:lnTo>
                    <a:pt x="484124" y="482498"/>
                  </a:lnTo>
                  <a:lnTo>
                    <a:pt x="454228" y="478027"/>
                  </a:lnTo>
                  <a:close/>
                </a:path>
                <a:path w="1974215" h="1003934">
                  <a:moveTo>
                    <a:pt x="483306" y="522147"/>
                  </a:moveTo>
                  <a:lnTo>
                    <a:pt x="454431" y="522147"/>
                  </a:lnTo>
                  <a:lnTo>
                    <a:pt x="474065" y="531317"/>
                  </a:lnTo>
                  <a:lnTo>
                    <a:pt x="483306" y="522147"/>
                  </a:lnTo>
                  <a:close/>
                </a:path>
                <a:path w="1974215" h="1003934">
                  <a:moveTo>
                    <a:pt x="485116" y="487476"/>
                  </a:moveTo>
                  <a:lnTo>
                    <a:pt x="469252" y="487476"/>
                  </a:lnTo>
                  <a:lnTo>
                    <a:pt x="478942" y="507491"/>
                  </a:lnTo>
                  <a:lnTo>
                    <a:pt x="463892" y="521195"/>
                  </a:lnTo>
                  <a:lnTo>
                    <a:pt x="484265" y="521195"/>
                  </a:lnTo>
                  <a:lnTo>
                    <a:pt x="490588" y="514921"/>
                  </a:lnTo>
                  <a:lnTo>
                    <a:pt x="485116" y="487476"/>
                  </a:lnTo>
                  <a:close/>
                </a:path>
                <a:path w="1974215" h="1003934">
                  <a:moveTo>
                    <a:pt x="552716" y="458736"/>
                  </a:moveTo>
                  <a:lnTo>
                    <a:pt x="532612" y="460197"/>
                  </a:lnTo>
                  <a:lnTo>
                    <a:pt x="526973" y="530402"/>
                  </a:lnTo>
                  <a:lnTo>
                    <a:pt x="539343" y="530402"/>
                  </a:lnTo>
                  <a:lnTo>
                    <a:pt x="539343" y="473913"/>
                  </a:lnTo>
                  <a:lnTo>
                    <a:pt x="552716" y="458736"/>
                  </a:lnTo>
                  <a:close/>
                </a:path>
                <a:path w="1974215" h="1003934">
                  <a:moveTo>
                    <a:pt x="531180" y="478027"/>
                  </a:moveTo>
                  <a:lnTo>
                    <a:pt x="519226" y="478027"/>
                  </a:lnTo>
                  <a:lnTo>
                    <a:pt x="519226" y="487578"/>
                  </a:lnTo>
                  <a:lnTo>
                    <a:pt x="530413" y="487578"/>
                  </a:lnTo>
                  <a:lnTo>
                    <a:pt x="531180" y="478027"/>
                  </a:lnTo>
                  <a:close/>
                </a:path>
                <a:path w="1974215" h="1003934">
                  <a:moveTo>
                    <a:pt x="550189" y="478027"/>
                  </a:moveTo>
                  <a:lnTo>
                    <a:pt x="539343" y="478027"/>
                  </a:lnTo>
                  <a:lnTo>
                    <a:pt x="539343" y="487578"/>
                  </a:lnTo>
                  <a:lnTo>
                    <a:pt x="550189" y="487578"/>
                  </a:lnTo>
                  <a:lnTo>
                    <a:pt x="550189" y="478027"/>
                  </a:lnTo>
                  <a:close/>
                </a:path>
                <a:path w="1974215" h="1003934">
                  <a:moveTo>
                    <a:pt x="569950" y="478497"/>
                  </a:moveTo>
                  <a:lnTo>
                    <a:pt x="555536" y="494410"/>
                  </a:lnTo>
                  <a:lnTo>
                    <a:pt x="559625" y="522833"/>
                  </a:lnTo>
                  <a:lnTo>
                    <a:pt x="579945" y="531431"/>
                  </a:lnTo>
                  <a:lnTo>
                    <a:pt x="584009" y="531431"/>
                  </a:lnTo>
                  <a:lnTo>
                    <a:pt x="595955" y="521804"/>
                  </a:lnTo>
                  <a:lnTo>
                    <a:pt x="577430" y="521804"/>
                  </a:lnTo>
                  <a:lnTo>
                    <a:pt x="570461" y="507593"/>
                  </a:lnTo>
                  <a:lnTo>
                    <a:pt x="560311" y="507593"/>
                  </a:lnTo>
                  <a:lnTo>
                    <a:pt x="560311" y="499275"/>
                  </a:lnTo>
                  <a:lnTo>
                    <a:pt x="567230" y="499275"/>
                  </a:lnTo>
                  <a:lnTo>
                    <a:pt x="574725" y="487578"/>
                  </a:lnTo>
                  <a:lnTo>
                    <a:pt x="598689" y="487578"/>
                  </a:lnTo>
                  <a:lnTo>
                    <a:pt x="598297" y="485851"/>
                  </a:lnTo>
                  <a:lnTo>
                    <a:pt x="569950" y="478497"/>
                  </a:lnTo>
                  <a:close/>
                </a:path>
                <a:path w="1974215" h="1003934">
                  <a:moveTo>
                    <a:pt x="591197" y="515061"/>
                  </a:moveTo>
                  <a:lnTo>
                    <a:pt x="577430" y="521804"/>
                  </a:lnTo>
                  <a:lnTo>
                    <a:pt x="595955" y="521804"/>
                  </a:lnTo>
                  <a:lnTo>
                    <a:pt x="602716" y="516356"/>
                  </a:lnTo>
                  <a:lnTo>
                    <a:pt x="591197" y="515061"/>
                  </a:lnTo>
                  <a:close/>
                </a:path>
                <a:path w="1974215" h="1003934">
                  <a:moveTo>
                    <a:pt x="567230" y="499275"/>
                  </a:moveTo>
                  <a:lnTo>
                    <a:pt x="560311" y="499275"/>
                  </a:lnTo>
                  <a:lnTo>
                    <a:pt x="560311" y="507593"/>
                  </a:lnTo>
                  <a:lnTo>
                    <a:pt x="570461" y="507593"/>
                  </a:lnTo>
                  <a:lnTo>
                    <a:pt x="566750" y="500024"/>
                  </a:lnTo>
                  <a:lnTo>
                    <a:pt x="567230" y="499275"/>
                  </a:lnTo>
                  <a:close/>
                </a:path>
                <a:path w="1974215" h="1003934">
                  <a:moveTo>
                    <a:pt x="598689" y="487578"/>
                  </a:moveTo>
                  <a:lnTo>
                    <a:pt x="574725" y="487578"/>
                  </a:lnTo>
                  <a:lnTo>
                    <a:pt x="591400" y="499275"/>
                  </a:lnTo>
                  <a:lnTo>
                    <a:pt x="567230" y="499275"/>
                  </a:lnTo>
                  <a:lnTo>
                    <a:pt x="566750" y="500024"/>
                  </a:lnTo>
                  <a:lnTo>
                    <a:pt x="570461" y="507593"/>
                  </a:lnTo>
                  <a:lnTo>
                    <a:pt x="603237" y="507593"/>
                  </a:lnTo>
                  <a:lnTo>
                    <a:pt x="598689" y="487578"/>
                  </a:lnTo>
                  <a:close/>
                </a:path>
                <a:path w="1974215" h="1003934">
                  <a:moveTo>
                    <a:pt x="650067" y="486790"/>
                  </a:moveTo>
                  <a:lnTo>
                    <a:pt x="636930" y="486790"/>
                  </a:lnTo>
                  <a:lnTo>
                    <a:pt x="642924" y="494880"/>
                  </a:lnTo>
                  <a:lnTo>
                    <a:pt x="629970" y="499783"/>
                  </a:lnTo>
                  <a:lnTo>
                    <a:pt x="610857" y="522020"/>
                  </a:lnTo>
                  <a:lnTo>
                    <a:pt x="627621" y="531456"/>
                  </a:lnTo>
                  <a:lnTo>
                    <a:pt x="643407" y="530402"/>
                  </a:lnTo>
                  <a:lnTo>
                    <a:pt x="655269" y="530402"/>
                  </a:lnTo>
                  <a:lnTo>
                    <a:pt x="655146" y="522389"/>
                  </a:lnTo>
                  <a:lnTo>
                    <a:pt x="630821" y="522389"/>
                  </a:lnTo>
                  <a:lnTo>
                    <a:pt x="621995" y="515505"/>
                  </a:lnTo>
                  <a:lnTo>
                    <a:pt x="642962" y="511619"/>
                  </a:lnTo>
                  <a:lnTo>
                    <a:pt x="654981" y="511619"/>
                  </a:lnTo>
                  <a:lnTo>
                    <a:pt x="654799" y="499783"/>
                  </a:lnTo>
                  <a:lnTo>
                    <a:pt x="654677" y="491807"/>
                  </a:lnTo>
                  <a:lnTo>
                    <a:pt x="654634" y="488975"/>
                  </a:lnTo>
                  <a:lnTo>
                    <a:pt x="650067" y="486790"/>
                  </a:lnTo>
                  <a:close/>
                </a:path>
                <a:path w="1974215" h="1003934">
                  <a:moveTo>
                    <a:pt x="654981" y="511619"/>
                  </a:moveTo>
                  <a:lnTo>
                    <a:pt x="642962" y="511619"/>
                  </a:lnTo>
                  <a:lnTo>
                    <a:pt x="630821" y="522389"/>
                  </a:lnTo>
                  <a:lnTo>
                    <a:pt x="655146" y="522389"/>
                  </a:lnTo>
                  <a:lnTo>
                    <a:pt x="655040" y="515505"/>
                  </a:lnTo>
                  <a:lnTo>
                    <a:pt x="654981" y="511619"/>
                  </a:lnTo>
                  <a:close/>
                </a:path>
                <a:path w="1974215" h="1003934">
                  <a:moveTo>
                    <a:pt x="630339" y="477354"/>
                  </a:moveTo>
                  <a:lnTo>
                    <a:pt x="611797" y="491807"/>
                  </a:lnTo>
                  <a:lnTo>
                    <a:pt x="623328" y="493445"/>
                  </a:lnTo>
                  <a:lnTo>
                    <a:pt x="636930" y="486790"/>
                  </a:lnTo>
                  <a:lnTo>
                    <a:pt x="650067" y="486790"/>
                  </a:lnTo>
                  <a:lnTo>
                    <a:pt x="630339" y="477354"/>
                  </a:lnTo>
                  <a:close/>
                </a:path>
                <a:path w="1974215" h="1003934">
                  <a:moveTo>
                    <a:pt x="682371" y="465480"/>
                  </a:moveTo>
                  <a:lnTo>
                    <a:pt x="670039" y="465480"/>
                  </a:lnTo>
                  <a:lnTo>
                    <a:pt x="670013" y="519963"/>
                  </a:lnTo>
                  <a:lnTo>
                    <a:pt x="686396" y="531113"/>
                  </a:lnTo>
                  <a:lnTo>
                    <a:pt x="682371" y="465480"/>
                  </a:lnTo>
                  <a:close/>
                </a:path>
                <a:path w="1974215" h="1003934">
                  <a:moveTo>
                    <a:pt x="670033" y="478027"/>
                  </a:moveTo>
                  <a:lnTo>
                    <a:pt x="662597" y="478027"/>
                  </a:lnTo>
                  <a:lnTo>
                    <a:pt x="662597" y="487578"/>
                  </a:lnTo>
                  <a:lnTo>
                    <a:pt x="670028" y="487578"/>
                  </a:lnTo>
                  <a:lnTo>
                    <a:pt x="670033" y="478027"/>
                  </a:lnTo>
                  <a:close/>
                </a:path>
                <a:path w="1974215" h="1003934">
                  <a:moveTo>
                    <a:pt x="692708" y="478027"/>
                  </a:moveTo>
                  <a:lnTo>
                    <a:pt x="683140" y="478027"/>
                  </a:lnTo>
                  <a:lnTo>
                    <a:pt x="683726" y="487578"/>
                  </a:lnTo>
                  <a:lnTo>
                    <a:pt x="692708" y="487578"/>
                  </a:lnTo>
                  <a:lnTo>
                    <a:pt x="692708" y="478027"/>
                  </a:lnTo>
                  <a:close/>
                </a:path>
                <a:path w="1974215" h="1003934">
                  <a:moveTo>
                    <a:pt x="714248" y="478027"/>
                  </a:moveTo>
                  <a:lnTo>
                    <a:pt x="701903" y="478027"/>
                  </a:lnTo>
                  <a:lnTo>
                    <a:pt x="701903" y="511378"/>
                  </a:lnTo>
                  <a:lnTo>
                    <a:pt x="705599" y="525017"/>
                  </a:lnTo>
                  <a:lnTo>
                    <a:pt x="723290" y="531088"/>
                  </a:lnTo>
                  <a:lnTo>
                    <a:pt x="735114" y="521093"/>
                  </a:lnTo>
                  <a:lnTo>
                    <a:pt x="747623" y="521093"/>
                  </a:lnTo>
                  <a:lnTo>
                    <a:pt x="747623" y="519328"/>
                  </a:lnTo>
                  <a:lnTo>
                    <a:pt x="718794" y="519328"/>
                  </a:lnTo>
                  <a:lnTo>
                    <a:pt x="714248" y="478027"/>
                  </a:lnTo>
                  <a:close/>
                </a:path>
                <a:path w="1974215" h="1003934">
                  <a:moveTo>
                    <a:pt x="747623" y="521093"/>
                  </a:moveTo>
                  <a:lnTo>
                    <a:pt x="735114" y="521093"/>
                  </a:lnTo>
                  <a:lnTo>
                    <a:pt x="735660" y="530402"/>
                  </a:lnTo>
                  <a:lnTo>
                    <a:pt x="747623" y="530402"/>
                  </a:lnTo>
                  <a:lnTo>
                    <a:pt x="747623" y="521093"/>
                  </a:lnTo>
                  <a:close/>
                </a:path>
                <a:path w="1974215" h="1003934">
                  <a:moveTo>
                    <a:pt x="747623" y="478027"/>
                  </a:moveTo>
                  <a:lnTo>
                    <a:pt x="735279" y="478027"/>
                  </a:lnTo>
                  <a:lnTo>
                    <a:pt x="735279" y="511035"/>
                  </a:lnTo>
                  <a:lnTo>
                    <a:pt x="718794" y="519328"/>
                  </a:lnTo>
                  <a:lnTo>
                    <a:pt x="747623" y="519328"/>
                  </a:lnTo>
                  <a:lnTo>
                    <a:pt x="747623" y="478027"/>
                  </a:lnTo>
                  <a:close/>
                </a:path>
                <a:path w="1974215" h="1003934">
                  <a:moveTo>
                    <a:pt x="771156" y="478027"/>
                  </a:moveTo>
                  <a:lnTo>
                    <a:pt x="759193" y="478027"/>
                  </a:lnTo>
                  <a:lnTo>
                    <a:pt x="759193" y="530402"/>
                  </a:lnTo>
                  <a:lnTo>
                    <a:pt x="771537" y="530402"/>
                  </a:lnTo>
                  <a:lnTo>
                    <a:pt x="771537" y="499617"/>
                  </a:lnTo>
                  <a:lnTo>
                    <a:pt x="781778" y="486765"/>
                  </a:lnTo>
                  <a:lnTo>
                    <a:pt x="771702" y="486765"/>
                  </a:lnTo>
                  <a:lnTo>
                    <a:pt x="771156" y="478027"/>
                  </a:lnTo>
                  <a:close/>
                </a:path>
                <a:path w="1974215" h="1003934">
                  <a:moveTo>
                    <a:pt x="789063" y="477621"/>
                  </a:moveTo>
                  <a:lnTo>
                    <a:pt x="771702" y="486765"/>
                  </a:lnTo>
                  <a:lnTo>
                    <a:pt x="781778" y="486765"/>
                  </a:lnTo>
                  <a:lnTo>
                    <a:pt x="789063" y="477621"/>
                  </a:lnTo>
                  <a:close/>
                </a:path>
                <a:path w="1974215" h="1003934">
                  <a:moveTo>
                    <a:pt x="807161" y="478497"/>
                  </a:moveTo>
                  <a:lnTo>
                    <a:pt x="792746" y="494410"/>
                  </a:lnTo>
                  <a:lnTo>
                    <a:pt x="796848" y="522833"/>
                  </a:lnTo>
                  <a:lnTo>
                    <a:pt x="817168" y="531431"/>
                  </a:lnTo>
                  <a:lnTo>
                    <a:pt x="821232" y="531431"/>
                  </a:lnTo>
                  <a:lnTo>
                    <a:pt x="833178" y="521804"/>
                  </a:lnTo>
                  <a:lnTo>
                    <a:pt x="814654" y="521804"/>
                  </a:lnTo>
                  <a:lnTo>
                    <a:pt x="807685" y="507593"/>
                  </a:lnTo>
                  <a:lnTo>
                    <a:pt x="797521" y="507593"/>
                  </a:lnTo>
                  <a:lnTo>
                    <a:pt x="797521" y="499275"/>
                  </a:lnTo>
                  <a:lnTo>
                    <a:pt x="804453" y="499275"/>
                  </a:lnTo>
                  <a:lnTo>
                    <a:pt x="811949" y="487578"/>
                  </a:lnTo>
                  <a:lnTo>
                    <a:pt x="835911" y="487578"/>
                  </a:lnTo>
                  <a:lnTo>
                    <a:pt x="835520" y="485851"/>
                  </a:lnTo>
                  <a:lnTo>
                    <a:pt x="807161" y="478497"/>
                  </a:lnTo>
                  <a:close/>
                </a:path>
                <a:path w="1974215" h="1003934">
                  <a:moveTo>
                    <a:pt x="828421" y="515061"/>
                  </a:moveTo>
                  <a:lnTo>
                    <a:pt x="814654" y="521804"/>
                  </a:lnTo>
                  <a:lnTo>
                    <a:pt x="833178" y="521804"/>
                  </a:lnTo>
                  <a:lnTo>
                    <a:pt x="839939" y="516356"/>
                  </a:lnTo>
                  <a:lnTo>
                    <a:pt x="828421" y="515061"/>
                  </a:lnTo>
                  <a:close/>
                </a:path>
                <a:path w="1974215" h="1003934">
                  <a:moveTo>
                    <a:pt x="804453" y="499275"/>
                  </a:moveTo>
                  <a:lnTo>
                    <a:pt x="797521" y="499275"/>
                  </a:lnTo>
                  <a:lnTo>
                    <a:pt x="797521" y="507593"/>
                  </a:lnTo>
                  <a:lnTo>
                    <a:pt x="807685" y="507593"/>
                  </a:lnTo>
                  <a:lnTo>
                    <a:pt x="803973" y="500024"/>
                  </a:lnTo>
                  <a:lnTo>
                    <a:pt x="804453" y="499275"/>
                  </a:lnTo>
                  <a:close/>
                </a:path>
                <a:path w="1974215" h="1003934">
                  <a:moveTo>
                    <a:pt x="835911" y="487578"/>
                  </a:moveTo>
                  <a:lnTo>
                    <a:pt x="811949" y="487578"/>
                  </a:lnTo>
                  <a:lnTo>
                    <a:pt x="828624" y="499275"/>
                  </a:lnTo>
                  <a:lnTo>
                    <a:pt x="804453" y="499275"/>
                  </a:lnTo>
                  <a:lnTo>
                    <a:pt x="803973" y="500024"/>
                  </a:lnTo>
                  <a:lnTo>
                    <a:pt x="807685" y="507593"/>
                  </a:lnTo>
                  <a:lnTo>
                    <a:pt x="840447" y="507593"/>
                  </a:lnTo>
                  <a:lnTo>
                    <a:pt x="835911" y="487578"/>
                  </a:lnTo>
                  <a:close/>
                </a:path>
                <a:path w="1974215" h="1003934">
                  <a:moveTo>
                    <a:pt x="881049" y="478662"/>
                  </a:moveTo>
                  <a:lnTo>
                    <a:pt x="855827" y="480618"/>
                  </a:lnTo>
                  <a:lnTo>
                    <a:pt x="850087" y="500214"/>
                  </a:lnTo>
                  <a:lnTo>
                    <a:pt x="874991" y="510400"/>
                  </a:lnTo>
                  <a:lnTo>
                    <a:pt x="859485" y="514959"/>
                  </a:lnTo>
                  <a:lnTo>
                    <a:pt x="847445" y="516115"/>
                  </a:lnTo>
                  <a:lnTo>
                    <a:pt x="848194" y="520941"/>
                  </a:lnTo>
                  <a:lnTo>
                    <a:pt x="863511" y="531431"/>
                  </a:lnTo>
                  <a:lnTo>
                    <a:pt x="887501" y="525945"/>
                  </a:lnTo>
                  <a:lnTo>
                    <a:pt x="891031" y="507936"/>
                  </a:lnTo>
                  <a:lnTo>
                    <a:pt x="865962" y="498017"/>
                  </a:lnTo>
                  <a:lnTo>
                    <a:pt x="891158" y="491870"/>
                  </a:lnTo>
                  <a:lnTo>
                    <a:pt x="890320" y="487425"/>
                  </a:lnTo>
                  <a:lnTo>
                    <a:pt x="881049" y="478662"/>
                  </a:lnTo>
                  <a:close/>
                </a:path>
                <a:path w="1974215" h="1003934">
                  <a:moveTo>
                    <a:pt x="938025" y="488371"/>
                  </a:moveTo>
                  <a:lnTo>
                    <a:pt x="935443" y="492937"/>
                  </a:lnTo>
                  <a:lnTo>
                    <a:pt x="922794" y="518883"/>
                  </a:lnTo>
                  <a:lnTo>
                    <a:pt x="944892" y="531431"/>
                  </a:lnTo>
                  <a:lnTo>
                    <a:pt x="957833" y="528815"/>
                  </a:lnTo>
                  <a:lnTo>
                    <a:pt x="961669" y="522368"/>
                  </a:lnTo>
                  <a:lnTo>
                    <a:pt x="960597" y="520826"/>
                  </a:lnTo>
                  <a:lnTo>
                    <a:pt x="941006" y="520826"/>
                  </a:lnTo>
                  <a:lnTo>
                    <a:pt x="948831" y="503909"/>
                  </a:lnTo>
                  <a:lnTo>
                    <a:pt x="938025" y="488371"/>
                  </a:lnTo>
                  <a:close/>
                </a:path>
                <a:path w="1974215" h="1003934">
                  <a:moveTo>
                    <a:pt x="966637" y="514016"/>
                  </a:moveTo>
                  <a:lnTo>
                    <a:pt x="961669" y="522368"/>
                  </a:lnTo>
                  <a:lnTo>
                    <a:pt x="967257" y="530402"/>
                  </a:lnTo>
                  <a:lnTo>
                    <a:pt x="980617" y="530402"/>
                  </a:lnTo>
                  <a:lnTo>
                    <a:pt x="966637" y="514016"/>
                  </a:lnTo>
                  <a:close/>
                </a:path>
                <a:path w="1974215" h="1003934">
                  <a:moveTo>
                    <a:pt x="962997" y="509748"/>
                  </a:moveTo>
                  <a:lnTo>
                    <a:pt x="962901" y="510158"/>
                  </a:lnTo>
                  <a:lnTo>
                    <a:pt x="955639" y="513697"/>
                  </a:lnTo>
                  <a:lnTo>
                    <a:pt x="961669" y="522368"/>
                  </a:lnTo>
                  <a:lnTo>
                    <a:pt x="966637" y="514016"/>
                  </a:lnTo>
                  <a:lnTo>
                    <a:pt x="962997" y="509748"/>
                  </a:lnTo>
                  <a:close/>
                </a:path>
                <a:path w="1974215" h="1003934">
                  <a:moveTo>
                    <a:pt x="955639" y="513697"/>
                  </a:moveTo>
                  <a:lnTo>
                    <a:pt x="941006" y="520826"/>
                  </a:lnTo>
                  <a:lnTo>
                    <a:pt x="960597" y="520826"/>
                  </a:lnTo>
                  <a:lnTo>
                    <a:pt x="955639" y="513697"/>
                  </a:lnTo>
                  <a:close/>
                </a:path>
                <a:path w="1974215" h="1003934">
                  <a:moveTo>
                    <a:pt x="976464" y="497497"/>
                  </a:moveTo>
                  <a:lnTo>
                    <a:pt x="965860" y="497497"/>
                  </a:lnTo>
                  <a:lnTo>
                    <a:pt x="962997" y="509748"/>
                  </a:lnTo>
                  <a:lnTo>
                    <a:pt x="966637" y="514016"/>
                  </a:lnTo>
                  <a:lnTo>
                    <a:pt x="976464" y="497497"/>
                  </a:lnTo>
                  <a:close/>
                </a:path>
                <a:path w="1974215" h="1003934">
                  <a:moveTo>
                    <a:pt x="952060" y="496928"/>
                  </a:moveTo>
                  <a:lnTo>
                    <a:pt x="948831" y="503909"/>
                  </a:lnTo>
                  <a:lnTo>
                    <a:pt x="955639" y="513697"/>
                  </a:lnTo>
                  <a:lnTo>
                    <a:pt x="962901" y="510158"/>
                  </a:lnTo>
                  <a:lnTo>
                    <a:pt x="962997" y="509748"/>
                  </a:lnTo>
                  <a:lnTo>
                    <a:pt x="952060" y="496928"/>
                  </a:lnTo>
                  <a:close/>
                </a:path>
                <a:path w="1974215" h="1003934">
                  <a:moveTo>
                    <a:pt x="948499" y="469849"/>
                  </a:moveTo>
                  <a:lnTo>
                    <a:pt x="938025" y="488371"/>
                  </a:lnTo>
                  <a:lnTo>
                    <a:pt x="948831" y="503909"/>
                  </a:lnTo>
                  <a:lnTo>
                    <a:pt x="952060" y="496928"/>
                  </a:lnTo>
                  <a:lnTo>
                    <a:pt x="947864" y="492010"/>
                  </a:lnTo>
                  <a:lnTo>
                    <a:pt x="948389" y="473684"/>
                  </a:lnTo>
                  <a:lnTo>
                    <a:pt x="948499" y="469849"/>
                  </a:lnTo>
                  <a:close/>
                </a:path>
                <a:path w="1974215" h="1003934">
                  <a:moveTo>
                    <a:pt x="959107" y="469849"/>
                  </a:moveTo>
                  <a:lnTo>
                    <a:pt x="948499" y="469849"/>
                  </a:lnTo>
                  <a:lnTo>
                    <a:pt x="947968" y="488371"/>
                  </a:lnTo>
                  <a:lnTo>
                    <a:pt x="947864" y="492010"/>
                  </a:lnTo>
                  <a:lnTo>
                    <a:pt x="952060" y="496928"/>
                  </a:lnTo>
                  <a:lnTo>
                    <a:pt x="954570" y="491502"/>
                  </a:lnTo>
                  <a:lnTo>
                    <a:pt x="963853" y="472732"/>
                  </a:lnTo>
                  <a:lnTo>
                    <a:pt x="959107" y="469849"/>
                  </a:lnTo>
                  <a:close/>
                </a:path>
                <a:path w="1974215" h="1003934">
                  <a:moveTo>
                    <a:pt x="942441" y="459727"/>
                  </a:moveTo>
                  <a:lnTo>
                    <a:pt x="927811" y="473684"/>
                  </a:lnTo>
                  <a:lnTo>
                    <a:pt x="938025" y="488371"/>
                  </a:lnTo>
                  <a:lnTo>
                    <a:pt x="948499" y="469849"/>
                  </a:lnTo>
                  <a:lnTo>
                    <a:pt x="959107" y="469849"/>
                  </a:lnTo>
                  <a:lnTo>
                    <a:pt x="942441" y="459727"/>
                  </a:lnTo>
                  <a:close/>
                </a:path>
                <a:path w="1974215" h="1003934">
                  <a:moveTo>
                    <a:pt x="1046774" y="486790"/>
                  </a:moveTo>
                  <a:lnTo>
                    <a:pt x="1033627" y="486790"/>
                  </a:lnTo>
                  <a:lnTo>
                    <a:pt x="1039634" y="494880"/>
                  </a:lnTo>
                  <a:lnTo>
                    <a:pt x="1026680" y="499783"/>
                  </a:lnTo>
                  <a:lnTo>
                    <a:pt x="1007567" y="522020"/>
                  </a:lnTo>
                  <a:lnTo>
                    <a:pt x="1024331" y="531456"/>
                  </a:lnTo>
                  <a:lnTo>
                    <a:pt x="1040117" y="530402"/>
                  </a:lnTo>
                  <a:lnTo>
                    <a:pt x="1051979" y="530402"/>
                  </a:lnTo>
                  <a:lnTo>
                    <a:pt x="1051856" y="522389"/>
                  </a:lnTo>
                  <a:lnTo>
                    <a:pt x="1027531" y="522389"/>
                  </a:lnTo>
                  <a:lnTo>
                    <a:pt x="1018705" y="515505"/>
                  </a:lnTo>
                  <a:lnTo>
                    <a:pt x="1039672" y="511619"/>
                  </a:lnTo>
                  <a:lnTo>
                    <a:pt x="1051691" y="511619"/>
                  </a:lnTo>
                  <a:lnTo>
                    <a:pt x="1051509" y="499783"/>
                  </a:lnTo>
                  <a:lnTo>
                    <a:pt x="1051387" y="491807"/>
                  </a:lnTo>
                  <a:lnTo>
                    <a:pt x="1051344" y="488975"/>
                  </a:lnTo>
                  <a:lnTo>
                    <a:pt x="1046774" y="486790"/>
                  </a:lnTo>
                  <a:close/>
                </a:path>
                <a:path w="1974215" h="1003934">
                  <a:moveTo>
                    <a:pt x="1051691" y="511619"/>
                  </a:moveTo>
                  <a:lnTo>
                    <a:pt x="1039672" y="511619"/>
                  </a:lnTo>
                  <a:lnTo>
                    <a:pt x="1027531" y="522389"/>
                  </a:lnTo>
                  <a:lnTo>
                    <a:pt x="1051856" y="522389"/>
                  </a:lnTo>
                  <a:lnTo>
                    <a:pt x="1051750" y="515505"/>
                  </a:lnTo>
                  <a:lnTo>
                    <a:pt x="1051691" y="511619"/>
                  </a:lnTo>
                  <a:close/>
                </a:path>
                <a:path w="1974215" h="1003934">
                  <a:moveTo>
                    <a:pt x="1027036" y="477354"/>
                  </a:moveTo>
                  <a:lnTo>
                    <a:pt x="1008506" y="491807"/>
                  </a:lnTo>
                  <a:lnTo>
                    <a:pt x="1020025" y="493445"/>
                  </a:lnTo>
                  <a:lnTo>
                    <a:pt x="1033627" y="486790"/>
                  </a:lnTo>
                  <a:lnTo>
                    <a:pt x="1046774" y="486790"/>
                  </a:lnTo>
                  <a:lnTo>
                    <a:pt x="1027036" y="477354"/>
                  </a:lnTo>
                  <a:close/>
                </a:path>
                <a:path w="1974215" h="1003934">
                  <a:moveTo>
                    <a:pt x="1075601" y="460578"/>
                  </a:moveTo>
                  <a:lnTo>
                    <a:pt x="1063256" y="460578"/>
                  </a:lnTo>
                  <a:lnTo>
                    <a:pt x="1063256" y="530402"/>
                  </a:lnTo>
                  <a:lnTo>
                    <a:pt x="1075601" y="530402"/>
                  </a:lnTo>
                  <a:lnTo>
                    <a:pt x="1075601" y="460578"/>
                  </a:lnTo>
                  <a:close/>
                </a:path>
                <a:path w="1974215" h="1003934">
                  <a:moveTo>
                    <a:pt x="1099515" y="460578"/>
                  </a:moveTo>
                  <a:lnTo>
                    <a:pt x="1087170" y="460578"/>
                  </a:lnTo>
                  <a:lnTo>
                    <a:pt x="1087170" y="530402"/>
                  </a:lnTo>
                  <a:lnTo>
                    <a:pt x="1099515" y="530402"/>
                  </a:lnTo>
                  <a:lnTo>
                    <a:pt x="1099515" y="460578"/>
                  </a:lnTo>
                  <a:close/>
                </a:path>
                <a:path w="1974215" h="1003934">
                  <a:moveTo>
                    <a:pt x="1124381" y="478472"/>
                  </a:moveTo>
                  <a:lnTo>
                    <a:pt x="1109852" y="494271"/>
                  </a:lnTo>
                  <a:lnTo>
                    <a:pt x="1113967" y="522655"/>
                  </a:lnTo>
                  <a:lnTo>
                    <a:pt x="1133919" y="531431"/>
                  </a:lnTo>
                  <a:lnTo>
                    <a:pt x="1150975" y="525805"/>
                  </a:lnTo>
                  <a:lnTo>
                    <a:pt x="1153122" y="521538"/>
                  </a:lnTo>
                  <a:lnTo>
                    <a:pt x="1133995" y="521538"/>
                  </a:lnTo>
                  <a:lnTo>
                    <a:pt x="1128788" y="520776"/>
                  </a:lnTo>
                  <a:lnTo>
                    <a:pt x="1125042" y="490994"/>
                  </a:lnTo>
                  <a:lnTo>
                    <a:pt x="1153375" y="490994"/>
                  </a:lnTo>
                  <a:lnTo>
                    <a:pt x="1150975" y="482980"/>
                  </a:lnTo>
                  <a:lnTo>
                    <a:pt x="1124381" y="478472"/>
                  </a:lnTo>
                  <a:close/>
                </a:path>
                <a:path w="1974215" h="1003934">
                  <a:moveTo>
                    <a:pt x="1153375" y="490994"/>
                  </a:moveTo>
                  <a:lnTo>
                    <a:pt x="1125042" y="490994"/>
                  </a:lnTo>
                  <a:lnTo>
                    <a:pt x="1144193" y="493077"/>
                  </a:lnTo>
                  <a:lnTo>
                    <a:pt x="1133995" y="521538"/>
                  </a:lnTo>
                  <a:lnTo>
                    <a:pt x="1153122" y="521538"/>
                  </a:lnTo>
                  <a:lnTo>
                    <a:pt x="1159014" y="509828"/>
                  </a:lnTo>
                  <a:lnTo>
                    <a:pt x="1153375" y="490994"/>
                  </a:lnTo>
                  <a:close/>
                </a:path>
                <a:path w="1974215" h="1003934">
                  <a:moveTo>
                    <a:pt x="1181595" y="478497"/>
                  </a:moveTo>
                  <a:lnTo>
                    <a:pt x="1167142" y="494410"/>
                  </a:lnTo>
                  <a:lnTo>
                    <a:pt x="1171143" y="522516"/>
                  </a:lnTo>
                  <a:lnTo>
                    <a:pt x="1191209" y="531431"/>
                  </a:lnTo>
                  <a:lnTo>
                    <a:pt x="1199413" y="530631"/>
                  </a:lnTo>
                  <a:lnTo>
                    <a:pt x="1206686" y="521373"/>
                  </a:lnTo>
                  <a:lnTo>
                    <a:pt x="1188745" y="521373"/>
                  </a:lnTo>
                  <a:lnTo>
                    <a:pt x="1179156" y="497674"/>
                  </a:lnTo>
                  <a:lnTo>
                    <a:pt x="1194295" y="487311"/>
                  </a:lnTo>
                  <a:lnTo>
                    <a:pt x="1209964" y="487311"/>
                  </a:lnTo>
                  <a:lnTo>
                    <a:pt x="1208354" y="483438"/>
                  </a:lnTo>
                  <a:lnTo>
                    <a:pt x="1181595" y="478497"/>
                  </a:lnTo>
                  <a:close/>
                </a:path>
                <a:path w="1974215" h="1003934">
                  <a:moveTo>
                    <a:pt x="1213650" y="512508"/>
                  </a:moveTo>
                  <a:lnTo>
                    <a:pt x="1201851" y="512508"/>
                  </a:lnTo>
                  <a:lnTo>
                    <a:pt x="1188745" y="521373"/>
                  </a:lnTo>
                  <a:lnTo>
                    <a:pt x="1206686" y="521373"/>
                  </a:lnTo>
                  <a:lnTo>
                    <a:pt x="1213650" y="512508"/>
                  </a:lnTo>
                  <a:close/>
                </a:path>
                <a:path w="1974215" h="1003934">
                  <a:moveTo>
                    <a:pt x="1209964" y="487311"/>
                  </a:moveTo>
                  <a:lnTo>
                    <a:pt x="1194295" y="487311"/>
                  </a:lnTo>
                  <a:lnTo>
                    <a:pt x="1201851" y="496176"/>
                  </a:lnTo>
                  <a:lnTo>
                    <a:pt x="1213650" y="496176"/>
                  </a:lnTo>
                  <a:lnTo>
                    <a:pt x="1209964" y="487311"/>
                  </a:lnTo>
                  <a:close/>
                </a:path>
                <a:path w="1974215" h="1003934">
                  <a:moveTo>
                    <a:pt x="1260175" y="486790"/>
                  </a:moveTo>
                  <a:lnTo>
                    <a:pt x="1247038" y="486790"/>
                  </a:lnTo>
                  <a:lnTo>
                    <a:pt x="1253032" y="494880"/>
                  </a:lnTo>
                  <a:lnTo>
                    <a:pt x="1240078" y="499783"/>
                  </a:lnTo>
                  <a:lnTo>
                    <a:pt x="1220965" y="522020"/>
                  </a:lnTo>
                  <a:lnTo>
                    <a:pt x="1237729" y="531456"/>
                  </a:lnTo>
                  <a:lnTo>
                    <a:pt x="1253515" y="530402"/>
                  </a:lnTo>
                  <a:lnTo>
                    <a:pt x="1265377" y="530402"/>
                  </a:lnTo>
                  <a:lnTo>
                    <a:pt x="1265254" y="522389"/>
                  </a:lnTo>
                  <a:lnTo>
                    <a:pt x="1240929" y="522389"/>
                  </a:lnTo>
                  <a:lnTo>
                    <a:pt x="1232103" y="515505"/>
                  </a:lnTo>
                  <a:lnTo>
                    <a:pt x="1253070" y="511619"/>
                  </a:lnTo>
                  <a:lnTo>
                    <a:pt x="1265089" y="511619"/>
                  </a:lnTo>
                  <a:lnTo>
                    <a:pt x="1264907" y="499783"/>
                  </a:lnTo>
                  <a:lnTo>
                    <a:pt x="1264785" y="491807"/>
                  </a:lnTo>
                  <a:lnTo>
                    <a:pt x="1264742" y="488975"/>
                  </a:lnTo>
                  <a:lnTo>
                    <a:pt x="1260175" y="486790"/>
                  </a:lnTo>
                  <a:close/>
                </a:path>
                <a:path w="1974215" h="1003934">
                  <a:moveTo>
                    <a:pt x="1265089" y="511619"/>
                  </a:moveTo>
                  <a:lnTo>
                    <a:pt x="1253070" y="511619"/>
                  </a:lnTo>
                  <a:lnTo>
                    <a:pt x="1240929" y="522389"/>
                  </a:lnTo>
                  <a:lnTo>
                    <a:pt x="1265254" y="522389"/>
                  </a:lnTo>
                  <a:lnTo>
                    <a:pt x="1265148" y="515505"/>
                  </a:lnTo>
                  <a:lnTo>
                    <a:pt x="1265089" y="511619"/>
                  </a:lnTo>
                  <a:close/>
                </a:path>
                <a:path w="1974215" h="1003934">
                  <a:moveTo>
                    <a:pt x="1240447" y="477354"/>
                  </a:moveTo>
                  <a:lnTo>
                    <a:pt x="1221905" y="491807"/>
                  </a:lnTo>
                  <a:lnTo>
                    <a:pt x="1233436" y="493445"/>
                  </a:lnTo>
                  <a:lnTo>
                    <a:pt x="1247038" y="486790"/>
                  </a:lnTo>
                  <a:lnTo>
                    <a:pt x="1260175" y="486790"/>
                  </a:lnTo>
                  <a:lnTo>
                    <a:pt x="1240447" y="477354"/>
                  </a:lnTo>
                  <a:close/>
                </a:path>
                <a:path w="1974215" h="1003934">
                  <a:moveTo>
                    <a:pt x="1292478" y="465480"/>
                  </a:moveTo>
                  <a:lnTo>
                    <a:pt x="1280147" y="465480"/>
                  </a:lnTo>
                  <a:lnTo>
                    <a:pt x="1280121" y="519963"/>
                  </a:lnTo>
                  <a:lnTo>
                    <a:pt x="1296504" y="531113"/>
                  </a:lnTo>
                  <a:lnTo>
                    <a:pt x="1292478" y="465480"/>
                  </a:lnTo>
                  <a:close/>
                </a:path>
                <a:path w="1974215" h="1003934">
                  <a:moveTo>
                    <a:pt x="1280141" y="478027"/>
                  </a:moveTo>
                  <a:lnTo>
                    <a:pt x="1272705" y="478027"/>
                  </a:lnTo>
                  <a:lnTo>
                    <a:pt x="1272705" y="487578"/>
                  </a:lnTo>
                  <a:lnTo>
                    <a:pt x="1280136" y="487578"/>
                  </a:lnTo>
                  <a:lnTo>
                    <a:pt x="1280141" y="478027"/>
                  </a:lnTo>
                  <a:close/>
                </a:path>
                <a:path w="1974215" h="1003934">
                  <a:moveTo>
                    <a:pt x="1302816" y="478027"/>
                  </a:moveTo>
                  <a:lnTo>
                    <a:pt x="1293248" y="478027"/>
                  </a:lnTo>
                  <a:lnTo>
                    <a:pt x="1293834" y="487578"/>
                  </a:lnTo>
                  <a:lnTo>
                    <a:pt x="1302816" y="487578"/>
                  </a:lnTo>
                  <a:lnTo>
                    <a:pt x="1302816" y="478027"/>
                  </a:lnTo>
                  <a:close/>
                </a:path>
                <a:path w="1974215" h="1003934">
                  <a:moveTo>
                    <a:pt x="1324355" y="478027"/>
                  </a:moveTo>
                  <a:lnTo>
                    <a:pt x="1312011" y="478027"/>
                  </a:lnTo>
                  <a:lnTo>
                    <a:pt x="1312011" y="530402"/>
                  </a:lnTo>
                  <a:lnTo>
                    <a:pt x="1324355" y="530402"/>
                  </a:lnTo>
                  <a:lnTo>
                    <a:pt x="1324355" y="478027"/>
                  </a:lnTo>
                  <a:close/>
                </a:path>
                <a:path w="1974215" h="1003934">
                  <a:moveTo>
                    <a:pt x="1316266" y="457199"/>
                  </a:moveTo>
                  <a:lnTo>
                    <a:pt x="1318221" y="470598"/>
                  </a:lnTo>
                  <a:lnTo>
                    <a:pt x="1320190" y="470598"/>
                  </a:lnTo>
                  <a:lnTo>
                    <a:pt x="1316266" y="457199"/>
                  </a:lnTo>
                  <a:close/>
                </a:path>
                <a:path w="1974215" h="1003934">
                  <a:moveTo>
                    <a:pt x="1349222" y="478472"/>
                  </a:moveTo>
                  <a:lnTo>
                    <a:pt x="1334693" y="494271"/>
                  </a:lnTo>
                  <a:lnTo>
                    <a:pt x="1338808" y="522655"/>
                  </a:lnTo>
                  <a:lnTo>
                    <a:pt x="1358760" y="531431"/>
                  </a:lnTo>
                  <a:lnTo>
                    <a:pt x="1375816" y="525805"/>
                  </a:lnTo>
                  <a:lnTo>
                    <a:pt x="1377963" y="521538"/>
                  </a:lnTo>
                  <a:lnTo>
                    <a:pt x="1358836" y="521538"/>
                  </a:lnTo>
                  <a:lnTo>
                    <a:pt x="1353629" y="520776"/>
                  </a:lnTo>
                  <a:lnTo>
                    <a:pt x="1349882" y="490994"/>
                  </a:lnTo>
                  <a:lnTo>
                    <a:pt x="1378215" y="490994"/>
                  </a:lnTo>
                  <a:lnTo>
                    <a:pt x="1375816" y="482980"/>
                  </a:lnTo>
                  <a:lnTo>
                    <a:pt x="1349222" y="478472"/>
                  </a:lnTo>
                  <a:close/>
                </a:path>
                <a:path w="1974215" h="1003934">
                  <a:moveTo>
                    <a:pt x="1378215" y="490994"/>
                  </a:moveTo>
                  <a:lnTo>
                    <a:pt x="1349882" y="490994"/>
                  </a:lnTo>
                  <a:lnTo>
                    <a:pt x="1369034" y="493077"/>
                  </a:lnTo>
                  <a:lnTo>
                    <a:pt x="1358836" y="521538"/>
                  </a:lnTo>
                  <a:lnTo>
                    <a:pt x="1377963" y="521538"/>
                  </a:lnTo>
                  <a:lnTo>
                    <a:pt x="1383855" y="509828"/>
                  </a:lnTo>
                  <a:lnTo>
                    <a:pt x="1378215" y="490994"/>
                  </a:lnTo>
                  <a:close/>
                </a:path>
                <a:path w="1974215" h="1003934">
                  <a:moveTo>
                    <a:pt x="1405001" y="478027"/>
                  </a:moveTo>
                  <a:lnTo>
                    <a:pt x="1393215" y="478027"/>
                  </a:lnTo>
                  <a:lnTo>
                    <a:pt x="1393215" y="530402"/>
                  </a:lnTo>
                  <a:lnTo>
                    <a:pt x="1405547" y="530402"/>
                  </a:lnTo>
                  <a:lnTo>
                    <a:pt x="1405547" y="497192"/>
                  </a:lnTo>
                  <a:lnTo>
                    <a:pt x="1422298" y="488772"/>
                  </a:lnTo>
                  <a:lnTo>
                    <a:pt x="1436921" y="488772"/>
                  </a:lnTo>
                  <a:lnTo>
                    <a:pt x="1436423" y="486930"/>
                  </a:lnTo>
                  <a:lnTo>
                    <a:pt x="1405623" y="486930"/>
                  </a:lnTo>
                  <a:lnTo>
                    <a:pt x="1405001" y="478027"/>
                  </a:lnTo>
                  <a:close/>
                </a:path>
                <a:path w="1974215" h="1003934">
                  <a:moveTo>
                    <a:pt x="1436921" y="488772"/>
                  </a:moveTo>
                  <a:lnTo>
                    <a:pt x="1422298" y="488772"/>
                  </a:lnTo>
                  <a:lnTo>
                    <a:pt x="1426832" y="530402"/>
                  </a:lnTo>
                  <a:lnTo>
                    <a:pt x="1439163" y="530402"/>
                  </a:lnTo>
                  <a:lnTo>
                    <a:pt x="1439163" y="497052"/>
                  </a:lnTo>
                  <a:lnTo>
                    <a:pt x="1436921" y="488772"/>
                  </a:lnTo>
                  <a:close/>
                </a:path>
                <a:path w="1974215" h="1003934">
                  <a:moveTo>
                    <a:pt x="1417332" y="477354"/>
                  </a:moveTo>
                  <a:lnTo>
                    <a:pt x="1405623" y="486930"/>
                  </a:lnTo>
                  <a:lnTo>
                    <a:pt x="1436423" y="486930"/>
                  </a:lnTo>
                  <a:lnTo>
                    <a:pt x="1435480" y="483450"/>
                  </a:lnTo>
                  <a:lnTo>
                    <a:pt x="1417332" y="477354"/>
                  </a:lnTo>
                  <a:close/>
                </a:path>
                <a:path w="1974215" h="1003934">
                  <a:moveTo>
                    <a:pt x="1485620" y="460578"/>
                  </a:moveTo>
                  <a:lnTo>
                    <a:pt x="1473276" y="460578"/>
                  </a:lnTo>
                  <a:lnTo>
                    <a:pt x="1473276" y="530402"/>
                  </a:lnTo>
                  <a:lnTo>
                    <a:pt x="1485620" y="530402"/>
                  </a:lnTo>
                  <a:lnTo>
                    <a:pt x="1485620" y="460578"/>
                  </a:lnTo>
                  <a:close/>
                </a:path>
                <a:path w="1974215" h="1003934">
                  <a:moveTo>
                    <a:pt x="1510487" y="478472"/>
                  </a:moveTo>
                  <a:lnTo>
                    <a:pt x="1495958" y="494271"/>
                  </a:lnTo>
                  <a:lnTo>
                    <a:pt x="1500073" y="522655"/>
                  </a:lnTo>
                  <a:lnTo>
                    <a:pt x="1520037" y="531431"/>
                  </a:lnTo>
                  <a:lnTo>
                    <a:pt x="1537080" y="525805"/>
                  </a:lnTo>
                  <a:lnTo>
                    <a:pt x="1539231" y="521538"/>
                  </a:lnTo>
                  <a:lnTo>
                    <a:pt x="1520101" y="521538"/>
                  </a:lnTo>
                  <a:lnTo>
                    <a:pt x="1514894" y="520776"/>
                  </a:lnTo>
                  <a:lnTo>
                    <a:pt x="1511147" y="490994"/>
                  </a:lnTo>
                  <a:lnTo>
                    <a:pt x="1539484" y="490994"/>
                  </a:lnTo>
                  <a:lnTo>
                    <a:pt x="1537080" y="482980"/>
                  </a:lnTo>
                  <a:lnTo>
                    <a:pt x="1510487" y="478472"/>
                  </a:lnTo>
                  <a:close/>
                </a:path>
                <a:path w="1974215" h="1003934">
                  <a:moveTo>
                    <a:pt x="1539484" y="490994"/>
                  </a:moveTo>
                  <a:lnTo>
                    <a:pt x="1511147" y="490994"/>
                  </a:lnTo>
                  <a:lnTo>
                    <a:pt x="1530311" y="493077"/>
                  </a:lnTo>
                  <a:lnTo>
                    <a:pt x="1520101" y="521538"/>
                  </a:lnTo>
                  <a:lnTo>
                    <a:pt x="1539231" y="521538"/>
                  </a:lnTo>
                  <a:lnTo>
                    <a:pt x="1545132" y="509828"/>
                  </a:lnTo>
                  <a:lnTo>
                    <a:pt x="1539484" y="490994"/>
                  </a:lnTo>
                  <a:close/>
                </a:path>
                <a:path w="1974215" h="1003934">
                  <a:moveTo>
                    <a:pt x="1566278" y="478383"/>
                  </a:moveTo>
                  <a:lnTo>
                    <a:pt x="1552333" y="498297"/>
                  </a:lnTo>
                  <a:lnTo>
                    <a:pt x="1559725" y="524916"/>
                  </a:lnTo>
                  <a:lnTo>
                    <a:pt x="1583385" y="527380"/>
                  </a:lnTo>
                  <a:lnTo>
                    <a:pt x="1588452" y="537552"/>
                  </a:lnTo>
                  <a:lnTo>
                    <a:pt x="1554137" y="537908"/>
                  </a:lnTo>
                  <a:lnTo>
                    <a:pt x="1577251" y="551129"/>
                  </a:lnTo>
                  <a:lnTo>
                    <a:pt x="1581962" y="551129"/>
                  </a:lnTo>
                  <a:lnTo>
                    <a:pt x="1600771" y="539432"/>
                  </a:lnTo>
                  <a:lnTo>
                    <a:pt x="1600980" y="527380"/>
                  </a:lnTo>
                  <a:lnTo>
                    <a:pt x="1601023" y="524916"/>
                  </a:lnTo>
                  <a:lnTo>
                    <a:pt x="1601109" y="519963"/>
                  </a:lnTo>
                  <a:lnTo>
                    <a:pt x="1574647" y="519963"/>
                  </a:lnTo>
                  <a:lnTo>
                    <a:pt x="1564906" y="500824"/>
                  </a:lnTo>
                  <a:lnTo>
                    <a:pt x="1580019" y="487476"/>
                  </a:lnTo>
                  <a:lnTo>
                    <a:pt x="1601674" y="487476"/>
                  </a:lnTo>
                  <a:lnTo>
                    <a:pt x="1601687" y="486689"/>
                  </a:lnTo>
                  <a:lnTo>
                    <a:pt x="1589671" y="486689"/>
                  </a:lnTo>
                  <a:lnTo>
                    <a:pt x="1566278" y="478383"/>
                  </a:lnTo>
                  <a:close/>
                </a:path>
                <a:path w="1974215" h="1003934">
                  <a:moveTo>
                    <a:pt x="1601674" y="487476"/>
                  </a:moveTo>
                  <a:lnTo>
                    <a:pt x="1580019" y="487476"/>
                  </a:lnTo>
                  <a:lnTo>
                    <a:pt x="1589671" y="507314"/>
                  </a:lnTo>
                  <a:lnTo>
                    <a:pt x="1577352" y="519963"/>
                  </a:lnTo>
                  <a:lnTo>
                    <a:pt x="1601109" y="519963"/>
                  </a:lnTo>
                  <a:lnTo>
                    <a:pt x="1601674" y="487476"/>
                  </a:lnTo>
                  <a:close/>
                </a:path>
                <a:path w="1974215" h="1003934">
                  <a:moveTo>
                    <a:pt x="1601838" y="478027"/>
                  </a:moveTo>
                  <a:lnTo>
                    <a:pt x="1589671" y="478027"/>
                  </a:lnTo>
                  <a:lnTo>
                    <a:pt x="1589671" y="486689"/>
                  </a:lnTo>
                  <a:lnTo>
                    <a:pt x="1601687" y="486689"/>
                  </a:lnTo>
                  <a:lnTo>
                    <a:pt x="1601832" y="478383"/>
                  </a:lnTo>
                  <a:lnTo>
                    <a:pt x="1601838" y="478027"/>
                  </a:lnTo>
                  <a:close/>
                </a:path>
                <a:path w="1974215" h="1003934">
                  <a:moveTo>
                    <a:pt x="1625701" y="478027"/>
                  </a:moveTo>
                  <a:lnTo>
                    <a:pt x="1613357" y="478027"/>
                  </a:lnTo>
                  <a:lnTo>
                    <a:pt x="1613357" y="530402"/>
                  </a:lnTo>
                  <a:lnTo>
                    <a:pt x="1625701" y="530402"/>
                  </a:lnTo>
                  <a:lnTo>
                    <a:pt x="1625701" y="478027"/>
                  </a:lnTo>
                  <a:close/>
                </a:path>
                <a:path w="1974215" h="1003934">
                  <a:moveTo>
                    <a:pt x="1617611" y="457199"/>
                  </a:moveTo>
                  <a:lnTo>
                    <a:pt x="1619567" y="470598"/>
                  </a:lnTo>
                  <a:lnTo>
                    <a:pt x="1621548" y="470598"/>
                  </a:lnTo>
                  <a:lnTo>
                    <a:pt x="1617611" y="457199"/>
                  </a:lnTo>
                  <a:close/>
                </a:path>
                <a:path w="1974215" h="1003934">
                  <a:moveTo>
                    <a:pt x="1650504" y="478497"/>
                  </a:moveTo>
                  <a:lnTo>
                    <a:pt x="1636039" y="494410"/>
                  </a:lnTo>
                  <a:lnTo>
                    <a:pt x="1640039" y="522516"/>
                  </a:lnTo>
                  <a:lnTo>
                    <a:pt x="1660118" y="531431"/>
                  </a:lnTo>
                  <a:lnTo>
                    <a:pt x="1668322" y="530631"/>
                  </a:lnTo>
                  <a:lnTo>
                    <a:pt x="1675589" y="521373"/>
                  </a:lnTo>
                  <a:lnTo>
                    <a:pt x="1657654" y="521373"/>
                  </a:lnTo>
                  <a:lnTo>
                    <a:pt x="1648053" y="497674"/>
                  </a:lnTo>
                  <a:lnTo>
                    <a:pt x="1663192" y="487311"/>
                  </a:lnTo>
                  <a:lnTo>
                    <a:pt x="1678861" y="487311"/>
                  </a:lnTo>
                  <a:lnTo>
                    <a:pt x="1677250" y="483438"/>
                  </a:lnTo>
                  <a:lnTo>
                    <a:pt x="1650504" y="478497"/>
                  </a:lnTo>
                  <a:close/>
                </a:path>
                <a:path w="1974215" h="1003934">
                  <a:moveTo>
                    <a:pt x="1682546" y="512508"/>
                  </a:moveTo>
                  <a:lnTo>
                    <a:pt x="1670748" y="512508"/>
                  </a:lnTo>
                  <a:lnTo>
                    <a:pt x="1657654" y="521373"/>
                  </a:lnTo>
                  <a:lnTo>
                    <a:pt x="1675589" y="521373"/>
                  </a:lnTo>
                  <a:lnTo>
                    <a:pt x="1682546" y="512508"/>
                  </a:lnTo>
                  <a:close/>
                </a:path>
                <a:path w="1974215" h="1003934">
                  <a:moveTo>
                    <a:pt x="1678861" y="487311"/>
                  </a:moveTo>
                  <a:lnTo>
                    <a:pt x="1663192" y="487311"/>
                  </a:lnTo>
                  <a:lnTo>
                    <a:pt x="1670748" y="496176"/>
                  </a:lnTo>
                  <a:lnTo>
                    <a:pt x="1682546" y="496176"/>
                  </a:lnTo>
                  <a:lnTo>
                    <a:pt x="1678861" y="487311"/>
                  </a:lnTo>
                  <a:close/>
                </a:path>
                <a:path w="1974215" h="1003934">
                  <a:moveTo>
                    <a:pt x="14744" y="594791"/>
                  </a:moveTo>
                  <a:lnTo>
                    <a:pt x="2489" y="612533"/>
                  </a:lnTo>
                  <a:lnTo>
                    <a:pt x="17500" y="624789"/>
                  </a:lnTo>
                  <a:lnTo>
                    <a:pt x="20269" y="624789"/>
                  </a:lnTo>
                  <a:lnTo>
                    <a:pt x="32499" y="607021"/>
                  </a:lnTo>
                  <a:lnTo>
                    <a:pt x="14744" y="594791"/>
                  </a:lnTo>
                  <a:close/>
                </a:path>
                <a:path w="1974215" h="1003934">
                  <a:moveTo>
                    <a:pt x="82397" y="574878"/>
                  </a:moveTo>
                  <a:lnTo>
                    <a:pt x="69748" y="574878"/>
                  </a:lnTo>
                  <a:lnTo>
                    <a:pt x="69748" y="644702"/>
                  </a:lnTo>
                  <a:lnTo>
                    <a:pt x="82397" y="644702"/>
                  </a:lnTo>
                  <a:lnTo>
                    <a:pt x="82397" y="615035"/>
                  </a:lnTo>
                  <a:lnTo>
                    <a:pt x="127431" y="615035"/>
                  </a:lnTo>
                  <a:lnTo>
                    <a:pt x="127431" y="604431"/>
                  </a:lnTo>
                  <a:lnTo>
                    <a:pt x="82397" y="604431"/>
                  </a:lnTo>
                  <a:lnTo>
                    <a:pt x="82397" y="574878"/>
                  </a:lnTo>
                  <a:close/>
                </a:path>
                <a:path w="1974215" h="1003934">
                  <a:moveTo>
                    <a:pt x="127431" y="615035"/>
                  </a:moveTo>
                  <a:lnTo>
                    <a:pt x="114757" y="615035"/>
                  </a:lnTo>
                  <a:lnTo>
                    <a:pt x="114757" y="644702"/>
                  </a:lnTo>
                  <a:lnTo>
                    <a:pt x="127431" y="644702"/>
                  </a:lnTo>
                  <a:lnTo>
                    <a:pt x="127431" y="615035"/>
                  </a:lnTo>
                  <a:close/>
                </a:path>
                <a:path w="1974215" h="1003934">
                  <a:moveTo>
                    <a:pt x="127431" y="574878"/>
                  </a:moveTo>
                  <a:lnTo>
                    <a:pt x="114757" y="574878"/>
                  </a:lnTo>
                  <a:lnTo>
                    <a:pt x="114757" y="604431"/>
                  </a:lnTo>
                  <a:lnTo>
                    <a:pt x="127431" y="604431"/>
                  </a:lnTo>
                  <a:lnTo>
                    <a:pt x="127431" y="574878"/>
                  </a:lnTo>
                  <a:close/>
                </a:path>
                <a:path w="1974215" h="1003934">
                  <a:moveTo>
                    <a:pt x="151866" y="592327"/>
                  </a:moveTo>
                  <a:lnTo>
                    <a:pt x="139522" y="592327"/>
                  </a:lnTo>
                  <a:lnTo>
                    <a:pt x="139522" y="625678"/>
                  </a:lnTo>
                  <a:lnTo>
                    <a:pt x="143217" y="639317"/>
                  </a:lnTo>
                  <a:lnTo>
                    <a:pt x="160908" y="645388"/>
                  </a:lnTo>
                  <a:lnTo>
                    <a:pt x="172732" y="635393"/>
                  </a:lnTo>
                  <a:lnTo>
                    <a:pt x="185242" y="635393"/>
                  </a:lnTo>
                  <a:lnTo>
                    <a:pt x="185242" y="633628"/>
                  </a:lnTo>
                  <a:lnTo>
                    <a:pt x="156413" y="633628"/>
                  </a:lnTo>
                  <a:lnTo>
                    <a:pt x="151866" y="592327"/>
                  </a:lnTo>
                  <a:close/>
                </a:path>
                <a:path w="1974215" h="1003934">
                  <a:moveTo>
                    <a:pt x="185242" y="635393"/>
                  </a:moveTo>
                  <a:lnTo>
                    <a:pt x="172732" y="635393"/>
                  </a:lnTo>
                  <a:lnTo>
                    <a:pt x="173278" y="644702"/>
                  </a:lnTo>
                  <a:lnTo>
                    <a:pt x="185242" y="644702"/>
                  </a:lnTo>
                  <a:lnTo>
                    <a:pt x="185242" y="635393"/>
                  </a:lnTo>
                  <a:close/>
                </a:path>
                <a:path w="1974215" h="1003934">
                  <a:moveTo>
                    <a:pt x="185242" y="592327"/>
                  </a:moveTo>
                  <a:lnTo>
                    <a:pt x="172897" y="592327"/>
                  </a:lnTo>
                  <a:lnTo>
                    <a:pt x="172897" y="625335"/>
                  </a:lnTo>
                  <a:lnTo>
                    <a:pt x="156413" y="633628"/>
                  </a:lnTo>
                  <a:lnTo>
                    <a:pt x="185242" y="633628"/>
                  </a:lnTo>
                  <a:lnTo>
                    <a:pt x="185242" y="592327"/>
                  </a:lnTo>
                  <a:close/>
                </a:path>
                <a:path w="1974215" h="1003934">
                  <a:moveTo>
                    <a:pt x="209702" y="574878"/>
                  </a:moveTo>
                  <a:lnTo>
                    <a:pt x="197357" y="574878"/>
                  </a:lnTo>
                  <a:lnTo>
                    <a:pt x="197357" y="644702"/>
                  </a:lnTo>
                  <a:lnTo>
                    <a:pt x="209499" y="644702"/>
                  </a:lnTo>
                  <a:lnTo>
                    <a:pt x="209499" y="636447"/>
                  </a:lnTo>
                  <a:lnTo>
                    <a:pt x="242180" y="636447"/>
                  </a:lnTo>
                  <a:lnTo>
                    <a:pt x="242301" y="635495"/>
                  </a:lnTo>
                  <a:lnTo>
                    <a:pt x="219151" y="635495"/>
                  </a:lnTo>
                  <a:lnTo>
                    <a:pt x="209461" y="618515"/>
                  </a:lnTo>
                  <a:lnTo>
                    <a:pt x="209461" y="615137"/>
                  </a:lnTo>
                  <a:lnTo>
                    <a:pt x="224523" y="601776"/>
                  </a:lnTo>
                  <a:lnTo>
                    <a:pt x="240636" y="601776"/>
                  </a:lnTo>
                  <a:lnTo>
                    <a:pt x="234201" y="594245"/>
                  </a:lnTo>
                  <a:lnTo>
                    <a:pt x="215633" y="594245"/>
                  </a:lnTo>
                  <a:lnTo>
                    <a:pt x="209702" y="574878"/>
                  </a:lnTo>
                  <a:close/>
                </a:path>
                <a:path w="1974215" h="1003934">
                  <a:moveTo>
                    <a:pt x="242180" y="636447"/>
                  </a:moveTo>
                  <a:lnTo>
                    <a:pt x="209499" y="636447"/>
                  </a:lnTo>
                  <a:lnTo>
                    <a:pt x="242074" y="637273"/>
                  </a:lnTo>
                  <a:lnTo>
                    <a:pt x="242180" y="636447"/>
                  </a:lnTo>
                  <a:close/>
                </a:path>
                <a:path w="1974215" h="1003934">
                  <a:moveTo>
                    <a:pt x="240636" y="601776"/>
                  </a:moveTo>
                  <a:lnTo>
                    <a:pt x="224523" y="601776"/>
                  </a:lnTo>
                  <a:lnTo>
                    <a:pt x="234213" y="621791"/>
                  </a:lnTo>
                  <a:lnTo>
                    <a:pt x="219151" y="635495"/>
                  </a:lnTo>
                  <a:lnTo>
                    <a:pt x="242301" y="635495"/>
                  </a:lnTo>
                  <a:lnTo>
                    <a:pt x="245833" y="607860"/>
                  </a:lnTo>
                  <a:lnTo>
                    <a:pt x="240636" y="601776"/>
                  </a:lnTo>
                  <a:close/>
                </a:path>
                <a:path w="1974215" h="1003934">
                  <a:moveTo>
                    <a:pt x="232867" y="592683"/>
                  </a:moveTo>
                  <a:lnTo>
                    <a:pt x="215633" y="594245"/>
                  </a:lnTo>
                  <a:lnTo>
                    <a:pt x="234201" y="594245"/>
                  </a:lnTo>
                  <a:lnTo>
                    <a:pt x="232867" y="592683"/>
                  </a:lnTo>
                  <a:close/>
                </a:path>
                <a:path w="1974215" h="1003934">
                  <a:moveTo>
                    <a:pt x="292150" y="592772"/>
                  </a:moveTo>
                  <a:lnTo>
                    <a:pt x="277622" y="608571"/>
                  </a:lnTo>
                  <a:lnTo>
                    <a:pt x="281736" y="636955"/>
                  </a:lnTo>
                  <a:lnTo>
                    <a:pt x="301701" y="645731"/>
                  </a:lnTo>
                  <a:lnTo>
                    <a:pt x="318744" y="640105"/>
                  </a:lnTo>
                  <a:lnTo>
                    <a:pt x="320891" y="635838"/>
                  </a:lnTo>
                  <a:lnTo>
                    <a:pt x="301764" y="635838"/>
                  </a:lnTo>
                  <a:lnTo>
                    <a:pt x="296557" y="635076"/>
                  </a:lnTo>
                  <a:lnTo>
                    <a:pt x="292811" y="605294"/>
                  </a:lnTo>
                  <a:lnTo>
                    <a:pt x="321144" y="605294"/>
                  </a:lnTo>
                  <a:lnTo>
                    <a:pt x="318744" y="597280"/>
                  </a:lnTo>
                  <a:lnTo>
                    <a:pt x="292150" y="592772"/>
                  </a:lnTo>
                  <a:close/>
                </a:path>
                <a:path w="1974215" h="1003934">
                  <a:moveTo>
                    <a:pt x="321144" y="605294"/>
                  </a:moveTo>
                  <a:lnTo>
                    <a:pt x="292811" y="605294"/>
                  </a:lnTo>
                  <a:lnTo>
                    <a:pt x="311975" y="607377"/>
                  </a:lnTo>
                  <a:lnTo>
                    <a:pt x="301764" y="635838"/>
                  </a:lnTo>
                  <a:lnTo>
                    <a:pt x="320891" y="635838"/>
                  </a:lnTo>
                  <a:lnTo>
                    <a:pt x="326783" y="624128"/>
                  </a:lnTo>
                  <a:lnTo>
                    <a:pt x="321144" y="605294"/>
                  </a:lnTo>
                  <a:close/>
                </a:path>
                <a:path w="1974215" h="1003934">
                  <a:moveTo>
                    <a:pt x="348272" y="592327"/>
                  </a:moveTo>
                  <a:lnTo>
                    <a:pt x="336143" y="592327"/>
                  </a:lnTo>
                  <a:lnTo>
                    <a:pt x="336143" y="664336"/>
                  </a:lnTo>
                  <a:lnTo>
                    <a:pt x="348487" y="664336"/>
                  </a:lnTo>
                  <a:lnTo>
                    <a:pt x="348487" y="636447"/>
                  </a:lnTo>
                  <a:lnTo>
                    <a:pt x="377349" y="636447"/>
                  </a:lnTo>
                  <a:lnTo>
                    <a:pt x="378309" y="635495"/>
                  </a:lnTo>
                  <a:lnTo>
                    <a:pt x="357936" y="635495"/>
                  </a:lnTo>
                  <a:lnTo>
                    <a:pt x="348246" y="618515"/>
                  </a:lnTo>
                  <a:lnTo>
                    <a:pt x="348246" y="615137"/>
                  </a:lnTo>
                  <a:lnTo>
                    <a:pt x="363308" y="601776"/>
                  </a:lnTo>
                  <a:lnTo>
                    <a:pt x="379171" y="601776"/>
                  </a:lnTo>
                  <a:lnTo>
                    <a:pt x="378180" y="596798"/>
                  </a:lnTo>
                  <a:lnTo>
                    <a:pt x="348272" y="592327"/>
                  </a:lnTo>
                  <a:close/>
                </a:path>
                <a:path w="1974215" h="1003934">
                  <a:moveTo>
                    <a:pt x="377349" y="636447"/>
                  </a:moveTo>
                  <a:lnTo>
                    <a:pt x="348487" y="636447"/>
                  </a:lnTo>
                  <a:lnTo>
                    <a:pt x="368109" y="645617"/>
                  </a:lnTo>
                  <a:lnTo>
                    <a:pt x="377349" y="636447"/>
                  </a:lnTo>
                  <a:close/>
                </a:path>
                <a:path w="1974215" h="1003934">
                  <a:moveTo>
                    <a:pt x="379171" y="601776"/>
                  </a:moveTo>
                  <a:lnTo>
                    <a:pt x="363308" y="601776"/>
                  </a:lnTo>
                  <a:lnTo>
                    <a:pt x="372999" y="621791"/>
                  </a:lnTo>
                  <a:lnTo>
                    <a:pt x="357936" y="635495"/>
                  </a:lnTo>
                  <a:lnTo>
                    <a:pt x="378309" y="635495"/>
                  </a:lnTo>
                  <a:lnTo>
                    <a:pt x="384632" y="629221"/>
                  </a:lnTo>
                  <a:lnTo>
                    <a:pt x="379171" y="601776"/>
                  </a:lnTo>
                  <a:close/>
                </a:path>
                <a:path w="1974215" h="1003934">
                  <a:moveTo>
                    <a:pt x="408203" y="592797"/>
                  </a:moveTo>
                  <a:lnTo>
                    <a:pt x="393788" y="608710"/>
                  </a:lnTo>
                  <a:lnTo>
                    <a:pt x="397890" y="637133"/>
                  </a:lnTo>
                  <a:lnTo>
                    <a:pt x="418210" y="645731"/>
                  </a:lnTo>
                  <a:lnTo>
                    <a:pt x="422275" y="645731"/>
                  </a:lnTo>
                  <a:lnTo>
                    <a:pt x="434914" y="635546"/>
                  </a:lnTo>
                  <a:lnTo>
                    <a:pt x="413359" y="635546"/>
                  </a:lnTo>
                  <a:lnTo>
                    <a:pt x="410744" y="621893"/>
                  </a:lnTo>
                  <a:lnTo>
                    <a:pt x="398564" y="621893"/>
                  </a:lnTo>
                  <a:lnTo>
                    <a:pt x="398564" y="613575"/>
                  </a:lnTo>
                  <a:lnTo>
                    <a:pt x="409151" y="613575"/>
                  </a:lnTo>
                  <a:lnTo>
                    <a:pt x="407682" y="605904"/>
                  </a:lnTo>
                  <a:lnTo>
                    <a:pt x="437866" y="605904"/>
                  </a:lnTo>
                  <a:lnTo>
                    <a:pt x="436562" y="600151"/>
                  </a:lnTo>
                  <a:lnTo>
                    <a:pt x="408203" y="592797"/>
                  </a:lnTo>
                  <a:close/>
                </a:path>
                <a:path w="1974215" h="1003934">
                  <a:moveTo>
                    <a:pt x="429463" y="629361"/>
                  </a:moveTo>
                  <a:lnTo>
                    <a:pt x="413359" y="635546"/>
                  </a:lnTo>
                  <a:lnTo>
                    <a:pt x="434914" y="635546"/>
                  </a:lnTo>
                  <a:lnTo>
                    <a:pt x="440982" y="630656"/>
                  </a:lnTo>
                  <a:lnTo>
                    <a:pt x="429463" y="629361"/>
                  </a:lnTo>
                  <a:close/>
                </a:path>
                <a:path w="1974215" h="1003934">
                  <a:moveTo>
                    <a:pt x="409151" y="613575"/>
                  </a:moveTo>
                  <a:lnTo>
                    <a:pt x="398564" y="613575"/>
                  </a:lnTo>
                  <a:lnTo>
                    <a:pt x="398564" y="621893"/>
                  </a:lnTo>
                  <a:lnTo>
                    <a:pt x="410744" y="621893"/>
                  </a:lnTo>
                  <a:lnTo>
                    <a:pt x="409151" y="613575"/>
                  </a:lnTo>
                  <a:close/>
                </a:path>
                <a:path w="1974215" h="1003934">
                  <a:moveTo>
                    <a:pt x="437866" y="605904"/>
                  </a:moveTo>
                  <a:lnTo>
                    <a:pt x="407682" y="605904"/>
                  </a:lnTo>
                  <a:lnTo>
                    <a:pt x="429666" y="613575"/>
                  </a:lnTo>
                  <a:lnTo>
                    <a:pt x="409151" y="613575"/>
                  </a:lnTo>
                  <a:lnTo>
                    <a:pt x="410744" y="621893"/>
                  </a:lnTo>
                  <a:lnTo>
                    <a:pt x="441490" y="621893"/>
                  </a:lnTo>
                  <a:lnTo>
                    <a:pt x="437866" y="605904"/>
                  </a:lnTo>
                  <a:close/>
                </a:path>
                <a:path w="1974215" h="1003934">
                  <a:moveTo>
                    <a:pt x="462775" y="592327"/>
                  </a:moveTo>
                  <a:lnTo>
                    <a:pt x="450811" y="592327"/>
                  </a:lnTo>
                  <a:lnTo>
                    <a:pt x="450811" y="644702"/>
                  </a:lnTo>
                  <a:lnTo>
                    <a:pt x="463156" y="644702"/>
                  </a:lnTo>
                  <a:lnTo>
                    <a:pt x="463156" y="613917"/>
                  </a:lnTo>
                  <a:lnTo>
                    <a:pt x="473396" y="601065"/>
                  </a:lnTo>
                  <a:lnTo>
                    <a:pt x="463321" y="601065"/>
                  </a:lnTo>
                  <a:lnTo>
                    <a:pt x="462775" y="592327"/>
                  </a:lnTo>
                  <a:close/>
                </a:path>
                <a:path w="1974215" h="1003934">
                  <a:moveTo>
                    <a:pt x="480682" y="591921"/>
                  </a:moveTo>
                  <a:lnTo>
                    <a:pt x="463321" y="601065"/>
                  </a:lnTo>
                  <a:lnTo>
                    <a:pt x="473396" y="601065"/>
                  </a:lnTo>
                  <a:lnTo>
                    <a:pt x="480682" y="591921"/>
                  </a:lnTo>
                  <a:close/>
                </a:path>
                <a:path w="1974215" h="1003934">
                  <a:moveTo>
                    <a:pt x="524334" y="601090"/>
                  </a:moveTo>
                  <a:lnTo>
                    <a:pt x="511187" y="601090"/>
                  </a:lnTo>
                  <a:lnTo>
                    <a:pt x="517194" y="609180"/>
                  </a:lnTo>
                  <a:lnTo>
                    <a:pt x="504240" y="614083"/>
                  </a:lnTo>
                  <a:lnTo>
                    <a:pt x="485127" y="636320"/>
                  </a:lnTo>
                  <a:lnTo>
                    <a:pt x="501891" y="645756"/>
                  </a:lnTo>
                  <a:lnTo>
                    <a:pt x="517677" y="644702"/>
                  </a:lnTo>
                  <a:lnTo>
                    <a:pt x="529539" y="644702"/>
                  </a:lnTo>
                  <a:lnTo>
                    <a:pt x="529416" y="636689"/>
                  </a:lnTo>
                  <a:lnTo>
                    <a:pt x="505091" y="636689"/>
                  </a:lnTo>
                  <a:lnTo>
                    <a:pt x="496265" y="629805"/>
                  </a:lnTo>
                  <a:lnTo>
                    <a:pt x="517232" y="625919"/>
                  </a:lnTo>
                  <a:lnTo>
                    <a:pt x="529251" y="625919"/>
                  </a:lnTo>
                  <a:lnTo>
                    <a:pt x="529069" y="614083"/>
                  </a:lnTo>
                  <a:lnTo>
                    <a:pt x="528947" y="606107"/>
                  </a:lnTo>
                  <a:lnTo>
                    <a:pt x="528904" y="603275"/>
                  </a:lnTo>
                  <a:lnTo>
                    <a:pt x="524334" y="601090"/>
                  </a:lnTo>
                  <a:close/>
                </a:path>
                <a:path w="1974215" h="1003934">
                  <a:moveTo>
                    <a:pt x="529251" y="625919"/>
                  </a:moveTo>
                  <a:lnTo>
                    <a:pt x="517232" y="625919"/>
                  </a:lnTo>
                  <a:lnTo>
                    <a:pt x="505091" y="636689"/>
                  </a:lnTo>
                  <a:lnTo>
                    <a:pt x="529416" y="636689"/>
                  </a:lnTo>
                  <a:lnTo>
                    <a:pt x="529310" y="629805"/>
                  </a:lnTo>
                  <a:lnTo>
                    <a:pt x="529251" y="625919"/>
                  </a:lnTo>
                  <a:close/>
                </a:path>
                <a:path w="1974215" h="1003934">
                  <a:moveTo>
                    <a:pt x="504596" y="591654"/>
                  </a:moveTo>
                  <a:lnTo>
                    <a:pt x="486067" y="606107"/>
                  </a:lnTo>
                  <a:lnTo>
                    <a:pt x="497585" y="607745"/>
                  </a:lnTo>
                  <a:lnTo>
                    <a:pt x="511187" y="601090"/>
                  </a:lnTo>
                  <a:lnTo>
                    <a:pt x="524334" y="601090"/>
                  </a:lnTo>
                  <a:lnTo>
                    <a:pt x="504596" y="591654"/>
                  </a:lnTo>
                  <a:close/>
                </a:path>
                <a:path w="1974215" h="1003934">
                  <a:moveTo>
                    <a:pt x="556640" y="579780"/>
                  </a:moveTo>
                  <a:lnTo>
                    <a:pt x="544296" y="579780"/>
                  </a:lnTo>
                  <a:lnTo>
                    <a:pt x="544271" y="634263"/>
                  </a:lnTo>
                  <a:lnTo>
                    <a:pt x="560666" y="645413"/>
                  </a:lnTo>
                  <a:lnTo>
                    <a:pt x="556640" y="579780"/>
                  </a:lnTo>
                  <a:close/>
                </a:path>
                <a:path w="1974215" h="1003934">
                  <a:moveTo>
                    <a:pt x="544290" y="592327"/>
                  </a:moveTo>
                  <a:lnTo>
                    <a:pt x="536867" y="592327"/>
                  </a:lnTo>
                  <a:lnTo>
                    <a:pt x="536867" y="601878"/>
                  </a:lnTo>
                  <a:lnTo>
                    <a:pt x="544286" y="601878"/>
                  </a:lnTo>
                  <a:lnTo>
                    <a:pt x="544290" y="592327"/>
                  </a:lnTo>
                  <a:close/>
                </a:path>
                <a:path w="1974215" h="1003934">
                  <a:moveTo>
                    <a:pt x="566978" y="592327"/>
                  </a:moveTo>
                  <a:lnTo>
                    <a:pt x="557410" y="592327"/>
                  </a:lnTo>
                  <a:lnTo>
                    <a:pt x="557996" y="601878"/>
                  </a:lnTo>
                  <a:lnTo>
                    <a:pt x="566978" y="601878"/>
                  </a:lnTo>
                  <a:lnTo>
                    <a:pt x="566978" y="592327"/>
                  </a:lnTo>
                  <a:close/>
                </a:path>
                <a:path w="1974215" h="1003934">
                  <a:moveTo>
                    <a:pt x="588517" y="592327"/>
                  </a:moveTo>
                  <a:lnTo>
                    <a:pt x="576173" y="592327"/>
                  </a:lnTo>
                  <a:lnTo>
                    <a:pt x="576173" y="644702"/>
                  </a:lnTo>
                  <a:lnTo>
                    <a:pt x="588517" y="644702"/>
                  </a:lnTo>
                  <a:lnTo>
                    <a:pt x="588517" y="592327"/>
                  </a:lnTo>
                  <a:close/>
                </a:path>
                <a:path w="1974215" h="1003934">
                  <a:moveTo>
                    <a:pt x="580415" y="571499"/>
                  </a:moveTo>
                  <a:lnTo>
                    <a:pt x="582371" y="584898"/>
                  </a:lnTo>
                  <a:lnTo>
                    <a:pt x="584352" y="584898"/>
                  </a:lnTo>
                  <a:lnTo>
                    <a:pt x="580415" y="571499"/>
                  </a:lnTo>
                  <a:close/>
                </a:path>
                <a:path w="1974215" h="1003934">
                  <a:moveTo>
                    <a:pt x="613371" y="592772"/>
                  </a:moveTo>
                  <a:lnTo>
                    <a:pt x="598855" y="608571"/>
                  </a:lnTo>
                  <a:lnTo>
                    <a:pt x="602970" y="636955"/>
                  </a:lnTo>
                  <a:lnTo>
                    <a:pt x="622922" y="645731"/>
                  </a:lnTo>
                  <a:lnTo>
                    <a:pt x="639965" y="640105"/>
                  </a:lnTo>
                  <a:lnTo>
                    <a:pt x="642116" y="635838"/>
                  </a:lnTo>
                  <a:lnTo>
                    <a:pt x="622985" y="635838"/>
                  </a:lnTo>
                  <a:lnTo>
                    <a:pt x="617791" y="635076"/>
                  </a:lnTo>
                  <a:lnTo>
                    <a:pt x="614032" y="605294"/>
                  </a:lnTo>
                  <a:lnTo>
                    <a:pt x="642369" y="605294"/>
                  </a:lnTo>
                  <a:lnTo>
                    <a:pt x="639965" y="597280"/>
                  </a:lnTo>
                  <a:lnTo>
                    <a:pt x="613371" y="592772"/>
                  </a:lnTo>
                  <a:close/>
                </a:path>
                <a:path w="1974215" h="1003934">
                  <a:moveTo>
                    <a:pt x="642369" y="605294"/>
                  </a:moveTo>
                  <a:lnTo>
                    <a:pt x="614032" y="605294"/>
                  </a:lnTo>
                  <a:lnTo>
                    <a:pt x="633196" y="607377"/>
                  </a:lnTo>
                  <a:lnTo>
                    <a:pt x="622985" y="635838"/>
                  </a:lnTo>
                  <a:lnTo>
                    <a:pt x="642116" y="635838"/>
                  </a:lnTo>
                  <a:lnTo>
                    <a:pt x="648017" y="624128"/>
                  </a:lnTo>
                  <a:lnTo>
                    <a:pt x="642369" y="605294"/>
                  </a:lnTo>
                  <a:close/>
                </a:path>
                <a:path w="1974215" h="1003934">
                  <a:moveTo>
                    <a:pt x="669162" y="592327"/>
                  </a:moveTo>
                  <a:lnTo>
                    <a:pt x="657364" y="592327"/>
                  </a:lnTo>
                  <a:lnTo>
                    <a:pt x="657364" y="644702"/>
                  </a:lnTo>
                  <a:lnTo>
                    <a:pt x="669709" y="644702"/>
                  </a:lnTo>
                  <a:lnTo>
                    <a:pt x="669709" y="611492"/>
                  </a:lnTo>
                  <a:lnTo>
                    <a:pt x="686460" y="603072"/>
                  </a:lnTo>
                  <a:lnTo>
                    <a:pt x="701076" y="603072"/>
                  </a:lnTo>
                  <a:lnTo>
                    <a:pt x="700575" y="601230"/>
                  </a:lnTo>
                  <a:lnTo>
                    <a:pt x="669772" y="601230"/>
                  </a:lnTo>
                  <a:lnTo>
                    <a:pt x="669162" y="592327"/>
                  </a:lnTo>
                  <a:close/>
                </a:path>
                <a:path w="1974215" h="1003934">
                  <a:moveTo>
                    <a:pt x="701076" y="603072"/>
                  </a:moveTo>
                  <a:lnTo>
                    <a:pt x="686460" y="603072"/>
                  </a:lnTo>
                  <a:lnTo>
                    <a:pt x="690981" y="644702"/>
                  </a:lnTo>
                  <a:lnTo>
                    <a:pt x="703326" y="644702"/>
                  </a:lnTo>
                  <a:lnTo>
                    <a:pt x="703326" y="611352"/>
                  </a:lnTo>
                  <a:lnTo>
                    <a:pt x="701076" y="603072"/>
                  </a:lnTo>
                  <a:close/>
                </a:path>
                <a:path w="1974215" h="1003934">
                  <a:moveTo>
                    <a:pt x="681481" y="591654"/>
                  </a:moveTo>
                  <a:lnTo>
                    <a:pt x="669772" y="601230"/>
                  </a:lnTo>
                  <a:lnTo>
                    <a:pt x="700575" y="601230"/>
                  </a:lnTo>
                  <a:lnTo>
                    <a:pt x="699630" y="597750"/>
                  </a:lnTo>
                  <a:lnTo>
                    <a:pt x="681481" y="591654"/>
                  </a:lnTo>
                  <a:close/>
                </a:path>
                <a:path w="1974215" h="1003934">
                  <a:moveTo>
                    <a:pt x="746036" y="592962"/>
                  </a:moveTo>
                  <a:lnTo>
                    <a:pt x="720813" y="594918"/>
                  </a:lnTo>
                  <a:lnTo>
                    <a:pt x="715073" y="614514"/>
                  </a:lnTo>
                  <a:lnTo>
                    <a:pt x="739965" y="624700"/>
                  </a:lnTo>
                  <a:lnTo>
                    <a:pt x="724471" y="629259"/>
                  </a:lnTo>
                  <a:lnTo>
                    <a:pt x="712431" y="630415"/>
                  </a:lnTo>
                  <a:lnTo>
                    <a:pt x="713181" y="635241"/>
                  </a:lnTo>
                  <a:lnTo>
                    <a:pt x="728484" y="645731"/>
                  </a:lnTo>
                  <a:lnTo>
                    <a:pt x="752487" y="640245"/>
                  </a:lnTo>
                  <a:lnTo>
                    <a:pt x="756018" y="622236"/>
                  </a:lnTo>
                  <a:lnTo>
                    <a:pt x="730948" y="612317"/>
                  </a:lnTo>
                  <a:lnTo>
                    <a:pt x="756145" y="606170"/>
                  </a:lnTo>
                  <a:lnTo>
                    <a:pt x="755294" y="601725"/>
                  </a:lnTo>
                  <a:lnTo>
                    <a:pt x="746036" y="592962"/>
                  </a:lnTo>
                  <a:close/>
                </a:path>
                <a:path w="1974215" h="1003934">
                  <a:moveTo>
                    <a:pt x="801357" y="592327"/>
                  </a:moveTo>
                  <a:lnTo>
                    <a:pt x="789012" y="592327"/>
                  </a:lnTo>
                  <a:lnTo>
                    <a:pt x="789012" y="644702"/>
                  </a:lnTo>
                  <a:lnTo>
                    <a:pt x="801357" y="644702"/>
                  </a:lnTo>
                  <a:lnTo>
                    <a:pt x="801357" y="592327"/>
                  </a:lnTo>
                  <a:close/>
                </a:path>
                <a:path w="1974215" h="1003934">
                  <a:moveTo>
                    <a:pt x="793254" y="571499"/>
                  </a:moveTo>
                  <a:lnTo>
                    <a:pt x="795210" y="584898"/>
                  </a:lnTo>
                  <a:lnTo>
                    <a:pt x="797191" y="584898"/>
                  </a:lnTo>
                  <a:lnTo>
                    <a:pt x="793254" y="571499"/>
                  </a:lnTo>
                  <a:close/>
                </a:path>
                <a:path w="1974215" h="1003934">
                  <a:moveTo>
                    <a:pt x="824712" y="592327"/>
                  </a:moveTo>
                  <a:lnTo>
                    <a:pt x="812914" y="592327"/>
                  </a:lnTo>
                  <a:lnTo>
                    <a:pt x="812914" y="644702"/>
                  </a:lnTo>
                  <a:lnTo>
                    <a:pt x="825258" y="644702"/>
                  </a:lnTo>
                  <a:lnTo>
                    <a:pt x="825258" y="611492"/>
                  </a:lnTo>
                  <a:lnTo>
                    <a:pt x="842009" y="603072"/>
                  </a:lnTo>
                  <a:lnTo>
                    <a:pt x="856625" y="603072"/>
                  </a:lnTo>
                  <a:lnTo>
                    <a:pt x="856125" y="601230"/>
                  </a:lnTo>
                  <a:lnTo>
                    <a:pt x="825334" y="601230"/>
                  </a:lnTo>
                  <a:lnTo>
                    <a:pt x="824712" y="592327"/>
                  </a:lnTo>
                  <a:close/>
                </a:path>
                <a:path w="1974215" h="1003934">
                  <a:moveTo>
                    <a:pt x="856625" y="603072"/>
                  </a:moveTo>
                  <a:lnTo>
                    <a:pt x="842009" y="603072"/>
                  </a:lnTo>
                  <a:lnTo>
                    <a:pt x="846531" y="644702"/>
                  </a:lnTo>
                  <a:lnTo>
                    <a:pt x="858875" y="644702"/>
                  </a:lnTo>
                  <a:lnTo>
                    <a:pt x="858875" y="611352"/>
                  </a:lnTo>
                  <a:lnTo>
                    <a:pt x="856625" y="603072"/>
                  </a:lnTo>
                  <a:close/>
                </a:path>
                <a:path w="1974215" h="1003934">
                  <a:moveTo>
                    <a:pt x="837031" y="591654"/>
                  </a:moveTo>
                  <a:lnTo>
                    <a:pt x="825334" y="601230"/>
                  </a:lnTo>
                  <a:lnTo>
                    <a:pt x="856125" y="601230"/>
                  </a:lnTo>
                  <a:lnTo>
                    <a:pt x="855179" y="597750"/>
                  </a:lnTo>
                  <a:lnTo>
                    <a:pt x="837031" y="591654"/>
                  </a:lnTo>
                  <a:close/>
                </a:path>
                <a:path w="1974215" h="1003934">
                  <a:moveTo>
                    <a:pt x="886117" y="579780"/>
                  </a:moveTo>
                  <a:lnTo>
                    <a:pt x="873772" y="579780"/>
                  </a:lnTo>
                  <a:lnTo>
                    <a:pt x="873759" y="634263"/>
                  </a:lnTo>
                  <a:lnTo>
                    <a:pt x="890142" y="645413"/>
                  </a:lnTo>
                  <a:lnTo>
                    <a:pt x="886117" y="579780"/>
                  </a:lnTo>
                  <a:close/>
                </a:path>
                <a:path w="1974215" h="1003934">
                  <a:moveTo>
                    <a:pt x="873769" y="592327"/>
                  </a:moveTo>
                  <a:lnTo>
                    <a:pt x="866343" y="592327"/>
                  </a:lnTo>
                  <a:lnTo>
                    <a:pt x="866343" y="601878"/>
                  </a:lnTo>
                  <a:lnTo>
                    <a:pt x="873767" y="601878"/>
                  </a:lnTo>
                  <a:lnTo>
                    <a:pt x="873769" y="592327"/>
                  </a:lnTo>
                  <a:close/>
                </a:path>
                <a:path w="1974215" h="1003934">
                  <a:moveTo>
                    <a:pt x="896454" y="592327"/>
                  </a:moveTo>
                  <a:lnTo>
                    <a:pt x="886886" y="592327"/>
                  </a:lnTo>
                  <a:lnTo>
                    <a:pt x="887472" y="601878"/>
                  </a:lnTo>
                  <a:lnTo>
                    <a:pt x="896454" y="601878"/>
                  </a:lnTo>
                  <a:lnTo>
                    <a:pt x="896454" y="592327"/>
                  </a:lnTo>
                  <a:close/>
                </a:path>
                <a:path w="1974215" h="1003934">
                  <a:moveTo>
                    <a:pt x="918273" y="592797"/>
                  </a:moveTo>
                  <a:lnTo>
                    <a:pt x="903858" y="608710"/>
                  </a:lnTo>
                  <a:lnTo>
                    <a:pt x="907948" y="637133"/>
                  </a:lnTo>
                  <a:lnTo>
                    <a:pt x="928268" y="645731"/>
                  </a:lnTo>
                  <a:lnTo>
                    <a:pt x="932345" y="645731"/>
                  </a:lnTo>
                  <a:lnTo>
                    <a:pt x="944291" y="636104"/>
                  </a:lnTo>
                  <a:lnTo>
                    <a:pt x="925753" y="636104"/>
                  </a:lnTo>
                  <a:lnTo>
                    <a:pt x="918784" y="621893"/>
                  </a:lnTo>
                  <a:lnTo>
                    <a:pt x="908634" y="621893"/>
                  </a:lnTo>
                  <a:lnTo>
                    <a:pt x="908634" y="613575"/>
                  </a:lnTo>
                  <a:lnTo>
                    <a:pt x="915553" y="613575"/>
                  </a:lnTo>
                  <a:lnTo>
                    <a:pt x="923048" y="601878"/>
                  </a:lnTo>
                  <a:lnTo>
                    <a:pt x="947012" y="601878"/>
                  </a:lnTo>
                  <a:lnTo>
                    <a:pt x="946619" y="600151"/>
                  </a:lnTo>
                  <a:lnTo>
                    <a:pt x="918273" y="592797"/>
                  </a:lnTo>
                  <a:close/>
                </a:path>
                <a:path w="1974215" h="1003934">
                  <a:moveTo>
                    <a:pt x="939520" y="629361"/>
                  </a:moveTo>
                  <a:lnTo>
                    <a:pt x="925753" y="636104"/>
                  </a:lnTo>
                  <a:lnTo>
                    <a:pt x="944291" y="636104"/>
                  </a:lnTo>
                  <a:lnTo>
                    <a:pt x="951052" y="630656"/>
                  </a:lnTo>
                  <a:lnTo>
                    <a:pt x="939520" y="629361"/>
                  </a:lnTo>
                  <a:close/>
                </a:path>
                <a:path w="1974215" h="1003934">
                  <a:moveTo>
                    <a:pt x="915553" y="613575"/>
                  </a:moveTo>
                  <a:lnTo>
                    <a:pt x="908634" y="613575"/>
                  </a:lnTo>
                  <a:lnTo>
                    <a:pt x="908634" y="621893"/>
                  </a:lnTo>
                  <a:lnTo>
                    <a:pt x="918784" y="621893"/>
                  </a:lnTo>
                  <a:lnTo>
                    <a:pt x="915073" y="614324"/>
                  </a:lnTo>
                  <a:lnTo>
                    <a:pt x="915553" y="613575"/>
                  </a:lnTo>
                  <a:close/>
                </a:path>
                <a:path w="1974215" h="1003934">
                  <a:moveTo>
                    <a:pt x="947012" y="601878"/>
                  </a:moveTo>
                  <a:lnTo>
                    <a:pt x="923048" y="601878"/>
                  </a:lnTo>
                  <a:lnTo>
                    <a:pt x="939723" y="613575"/>
                  </a:lnTo>
                  <a:lnTo>
                    <a:pt x="915553" y="613575"/>
                  </a:lnTo>
                  <a:lnTo>
                    <a:pt x="915073" y="614324"/>
                  </a:lnTo>
                  <a:lnTo>
                    <a:pt x="918784" y="621893"/>
                  </a:lnTo>
                  <a:lnTo>
                    <a:pt x="951560" y="621893"/>
                  </a:lnTo>
                  <a:lnTo>
                    <a:pt x="947012" y="601878"/>
                  </a:lnTo>
                  <a:close/>
                </a:path>
                <a:path w="1974215" h="1003934">
                  <a:moveTo>
                    <a:pt x="972667" y="592683"/>
                  </a:moveTo>
                  <a:lnTo>
                    <a:pt x="958723" y="612597"/>
                  </a:lnTo>
                  <a:lnTo>
                    <a:pt x="966114" y="639216"/>
                  </a:lnTo>
                  <a:lnTo>
                    <a:pt x="989774" y="641680"/>
                  </a:lnTo>
                  <a:lnTo>
                    <a:pt x="994841" y="651852"/>
                  </a:lnTo>
                  <a:lnTo>
                    <a:pt x="960539" y="652208"/>
                  </a:lnTo>
                  <a:lnTo>
                    <a:pt x="983653" y="665429"/>
                  </a:lnTo>
                  <a:lnTo>
                    <a:pt x="988352" y="665429"/>
                  </a:lnTo>
                  <a:lnTo>
                    <a:pt x="1007160" y="653732"/>
                  </a:lnTo>
                  <a:lnTo>
                    <a:pt x="1007370" y="641680"/>
                  </a:lnTo>
                  <a:lnTo>
                    <a:pt x="1007412" y="639216"/>
                  </a:lnTo>
                  <a:lnTo>
                    <a:pt x="1007499" y="634263"/>
                  </a:lnTo>
                  <a:lnTo>
                    <a:pt x="981049" y="634263"/>
                  </a:lnTo>
                  <a:lnTo>
                    <a:pt x="971308" y="615124"/>
                  </a:lnTo>
                  <a:lnTo>
                    <a:pt x="986408" y="601776"/>
                  </a:lnTo>
                  <a:lnTo>
                    <a:pt x="1008063" y="601776"/>
                  </a:lnTo>
                  <a:lnTo>
                    <a:pt x="1008077" y="600989"/>
                  </a:lnTo>
                  <a:lnTo>
                    <a:pt x="996060" y="600989"/>
                  </a:lnTo>
                  <a:lnTo>
                    <a:pt x="972667" y="592683"/>
                  </a:lnTo>
                  <a:close/>
                </a:path>
                <a:path w="1974215" h="1003934">
                  <a:moveTo>
                    <a:pt x="1008063" y="601776"/>
                  </a:moveTo>
                  <a:lnTo>
                    <a:pt x="986408" y="601776"/>
                  </a:lnTo>
                  <a:lnTo>
                    <a:pt x="996060" y="621614"/>
                  </a:lnTo>
                  <a:lnTo>
                    <a:pt x="983754" y="634263"/>
                  </a:lnTo>
                  <a:lnTo>
                    <a:pt x="1007499" y="634263"/>
                  </a:lnTo>
                  <a:lnTo>
                    <a:pt x="1008063" y="601776"/>
                  </a:lnTo>
                  <a:close/>
                </a:path>
                <a:path w="1974215" h="1003934">
                  <a:moveTo>
                    <a:pt x="1008227" y="592327"/>
                  </a:moveTo>
                  <a:lnTo>
                    <a:pt x="996060" y="592327"/>
                  </a:lnTo>
                  <a:lnTo>
                    <a:pt x="996060" y="600989"/>
                  </a:lnTo>
                  <a:lnTo>
                    <a:pt x="1008077" y="600989"/>
                  </a:lnTo>
                  <a:lnTo>
                    <a:pt x="1008221" y="592683"/>
                  </a:lnTo>
                  <a:lnTo>
                    <a:pt x="1008227" y="592327"/>
                  </a:lnTo>
                  <a:close/>
                </a:path>
                <a:path w="1974215" h="1003934">
                  <a:moveTo>
                    <a:pt x="1031722" y="592327"/>
                  </a:moveTo>
                  <a:lnTo>
                    <a:pt x="1019759" y="592327"/>
                  </a:lnTo>
                  <a:lnTo>
                    <a:pt x="1019759" y="644702"/>
                  </a:lnTo>
                  <a:lnTo>
                    <a:pt x="1032103" y="644702"/>
                  </a:lnTo>
                  <a:lnTo>
                    <a:pt x="1032103" y="613917"/>
                  </a:lnTo>
                  <a:lnTo>
                    <a:pt x="1042343" y="601065"/>
                  </a:lnTo>
                  <a:lnTo>
                    <a:pt x="1032268" y="601065"/>
                  </a:lnTo>
                  <a:lnTo>
                    <a:pt x="1031722" y="592327"/>
                  </a:lnTo>
                  <a:close/>
                </a:path>
                <a:path w="1974215" h="1003934">
                  <a:moveTo>
                    <a:pt x="1049629" y="591921"/>
                  </a:moveTo>
                  <a:lnTo>
                    <a:pt x="1032268" y="601065"/>
                  </a:lnTo>
                  <a:lnTo>
                    <a:pt x="1042343" y="601065"/>
                  </a:lnTo>
                  <a:lnTo>
                    <a:pt x="1049629" y="591921"/>
                  </a:lnTo>
                  <a:close/>
                </a:path>
                <a:path w="1974215" h="1003934">
                  <a:moveTo>
                    <a:pt x="1093282" y="601090"/>
                  </a:moveTo>
                  <a:lnTo>
                    <a:pt x="1080134" y="601090"/>
                  </a:lnTo>
                  <a:lnTo>
                    <a:pt x="1086142" y="609180"/>
                  </a:lnTo>
                  <a:lnTo>
                    <a:pt x="1073188" y="614083"/>
                  </a:lnTo>
                  <a:lnTo>
                    <a:pt x="1054061" y="636320"/>
                  </a:lnTo>
                  <a:lnTo>
                    <a:pt x="1070825" y="645756"/>
                  </a:lnTo>
                  <a:lnTo>
                    <a:pt x="1086611" y="644702"/>
                  </a:lnTo>
                  <a:lnTo>
                    <a:pt x="1098486" y="644702"/>
                  </a:lnTo>
                  <a:lnTo>
                    <a:pt x="1098363" y="636689"/>
                  </a:lnTo>
                  <a:lnTo>
                    <a:pt x="1074038" y="636689"/>
                  </a:lnTo>
                  <a:lnTo>
                    <a:pt x="1065199" y="629805"/>
                  </a:lnTo>
                  <a:lnTo>
                    <a:pt x="1086180" y="625919"/>
                  </a:lnTo>
                  <a:lnTo>
                    <a:pt x="1098198" y="625919"/>
                  </a:lnTo>
                  <a:lnTo>
                    <a:pt x="1098017" y="614083"/>
                  </a:lnTo>
                  <a:lnTo>
                    <a:pt x="1097894" y="606107"/>
                  </a:lnTo>
                  <a:lnTo>
                    <a:pt x="1097851" y="603275"/>
                  </a:lnTo>
                  <a:lnTo>
                    <a:pt x="1093282" y="601090"/>
                  </a:lnTo>
                  <a:close/>
                </a:path>
                <a:path w="1974215" h="1003934">
                  <a:moveTo>
                    <a:pt x="1098198" y="625919"/>
                  </a:moveTo>
                  <a:lnTo>
                    <a:pt x="1086180" y="625919"/>
                  </a:lnTo>
                  <a:lnTo>
                    <a:pt x="1074038" y="636689"/>
                  </a:lnTo>
                  <a:lnTo>
                    <a:pt x="1098363" y="636689"/>
                  </a:lnTo>
                  <a:lnTo>
                    <a:pt x="1098258" y="629805"/>
                  </a:lnTo>
                  <a:lnTo>
                    <a:pt x="1098198" y="625919"/>
                  </a:lnTo>
                  <a:close/>
                </a:path>
                <a:path w="1974215" h="1003934">
                  <a:moveTo>
                    <a:pt x="1073543" y="591654"/>
                  </a:moveTo>
                  <a:lnTo>
                    <a:pt x="1055014" y="606107"/>
                  </a:lnTo>
                  <a:lnTo>
                    <a:pt x="1066533" y="607745"/>
                  </a:lnTo>
                  <a:lnTo>
                    <a:pt x="1080134" y="601090"/>
                  </a:lnTo>
                  <a:lnTo>
                    <a:pt x="1093282" y="601090"/>
                  </a:lnTo>
                  <a:lnTo>
                    <a:pt x="1073543" y="591654"/>
                  </a:lnTo>
                  <a:close/>
                </a:path>
                <a:path w="1974215" h="1003934">
                  <a:moveTo>
                    <a:pt x="1125588" y="579780"/>
                  </a:moveTo>
                  <a:lnTo>
                    <a:pt x="1113243" y="579780"/>
                  </a:lnTo>
                  <a:lnTo>
                    <a:pt x="1113218" y="634263"/>
                  </a:lnTo>
                  <a:lnTo>
                    <a:pt x="1129614" y="645413"/>
                  </a:lnTo>
                  <a:lnTo>
                    <a:pt x="1125588" y="579780"/>
                  </a:lnTo>
                  <a:close/>
                </a:path>
                <a:path w="1974215" h="1003934">
                  <a:moveTo>
                    <a:pt x="1113238" y="592327"/>
                  </a:moveTo>
                  <a:lnTo>
                    <a:pt x="1105814" y="592327"/>
                  </a:lnTo>
                  <a:lnTo>
                    <a:pt x="1105814" y="601878"/>
                  </a:lnTo>
                  <a:lnTo>
                    <a:pt x="1113233" y="601878"/>
                  </a:lnTo>
                  <a:lnTo>
                    <a:pt x="1113238" y="592327"/>
                  </a:lnTo>
                  <a:close/>
                </a:path>
                <a:path w="1974215" h="1003934">
                  <a:moveTo>
                    <a:pt x="1135913" y="592327"/>
                  </a:moveTo>
                  <a:lnTo>
                    <a:pt x="1126357" y="592327"/>
                  </a:lnTo>
                  <a:lnTo>
                    <a:pt x="1126943" y="601878"/>
                  </a:lnTo>
                  <a:lnTo>
                    <a:pt x="1135913" y="601878"/>
                  </a:lnTo>
                  <a:lnTo>
                    <a:pt x="1135913" y="592327"/>
                  </a:lnTo>
                  <a:close/>
                </a:path>
                <a:path w="1974215" h="1003934">
                  <a:moveTo>
                    <a:pt x="1157452" y="592327"/>
                  </a:moveTo>
                  <a:lnTo>
                    <a:pt x="1145120" y="592327"/>
                  </a:lnTo>
                  <a:lnTo>
                    <a:pt x="1145120" y="644702"/>
                  </a:lnTo>
                  <a:lnTo>
                    <a:pt x="1157452" y="644702"/>
                  </a:lnTo>
                  <a:lnTo>
                    <a:pt x="1157452" y="592327"/>
                  </a:lnTo>
                  <a:close/>
                </a:path>
                <a:path w="1974215" h="1003934">
                  <a:moveTo>
                    <a:pt x="1149362" y="571499"/>
                  </a:moveTo>
                  <a:lnTo>
                    <a:pt x="1151318" y="584898"/>
                  </a:lnTo>
                  <a:lnTo>
                    <a:pt x="1153299" y="584898"/>
                  </a:lnTo>
                  <a:lnTo>
                    <a:pt x="1149362" y="571499"/>
                  </a:lnTo>
                  <a:close/>
                </a:path>
                <a:path w="1974215" h="1003934">
                  <a:moveTo>
                    <a:pt x="1182319" y="592772"/>
                  </a:moveTo>
                  <a:lnTo>
                    <a:pt x="1167803" y="608571"/>
                  </a:lnTo>
                  <a:lnTo>
                    <a:pt x="1171917" y="636955"/>
                  </a:lnTo>
                  <a:lnTo>
                    <a:pt x="1191869" y="645731"/>
                  </a:lnTo>
                  <a:lnTo>
                    <a:pt x="1208912" y="640105"/>
                  </a:lnTo>
                  <a:lnTo>
                    <a:pt x="1211063" y="635838"/>
                  </a:lnTo>
                  <a:lnTo>
                    <a:pt x="1191933" y="635838"/>
                  </a:lnTo>
                  <a:lnTo>
                    <a:pt x="1186726" y="635076"/>
                  </a:lnTo>
                  <a:lnTo>
                    <a:pt x="1182979" y="605294"/>
                  </a:lnTo>
                  <a:lnTo>
                    <a:pt x="1211316" y="605294"/>
                  </a:lnTo>
                  <a:lnTo>
                    <a:pt x="1208912" y="597280"/>
                  </a:lnTo>
                  <a:lnTo>
                    <a:pt x="1182319" y="592772"/>
                  </a:lnTo>
                  <a:close/>
                </a:path>
                <a:path w="1974215" h="1003934">
                  <a:moveTo>
                    <a:pt x="1211316" y="605294"/>
                  </a:moveTo>
                  <a:lnTo>
                    <a:pt x="1182979" y="605294"/>
                  </a:lnTo>
                  <a:lnTo>
                    <a:pt x="1202143" y="607377"/>
                  </a:lnTo>
                  <a:lnTo>
                    <a:pt x="1191933" y="635838"/>
                  </a:lnTo>
                  <a:lnTo>
                    <a:pt x="1211063" y="635838"/>
                  </a:lnTo>
                  <a:lnTo>
                    <a:pt x="1216964" y="624128"/>
                  </a:lnTo>
                  <a:lnTo>
                    <a:pt x="1211316" y="605294"/>
                  </a:lnTo>
                  <a:close/>
                </a:path>
                <a:path w="1974215" h="1003934">
                  <a:moveTo>
                    <a:pt x="1238110" y="592327"/>
                  </a:moveTo>
                  <a:lnTo>
                    <a:pt x="1226311" y="592327"/>
                  </a:lnTo>
                  <a:lnTo>
                    <a:pt x="1226311" y="644702"/>
                  </a:lnTo>
                  <a:lnTo>
                    <a:pt x="1238656" y="644702"/>
                  </a:lnTo>
                  <a:lnTo>
                    <a:pt x="1238656" y="611492"/>
                  </a:lnTo>
                  <a:lnTo>
                    <a:pt x="1255407" y="603072"/>
                  </a:lnTo>
                  <a:lnTo>
                    <a:pt x="1270023" y="603072"/>
                  </a:lnTo>
                  <a:lnTo>
                    <a:pt x="1269523" y="601230"/>
                  </a:lnTo>
                  <a:lnTo>
                    <a:pt x="1238719" y="601230"/>
                  </a:lnTo>
                  <a:lnTo>
                    <a:pt x="1238110" y="592327"/>
                  </a:lnTo>
                  <a:close/>
                </a:path>
                <a:path w="1974215" h="1003934">
                  <a:moveTo>
                    <a:pt x="1270023" y="603072"/>
                  </a:moveTo>
                  <a:lnTo>
                    <a:pt x="1255407" y="603072"/>
                  </a:lnTo>
                  <a:lnTo>
                    <a:pt x="1259928" y="644702"/>
                  </a:lnTo>
                  <a:lnTo>
                    <a:pt x="1272273" y="644702"/>
                  </a:lnTo>
                  <a:lnTo>
                    <a:pt x="1272273" y="611352"/>
                  </a:lnTo>
                  <a:lnTo>
                    <a:pt x="1270023" y="603072"/>
                  </a:lnTo>
                  <a:close/>
                </a:path>
                <a:path w="1974215" h="1003934">
                  <a:moveTo>
                    <a:pt x="1250429" y="591654"/>
                  </a:moveTo>
                  <a:lnTo>
                    <a:pt x="1238719" y="601230"/>
                  </a:lnTo>
                  <a:lnTo>
                    <a:pt x="1269523" y="601230"/>
                  </a:lnTo>
                  <a:lnTo>
                    <a:pt x="1268577" y="597750"/>
                  </a:lnTo>
                  <a:lnTo>
                    <a:pt x="1250429" y="591654"/>
                  </a:lnTo>
                  <a:close/>
                </a:path>
                <a:path w="1974215" h="1003934">
                  <a:moveTo>
                    <a:pt x="1320384" y="602671"/>
                  </a:moveTo>
                  <a:lnTo>
                    <a:pt x="1317802" y="607237"/>
                  </a:lnTo>
                  <a:lnTo>
                    <a:pt x="1305153" y="633183"/>
                  </a:lnTo>
                  <a:lnTo>
                    <a:pt x="1327251" y="645731"/>
                  </a:lnTo>
                  <a:lnTo>
                    <a:pt x="1340192" y="643115"/>
                  </a:lnTo>
                  <a:lnTo>
                    <a:pt x="1344028" y="636668"/>
                  </a:lnTo>
                  <a:lnTo>
                    <a:pt x="1342956" y="635126"/>
                  </a:lnTo>
                  <a:lnTo>
                    <a:pt x="1323365" y="635126"/>
                  </a:lnTo>
                  <a:lnTo>
                    <a:pt x="1331194" y="618215"/>
                  </a:lnTo>
                  <a:lnTo>
                    <a:pt x="1320384" y="602671"/>
                  </a:lnTo>
                  <a:close/>
                </a:path>
                <a:path w="1974215" h="1003934">
                  <a:moveTo>
                    <a:pt x="1348999" y="628311"/>
                  </a:moveTo>
                  <a:lnTo>
                    <a:pt x="1344028" y="636668"/>
                  </a:lnTo>
                  <a:lnTo>
                    <a:pt x="1349616" y="644702"/>
                  </a:lnTo>
                  <a:lnTo>
                    <a:pt x="1362989" y="644702"/>
                  </a:lnTo>
                  <a:lnTo>
                    <a:pt x="1348999" y="628311"/>
                  </a:lnTo>
                  <a:close/>
                </a:path>
                <a:path w="1974215" h="1003934">
                  <a:moveTo>
                    <a:pt x="1343264" y="621590"/>
                  </a:moveTo>
                  <a:lnTo>
                    <a:pt x="1336664" y="626079"/>
                  </a:lnTo>
                  <a:lnTo>
                    <a:pt x="1344028" y="636668"/>
                  </a:lnTo>
                  <a:lnTo>
                    <a:pt x="1348999" y="628311"/>
                  </a:lnTo>
                  <a:lnTo>
                    <a:pt x="1343264" y="621590"/>
                  </a:lnTo>
                  <a:close/>
                </a:path>
                <a:path w="1974215" h="1003934">
                  <a:moveTo>
                    <a:pt x="1336664" y="626079"/>
                  </a:moveTo>
                  <a:lnTo>
                    <a:pt x="1323365" y="635126"/>
                  </a:lnTo>
                  <a:lnTo>
                    <a:pt x="1342956" y="635126"/>
                  </a:lnTo>
                  <a:lnTo>
                    <a:pt x="1336664" y="626079"/>
                  </a:lnTo>
                  <a:close/>
                </a:path>
                <a:path w="1974215" h="1003934">
                  <a:moveTo>
                    <a:pt x="1358823" y="611797"/>
                  </a:moveTo>
                  <a:lnTo>
                    <a:pt x="1348219" y="611797"/>
                  </a:lnTo>
                  <a:lnTo>
                    <a:pt x="1347669" y="618215"/>
                  </a:lnTo>
                  <a:lnTo>
                    <a:pt x="1347635" y="618616"/>
                  </a:lnTo>
                  <a:lnTo>
                    <a:pt x="1343264" y="621590"/>
                  </a:lnTo>
                  <a:lnTo>
                    <a:pt x="1348999" y="628311"/>
                  </a:lnTo>
                  <a:lnTo>
                    <a:pt x="1358823" y="611797"/>
                  </a:lnTo>
                  <a:close/>
                </a:path>
                <a:path w="1974215" h="1003934">
                  <a:moveTo>
                    <a:pt x="1334426" y="611235"/>
                  </a:moveTo>
                  <a:lnTo>
                    <a:pt x="1331194" y="618215"/>
                  </a:lnTo>
                  <a:lnTo>
                    <a:pt x="1336664" y="626079"/>
                  </a:lnTo>
                  <a:lnTo>
                    <a:pt x="1343264" y="621590"/>
                  </a:lnTo>
                  <a:lnTo>
                    <a:pt x="1334426" y="611235"/>
                  </a:lnTo>
                  <a:close/>
                </a:path>
                <a:path w="1974215" h="1003934">
                  <a:moveTo>
                    <a:pt x="1330858" y="584149"/>
                  </a:moveTo>
                  <a:lnTo>
                    <a:pt x="1320384" y="602671"/>
                  </a:lnTo>
                  <a:lnTo>
                    <a:pt x="1331194" y="618215"/>
                  </a:lnTo>
                  <a:lnTo>
                    <a:pt x="1334426" y="611235"/>
                  </a:lnTo>
                  <a:lnTo>
                    <a:pt x="1330223" y="606310"/>
                  </a:lnTo>
                  <a:lnTo>
                    <a:pt x="1330748" y="587984"/>
                  </a:lnTo>
                  <a:lnTo>
                    <a:pt x="1330858" y="584149"/>
                  </a:lnTo>
                  <a:close/>
                </a:path>
                <a:path w="1974215" h="1003934">
                  <a:moveTo>
                    <a:pt x="1341466" y="584149"/>
                  </a:moveTo>
                  <a:lnTo>
                    <a:pt x="1330858" y="584149"/>
                  </a:lnTo>
                  <a:lnTo>
                    <a:pt x="1330327" y="602671"/>
                  </a:lnTo>
                  <a:lnTo>
                    <a:pt x="1330223" y="606310"/>
                  </a:lnTo>
                  <a:lnTo>
                    <a:pt x="1334426" y="611235"/>
                  </a:lnTo>
                  <a:lnTo>
                    <a:pt x="1336941" y="605802"/>
                  </a:lnTo>
                  <a:lnTo>
                    <a:pt x="1346212" y="587032"/>
                  </a:lnTo>
                  <a:lnTo>
                    <a:pt x="1341466" y="584149"/>
                  </a:lnTo>
                  <a:close/>
                </a:path>
                <a:path w="1974215" h="1003934">
                  <a:moveTo>
                    <a:pt x="1324800" y="574027"/>
                  </a:moveTo>
                  <a:lnTo>
                    <a:pt x="1310170" y="587984"/>
                  </a:lnTo>
                  <a:lnTo>
                    <a:pt x="1320384" y="602671"/>
                  </a:lnTo>
                  <a:lnTo>
                    <a:pt x="1330858" y="584149"/>
                  </a:lnTo>
                  <a:lnTo>
                    <a:pt x="1341466" y="584149"/>
                  </a:lnTo>
                  <a:lnTo>
                    <a:pt x="1324800" y="574027"/>
                  </a:lnTo>
                  <a:close/>
                </a:path>
                <a:path w="1974215" h="1003934">
                  <a:moveTo>
                    <a:pt x="1407058" y="591654"/>
                  </a:moveTo>
                  <a:lnTo>
                    <a:pt x="1390421" y="607860"/>
                  </a:lnTo>
                  <a:lnTo>
                    <a:pt x="1394180" y="637273"/>
                  </a:lnTo>
                  <a:lnTo>
                    <a:pt x="1411046" y="645617"/>
                  </a:lnTo>
                  <a:lnTo>
                    <a:pt x="1426806" y="644702"/>
                  </a:lnTo>
                  <a:lnTo>
                    <a:pt x="1438935" y="644702"/>
                  </a:lnTo>
                  <a:lnTo>
                    <a:pt x="1438935" y="635495"/>
                  </a:lnTo>
                  <a:lnTo>
                    <a:pt x="1411782" y="635495"/>
                  </a:lnTo>
                  <a:lnTo>
                    <a:pt x="1402054" y="615264"/>
                  </a:lnTo>
                  <a:lnTo>
                    <a:pt x="1417154" y="601776"/>
                  </a:lnTo>
                  <a:lnTo>
                    <a:pt x="1438935" y="601776"/>
                  </a:lnTo>
                  <a:lnTo>
                    <a:pt x="1438935" y="600989"/>
                  </a:lnTo>
                  <a:lnTo>
                    <a:pt x="1426565" y="600989"/>
                  </a:lnTo>
                  <a:lnTo>
                    <a:pt x="1407058" y="591654"/>
                  </a:lnTo>
                  <a:close/>
                </a:path>
                <a:path w="1974215" h="1003934">
                  <a:moveTo>
                    <a:pt x="1438935" y="601776"/>
                  </a:moveTo>
                  <a:lnTo>
                    <a:pt x="1417154" y="601776"/>
                  </a:lnTo>
                  <a:lnTo>
                    <a:pt x="1426806" y="621906"/>
                  </a:lnTo>
                  <a:lnTo>
                    <a:pt x="1414487" y="635495"/>
                  </a:lnTo>
                  <a:lnTo>
                    <a:pt x="1438935" y="635495"/>
                  </a:lnTo>
                  <a:lnTo>
                    <a:pt x="1438935" y="601776"/>
                  </a:lnTo>
                  <a:close/>
                </a:path>
                <a:path w="1974215" h="1003934">
                  <a:moveTo>
                    <a:pt x="1438935" y="574878"/>
                  </a:moveTo>
                  <a:lnTo>
                    <a:pt x="1426565" y="574878"/>
                  </a:lnTo>
                  <a:lnTo>
                    <a:pt x="1426565" y="600989"/>
                  </a:lnTo>
                  <a:lnTo>
                    <a:pt x="1438935" y="600989"/>
                  </a:lnTo>
                  <a:lnTo>
                    <a:pt x="1438935" y="574878"/>
                  </a:lnTo>
                  <a:close/>
                </a:path>
                <a:path w="1974215" h="1003934">
                  <a:moveTo>
                    <a:pt x="1488483" y="601090"/>
                  </a:moveTo>
                  <a:lnTo>
                    <a:pt x="1475346" y="601090"/>
                  </a:lnTo>
                  <a:lnTo>
                    <a:pt x="1481340" y="609180"/>
                  </a:lnTo>
                  <a:lnTo>
                    <a:pt x="1468386" y="614083"/>
                  </a:lnTo>
                  <a:lnTo>
                    <a:pt x="1449273" y="636320"/>
                  </a:lnTo>
                  <a:lnTo>
                    <a:pt x="1466037" y="645756"/>
                  </a:lnTo>
                  <a:lnTo>
                    <a:pt x="1481823" y="644702"/>
                  </a:lnTo>
                  <a:lnTo>
                    <a:pt x="1493685" y="644702"/>
                  </a:lnTo>
                  <a:lnTo>
                    <a:pt x="1493562" y="636689"/>
                  </a:lnTo>
                  <a:lnTo>
                    <a:pt x="1469237" y="636689"/>
                  </a:lnTo>
                  <a:lnTo>
                    <a:pt x="1460411" y="629805"/>
                  </a:lnTo>
                  <a:lnTo>
                    <a:pt x="1481378" y="625919"/>
                  </a:lnTo>
                  <a:lnTo>
                    <a:pt x="1493397" y="625919"/>
                  </a:lnTo>
                  <a:lnTo>
                    <a:pt x="1493215" y="614083"/>
                  </a:lnTo>
                  <a:lnTo>
                    <a:pt x="1493093" y="606107"/>
                  </a:lnTo>
                  <a:lnTo>
                    <a:pt x="1493050" y="603275"/>
                  </a:lnTo>
                  <a:lnTo>
                    <a:pt x="1488483" y="601090"/>
                  </a:lnTo>
                  <a:close/>
                </a:path>
                <a:path w="1974215" h="1003934">
                  <a:moveTo>
                    <a:pt x="1493397" y="625919"/>
                  </a:moveTo>
                  <a:lnTo>
                    <a:pt x="1481378" y="625919"/>
                  </a:lnTo>
                  <a:lnTo>
                    <a:pt x="1469237" y="636689"/>
                  </a:lnTo>
                  <a:lnTo>
                    <a:pt x="1493562" y="636689"/>
                  </a:lnTo>
                  <a:lnTo>
                    <a:pt x="1493456" y="629805"/>
                  </a:lnTo>
                  <a:lnTo>
                    <a:pt x="1493397" y="625919"/>
                  </a:lnTo>
                  <a:close/>
                </a:path>
                <a:path w="1974215" h="1003934">
                  <a:moveTo>
                    <a:pt x="1468754" y="591654"/>
                  </a:moveTo>
                  <a:lnTo>
                    <a:pt x="1450212" y="606107"/>
                  </a:lnTo>
                  <a:lnTo>
                    <a:pt x="1461744" y="607745"/>
                  </a:lnTo>
                  <a:lnTo>
                    <a:pt x="1475346" y="601090"/>
                  </a:lnTo>
                  <a:lnTo>
                    <a:pt x="1488483" y="601090"/>
                  </a:lnTo>
                  <a:lnTo>
                    <a:pt x="1468754" y="591654"/>
                  </a:lnTo>
                  <a:close/>
                </a:path>
                <a:path w="1974215" h="1003934">
                  <a:moveTo>
                    <a:pt x="1536255" y="592962"/>
                  </a:moveTo>
                  <a:lnTo>
                    <a:pt x="1511033" y="594918"/>
                  </a:lnTo>
                  <a:lnTo>
                    <a:pt x="1505292" y="614514"/>
                  </a:lnTo>
                  <a:lnTo>
                    <a:pt x="1530197" y="624700"/>
                  </a:lnTo>
                  <a:lnTo>
                    <a:pt x="1514690" y="629259"/>
                  </a:lnTo>
                  <a:lnTo>
                    <a:pt x="1502651" y="630415"/>
                  </a:lnTo>
                  <a:lnTo>
                    <a:pt x="1503400" y="635241"/>
                  </a:lnTo>
                  <a:lnTo>
                    <a:pt x="1518716" y="645731"/>
                  </a:lnTo>
                  <a:lnTo>
                    <a:pt x="1542707" y="640245"/>
                  </a:lnTo>
                  <a:lnTo>
                    <a:pt x="1546237" y="622236"/>
                  </a:lnTo>
                  <a:lnTo>
                    <a:pt x="1521167" y="612317"/>
                  </a:lnTo>
                  <a:lnTo>
                    <a:pt x="1546364" y="606170"/>
                  </a:lnTo>
                  <a:lnTo>
                    <a:pt x="1545526" y="601725"/>
                  </a:lnTo>
                  <a:lnTo>
                    <a:pt x="1536255" y="592962"/>
                  </a:lnTo>
                  <a:close/>
                </a:path>
                <a:path w="1974215" h="1003934">
                  <a:moveTo>
                    <a:pt x="1568615" y="574878"/>
                  </a:moveTo>
                  <a:lnTo>
                    <a:pt x="1556537" y="574878"/>
                  </a:lnTo>
                  <a:lnTo>
                    <a:pt x="1556537" y="644702"/>
                  </a:lnTo>
                  <a:lnTo>
                    <a:pt x="1568881" y="644702"/>
                  </a:lnTo>
                  <a:lnTo>
                    <a:pt x="1568881" y="611492"/>
                  </a:lnTo>
                  <a:lnTo>
                    <a:pt x="1585976" y="603072"/>
                  </a:lnTo>
                  <a:lnTo>
                    <a:pt x="1600586" y="603072"/>
                  </a:lnTo>
                  <a:lnTo>
                    <a:pt x="1600085" y="601230"/>
                  </a:lnTo>
                  <a:lnTo>
                    <a:pt x="1569224" y="601230"/>
                  </a:lnTo>
                  <a:lnTo>
                    <a:pt x="1568615" y="574878"/>
                  </a:lnTo>
                  <a:close/>
                </a:path>
                <a:path w="1974215" h="1003934">
                  <a:moveTo>
                    <a:pt x="1600586" y="603072"/>
                  </a:moveTo>
                  <a:lnTo>
                    <a:pt x="1585976" y="603072"/>
                  </a:lnTo>
                  <a:lnTo>
                    <a:pt x="1590497" y="644702"/>
                  </a:lnTo>
                  <a:lnTo>
                    <a:pt x="1602841" y="644702"/>
                  </a:lnTo>
                  <a:lnTo>
                    <a:pt x="1602841" y="611352"/>
                  </a:lnTo>
                  <a:lnTo>
                    <a:pt x="1600586" y="603072"/>
                  </a:lnTo>
                  <a:close/>
                </a:path>
                <a:path w="1974215" h="1003934">
                  <a:moveTo>
                    <a:pt x="1580807" y="591654"/>
                  </a:moveTo>
                  <a:lnTo>
                    <a:pt x="1569224" y="601230"/>
                  </a:lnTo>
                  <a:lnTo>
                    <a:pt x="1600085" y="601230"/>
                  </a:lnTo>
                  <a:lnTo>
                    <a:pt x="1599120" y="597687"/>
                  </a:lnTo>
                  <a:lnTo>
                    <a:pt x="1580807" y="591654"/>
                  </a:lnTo>
                  <a:close/>
                </a:path>
                <a:path w="1974215" h="1003934">
                  <a:moveTo>
                    <a:pt x="1627187" y="574878"/>
                  </a:moveTo>
                  <a:lnTo>
                    <a:pt x="1614843" y="574878"/>
                  </a:lnTo>
                  <a:lnTo>
                    <a:pt x="1614843" y="644702"/>
                  </a:lnTo>
                  <a:lnTo>
                    <a:pt x="1626984" y="644702"/>
                  </a:lnTo>
                  <a:lnTo>
                    <a:pt x="1626984" y="636447"/>
                  </a:lnTo>
                  <a:lnTo>
                    <a:pt x="1659677" y="636447"/>
                  </a:lnTo>
                  <a:lnTo>
                    <a:pt x="1659798" y="635495"/>
                  </a:lnTo>
                  <a:lnTo>
                    <a:pt x="1636649" y="635495"/>
                  </a:lnTo>
                  <a:lnTo>
                    <a:pt x="1626946" y="618515"/>
                  </a:lnTo>
                  <a:lnTo>
                    <a:pt x="1626946" y="615137"/>
                  </a:lnTo>
                  <a:lnTo>
                    <a:pt x="1642008" y="601776"/>
                  </a:lnTo>
                  <a:lnTo>
                    <a:pt x="1658126" y="601776"/>
                  </a:lnTo>
                  <a:lnTo>
                    <a:pt x="1651698" y="594245"/>
                  </a:lnTo>
                  <a:lnTo>
                    <a:pt x="1633118" y="594245"/>
                  </a:lnTo>
                  <a:lnTo>
                    <a:pt x="1627187" y="574878"/>
                  </a:lnTo>
                  <a:close/>
                </a:path>
                <a:path w="1974215" h="1003934">
                  <a:moveTo>
                    <a:pt x="1659677" y="636447"/>
                  </a:moveTo>
                  <a:lnTo>
                    <a:pt x="1626984" y="636447"/>
                  </a:lnTo>
                  <a:lnTo>
                    <a:pt x="1659572" y="637273"/>
                  </a:lnTo>
                  <a:lnTo>
                    <a:pt x="1659677" y="636447"/>
                  </a:lnTo>
                  <a:close/>
                </a:path>
                <a:path w="1974215" h="1003934">
                  <a:moveTo>
                    <a:pt x="1658126" y="601776"/>
                  </a:moveTo>
                  <a:lnTo>
                    <a:pt x="1642008" y="601776"/>
                  </a:lnTo>
                  <a:lnTo>
                    <a:pt x="1651698" y="621791"/>
                  </a:lnTo>
                  <a:lnTo>
                    <a:pt x="1636649" y="635495"/>
                  </a:lnTo>
                  <a:lnTo>
                    <a:pt x="1659798" y="635495"/>
                  </a:lnTo>
                  <a:lnTo>
                    <a:pt x="1663319" y="607860"/>
                  </a:lnTo>
                  <a:lnTo>
                    <a:pt x="1658126" y="601776"/>
                  </a:lnTo>
                  <a:close/>
                </a:path>
                <a:path w="1974215" h="1003934">
                  <a:moveTo>
                    <a:pt x="1650365" y="592683"/>
                  </a:moveTo>
                  <a:lnTo>
                    <a:pt x="1633118" y="594245"/>
                  </a:lnTo>
                  <a:lnTo>
                    <a:pt x="1651698" y="594245"/>
                  </a:lnTo>
                  <a:lnTo>
                    <a:pt x="1650365" y="592683"/>
                  </a:lnTo>
                  <a:close/>
                </a:path>
                <a:path w="1974215" h="1003934">
                  <a:moveTo>
                    <a:pt x="1686953" y="592772"/>
                  </a:moveTo>
                  <a:lnTo>
                    <a:pt x="1672424" y="608571"/>
                  </a:lnTo>
                  <a:lnTo>
                    <a:pt x="1676539" y="636955"/>
                  </a:lnTo>
                  <a:lnTo>
                    <a:pt x="1696491" y="645731"/>
                  </a:lnTo>
                  <a:lnTo>
                    <a:pt x="1713547" y="640105"/>
                  </a:lnTo>
                  <a:lnTo>
                    <a:pt x="1715694" y="635838"/>
                  </a:lnTo>
                  <a:lnTo>
                    <a:pt x="1696567" y="635838"/>
                  </a:lnTo>
                  <a:lnTo>
                    <a:pt x="1691360" y="635076"/>
                  </a:lnTo>
                  <a:lnTo>
                    <a:pt x="1687601" y="605294"/>
                  </a:lnTo>
                  <a:lnTo>
                    <a:pt x="1715947" y="605294"/>
                  </a:lnTo>
                  <a:lnTo>
                    <a:pt x="1713547" y="597280"/>
                  </a:lnTo>
                  <a:lnTo>
                    <a:pt x="1686953" y="592772"/>
                  </a:lnTo>
                  <a:close/>
                </a:path>
                <a:path w="1974215" h="1003934">
                  <a:moveTo>
                    <a:pt x="1715947" y="605294"/>
                  </a:moveTo>
                  <a:lnTo>
                    <a:pt x="1687601" y="605294"/>
                  </a:lnTo>
                  <a:lnTo>
                    <a:pt x="1706765" y="607377"/>
                  </a:lnTo>
                  <a:lnTo>
                    <a:pt x="1696567" y="635838"/>
                  </a:lnTo>
                  <a:lnTo>
                    <a:pt x="1715694" y="635838"/>
                  </a:lnTo>
                  <a:lnTo>
                    <a:pt x="1721586" y="624128"/>
                  </a:lnTo>
                  <a:lnTo>
                    <a:pt x="1715947" y="605294"/>
                  </a:lnTo>
                  <a:close/>
                </a:path>
                <a:path w="1974215" h="1003934">
                  <a:moveTo>
                    <a:pt x="1768454" y="601090"/>
                  </a:moveTo>
                  <a:lnTo>
                    <a:pt x="1755317" y="601090"/>
                  </a:lnTo>
                  <a:lnTo>
                    <a:pt x="1761312" y="609180"/>
                  </a:lnTo>
                  <a:lnTo>
                    <a:pt x="1748358" y="614083"/>
                  </a:lnTo>
                  <a:lnTo>
                    <a:pt x="1729244" y="636320"/>
                  </a:lnTo>
                  <a:lnTo>
                    <a:pt x="1746008" y="645756"/>
                  </a:lnTo>
                  <a:lnTo>
                    <a:pt x="1761794" y="644702"/>
                  </a:lnTo>
                  <a:lnTo>
                    <a:pt x="1773656" y="644702"/>
                  </a:lnTo>
                  <a:lnTo>
                    <a:pt x="1773533" y="636689"/>
                  </a:lnTo>
                  <a:lnTo>
                    <a:pt x="1749209" y="636689"/>
                  </a:lnTo>
                  <a:lnTo>
                    <a:pt x="1740382" y="629805"/>
                  </a:lnTo>
                  <a:lnTo>
                    <a:pt x="1761350" y="625919"/>
                  </a:lnTo>
                  <a:lnTo>
                    <a:pt x="1773368" y="625919"/>
                  </a:lnTo>
                  <a:lnTo>
                    <a:pt x="1773187" y="614083"/>
                  </a:lnTo>
                  <a:lnTo>
                    <a:pt x="1773065" y="606107"/>
                  </a:lnTo>
                  <a:lnTo>
                    <a:pt x="1773021" y="603275"/>
                  </a:lnTo>
                  <a:lnTo>
                    <a:pt x="1768454" y="601090"/>
                  </a:lnTo>
                  <a:close/>
                </a:path>
                <a:path w="1974215" h="1003934">
                  <a:moveTo>
                    <a:pt x="1773368" y="625919"/>
                  </a:moveTo>
                  <a:lnTo>
                    <a:pt x="1761350" y="625919"/>
                  </a:lnTo>
                  <a:lnTo>
                    <a:pt x="1749209" y="636689"/>
                  </a:lnTo>
                  <a:lnTo>
                    <a:pt x="1773533" y="636689"/>
                  </a:lnTo>
                  <a:lnTo>
                    <a:pt x="1773428" y="629805"/>
                  </a:lnTo>
                  <a:lnTo>
                    <a:pt x="1773368" y="625919"/>
                  </a:lnTo>
                  <a:close/>
                </a:path>
                <a:path w="1974215" h="1003934">
                  <a:moveTo>
                    <a:pt x="1748726" y="591654"/>
                  </a:moveTo>
                  <a:lnTo>
                    <a:pt x="1730184" y="606107"/>
                  </a:lnTo>
                  <a:lnTo>
                    <a:pt x="1741716" y="607745"/>
                  </a:lnTo>
                  <a:lnTo>
                    <a:pt x="1755317" y="601090"/>
                  </a:lnTo>
                  <a:lnTo>
                    <a:pt x="1768454" y="601090"/>
                  </a:lnTo>
                  <a:lnTo>
                    <a:pt x="1748726" y="591654"/>
                  </a:lnTo>
                  <a:close/>
                </a:path>
                <a:path w="1974215" h="1003934">
                  <a:moveTo>
                    <a:pt x="1796910" y="592327"/>
                  </a:moveTo>
                  <a:lnTo>
                    <a:pt x="1784946" y="592327"/>
                  </a:lnTo>
                  <a:lnTo>
                    <a:pt x="1784946" y="644702"/>
                  </a:lnTo>
                  <a:lnTo>
                    <a:pt x="1797291" y="644702"/>
                  </a:lnTo>
                  <a:lnTo>
                    <a:pt x="1797291" y="613917"/>
                  </a:lnTo>
                  <a:lnTo>
                    <a:pt x="1807531" y="601065"/>
                  </a:lnTo>
                  <a:lnTo>
                    <a:pt x="1797456" y="601065"/>
                  </a:lnTo>
                  <a:lnTo>
                    <a:pt x="1796910" y="592327"/>
                  </a:lnTo>
                  <a:close/>
                </a:path>
                <a:path w="1974215" h="1003934">
                  <a:moveTo>
                    <a:pt x="1814817" y="591921"/>
                  </a:moveTo>
                  <a:lnTo>
                    <a:pt x="1797456" y="601065"/>
                  </a:lnTo>
                  <a:lnTo>
                    <a:pt x="1807531" y="601065"/>
                  </a:lnTo>
                  <a:lnTo>
                    <a:pt x="1814817" y="591921"/>
                  </a:lnTo>
                  <a:close/>
                </a:path>
                <a:path w="1974215" h="1003934">
                  <a:moveTo>
                    <a:pt x="1835175" y="591654"/>
                  </a:moveTo>
                  <a:lnTo>
                    <a:pt x="1818538" y="607860"/>
                  </a:lnTo>
                  <a:lnTo>
                    <a:pt x="1822297" y="637273"/>
                  </a:lnTo>
                  <a:lnTo>
                    <a:pt x="1839163" y="645617"/>
                  </a:lnTo>
                  <a:lnTo>
                    <a:pt x="1854923" y="644702"/>
                  </a:lnTo>
                  <a:lnTo>
                    <a:pt x="1867052" y="644702"/>
                  </a:lnTo>
                  <a:lnTo>
                    <a:pt x="1867052" y="635495"/>
                  </a:lnTo>
                  <a:lnTo>
                    <a:pt x="1839899" y="635495"/>
                  </a:lnTo>
                  <a:lnTo>
                    <a:pt x="1830158" y="615264"/>
                  </a:lnTo>
                  <a:lnTo>
                    <a:pt x="1845271" y="601776"/>
                  </a:lnTo>
                  <a:lnTo>
                    <a:pt x="1867052" y="601776"/>
                  </a:lnTo>
                  <a:lnTo>
                    <a:pt x="1867052" y="600989"/>
                  </a:lnTo>
                  <a:lnTo>
                    <a:pt x="1854682" y="600989"/>
                  </a:lnTo>
                  <a:lnTo>
                    <a:pt x="1835175" y="591654"/>
                  </a:lnTo>
                  <a:close/>
                </a:path>
                <a:path w="1974215" h="1003934">
                  <a:moveTo>
                    <a:pt x="1867052" y="601776"/>
                  </a:moveTo>
                  <a:lnTo>
                    <a:pt x="1845271" y="601776"/>
                  </a:lnTo>
                  <a:lnTo>
                    <a:pt x="1854923" y="621906"/>
                  </a:lnTo>
                  <a:lnTo>
                    <a:pt x="1842604" y="635495"/>
                  </a:lnTo>
                  <a:lnTo>
                    <a:pt x="1867052" y="635495"/>
                  </a:lnTo>
                  <a:lnTo>
                    <a:pt x="1867052" y="601776"/>
                  </a:lnTo>
                  <a:close/>
                </a:path>
                <a:path w="1974215" h="1003934">
                  <a:moveTo>
                    <a:pt x="1867052" y="574878"/>
                  </a:moveTo>
                  <a:lnTo>
                    <a:pt x="1854682" y="574878"/>
                  </a:lnTo>
                  <a:lnTo>
                    <a:pt x="1854682" y="600989"/>
                  </a:lnTo>
                  <a:lnTo>
                    <a:pt x="1867052" y="600989"/>
                  </a:lnTo>
                  <a:lnTo>
                    <a:pt x="1867052" y="574878"/>
                  </a:lnTo>
                  <a:close/>
                </a:path>
                <a:path w="1974215" h="1003934">
                  <a:moveTo>
                    <a:pt x="1910372" y="592962"/>
                  </a:moveTo>
                  <a:lnTo>
                    <a:pt x="1885137" y="594918"/>
                  </a:lnTo>
                  <a:lnTo>
                    <a:pt x="1879396" y="614514"/>
                  </a:lnTo>
                  <a:lnTo>
                    <a:pt x="1904301" y="624700"/>
                  </a:lnTo>
                  <a:lnTo>
                    <a:pt x="1888794" y="629259"/>
                  </a:lnTo>
                  <a:lnTo>
                    <a:pt x="1876767" y="630415"/>
                  </a:lnTo>
                  <a:lnTo>
                    <a:pt x="1877517" y="635241"/>
                  </a:lnTo>
                  <a:lnTo>
                    <a:pt x="1892820" y="645731"/>
                  </a:lnTo>
                  <a:lnTo>
                    <a:pt x="1916811" y="640245"/>
                  </a:lnTo>
                  <a:lnTo>
                    <a:pt x="1920354" y="622236"/>
                  </a:lnTo>
                  <a:lnTo>
                    <a:pt x="1895284" y="612317"/>
                  </a:lnTo>
                  <a:lnTo>
                    <a:pt x="1920468" y="606170"/>
                  </a:lnTo>
                  <a:lnTo>
                    <a:pt x="1919630" y="601725"/>
                  </a:lnTo>
                  <a:lnTo>
                    <a:pt x="1910372" y="592962"/>
                  </a:lnTo>
                  <a:close/>
                </a:path>
                <a:path w="1974215" h="1003934">
                  <a:moveTo>
                    <a:pt x="14744" y="709091"/>
                  </a:moveTo>
                  <a:lnTo>
                    <a:pt x="2489" y="726833"/>
                  </a:lnTo>
                  <a:lnTo>
                    <a:pt x="17500" y="739089"/>
                  </a:lnTo>
                  <a:lnTo>
                    <a:pt x="20269" y="739089"/>
                  </a:lnTo>
                  <a:lnTo>
                    <a:pt x="32499" y="721321"/>
                  </a:lnTo>
                  <a:lnTo>
                    <a:pt x="14744" y="709091"/>
                  </a:lnTo>
                  <a:close/>
                </a:path>
                <a:path w="1974215" h="1003934">
                  <a:moveTo>
                    <a:pt x="120026" y="751774"/>
                  </a:moveTo>
                  <a:lnTo>
                    <a:pt x="111817" y="756621"/>
                  </a:lnTo>
                  <a:lnTo>
                    <a:pt x="118198" y="764997"/>
                  </a:lnTo>
                  <a:lnTo>
                    <a:pt x="130467" y="764997"/>
                  </a:lnTo>
                  <a:lnTo>
                    <a:pt x="120026" y="751774"/>
                  </a:lnTo>
                  <a:close/>
                </a:path>
                <a:path w="1974215" h="1003934">
                  <a:moveTo>
                    <a:pt x="93941" y="688225"/>
                  </a:moveTo>
                  <a:lnTo>
                    <a:pt x="78803" y="695324"/>
                  </a:lnTo>
                  <a:lnTo>
                    <a:pt x="69367" y="710133"/>
                  </a:lnTo>
                  <a:lnTo>
                    <a:pt x="67970" y="731596"/>
                  </a:lnTo>
                  <a:lnTo>
                    <a:pt x="78803" y="752830"/>
                  </a:lnTo>
                  <a:lnTo>
                    <a:pt x="106172" y="759955"/>
                  </a:lnTo>
                  <a:lnTo>
                    <a:pt x="111817" y="756621"/>
                  </a:lnTo>
                  <a:lnTo>
                    <a:pt x="104634" y="747194"/>
                  </a:lnTo>
                  <a:lnTo>
                    <a:pt x="87083" y="743915"/>
                  </a:lnTo>
                  <a:lnTo>
                    <a:pt x="80695" y="718794"/>
                  </a:lnTo>
                  <a:lnTo>
                    <a:pt x="92913" y="700519"/>
                  </a:lnTo>
                  <a:lnTo>
                    <a:pt x="123950" y="700519"/>
                  </a:lnTo>
                  <a:lnTo>
                    <a:pt x="121297" y="695324"/>
                  </a:lnTo>
                  <a:lnTo>
                    <a:pt x="93941" y="688225"/>
                  </a:lnTo>
                  <a:close/>
                </a:path>
                <a:path w="1974215" h="1003934">
                  <a:moveTo>
                    <a:pt x="104634" y="747194"/>
                  </a:moveTo>
                  <a:lnTo>
                    <a:pt x="111817" y="756621"/>
                  </a:lnTo>
                  <a:lnTo>
                    <a:pt x="120026" y="751774"/>
                  </a:lnTo>
                  <a:lnTo>
                    <a:pt x="116789" y="747674"/>
                  </a:lnTo>
                  <a:lnTo>
                    <a:pt x="107200" y="747674"/>
                  </a:lnTo>
                  <a:lnTo>
                    <a:pt x="104634" y="747194"/>
                  </a:lnTo>
                  <a:close/>
                </a:path>
                <a:path w="1974215" h="1003934">
                  <a:moveTo>
                    <a:pt x="123950" y="700519"/>
                  </a:moveTo>
                  <a:lnTo>
                    <a:pt x="92913" y="700519"/>
                  </a:lnTo>
                  <a:lnTo>
                    <a:pt x="113029" y="704265"/>
                  </a:lnTo>
                  <a:lnTo>
                    <a:pt x="119418" y="724090"/>
                  </a:lnTo>
                  <a:lnTo>
                    <a:pt x="119418" y="729386"/>
                  </a:lnTo>
                  <a:lnTo>
                    <a:pt x="111595" y="741095"/>
                  </a:lnTo>
                  <a:lnTo>
                    <a:pt x="120026" y="751774"/>
                  </a:lnTo>
                  <a:lnTo>
                    <a:pt x="125120" y="748766"/>
                  </a:lnTo>
                  <a:lnTo>
                    <a:pt x="132143" y="724090"/>
                  </a:lnTo>
                  <a:lnTo>
                    <a:pt x="132143" y="716559"/>
                  </a:lnTo>
                  <a:lnTo>
                    <a:pt x="123950" y="700519"/>
                  </a:lnTo>
                  <a:close/>
                </a:path>
                <a:path w="1974215" h="1003934">
                  <a:moveTo>
                    <a:pt x="107213" y="735545"/>
                  </a:moveTo>
                  <a:lnTo>
                    <a:pt x="95757" y="735545"/>
                  </a:lnTo>
                  <a:lnTo>
                    <a:pt x="104634" y="747194"/>
                  </a:lnTo>
                  <a:lnTo>
                    <a:pt x="107200" y="747674"/>
                  </a:lnTo>
                  <a:lnTo>
                    <a:pt x="111595" y="741095"/>
                  </a:lnTo>
                  <a:lnTo>
                    <a:pt x="107213" y="735545"/>
                  </a:lnTo>
                  <a:close/>
                </a:path>
                <a:path w="1974215" h="1003934">
                  <a:moveTo>
                    <a:pt x="111595" y="741095"/>
                  </a:moveTo>
                  <a:lnTo>
                    <a:pt x="107200" y="747674"/>
                  </a:lnTo>
                  <a:lnTo>
                    <a:pt x="116789" y="747674"/>
                  </a:lnTo>
                  <a:lnTo>
                    <a:pt x="111595" y="741095"/>
                  </a:lnTo>
                  <a:close/>
                </a:path>
                <a:path w="1974215" h="1003934">
                  <a:moveTo>
                    <a:pt x="174980" y="689178"/>
                  </a:moveTo>
                  <a:lnTo>
                    <a:pt x="159359" y="689178"/>
                  </a:lnTo>
                  <a:lnTo>
                    <a:pt x="134785" y="759002"/>
                  </a:lnTo>
                  <a:lnTo>
                    <a:pt x="148285" y="759002"/>
                  </a:lnTo>
                  <a:lnTo>
                    <a:pt x="154061" y="741781"/>
                  </a:lnTo>
                  <a:lnTo>
                    <a:pt x="148729" y="741781"/>
                  </a:lnTo>
                  <a:lnTo>
                    <a:pt x="148729" y="731621"/>
                  </a:lnTo>
                  <a:lnTo>
                    <a:pt x="157468" y="731621"/>
                  </a:lnTo>
                  <a:lnTo>
                    <a:pt x="166903" y="703491"/>
                  </a:lnTo>
                  <a:lnTo>
                    <a:pt x="180025" y="703491"/>
                  </a:lnTo>
                  <a:lnTo>
                    <a:pt x="174980" y="689178"/>
                  </a:lnTo>
                  <a:close/>
                </a:path>
                <a:path w="1974215" h="1003934">
                  <a:moveTo>
                    <a:pt x="180025" y="703491"/>
                  </a:moveTo>
                  <a:lnTo>
                    <a:pt x="166903" y="703491"/>
                  </a:lnTo>
                  <a:lnTo>
                    <a:pt x="186093" y="759002"/>
                  </a:lnTo>
                  <a:lnTo>
                    <a:pt x="199593" y="759002"/>
                  </a:lnTo>
                  <a:lnTo>
                    <a:pt x="193522" y="741781"/>
                  </a:lnTo>
                  <a:lnTo>
                    <a:pt x="185547" y="741781"/>
                  </a:lnTo>
                  <a:lnTo>
                    <a:pt x="185547" y="731621"/>
                  </a:lnTo>
                  <a:lnTo>
                    <a:pt x="189941" y="731621"/>
                  </a:lnTo>
                  <a:lnTo>
                    <a:pt x="180025" y="703491"/>
                  </a:lnTo>
                  <a:close/>
                </a:path>
                <a:path w="1974215" h="1003934">
                  <a:moveTo>
                    <a:pt x="157468" y="731621"/>
                  </a:moveTo>
                  <a:lnTo>
                    <a:pt x="148729" y="731621"/>
                  </a:lnTo>
                  <a:lnTo>
                    <a:pt x="148729" y="741781"/>
                  </a:lnTo>
                  <a:lnTo>
                    <a:pt x="154061" y="741781"/>
                  </a:lnTo>
                  <a:lnTo>
                    <a:pt x="157468" y="731621"/>
                  </a:lnTo>
                  <a:close/>
                </a:path>
                <a:path w="1974215" h="1003934">
                  <a:moveTo>
                    <a:pt x="176627" y="731621"/>
                  </a:moveTo>
                  <a:lnTo>
                    <a:pt x="157468" y="731621"/>
                  </a:lnTo>
                  <a:lnTo>
                    <a:pt x="154061" y="741781"/>
                  </a:lnTo>
                  <a:lnTo>
                    <a:pt x="180139" y="741781"/>
                  </a:lnTo>
                  <a:lnTo>
                    <a:pt x="176627" y="731621"/>
                  </a:lnTo>
                  <a:close/>
                </a:path>
                <a:path w="1974215" h="1003934">
                  <a:moveTo>
                    <a:pt x="189941" y="731621"/>
                  </a:moveTo>
                  <a:lnTo>
                    <a:pt x="185547" y="731621"/>
                  </a:lnTo>
                  <a:lnTo>
                    <a:pt x="185547" y="741781"/>
                  </a:lnTo>
                  <a:lnTo>
                    <a:pt x="193522" y="741781"/>
                  </a:lnTo>
                  <a:lnTo>
                    <a:pt x="189941" y="731621"/>
                  </a:lnTo>
                  <a:close/>
                </a:path>
                <a:path w="1974215" h="1003934">
                  <a:moveTo>
                    <a:pt x="245630" y="694080"/>
                  </a:moveTo>
                  <a:lnTo>
                    <a:pt x="233286" y="694080"/>
                  </a:lnTo>
                  <a:lnTo>
                    <a:pt x="233273" y="748563"/>
                  </a:lnTo>
                  <a:lnTo>
                    <a:pt x="249656" y="759713"/>
                  </a:lnTo>
                  <a:lnTo>
                    <a:pt x="245630" y="694080"/>
                  </a:lnTo>
                  <a:close/>
                </a:path>
                <a:path w="1974215" h="1003934">
                  <a:moveTo>
                    <a:pt x="233283" y="706627"/>
                  </a:moveTo>
                  <a:lnTo>
                    <a:pt x="225856" y="706627"/>
                  </a:lnTo>
                  <a:lnTo>
                    <a:pt x="225856" y="716178"/>
                  </a:lnTo>
                  <a:lnTo>
                    <a:pt x="233281" y="716178"/>
                  </a:lnTo>
                  <a:lnTo>
                    <a:pt x="233283" y="706627"/>
                  </a:lnTo>
                  <a:close/>
                </a:path>
                <a:path w="1974215" h="1003934">
                  <a:moveTo>
                    <a:pt x="255968" y="706627"/>
                  </a:moveTo>
                  <a:lnTo>
                    <a:pt x="246400" y="706627"/>
                  </a:lnTo>
                  <a:lnTo>
                    <a:pt x="246986" y="716178"/>
                  </a:lnTo>
                  <a:lnTo>
                    <a:pt x="255968" y="716178"/>
                  </a:lnTo>
                  <a:lnTo>
                    <a:pt x="255968" y="706627"/>
                  </a:lnTo>
                  <a:close/>
                </a:path>
                <a:path w="1974215" h="1003934">
                  <a:moveTo>
                    <a:pt x="277787" y="707097"/>
                  </a:moveTo>
                  <a:lnTo>
                    <a:pt x="263372" y="723010"/>
                  </a:lnTo>
                  <a:lnTo>
                    <a:pt x="267461" y="751433"/>
                  </a:lnTo>
                  <a:lnTo>
                    <a:pt x="287781" y="760031"/>
                  </a:lnTo>
                  <a:lnTo>
                    <a:pt x="291858" y="760031"/>
                  </a:lnTo>
                  <a:lnTo>
                    <a:pt x="303804" y="750404"/>
                  </a:lnTo>
                  <a:lnTo>
                    <a:pt x="285267" y="750404"/>
                  </a:lnTo>
                  <a:lnTo>
                    <a:pt x="278298" y="736193"/>
                  </a:lnTo>
                  <a:lnTo>
                    <a:pt x="268147" y="736193"/>
                  </a:lnTo>
                  <a:lnTo>
                    <a:pt x="268147" y="727875"/>
                  </a:lnTo>
                  <a:lnTo>
                    <a:pt x="275066" y="727875"/>
                  </a:lnTo>
                  <a:lnTo>
                    <a:pt x="282562" y="716178"/>
                  </a:lnTo>
                  <a:lnTo>
                    <a:pt x="306525" y="716178"/>
                  </a:lnTo>
                  <a:lnTo>
                    <a:pt x="306133" y="714451"/>
                  </a:lnTo>
                  <a:lnTo>
                    <a:pt x="277787" y="707097"/>
                  </a:lnTo>
                  <a:close/>
                </a:path>
                <a:path w="1974215" h="1003934">
                  <a:moveTo>
                    <a:pt x="299034" y="743661"/>
                  </a:moveTo>
                  <a:lnTo>
                    <a:pt x="285267" y="750404"/>
                  </a:lnTo>
                  <a:lnTo>
                    <a:pt x="303804" y="750404"/>
                  </a:lnTo>
                  <a:lnTo>
                    <a:pt x="310565" y="744956"/>
                  </a:lnTo>
                  <a:lnTo>
                    <a:pt x="299034" y="743661"/>
                  </a:lnTo>
                  <a:close/>
                </a:path>
                <a:path w="1974215" h="1003934">
                  <a:moveTo>
                    <a:pt x="275066" y="727875"/>
                  </a:moveTo>
                  <a:lnTo>
                    <a:pt x="268147" y="727875"/>
                  </a:lnTo>
                  <a:lnTo>
                    <a:pt x="268147" y="736193"/>
                  </a:lnTo>
                  <a:lnTo>
                    <a:pt x="278298" y="736193"/>
                  </a:lnTo>
                  <a:lnTo>
                    <a:pt x="274586" y="728624"/>
                  </a:lnTo>
                  <a:lnTo>
                    <a:pt x="275066" y="727875"/>
                  </a:lnTo>
                  <a:close/>
                </a:path>
                <a:path w="1974215" h="1003934">
                  <a:moveTo>
                    <a:pt x="306525" y="716178"/>
                  </a:moveTo>
                  <a:lnTo>
                    <a:pt x="282562" y="716178"/>
                  </a:lnTo>
                  <a:lnTo>
                    <a:pt x="299237" y="727875"/>
                  </a:lnTo>
                  <a:lnTo>
                    <a:pt x="275066" y="727875"/>
                  </a:lnTo>
                  <a:lnTo>
                    <a:pt x="274586" y="728624"/>
                  </a:lnTo>
                  <a:lnTo>
                    <a:pt x="278298" y="736193"/>
                  </a:lnTo>
                  <a:lnTo>
                    <a:pt x="311073" y="736193"/>
                  </a:lnTo>
                  <a:lnTo>
                    <a:pt x="306525" y="716178"/>
                  </a:lnTo>
                  <a:close/>
                </a:path>
                <a:path w="1974215" h="1003934">
                  <a:moveTo>
                    <a:pt x="351675" y="707262"/>
                  </a:moveTo>
                  <a:lnTo>
                    <a:pt x="326440" y="709218"/>
                  </a:lnTo>
                  <a:lnTo>
                    <a:pt x="320700" y="728814"/>
                  </a:lnTo>
                  <a:lnTo>
                    <a:pt x="345605" y="739000"/>
                  </a:lnTo>
                  <a:lnTo>
                    <a:pt x="330111" y="743559"/>
                  </a:lnTo>
                  <a:lnTo>
                    <a:pt x="318071" y="744715"/>
                  </a:lnTo>
                  <a:lnTo>
                    <a:pt x="318820" y="749541"/>
                  </a:lnTo>
                  <a:lnTo>
                    <a:pt x="334124" y="760031"/>
                  </a:lnTo>
                  <a:lnTo>
                    <a:pt x="358114" y="754545"/>
                  </a:lnTo>
                  <a:lnTo>
                    <a:pt x="361657" y="736536"/>
                  </a:lnTo>
                  <a:lnTo>
                    <a:pt x="336588" y="726617"/>
                  </a:lnTo>
                  <a:lnTo>
                    <a:pt x="361784" y="720470"/>
                  </a:lnTo>
                  <a:lnTo>
                    <a:pt x="360933" y="716025"/>
                  </a:lnTo>
                  <a:lnTo>
                    <a:pt x="351675" y="707262"/>
                  </a:lnTo>
                  <a:close/>
                </a:path>
                <a:path w="1974215" h="1003934">
                  <a:moveTo>
                    <a:pt x="387781" y="694080"/>
                  </a:moveTo>
                  <a:lnTo>
                    <a:pt x="375437" y="694080"/>
                  </a:lnTo>
                  <a:lnTo>
                    <a:pt x="375411" y="748563"/>
                  </a:lnTo>
                  <a:lnTo>
                    <a:pt x="391795" y="759713"/>
                  </a:lnTo>
                  <a:lnTo>
                    <a:pt x="387781" y="694080"/>
                  </a:lnTo>
                  <a:close/>
                </a:path>
                <a:path w="1974215" h="1003934">
                  <a:moveTo>
                    <a:pt x="375431" y="706627"/>
                  </a:moveTo>
                  <a:lnTo>
                    <a:pt x="368007" y="706627"/>
                  </a:lnTo>
                  <a:lnTo>
                    <a:pt x="368007" y="716178"/>
                  </a:lnTo>
                  <a:lnTo>
                    <a:pt x="375427" y="716178"/>
                  </a:lnTo>
                  <a:lnTo>
                    <a:pt x="375431" y="706627"/>
                  </a:lnTo>
                  <a:close/>
                </a:path>
                <a:path w="1974215" h="1003934">
                  <a:moveTo>
                    <a:pt x="398106" y="706627"/>
                  </a:moveTo>
                  <a:lnTo>
                    <a:pt x="388549" y="706627"/>
                  </a:lnTo>
                  <a:lnTo>
                    <a:pt x="389132" y="716178"/>
                  </a:lnTo>
                  <a:lnTo>
                    <a:pt x="398106" y="716178"/>
                  </a:lnTo>
                  <a:lnTo>
                    <a:pt x="398106" y="706627"/>
                  </a:lnTo>
                  <a:close/>
                </a:path>
                <a:path w="1974215" h="1003934">
                  <a:moveTo>
                    <a:pt x="419646" y="706627"/>
                  </a:moveTo>
                  <a:lnTo>
                    <a:pt x="407301" y="706627"/>
                  </a:lnTo>
                  <a:lnTo>
                    <a:pt x="407301" y="759002"/>
                  </a:lnTo>
                  <a:lnTo>
                    <a:pt x="419646" y="759002"/>
                  </a:lnTo>
                  <a:lnTo>
                    <a:pt x="419646" y="706627"/>
                  </a:lnTo>
                  <a:close/>
                </a:path>
                <a:path w="1974215" h="1003934">
                  <a:moveTo>
                    <a:pt x="411556" y="685799"/>
                  </a:moveTo>
                  <a:lnTo>
                    <a:pt x="413511" y="699198"/>
                  </a:lnTo>
                  <a:lnTo>
                    <a:pt x="415493" y="699198"/>
                  </a:lnTo>
                  <a:lnTo>
                    <a:pt x="411556" y="685799"/>
                  </a:lnTo>
                  <a:close/>
                </a:path>
                <a:path w="1974215" h="1003934">
                  <a:moveTo>
                    <a:pt x="443014" y="706627"/>
                  </a:moveTo>
                  <a:lnTo>
                    <a:pt x="431215" y="706627"/>
                  </a:lnTo>
                  <a:lnTo>
                    <a:pt x="431215" y="759002"/>
                  </a:lnTo>
                  <a:lnTo>
                    <a:pt x="443560" y="759002"/>
                  </a:lnTo>
                  <a:lnTo>
                    <a:pt x="443560" y="725792"/>
                  </a:lnTo>
                  <a:lnTo>
                    <a:pt x="460311" y="717372"/>
                  </a:lnTo>
                  <a:lnTo>
                    <a:pt x="474927" y="717372"/>
                  </a:lnTo>
                  <a:lnTo>
                    <a:pt x="474426" y="715530"/>
                  </a:lnTo>
                  <a:lnTo>
                    <a:pt x="443623" y="715530"/>
                  </a:lnTo>
                  <a:lnTo>
                    <a:pt x="443014" y="706627"/>
                  </a:lnTo>
                  <a:close/>
                </a:path>
                <a:path w="1974215" h="1003934">
                  <a:moveTo>
                    <a:pt x="474927" y="717372"/>
                  </a:moveTo>
                  <a:lnTo>
                    <a:pt x="460311" y="717372"/>
                  </a:lnTo>
                  <a:lnTo>
                    <a:pt x="464832" y="759002"/>
                  </a:lnTo>
                  <a:lnTo>
                    <a:pt x="477177" y="759002"/>
                  </a:lnTo>
                  <a:lnTo>
                    <a:pt x="477177" y="725652"/>
                  </a:lnTo>
                  <a:lnTo>
                    <a:pt x="474927" y="717372"/>
                  </a:lnTo>
                  <a:close/>
                </a:path>
                <a:path w="1974215" h="1003934">
                  <a:moveTo>
                    <a:pt x="455333" y="705954"/>
                  </a:moveTo>
                  <a:lnTo>
                    <a:pt x="443623" y="715530"/>
                  </a:lnTo>
                  <a:lnTo>
                    <a:pt x="474426" y="715530"/>
                  </a:lnTo>
                  <a:lnTo>
                    <a:pt x="473481" y="712050"/>
                  </a:lnTo>
                  <a:lnTo>
                    <a:pt x="455333" y="705954"/>
                  </a:lnTo>
                  <a:close/>
                </a:path>
                <a:path w="1974215" h="1003934">
                  <a:moveTo>
                    <a:pt x="500392" y="706983"/>
                  </a:moveTo>
                  <a:lnTo>
                    <a:pt x="486448" y="726897"/>
                  </a:lnTo>
                  <a:lnTo>
                    <a:pt x="493839" y="753516"/>
                  </a:lnTo>
                  <a:lnTo>
                    <a:pt x="517499" y="755980"/>
                  </a:lnTo>
                  <a:lnTo>
                    <a:pt x="522566" y="766152"/>
                  </a:lnTo>
                  <a:lnTo>
                    <a:pt x="488251" y="766508"/>
                  </a:lnTo>
                  <a:lnTo>
                    <a:pt x="511378" y="779729"/>
                  </a:lnTo>
                  <a:lnTo>
                    <a:pt x="516077" y="779729"/>
                  </a:lnTo>
                  <a:lnTo>
                    <a:pt x="534885" y="768032"/>
                  </a:lnTo>
                  <a:lnTo>
                    <a:pt x="535095" y="755980"/>
                  </a:lnTo>
                  <a:lnTo>
                    <a:pt x="535138" y="753516"/>
                  </a:lnTo>
                  <a:lnTo>
                    <a:pt x="535224" y="748563"/>
                  </a:lnTo>
                  <a:lnTo>
                    <a:pt x="508774" y="748563"/>
                  </a:lnTo>
                  <a:lnTo>
                    <a:pt x="499033" y="729424"/>
                  </a:lnTo>
                  <a:lnTo>
                    <a:pt x="514134" y="716076"/>
                  </a:lnTo>
                  <a:lnTo>
                    <a:pt x="535788" y="716076"/>
                  </a:lnTo>
                  <a:lnTo>
                    <a:pt x="535802" y="715289"/>
                  </a:lnTo>
                  <a:lnTo>
                    <a:pt x="523786" y="715289"/>
                  </a:lnTo>
                  <a:lnTo>
                    <a:pt x="500392" y="706983"/>
                  </a:lnTo>
                  <a:close/>
                </a:path>
                <a:path w="1974215" h="1003934">
                  <a:moveTo>
                    <a:pt x="535788" y="716076"/>
                  </a:moveTo>
                  <a:lnTo>
                    <a:pt x="514134" y="716076"/>
                  </a:lnTo>
                  <a:lnTo>
                    <a:pt x="523786" y="735914"/>
                  </a:lnTo>
                  <a:lnTo>
                    <a:pt x="511479" y="748563"/>
                  </a:lnTo>
                  <a:lnTo>
                    <a:pt x="535224" y="748563"/>
                  </a:lnTo>
                  <a:lnTo>
                    <a:pt x="535788" y="716076"/>
                  </a:lnTo>
                  <a:close/>
                </a:path>
                <a:path w="1974215" h="1003934">
                  <a:moveTo>
                    <a:pt x="535952" y="706627"/>
                  </a:moveTo>
                  <a:lnTo>
                    <a:pt x="523786" y="706627"/>
                  </a:lnTo>
                  <a:lnTo>
                    <a:pt x="523786" y="715289"/>
                  </a:lnTo>
                  <a:lnTo>
                    <a:pt x="535802" y="715289"/>
                  </a:lnTo>
                  <a:lnTo>
                    <a:pt x="535946" y="706983"/>
                  </a:lnTo>
                  <a:lnTo>
                    <a:pt x="535952" y="706627"/>
                  </a:lnTo>
                  <a:close/>
                </a:path>
                <a:path w="1974215" h="1003934">
                  <a:moveTo>
                    <a:pt x="584171" y="716979"/>
                  </a:moveTo>
                  <a:lnTo>
                    <a:pt x="581596" y="721537"/>
                  </a:lnTo>
                  <a:lnTo>
                    <a:pt x="568947" y="747483"/>
                  </a:lnTo>
                  <a:lnTo>
                    <a:pt x="591032" y="760031"/>
                  </a:lnTo>
                  <a:lnTo>
                    <a:pt x="603986" y="757415"/>
                  </a:lnTo>
                  <a:lnTo>
                    <a:pt x="607814" y="750975"/>
                  </a:lnTo>
                  <a:lnTo>
                    <a:pt x="606737" y="749426"/>
                  </a:lnTo>
                  <a:lnTo>
                    <a:pt x="587146" y="749426"/>
                  </a:lnTo>
                  <a:lnTo>
                    <a:pt x="594975" y="732515"/>
                  </a:lnTo>
                  <a:lnTo>
                    <a:pt x="584171" y="716979"/>
                  </a:lnTo>
                  <a:close/>
                </a:path>
                <a:path w="1974215" h="1003934">
                  <a:moveTo>
                    <a:pt x="612784" y="742615"/>
                  </a:moveTo>
                  <a:lnTo>
                    <a:pt x="607814" y="750975"/>
                  </a:lnTo>
                  <a:lnTo>
                    <a:pt x="613397" y="759002"/>
                  </a:lnTo>
                  <a:lnTo>
                    <a:pt x="626770" y="759002"/>
                  </a:lnTo>
                  <a:lnTo>
                    <a:pt x="612784" y="742615"/>
                  </a:lnTo>
                  <a:close/>
                </a:path>
                <a:path w="1974215" h="1003934">
                  <a:moveTo>
                    <a:pt x="609148" y="738354"/>
                  </a:moveTo>
                  <a:lnTo>
                    <a:pt x="609053" y="738758"/>
                  </a:lnTo>
                  <a:lnTo>
                    <a:pt x="601781" y="742300"/>
                  </a:lnTo>
                  <a:lnTo>
                    <a:pt x="607814" y="750975"/>
                  </a:lnTo>
                  <a:lnTo>
                    <a:pt x="612784" y="742615"/>
                  </a:lnTo>
                  <a:lnTo>
                    <a:pt x="609148" y="738354"/>
                  </a:lnTo>
                  <a:close/>
                </a:path>
                <a:path w="1974215" h="1003934">
                  <a:moveTo>
                    <a:pt x="601781" y="742300"/>
                  </a:moveTo>
                  <a:lnTo>
                    <a:pt x="587146" y="749426"/>
                  </a:lnTo>
                  <a:lnTo>
                    <a:pt x="606737" y="749426"/>
                  </a:lnTo>
                  <a:lnTo>
                    <a:pt x="601781" y="742300"/>
                  </a:lnTo>
                  <a:close/>
                </a:path>
                <a:path w="1974215" h="1003934">
                  <a:moveTo>
                    <a:pt x="622604" y="726097"/>
                  </a:moveTo>
                  <a:lnTo>
                    <a:pt x="612000" y="726097"/>
                  </a:lnTo>
                  <a:lnTo>
                    <a:pt x="609148" y="738354"/>
                  </a:lnTo>
                  <a:lnTo>
                    <a:pt x="612784" y="742615"/>
                  </a:lnTo>
                  <a:lnTo>
                    <a:pt x="622604" y="726097"/>
                  </a:lnTo>
                  <a:close/>
                </a:path>
                <a:path w="1974215" h="1003934">
                  <a:moveTo>
                    <a:pt x="598207" y="725535"/>
                  </a:moveTo>
                  <a:lnTo>
                    <a:pt x="594975" y="732515"/>
                  </a:lnTo>
                  <a:lnTo>
                    <a:pt x="601781" y="742300"/>
                  </a:lnTo>
                  <a:lnTo>
                    <a:pt x="609053" y="738758"/>
                  </a:lnTo>
                  <a:lnTo>
                    <a:pt x="609148" y="738354"/>
                  </a:lnTo>
                  <a:lnTo>
                    <a:pt x="598207" y="725535"/>
                  </a:lnTo>
                  <a:close/>
                </a:path>
                <a:path w="1974215" h="1003934">
                  <a:moveTo>
                    <a:pt x="594639" y="698449"/>
                  </a:moveTo>
                  <a:lnTo>
                    <a:pt x="584171" y="716979"/>
                  </a:lnTo>
                  <a:lnTo>
                    <a:pt x="594975" y="732515"/>
                  </a:lnTo>
                  <a:lnTo>
                    <a:pt x="598207" y="725535"/>
                  </a:lnTo>
                  <a:lnTo>
                    <a:pt x="594004" y="720610"/>
                  </a:lnTo>
                  <a:lnTo>
                    <a:pt x="594529" y="702284"/>
                  </a:lnTo>
                  <a:lnTo>
                    <a:pt x="594639" y="698449"/>
                  </a:lnTo>
                  <a:close/>
                </a:path>
                <a:path w="1974215" h="1003934">
                  <a:moveTo>
                    <a:pt x="605247" y="698449"/>
                  </a:moveTo>
                  <a:lnTo>
                    <a:pt x="594639" y="698449"/>
                  </a:lnTo>
                  <a:lnTo>
                    <a:pt x="594108" y="716979"/>
                  </a:lnTo>
                  <a:lnTo>
                    <a:pt x="594004" y="720610"/>
                  </a:lnTo>
                  <a:lnTo>
                    <a:pt x="598207" y="725535"/>
                  </a:lnTo>
                  <a:lnTo>
                    <a:pt x="600722" y="720102"/>
                  </a:lnTo>
                  <a:lnTo>
                    <a:pt x="609993" y="701332"/>
                  </a:lnTo>
                  <a:lnTo>
                    <a:pt x="605247" y="698449"/>
                  </a:lnTo>
                  <a:close/>
                </a:path>
                <a:path w="1974215" h="1003934">
                  <a:moveTo>
                    <a:pt x="588581" y="688327"/>
                  </a:moveTo>
                  <a:lnTo>
                    <a:pt x="573951" y="702284"/>
                  </a:lnTo>
                  <a:lnTo>
                    <a:pt x="584171" y="716979"/>
                  </a:lnTo>
                  <a:lnTo>
                    <a:pt x="594639" y="698449"/>
                  </a:lnTo>
                  <a:lnTo>
                    <a:pt x="605247" y="698449"/>
                  </a:lnTo>
                  <a:lnTo>
                    <a:pt x="588581" y="688327"/>
                  </a:lnTo>
                  <a:close/>
                </a:path>
                <a:path w="1974215" h="1003934">
                  <a:moveTo>
                    <a:pt x="667537" y="706627"/>
                  </a:moveTo>
                  <a:lnTo>
                    <a:pt x="655396" y="706627"/>
                  </a:lnTo>
                  <a:lnTo>
                    <a:pt x="655396" y="778636"/>
                  </a:lnTo>
                  <a:lnTo>
                    <a:pt x="667740" y="778636"/>
                  </a:lnTo>
                  <a:lnTo>
                    <a:pt x="667740" y="750747"/>
                  </a:lnTo>
                  <a:lnTo>
                    <a:pt x="696615" y="750747"/>
                  </a:lnTo>
                  <a:lnTo>
                    <a:pt x="697575" y="749795"/>
                  </a:lnTo>
                  <a:lnTo>
                    <a:pt x="677202" y="749795"/>
                  </a:lnTo>
                  <a:lnTo>
                    <a:pt x="667499" y="732815"/>
                  </a:lnTo>
                  <a:lnTo>
                    <a:pt x="667499" y="729437"/>
                  </a:lnTo>
                  <a:lnTo>
                    <a:pt x="682561" y="716076"/>
                  </a:lnTo>
                  <a:lnTo>
                    <a:pt x="698425" y="716076"/>
                  </a:lnTo>
                  <a:lnTo>
                    <a:pt x="697433" y="711098"/>
                  </a:lnTo>
                  <a:lnTo>
                    <a:pt x="667537" y="706627"/>
                  </a:lnTo>
                  <a:close/>
                </a:path>
                <a:path w="1974215" h="1003934">
                  <a:moveTo>
                    <a:pt x="696615" y="750747"/>
                  </a:moveTo>
                  <a:lnTo>
                    <a:pt x="667740" y="750747"/>
                  </a:lnTo>
                  <a:lnTo>
                    <a:pt x="687374" y="759917"/>
                  </a:lnTo>
                  <a:lnTo>
                    <a:pt x="696615" y="750747"/>
                  </a:lnTo>
                  <a:close/>
                </a:path>
                <a:path w="1974215" h="1003934">
                  <a:moveTo>
                    <a:pt x="698425" y="716076"/>
                  </a:moveTo>
                  <a:lnTo>
                    <a:pt x="682561" y="716076"/>
                  </a:lnTo>
                  <a:lnTo>
                    <a:pt x="692251" y="736091"/>
                  </a:lnTo>
                  <a:lnTo>
                    <a:pt x="677202" y="749795"/>
                  </a:lnTo>
                  <a:lnTo>
                    <a:pt x="697575" y="749795"/>
                  </a:lnTo>
                  <a:lnTo>
                    <a:pt x="703897" y="743521"/>
                  </a:lnTo>
                  <a:lnTo>
                    <a:pt x="698425" y="716076"/>
                  </a:lnTo>
                  <a:close/>
                </a:path>
                <a:path w="1974215" h="1003934">
                  <a:moveTo>
                    <a:pt x="726617" y="706627"/>
                  </a:moveTo>
                  <a:lnTo>
                    <a:pt x="714286" y="706627"/>
                  </a:lnTo>
                  <a:lnTo>
                    <a:pt x="714286" y="759002"/>
                  </a:lnTo>
                  <a:lnTo>
                    <a:pt x="726617" y="759002"/>
                  </a:lnTo>
                  <a:lnTo>
                    <a:pt x="726617" y="706627"/>
                  </a:lnTo>
                  <a:close/>
                </a:path>
                <a:path w="1974215" h="1003934">
                  <a:moveTo>
                    <a:pt x="718527" y="685799"/>
                  </a:moveTo>
                  <a:lnTo>
                    <a:pt x="720483" y="699198"/>
                  </a:lnTo>
                  <a:lnTo>
                    <a:pt x="722464" y="699198"/>
                  </a:lnTo>
                  <a:lnTo>
                    <a:pt x="718527" y="685799"/>
                  </a:lnTo>
                  <a:close/>
                </a:path>
                <a:path w="1974215" h="1003934">
                  <a:moveTo>
                    <a:pt x="750531" y="689178"/>
                  </a:moveTo>
                  <a:lnTo>
                    <a:pt x="738187" y="689178"/>
                  </a:lnTo>
                  <a:lnTo>
                    <a:pt x="738187" y="759002"/>
                  </a:lnTo>
                  <a:lnTo>
                    <a:pt x="750531" y="759002"/>
                  </a:lnTo>
                  <a:lnTo>
                    <a:pt x="750531" y="689178"/>
                  </a:lnTo>
                  <a:close/>
                </a:path>
                <a:path w="1974215" h="1003934">
                  <a:moveTo>
                    <a:pt x="775398" y="707072"/>
                  </a:moveTo>
                  <a:lnTo>
                    <a:pt x="760869" y="722871"/>
                  </a:lnTo>
                  <a:lnTo>
                    <a:pt x="764984" y="751255"/>
                  </a:lnTo>
                  <a:lnTo>
                    <a:pt x="784948" y="760031"/>
                  </a:lnTo>
                  <a:lnTo>
                    <a:pt x="801992" y="754405"/>
                  </a:lnTo>
                  <a:lnTo>
                    <a:pt x="804139" y="750138"/>
                  </a:lnTo>
                  <a:lnTo>
                    <a:pt x="785012" y="750138"/>
                  </a:lnTo>
                  <a:lnTo>
                    <a:pt x="779805" y="749376"/>
                  </a:lnTo>
                  <a:lnTo>
                    <a:pt x="776058" y="719594"/>
                  </a:lnTo>
                  <a:lnTo>
                    <a:pt x="804391" y="719594"/>
                  </a:lnTo>
                  <a:lnTo>
                    <a:pt x="801992" y="711580"/>
                  </a:lnTo>
                  <a:lnTo>
                    <a:pt x="775398" y="707072"/>
                  </a:lnTo>
                  <a:close/>
                </a:path>
                <a:path w="1974215" h="1003934">
                  <a:moveTo>
                    <a:pt x="804391" y="719594"/>
                  </a:moveTo>
                  <a:lnTo>
                    <a:pt x="776058" y="719594"/>
                  </a:lnTo>
                  <a:lnTo>
                    <a:pt x="795223" y="721677"/>
                  </a:lnTo>
                  <a:lnTo>
                    <a:pt x="785012" y="750138"/>
                  </a:lnTo>
                  <a:lnTo>
                    <a:pt x="804139" y="750138"/>
                  </a:lnTo>
                  <a:lnTo>
                    <a:pt x="810031" y="738428"/>
                  </a:lnTo>
                  <a:lnTo>
                    <a:pt x="804391" y="719594"/>
                  </a:lnTo>
                  <a:close/>
                </a:path>
                <a:path w="1974215" h="1003934">
                  <a:moveTo>
                    <a:pt x="835202" y="694080"/>
                  </a:moveTo>
                  <a:lnTo>
                    <a:pt x="822871" y="694080"/>
                  </a:lnTo>
                  <a:lnTo>
                    <a:pt x="822845" y="748563"/>
                  </a:lnTo>
                  <a:lnTo>
                    <a:pt x="839228" y="759713"/>
                  </a:lnTo>
                  <a:lnTo>
                    <a:pt x="835202" y="694080"/>
                  </a:lnTo>
                  <a:close/>
                </a:path>
                <a:path w="1974215" h="1003934">
                  <a:moveTo>
                    <a:pt x="822865" y="706627"/>
                  </a:moveTo>
                  <a:lnTo>
                    <a:pt x="815428" y="706627"/>
                  </a:lnTo>
                  <a:lnTo>
                    <a:pt x="815428" y="716178"/>
                  </a:lnTo>
                  <a:lnTo>
                    <a:pt x="822860" y="716178"/>
                  </a:lnTo>
                  <a:lnTo>
                    <a:pt x="822865" y="706627"/>
                  </a:lnTo>
                  <a:close/>
                </a:path>
                <a:path w="1974215" h="1003934">
                  <a:moveTo>
                    <a:pt x="845540" y="706627"/>
                  </a:moveTo>
                  <a:lnTo>
                    <a:pt x="835972" y="706627"/>
                  </a:lnTo>
                  <a:lnTo>
                    <a:pt x="836558" y="716178"/>
                  </a:lnTo>
                  <a:lnTo>
                    <a:pt x="845540" y="716178"/>
                  </a:lnTo>
                  <a:lnTo>
                    <a:pt x="845540" y="706627"/>
                  </a:lnTo>
                  <a:close/>
                </a:path>
                <a:path w="1974215" h="1003934">
                  <a:moveTo>
                    <a:pt x="908710" y="707262"/>
                  </a:moveTo>
                  <a:lnTo>
                    <a:pt x="883488" y="709218"/>
                  </a:lnTo>
                  <a:lnTo>
                    <a:pt x="877747" y="728814"/>
                  </a:lnTo>
                  <a:lnTo>
                    <a:pt x="902639" y="739000"/>
                  </a:lnTo>
                  <a:lnTo>
                    <a:pt x="887145" y="743559"/>
                  </a:lnTo>
                  <a:lnTo>
                    <a:pt x="875106" y="744715"/>
                  </a:lnTo>
                  <a:lnTo>
                    <a:pt x="875855" y="749541"/>
                  </a:lnTo>
                  <a:lnTo>
                    <a:pt x="891171" y="760031"/>
                  </a:lnTo>
                  <a:lnTo>
                    <a:pt x="915161" y="754545"/>
                  </a:lnTo>
                  <a:lnTo>
                    <a:pt x="918692" y="736536"/>
                  </a:lnTo>
                  <a:lnTo>
                    <a:pt x="893622" y="726617"/>
                  </a:lnTo>
                  <a:lnTo>
                    <a:pt x="918819" y="720470"/>
                  </a:lnTo>
                  <a:lnTo>
                    <a:pt x="917981" y="716025"/>
                  </a:lnTo>
                  <a:lnTo>
                    <a:pt x="908710" y="707262"/>
                  </a:lnTo>
                  <a:close/>
                </a:path>
                <a:path w="1974215" h="1003934">
                  <a:moveTo>
                    <a:pt x="941336" y="706627"/>
                  </a:moveTo>
                  <a:lnTo>
                    <a:pt x="928992" y="706627"/>
                  </a:lnTo>
                  <a:lnTo>
                    <a:pt x="928992" y="739978"/>
                  </a:lnTo>
                  <a:lnTo>
                    <a:pt x="932687" y="753617"/>
                  </a:lnTo>
                  <a:lnTo>
                    <a:pt x="950379" y="759688"/>
                  </a:lnTo>
                  <a:lnTo>
                    <a:pt x="962202" y="749693"/>
                  </a:lnTo>
                  <a:lnTo>
                    <a:pt x="974712" y="749693"/>
                  </a:lnTo>
                  <a:lnTo>
                    <a:pt x="974712" y="747928"/>
                  </a:lnTo>
                  <a:lnTo>
                    <a:pt x="945883" y="747928"/>
                  </a:lnTo>
                  <a:lnTo>
                    <a:pt x="941336" y="706627"/>
                  </a:lnTo>
                  <a:close/>
                </a:path>
                <a:path w="1974215" h="1003934">
                  <a:moveTo>
                    <a:pt x="974712" y="749693"/>
                  </a:moveTo>
                  <a:lnTo>
                    <a:pt x="962202" y="749693"/>
                  </a:lnTo>
                  <a:lnTo>
                    <a:pt x="962748" y="759002"/>
                  </a:lnTo>
                  <a:lnTo>
                    <a:pt x="974712" y="759002"/>
                  </a:lnTo>
                  <a:lnTo>
                    <a:pt x="974712" y="749693"/>
                  </a:lnTo>
                  <a:close/>
                </a:path>
                <a:path w="1974215" h="1003934">
                  <a:moveTo>
                    <a:pt x="974712" y="706627"/>
                  </a:moveTo>
                  <a:lnTo>
                    <a:pt x="962380" y="706627"/>
                  </a:lnTo>
                  <a:lnTo>
                    <a:pt x="962380" y="739635"/>
                  </a:lnTo>
                  <a:lnTo>
                    <a:pt x="945883" y="747928"/>
                  </a:lnTo>
                  <a:lnTo>
                    <a:pt x="974712" y="747928"/>
                  </a:lnTo>
                  <a:lnTo>
                    <a:pt x="974712" y="706627"/>
                  </a:lnTo>
                  <a:close/>
                </a:path>
                <a:path w="1974215" h="1003934">
                  <a:moveTo>
                    <a:pt x="998423" y="706627"/>
                  </a:moveTo>
                  <a:lnTo>
                    <a:pt x="986281" y="706627"/>
                  </a:lnTo>
                  <a:lnTo>
                    <a:pt x="986281" y="778636"/>
                  </a:lnTo>
                  <a:lnTo>
                    <a:pt x="998626" y="778636"/>
                  </a:lnTo>
                  <a:lnTo>
                    <a:pt x="998626" y="750747"/>
                  </a:lnTo>
                  <a:lnTo>
                    <a:pt x="1027495" y="750747"/>
                  </a:lnTo>
                  <a:lnTo>
                    <a:pt x="1028456" y="749795"/>
                  </a:lnTo>
                  <a:lnTo>
                    <a:pt x="1008087" y="749795"/>
                  </a:lnTo>
                  <a:lnTo>
                    <a:pt x="998385" y="732815"/>
                  </a:lnTo>
                  <a:lnTo>
                    <a:pt x="998385" y="729437"/>
                  </a:lnTo>
                  <a:lnTo>
                    <a:pt x="1013447" y="716076"/>
                  </a:lnTo>
                  <a:lnTo>
                    <a:pt x="1029311" y="716076"/>
                  </a:lnTo>
                  <a:lnTo>
                    <a:pt x="1028319" y="711098"/>
                  </a:lnTo>
                  <a:lnTo>
                    <a:pt x="998423" y="706627"/>
                  </a:lnTo>
                  <a:close/>
                </a:path>
                <a:path w="1974215" h="1003934">
                  <a:moveTo>
                    <a:pt x="1027495" y="750747"/>
                  </a:moveTo>
                  <a:lnTo>
                    <a:pt x="998626" y="750747"/>
                  </a:lnTo>
                  <a:lnTo>
                    <a:pt x="1018247" y="759917"/>
                  </a:lnTo>
                  <a:lnTo>
                    <a:pt x="1027495" y="750747"/>
                  </a:lnTo>
                  <a:close/>
                </a:path>
                <a:path w="1974215" h="1003934">
                  <a:moveTo>
                    <a:pt x="1029311" y="716076"/>
                  </a:moveTo>
                  <a:lnTo>
                    <a:pt x="1013447" y="716076"/>
                  </a:lnTo>
                  <a:lnTo>
                    <a:pt x="1023137" y="736091"/>
                  </a:lnTo>
                  <a:lnTo>
                    <a:pt x="1008087" y="749795"/>
                  </a:lnTo>
                  <a:lnTo>
                    <a:pt x="1028456" y="749795"/>
                  </a:lnTo>
                  <a:lnTo>
                    <a:pt x="1034783" y="743521"/>
                  </a:lnTo>
                  <a:lnTo>
                    <a:pt x="1029311" y="716076"/>
                  </a:lnTo>
                  <a:close/>
                </a:path>
                <a:path w="1974215" h="1003934">
                  <a:moveTo>
                    <a:pt x="1057300" y="706627"/>
                  </a:moveTo>
                  <a:lnTo>
                    <a:pt x="1045171" y="706627"/>
                  </a:lnTo>
                  <a:lnTo>
                    <a:pt x="1045171" y="778636"/>
                  </a:lnTo>
                  <a:lnTo>
                    <a:pt x="1057503" y="778636"/>
                  </a:lnTo>
                  <a:lnTo>
                    <a:pt x="1057503" y="750747"/>
                  </a:lnTo>
                  <a:lnTo>
                    <a:pt x="1086378" y="750747"/>
                  </a:lnTo>
                  <a:lnTo>
                    <a:pt x="1087338" y="749795"/>
                  </a:lnTo>
                  <a:lnTo>
                    <a:pt x="1066965" y="749795"/>
                  </a:lnTo>
                  <a:lnTo>
                    <a:pt x="1057275" y="732815"/>
                  </a:lnTo>
                  <a:lnTo>
                    <a:pt x="1057275" y="729437"/>
                  </a:lnTo>
                  <a:lnTo>
                    <a:pt x="1072324" y="716076"/>
                  </a:lnTo>
                  <a:lnTo>
                    <a:pt x="1088199" y="716076"/>
                  </a:lnTo>
                  <a:lnTo>
                    <a:pt x="1087208" y="711098"/>
                  </a:lnTo>
                  <a:lnTo>
                    <a:pt x="1057300" y="706627"/>
                  </a:lnTo>
                  <a:close/>
                </a:path>
                <a:path w="1974215" h="1003934">
                  <a:moveTo>
                    <a:pt x="1086378" y="750747"/>
                  </a:moveTo>
                  <a:lnTo>
                    <a:pt x="1057503" y="750747"/>
                  </a:lnTo>
                  <a:lnTo>
                    <a:pt x="1077137" y="759917"/>
                  </a:lnTo>
                  <a:lnTo>
                    <a:pt x="1086378" y="750747"/>
                  </a:lnTo>
                  <a:close/>
                </a:path>
                <a:path w="1974215" h="1003934">
                  <a:moveTo>
                    <a:pt x="1088199" y="716076"/>
                  </a:moveTo>
                  <a:lnTo>
                    <a:pt x="1072324" y="716076"/>
                  </a:lnTo>
                  <a:lnTo>
                    <a:pt x="1082027" y="736091"/>
                  </a:lnTo>
                  <a:lnTo>
                    <a:pt x="1066965" y="749795"/>
                  </a:lnTo>
                  <a:lnTo>
                    <a:pt x="1087338" y="749795"/>
                  </a:lnTo>
                  <a:lnTo>
                    <a:pt x="1093660" y="743521"/>
                  </a:lnTo>
                  <a:lnTo>
                    <a:pt x="1088199" y="716076"/>
                  </a:lnTo>
                  <a:close/>
                </a:path>
                <a:path w="1974215" h="1003934">
                  <a:moveTo>
                    <a:pt x="1117346" y="707072"/>
                  </a:moveTo>
                  <a:lnTo>
                    <a:pt x="1102817" y="722871"/>
                  </a:lnTo>
                  <a:lnTo>
                    <a:pt x="1106931" y="751255"/>
                  </a:lnTo>
                  <a:lnTo>
                    <a:pt x="1126896" y="760031"/>
                  </a:lnTo>
                  <a:lnTo>
                    <a:pt x="1143939" y="754405"/>
                  </a:lnTo>
                  <a:lnTo>
                    <a:pt x="1146090" y="750138"/>
                  </a:lnTo>
                  <a:lnTo>
                    <a:pt x="1126959" y="750138"/>
                  </a:lnTo>
                  <a:lnTo>
                    <a:pt x="1121752" y="749376"/>
                  </a:lnTo>
                  <a:lnTo>
                    <a:pt x="1118006" y="719594"/>
                  </a:lnTo>
                  <a:lnTo>
                    <a:pt x="1146343" y="719594"/>
                  </a:lnTo>
                  <a:lnTo>
                    <a:pt x="1143939" y="711580"/>
                  </a:lnTo>
                  <a:lnTo>
                    <a:pt x="1117346" y="707072"/>
                  </a:lnTo>
                  <a:close/>
                </a:path>
                <a:path w="1974215" h="1003934">
                  <a:moveTo>
                    <a:pt x="1146343" y="719594"/>
                  </a:moveTo>
                  <a:lnTo>
                    <a:pt x="1118006" y="719594"/>
                  </a:lnTo>
                  <a:lnTo>
                    <a:pt x="1137170" y="721677"/>
                  </a:lnTo>
                  <a:lnTo>
                    <a:pt x="1126959" y="750138"/>
                  </a:lnTo>
                  <a:lnTo>
                    <a:pt x="1146090" y="750138"/>
                  </a:lnTo>
                  <a:lnTo>
                    <a:pt x="1151991" y="738428"/>
                  </a:lnTo>
                  <a:lnTo>
                    <a:pt x="1146343" y="719594"/>
                  </a:lnTo>
                  <a:close/>
                </a:path>
                <a:path w="1974215" h="1003934">
                  <a:moveTo>
                    <a:pt x="1173302" y="706627"/>
                  </a:moveTo>
                  <a:lnTo>
                    <a:pt x="1161338" y="706627"/>
                  </a:lnTo>
                  <a:lnTo>
                    <a:pt x="1161338" y="759002"/>
                  </a:lnTo>
                  <a:lnTo>
                    <a:pt x="1173683" y="759002"/>
                  </a:lnTo>
                  <a:lnTo>
                    <a:pt x="1173683" y="728217"/>
                  </a:lnTo>
                  <a:lnTo>
                    <a:pt x="1183923" y="715365"/>
                  </a:lnTo>
                  <a:lnTo>
                    <a:pt x="1173848" y="715365"/>
                  </a:lnTo>
                  <a:lnTo>
                    <a:pt x="1173302" y="706627"/>
                  </a:lnTo>
                  <a:close/>
                </a:path>
                <a:path w="1974215" h="1003934">
                  <a:moveTo>
                    <a:pt x="1191209" y="706221"/>
                  </a:moveTo>
                  <a:lnTo>
                    <a:pt x="1173848" y="715365"/>
                  </a:lnTo>
                  <a:lnTo>
                    <a:pt x="1183923" y="715365"/>
                  </a:lnTo>
                  <a:lnTo>
                    <a:pt x="1191209" y="706221"/>
                  </a:lnTo>
                  <a:close/>
                </a:path>
                <a:path w="1974215" h="1003934">
                  <a:moveTo>
                    <a:pt x="1216913" y="694080"/>
                  </a:moveTo>
                  <a:lnTo>
                    <a:pt x="1204569" y="694080"/>
                  </a:lnTo>
                  <a:lnTo>
                    <a:pt x="1204544" y="748563"/>
                  </a:lnTo>
                  <a:lnTo>
                    <a:pt x="1220939" y="759713"/>
                  </a:lnTo>
                  <a:lnTo>
                    <a:pt x="1216913" y="694080"/>
                  </a:lnTo>
                  <a:close/>
                </a:path>
                <a:path w="1974215" h="1003934">
                  <a:moveTo>
                    <a:pt x="1204563" y="706627"/>
                  </a:moveTo>
                  <a:lnTo>
                    <a:pt x="1197140" y="706627"/>
                  </a:lnTo>
                  <a:lnTo>
                    <a:pt x="1197140" y="716178"/>
                  </a:lnTo>
                  <a:lnTo>
                    <a:pt x="1204559" y="716178"/>
                  </a:lnTo>
                  <a:lnTo>
                    <a:pt x="1204563" y="706627"/>
                  </a:lnTo>
                  <a:close/>
                </a:path>
                <a:path w="1974215" h="1003934">
                  <a:moveTo>
                    <a:pt x="1227239" y="706627"/>
                  </a:moveTo>
                  <a:lnTo>
                    <a:pt x="1217683" y="706627"/>
                  </a:lnTo>
                  <a:lnTo>
                    <a:pt x="1218269" y="716178"/>
                  </a:lnTo>
                  <a:lnTo>
                    <a:pt x="1227239" y="716178"/>
                  </a:lnTo>
                  <a:lnTo>
                    <a:pt x="1227239" y="706627"/>
                  </a:lnTo>
                  <a:close/>
                </a:path>
                <a:path w="1974215" h="1003934">
                  <a:moveTo>
                    <a:pt x="14744" y="823391"/>
                  </a:moveTo>
                  <a:lnTo>
                    <a:pt x="2489" y="841133"/>
                  </a:lnTo>
                  <a:lnTo>
                    <a:pt x="17500" y="853389"/>
                  </a:lnTo>
                  <a:lnTo>
                    <a:pt x="20269" y="853389"/>
                  </a:lnTo>
                  <a:lnTo>
                    <a:pt x="32499" y="835621"/>
                  </a:lnTo>
                  <a:lnTo>
                    <a:pt x="14744" y="823391"/>
                  </a:lnTo>
                  <a:close/>
                </a:path>
                <a:path w="1974215" h="1003934">
                  <a:moveTo>
                    <a:pt x="69748" y="803478"/>
                  </a:moveTo>
                  <a:lnTo>
                    <a:pt x="69748" y="873302"/>
                  </a:lnTo>
                  <a:lnTo>
                    <a:pt x="82397" y="873302"/>
                  </a:lnTo>
                  <a:lnTo>
                    <a:pt x="82397" y="847737"/>
                  </a:lnTo>
                  <a:lnTo>
                    <a:pt x="77114" y="847737"/>
                  </a:lnTo>
                  <a:lnTo>
                    <a:pt x="77114" y="837234"/>
                  </a:lnTo>
                  <a:lnTo>
                    <a:pt x="82397" y="835686"/>
                  </a:lnTo>
                  <a:lnTo>
                    <a:pt x="82397" y="814044"/>
                  </a:lnTo>
                  <a:lnTo>
                    <a:pt x="114568" y="814044"/>
                  </a:lnTo>
                  <a:lnTo>
                    <a:pt x="113093" y="808139"/>
                  </a:lnTo>
                  <a:lnTo>
                    <a:pt x="69748" y="803478"/>
                  </a:lnTo>
                  <a:close/>
                </a:path>
                <a:path w="1974215" h="1003934">
                  <a:moveTo>
                    <a:pt x="107653" y="845029"/>
                  </a:moveTo>
                  <a:lnTo>
                    <a:pt x="105651" y="846848"/>
                  </a:lnTo>
                  <a:lnTo>
                    <a:pt x="94971" y="847181"/>
                  </a:lnTo>
                  <a:lnTo>
                    <a:pt x="108991" y="873302"/>
                  </a:lnTo>
                  <a:lnTo>
                    <a:pt x="123101" y="873302"/>
                  </a:lnTo>
                  <a:lnTo>
                    <a:pt x="107653" y="845029"/>
                  </a:lnTo>
                  <a:close/>
                </a:path>
                <a:path w="1974215" h="1003934">
                  <a:moveTo>
                    <a:pt x="82397" y="835686"/>
                  </a:moveTo>
                  <a:lnTo>
                    <a:pt x="77114" y="837234"/>
                  </a:lnTo>
                  <a:lnTo>
                    <a:pt x="77114" y="847737"/>
                  </a:lnTo>
                  <a:lnTo>
                    <a:pt x="82397" y="847573"/>
                  </a:lnTo>
                  <a:lnTo>
                    <a:pt x="82397" y="835686"/>
                  </a:lnTo>
                  <a:close/>
                </a:path>
                <a:path w="1974215" h="1003934">
                  <a:moveTo>
                    <a:pt x="82397" y="847573"/>
                  </a:moveTo>
                  <a:lnTo>
                    <a:pt x="77114" y="847737"/>
                  </a:lnTo>
                  <a:lnTo>
                    <a:pt x="82397" y="847737"/>
                  </a:lnTo>
                  <a:lnTo>
                    <a:pt x="82397" y="847573"/>
                  </a:lnTo>
                  <a:close/>
                </a:path>
                <a:path w="1974215" h="1003934">
                  <a:moveTo>
                    <a:pt x="114568" y="814044"/>
                  </a:moveTo>
                  <a:lnTo>
                    <a:pt x="97142" y="814044"/>
                  </a:lnTo>
                  <a:lnTo>
                    <a:pt x="107657" y="828281"/>
                  </a:lnTo>
                  <a:lnTo>
                    <a:pt x="82397" y="835686"/>
                  </a:lnTo>
                  <a:lnTo>
                    <a:pt x="82397" y="847573"/>
                  </a:lnTo>
                  <a:lnTo>
                    <a:pt x="94971" y="847181"/>
                  </a:lnTo>
                  <a:lnTo>
                    <a:pt x="92011" y="841667"/>
                  </a:lnTo>
                  <a:lnTo>
                    <a:pt x="111352" y="841667"/>
                  </a:lnTo>
                  <a:lnTo>
                    <a:pt x="119595" y="834174"/>
                  </a:lnTo>
                  <a:lnTo>
                    <a:pt x="114568" y="814044"/>
                  </a:lnTo>
                  <a:close/>
                </a:path>
                <a:path w="1974215" h="1003934">
                  <a:moveTo>
                    <a:pt x="105816" y="841667"/>
                  </a:moveTo>
                  <a:lnTo>
                    <a:pt x="92011" y="841667"/>
                  </a:lnTo>
                  <a:lnTo>
                    <a:pt x="94971" y="847181"/>
                  </a:lnTo>
                  <a:lnTo>
                    <a:pt x="105651" y="846848"/>
                  </a:lnTo>
                  <a:lnTo>
                    <a:pt x="107653" y="845029"/>
                  </a:lnTo>
                  <a:lnTo>
                    <a:pt x="105816" y="841667"/>
                  </a:lnTo>
                  <a:close/>
                </a:path>
                <a:path w="1974215" h="1003934">
                  <a:moveTo>
                    <a:pt x="111352" y="841667"/>
                  </a:moveTo>
                  <a:lnTo>
                    <a:pt x="105816" y="841667"/>
                  </a:lnTo>
                  <a:lnTo>
                    <a:pt x="107653" y="845029"/>
                  </a:lnTo>
                  <a:lnTo>
                    <a:pt x="111352" y="841667"/>
                  </a:lnTo>
                  <a:close/>
                </a:path>
                <a:path w="1974215" h="1003934">
                  <a:moveTo>
                    <a:pt x="143065" y="821372"/>
                  </a:moveTo>
                  <a:lnTo>
                    <a:pt x="128549" y="837171"/>
                  </a:lnTo>
                  <a:lnTo>
                    <a:pt x="132651" y="865555"/>
                  </a:lnTo>
                  <a:lnTo>
                    <a:pt x="152615" y="874331"/>
                  </a:lnTo>
                  <a:lnTo>
                    <a:pt x="169659" y="868705"/>
                  </a:lnTo>
                  <a:lnTo>
                    <a:pt x="171809" y="864438"/>
                  </a:lnTo>
                  <a:lnTo>
                    <a:pt x="152679" y="864438"/>
                  </a:lnTo>
                  <a:lnTo>
                    <a:pt x="147472" y="863676"/>
                  </a:lnTo>
                  <a:lnTo>
                    <a:pt x="143725" y="833894"/>
                  </a:lnTo>
                  <a:lnTo>
                    <a:pt x="172062" y="833894"/>
                  </a:lnTo>
                  <a:lnTo>
                    <a:pt x="169659" y="825880"/>
                  </a:lnTo>
                  <a:lnTo>
                    <a:pt x="143065" y="821372"/>
                  </a:lnTo>
                  <a:close/>
                </a:path>
                <a:path w="1974215" h="1003934">
                  <a:moveTo>
                    <a:pt x="172062" y="833894"/>
                  </a:moveTo>
                  <a:lnTo>
                    <a:pt x="143725" y="833894"/>
                  </a:lnTo>
                  <a:lnTo>
                    <a:pt x="162890" y="835977"/>
                  </a:lnTo>
                  <a:lnTo>
                    <a:pt x="152679" y="864438"/>
                  </a:lnTo>
                  <a:lnTo>
                    <a:pt x="171809" y="864438"/>
                  </a:lnTo>
                  <a:lnTo>
                    <a:pt x="177711" y="852728"/>
                  </a:lnTo>
                  <a:lnTo>
                    <a:pt x="172062" y="833894"/>
                  </a:lnTo>
                  <a:close/>
                </a:path>
                <a:path w="1974215" h="1003934">
                  <a:moveTo>
                    <a:pt x="199402" y="803478"/>
                  </a:moveTo>
                  <a:lnTo>
                    <a:pt x="187058" y="803478"/>
                  </a:lnTo>
                  <a:lnTo>
                    <a:pt x="187058" y="873302"/>
                  </a:lnTo>
                  <a:lnTo>
                    <a:pt x="199402" y="873302"/>
                  </a:lnTo>
                  <a:lnTo>
                    <a:pt x="199402" y="803478"/>
                  </a:lnTo>
                  <a:close/>
                </a:path>
                <a:path w="1974215" h="1003934">
                  <a:moveTo>
                    <a:pt x="223316" y="803478"/>
                  </a:moveTo>
                  <a:lnTo>
                    <a:pt x="210972" y="803478"/>
                  </a:lnTo>
                  <a:lnTo>
                    <a:pt x="210972" y="873302"/>
                  </a:lnTo>
                  <a:lnTo>
                    <a:pt x="223316" y="873302"/>
                  </a:lnTo>
                  <a:lnTo>
                    <a:pt x="223316" y="803478"/>
                  </a:lnTo>
                  <a:close/>
                </a:path>
                <a:path w="1974215" h="1003934">
                  <a:moveTo>
                    <a:pt x="248170" y="821372"/>
                  </a:moveTo>
                  <a:lnTo>
                    <a:pt x="233654" y="837171"/>
                  </a:lnTo>
                  <a:lnTo>
                    <a:pt x="237769" y="865555"/>
                  </a:lnTo>
                  <a:lnTo>
                    <a:pt x="257721" y="874331"/>
                  </a:lnTo>
                  <a:lnTo>
                    <a:pt x="274764" y="868705"/>
                  </a:lnTo>
                  <a:lnTo>
                    <a:pt x="276915" y="864438"/>
                  </a:lnTo>
                  <a:lnTo>
                    <a:pt x="257784" y="864438"/>
                  </a:lnTo>
                  <a:lnTo>
                    <a:pt x="252590" y="863676"/>
                  </a:lnTo>
                  <a:lnTo>
                    <a:pt x="248831" y="833894"/>
                  </a:lnTo>
                  <a:lnTo>
                    <a:pt x="277167" y="833894"/>
                  </a:lnTo>
                  <a:lnTo>
                    <a:pt x="274764" y="825880"/>
                  </a:lnTo>
                  <a:lnTo>
                    <a:pt x="248170" y="821372"/>
                  </a:lnTo>
                  <a:close/>
                </a:path>
                <a:path w="1974215" h="1003934">
                  <a:moveTo>
                    <a:pt x="277167" y="833894"/>
                  </a:moveTo>
                  <a:lnTo>
                    <a:pt x="248831" y="833894"/>
                  </a:lnTo>
                  <a:lnTo>
                    <a:pt x="267995" y="835977"/>
                  </a:lnTo>
                  <a:lnTo>
                    <a:pt x="257784" y="864438"/>
                  </a:lnTo>
                  <a:lnTo>
                    <a:pt x="276915" y="864438"/>
                  </a:lnTo>
                  <a:lnTo>
                    <a:pt x="282816" y="852728"/>
                  </a:lnTo>
                  <a:lnTo>
                    <a:pt x="277167" y="833894"/>
                  </a:lnTo>
                  <a:close/>
                </a:path>
                <a:path w="1974215" h="1003934">
                  <a:moveTo>
                    <a:pt x="304507" y="820927"/>
                  </a:moveTo>
                  <a:lnTo>
                    <a:pt x="292163" y="820927"/>
                  </a:lnTo>
                  <a:lnTo>
                    <a:pt x="292163" y="854278"/>
                  </a:lnTo>
                  <a:lnTo>
                    <a:pt x="295859" y="867917"/>
                  </a:lnTo>
                  <a:lnTo>
                    <a:pt x="313550" y="873988"/>
                  </a:lnTo>
                  <a:lnTo>
                    <a:pt x="325374" y="863993"/>
                  </a:lnTo>
                  <a:lnTo>
                    <a:pt x="337883" y="863993"/>
                  </a:lnTo>
                  <a:lnTo>
                    <a:pt x="337883" y="862228"/>
                  </a:lnTo>
                  <a:lnTo>
                    <a:pt x="309054" y="862228"/>
                  </a:lnTo>
                  <a:lnTo>
                    <a:pt x="304507" y="820927"/>
                  </a:lnTo>
                  <a:close/>
                </a:path>
                <a:path w="1974215" h="1003934">
                  <a:moveTo>
                    <a:pt x="337883" y="863993"/>
                  </a:moveTo>
                  <a:lnTo>
                    <a:pt x="325374" y="863993"/>
                  </a:lnTo>
                  <a:lnTo>
                    <a:pt x="325920" y="873302"/>
                  </a:lnTo>
                  <a:lnTo>
                    <a:pt x="337883" y="873302"/>
                  </a:lnTo>
                  <a:lnTo>
                    <a:pt x="337883" y="863993"/>
                  </a:lnTo>
                  <a:close/>
                </a:path>
                <a:path w="1974215" h="1003934">
                  <a:moveTo>
                    <a:pt x="337883" y="820927"/>
                  </a:moveTo>
                  <a:lnTo>
                    <a:pt x="325539" y="820927"/>
                  </a:lnTo>
                  <a:lnTo>
                    <a:pt x="325539" y="853935"/>
                  </a:lnTo>
                  <a:lnTo>
                    <a:pt x="309054" y="862228"/>
                  </a:lnTo>
                  <a:lnTo>
                    <a:pt x="337883" y="862228"/>
                  </a:lnTo>
                  <a:lnTo>
                    <a:pt x="337883" y="820927"/>
                  </a:lnTo>
                  <a:close/>
                </a:path>
                <a:path w="1974215" h="1003934">
                  <a:moveTo>
                    <a:pt x="365277" y="808380"/>
                  </a:moveTo>
                  <a:lnTo>
                    <a:pt x="352932" y="808380"/>
                  </a:lnTo>
                  <a:lnTo>
                    <a:pt x="352907" y="862863"/>
                  </a:lnTo>
                  <a:lnTo>
                    <a:pt x="369303" y="874013"/>
                  </a:lnTo>
                  <a:lnTo>
                    <a:pt x="365277" y="808380"/>
                  </a:lnTo>
                  <a:close/>
                </a:path>
                <a:path w="1974215" h="1003934">
                  <a:moveTo>
                    <a:pt x="352927" y="820927"/>
                  </a:moveTo>
                  <a:lnTo>
                    <a:pt x="345503" y="820927"/>
                  </a:lnTo>
                  <a:lnTo>
                    <a:pt x="345503" y="830478"/>
                  </a:lnTo>
                  <a:lnTo>
                    <a:pt x="352922" y="830478"/>
                  </a:lnTo>
                  <a:lnTo>
                    <a:pt x="352927" y="820927"/>
                  </a:lnTo>
                  <a:close/>
                </a:path>
                <a:path w="1974215" h="1003934">
                  <a:moveTo>
                    <a:pt x="375602" y="820927"/>
                  </a:moveTo>
                  <a:lnTo>
                    <a:pt x="366047" y="820927"/>
                  </a:lnTo>
                  <a:lnTo>
                    <a:pt x="366632" y="830478"/>
                  </a:lnTo>
                  <a:lnTo>
                    <a:pt x="375602" y="830478"/>
                  </a:lnTo>
                  <a:lnTo>
                    <a:pt x="375602" y="820927"/>
                  </a:lnTo>
                  <a:close/>
                </a:path>
                <a:path w="1974215" h="1003934">
                  <a:moveTo>
                    <a:pt x="399287" y="863752"/>
                  </a:moveTo>
                  <a:lnTo>
                    <a:pt x="388378" y="863752"/>
                  </a:lnTo>
                  <a:lnTo>
                    <a:pt x="384898" y="887082"/>
                  </a:lnTo>
                  <a:lnTo>
                    <a:pt x="392468" y="890346"/>
                  </a:lnTo>
                  <a:lnTo>
                    <a:pt x="399287" y="863752"/>
                  </a:lnTo>
                  <a:close/>
                </a:path>
                <a:path w="1974215" h="1003934">
                  <a:moveTo>
                    <a:pt x="448348" y="808380"/>
                  </a:moveTo>
                  <a:lnTo>
                    <a:pt x="436003" y="808380"/>
                  </a:lnTo>
                  <a:lnTo>
                    <a:pt x="435978" y="862863"/>
                  </a:lnTo>
                  <a:lnTo>
                    <a:pt x="452374" y="874013"/>
                  </a:lnTo>
                  <a:lnTo>
                    <a:pt x="448348" y="808380"/>
                  </a:lnTo>
                  <a:close/>
                </a:path>
                <a:path w="1974215" h="1003934">
                  <a:moveTo>
                    <a:pt x="435997" y="820927"/>
                  </a:moveTo>
                  <a:lnTo>
                    <a:pt x="428574" y="820927"/>
                  </a:lnTo>
                  <a:lnTo>
                    <a:pt x="428574" y="830478"/>
                  </a:lnTo>
                  <a:lnTo>
                    <a:pt x="435993" y="830478"/>
                  </a:lnTo>
                  <a:lnTo>
                    <a:pt x="435997" y="820927"/>
                  </a:lnTo>
                  <a:close/>
                </a:path>
                <a:path w="1974215" h="1003934">
                  <a:moveTo>
                    <a:pt x="458673" y="820927"/>
                  </a:moveTo>
                  <a:lnTo>
                    <a:pt x="449117" y="820927"/>
                  </a:lnTo>
                  <a:lnTo>
                    <a:pt x="449703" y="830478"/>
                  </a:lnTo>
                  <a:lnTo>
                    <a:pt x="458673" y="830478"/>
                  </a:lnTo>
                  <a:lnTo>
                    <a:pt x="458673" y="820927"/>
                  </a:lnTo>
                  <a:close/>
                </a:path>
                <a:path w="1974215" h="1003934">
                  <a:moveTo>
                    <a:pt x="479844" y="820927"/>
                  </a:moveTo>
                  <a:lnTo>
                    <a:pt x="467880" y="820927"/>
                  </a:lnTo>
                  <a:lnTo>
                    <a:pt x="467880" y="873302"/>
                  </a:lnTo>
                  <a:lnTo>
                    <a:pt x="480212" y="873302"/>
                  </a:lnTo>
                  <a:lnTo>
                    <a:pt x="480212" y="842517"/>
                  </a:lnTo>
                  <a:lnTo>
                    <a:pt x="490452" y="829665"/>
                  </a:lnTo>
                  <a:lnTo>
                    <a:pt x="480390" y="829665"/>
                  </a:lnTo>
                  <a:lnTo>
                    <a:pt x="479844" y="820927"/>
                  </a:lnTo>
                  <a:close/>
                </a:path>
                <a:path w="1974215" h="1003934">
                  <a:moveTo>
                    <a:pt x="497738" y="820521"/>
                  </a:moveTo>
                  <a:lnTo>
                    <a:pt x="480390" y="829665"/>
                  </a:lnTo>
                  <a:lnTo>
                    <a:pt x="490452" y="829665"/>
                  </a:lnTo>
                  <a:lnTo>
                    <a:pt x="497738" y="820521"/>
                  </a:lnTo>
                  <a:close/>
                </a:path>
                <a:path w="1974215" h="1003934">
                  <a:moveTo>
                    <a:pt x="541393" y="829690"/>
                  </a:moveTo>
                  <a:lnTo>
                    <a:pt x="528256" y="829690"/>
                  </a:lnTo>
                  <a:lnTo>
                    <a:pt x="534263" y="837780"/>
                  </a:lnTo>
                  <a:lnTo>
                    <a:pt x="521296" y="842683"/>
                  </a:lnTo>
                  <a:lnTo>
                    <a:pt x="502183" y="864920"/>
                  </a:lnTo>
                  <a:lnTo>
                    <a:pt x="518947" y="874356"/>
                  </a:lnTo>
                  <a:lnTo>
                    <a:pt x="534733" y="873302"/>
                  </a:lnTo>
                  <a:lnTo>
                    <a:pt x="546595" y="873302"/>
                  </a:lnTo>
                  <a:lnTo>
                    <a:pt x="546472" y="865289"/>
                  </a:lnTo>
                  <a:lnTo>
                    <a:pt x="522160" y="865289"/>
                  </a:lnTo>
                  <a:lnTo>
                    <a:pt x="513321" y="858405"/>
                  </a:lnTo>
                  <a:lnTo>
                    <a:pt x="534288" y="854519"/>
                  </a:lnTo>
                  <a:lnTo>
                    <a:pt x="546307" y="854519"/>
                  </a:lnTo>
                  <a:lnTo>
                    <a:pt x="546125" y="842683"/>
                  </a:lnTo>
                  <a:lnTo>
                    <a:pt x="546003" y="834707"/>
                  </a:lnTo>
                  <a:lnTo>
                    <a:pt x="545960" y="831875"/>
                  </a:lnTo>
                  <a:lnTo>
                    <a:pt x="541393" y="829690"/>
                  </a:lnTo>
                  <a:close/>
                </a:path>
                <a:path w="1974215" h="1003934">
                  <a:moveTo>
                    <a:pt x="546307" y="854519"/>
                  </a:moveTo>
                  <a:lnTo>
                    <a:pt x="534288" y="854519"/>
                  </a:lnTo>
                  <a:lnTo>
                    <a:pt x="522160" y="865289"/>
                  </a:lnTo>
                  <a:lnTo>
                    <a:pt x="546472" y="865289"/>
                  </a:lnTo>
                  <a:lnTo>
                    <a:pt x="546366" y="858405"/>
                  </a:lnTo>
                  <a:lnTo>
                    <a:pt x="546307" y="854519"/>
                  </a:lnTo>
                  <a:close/>
                </a:path>
                <a:path w="1974215" h="1003934">
                  <a:moveTo>
                    <a:pt x="521665" y="820254"/>
                  </a:moveTo>
                  <a:lnTo>
                    <a:pt x="503135" y="834707"/>
                  </a:lnTo>
                  <a:lnTo>
                    <a:pt x="514654" y="836345"/>
                  </a:lnTo>
                  <a:lnTo>
                    <a:pt x="528256" y="829690"/>
                  </a:lnTo>
                  <a:lnTo>
                    <a:pt x="541393" y="829690"/>
                  </a:lnTo>
                  <a:lnTo>
                    <a:pt x="521665" y="820254"/>
                  </a:lnTo>
                  <a:close/>
                </a:path>
                <a:path w="1974215" h="1003934">
                  <a:moveTo>
                    <a:pt x="570229" y="820927"/>
                  </a:moveTo>
                  <a:lnTo>
                    <a:pt x="557885" y="820927"/>
                  </a:lnTo>
                  <a:lnTo>
                    <a:pt x="557885" y="873302"/>
                  </a:lnTo>
                  <a:lnTo>
                    <a:pt x="570229" y="873302"/>
                  </a:lnTo>
                  <a:lnTo>
                    <a:pt x="570229" y="820927"/>
                  </a:lnTo>
                  <a:close/>
                </a:path>
                <a:path w="1974215" h="1003934">
                  <a:moveTo>
                    <a:pt x="562140" y="800099"/>
                  </a:moveTo>
                  <a:lnTo>
                    <a:pt x="564095" y="813498"/>
                  </a:lnTo>
                  <a:lnTo>
                    <a:pt x="566064" y="813498"/>
                  </a:lnTo>
                  <a:lnTo>
                    <a:pt x="562140" y="800099"/>
                  </a:lnTo>
                  <a:close/>
                </a:path>
                <a:path w="1974215" h="1003934">
                  <a:moveTo>
                    <a:pt x="593598" y="820927"/>
                  </a:moveTo>
                  <a:lnTo>
                    <a:pt x="581799" y="820927"/>
                  </a:lnTo>
                  <a:lnTo>
                    <a:pt x="581799" y="873302"/>
                  </a:lnTo>
                  <a:lnTo>
                    <a:pt x="594144" y="873302"/>
                  </a:lnTo>
                  <a:lnTo>
                    <a:pt x="594144" y="840092"/>
                  </a:lnTo>
                  <a:lnTo>
                    <a:pt x="610895" y="831672"/>
                  </a:lnTo>
                  <a:lnTo>
                    <a:pt x="625511" y="831672"/>
                  </a:lnTo>
                  <a:lnTo>
                    <a:pt x="625010" y="829830"/>
                  </a:lnTo>
                  <a:lnTo>
                    <a:pt x="594207" y="829830"/>
                  </a:lnTo>
                  <a:lnTo>
                    <a:pt x="593598" y="820927"/>
                  </a:lnTo>
                  <a:close/>
                </a:path>
                <a:path w="1974215" h="1003934">
                  <a:moveTo>
                    <a:pt x="625511" y="831672"/>
                  </a:moveTo>
                  <a:lnTo>
                    <a:pt x="610895" y="831672"/>
                  </a:lnTo>
                  <a:lnTo>
                    <a:pt x="615416" y="873302"/>
                  </a:lnTo>
                  <a:lnTo>
                    <a:pt x="627760" y="873302"/>
                  </a:lnTo>
                  <a:lnTo>
                    <a:pt x="627760" y="839952"/>
                  </a:lnTo>
                  <a:lnTo>
                    <a:pt x="625511" y="831672"/>
                  </a:lnTo>
                  <a:close/>
                </a:path>
                <a:path w="1974215" h="1003934">
                  <a:moveTo>
                    <a:pt x="605917" y="820254"/>
                  </a:moveTo>
                  <a:lnTo>
                    <a:pt x="594207" y="829830"/>
                  </a:lnTo>
                  <a:lnTo>
                    <a:pt x="625010" y="829830"/>
                  </a:lnTo>
                  <a:lnTo>
                    <a:pt x="624065" y="826350"/>
                  </a:lnTo>
                  <a:lnTo>
                    <a:pt x="605917" y="820254"/>
                  </a:lnTo>
                  <a:close/>
                </a:path>
                <a:path w="1974215" h="1003934">
                  <a:moveTo>
                    <a:pt x="651522" y="820927"/>
                  </a:moveTo>
                  <a:lnTo>
                    <a:pt x="639178" y="820927"/>
                  </a:lnTo>
                  <a:lnTo>
                    <a:pt x="639178" y="873302"/>
                  </a:lnTo>
                  <a:lnTo>
                    <a:pt x="651522" y="873302"/>
                  </a:lnTo>
                  <a:lnTo>
                    <a:pt x="651522" y="820927"/>
                  </a:lnTo>
                  <a:close/>
                </a:path>
                <a:path w="1974215" h="1003934">
                  <a:moveTo>
                    <a:pt x="643432" y="800099"/>
                  </a:moveTo>
                  <a:lnTo>
                    <a:pt x="645388" y="813498"/>
                  </a:lnTo>
                  <a:lnTo>
                    <a:pt x="647357" y="813498"/>
                  </a:lnTo>
                  <a:lnTo>
                    <a:pt x="643432" y="800099"/>
                  </a:lnTo>
                  <a:close/>
                </a:path>
                <a:path w="1974215" h="1003934">
                  <a:moveTo>
                    <a:pt x="674877" y="820927"/>
                  </a:moveTo>
                  <a:lnTo>
                    <a:pt x="663092" y="820927"/>
                  </a:lnTo>
                  <a:lnTo>
                    <a:pt x="663092" y="873302"/>
                  </a:lnTo>
                  <a:lnTo>
                    <a:pt x="675424" y="873302"/>
                  </a:lnTo>
                  <a:lnTo>
                    <a:pt x="675424" y="840092"/>
                  </a:lnTo>
                  <a:lnTo>
                    <a:pt x="692188" y="831672"/>
                  </a:lnTo>
                  <a:lnTo>
                    <a:pt x="706803" y="831672"/>
                  </a:lnTo>
                  <a:lnTo>
                    <a:pt x="706303" y="829830"/>
                  </a:lnTo>
                  <a:lnTo>
                    <a:pt x="675500" y="829830"/>
                  </a:lnTo>
                  <a:lnTo>
                    <a:pt x="674877" y="820927"/>
                  </a:lnTo>
                  <a:close/>
                </a:path>
                <a:path w="1974215" h="1003934">
                  <a:moveTo>
                    <a:pt x="706803" y="831672"/>
                  </a:moveTo>
                  <a:lnTo>
                    <a:pt x="692188" y="831672"/>
                  </a:lnTo>
                  <a:lnTo>
                    <a:pt x="696709" y="873302"/>
                  </a:lnTo>
                  <a:lnTo>
                    <a:pt x="709053" y="873302"/>
                  </a:lnTo>
                  <a:lnTo>
                    <a:pt x="709053" y="839952"/>
                  </a:lnTo>
                  <a:lnTo>
                    <a:pt x="706803" y="831672"/>
                  </a:lnTo>
                  <a:close/>
                </a:path>
                <a:path w="1974215" h="1003934">
                  <a:moveTo>
                    <a:pt x="687209" y="820254"/>
                  </a:moveTo>
                  <a:lnTo>
                    <a:pt x="675500" y="829830"/>
                  </a:lnTo>
                  <a:lnTo>
                    <a:pt x="706303" y="829830"/>
                  </a:lnTo>
                  <a:lnTo>
                    <a:pt x="705357" y="826350"/>
                  </a:lnTo>
                  <a:lnTo>
                    <a:pt x="687209" y="820254"/>
                  </a:lnTo>
                  <a:close/>
                </a:path>
                <a:path w="1974215" h="1003934">
                  <a:moveTo>
                    <a:pt x="735914" y="820254"/>
                  </a:moveTo>
                  <a:lnTo>
                    <a:pt x="719277" y="836345"/>
                  </a:lnTo>
                  <a:lnTo>
                    <a:pt x="725703" y="867816"/>
                  </a:lnTo>
                  <a:lnTo>
                    <a:pt x="749376" y="870280"/>
                  </a:lnTo>
                  <a:lnTo>
                    <a:pt x="754443" y="880452"/>
                  </a:lnTo>
                  <a:lnTo>
                    <a:pt x="720128" y="880808"/>
                  </a:lnTo>
                  <a:lnTo>
                    <a:pt x="743242" y="894029"/>
                  </a:lnTo>
                  <a:lnTo>
                    <a:pt x="747953" y="894029"/>
                  </a:lnTo>
                  <a:lnTo>
                    <a:pt x="766762" y="882332"/>
                  </a:lnTo>
                  <a:lnTo>
                    <a:pt x="766971" y="870280"/>
                  </a:lnTo>
                  <a:lnTo>
                    <a:pt x="767014" y="867816"/>
                  </a:lnTo>
                  <a:lnTo>
                    <a:pt x="767100" y="862863"/>
                  </a:lnTo>
                  <a:lnTo>
                    <a:pt x="740638" y="862863"/>
                  </a:lnTo>
                  <a:lnTo>
                    <a:pt x="730897" y="843724"/>
                  </a:lnTo>
                  <a:lnTo>
                    <a:pt x="746010" y="830376"/>
                  </a:lnTo>
                  <a:lnTo>
                    <a:pt x="767665" y="830376"/>
                  </a:lnTo>
                  <a:lnTo>
                    <a:pt x="767678" y="829589"/>
                  </a:lnTo>
                  <a:lnTo>
                    <a:pt x="755650" y="829589"/>
                  </a:lnTo>
                  <a:lnTo>
                    <a:pt x="735914" y="820254"/>
                  </a:lnTo>
                  <a:close/>
                </a:path>
                <a:path w="1974215" h="1003934">
                  <a:moveTo>
                    <a:pt x="767665" y="830376"/>
                  </a:moveTo>
                  <a:lnTo>
                    <a:pt x="746010" y="830376"/>
                  </a:lnTo>
                  <a:lnTo>
                    <a:pt x="755650" y="850214"/>
                  </a:lnTo>
                  <a:lnTo>
                    <a:pt x="743343" y="862863"/>
                  </a:lnTo>
                  <a:lnTo>
                    <a:pt x="767100" y="862863"/>
                  </a:lnTo>
                  <a:lnTo>
                    <a:pt x="767561" y="836345"/>
                  </a:lnTo>
                  <a:lnTo>
                    <a:pt x="767665" y="830376"/>
                  </a:lnTo>
                  <a:close/>
                </a:path>
                <a:path w="1974215" h="1003934">
                  <a:moveTo>
                    <a:pt x="767829" y="820927"/>
                  </a:moveTo>
                  <a:lnTo>
                    <a:pt x="755650" y="820927"/>
                  </a:lnTo>
                  <a:lnTo>
                    <a:pt x="755650" y="829589"/>
                  </a:lnTo>
                  <a:lnTo>
                    <a:pt x="767678" y="829589"/>
                  </a:lnTo>
                  <a:lnTo>
                    <a:pt x="767829" y="820927"/>
                  </a:lnTo>
                  <a:close/>
                </a:path>
                <a:path w="1974215" h="1003934">
                  <a:moveTo>
                    <a:pt x="816042" y="831271"/>
                  </a:moveTo>
                  <a:lnTo>
                    <a:pt x="813460" y="835837"/>
                  </a:lnTo>
                  <a:lnTo>
                    <a:pt x="800811" y="861783"/>
                  </a:lnTo>
                  <a:lnTo>
                    <a:pt x="822909" y="874331"/>
                  </a:lnTo>
                  <a:lnTo>
                    <a:pt x="835850" y="871715"/>
                  </a:lnTo>
                  <a:lnTo>
                    <a:pt x="839685" y="865268"/>
                  </a:lnTo>
                  <a:lnTo>
                    <a:pt x="838614" y="863726"/>
                  </a:lnTo>
                  <a:lnTo>
                    <a:pt x="819023" y="863726"/>
                  </a:lnTo>
                  <a:lnTo>
                    <a:pt x="826848" y="846809"/>
                  </a:lnTo>
                  <a:lnTo>
                    <a:pt x="816042" y="831271"/>
                  </a:lnTo>
                  <a:close/>
                </a:path>
                <a:path w="1974215" h="1003934">
                  <a:moveTo>
                    <a:pt x="844654" y="856916"/>
                  </a:moveTo>
                  <a:lnTo>
                    <a:pt x="839685" y="865268"/>
                  </a:lnTo>
                  <a:lnTo>
                    <a:pt x="845273" y="873302"/>
                  </a:lnTo>
                  <a:lnTo>
                    <a:pt x="858634" y="873302"/>
                  </a:lnTo>
                  <a:lnTo>
                    <a:pt x="844654" y="856916"/>
                  </a:lnTo>
                  <a:close/>
                </a:path>
                <a:path w="1974215" h="1003934">
                  <a:moveTo>
                    <a:pt x="841013" y="852648"/>
                  </a:moveTo>
                  <a:lnTo>
                    <a:pt x="840917" y="853058"/>
                  </a:lnTo>
                  <a:lnTo>
                    <a:pt x="833655" y="856597"/>
                  </a:lnTo>
                  <a:lnTo>
                    <a:pt x="839685" y="865268"/>
                  </a:lnTo>
                  <a:lnTo>
                    <a:pt x="844654" y="856916"/>
                  </a:lnTo>
                  <a:lnTo>
                    <a:pt x="841013" y="852648"/>
                  </a:lnTo>
                  <a:close/>
                </a:path>
                <a:path w="1974215" h="1003934">
                  <a:moveTo>
                    <a:pt x="833655" y="856597"/>
                  </a:moveTo>
                  <a:lnTo>
                    <a:pt x="819023" y="863726"/>
                  </a:lnTo>
                  <a:lnTo>
                    <a:pt x="838614" y="863726"/>
                  </a:lnTo>
                  <a:lnTo>
                    <a:pt x="833655" y="856597"/>
                  </a:lnTo>
                  <a:close/>
                </a:path>
                <a:path w="1974215" h="1003934">
                  <a:moveTo>
                    <a:pt x="854481" y="840397"/>
                  </a:moveTo>
                  <a:lnTo>
                    <a:pt x="843876" y="840397"/>
                  </a:lnTo>
                  <a:lnTo>
                    <a:pt x="841013" y="852648"/>
                  </a:lnTo>
                  <a:lnTo>
                    <a:pt x="844654" y="856916"/>
                  </a:lnTo>
                  <a:lnTo>
                    <a:pt x="854481" y="840397"/>
                  </a:lnTo>
                  <a:close/>
                </a:path>
                <a:path w="1974215" h="1003934">
                  <a:moveTo>
                    <a:pt x="830076" y="839828"/>
                  </a:moveTo>
                  <a:lnTo>
                    <a:pt x="826848" y="846809"/>
                  </a:lnTo>
                  <a:lnTo>
                    <a:pt x="833655" y="856597"/>
                  </a:lnTo>
                  <a:lnTo>
                    <a:pt x="840917" y="853058"/>
                  </a:lnTo>
                  <a:lnTo>
                    <a:pt x="841013" y="852648"/>
                  </a:lnTo>
                  <a:lnTo>
                    <a:pt x="830076" y="839828"/>
                  </a:lnTo>
                  <a:close/>
                </a:path>
                <a:path w="1974215" h="1003934">
                  <a:moveTo>
                    <a:pt x="826515" y="812749"/>
                  </a:moveTo>
                  <a:lnTo>
                    <a:pt x="816042" y="831271"/>
                  </a:lnTo>
                  <a:lnTo>
                    <a:pt x="826848" y="846809"/>
                  </a:lnTo>
                  <a:lnTo>
                    <a:pt x="830076" y="839828"/>
                  </a:lnTo>
                  <a:lnTo>
                    <a:pt x="825880" y="834910"/>
                  </a:lnTo>
                  <a:lnTo>
                    <a:pt x="826406" y="816584"/>
                  </a:lnTo>
                  <a:lnTo>
                    <a:pt x="826515" y="812749"/>
                  </a:lnTo>
                  <a:close/>
                </a:path>
                <a:path w="1974215" h="1003934">
                  <a:moveTo>
                    <a:pt x="837123" y="812749"/>
                  </a:moveTo>
                  <a:lnTo>
                    <a:pt x="826515" y="812749"/>
                  </a:lnTo>
                  <a:lnTo>
                    <a:pt x="825985" y="831271"/>
                  </a:lnTo>
                  <a:lnTo>
                    <a:pt x="825880" y="834910"/>
                  </a:lnTo>
                  <a:lnTo>
                    <a:pt x="830076" y="839828"/>
                  </a:lnTo>
                  <a:lnTo>
                    <a:pt x="832586" y="834402"/>
                  </a:lnTo>
                  <a:lnTo>
                    <a:pt x="841870" y="815632"/>
                  </a:lnTo>
                  <a:lnTo>
                    <a:pt x="837123" y="812749"/>
                  </a:lnTo>
                  <a:close/>
                </a:path>
                <a:path w="1974215" h="1003934">
                  <a:moveTo>
                    <a:pt x="820458" y="802627"/>
                  </a:moveTo>
                  <a:lnTo>
                    <a:pt x="805827" y="816584"/>
                  </a:lnTo>
                  <a:lnTo>
                    <a:pt x="816042" y="831271"/>
                  </a:lnTo>
                  <a:lnTo>
                    <a:pt x="826515" y="812749"/>
                  </a:lnTo>
                  <a:lnTo>
                    <a:pt x="837123" y="812749"/>
                  </a:lnTo>
                  <a:lnTo>
                    <a:pt x="820458" y="802627"/>
                  </a:lnTo>
                  <a:close/>
                </a:path>
                <a:path w="1974215" h="1003934">
                  <a:moveTo>
                    <a:pt x="900506" y="821397"/>
                  </a:moveTo>
                  <a:lnTo>
                    <a:pt x="886040" y="837310"/>
                  </a:lnTo>
                  <a:lnTo>
                    <a:pt x="890041" y="865416"/>
                  </a:lnTo>
                  <a:lnTo>
                    <a:pt x="910120" y="874331"/>
                  </a:lnTo>
                  <a:lnTo>
                    <a:pt x="918324" y="873531"/>
                  </a:lnTo>
                  <a:lnTo>
                    <a:pt x="925590" y="864273"/>
                  </a:lnTo>
                  <a:lnTo>
                    <a:pt x="907643" y="864273"/>
                  </a:lnTo>
                  <a:lnTo>
                    <a:pt x="898055" y="840574"/>
                  </a:lnTo>
                  <a:lnTo>
                    <a:pt x="913193" y="830211"/>
                  </a:lnTo>
                  <a:lnTo>
                    <a:pt x="928862" y="830211"/>
                  </a:lnTo>
                  <a:lnTo>
                    <a:pt x="927252" y="826338"/>
                  </a:lnTo>
                  <a:lnTo>
                    <a:pt x="900506" y="821397"/>
                  </a:lnTo>
                  <a:close/>
                </a:path>
                <a:path w="1974215" h="1003934">
                  <a:moveTo>
                    <a:pt x="932548" y="855408"/>
                  </a:moveTo>
                  <a:lnTo>
                    <a:pt x="920750" y="855408"/>
                  </a:lnTo>
                  <a:lnTo>
                    <a:pt x="907643" y="864273"/>
                  </a:lnTo>
                  <a:lnTo>
                    <a:pt x="925590" y="864273"/>
                  </a:lnTo>
                  <a:lnTo>
                    <a:pt x="932548" y="855408"/>
                  </a:lnTo>
                  <a:close/>
                </a:path>
                <a:path w="1974215" h="1003934">
                  <a:moveTo>
                    <a:pt x="928862" y="830211"/>
                  </a:moveTo>
                  <a:lnTo>
                    <a:pt x="913193" y="830211"/>
                  </a:lnTo>
                  <a:lnTo>
                    <a:pt x="920750" y="839076"/>
                  </a:lnTo>
                  <a:lnTo>
                    <a:pt x="932548" y="839076"/>
                  </a:lnTo>
                  <a:lnTo>
                    <a:pt x="928862" y="830211"/>
                  </a:lnTo>
                  <a:close/>
                </a:path>
                <a:path w="1974215" h="1003934">
                  <a:moveTo>
                    <a:pt x="953630" y="803478"/>
                  </a:moveTo>
                  <a:lnTo>
                    <a:pt x="941565" y="803478"/>
                  </a:lnTo>
                  <a:lnTo>
                    <a:pt x="941565" y="873302"/>
                  </a:lnTo>
                  <a:lnTo>
                    <a:pt x="953897" y="873302"/>
                  </a:lnTo>
                  <a:lnTo>
                    <a:pt x="953897" y="840092"/>
                  </a:lnTo>
                  <a:lnTo>
                    <a:pt x="970991" y="831672"/>
                  </a:lnTo>
                  <a:lnTo>
                    <a:pt x="985602" y="831672"/>
                  </a:lnTo>
                  <a:lnTo>
                    <a:pt x="985100" y="829830"/>
                  </a:lnTo>
                  <a:lnTo>
                    <a:pt x="954239" y="829830"/>
                  </a:lnTo>
                  <a:lnTo>
                    <a:pt x="953630" y="803478"/>
                  </a:lnTo>
                  <a:close/>
                </a:path>
                <a:path w="1974215" h="1003934">
                  <a:moveTo>
                    <a:pt x="985602" y="831672"/>
                  </a:moveTo>
                  <a:lnTo>
                    <a:pt x="970991" y="831672"/>
                  </a:lnTo>
                  <a:lnTo>
                    <a:pt x="975512" y="873302"/>
                  </a:lnTo>
                  <a:lnTo>
                    <a:pt x="987856" y="873302"/>
                  </a:lnTo>
                  <a:lnTo>
                    <a:pt x="987856" y="839952"/>
                  </a:lnTo>
                  <a:lnTo>
                    <a:pt x="985602" y="831672"/>
                  </a:lnTo>
                  <a:close/>
                </a:path>
                <a:path w="1974215" h="1003934">
                  <a:moveTo>
                    <a:pt x="965822" y="820254"/>
                  </a:moveTo>
                  <a:lnTo>
                    <a:pt x="954239" y="829830"/>
                  </a:lnTo>
                  <a:lnTo>
                    <a:pt x="985100" y="829830"/>
                  </a:lnTo>
                  <a:lnTo>
                    <a:pt x="984135" y="826287"/>
                  </a:lnTo>
                  <a:lnTo>
                    <a:pt x="965822" y="820254"/>
                  </a:lnTo>
                  <a:close/>
                </a:path>
                <a:path w="1974215" h="1003934">
                  <a:moveTo>
                    <a:pt x="1036833" y="829690"/>
                  </a:moveTo>
                  <a:lnTo>
                    <a:pt x="1023696" y="829690"/>
                  </a:lnTo>
                  <a:lnTo>
                    <a:pt x="1029690" y="837780"/>
                  </a:lnTo>
                  <a:lnTo>
                    <a:pt x="1016736" y="842683"/>
                  </a:lnTo>
                  <a:lnTo>
                    <a:pt x="997623" y="864920"/>
                  </a:lnTo>
                  <a:lnTo>
                    <a:pt x="1014387" y="874356"/>
                  </a:lnTo>
                  <a:lnTo>
                    <a:pt x="1030173" y="873302"/>
                  </a:lnTo>
                  <a:lnTo>
                    <a:pt x="1042034" y="873302"/>
                  </a:lnTo>
                  <a:lnTo>
                    <a:pt x="1041912" y="865289"/>
                  </a:lnTo>
                  <a:lnTo>
                    <a:pt x="1017587" y="865289"/>
                  </a:lnTo>
                  <a:lnTo>
                    <a:pt x="1008760" y="858405"/>
                  </a:lnTo>
                  <a:lnTo>
                    <a:pt x="1029728" y="854519"/>
                  </a:lnTo>
                  <a:lnTo>
                    <a:pt x="1041747" y="854519"/>
                  </a:lnTo>
                  <a:lnTo>
                    <a:pt x="1041565" y="842683"/>
                  </a:lnTo>
                  <a:lnTo>
                    <a:pt x="1041443" y="834707"/>
                  </a:lnTo>
                  <a:lnTo>
                    <a:pt x="1041400" y="831875"/>
                  </a:lnTo>
                  <a:lnTo>
                    <a:pt x="1036833" y="829690"/>
                  </a:lnTo>
                  <a:close/>
                </a:path>
                <a:path w="1974215" h="1003934">
                  <a:moveTo>
                    <a:pt x="1041747" y="854519"/>
                  </a:moveTo>
                  <a:lnTo>
                    <a:pt x="1029728" y="854519"/>
                  </a:lnTo>
                  <a:lnTo>
                    <a:pt x="1017587" y="865289"/>
                  </a:lnTo>
                  <a:lnTo>
                    <a:pt x="1041912" y="865289"/>
                  </a:lnTo>
                  <a:lnTo>
                    <a:pt x="1041806" y="858405"/>
                  </a:lnTo>
                  <a:lnTo>
                    <a:pt x="1041747" y="854519"/>
                  </a:lnTo>
                  <a:close/>
                </a:path>
                <a:path w="1974215" h="1003934">
                  <a:moveTo>
                    <a:pt x="1017104" y="820254"/>
                  </a:moveTo>
                  <a:lnTo>
                    <a:pt x="998562" y="834707"/>
                  </a:lnTo>
                  <a:lnTo>
                    <a:pt x="1010094" y="836345"/>
                  </a:lnTo>
                  <a:lnTo>
                    <a:pt x="1023696" y="829690"/>
                  </a:lnTo>
                  <a:lnTo>
                    <a:pt x="1036833" y="829690"/>
                  </a:lnTo>
                  <a:lnTo>
                    <a:pt x="1017104" y="820254"/>
                  </a:lnTo>
                  <a:close/>
                </a:path>
                <a:path w="1974215" h="1003934">
                  <a:moveTo>
                    <a:pt x="1065123" y="820927"/>
                  </a:moveTo>
                  <a:lnTo>
                    <a:pt x="1053325" y="820927"/>
                  </a:lnTo>
                  <a:lnTo>
                    <a:pt x="1053325" y="873302"/>
                  </a:lnTo>
                  <a:lnTo>
                    <a:pt x="1065669" y="873302"/>
                  </a:lnTo>
                  <a:lnTo>
                    <a:pt x="1065669" y="840092"/>
                  </a:lnTo>
                  <a:lnTo>
                    <a:pt x="1082421" y="831672"/>
                  </a:lnTo>
                  <a:lnTo>
                    <a:pt x="1097036" y="831672"/>
                  </a:lnTo>
                  <a:lnTo>
                    <a:pt x="1096536" y="829830"/>
                  </a:lnTo>
                  <a:lnTo>
                    <a:pt x="1065733" y="829830"/>
                  </a:lnTo>
                  <a:lnTo>
                    <a:pt x="1065123" y="820927"/>
                  </a:lnTo>
                  <a:close/>
                </a:path>
                <a:path w="1974215" h="1003934">
                  <a:moveTo>
                    <a:pt x="1097036" y="831672"/>
                  </a:moveTo>
                  <a:lnTo>
                    <a:pt x="1082421" y="831672"/>
                  </a:lnTo>
                  <a:lnTo>
                    <a:pt x="1086942" y="873302"/>
                  </a:lnTo>
                  <a:lnTo>
                    <a:pt x="1099286" y="873302"/>
                  </a:lnTo>
                  <a:lnTo>
                    <a:pt x="1099286" y="839952"/>
                  </a:lnTo>
                  <a:lnTo>
                    <a:pt x="1097036" y="831672"/>
                  </a:lnTo>
                  <a:close/>
                </a:path>
                <a:path w="1974215" h="1003934">
                  <a:moveTo>
                    <a:pt x="1077442" y="820254"/>
                  </a:moveTo>
                  <a:lnTo>
                    <a:pt x="1065733" y="829830"/>
                  </a:lnTo>
                  <a:lnTo>
                    <a:pt x="1096536" y="829830"/>
                  </a:lnTo>
                  <a:lnTo>
                    <a:pt x="1095590" y="826350"/>
                  </a:lnTo>
                  <a:lnTo>
                    <a:pt x="1077442" y="820254"/>
                  </a:lnTo>
                  <a:close/>
                </a:path>
                <a:path w="1974215" h="1003934">
                  <a:moveTo>
                    <a:pt x="1122502" y="821283"/>
                  </a:moveTo>
                  <a:lnTo>
                    <a:pt x="1108557" y="841197"/>
                  </a:lnTo>
                  <a:lnTo>
                    <a:pt x="1115949" y="867816"/>
                  </a:lnTo>
                  <a:lnTo>
                    <a:pt x="1139609" y="870280"/>
                  </a:lnTo>
                  <a:lnTo>
                    <a:pt x="1144676" y="880452"/>
                  </a:lnTo>
                  <a:lnTo>
                    <a:pt x="1110360" y="880808"/>
                  </a:lnTo>
                  <a:lnTo>
                    <a:pt x="1133475" y="894029"/>
                  </a:lnTo>
                  <a:lnTo>
                    <a:pt x="1138186" y="894029"/>
                  </a:lnTo>
                  <a:lnTo>
                    <a:pt x="1156995" y="882332"/>
                  </a:lnTo>
                  <a:lnTo>
                    <a:pt x="1157204" y="870280"/>
                  </a:lnTo>
                  <a:lnTo>
                    <a:pt x="1157247" y="867816"/>
                  </a:lnTo>
                  <a:lnTo>
                    <a:pt x="1157333" y="862863"/>
                  </a:lnTo>
                  <a:lnTo>
                    <a:pt x="1130884" y="862863"/>
                  </a:lnTo>
                  <a:lnTo>
                    <a:pt x="1121143" y="843724"/>
                  </a:lnTo>
                  <a:lnTo>
                    <a:pt x="1136243" y="830376"/>
                  </a:lnTo>
                  <a:lnTo>
                    <a:pt x="1157898" y="830376"/>
                  </a:lnTo>
                  <a:lnTo>
                    <a:pt x="1157911" y="829589"/>
                  </a:lnTo>
                  <a:lnTo>
                    <a:pt x="1145895" y="829589"/>
                  </a:lnTo>
                  <a:lnTo>
                    <a:pt x="1122502" y="821283"/>
                  </a:lnTo>
                  <a:close/>
                </a:path>
                <a:path w="1974215" h="1003934">
                  <a:moveTo>
                    <a:pt x="1157898" y="830376"/>
                  </a:moveTo>
                  <a:lnTo>
                    <a:pt x="1136243" y="830376"/>
                  </a:lnTo>
                  <a:lnTo>
                    <a:pt x="1145895" y="850214"/>
                  </a:lnTo>
                  <a:lnTo>
                    <a:pt x="1133589" y="862863"/>
                  </a:lnTo>
                  <a:lnTo>
                    <a:pt x="1157333" y="862863"/>
                  </a:lnTo>
                  <a:lnTo>
                    <a:pt x="1157898" y="830376"/>
                  </a:lnTo>
                  <a:close/>
                </a:path>
                <a:path w="1974215" h="1003934">
                  <a:moveTo>
                    <a:pt x="1158062" y="820927"/>
                  </a:moveTo>
                  <a:lnTo>
                    <a:pt x="1145895" y="820927"/>
                  </a:lnTo>
                  <a:lnTo>
                    <a:pt x="1145895" y="829589"/>
                  </a:lnTo>
                  <a:lnTo>
                    <a:pt x="1157911" y="829589"/>
                  </a:lnTo>
                  <a:lnTo>
                    <a:pt x="1158056" y="821283"/>
                  </a:lnTo>
                  <a:lnTo>
                    <a:pt x="1158062" y="820927"/>
                  </a:lnTo>
                  <a:close/>
                </a:path>
                <a:path w="1974215" h="1003934">
                  <a:moveTo>
                    <a:pt x="1182776" y="821397"/>
                  </a:moveTo>
                  <a:lnTo>
                    <a:pt x="1168361" y="837310"/>
                  </a:lnTo>
                  <a:lnTo>
                    <a:pt x="1172451" y="865733"/>
                  </a:lnTo>
                  <a:lnTo>
                    <a:pt x="1192771" y="874331"/>
                  </a:lnTo>
                  <a:lnTo>
                    <a:pt x="1196835" y="874331"/>
                  </a:lnTo>
                  <a:lnTo>
                    <a:pt x="1208781" y="864704"/>
                  </a:lnTo>
                  <a:lnTo>
                    <a:pt x="1190256" y="864704"/>
                  </a:lnTo>
                  <a:lnTo>
                    <a:pt x="1183287" y="850493"/>
                  </a:lnTo>
                  <a:lnTo>
                    <a:pt x="1173137" y="850493"/>
                  </a:lnTo>
                  <a:lnTo>
                    <a:pt x="1173137" y="842175"/>
                  </a:lnTo>
                  <a:lnTo>
                    <a:pt x="1180056" y="842175"/>
                  </a:lnTo>
                  <a:lnTo>
                    <a:pt x="1187551" y="830478"/>
                  </a:lnTo>
                  <a:lnTo>
                    <a:pt x="1211515" y="830478"/>
                  </a:lnTo>
                  <a:lnTo>
                    <a:pt x="1211122" y="828751"/>
                  </a:lnTo>
                  <a:lnTo>
                    <a:pt x="1182776" y="821397"/>
                  </a:lnTo>
                  <a:close/>
                </a:path>
                <a:path w="1974215" h="1003934">
                  <a:moveTo>
                    <a:pt x="1204023" y="857961"/>
                  </a:moveTo>
                  <a:lnTo>
                    <a:pt x="1190256" y="864704"/>
                  </a:lnTo>
                  <a:lnTo>
                    <a:pt x="1208781" y="864704"/>
                  </a:lnTo>
                  <a:lnTo>
                    <a:pt x="1215542" y="859256"/>
                  </a:lnTo>
                  <a:lnTo>
                    <a:pt x="1204023" y="857961"/>
                  </a:lnTo>
                  <a:close/>
                </a:path>
                <a:path w="1974215" h="1003934">
                  <a:moveTo>
                    <a:pt x="1180056" y="842175"/>
                  </a:moveTo>
                  <a:lnTo>
                    <a:pt x="1173137" y="842175"/>
                  </a:lnTo>
                  <a:lnTo>
                    <a:pt x="1173137" y="850493"/>
                  </a:lnTo>
                  <a:lnTo>
                    <a:pt x="1183287" y="850493"/>
                  </a:lnTo>
                  <a:lnTo>
                    <a:pt x="1179576" y="842924"/>
                  </a:lnTo>
                  <a:lnTo>
                    <a:pt x="1180056" y="842175"/>
                  </a:lnTo>
                  <a:close/>
                </a:path>
                <a:path w="1974215" h="1003934">
                  <a:moveTo>
                    <a:pt x="1211515" y="830478"/>
                  </a:moveTo>
                  <a:lnTo>
                    <a:pt x="1187551" y="830478"/>
                  </a:lnTo>
                  <a:lnTo>
                    <a:pt x="1204226" y="842175"/>
                  </a:lnTo>
                  <a:lnTo>
                    <a:pt x="1180056" y="842175"/>
                  </a:lnTo>
                  <a:lnTo>
                    <a:pt x="1179576" y="842924"/>
                  </a:lnTo>
                  <a:lnTo>
                    <a:pt x="1183287" y="850493"/>
                  </a:lnTo>
                  <a:lnTo>
                    <a:pt x="1216063" y="850493"/>
                  </a:lnTo>
                  <a:lnTo>
                    <a:pt x="1211515" y="830478"/>
                  </a:lnTo>
                  <a:close/>
                </a:path>
                <a:path w="1974215" h="1003934">
                  <a:moveTo>
                    <a:pt x="1259865" y="820927"/>
                  </a:moveTo>
                  <a:lnTo>
                    <a:pt x="1248067" y="820927"/>
                  </a:lnTo>
                  <a:lnTo>
                    <a:pt x="1248067" y="873302"/>
                  </a:lnTo>
                  <a:lnTo>
                    <a:pt x="1260411" y="873302"/>
                  </a:lnTo>
                  <a:lnTo>
                    <a:pt x="1260411" y="841463"/>
                  </a:lnTo>
                  <a:lnTo>
                    <a:pt x="1274749" y="831456"/>
                  </a:lnTo>
                  <a:lnTo>
                    <a:pt x="1321098" y="831456"/>
                  </a:lnTo>
                  <a:lnTo>
                    <a:pt x="1319921" y="829830"/>
                  </a:lnTo>
                  <a:lnTo>
                    <a:pt x="1260475" y="829830"/>
                  </a:lnTo>
                  <a:lnTo>
                    <a:pt x="1259923" y="821778"/>
                  </a:lnTo>
                  <a:lnTo>
                    <a:pt x="1259865" y="820927"/>
                  </a:lnTo>
                  <a:close/>
                </a:path>
                <a:path w="1974215" h="1003934">
                  <a:moveTo>
                    <a:pt x="1304899" y="831456"/>
                  </a:moveTo>
                  <a:lnTo>
                    <a:pt x="1274749" y="831456"/>
                  </a:lnTo>
                  <a:lnTo>
                    <a:pt x="1278826" y="873302"/>
                  </a:lnTo>
                  <a:lnTo>
                    <a:pt x="1290929" y="873302"/>
                  </a:lnTo>
                  <a:lnTo>
                    <a:pt x="1290929" y="837679"/>
                  </a:lnTo>
                  <a:lnTo>
                    <a:pt x="1304899" y="831456"/>
                  </a:lnTo>
                  <a:close/>
                </a:path>
                <a:path w="1974215" h="1003934">
                  <a:moveTo>
                    <a:pt x="1321098" y="831456"/>
                  </a:moveTo>
                  <a:lnTo>
                    <a:pt x="1305019" y="831456"/>
                  </a:lnTo>
                  <a:lnTo>
                    <a:pt x="1309331" y="873302"/>
                  </a:lnTo>
                  <a:lnTo>
                    <a:pt x="1321714" y="873302"/>
                  </a:lnTo>
                  <a:lnTo>
                    <a:pt x="1321714" y="832307"/>
                  </a:lnTo>
                  <a:lnTo>
                    <a:pt x="1321098" y="831456"/>
                  </a:lnTo>
                  <a:close/>
                </a:path>
                <a:path w="1974215" h="1003934">
                  <a:moveTo>
                    <a:pt x="1271435" y="820254"/>
                  </a:moveTo>
                  <a:lnTo>
                    <a:pt x="1260475" y="829830"/>
                  </a:lnTo>
                  <a:lnTo>
                    <a:pt x="1289634" y="829830"/>
                  </a:lnTo>
                  <a:lnTo>
                    <a:pt x="1288084" y="826871"/>
                  </a:lnTo>
                  <a:lnTo>
                    <a:pt x="1271435" y="820254"/>
                  </a:lnTo>
                  <a:close/>
                </a:path>
                <a:path w="1974215" h="1003934">
                  <a:moveTo>
                    <a:pt x="1301546" y="820254"/>
                  </a:moveTo>
                  <a:lnTo>
                    <a:pt x="1289634" y="829830"/>
                  </a:lnTo>
                  <a:lnTo>
                    <a:pt x="1319921" y="829830"/>
                  </a:lnTo>
                  <a:lnTo>
                    <a:pt x="1314094" y="821778"/>
                  </a:lnTo>
                  <a:lnTo>
                    <a:pt x="1301546" y="820254"/>
                  </a:lnTo>
                  <a:close/>
                </a:path>
                <a:path w="1974215" h="1003934">
                  <a:moveTo>
                    <a:pt x="1370627" y="829690"/>
                  </a:moveTo>
                  <a:lnTo>
                    <a:pt x="1357490" y="829690"/>
                  </a:lnTo>
                  <a:lnTo>
                    <a:pt x="1363484" y="837780"/>
                  </a:lnTo>
                  <a:lnTo>
                    <a:pt x="1350530" y="842683"/>
                  </a:lnTo>
                  <a:lnTo>
                    <a:pt x="1331417" y="864920"/>
                  </a:lnTo>
                  <a:lnTo>
                    <a:pt x="1348181" y="874356"/>
                  </a:lnTo>
                  <a:lnTo>
                    <a:pt x="1363967" y="873302"/>
                  </a:lnTo>
                  <a:lnTo>
                    <a:pt x="1375829" y="873302"/>
                  </a:lnTo>
                  <a:lnTo>
                    <a:pt x="1375706" y="865289"/>
                  </a:lnTo>
                  <a:lnTo>
                    <a:pt x="1351381" y="865289"/>
                  </a:lnTo>
                  <a:lnTo>
                    <a:pt x="1342555" y="858405"/>
                  </a:lnTo>
                  <a:lnTo>
                    <a:pt x="1363522" y="854519"/>
                  </a:lnTo>
                  <a:lnTo>
                    <a:pt x="1375541" y="854519"/>
                  </a:lnTo>
                  <a:lnTo>
                    <a:pt x="1375359" y="842683"/>
                  </a:lnTo>
                  <a:lnTo>
                    <a:pt x="1375237" y="834707"/>
                  </a:lnTo>
                  <a:lnTo>
                    <a:pt x="1375194" y="831875"/>
                  </a:lnTo>
                  <a:lnTo>
                    <a:pt x="1370627" y="829690"/>
                  </a:lnTo>
                  <a:close/>
                </a:path>
                <a:path w="1974215" h="1003934">
                  <a:moveTo>
                    <a:pt x="1375541" y="854519"/>
                  </a:moveTo>
                  <a:lnTo>
                    <a:pt x="1363522" y="854519"/>
                  </a:lnTo>
                  <a:lnTo>
                    <a:pt x="1351381" y="865289"/>
                  </a:lnTo>
                  <a:lnTo>
                    <a:pt x="1375706" y="865289"/>
                  </a:lnTo>
                  <a:lnTo>
                    <a:pt x="1375600" y="858405"/>
                  </a:lnTo>
                  <a:lnTo>
                    <a:pt x="1375541" y="854519"/>
                  </a:lnTo>
                  <a:close/>
                </a:path>
                <a:path w="1974215" h="1003934">
                  <a:moveTo>
                    <a:pt x="1350899" y="820254"/>
                  </a:moveTo>
                  <a:lnTo>
                    <a:pt x="1332356" y="834707"/>
                  </a:lnTo>
                  <a:lnTo>
                    <a:pt x="1343888" y="836345"/>
                  </a:lnTo>
                  <a:lnTo>
                    <a:pt x="1357490" y="829690"/>
                  </a:lnTo>
                  <a:lnTo>
                    <a:pt x="1370627" y="829690"/>
                  </a:lnTo>
                  <a:lnTo>
                    <a:pt x="1350899" y="820254"/>
                  </a:lnTo>
                  <a:close/>
                </a:path>
                <a:path w="1974215" h="1003934">
                  <a:moveTo>
                    <a:pt x="1398917" y="820927"/>
                  </a:moveTo>
                  <a:lnTo>
                    <a:pt x="1387119" y="820927"/>
                  </a:lnTo>
                  <a:lnTo>
                    <a:pt x="1387119" y="873302"/>
                  </a:lnTo>
                  <a:lnTo>
                    <a:pt x="1399463" y="873302"/>
                  </a:lnTo>
                  <a:lnTo>
                    <a:pt x="1399463" y="840092"/>
                  </a:lnTo>
                  <a:lnTo>
                    <a:pt x="1416215" y="831672"/>
                  </a:lnTo>
                  <a:lnTo>
                    <a:pt x="1430830" y="831672"/>
                  </a:lnTo>
                  <a:lnTo>
                    <a:pt x="1430330" y="829830"/>
                  </a:lnTo>
                  <a:lnTo>
                    <a:pt x="1399527" y="829830"/>
                  </a:lnTo>
                  <a:lnTo>
                    <a:pt x="1398917" y="820927"/>
                  </a:lnTo>
                  <a:close/>
                </a:path>
                <a:path w="1974215" h="1003934">
                  <a:moveTo>
                    <a:pt x="1430830" y="831672"/>
                  </a:moveTo>
                  <a:lnTo>
                    <a:pt x="1416215" y="831672"/>
                  </a:lnTo>
                  <a:lnTo>
                    <a:pt x="1420736" y="873302"/>
                  </a:lnTo>
                  <a:lnTo>
                    <a:pt x="1433080" y="873302"/>
                  </a:lnTo>
                  <a:lnTo>
                    <a:pt x="1433080" y="839952"/>
                  </a:lnTo>
                  <a:lnTo>
                    <a:pt x="1430830" y="831672"/>
                  </a:lnTo>
                  <a:close/>
                </a:path>
                <a:path w="1974215" h="1003934">
                  <a:moveTo>
                    <a:pt x="1411236" y="820254"/>
                  </a:moveTo>
                  <a:lnTo>
                    <a:pt x="1399527" y="829830"/>
                  </a:lnTo>
                  <a:lnTo>
                    <a:pt x="1430330" y="829830"/>
                  </a:lnTo>
                  <a:lnTo>
                    <a:pt x="1429384" y="826350"/>
                  </a:lnTo>
                  <a:lnTo>
                    <a:pt x="1411236" y="820254"/>
                  </a:lnTo>
                  <a:close/>
                </a:path>
                <a:path w="1974215" h="1003934">
                  <a:moveTo>
                    <a:pt x="1482016" y="829690"/>
                  </a:moveTo>
                  <a:lnTo>
                    <a:pt x="1468869" y="829690"/>
                  </a:lnTo>
                  <a:lnTo>
                    <a:pt x="1474876" y="837780"/>
                  </a:lnTo>
                  <a:lnTo>
                    <a:pt x="1461922" y="842683"/>
                  </a:lnTo>
                  <a:lnTo>
                    <a:pt x="1442808" y="864920"/>
                  </a:lnTo>
                  <a:lnTo>
                    <a:pt x="1459572" y="874356"/>
                  </a:lnTo>
                  <a:lnTo>
                    <a:pt x="1475358" y="873302"/>
                  </a:lnTo>
                  <a:lnTo>
                    <a:pt x="1487220" y="873302"/>
                  </a:lnTo>
                  <a:lnTo>
                    <a:pt x="1487097" y="865289"/>
                  </a:lnTo>
                  <a:lnTo>
                    <a:pt x="1462773" y="865289"/>
                  </a:lnTo>
                  <a:lnTo>
                    <a:pt x="1453946" y="858405"/>
                  </a:lnTo>
                  <a:lnTo>
                    <a:pt x="1474914" y="854519"/>
                  </a:lnTo>
                  <a:lnTo>
                    <a:pt x="1486932" y="854519"/>
                  </a:lnTo>
                  <a:lnTo>
                    <a:pt x="1486751" y="842683"/>
                  </a:lnTo>
                  <a:lnTo>
                    <a:pt x="1486629" y="834707"/>
                  </a:lnTo>
                  <a:lnTo>
                    <a:pt x="1486585" y="831875"/>
                  </a:lnTo>
                  <a:lnTo>
                    <a:pt x="1482016" y="829690"/>
                  </a:lnTo>
                  <a:close/>
                </a:path>
                <a:path w="1974215" h="1003934">
                  <a:moveTo>
                    <a:pt x="1486932" y="854519"/>
                  </a:moveTo>
                  <a:lnTo>
                    <a:pt x="1474914" y="854519"/>
                  </a:lnTo>
                  <a:lnTo>
                    <a:pt x="1462773" y="865289"/>
                  </a:lnTo>
                  <a:lnTo>
                    <a:pt x="1487097" y="865289"/>
                  </a:lnTo>
                  <a:lnTo>
                    <a:pt x="1486992" y="858405"/>
                  </a:lnTo>
                  <a:lnTo>
                    <a:pt x="1486932" y="854519"/>
                  </a:lnTo>
                  <a:close/>
                </a:path>
                <a:path w="1974215" h="1003934">
                  <a:moveTo>
                    <a:pt x="1462277" y="820254"/>
                  </a:moveTo>
                  <a:lnTo>
                    <a:pt x="1443748" y="834707"/>
                  </a:lnTo>
                  <a:lnTo>
                    <a:pt x="1455267" y="836345"/>
                  </a:lnTo>
                  <a:lnTo>
                    <a:pt x="1468869" y="829690"/>
                  </a:lnTo>
                  <a:lnTo>
                    <a:pt x="1482016" y="829690"/>
                  </a:lnTo>
                  <a:lnTo>
                    <a:pt x="1462277" y="820254"/>
                  </a:lnTo>
                  <a:close/>
                </a:path>
                <a:path w="1974215" h="1003934">
                  <a:moveTo>
                    <a:pt x="1510296" y="821283"/>
                  </a:moveTo>
                  <a:lnTo>
                    <a:pt x="1496352" y="841197"/>
                  </a:lnTo>
                  <a:lnTo>
                    <a:pt x="1503743" y="867816"/>
                  </a:lnTo>
                  <a:lnTo>
                    <a:pt x="1527403" y="870280"/>
                  </a:lnTo>
                  <a:lnTo>
                    <a:pt x="1532470" y="880452"/>
                  </a:lnTo>
                  <a:lnTo>
                    <a:pt x="1498168" y="880808"/>
                  </a:lnTo>
                  <a:lnTo>
                    <a:pt x="1521282" y="894029"/>
                  </a:lnTo>
                  <a:lnTo>
                    <a:pt x="1525981" y="894029"/>
                  </a:lnTo>
                  <a:lnTo>
                    <a:pt x="1544789" y="882332"/>
                  </a:lnTo>
                  <a:lnTo>
                    <a:pt x="1544999" y="870280"/>
                  </a:lnTo>
                  <a:lnTo>
                    <a:pt x="1545042" y="867816"/>
                  </a:lnTo>
                  <a:lnTo>
                    <a:pt x="1545128" y="862863"/>
                  </a:lnTo>
                  <a:lnTo>
                    <a:pt x="1518678" y="862863"/>
                  </a:lnTo>
                  <a:lnTo>
                    <a:pt x="1508937" y="843724"/>
                  </a:lnTo>
                  <a:lnTo>
                    <a:pt x="1524038" y="830376"/>
                  </a:lnTo>
                  <a:lnTo>
                    <a:pt x="1545692" y="830376"/>
                  </a:lnTo>
                  <a:lnTo>
                    <a:pt x="1545706" y="829589"/>
                  </a:lnTo>
                  <a:lnTo>
                    <a:pt x="1533690" y="829589"/>
                  </a:lnTo>
                  <a:lnTo>
                    <a:pt x="1510296" y="821283"/>
                  </a:lnTo>
                  <a:close/>
                </a:path>
                <a:path w="1974215" h="1003934">
                  <a:moveTo>
                    <a:pt x="1545692" y="830376"/>
                  </a:moveTo>
                  <a:lnTo>
                    <a:pt x="1524038" y="830376"/>
                  </a:lnTo>
                  <a:lnTo>
                    <a:pt x="1533690" y="850214"/>
                  </a:lnTo>
                  <a:lnTo>
                    <a:pt x="1521383" y="862863"/>
                  </a:lnTo>
                  <a:lnTo>
                    <a:pt x="1545128" y="862863"/>
                  </a:lnTo>
                  <a:lnTo>
                    <a:pt x="1545692" y="830376"/>
                  </a:lnTo>
                  <a:close/>
                </a:path>
                <a:path w="1974215" h="1003934">
                  <a:moveTo>
                    <a:pt x="1545856" y="820927"/>
                  </a:moveTo>
                  <a:lnTo>
                    <a:pt x="1533690" y="820927"/>
                  </a:lnTo>
                  <a:lnTo>
                    <a:pt x="1533690" y="829589"/>
                  </a:lnTo>
                  <a:lnTo>
                    <a:pt x="1545706" y="829589"/>
                  </a:lnTo>
                  <a:lnTo>
                    <a:pt x="1545850" y="821283"/>
                  </a:lnTo>
                  <a:lnTo>
                    <a:pt x="1545856" y="820927"/>
                  </a:lnTo>
                  <a:close/>
                </a:path>
                <a:path w="1974215" h="1003934">
                  <a:moveTo>
                    <a:pt x="1570570" y="821397"/>
                  </a:moveTo>
                  <a:lnTo>
                    <a:pt x="1556156" y="837310"/>
                  </a:lnTo>
                  <a:lnTo>
                    <a:pt x="1560245" y="865733"/>
                  </a:lnTo>
                  <a:lnTo>
                    <a:pt x="1580565" y="874331"/>
                  </a:lnTo>
                  <a:lnTo>
                    <a:pt x="1584642" y="874331"/>
                  </a:lnTo>
                  <a:lnTo>
                    <a:pt x="1596588" y="864704"/>
                  </a:lnTo>
                  <a:lnTo>
                    <a:pt x="1578063" y="864704"/>
                  </a:lnTo>
                  <a:lnTo>
                    <a:pt x="1571086" y="850493"/>
                  </a:lnTo>
                  <a:lnTo>
                    <a:pt x="1560931" y="850493"/>
                  </a:lnTo>
                  <a:lnTo>
                    <a:pt x="1560931" y="842175"/>
                  </a:lnTo>
                  <a:lnTo>
                    <a:pt x="1567851" y="842175"/>
                  </a:lnTo>
                  <a:lnTo>
                    <a:pt x="1575358" y="830478"/>
                  </a:lnTo>
                  <a:lnTo>
                    <a:pt x="1599321" y="830478"/>
                  </a:lnTo>
                  <a:lnTo>
                    <a:pt x="1598929" y="828751"/>
                  </a:lnTo>
                  <a:lnTo>
                    <a:pt x="1570570" y="821397"/>
                  </a:lnTo>
                  <a:close/>
                </a:path>
                <a:path w="1974215" h="1003934">
                  <a:moveTo>
                    <a:pt x="1591817" y="857961"/>
                  </a:moveTo>
                  <a:lnTo>
                    <a:pt x="1578063" y="864704"/>
                  </a:lnTo>
                  <a:lnTo>
                    <a:pt x="1596588" y="864704"/>
                  </a:lnTo>
                  <a:lnTo>
                    <a:pt x="1603349" y="859256"/>
                  </a:lnTo>
                  <a:lnTo>
                    <a:pt x="1591817" y="857961"/>
                  </a:lnTo>
                  <a:close/>
                </a:path>
                <a:path w="1974215" h="1003934">
                  <a:moveTo>
                    <a:pt x="1567851" y="842175"/>
                  </a:moveTo>
                  <a:lnTo>
                    <a:pt x="1560931" y="842175"/>
                  </a:lnTo>
                  <a:lnTo>
                    <a:pt x="1560931" y="850493"/>
                  </a:lnTo>
                  <a:lnTo>
                    <a:pt x="1571086" y="850493"/>
                  </a:lnTo>
                  <a:lnTo>
                    <a:pt x="1567370" y="842924"/>
                  </a:lnTo>
                  <a:lnTo>
                    <a:pt x="1567851" y="842175"/>
                  </a:lnTo>
                  <a:close/>
                </a:path>
                <a:path w="1974215" h="1003934">
                  <a:moveTo>
                    <a:pt x="1599321" y="830478"/>
                  </a:moveTo>
                  <a:lnTo>
                    <a:pt x="1575358" y="830478"/>
                  </a:lnTo>
                  <a:lnTo>
                    <a:pt x="1592021" y="842175"/>
                  </a:lnTo>
                  <a:lnTo>
                    <a:pt x="1567851" y="842175"/>
                  </a:lnTo>
                  <a:lnTo>
                    <a:pt x="1567370" y="842924"/>
                  </a:lnTo>
                  <a:lnTo>
                    <a:pt x="1571086" y="850493"/>
                  </a:lnTo>
                  <a:lnTo>
                    <a:pt x="1603857" y="850493"/>
                  </a:lnTo>
                  <a:lnTo>
                    <a:pt x="1599321" y="830478"/>
                  </a:lnTo>
                  <a:close/>
                </a:path>
                <a:path w="1974215" h="1003934">
                  <a:moveTo>
                    <a:pt x="1624977" y="820927"/>
                  </a:moveTo>
                  <a:lnTo>
                    <a:pt x="1613179" y="820927"/>
                  </a:lnTo>
                  <a:lnTo>
                    <a:pt x="1613179" y="873302"/>
                  </a:lnTo>
                  <a:lnTo>
                    <a:pt x="1625511" y="873302"/>
                  </a:lnTo>
                  <a:lnTo>
                    <a:pt x="1625511" y="841463"/>
                  </a:lnTo>
                  <a:lnTo>
                    <a:pt x="1639862" y="831456"/>
                  </a:lnTo>
                  <a:lnTo>
                    <a:pt x="1686210" y="831456"/>
                  </a:lnTo>
                  <a:lnTo>
                    <a:pt x="1685034" y="829830"/>
                  </a:lnTo>
                  <a:lnTo>
                    <a:pt x="1625587" y="829830"/>
                  </a:lnTo>
                  <a:lnTo>
                    <a:pt x="1625035" y="821778"/>
                  </a:lnTo>
                  <a:lnTo>
                    <a:pt x="1624977" y="820927"/>
                  </a:lnTo>
                  <a:close/>
                </a:path>
                <a:path w="1974215" h="1003934">
                  <a:moveTo>
                    <a:pt x="1670012" y="831456"/>
                  </a:moveTo>
                  <a:lnTo>
                    <a:pt x="1639862" y="831456"/>
                  </a:lnTo>
                  <a:lnTo>
                    <a:pt x="1643926" y="873302"/>
                  </a:lnTo>
                  <a:lnTo>
                    <a:pt x="1656029" y="873302"/>
                  </a:lnTo>
                  <a:lnTo>
                    <a:pt x="1656029" y="837679"/>
                  </a:lnTo>
                  <a:lnTo>
                    <a:pt x="1670012" y="831456"/>
                  </a:lnTo>
                  <a:close/>
                </a:path>
                <a:path w="1974215" h="1003934">
                  <a:moveTo>
                    <a:pt x="1686210" y="831456"/>
                  </a:moveTo>
                  <a:lnTo>
                    <a:pt x="1670131" y="831456"/>
                  </a:lnTo>
                  <a:lnTo>
                    <a:pt x="1674444" y="873302"/>
                  </a:lnTo>
                  <a:lnTo>
                    <a:pt x="1686826" y="873302"/>
                  </a:lnTo>
                  <a:lnTo>
                    <a:pt x="1686826" y="832307"/>
                  </a:lnTo>
                  <a:lnTo>
                    <a:pt x="1686210" y="831456"/>
                  </a:lnTo>
                  <a:close/>
                </a:path>
                <a:path w="1974215" h="1003934">
                  <a:moveTo>
                    <a:pt x="1636547" y="820254"/>
                  </a:moveTo>
                  <a:lnTo>
                    <a:pt x="1625587" y="829830"/>
                  </a:lnTo>
                  <a:lnTo>
                    <a:pt x="1654733" y="829830"/>
                  </a:lnTo>
                  <a:lnTo>
                    <a:pt x="1653197" y="826871"/>
                  </a:lnTo>
                  <a:lnTo>
                    <a:pt x="1636547" y="820254"/>
                  </a:lnTo>
                  <a:close/>
                </a:path>
                <a:path w="1974215" h="1003934">
                  <a:moveTo>
                    <a:pt x="1666659" y="820254"/>
                  </a:moveTo>
                  <a:lnTo>
                    <a:pt x="1654733" y="829830"/>
                  </a:lnTo>
                  <a:lnTo>
                    <a:pt x="1685034" y="829830"/>
                  </a:lnTo>
                  <a:lnTo>
                    <a:pt x="1679206" y="821778"/>
                  </a:lnTo>
                  <a:lnTo>
                    <a:pt x="1666659" y="820254"/>
                  </a:lnTo>
                  <a:close/>
                </a:path>
                <a:path w="1974215" h="1003934">
                  <a:moveTo>
                    <a:pt x="1711401" y="821397"/>
                  </a:moveTo>
                  <a:lnTo>
                    <a:pt x="1696986" y="837310"/>
                  </a:lnTo>
                  <a:lnTo>
                    <a:pt x="1701076" y="865733"/>
                  </a:lnTo>
                  <a:lnTo>
                    <a:pt x="1721396" y="874331"/>
                  </a:lnTo>
                  <a:lnTo>
                    <a:pt x="1725472" y="874331"/>
                  </a:lnTo>
                  <a:lnTo>
                    <a:pt x="1737418" y="864704"/>
                  </a:lnTo>
                  <a:lnTo>
                    <a:pt x="1718894" y="864704"/>
                  </a:lnTo>
                  <a:lnTo>
                    <a:pt x="1711916" y="850493"/>
                  </a:lnTo>
                  <a:lnTo>
                    <a:pt x="1701761" y="850493"/>
                  </a:lnTo>
                  <a:lnTo>
                    <a:pt x="1701761" y="842175"/>
                  </a:lnTo>
                  <a:lnTo>
                    <a:pt x="1708681" y="842175"/>
                  </a:lnTo>
                  <a:lnTo>
                    <a:pt x="1716189" y="830478"/>
                  </a:lnTo>
                  <a:lnTo>
                    <a:pt x="1740151" y="830478"/>
                  </a:lnTo>
                  <a:lnTo>
                    <a:pt x="1739760" y="828751"/>
                  </a:lnTo>
                  <a:lnTo>
                    <a:pt x="1711401" y="821397"/>
                  </a:lnTo>
                  <a:close/>
                </a:path>
                <a:path w="1974215" h="1003934">
                  <a:moveTo>
                    <a:pt x="1732648" y="857961"/>
                  </a:moveTo>
                  <a:lnTo>
                    <a:pt x="1718894" y="864704"/>
                  </a:lnTo>
                  <a:lnTo>
                    <a:pt x="1737418" y="864704"/>
                  </a:lnTo>
                  <a:lnTo>
                    <a:pt x="1744179" y="859256"/>
                  </a:lnTo>
                  <a:lnTo>
                    <a:pt x="1732648" y="857961"/>
                  </a:lnTo>
                  <a:close/>
                </a:path>
                <a:path w="1974215" h="1003934">
                  <a:moveTo>
                    <a:pt x="1708681" y="842175"/>
                  </a:moveTo>
                  <a:lnTo>
                    <a:pt x="1701761" y="842175"/>
                  </a:lnTo>
                  <a:lnTo>
                    <a:pt x="1701761" y="850493"/>
                  </a:lnTo>
                  <a:lnTo>
                    <a:pt x="1711916" y="850493"/>
                  </a:lnTo>
                  <a:lnTo>
                    <a:pt x="1708200" y="842924"/>
                  </a:lnTo>
                  <a:lnTo>
                    <a:pt x="1708681" y="842175"/>
                  </a:lnTo>
                  <a:close/>
                </a:path>
                <a:path w="1974215" h="1003934">
                  <a:moveTo>
                    <a:pt x="1740151" y="830478"/>
                  </a:moveTo>
                  <a:lnTo>
                    <a:pt x="1716189" y="830478"/>
                  </a:lnTo>
                  <a:lnTo>
                    <a:pt x="1732851" y="842175"/>
                  </a:lnTo>
                  <a:lnTo>
                    <a:pt x="1708681" y="842175"/>
                  </a:lnTo>
                  <a:lnTo>
                    <a:pt x="1708200" y="842924"/>
                  </a:lnTo>
                  <a:lnTo>
                    <a:pt x="1711916" y="850493"/>
                  </a:lnTo>
                  <a:lnTo>
                    <a:pt x="1744687" y="850493"/>
                  </a:lnTo>
                  <a:lnTo>
                    <a:pt x="1740151" y="830478"/>
                  </a:lnTo>
                  <a:close/>
                </a:path>
                <a:path w="1974215" h="1003934">
                  <a:moveTo>
                    <a:pt x="1765807" y="820927"/>
                  </a:moveTo>
                  <a:lnTo>
                    <a:pt x="1754009" y="820927"/>
                  </a:lnTo>
                  <a:lnTo>
                    <a:pt x="1754009" y="873302"/>
                  </a:lnTo>
                  <a:lnTo>
                    <a:pt x="1766341" y="873302"/>
                  </a:lnTo>
                  <a:lnTo>
                    <a:pt x="1766341" y="840092"/>
                  </a:lnTo>
                  <a:lnTo>
                    <a:pt x="1783105" y="831672"/>
                  </a:lnTo>
                  <a:lnTo>
                    <a:pt x="1797721" y="831672"/>
                  </a:lnTo>
                  <a:lnTo>
                    <a:pt x="1797220" y="829830"/>
                  </a:lnTo>
                  <a:lnTo>
                    <a:pt x="1766417" y="829830"/>
                  </a:lnTo>
                  <a:lnTo>
                    <a:pt x="1765807" y="820927"/>
                  </a:lnTo>
                  <a:close/>
                </a:path>
                <a:path w="1974215" h="1003934">
                  <a:moveTo>
                    <a:pt x="1797721" y="831672"/>
                  </a:moveTo>
                  <a:lnTo>
                    <a:pt x="1783105" y="831672"/>
                  </a:lnTo>
                  <a:lnTo>
                    <a:pt x="1787626" y="873302"/>
                  </a:lnTo>
                  <a:lnTo>
                    <a:pt x="1799971" y="873302"/>
                  </a:lnTo>
                  <a:lnTo>
                    <a:pt x="1799971" y="839952"/>
                  </a:lnTo>
                  <a:lnTo>
                    <a:pt x="1797721" y="831672"/>
                  </a:lnTo>
                  <a:close/>
                </a:path>
                <a:path w="1974215" h="1003934">
                  <a:moveTo>
                    <a:pt x="1778127" y="820254"/>
                  </a:moveTo>
                  <a:lnTo>
                    <a:pt x="1766417" y="829830"/>
                  </a:lnTo>
                  <a:lnTo>
                    <a:pt x="1797220" y="829830"/>
                  </a:lnTo>
                  <a:lnTo>
                    <a:pt x="1796275" y="826350"/>
                  </a:lnTo>
                  <a:lnTo>
                    <a:pt x="1778127" y="820254"/>
                  </a:lnTo>
                  <a:close/>
                </a:path>
                <a:path w="1974215" h="1003934">
                  <a:moveTo>
                    <a:pt x="1827212" y="808380"/>
                  </a:moveTo>
                  <a:lnTo>
                    <a:pt x="1814868" y="808380"/>
                  </a:lnTo>
                  <a:lnTo>
                    <a:pt x="1814842" y="862863"/>
                  </a:lnTo>
                  <a:lnTo>
                    <a:pt x="1831225" y="874013"/>
                  </a:lnTo>
                  <a:lnTo>
                    <a:pt x="1827212" y="808380"/>
                  </a:lnTo>
                  <a:close/>
                </a:path>
                <a:path w="1974215" h="1003934">
                  <a:moveTo>
                    <a:pt x="1814862" y="820927"/>
                  </a:moveTo>
                  <a:lnTo>
                    <a:pt x="1807425" y="820927"/>
                  </a:lnTo>
                  <a:lnTo>
                    <a:pt x="1807425" y="830478"/>
                  </a:lnTo>
                  <a:lnTo>
                    <a:pt x="1814857" y="830478"/>
                  </a:lnTo>
                  <a:lnTo>
                    <a:pt x="1814862" y="820927"/>
                  </a:lnTo>
                  <a:close/>
                </a:path>
                <a:path w="1974215" h="1003934">
                  <a:moveTo>
                    <a:pt x="1837537" y="820927"/>
                  </a:moveTo>
                  <a:lnTo>
                    <a:pt x="1827979" y="820927"/>
                  </a:lnTo>
                  <a:lnTo>
                    <a:pt x="1828563" y="830478"/>
                  </a:lnTo>
                  <a:lnTo>
                    <a:pt x="1837537" y="830478"/>
                  </a:lnTo>
                  <a:lnTo>
                    <a:pt x="1837537" y="820927"/>
                  </a:lnTo>
                  <a:close/>
                </a:path>
                <a:path w="1974215" h="1003934">
                  <a:moveTo>
                    <a:pt x="229146" y="935685"/>
                  </a:moveTo>
                  <a:lnTo>
                    <a:pt x="213639" y="951483"/>
                  </a:lnTo>
                  <a:lnTo>
                    <a:pt x="217957" y="979754"/>
                  </a:lnTo>
                  <a:lnTo>
                    <a:pt x="239687" y="988555"/>
                  </a:lnTo>
                  <a:lnTo>
                    <a:pt x="245376" y="988555"/>
                  </a:lnTo>
                  <a:lnTo>
                    <a:pt x="261429" y="979754"/>
                  </a:lnTo>
                  <a:lnTo>
                    <a:pt x="262599" y="974648"/>
                  </a:lnTo>
                  <a:lnTo>
                    <a:pt x="239826" y="974648"/>
                  </a:lnTo>
                  <a:lnTo>
                    <a:pt x="232105" y="956309"/>
                  </a:lnTo>
                  <a:lnTo>
                    <a:pt x="266887" y="956309"/>
                  </a:lnTo>
                  <a:lnTo>
                    <a:pt x="258330" y="940206"/>
                  </a:lnTo>
                  <a:lnTo>
                    <a:pt x="229146" y="935685"/>
                  </a:lnTo>
                  <a:close/>
                </a:path>
                <a:path w="1974215" h="1003934">
                  <a:moveTo>
                    <a:pt x="194767" y="933056"/>
                  </a:moveTo>
                  <a:lnTo>
                    <a:pt x="176085" y="933056"/>
                  </a:lnTo>
                  <a:lnTo>
                    <a:pt x="176085" y="987602"/>
                  </a:lnTo>
                  <a:lnTo>
                    <a:pt x="194767" y="987602"/>
                  </a:lnTo>
                  <a:lnTo>
                    <a:pt x="194767" y="933056"/>
                  </a:lnTo>
                  <a:close/>
                </a:path>
                <a:path w="1974215" h="1003934">
                  <a:moveTo>
                    <a:pt x="266800" y="956309"/>
                  </a:moveTo>
                  <a:lnTo>
                    <a:pt x="232105" y="956309"/>
                  </a:lnTo>
                  <a:lnTo>
                    <a:pt x="239826" y="974648"/>
                  </a:lnTo>
                  <a:lnTo>
                    <a:pt x="262599" y="974648"/>
                  </a:lnTo>
                  <a:lnTo>
                    <a:pt x="266800" y="956309"/>
                  </a:lnTo>
                  <a:close/>
                </a:path>
                <a:path w="1974215" h="1003934">
                  <a:moveTo>
                    <a:pt x="215773" y="917778"/>
                  </a:moveTo>
                  <a:lnTo>
                    <a:pt x="155092" y="917778"/>
                  </a:lnTo>
                  <a:lnTo>
                    <a:pt x="155092" y="933056"/>
                  </a:lnTo>
                  <a:lnTo>
                    <a:pt x="215773" y="933056"/>
                  </a:lnTo>
                  <a:lnTo>
                    <a:pt x="215773" y="917778"/>
                  </a:lnTo>
                  <a:close/>
                </a:path>
                <a:path w="1974215" h="1003934">
                  <a:moveTo>
                    <a:pt x="295579" y="922680"/>
                  </a:moveTo>
                  <a:lnTo>
                    <a:pt x="276758" y="922680"/>
                  </a:lnTo>
                  <a:lnTo>
                    <a:pt x="277431" y="979233"/>
                  </a:lnTo>
                  <a:lnTo>
                    <a:pt x="298526" y="988237"/>
                  </a:lnTo>
                  <a:lnTo>
                    <a:pt x="295579" y="922680"/>
                  </a:lnTo>
                  <a:close/>
                </a:path>
                <a:path w="1974215" h="1003934">
                  <a:moveTo>
                    <a:pt x="276907" y="935227"/>
                  </a:moveTo>
                  <a:lnTo>
                    <a:pt x="270078" y="935227"/>
                  </a:lnTo>
                  <a:lnTo>
                    <a:pt x="270078" y="948867"/>
                  </a:lnTo>
                  <a:lnTo>
                    <a:pt x="277070" y="948867"/>
                  </a:lnTo>
                  <a:lnTo>
                    <a:pt x="276907" y="935227"/>
                  </a:lnTo>
                  <a:close/>
                </a:path>
                <a:path w="1974215" h="1003934">
                  <a:moveTo>
                    <a:pt x="304571" y="935227"/>
                  </a:moveTo>
                  <a:lnTo>
                    <a:pt x="296143" y="935227"/>
                  </a:lnTo>
                  <a:lnTo>
                    <a:pt x="296756" y="948867"/>
                  </a:lnTo>
                  <a:lnTo>
                    <a:pt x="304571" y="948867"/>
                  </a:lnTo>
                  <a:lnTo>
                    <a:pt x="304571" y="935227"/>
                  </a:lnTo>
                  <a:close/>
                </a:path>
                <a:path w="1974215" h="1003934">
                  <a:moveTo>
                    <a:pt x="325183" y="935367"/>
                  </a:moveTo>
                  <a:lnTo>
                    <a:pt x="310718" y="952284"/>
                  </a:lnTo>
                  <a:lnTo>
                    <a:pt x="328040" y="952284"/>
                  </a:lnTo>
                  <a:lnTo>
                    <a:pt x="325196" y="956716"/>
                  </a:lnTo>
                  <a:lnTo>
                    <a:pt x="309410" y="979487"/>
                  </a:lnTo>
                  <a:lnTo>
                    <a:pt x="325729" y="988415"/>
                  </a:lnTo>
                  <a:lnTo>
                    <a:pt x="341274" y="987602"/>
                  </a:lnTo>
                  <a:lnTo>
                    <a:pt x="358863" y="987602"/>
                  </a:lnTo>
                  <a:lnTo>
                    <a:pt x="358863" y="976553"/>
                  </a:lnTo>
                  <a:lnTo>
                    <a:pt x="331863" y="976553"/>
                  </a:lnTo>
                  <a:lnTo>
                    <a:pt x="340182" y="969060"/>
                  </a:lnTo>
                  <a:lnTo>
                    <a:pt x="358863" y="969060"/>
                  </a:lnTo>
                  <a:lnTo>
                    <a:pt x="358863" y="949299"/>
                  </a:lnTo>
                  <a:lnTo>
                    <a:pt x="325183" y="935367"/>
                  </a:lnTo>
                  <a:close/>
                </a:path>
                <a:path w="1974215" h="1003934">
                  <a:moveTo>
                    <a:pt x="358863" y="969060"/>
                  </a:moveTo>
                  <a:lnTo>
                    <a:pt x="340182" y="969060"/>
                  </a:lnTo>
                  <a:lnTo>
                    <a:pt x="331863" y="976553"/>
                  </a:lnTo>
                  <a:lnTo>
                    <a:pt x="358863" y="976553"/>
                  </a:lnTo>
                  <a:lnTo>
                    <a:pt x="358863" y="969060"/>
                  </a:lnTo>
                  <a:close/>
                </a:path>
                <a:path w="1974215" h="1003934">
                  <a:moveTo>
                    <a:pt x="385546" y="917778"/>
                  </a:moveTo>
                  <a:lnTo>
                    <a:pt x="366737" y="917778"/>
                  </a:lnTo>
                  <a:lnTo>
                    <a:pt x="366737" y="987602"/>
                  </a:lnTo>
                  <a:lnTo>
                    <a:pt x="385546" y="987602"/>
                  </a:lnTo>
                  <a:lnTo>
                    <a:pt x="385546" y="917778"/>
                  </a:lnTo>
                  <a:close/>
                </a:path>
                <a:path w="1974215" h="1003934">
                  <a:moveTo>
                    <a:pt x="448157" y="909866"/>
                  </a:moveTo>
                  <a:lnTo>
                    <a:pt x="429742" y="909866"/>
                  </a:lnTo>
                  <a:lnTo>
                    <a:pt x="421131" y="922489"/>
                  </a:lnTo>
                  <a:lnTo>
                    <a:pt x="415429" y="952690"/>
                  </a:lnTo>
                  <a:lnTo>
                    <a:pt x="416559" y="968794"/>
                  </a:lnTo>
                  <a:lnTo>
                    <a:pt x="429742" y="995514"/>
                  </a:lnTo>
                  <a:lnTo>
                    <a:pt x="448157" y="995514"/>
                  </a:lnTo>
                  <a:lnTo>
                    <a:pt x="435635" y="963460"/>
                  </a:lnTo>
                  <a:lnTo>
                    <a:pt x="448157" y="909866"/>
                  </a:lnTo>
                  <a:close/>
                </a:path>
                <a:path w="1974215" h="1003934">
                  <a:moveTo>
                    <a:pt x="452907" y="917778"/>
                  </a:moveTo>
                  <a:lnTo>
                    <a:pt x="452907" y="987602"/>
                  </a:lnTo>
                  <a:lnTo>
                    <a:pt x="485775" y="987602"/>
                  </a:lnTo>
                  <a:lnTo>
                    <a:pt x="502526" y="983335"/>
                  </a:lnTo>
                  <a:lnTo>
                    <a:pt x="507033" y="972464"/>
                  </a:lnTo>
                  <a:lnTo>
                    <a:pt x="471868" y="972464"/>
                  </a:lnTo>
                  <a:lnTo>
                    <a:pt x="471868" y="957732"/>
                  </a:lnTo>
                  <a:lnTo>
                    <a:pt x="502054" y="957732"/>
                  </a:lnTo>
                  <a:lnTo>
                    <a:pt x="494093" y="951191"/>
                  </a:lnTo>
                  <a:lnTo>
                    <a:pt x="503212" y="946137"/>
                  </a:lnTo>
                  <a:lnTo>
                    <a:pt x="503210" y="946010"/>
                  </a:lnTo>
                  <a:lnTo>
                    <a:pt x="471868" y="946010"/>
                  </a:lnTo>
                  <a:lnTo>
                    <a:pt x="471868" y="932637"/>
                  </a:lnTo>
                  <a:lnTo>
                    <a:pt x="503061" y="932637"/>
                  </a:lnTo>
                  <a:lnTo>
                    <a:pt x="502958" y="923378"/>
                  </a:lnTo>
                  <a:lnTo>
                    <a:pt x="452907" y="917778"/>
                  </a:lnTo>
                  <a:close/>
                </a:path>
                <a:path w="1974215" h="1003934">
                  <a:moveTo>
                    <a:pt x="502054" y="957732"/>
                  </a:moveTo>
                  <a:lnTo>
                    <a:pt x="480999" y="957732"/>
                  </a:lnTo>
                  <a:lnTo>
                    <a:pt x="490270" y="967714"/>
                  </a:lnTo>
                  <a:lnTo>
                    <a:pt x="471868" y="972464"/>
                  </a:lnTo>
                  <a:lnTo>
                    <a:pt x="507033" y="972464"/>
                  </a:lnTo>
                  <a:lnTo>
                    <a:pt x="510324" y="964526"/>
                  </a:lnTo>
                  <a:lnTo>
                    <a:pt x="502054" y="957732"/>
                  </a:lnTo>
                  <a:close/>
                </a:path>
                <a:path w="1974215" h="1003934">
                  <a:moveTo>
                    <a:pt x="503061" y="932637"/>
                  </a:moveTo>
                  <a:lnTo>
                    <a:pt x="479907" y="932637"/>
                  </a:lnTo>
                  <a:lnTo>
                    <a:pt x="488099" y="939330"/>
                  </a:lnTo>
                  <a:lnTo>
                    <a:pt x="471868" y="946010"/>
                  </a:lnTo>
                  <a:lnTo>
                    <a:pt x="503210" y="946010"/>
                  </a:lnTo>
                  <a:lnTo>
                    <a:pt x="503136" y="939330"/>
                  </a:lnTo>
                  <a:lnTo>
                    <a:pt x="503061" y="932637"/>
                  </a:lnTo>
                  <a:close/>
                </a:path>
                <a:path w="1974215" h="1003934">
                  <a:moveTo>
                    <a:pt x="535012" y="935227"/>
                  </a:moveTo>
                  <a:lnTo>
                    <a:pt x="516191" y="935227"/>
                  </a:lnTo>
                  <a:lnTo>
                    <a:pt x="516191" y="968641"/>
                  </a:lnTo>
                  <a:lnTo>
                    <a:pt x="520001" y="981760"/>
                  </a:lnTo>
                  <a:lnTo>
                    <a:pt x="538378" y="988288"/>
                  </a:lnTo>
                  <a:lnTo>
                    <a:pt x="550557" y="977645"/>
                  </a:lnTo>
                  <a:lnTo>
                    <a:pt x="568972" y="977645"/>
                  </a:lnTo>
                  <a:lnTo>
                    <a:pt x="568972" y="973010"/>
                  </a:lnTo>
                  <a:lnTo>
                    <a:pt x="540143" y="973010"/>
                  </a:lnTo>
                  <a:lnTo>
                    <a:pt x="535012" y="935227"/>
                  </a:lnTo>
                  <a:close/>
                </a:path>
                <a:path w="1974215" h="1003934">
                  <a:moveTo>
                    <a:pt x="568972" y="977645"/>
                  </a:moveTo>
                  <a:lnTo>
                    <a:pt x="550557" y="977645"/>
                  </a:lnTo>
                  <a:lnTo>
                    <a:pt x="551103" y="987602"/>
                  </a:lnTo>
                  <a:lnTo>
                    <a:pt x="568972" y="987602"/>
                  </a:lnTo>
                  <a:lnTo>
                    <a:pt x="568972" y="977645"/>
                  </a:lnTo>
                  <a:close/>
                </a:path>
                <a:path w="1974215" h="1003934">
                  <a:moveTo>
                    <a:pt x="568972" y="935227"/>
                  </a:moveTo>
                  <a:lnTo>
                    <a:pt x="550151" y="935227"/>
                  </a:lnTo>
                  <a:lnTo>
                    <a:pt x="550151" y="964691"/>
                  </a:lnTo>
                  <a:lnTo>
                    <a:pt x="540143" y="973010"/>
                  </a:lnTo>
                  <a:lnTo>
                    <a:pt x="568972" y="973010"/>
                  </a:lnTo>
                  <a:lnTo>
                    <a:pt x="568972" y="935227"/>
                  </a:lnTo>
                  <a:close/>
                </a:path>
                <a:path w="1974215" h="1003934">
                  <a:moveTo>
                    <a:pt x="596239" y="935227"/>
                  </a:moveTo>
                  <a:lnTo>
                    <a:pt x="577418" y="935227"/>
                  </a:lnTo>
                  <a:lnTo>
                    <a:pt x="577418" y="987602"/>
                  </a:lnTo>
                  <a:lnTo>
                    <a:pt x="596239" y="987602"/>
                  </a:lnTo>
                  <a:lnTo>
                    <a:pt x="596239" y="935227"/>
                  </a:lnTo>
                  <a:close/>
                </a:path>
                <a:path w="1974215" h="1003934">
                  <a:moveTo>
                    <a:pt x="582091" y="913434"/>
                  </a:moveTo>
                  <a:lnTo>
                    <a:pt x="586828" y="929779"/>
                  </a:lnTo>
                  <a:lnTo>
                    <a:pt x="589394" y="929779"/>
                  </a:lnTo>
                  <a:lnTo>
                    <a:pt x="596099" y="918819"/>
                  </a:lnTo>
                  <a:lnTo>
                    <a:pt x="582091" y="913434"/>
                  </a:lnTo>
                  <a:close/>
                </a:path>
                <a:path w="1974215" h="1003934">
                  <a:moveTo>
                    <a:pt x="623519" y="917778"/>
                  </a:moveTo>
                  <a:lnTo>
                    <a:pt x="604697" y="917778"/>
                  </a:lnTo>
                  <a:lnTo>
                    <a:pt x="604697" y="987602"/>
                  </a:lnTo>
                  <a:lnTo>
                    <a:pt x="623519" y="987602"/>
                  </a:lnTo>
                  <a:lnTo>
                    <a:pt x="623519" y="917778"/>
                  </a:lnTo>
                  <a:close/>
                </a:path>
                <a:path w="1974215" h="1003934">
                  <a:moveTo>
                    <a:pt x="647344" y="934554"/>
                  </a:moveTo>
                  <a:lnTo>
                    <a:pt x="631329" y="949959"/>
                  </a:lnTo>
                  <a:lnTo>
                    <a:pt x="635025" y="980427"/>
                  </a:lnTo>
                  <a:lnTo>
                    <a:pt x="650938" y="988288"/>
                  </a:lnTo>
                  <a:lnTo>
                    <a:pt x="665937" y="987602"/>
                  </a:lnTo>
                  <a:lnTo>
                    <a:pt x="684631" y="987602"/>
                  </a:lnTo>
                  <a:lnTo>
                    <a:pt x="684631" y="973823"/>
                  </a:lnTo>
                  <a:lnTo>
                    <a:pt x="657898" y="973823"/>
                  </a:lnTo>
                  <a:lnTo>
                    <a:pt x="649719" y="958824"/>
                  </a:lnTo>
                  <a:lnTo>
                    <a:pt x="684631" y="958824"/>
                  </a:lnTo>
                  <a:lnTo>
                    <a:pt x="684631" y="944371"/>
                  </a:lnTo>
                  <a:lnTo>
                    <a:pt x="665810" y="944371"/>
                  </a:lnTo>
                  <a:lnTo>
                    <a:pt x="647344" y="934554"/>
                  </a:lnTo>
                  <a:close/>
                </a:path>
                <a:path w="1974215" h="1003934">
                  <a:moveTo>
                    <a:pt x="684631" y="958824"/>
                  </a:moveTo>
                  <a:lnTo>
                    <a:pt x="649719" y="958824"/>
                  </a:lnTo>
                  <a:lnTo>
                    <a:pt x="657898" y="973823"/>
                  </a:lnTo>
                  <a:lnTo>
                    <a:pt x="684631" y="973823"/>
                  </a:lnTo>
                  <a:lnTo>
                    <a:pt x="684631" y="958824"/>
                  </a:lnTo>
                  <a:close/>
                </a:path>
                <a:path w="1974215" h="1003934">
                  <a:moveTo>
                    <a:pt x="684631" y="917778"/>
                  </a:moveTo>
                  <a:lnTo>
                    <a:pt x="665810" y="917778"/>
                  </a:lnTo>
                  <a:lnTo>
                    <a:pt x="665810" y="944371"/>
                  </a:lnTo>
                  <a:lnTo>
                    <a:pt x="684631" y="944371"/>
                  </a:lnTo>
                  <a:lnTo>
                    <a:pt x="684631" y="917778"/>
                  </a:lnTo>
                  <a:close/>
                </a:path>
                <a:path w="1974215" h="1003934">
                  <a:moveTo>
                    <a:pt x="737971" y="948372"/>
                  </a:moveTo>
                  <a:lnTo>
                    <a:pt x="721105" y="951598"/>
                  </a:lnTo>
                  <a:lnTo>
                    <a:pt x="710069" y="975931"/>
                  </a:lnTo>
                  <a:lnTo>
                    <a:pt x="733247" y="988694"/>
                  </a:lnTo>
                  <a:lnTo>
                    <a:pt x="750396" y="982334"/>
                  </a:lnTo>
                  <a:lnTo>
                    <a:pt x="743622" y="973962"/>
                  </a:lnTo>
                  <a:lnTo>
                    <a:pt x="734606" y="973962"/>
                  </a:lnTo>
                  <a:lnTo>
                    <a:pt x="737960" y="966964"/>
                  </a:lnTo>
                  <a:lnTo>
                    <a:pt x="724971" y="950912"/>
                  </a:lnTo>
                  <a:lnTo>
                    <a:pt x="740270" y="950912"/>
                  </a:lnTo>
                  <a:lnTo>
                    <a:pt x="737971" y="948372"/>
                  </a:lnTo>
                  <a:close/>
                </a:path>
                <a:path w="1974215" h="1003934">
                  <a:moveTo>
                    <a:pt x="761279" y="974122"/>
                  </a:moveTo>
                  <a:lnTo>
                    <a:pt x="759612" y="978915"/>
                  </a:lnTo>
                  <a:lnTo>
                    <a:pt x="750396" y="982334"/>
                  </a:lnTo>
                  <a:lnTo>
                    <a:pt x="754659" y="987602"/>
                  </a:lnTo>
                  <a:lnTo>
                    <a:pt x="773480" y="987602"/>
                  </a:lnTo>
                  <a:lnTo>
                    <a:pt x="761279" y="974122"/>
                  </a:lnTo>
                  <a:close/>
                </a:path>
                <a:path w="1974215" h="1003934">
                  <a:moveTo>
                    <a:pt x="748629" y="960146"/>
                  </a:moveTo>
                  <a:lnTo>
                    <a:pt x="739623" y="969019"/>
                  </a:lnTo>
                  <a:lnTo>
                    <a:pt x="750396" y="982334"/>
                  </a:lnTo>
                  <a:lnTo>
                    <a:pt x="759612" y="978915"/>
                  </a:lnTo>
                  <a:lnTo>
                    <a:pt x="761279" y="974122"/>
                  </a:lnTo>
                  <a:lnTo>
                    <a:pt x="748629" y="960146"/>
                  </a:lnTo>
                  <a:close/>
                </a:path>
                <a:path w="1974215" h="1003934">
                  <a:moveTo>
                    <a:pt x="769251" y="951191"/>
                  </a:moveTo>
                  <a:lnTo>
                    <a:pt x="754379" y="951191"/>
                  </a:lnTo>
                  <a:lnTo>
                    <a:pt x="754379" y="954481"/>
                  </a:lnTo>
                  <a:lnTo>
                    <a:pt x="748629" y="960146"/>
                  </a:lnTo>
                  <a:lnTo>
                    <a:pt x="761279" y="974122"/>
                  </a:lnTo>
                  <a:lnTo>
                    <a:pt x="769251" y="951191"/>
                  </a:lnTo>
                  <a:close/>
                </a:path>
                <a:path w="1974215" h="1003934">
                  <a:moveTo>
                    <a:pt x="739623" y="969019"/>
                  </a:moveTo>
                  <a:lnTo>
                    <a:pt x="734606" y="973962"/>
                  </a:lnTo>
                  <a:lnTo>
                    <a:pt x="743622" y="973962"/>
                  </a:lnTo>
                  <a:lnTo>
                    <a:pt x="739623" y="969019"/>
                  </a:lnTo>
                  <a:close/>
                </a:path>
                <a:path w="1974215" h="1003934">
                  <a:moveTo>
                    <a:pt x="743790" y="954801"/>
                  </a:moveTo>
                  <a:lnTo>
                    <a:pt x="737960" y="966964"/>
                  </a:lnTo>
                  <a:lnTo>
                    <a:pt x="739623" y="969019"/>
                  </a:lnTo>
                  <a:lnTo>
                    <a:pt x="748629" y="960146"/>
                  </a:lnTo>
                  <a:lnTo>
                    <a:pt x="743790" y="954801"/>
                  </a:lnTo>
                  <a:close/>
                </a:path>
                <a:path w="1974215" h="1003934">
                  <a:moveTo>
                    <a:pt x="748906" y="920724"/>
                  </a:moveTo>
                  <a:lnTo>
                    <a:pt x="722160" y="921054"/>
                  </a:lnTo>
                  <a:lnTo>
                    <a:pt x="715517" y="939228"/>
                  </a:lnTo>
                  <a:lnTo>
                    <a:pt x="737960" y="966964"/>
                  </a:lnTo>
                  <a:lnTo>
                    <a:pt x="743790" y="954801"/>
                  </a:lnTo>
                  <a:lnTo>
                    <a:pt x="740270" y="950912"/>
                  </a:lnTo>
                  <a:lnTo>
                    <a:pt x="724691" y="950912"/>
                  </a:lnTo>
                  <a:lnTo>
                    <a:pt x="737971" y="948372"/>
                  </a:lnTo>
                  <a:lnTo>
                    <a:pt x="747762" y="948372"/>
                  </a:lnTo>
                  <a:lnTo>
                    <a:pt x="754126" y="940701"/>
                  </a:lnTo>
                  <a:lnTo>
                    <a:pt x="748992" y="921054"/>
                  </a:lnTo>
                  <a:lnTo>
                    <a:pt x="748906" y="920724"/>
                  </a:lnTo>
                  <a:close/>
                </a:path>
                <a:path w="1974215" h="1003934">
                  <a:moveTo>
                    <a:pt x="747762" y="948372"/>
                  </a:moveTo>
                  <a:lnTo>
                    <a:pt x="737971" y="948372"/>
                  </a:lnTo>
                  <a:lnTo>
                    <a:pt x="743790" y="954801"/>
                  </a:lnTo>
                  <a:lnTo>
                    <a:pt x="745655" y="950912"/>
                  </a:lnTo>
                  <a:lnTo>
                    <a:pt x="747762" y="948372"/>
                  </a:lnTo>
                  <a:close/>
                </a:path>
                <a:path w="1974215" h="1003934">
                  <a:moveTo>
                    <a:pt x="813257" y="917778"/>
                  </a:moveTo>
                  <a:lnTo>
                    <a:pt x="794296" y="917778"/>
                  </a:lnTo>
                  <a:lnTo>
                    <a:pt x="794296" y="987602"/>
                  </a:lnTo>
                  <a:lnTo>
                    <a:pt x="841476" y="987602"/>
                  </a:lnTo>
                  <a:lnTo>
                    <a:pt x="841476" y="972324"/>
                  </a:lnTo>
                  <a:lnTo>
                    <a:pt x="813257" y="972324"/>
                  </a:lnTo>
                  <a:lnTo>
                    <a:pt x="813257" y="917778"/>
                  </a:lnTo>
                  <a:close/>
                </a:path>
                <a:path w="1974215" h="1003934">
                  <a:moveTo>
                    <a:pt x="862342" y="935367"/>
                  </a:moveTo>
                  <a:lnTo>
                    <a:pt x="847877" y="952284"/>
                  </a:lnTo>
                  <a:lnTo>
                    <a:pt x="865200" y="952284"/>
                  </a:lnTo>
                  <a:lnTo>
                    <a:pt x="862368" y="956716"/>
                  </a:lnTo>
                  <a:lnTo>
                    <a:pt x="846569" y="979487"/>
                  </a:lnTo>
                  <a:lnTo>
                    <a:pt x="862888" y="988415"/>
                  </a:lnTo>
                  <a:lnTo>
                    <a:pt x="878433" y="987602"/>
                  </a:lnTo>
                  <a:lnTo>
                    <a:pt x="896023" y="987602"/>
                  </a:lnTo>
                  <a:lnTo>
                    <a:pt x="896023" y="976553"/>
                  </a:lnTo>
                  <a:lnTo>
                    <a:pt x="869022" y="976553"/>
                  </a:lnTo>
                  <a:lnTo>
                    <a:pt x="877341" y="969060"/>
                  </a:lnTo>
                  <a:lnTo>
                    <a:pt x="896023" y="969060"/>
                  </a:lnTo>
                  <a:lnTo>
                    <a:pt x="896023" y="949299"/>
                  </a:lnTo>
                  <a:lnTo>
                    <a:pt x="862342" y="935367"/>
                  </a:lnTo>
                  <a:close/>
                </a:path>
                <a:path w="1974215" h="1003934">
                  <a:moveTo>
                    <a:pt x="896023" y="969060"/>
                  </a:moveTo>
                  <a:lnTo>
                    <a:pt x="877341" y="969060"/>
                  </a:lnTo>
                  <a:lnTo>
                    <a:pt x="869022" y="976553"/>
                  </a:lnTo>
                  <a:lnTo>
                    <a:pt x="896023" y="976553"/>
                  </a:lnTo>
                  <a:lnTo>
                    <a:pt x="896023" y="969060"/>
                  </a:lnTo>
                  <a:close/>
                </a:path>
                <a:path w="1974215" h="1003934">
                  <a:moveTo>
                    <a:pt x="922718" y="935227"/>
                  </a:moveTo>
                  <a:lnTo>
                    <a:pt x="903897" y="935227"/>
                  </a:lnTo>
                  <a:lnTo>
                    <a:pt x="903897" y="968641"/>
                  </a:lnTo>
                  <a:lnTo>
                    <a:pt x="907694" y="981760"/>
                  </a:lnTo>
                  <a:lnTo>
                    <a:pt x="926071" y="988288"/>
                  </a:lnTo>
                  <a:lnTo>
                    <a:pt x="938263" y="977645"/>
                  </a:lnTo>
                  <a:lnTo>
                    <a:pt x="956678" y="977645"/>
                  </a:lnTo>
                  <a:lnTo>
                    <a:pt x="956678" y="973010"/>
                  </a:lnTo>
                  <a:lnTo>
                    <a:pt x="927849" y="973010"/>
                  </a:lnTo>
                  <a:lnTo>
                    <a:pt x="922718" y="935227"/>
                  </a:lnTo>
                  <a:close/>
                </a:path>
                <a:path w="1974215" h="1003934">
                  <a:moveTo>
                    <a:pt x="956678" y="977645"/>
                  </a:moveTo>
                  <a:lnTo>
                    <a:pt x="938263" y="977645"/>
                  </a:lnTo>
                  <a:lnTo>
                    <a:pt x="938809" y="987602"/>
                  </a:lnTo>
                  <a:lnTo>
                    <a:pt x="956678" y="987602"/>
                  </a:lnTo>
                  <a:lnTo>
                    <a:pt x="956678" y="977645"/>
                  </a:lnTo>
                  <a:close/>
                </a:path>
                <a:path w="1974215" h="1003934">
                  <a:moveTo>
                    <a:pt x="956678" y="935227"/>
                  </a:moveTo>
                  <a:lnTo>
                    <a:pt x="937856" y="935227"/>
                  </a:lnTo>
                  <a:lnTo>
                    <a:pt x="937856" y="964691"/>
                  </a:lnTo>
                  <a:lnTo>
                    <a:pt x="927849" y="973010"/>
                  </a:lnTo>
                  <a:lnTo>
                    <a:pt x="956678" y="973010"/>
                  </a:lnTo>
                  <a:lnTo>
                    <a:pt x="956678" y="935227"/>
                  </a:lnTo>
                  <a:close/>
                </a:path>
                <a:path w="1974215" h="1003934">
                  <a:moveTo>
                    <a:pt x="982979" y="935227"/>
                  </a:moveTo>
                  <a:lnTo>
                    <a:pt x="965123" y="935227"/>
                  </a:lnTo>
                  <a:lnTo>
                    <a:pt x="965123" y="987602"/>
                  </a:lnTo>
                  <a:lnTo>
                    <a:pt x="983945" y="987602"/>
                  </a:lnTo>
                  <a:lnTo>
                    <a:pt x="983945" y="958138"/>
                  </a:lnTo>
                  <a:lnTo>
                    <a:pt x="993940" y="949820"/>
                  </a:lnTo>
                  <a:lnTo>
                    <a:pt x="1016649" y="949820"/>
                  </a:lnTo>
                  <a:lnTo>
                    <a:pt x="1015317" y="945184"/>
                  </a:lnTo>
                  <a:lnTo>
                    <a:pt x="983526" y="945184"/>
                  </a:lnTo>
                  <a:lnTo>
                    <a:pt x="982979" y="935227"/>
                  </a:lnTo>
                  <a:close/>
                </a:path>
                <a:path w="1974215" h="1003934">
                  <a:moveTo>
                    <a:pt x="1016649" y="949820"/>
                  </a:moveTo>
                  <a:lnTo>
                    <a:pt x="993940" y="949820"/>
                  </a:lnTo>
                  <a:lnTo>
                    <a:pt x="999083" y="987602"/>
                  </a:lnTo>
                  <a:lnTo>
                    <a:pt x="1017904" y="987602"/>
                  </a:lnTo>
                  <a:lnTo>
                    <a:pt x="1017904" y="954189"/>
                  </a:lnTo>
                  <a:lnTo>
                    <a:pt x="1016649" y="949820"/>
                  </a:lnTo>
                  <a:close/>
                </a:path>
                <a:path w="1974215" h="1003934">
                  <a:moveTo>
                    <a:pt x="995781" y="934554"/>
                  </a:moveTo>
                  <a:lnTo>
                    <a:pt x="983526" y="945184"/>
                  </a:lnTo>
                  <a:lnTo>
                    <a:pt x="1015317" y="945184"/>
                  </a:lnTo>
                  <a:lnTo>
                    <a:pt x="1014145" y="941108"/>
                  </a:lnTo>
                  <a:lnTo>
                    <a:pt x="995781" y="934554"/>
                  </a:lnTo>
                  <a:close/>
                </a:path>
                <a:path w="1974215" h="1003934">
                  <a:moveTo>
                    <a:pt x="1040752" y="935685"/>
                  </a:moveTo>
                  <a:lnTo>
                    <a:pt x="1025232" y="951483"/>
                  </a:lnTo>
                  <a:lnTo>
                    <a:pt x="1029550" y="979754"/>
                  </a:lnTo>
                  <a:lnTo>
                    <a:pt x="1051293" y="988555"/>
                  </a:lnTo>
                  <a:lnTo>
                    <a:pt x="1068412" y="983894"/>
                  </a:lnTo>
                  <a:lnTo>
                    <a:pt x="1076528" y="965784"/>
                  </a:lnTo>
                  <a:lnTo>
                    <a:pt x="1059065" y="965784"/>
                  </a:lnTo>
                  <a:lnTo>
                    <a:pt x="1043724" y="956182"/>
                  </a:lnTo>
                  <a:lnTo>
                    <a:pt x="1076129" y="956182"/>
                  </a:lnTo>
                  <a:lnTo>
                    <a:pt x="1068400" y="939190"/>
                  </a:lnTo>
                  <a:lnTo>
                    <a:pt x="1040752" y="935685"/>
                  </a:lnTo>
                  <a:close/>
                </a:path>
                <a:path w="1974215" h="1003934">
                  <a:moveTo>
                    <a:pt x="1076129" y="956182"/>
                  </a:moveTo>
                  <a:lnTo>
                    <a:pt x="1043724" y="956182"/>
                  </a:lnTo>
                  <a:lnTo>
                    <a:pt x="1059065" y="957059"/>
                  </a:lnTo>
                  <a:lnTo>
                    <a:pt x="1076528" y="957059"/>
                  </a:lnTo>
                  <a:lnTo>
                    <a:pt x="1076129" y="956182"/>
                  </a:lnTo>
                  <a:close/>
                </a:path>
                <a:path w="1974215" h="1003934">
                  <a:moveTo>
                    <a:pt x="1101305" y="917778"/>
                  </a:moveTo>
                  <a:lnTo>
                    <a:pt x="1083170" y="917778"/>
                  </a:lnTo>
                  <a:lnTo>
                    <a:pt x="1083170" y="987602"/>
                  </a:lnTo>
                  <a:lnTo>
                    <a:pt x="1101991" y="987602"/>
                  </a:lnTo>
                  <a:lnTo>
                    <a:pt x="1101991" y="958138"/>
                  </a:lnTo>
                  <a:lnTo>
                    <a:pt x="1112037" y="949820"/>
                  </a:lnTo>
                  <a:lnTo>
                    <a:pt x="1134691" y="949820"/>
                  </a:lnTo>
                  <a:lnTo>
                    <a:pt x="1133367" y="945184"/>
                  </a:lnTo>
                  <a:lnTo>
                    <a:pt x="1101852" y="945184"/>
                  </a:lnTo>
                  <a:lnTo>
                    <a:pt x="1101305" y="917778"/>
                  </a:lnTo>
                  <a:close/>
                </a:path>
                <a:path w="1974215" h="1003934">
                  <a:moveTo>
                    <a:pt x="1134691" y="949820"/>
                  </a:moveTo>
                  <a:lnTo>
                    <a:pt x="1112037" y="949820"/>
                  </a:lnTo>
                  <a:lnTo>
                    <a:pt x="1117130" y="987602"/>
                  </a:lnTo>
                  <a:lnTo>
                    <a:pt x="1135938" y="987602"/>
                  </a:lnTo>
                  <a:lnTo>
                    <a:pt x="1135938" y="954189"/>
                  </a:lnTo>
                  <a:lnTo>
                    <a:pt x="1134691" y="949820"/>
                  </a:lnTo>
                  <a:close/>
                </a:path>
                <a:path w="1974215" h="1003934">
                  <a:moveTo>
                    <a:pt x="1113802" y="934554"/>
                  </a:moveTo>
                  <a:lnTo>
                    <a:pt x="1101852" y="945184"/>
                  </a:lnTo>
                  <a:lnTo>
                    <a:pt x="1133367" y="945184"/>
                  </a:lnTo>
                  <a:lnTo>
                    <a:pt x="1132192" y="941069"/>
                  </a:lnTo>
                  <a:lnTo>
                    <a:pt x="1113802" y="934554"/>
                  </a:lnTo>
                  <a:close/>
                </a:path>
                <a:path w="1974215" h="1003934">
                  <a:moveTo>
                    <a:pt x="1159116" y="917778"/>
                  </a:moveTo>
                  <a:lnTo>
                    <a:pt x="1140701" y="917778"/>
                  </a:lnTo>
                  <a:lnTo>
                    <a:pt x="1153223" y="949832"/>
                  </a:lnTo>
                  <a:lnTo>
                    <a:pt x="1140701" y="1003426"/>
                  </a:lnTo>
                  <a:lnTo>
                    <a:pt x="1159116" y="1003426"/>
                  </a:lnTo>
                  <a:lnTo>
                    <a:pt x="1164094" y="997356"/>
                  </a:lnTo>
                  <a:lnTo>
                    <a:pt x="1173429" y="960602"/>
                  </a:lnTo>
                  <a:lnTo>
                    <a:pt x="1173429" y="952207"/>
                  </a:lnTo>
                  <a:lnTo>
                    <a:pt x="1159116" y="9177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3249300" y="6457022"/>
              <a:ext cx="597649" cy="973569"/>
            </a:xfrm>
            <a:prstGeom prst="rect">
              <a:avLst/>
            </a:prstGeom>
          </p:spPr>
        </p:pic>
      </p:grpSp>
      <p:grpSp>
        <p:nvGrpSpPr>
          <p:cNvPr id="100" name="object 100"/>
          <p:cNvGrpSpPr/>
          <p:nvPr/>
        </p:nvGrpSpPr>
        <p:grpSpPr>
          <a:xfrm>
            <a:off x="6896100" y="1714500"/>
            <a:ext cx="2603500" cy="952500"/>
            <a:chOff x="6896100" y="1714500"/>
            <a:chExt cx="2603500" cy="952500"/>
          </a:xfrm>
        </p:grpSpPr>
        <p:sp>
          <p:nvSpPr>
            <p:cNvPr id="101" name="object 101"/>
            <p:cNvSpPr/>
            <p:nvPr/>
          </p:nvSpPr>
          <p:spPr>
            <a:xfrm>
              <a:off x="6896100" y="1714500"/>
              <a:ext cx="2603500" cy="952500"/>
            </a:xfrm>
            <a:custGeom>
              <a:avLst/>
              <a:gdLst/>
              <a:ahLst/>
              <a:cxnLst/>
              <a:rect l="l" t="t" r="r" b="b"/>
              <a:pathLst>
                <a:path w="2603500" h="952500">
                  <a:moveTo>
                    <a:pt x="2603500" y="0"/>
                  </a:moveTo>
                  <a:lnTo>
                    <a:pt x="0" y="0"/>
                  </a:lnTo>
                  <a:lnTo>
                    <a:pt x="0" y="952500"/>
                  </a:lnTo>
                  <a:lnTo>
                    <a:pt x="2603500" y="952500"/>
                  </a:lnTo>
                  <a:lnTo>
                    <a:pt x="2603500" y="0"/>
                  </a:lnTo>
                  <a:close/>
                </a:path>
              </a:pathLst>
            </a:custGeom>
            <a:solidFill>
              <a:srgbClr val="FDF1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2" name="object 10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921500" y="1739900"/>
              <a:ext cx="2552700" cy="177800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7042020" y="1984197"/>
              <a:ext cx="1738960" cy="645756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8867800" y="1973923"/>
              <a:ext cx="439204" cy="630554"/>
            </a:xfrm>
            <a:prstGeom prst="rect">
              <a:avLst/>
            </a:prstGeom>
          </p:spPr>
        </p:pic>
      </p:grpSp>
      <p:pic>
        <p:nvPicPr>
          <p:cNvPr id="105" name="object 105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6769100" y="3352800"/>
            <a:ext cx="2603500" cy="533400"/>
          </a:xfrm>
          <a:prstGeom prst="rect">
            <a:avLst/>
          </a:prstGeom>
        </p:spPr>
      </p:pic>
      <p:pic>
        <p:nvPicPr>
          <p:cNvPr id="106" name="object 106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6731000" y="4902200"/>
            <a:ext cx="2603500" cy="533400"/>
          </a:xfrm>
          <a:prstGeom prst="rect">
            <a:avLst/>
          </a:prstGeom>
        </p:spPr>
      </p:pic>
      <p:pic>
        <p:nvPicPr>
          <p:cNvPr id="107" name="object 107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6718300" y="6223000"/>
            <a:ext cx="2603500" cy="533400"/>
          </a:xfrm>
          <a:prstGeom prst="rect">
            <a:avLst/>
          </a:prstGeom>
        </p:spPr>
      </p:pic>
      <p:pic>
        <p:nvPicPr>
          <p:cNvPr id="108" name="object 108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2379135" y="4889500"/>
            <a:ext cx="1932508" cy="1054100"/>
          </a:xfrm>
          <a:prstGeom prst="rect">
            <a:avLst/>
          </a:prstGeom>
        </p:spPr>
      </p:pic>
      <p:grpSp>
        <p:nvGrpSpPr>
          <p:cNvPr id="109" name="object 109"/>
          <p:cNvGrpSpPr/>
          <p:nvPr/>
        </p:nvGrpSpPr>
        <p:grpSpPr>
          <a:xfrm>
            <a:off x="11163300" y="1778000"/>
            <a:ext cx="2667000" cy="1460500"/>
            <a:chOff x="11163300" y="1778000"/>
            <a:chExt cx="2667000" cy="1460500"/>
          </a:xfrm>
        </p:grpSpPr>
        <p:pic>
          <p:nvPicPr>
            <p:cNvPr id="110" name="object 110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1163300" y="1778000"/>
              <a:ext cx="292100" cy="292100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1176000" y="1778000"/>
              <a:ext cx="2654300" cy="1460500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1264900" y="1828800"/>
              <a:ext cx="279400" cy="279400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1356327" y="2234044"/>
              <a:ext cx="1460157" cy="556488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3109536" y="2223795"/>
              <a:ext cx="631367" cy="76136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3109536" y="2465095"/>
              <a:ext cx="611720" cy="76136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3109536" y="2693695"/>
              <a:ext cx="649922" cy="76136"/>
            </a:xfrm>
            <a:prstGeom prst="rect">
              <a:avLst/>
            </a:prstGeom>
          </p:spPr>
        </p:pic>
      </p:grpSp>
      <p:pic>
        <p:nvPicPr>
          <p:cNvPr id="117" name="object 117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4845006" y="2180062"/>
            <a:ext cx="2139007" cy="542074"/>
          </a:xfrm>
          <a:prstGeom prst="rect">
            <a:avLst/>
          </a:prstGeom>
        </p:spPr>
      </p:pic>
      <p:pic>
        <p:nvPicPr>
          <p:cNvPr id="118" name="object 118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9393669" y="4097762"/>
            <a:ext cx="1786661" cy="542074"/>
          </a:xfrm>
          <a:prstGeom prst="rect">
            <a:avLst/>
          </a:prstGeom>
        </p:spPr>
      </p:pic>
      <p:pic>
        <p:nvPicPr>
          <p:cNvPr id="119" name="object 119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9419069" y="5596369"/>
            <a:ext cx="1735861" cy="491261"/>
          </a:xfrm>
          <a:prstGeom prst="rect">
            <a:avLst/>
          </a:prstGeom>
        </p:spPr>
      </p:pic>
      <p:pic>
        <p:nvPicPr>
          <p:cNvPr id="120" name="object 120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9419069" y="7031462"/>
            <a:ext cx="1786661" cy="542074"/>
          </a:xfrm>
          <a:prstGeom prst="rect">
            <a:avLst/>
          </a:prstGeom>
        </p:spPr>
      </p:pic>
      <p:pic>
        <p:nvPicPr>
          <p:cNvPr id="121" name="object 121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9537700" y="1663700"/>
            <a:ext cx="1536700" cy="812800"/>
          </a:xfrm>
          <a:prstGeom prst="rect">
            <a:avLst/>
          </a:prstGeom>
        </p:spPr>
      </p:pic>
      <p:grpSp>
        <p:nvGrpSpPr>
          <p:cNvPr id="122" name="object 122"/>
          <p:cNvGrpSpPr/>
          <p:nvPr/>
        </p:nvGrpSpPr>
        <p:grpSpPr>
          <a:xfrm>
            <a:off x="7251700" y="2578100"/>
            <a:ext cx="1943100" cy="762000"/>
            <a:chOff x="7251700" y="2578100"/>
            <a:chExt cx="1943100" cy="762000"/>
          </a:xfrm>
        </p:grpSpPr>
        <p:pic>
          <p:nvPicPr>
            <p:cNvPr id="123" name="object 123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7251700" y="2616200"/>
              <a:ext cx="1219200" cy="685799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8483600" y="2578100"/>
              <a:ext cx="711200" cy="761999"/>
            </a:xfrm>
            <a:prstGeom prst="rect">
              <a:avLst/>
            </a:prstGeom>
          </p:spPr>
        </p:pic>
      </p:grpSp>
      <p:grpSp>
        <p:nvGrpSpPr>
          <p:cNvPr id="125" name="object 125"/>
          <p:cNvGrpSpPr/>
          <p:nvPr/>
        </p:nvGrpSpPr>
        <p:grpSpPr>
          <a:xfrm>
            <a:off x="9664700" y="2400301"/>
            <a:ext cx="1397000" cy="736600"/>
            <a:chOff x="9664700" y="2400301"/>
            <a:chExt cx="1397000" cy="736600"/>
          </a:xfrm>
        </p:grpSpPr>
        <p:sp>
          <p:nvSpPr>
            <p:cNvPr id="126" name="object 126"/>
            <p:cNvSpPr/>
            <p:nvPr/>
          </p:nvSpPr>
          <p:spPr>
            <a:xfrm>
              <a:off x="10308231" y="2400301"/>
              <a:ext cx="46990" cy="118110"/>
            </a:xfrm>
            <a:custGeom>
              <a:avLst/>
              <a:gdLst/>
              <a:ahLst/>
              <a:cxnLst/>
              <a:rect l="l" t="t" r="r" b="b"/>
              <a:pathLst>
                <a:path w="46990" h="118110">
                  <a:moveTo>
                    <a:pt x="4406" y="91084"/>
                  </a:moveTo>
                  <a:lnTo>
                    <a:pt x="2438" y="91084"/>
                  </a:lnTo>
                  <a:lnTo>
                    <a:pt x="0" y="93510"/>
                  </a:lnTo>
                  <a:lnTo>
                    <a:pt x="0" y="95478"/>
                  </a:lnTo>
                  <a:lnTo>
                    <a:pt x="22237" y="117716"/>
                  </a:lnTo>
                  <a:lnTo>
                    <a:pt x="24206" y="117716"/>
                  </a:lnTo>
                  <a:lnTo>
                    <a:pt x="27620" y="114300"/>
                  </a:lnTo>
                  <a:lnTo>
                    <a:pt x="20104" y="114300"/>
                  </a:lnTo>
                  <a:lnTo>
                    <a:pt x="20104" y="106783"/>
                  </a:lnTo>
                  <a:lnTo>
                    <a:pt x="4406" y="91084"/>
                  </a:lnTo>
                  <a:close/>
                </a:path>
                <a:path w="46990" h="118110">
                  <a:moveTo>
                    <a:pt x="20106" y="106783"/>
                  </a:moveTo>
                  <a:lnTo>
                    <a:pt x="20104" y="114300"/>
                  </a:lnTo>
                  <a:lnTo>
                    <a:pt x="26327" y="114300"/>
                  </a:lnTo>
                  <a:lnTo>
                    <a:pt x="26327" y="109893"/>
                  </a:lnTo>
                  <a:lnTo>
                    <a:pt x="23215" y="109893"/>
                  </a:lnTo>
                  <a:lnTo>
                    <a:pt x="20106" y="106783"/>
                  </a:lnTo>
                  <a:close/>
                </a:path>
                <a:path w="46990" h="118110">
                  <a:moveTo>
                    <a:pt x="44005" y="91084"/>
                  </a:moveTo>
                  <a:lnTo>
                    <a:pt x="42036" y="91084"/>
                  </a:lnTo>
                  <a:lnTo>
                    <a:pt x="26327" y="106783"/>
                  </a:lnTo>
                  <a:lnTo>
                    <a:pt x="26327" y="114300"/>
                  </a:lnTo>
                  <a:lnTo>
                    <a:pt x="27620" y="114300"/>
                  </a:lnTo>
                  <a:lnTo>
                    <a:pt x="46431" y="95478"/>
                  </a:lnTo>
                  <a:lnTo>
                    <a:pt x="46431" y="93510"/>
                  </a:lnTo>
                  <a:lnTo>
                    <a:pt x="44005" y="91084"/>
                  </a:lnTo>
                  <a:close/>
                </a:path>
                <a:path w="46990" h="118110">
                  <a:moveTo>
                    <a:pt x="26327" y="0"/>
                  </a:moveTo>
                  <a:lnTo>
                    <a:pt x="20104" y="0"/>
                  </a:lnTo>
                  <a:lnTo>
                    <a:pt x="20106" y="106783"/>
                  </a:lnTo>
                  <a:lnTo>
                    <a:pt x="23215" y="109893"/>
                  </a:lnTo>
                  <a:lnTo>
                    <a:pt x="26327" y="106783"/>
                  </a:lnTo>
                  <a:lnTo>
                    <a:pt x="26327" y="0"/>
                  </a:lnTo>
                  <a:close/>
                </a:path>
                <a:path w="46990" h="118110">
                  <a:moveTo>
                    <a:pt x="26327" y="106783"/>
                  </a:moveTo>
                  <a:lnTo>
                    <a:pt x="23215" y="109893"/>
                  </a:lnTo>
                  <a:lnTo>
                    <a:pt x="26327" y="109893"/>
                  </a:lnTo>
                  <a:lnTo>
                    <a:pt x="26327" y="1067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7" name="object 127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9664700" y="2527299"/>
              <a:ext cx="1397000" cy="609599"/>
            </a:xfrm>
            <a:prstGeom prst="rect">
              <a:avLst/>
            </a:prstGeom>
          </p:spPr>
        </p:pic>
      </p:grpSp>
      <p:grpSp>
        <p:nvGrpSpPr>
          <p:cNvPr id="128" name="object 128"/>
          <p:cNvGrpSpPr/>
          <p:nvPr/>
        </p:nvGrpSpPr>
        <p:grpSpPr>
          <a:xfrm>
            <a:off x="520703" y="3403599"/>
            <a:ext cx="2153920" cy="1185545"/>
            <a:chOff x="520703" y="3403599"/>
            <a:chExt cx="2153920" cy="1185545"/>
          </a:xfrm>
        </p:grpSpPr>
        <p:pic>
          <p:nvPicPr>
            <p:cNvPr id="129" name="object 129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520703" y="3403599"/>
              <a:ext cx="2153894" cy="1185155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92844" y="3444829"/>
              <a:ext cx="226720" cy="226720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626960" y="3772624"/>
              <a:ext cx="1217701" cy="448881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2085352" y="3774618"/>
              <a:ext cx="393141" cy="429907"/>
            </a:xfrm>
            <a:prstGeom prst="rect">
              <a:avLst/>
            </a:prstGeom>
          </p:spPr>
        </p:pic>
      </p:grpSp>
      <p:grpSp>
        <p:nvGrpSpPr>
          <p:cNvPr id="133" name="object 133"/>
          <p:cNvGrpSpPr/>
          <p:nvPr/>
        </p:nvGrpSpPr>
        <p:grpSpPr>
          <a:xfrm>
            <a:off x="546096" y="4889500"/>
            <a:ext cx="1813560" cy="998219"/>
            <a:chOff x="546096" y="4889500"/>
            <a:chExt cx="1813560" cy="998219"/>
          </a:xfrm>
        </p:grpSpPr>
        <p:pic>
          <p:nvPicPr>
            <p:cNvPr id="134" name="object 134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546096" y="4889500"/>
              <a:ext cx="1813153" cy="997671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06834" y="4924204"/>
              <a:ext cx="190855" cy="190855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633353" y="5199626"/>
              <a:ext cx="998461" cy="384416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863217" y="5201175"/>
              <a:ext cx="325056" cy="369354"/>
            </a:xfrm>
            <a:prstGeom prst="rect">
              <a:avLst/>
            </a:prstGeom>
          </p:spPr>
        </p:pic>
      </p:grpSp>
      <p:grpSp>
        <p:nvGrpSpPr>
          <p:cNvPr id="138" name="object 138"/>
          <p:cNvGrpSpPr/>
          <p:nvPr/>
        </p:nvGrpSpPr>
        <p:grpSpPr>
          <a:xfrm>
            <a:off x="558803" y="6273799"/>
            <a:ext cx="2153920" cy="1185545"/>
            <a:chOff x="558803" y="6273799"/>
            <a:chExt cx="2153920" cy="1185545"/>
          </a:xfrm>
        </p:grpSpPr>
        <p:pic>
          <p:nvPicPr>
            <p:cNvPr id="139" name="object 139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558803" y="6273799"/>
              <a:ext cx="2153894" cy="1185155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30944" y="6315029"/>
              <a:ext cx="226720" cy="226720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662444" y="6642823"/>
              <a:ext cx="1250518" cy="448881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2110752" y="6657517"/>
              <a:ext cx="393941" cy="430072"/>
            </a:xfrm>
            <a:prstGeom prst="rect">
              <a:avLst/>
            </a:prstGeom>
          </p:spPr>
        </p:pic>
      </p:grpSp>
      <p:pic>
        <p:nvPicPr>
          <p:cNvPr id="143" name="object 143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1430197" y="1287893"/>
            <a:ext cx="2128685" cy="382727"/>
          </a:xfrm>
          <a:prstGeom prst="rect">
            <a:avLst/>
          </a:prstGeom>
        </p:spPr>
      </p:pic>
      <p:pic>
        <p:nvPicPr>
          <p:cNvPr id="144" name="object 144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11271415" y="1306626"/>
            <a:ext cx="2534780" cy="358800"/>
          </a:xfrm>
          <a:prstGeom prst="rect">
            <a:avLst/>
          </a:prstGeom>
        </p:spPr>
      </p:pic>
      <p:pic>
        <p:nvPicPr>
          <p:cNvPr id="145" name="object 145"/>
          <p:cNvPicPr/>
          <p:nvPr/>
        </p:nvPicPr>
        <p:blipFill>
          <a:blip r:embed="rId81" cstate="print"/>
          <a:stretch>
            <a:fillRect/>
          </a:stretch>
        </p:blipFill>
        <p:spPr>
          <a:xfrm>
            <a:off x="6915848" y="1268526"/>
            <a:ext cx="2255939" cy="358800"/>
          </a:xfrm>
          <a:prstGeom prst="rect">
            <a:avLst/>
          </a:prstGeom>
        </p:spPr>
      </p:pic>
      <p:pic>
        <p:nvPicPr>
          <p:cNvPr id="146" name="object 146"/>
          <p:cNvPicPr/>
          <p:nvPr/>
        </p:nvPicPr>
        <p:blipFill>
          <a:blip r:embed="rId82" cstate="print"/>
          <a:stretch>
            <a:fillRect/>
          </a:stretch>
        </p:blipFill>
        <p:spPr>
          <a:xfrm>
            <a:off x="4445000" y="4279900"/>
            <a:ext cx="1333499" cy="317500"/>
          </a:xfrm>
          <a:prstGeom prst="rect">
            <a:avLst/>
          </a:prstGeom>
        </p:spPr>
      </p:pic>
      <p:pic>
        <p:nvPicPr>
          <p:cNvPr id="147" name="object 147"/>
          <p:cNvPicPr/>
          <p:nvPr/>
        </p:nvPicPr>
        <p:blipFill>
          <a:blip r:embed="rId83" cstate="print"/>
          <a:stretch>
            <a:fillRect/>
          </a:stretch>
        </p:blipFill>
        <p:spPr>
          <a:xfrm>
            <a:off x="2768600" y="4076700"/>
            <a:ext cx="660400" cy="546100"/>
          </a:xfrm>
          <a:prstGeom prst="rect">
            <a:avLst/>
          </a:prstGeom>
        </p:spPr>
      </p:pic>
      <p:pic>
        <p:nvPicPr>
          <p:cNvPr id="148" name="object 148"/>
          <p:cNvPicPr/>
          <p:nvPr/>
        </p:nvPicPr>
        <p:blipFill>
          <a:blip r:embed="rId84" cstate="print"/>
          <a:stretch>
            <a:fillRect/>
          </a:stretch>
        </p:blipFill>
        <p:spPr>
          <a:xfrm>
            <a:off x="5892800" y="4343400"/>
            <a:ext cx="698500" cy="266700"/>
          </a:xfrm>
          <a:prstGeom prst="rect">
            <a:avLst/>
          </a:prstGeom>
        </p:spPr>
      </p:pic>
      <p:pic>
        <p:nvPicPr>
          <p:cNvPr id="149" name="object 149"/>
          <p:cNvPicPr/>
          <p:nvPr/>
        </p:nvPicPr>
        <p:blipFill>
          <a:blip r:embed="rId85" cstate="print"/>
          <a:stretch>
            <a:fillRect/>
          </a:stretch>
        </p:blipFill>
        <p:spPr>
          <a:xfrm>
            <a:off x="6794500" y="3911600"/>
            <a:ext cx="2590799" cy="838200"/>
          </a:xfrm>
          <a:prstGeom prst="rect">
            <a:avLst/>
          </a:prstGeom>
        </p:spPr>
      </p:pic>
      <p:pic>
        <p:nvPicPr>
          <p:cNvPr id="150" name="object 150"/>
          <p:cNvPicPr/>
          <p:nvPr/>
        </p:nvPicPr>
        <p:blipFill>
          <a:blip r:embed="rId86" cstate="print"/>
          <a:stretch>
            <a:fillRect/>
          </a:stretch>
        </p:blipFill>
        <p:spPr>
          <a:xfrm>
            <a:off x="2730500" y="3403600"/>
            <a:ext cx="1143000" cy="647699"/>
          </a:xfrm>
          <a:prstGeom prst="rect">
            <a:avLst/>
          </a:prstGeom>
        </p:spPr>
      </p:pic>
      <p:pic>
        <p:nvPicPr>
          <p:cNvPr id="151" name="object 151"/>
          <p:cNvPicPr/>
          <p:nvPr/>
        </p:nvPicPr>
        <p:blipFill>
          <a:blip r:embed="rId87" cstate="print"/>
          <a:stretch>
            <a:fillRect/>
          </a:stretch>
        </p:blipFill>
        <p:spPr>
          <a:xfrm>
            <a:off x="7277100" y="5575300"/>
            <a:ext cx="1206499" cy="469900"/>
          </a:xfrm>
          <a:prstGeom prst="rect">
            <a:avLst/>
          </a:prstGeom>
        </p:spPr>
      </p:pic>
      <p:pic>
        <p:nvPicPr>
          <p:cNvPr id="152" name="object 152"/>
          <p:cNvPicPr/>
          <p:nvPr/>
        </p:nvPicPr>
        <p:blipFill>
          <a:blip r:embed="rId88" cstate="print"/>
          <a:stretch>
            <a:fillRect/>
          </a:stretch>
        </p:blipFill>
        <p:spPr>
          <a:xfrm>
            <a:off x="7327900" y="6845300"/>
            <a:ext cx="1231900" cy="850900"/>
          </a:xfrm>
          <a:prstGeom prst="rect">
            <a:avLst/>
          </a:prstGeom>
        </p:spPr>
      </p:pic>
      <p:pic>
        <p:nvPicPr>
          <p:cNvPr id="153" name="object 153"/>
          <p:cNvPicPr/>
          <p:nvPr/>
        </p:nvPicPr>
        <p:blipFill>
          <a:blip r:embed="rId89" cstate="print"/>
          <a:stretch>
            <a:fillRect/>
          </a:stretch>
        </p:blipFill>
        <p:spPr>
          <a:xfrm>
            <a:off x="4533900" y="7150100"/>
            <a:ext cx="1904999" cy="520699"/>
          </a:xfrm>
          <a:prstGeom prst="rect">
            <a:avLst/>
          </a:prstGeom>
        </p:spPr>
      </p:pic>
      <p:pic>
        <p:nvPicPr>
          <p:cNvPr id="154" name="object 154"/>
          <p:cNvPicPr/>
          <p:nvPr/>
        </p:nvPicPr>
        <p:blipFill>
          <a:blip r:embed="rId90" cstate="print"/>
          <a:stretch>
            <a:fillRect/>
          </a:stretch>
        </p:blipFill>
        <p:spPr>
          <a:xfrm>
            <a:off x="9626600" y="5537200"/>
            <a:ext cx="101600" cy="101600"/>
          </a:xfrm>
          <a:prstGeom prst="rect">
            <a:avLst/>
          </a:prstGeom>
        </p:spPr>
      </p:pic>
      <p:sp>
        <p:nvSpPr>
          <p:cNvPr id="155" name="object 155"/>
          <p:cNvSpPr/>
          <p:nvPr/>
        </p:nvSpPr>
        <p:spPr>
          <a:xfrm>
            <a:off x="520700" y="3257549"/>
            <a:ext cx="13379450" cy="38100"/>
          </a:xfrm>
          <a:custGeom>
            <a:avLst/>
            <a:gdLst/>
            <a:ahLst/>
            <a:cxnLst/>
            <a:rect l="l" t="t" r="r" b="b"/>
            <a:pathLst>
              <a:path w="13379450" h="38100">
                <a:moveTo>
                  <a:pt x="13379450" y="0"/>
                </a:moveTo>
                <a:lnTo>
                  <a:pt x="10674350" y="0"/>
                </a:lnTo>
                <a:lnTo>
                  <a:pt x="6242050" y="0"/>
                </a:lnTo>
                <a:lnTo>
                  <a:pt x="0" y="0"/>
                </a:lnTo>
                <a:lnTo>
                  <a:pt x="0" y="38100"/>
                </a:lnTo>
                <a:lnTo>
                  <a:pt x="6242050" y="38100"/>
                </a:lnTo>
                <a:lnTo>
                  <a:pt x="10674350" y="38100"/>
                </a:lnTo>
                <a:lnTo>
                  <a:pt x="13379450" y="38100"/>
                </a:lnTo>
                <a:lnTo>
                  <a:pt x="13379450" y="0"/>
                </a:lnTo>
                <a:close/>
              </a:path>
            </a:pathLst>
          </a:custGeom>
          <a:solidFill>
            <a:srgbClr val="FD9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546100" y="4743475"/>
            <a:ext cx="13290550" cy="38100"/>
          </a:xfrm>
          <a:custGeom>
            <a:avLst/>
            <a:gdLst/>
            <a:ahLst/>
            <a:cxnLst/>
            <a:rect l="l" t="t" r="r" b="b"/>
            <a:pathLst>
              <a:path w="13290550" h="38100">
                <a:moveTo>
                  <a:pt x="13290550" y="0"/>
                </a:moveTo>
                <a:lnTo>
                  <a:pt x="6204369" y="0"/>
                </a:lnTo>
                <a:lnTo>
                  <a:pt x="2271128" y="0"/>
                </a:lnTo>
                <a:lnTo>
                  <a:pt x="0" y="0"/>
                </a:lnTo>
                <a:lnTo>
                  <a:pt x="0" y="38074"/>
                </a:lnTo>
                <a:lnTo>
                  <a:pt x="2271128" y="38074"/>
                </a:lnTo>
                <a:lnTo>
                  <a:pt x="6204369" y="38074"/>
                </a:lnTo>
                <a:lnTo>
                  <a:pt x="13290550" y="38074"/>
                </a:lnTo>
                <a:lnTo>
                  <a:pt x="13290550" y="0"/>
                </a:lnTo>
                <a:close/>
              </a:path>
            </a:pathLst>
          </a:custGeom>
          <a:solidFill>
            <a:srgbClr val="FD9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558800" y="6102350"/>
            <a:ext cx="13322300" cy="38100"/>
          </a:xfrm>
          <a:custGeom>
            <a:avLst/>
            <a:gdLst/>
            <a:ahLst/>
            <a:cxnLst/>
            <a:rect l="l" t="t" r="r" b="b"/>
            <a:pathLst>
              <a:path w="13322300" h="38100">
                <a:moveTo>
                  <a:pt x="13322300" y="0"/>
                </a:moveTo>
                <a:lnTo>
                  <a:pt x="0" y="0"/>
                </a:lnTo>
                <a:lnTo>
                  <a:pt x="0" y="19050"/>
                </a:lnTo>
                <a:lnTo>
                  <a:pt x="0" y="38100"/>
                </a:lnTo>
                <a:lnTo>
                  <a:pt x="13322300" y="38100"/>
                </a:lnTo>
                <a:lnTo>
                  <a:pt x="13322300" y="19050"/>
                </a:lnTo>
                <a:lnTo>
                  <a:pt x="13322300" y="0"/>
                </a:lnTo>
                <a:close/>
              </a:path>
            </a:pathLst>
          </a:custGeom>
          <a:solidFill>
            <a:srgbClr val="FD9B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34100" y="3200400"/>
            <a:ext cx="4572000" cy="2171700"/>
            <a:chOff x="6134100" y="3200400"/>
            <a:chExt cx="4572000" cy="2171700"/>
          </a:xfrm>
        </p:grpSpPr>
        <p:sp>
          <p:nvSpPr>
            <p:cNvPr id="3" name="object 3"/>
            <p:cNvSpPr/>
            <p:nvPr/>
          </p:nvSpPr>
          <p:spPr>
            <a:xfrm>
              <a:off x="6134100" y="3200399"/>
              <a:ext cx="12700" cy="1780539"/>
            </a:xfrm>
            <a:custGeom>
              <a:avLst/>
              <a:gdLst/>
              <a:ahLst/>
              <a:cxnLst/>
              <a:rect l="l" t="t" r="r" b="b"/>
              <a:pathLst>
                <a:path w="12700" h="1780539">
                  <a:moveTo>
                    <a:pt x="6350" y="1755038"/>
                  </a:moveTo>
                  <a:lnTo>
                    <a:pt x="0" y="1755038"/>
                  </a:lnTo>
                  <a:lnTo>
                    <a:pt x="0" y="1780286"/>
                  </a:lnTo>
                  <a:lnTo>
                    <a:pt x="6350" y="1780286"/>
                  </a:lnTo>
                  <a:lnTo>
                    <a:pt x="6350" y="1755038"/>
                  </a:lnTo>
                  <a:close/>
                </a:path>
                <a:path w="12700" h="1780539">
                  <a:moveTo>
                    <a:pt x="12700" y="1704530"/>
                  </a:moveTo>
                  <a:lnTo>
                    <a:pt x="6350" y="1704530"/>
                  </a:lnTo>
                  <a:lnTo>
                    <a:pt x="0" y="1704530"/>
                  </a:lnTo>
                  <a:lnTo>
                    <a:pt x="0" y="1729790"/>
                  </a:lnTo>
                  <a:lnTo>
                    <a:pt x="6350" y="1729790"/>
                  </a:lnTo>
                  <a:lnTo>
                    <a:pt x="12700" y="1729790"/>
                  </a:lnTo>
                  <a:lnTo>
                    <a:pt x="12700" y="1704530"/>
                  </a:lnTo>
                  <a:close/>
                </a:path>
                <a:path w="12700" h="1780539">
                  <a:moveTo>
                    <a:pt x="12700" y="1654022"/>
                  </a:moveTo>
                  <a:lnTo>
                    <a:pt x="6350" y="1654022"/>
                  </a:lnTo>
                  <a:lnTo>
                    <a:pt x="0" y="1654022"/>
                  </a:lnTo>
                  <a:lnTo>
                    <a:pt x="0" y="1679282"/>
                  </a:lnTo>
                  <a:lnTo>
                    <a:pt x="6350" y="1679282"/>
                  </a:lnTo>
                  <a:lnTo>
                    <a:pt x="12700" y="1679282"/>
                  </a:lnTo>
                  <a:lnTo>
                    <a:pt x="12700" y="1654022"/>
                  </a:lnTo>
                  <a:close/>
                </a:path>
                <a:path w="12700" h="1780539">
                  <a:moveTo>
                    <a:pt x="12700" y="1603527"/>
                  </a:moveTo>
                  <a:lnTo>
                    <a:pt x="6350" y="1603527"/>
                  </a:lnTo>
                  <a:lnTo>
                    <a:pt x="0" y="1603527"/>
                  </a:lnTo>
                  <a:lnTo>
                    <a:pt x="0" y="1628775"/>
                  </a:lnTo>
                  <a:lnTo>
                    <a:pt x="6350" y="1628775"/>
                  </a:lnTo>
                  <a:lnTo>
                    <a:pt x="12700" y="1628775"/>
                  </a:lnTo>
                  <a:lnTo>
                    <a:pt x="12700" y="1603527"/>
                  </a:lnTo>
                  <a:close/>
                </a:path>
                <a:path w="12700" h="1780539">
                  <a:moveTo>
                    <a:pt x="12700" y="1553019"/>
                  </a:moveTo>
                  <a:lnTo>
                    <a:pt x="6350" y="1553019"/>
                  </a:lnTo>
                  <a:lnTo>
                    <a:pt x="0" y="1553019"/>
                  </a:lnTo>
                  <a:lnTo>
                    <a:pt x="0" y="1578267"/>
                  </a:lnTo>
                  <a:lnTo>
                    <a:pt x="6350" y="1578267"/>
                  </a:lnTo>
                  <a:lnTo>
                    <a:pt x="12700" y="1578267"/>
                  </a:lnTo>
                  <a:lnTo>
                    <a:pt x="12700" y="1553019"/>
                  </a:lnTo>
                  <a:close/>
                </a:path>
                <a:path w="12700" h="1780539">
                  <a:moveTo>
                    <a:pt x="12700" y="1502511"/>
                  </a:moveTo>
                  <a:lnTo>
                    <a:pt x="6350" y="1502511"/>
                  </a:lnTo>
                  <a:lnTo>
                    <a:pt x="0" y="1502511"/>
                  </a:lnTo>
                  <a:lnTo>
                    <a:pt x="0" y="1527771"/>
                  </a:lnTo>
                  <a:lnTo>
                    <a:pt x="6350" y="1527771"/>
                  </a:lnTo>
                  <a:lnTo>
                    <a:pt x="12700" y="1527771"/>
                  </a:lnTo>
                  <a:lnTo>
                    <a:pt x="12700" y="1502511"/>
                  </a:lnTo>
                  <a:close/>
                </a:path>
                <a:path w="12700" h="1780539">
                  <a:moveTo>
                    <a:pt x="12700" y="1452003"/>
                  </a:moveTo>
                  <a:lnTo>
                    <a:pt x="6350" y="1452003"/>
                  </a:lnTo>
                  <a:lnTo>
                    <a:pt x="0" y="1452003"/>
                  </a:lnTo>
                  <a:lnTo>
                    <a:pt x="0" y="1477264"/>
                  </a:lnTo>
                  <a:lnTo>
                    <a:pt x="6350" y="1477264"/>
                  </a:lnTo>
                  <a:lnTo>
                    <a:pt x="12700" y="1477264"/>
                  </a:lnTo>
                  <a:lnTo>
                    <a:pt x="12700" y="1452003"/>
                  </a:lnTo>
                  <a:close/>
                </a:path>
                <a:path w="12700" h="1780539">
                  <a:moveTo>
                    <a:pt x="12700" y="1401508"/>
                  </a:moveTo>
                  <a:lnTo>
                    <a:pt x="6350" y="1401508"/>
                  </a:lnTo>
                  <a:lnTo>
                    <a:pt x="0" y="1401508"/>
                  </a:lnTo>
                  <a:lnTo>
                    <a:pt x="0" y="1426756"/>
                  </a:lnTo>
                  <a:lnTo>
                    <a:pt x="6350" y="1426756"/>
                  </a:lnTo>
                  <a:lnTo>
                    <a:pt x="12700" y="1426756"/>
                  </a:lnTo>
                  <a:lnTo>
                    <a:pt x="12700" y="1401508"/>
                  </a:lnTo>
                  <a:close/>
                </a:path>
                <a:path w="12700" h="1780539">
                  <a:moveTo>
                    <a:pt x="12700" y="1351000"/>
                  </a:moveTo>
                  <a:lnTo>
                    <a:pt x="6350" y="1351000"/>
                  </a:lnTo>
                  <a:lnTo>
                    <a:pt x="0" y="1351000"/>
                  </a:lnTo>
                  <a:lnTo>
                    <a:pt x="0" y="1376248"/>
                  </a:lnTo>
                  <a:lnTo>
                    <a:pt x="6350" y="1376248"/>
                  </a:lnTo>
                  <a:lnTo>
                    <a:pt x="12700" y="1376248"/>
                  </a:lnTo>
                  <a:lnTo>
                    <a:pt x="12700" y="1351000"/>
                  </a:lnTo>
                  <a:close/>
                </a:path>
                <a:path w="12700" h="1780539">
                  <a:moveTo>
                    <a:pt x="12700" y="1300492"/>
                  </a:moveTo>
                  <a:lnTo>
                    <a:pt x="6350" y="1300492"/>
                  </a:lnTo>
                  <a:lnTo>
                    <a:pt x="0" y="1300492"/>
                  </a:lnTo>
                  <a:lnTo>
                    <a:pt x="0" y="1325753"/>
                  </a:lnTo>
                  <a:lnTo>
                    <a:pt x="6350" y="1325753"/>
                  </a:lnTo>
                  <a:lnTo>
                    <a:pt x="12700" y="1325753"/>
                  </a:lnTo>
                  <a:lnTo>
                    <a:pt x="12700" y="1300492"/>
                  </a:lnTo>
                  <a:close/>
                </a:path>
                <a:path w="12700" h="1780539">
                  <a:moveTo>
                    <a:pt x="12700" y="1249984"/>
                  </a:moveTo>
                  <a:lnTo>
                    <a:pt x="6350" y="1249984"/>
                  </a:lnTo>
                  <a:lnTo>
                    <a:pt x="0" y="1249984"/>
                  </a:lnTo>
                  <a:lnTo>
                    <a:pt x="0" y="1275245"/>
                  </a:lnTo>
                  <a:lnTo>
                    <a:pt x="6350" y="1275245"/>
                  </a:lnTo>
                  <a:lnTo>
                    <a:pt x="12700" y="1275245"/>
                  </a:lnTo>
                  <a:lnTo>
                    <a:pt x="12700" y="1249984"/>
                  </a:lnTo>
                  <a:close/>
                </a:path>
                <a:path w="12700" h="1780539">
                  <a:moveTo>
                    <a:pt x="12700" y="1199489"/>
                  </a:moveTo>
                  <a:lnTo>
                    <a:pt x="6350" y="1199489"/>
                  </a:lnTo>
                  <a:lnTo>
                    <a:pt x="0" y="1199489"/>
                  </a:lnTo>
                  <a:lnTo>
                    <a:pt x="0" y="1224749"/>
                  </a:lnTo>
                  <a:lnTo>
                    <a:pt x="6350" y="1224749"/>
                  </a:lnTo>
                  <a:lnTo>
                    <a:pt x="12700" y="1224749"/>
                  </a:lnTo>
                  <a:lnTo>
                    <a:pt x="12700" y="1199489"/>
                  </a:lnTo>
                  <a:close/>
                </a:path>
                <a:path w="12700" h="1780539">
                  <a:moveTo>
                    <a:pt x="12700" y="1148981"/>
                  </a:moveTo>
                  <a:lnTo>
                    <a:pt x="6350" y="1148981"/>
                  </a:lnTo>
                  <a:lnTo>
                    <a:pt x="0" y="1148981"/>
                  </a:lnTo>
                  <a:lnTo>
                    <a:pt x="0" y="1174229"/>
                  </a:lnTo>
                  <a:lnTo>
                    <a:pt x="6350" y="1174229"/>
                  </a:lnTo>
                  <a:lnTo>
                    <a:pt x="12700" y="1174229"/>
                  </a:lnTo>
                  <a:lnTo>
                    <a:pt x="12700" y="1148981"/>
                  </a:lnTo>
                  <a:close/>
                </a:path>
                <a:path w="12700" h="1780539">
                  <a:moveTo>
                    <a:pt x="12700" y="1098473"/>
                  </a:moveTo>
                  <a:lnTo>
                    <a:pt x="6350" y="1098473"/>
                  </a:lnTo>
                  <a:lnTo>
                    <a:pt x="0" y="1098473"/>
                  </a:lnTo>
                  <a:lnTo>
                    <a:pt x="0" y="1123734"/>
                  </a:lnTo>
                  <a:lnTo>
                    <a:pt x="6350" y="1123734"/>
                  </a:lnTo>
                  <a:lnTo>
                    <a:pt x="12700" y="1123734"/>
                  </a:lnTo>
                  <a:lnTo>
                    <a:pt x="12700" y="1098473"/>
                  </a:lnTo>
                  <a:close/>
                </a:path>
                <a:path w="12700" h="1780539">
                  <a:moveTo>
                    <a:pt x="12700" y="1047965"/>
                  </a:moveTo>
                  <a:lnTo>
                    <a:pt x="6350" y="1047965"/>
                  </a:lnTo>
                  <a:lnTo>
                    <a:pt x="0" y="1047965"/>
                  </a:lnTo>
                  <a:lnTo>
                    <a:pt x="0" y="1073226"/>
                  </a:lnTo>
                  <a:lnTo>
                    <a:pt x="6350" y="1073226"/>
                  </a:lnTo>
                  <a:lnTo>
                    <a:pt x="12700" y="1073226"/>
                  </a:lnTo>
                  <a:lnTo>
                    <a:pt x="12700" y="1047965"/>
                  </a:lnTo>
                  <a:close/>
                </a:path>
                <a:path w="12700" h="1780539">
                  <a:moveTo>
                    <a:pt x="12700" y="997470"/>
                  </a:moveTo>
                  <a:lnTo>
                    <a:pt x="6350" y="997470"/>
                  </a:lnTo>
                  <a:lnTo>
                    <a:pt x="0" y="997470"/>
                  </a:lnTo>
                  <a:lnTo>
                    <a:pt x="0" y="1022718"/>
                  </a:lnTo>
                  <a:lnTo>
                    <a:pt x="6350" y="1022718"/>
                  </a:lnTo>
                  <a:lnTo>
                    <a:pt x="12700" y="1022718"/>
                  </a:lnTo>
                  <a:lnTo>
                    <a:pt x="12700" y="997470"/>
                  </a:lnTo>
                  <a:close/>
                </a:path>
                <a:path w="12700" h="1780539">
                  <a:moveTo>
                    <a:pt x="12700" y="946962"/>
                  </a:moveTo>
                  <a:lnTo>
                    <a:pt x="6350" y="946962"/>
                  </a:lnTo>
                  <a:lnTo>
                    <a:pt x="0" y="946962"/>
                  </a:lnTo>
                  <a:lnTo>
                    <a:pt x="0" y="972210"/>
                  </a:lnTo>
                  <a:lnTo>
                    <a:pt x="6350" y="972210"/>
                  </a:lnTo>
                  <a:lnTo>
                    <a:pt x="12700" y="972210"/>
                  </a:lnTo>
                  <a:lnTo>
                    <a:pt x="12700" y="946962"/>
                  </a:lnTo>
                  <a:close/>
                </a:path>
                <a:path w="12700" h="1780539">
                  <a:moveTo>
                    <a:pt x="12700" y="896454"/>
                  </a:moveTo>
                  <a:lnTo>
                    <a:pt x="6350" y="896454"/>
                  </a:lnTo>
                  <a:lnTo>
                    <a:pt x="0" y="896454"/>
                  </a:lnTo>
                  <a:lnTo>
                    <a:pt x="0" y="921715"/>
                  </a:lnTo>
                  <a:lnTo>
                    <a:pt x="6350" y="921715"/>
                  </a:lnTo>
                  <a:lnTo>
                    <a:pt x="12700" y="921715"/>
                  </a:lnTo>
                  <a:lnTo>
                    <a:pt x="12700" y="896454"/>
                  </a:lnTo>
                  <a:close/>
                </a:path>
                <a:path w="12700" h="1780539">
                  <a:moveTo>
                    <a:pt x="12700" y="845947"/>
                  </a:moveTo>
                  <a:lnTo>
                    <a:pt x="6350" y="845947"/>
                  </a:lnTo>
                  <a:lnTo>
                    <a:pt x="0" y="845947"/>
                  </a:lnTo>
                  <a:lnTo>
                    <a:pt x="0" y="871207"/>
                  </a:lnTo>
                  <a:lnTo>
                    <a:pt x="6350" y="871207"/>
                  </a:lnTo>
                  <a:lnTo>
                    <a:pt x="12700" y="871207"/>
                  </a:lnTo>
                  <a:lnTo>
                    <a:pt x="12700" y="845947"/>
                  </a:lnTo>
                  <a:close/>
                </a:path>
                <a:path w="12700" h="1780539">
                  <a:moveTo>
                    <a:pt x="12700" y="795451"/>
                  </a:moveTo>
                  <a:lnTo>
                    <a:pt x="6350" y="795451"/>
                  </a:lnTo>
                  <a:lnTo>
                    <a:pt x="0" y="795451"/>
                  </a:lnTo>
                  <a:lnTo>
                    <a:pt x="0" y="820699"/>
                  </a:lnTo>
                  <a:lnTo>
                    <a:pt x="6350" y="820699"/>
                  </a:lnTo>
                  <a:lnTo>
                    <a:pt x="12700" y="820699"/>
                  </a:lnTo>
                  <a:lnTo>
                    <a:pt x="12700" y="795451"/>
                  </a:lnTo>
                  <a:close/>
                </a:path>
                <a:path w="12700" h="1780539">
                  <a:moveTo>
                    <a:pt x="12700" y="744943"/>
                  </a:moveTo>
                  <a:lnTo>
                    <a:pt x="6350" y="744943"/>
                  </a:lnTo>
                  <a:lnTo>
                    <a:pt x="0" y="744943"/>
                  </a:lnTo>
                  <a:lnTo>
                    <a:pt x="0" y="770191"/>
                  </a:lnTo>
                  <a:lnTo>
                    <a:pt x="6350" y="770191"/>
                  </a:lnTo>
                  <a:lnTo>
                    <a:pt x="12700" y="770191"/>
                  </a:lnTo>
                  <a:lnTo>
                    <a:pt x="12700" y="744943"/>
                  </a:lnTo>
                  <a:close/>
                </a:path>
                <a:path w="12700" h="1780539">
                  <a:moveTo>
                    <a:pt x="12700" y="694436"/>
                  </a:moveTo>
                  <a:lnTo>
                    <a:pt x="6350" y="694436"/>
                  </a:lnTo>
                  <a:lnTo>
                    <a:pt x="0" y="694436"/>
                  </a:lnTo>
                  <a:lnTo>
                    <a:pt x="0" y="719696"/>
                  </a:lnTo>
                  <a:lnTo>
                    <a:pt x="6350" y="719696"/>
                  </a:lnTo>
                  <a:lnTo>
                    <a:pt x="12700" y="719696"/>
                  </a:lnTo>
                  <a:lnTo>
                    <a:pt x="12700" y="694436"/>
                  </a:lnTo>
                  <a:close/>
                </a:path>
                <a:path w="12700" h="1780539">
                  <a:moveTo>
                    <a:pt x="12700" y="643928"/>
                  </a:moveTo>
                  <a:lnTo>
                    <a:pt x="6350" y="643928"/>
                  </a:lnTo>
                  <a:lnTo>
                    <a:pt x="0" y="643928"/>
                  </a:lnTo>
                  <a:lnTo>
                    <a:pt x="0" y="669188"/>
                  </a:lnTo>
                  <a:lnTo>
                    <a:pt x="6350" y="669188"/>
                  </a:lnTo>
                  <a:lnTo>
                    <a:pt x="12700" y="669188"/>
                  </a:lnTo>
                  <a:lnTo>
                    <a:pt x="12700" y="643928"/>
                  </a:lnTo>
                  <a:close/>
                </a:path>
                <a:path w="12700" h="1780539">
                  <a:moveTo>
                    <a:pt x="12700" y="593432"/>
                  </a:moveTo>
                  <a:lnTo>
                    <a:pt x="6350" y="593432"/>
                  </a:lnTo>
                  <a:lnTo>
                    <a:pt x="0" y="593432"/>
                  </a:lnTo>
                  <a:lnTo>
                    <a:pt x="0" y="618680"/>
                  </a:lnTo>
                  <a:lnTo>
                    <a:pt x="6350" y="618680"/>
                  </a:lnTo>
                  <a:lnTo>
                    <a:pt x="12700" y="618680"/>
                  </a:lnTo>
                  <a:lnTo>
                    <a:pt x="12700" y="593432"/>
                  </a:lnTo>
                  <a:close/>
                </a:path>
                <a:path w="12700" h="1780539">
                  <a:moveTo>
                    <a:pt x="12700" y="542925"/>
                  </a:moveTo>
                  <a:lnTo>
                    <a:pt x="6350" y="542925"/>
                  </a:lnTo>
                  <a:lnTo>
                    <a:pt x="0" y="542925"/>
                  </a:lnTo>
                  <a:lnTo>
                    <a:pt x="0" y="568172"/>
                  </a:lnTo>
                  <a:lnTo>
                    <a:pt x="6350" y="568172"/>
                  </a:lnTo>
                  <a:lnTo>
                    <a:pt x="12700" y="568172"/>
                  </a:lnTo>
                  <a:lnTo>
                    <a:pt x="12700" y="542925"/>
                  </a:lnTo>
                  <a:close/>
                </a:path>
                <a:path w="12700" h="1780539">
                  <a:moveTo>
                    <a:pt x="12700" y="492417"/>
                  </a:moveTo>
                  <a:lnTo>
                    <a:pt x="6350" y="492417"/>
                  </a:lnTo>
                  <a:lnTo>
                    <a:pt x="0" y="492417"/>
                  </a:lnTo>
                  <a:lnTo>
                    <a:pt x="0" y="517677"/>
                  </a:lnTo>
                  <a:lnTo>
                    <a:pt x="6350" y="517677"/>
                  </a:lnTo>
                  <a:lnTo>
                    <a:pt x="12700" y="517677"/>
                  </a:lnTo>
                  <a:lnTo>
                    <a:pt x="12700" y="492417"/>
                  </a:lnTo>
                  <a:close/>
                </a:path>
                <a:path w="12700" h="1780539">
                  <a:moveTo>
                    <a:pt x="12700" y="441921"/>
                  </a:moveTo>
                  <a:lnTo>
                    <a:pt x="6350" y="441921"/>
                  </a:lnTo>
                  <a:lnTo>
                    <a:pt x="0" y="441921"/>
                  </a:lnTo>
                  <a:lnTo>
                    <a:pt x="0" y="467169"/>
                  </a:lnTo>
                  <a:lnTo>
                    <a:pt x="6350" y="467169"/>
                  </a:lnTo>
                  <a:lnTo>
                    <a:pt x="12700" y="467169"/>
                  </a:lnTo>
                  <a:lnTo>
                    <a:pt x="12700" y="441921"/>
                  </a:lnTo>
                  <a:close/>
                </a:path>
                <a:path w="12700" h="1780539">
                  <a:moveTo>
                    <a:pt x="12700" y="391414"/>
                  </a:moveTo>
                  <a:lnTo>
                    <a:pt x="6350" y="391414"/>
                  </a:lnTo>
                  <a:lnTo>
                    <a:pt x="0" y="391414"/>
                  </a:lnTo>
                  <a:lnTo>
                    <a:pt x="0" y="416661"/>
                  </a:lnTo>
                  <a:lnTo>
                    <a:pt x="6350" y="416661"/>
                  </a:lnTo>
                  <a:lnTo>
                    <a:pt x="12700" y="416661"/>
                  </a:lnTo>
                  <a:lnTo>
                    <a:pt x="12700" y="391414"/>
                  </a:lnTo>
                  <a:close/>
                </a:path>
                <a:path w="12700" h="1780539">
                  <a:moveTo>
                    <a:pt x="12700" y="340906"/>
                  </a:moveTo>
                  <a:lnTo>
                    <a:pt x="6350" y="340906"/>
                  </a:lnTo>
                  <a:lnTo>
                    <a:pt x="0" y="340906"/>
                  </a:lnTo>
                  <a:lnTo>
                    <a:pt x="0" y="366153"/>
                  </a:lnTo>
                  <a:lnTo>
                    <a:pt x="6350" y="366153"/>
                  </a:lnTo>
                  <a:lnTo>
                    <a:pt x="12700" y="366153"/>
                  </a:lnTo>
                  <a:lnTo>
                    <a:pt x="12700" y="340906"/>
                  </a:lnTo>
                  <a:close/>
                </a:path>
                <a:path w="12700" h="1780539">
                  <a:moveTo>
                    <a:pt x="12700" y="290398"/>
                  </a:moveTo>
                  <a:lnTo>
                    <a:pt x="6350" y="290398"/>
                  </a:lnTo>
                  <a:lnTo>
                    <a:pt x="0" y="290398"/>
                  </a:lnTo>
                  <a:lnTo>
                    <a:pt x="0" y="315658"/>
                  </a:lnTo>
                  <a:lnTo>
                    <a:pt x="6350" y="315658"/>
                  </a:lnTo>
                  <a:lnTo>
                    <a:pt x="12700" y="315658"/>
                  </a:lnTo>
                  <a:lnTo>
                    <a:pt x="12700" y="290398"/>
                  </a:lnTo>
                  <a:close/>
                </a:path>
                <a:path w="12700" h="1780539">
                  <a:moveTo>
                    <a:pt x="12700" y="239903"/>
                  </a:moveTo>
                  <a:lnTo>
                    <a:pt x="6350" y="239903"/>
                  </a:lnTo>
                  <a:lnTo>
                    <a:pt x="0" y="239903"/>
                  </a:lnTo>
                  <a:lnTo>
                    <a:pt x="0" y="265150"/>
                  </a:lnTo>
                  <a:lnTo>
                    <a:pt x="6350" y="265150"/>
                  </a:lnTo>
                  <a:lnTo>
                    <a:pt x="12700" y="265150"/>
                  </a:lnTo>
                  <a:lnTo>
                    <a:pt x="12700" y="239903"/>
                  </a:lnTo>
                  <a:close/>
                </a:path>
                <a:path w="12700" h="1780539">
                  <a:moveTo>
                    <a:pt x="12700" y="189395"/>
                  </a:moveTo>
                  <a:lnTo>
                    <a:pt x="6350" y="189395"/>
                  </a:lnTo>
                  <a:lnTo>
                    <a:pt x="0" y="189395"/>
                  </a:lnTo>
                  <a:lnTo>
                    <a:pt x="0" y="214642"/>
                  </a:lnTo>
                  <a:lnTo>
                    <a:pt x="6350" y="214642"/>
                  </a:lnTo>
                  <a:lnTo>
                    <a:pt x="12700" y="214642"/>
                  </a:lnTo>
                  <a:lnTo>
                    <a:pt x="12700" y="189395"/>
                  </a:lnTo>
                  <a:close/>
                </a:path>
                <a:path w="12700" h="1780539">
                  <a:moveTo>
                    <a:pt x="12700" y="138887"/>
                  </a:moveTo>
                  <a:lnTo>
                    <a:pt x="6350" y="138887"/>
                  </a:lnTo>
                  <a:lnTo>
                    <a:pt x="0" y="138887"/>
                  </a:lnTo>
                  <a:lnTo>
                    <a:pt x="0" y="164134"/>
                  </a:lnTo>
                  <a:lnTo>
                    <a:pt x="6350" y="164134"/>
                  </a:lnTo>
                  <a:lnTo>
                    <a:pt x="12700" y="164134"/>
                  </a:lnTo>
                  <a:lnTo>
                    <a:pt x="12700" y="138887"/>
                  </a:lnTo>
                  <a:close/>
                </a:path>
                <a:path w="12700" h="1780539">
                  <a:moveTo>
                    <a:pt x="12700" y="88379"/>
                  </a:moveTo>
                  <a:lnTo>
                    <a:pt x="6350" y="88379"/>
                  </a:lnTo>
                  <a:lnTo>
                    <a:pt x="0" y="88379"/>
                  </a:lnTo>
                  <a:lnTo>
                    <a:pt x="0" y="113639"/>
                  </a:lnTo>
                  <a:lnTo>
                    <a:pt x="6350" y="113639"/>
                  </a:lnTo>
                  <a:lnTo>
                    <a:pt x="12700" y="113639"/>
                  </a:lnTo>
                  <a:lnTo>
                    <a:pt x="12700" y="88379"/>
                  </a:lnTo>
                  <a:close/>
                </a:path>
                <a:path w="12700" h="1780539">
                  <a:moveTo>
                    <a:pt x="12700" y="37884"/>
                  </a:moveTo>
                  <a:lnTo>
                    <a:pt x="6350" y="37884"/>
                  </a:lnTo>
                  <a:lnTo>
                    <a:pt x="0" y="37884"/>
                  </a:lnTo>
                  <a:lnTo>
                    <a:pt x="0" y="63131"/>
                  </a:lnTo>
                  <a:lnTo>
                    <a:pt x="6350" y="63131"/>
                  </a:lnTo>
                  <a:lnTo>
                    <a:pt x="12700" y="63131"/>
                  </a:lnTo>
                  <a:lnTo>
                    <a:pt x="12700" y="37884"/>
                  </a:lnTo>
                  <a:close/>
                </a:path>
                <a:path w="12700" h="1780539">
                  <a:moveTo>
                    <a:pt x="12700" y="0"/>
                  </a:moveTo>
                  <a:lnTo>
                    <a:pt x="635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134100" y="4955438"/>
              <a:ext cx="12700" cy="417195"/>
            </a:xfrm>
            <a:custGeom>
              <a:avLst/>
              <a:gdLst/>
              <a:ahLst/>
              <a:cxnLst/>
              <a:rect l="l" t="t" r="r" b="b"/>
              <a:pathLst>
                <a:path w="12700" h="417195">
                  <a:moveTo>
                    <a:pt x="6350" y="404050"/>
                  </a:moveTo>
                  <a:lnTo>
                    <a:pt x="0" y="404050"/>
                  </a:lnTo>
                  <a:lnTo>
                    <a:pt x="0" y="416661"/>
                  </a:lnTo>
                  <a:lnTo>
                    <a:pt x="6350" y="416661"/>
                  </a:lnTo>
                  <a:lnTo>
                    <a:pt x="6350" y="404050"/>
                  </a:lnTo>
                  <a:close/>
                </a:path>
                <a:path w="12700" h="417195">
                  <a:moveTo>
                    <a:pt x="12700" y="353542"/>
                  </a:moveTo>
                  <a:lnTo>
                    <a:pt x="6350" y="353542"/>
                  </a:lnTo>
                  <a:lnTo>
                    <a:pt x="0" y="353542"/>
                  </a:lnTo>
                  <a:lnTo>
                    <a:pt x="0" y="378777"/>
                  </a:lnTo>
                  <a:lnTo>
                    <a:pt x="6350" y="378777"/>
                  </a:lnTo>
                  <a:lnTo>
                    <a:pt x="12700" y="378777"/>
                  </a:lnTo>
                  <a:lnTo>
                    <a:pt x="12700" y="353542"/>
                  </a:lnTo>
                  <a:close/>
                </a:path>
                <a:path w="12700" h="417195">
                  <a:moveTo>
                    <a:pt x="12700" y="303022"/>
                  </a:moveTo>
                  <a:lnTo>
                    <a:pt x="6350" y="303022"/>
                  </a:lnTo>
                  <a:lnTo>
                    <a:pt x="0" y="303022"/>
                  </a:lnTo>
                  <a:lnTo>
                    <a:pt x="0" y="328282"/>
                  </a:lnTo>
                  <a:lnTo>
                    <a:pt x="6350" y="328282"/>
                  </a:lnTo>
                  <a:lnTo>
                    <a:pt x="12700" y="328282"/>
                  </a:lnTo>
                  <a:lnTo>
                    <a:pt x="12700" y="303022"/>
                  </a:lnTo>
                  <a:close/>
                </a:path>
                <a:path w="12700" h="417195">
                  <a:moveTo>
                    <a:pt x="12700" y="252526"/>
                  </a:moveTo>
                  <a:lnTo>
                    <a:pt x="6350" y="252526"/>
                  </a:lnTo>
                  <a:lnTo>
                    <a:pt x="0" y="252526"/>
                  </a:lnTo>
                  <a:lnTo>
                    <a:pt x="0" y="277774"/>
                  </a:lnTo>
                  <a:lnTo>
                    <a:pt x="6350" y="277774"/>
                  </a:lnTo>
                  <a:lnTo>
                    <a:pt x="12700" y="277774"/>
                  </a:lnTo>
                  <a:lnTo>
                    <a:pt x="12700" y="252526"/>
                  </a:lnTo>
                  <a:close/>
                </a:path>
                <a:path w="12700" h="417195">
                  <a:moveTo>
                    <a:pt x="12700" y="202018"/>
                  </a:moveTo>
                  <a:lnTo>
                    <a:pt x="6350" y="202018"/>
                  </a:lnTo>
                  <a:lnTo>
                    <a:pt x="0" y="202018"/>
                  </a:lnTo>
                  <a:lnTo>
                    <a:pt x="0" y="227279"/>
                  </a:lnTo>
                  <a:lnTo>
                    <a:pt x="6350" y="227279"/>
                  </a:lnTo>
                  <a:lnTo>
                    <a:pt x="12700" y="227279"/>
                  </a:lnTo>
                  <a:lnTo>
                    <a:pt x="12700" y="202018"/>
                  </a:lnTo>
                  <a:close/>
                </a:path>
                <a:path w="12700" h="417195">
                  <a:moveTo>
                    <a:pt x="12700" y="151511"/>
                  </a:moveTo>
                  <a:lnTo>
                    <a:pt x="6350" y="151511"/>
                  </a:lnTo>
                  <a:lnTo>
                    <a:pt x="0" y="151511"/>
                  </a:lnTo>
                  <a:lnTo>
                    <a:pt x="0" y="176771"/>
                  </a:lnTo>
                  <a:lnTo>
                    <a:pt x="6350" y="176771"/>
                  </a:lnTo>
                  <a:lnTo>
                    <a:pt x="12700" y="176771"/>
                  </a:lnTo>
                  <a:lnTo>
                    <a:pt x="12700" y="151511"/>
                  </a:lnTo>
                  <a:close/>
                </a:path>
                <a:path w="12700" h="417195">
                  <a:moveTo>
                    <a:pt x="12700" y="101003"/>
                  </a:moveTo>
                  <a:lnTo>
                    <a:pt x="6350" y="101003"/>
                  </a:lnTo>
                  <a:lnTo>
                    <a:pt x="0" y="101003"/>
                  </a:lnTo>
                  <a:lnTo>
                    <a:pt x="0" y="126263"/>
                  </a:lnTo>
                  <a:lnTo>
                    <a:pt x="6350" y="126263"/>
                  </a:lnTo>
                  <a:lnTo>
                    <a:pt x="12700" y="126263"/>
                  </a:lnTo>
                  <a:lnTo>
                    <a:pt x="12700" y="101003"/>
                  </a:lnTo>
                  <a:close/>
                </a:path>
                <a:path w="12700" h="417195">
                  <a:moveTo>
                    <a:pt x="12700" y="50507"/>
                  </a:moveTo>
                  <a:lnTo>
                    <a:pt x="6350" y="50507"/>
                  </a:lnTo>
                  <a:lnTo>
                    <a:pt x="0" y="50507"/>
                  </a:lnTo>
                  <a:lnTo>
                    <a:pt x="0" y="75755"/>
                  </a:lnTo>
                  <a:lnTo>
                    <a:pt x="6350" y="75755"/>
                  </a:lnTo>
                  <a:lnTo>
                    <a:pt x="12700" y="75755"/>
                  </a:lnTo>
                  <a:lnTo>
                    <a:pt x="12700" y="50507"/>
                  </a:lnTo>
                  <a:close/>
                </a:path>
                <a:path w="12700" h="417195">
                  <a:moveTo>
                    <a:pt x="12700" y="0"/>
                  </a:moveTo>
                  <a:lnTo>
                    <a:pt x="6350" y="0"/>
                  </a:lnTo>
                  <a:lnTo>
                    <a:pt x="0" y="0"/>
                  </a:lnTo>
                  <a:lnTo>
                    <a:pt x="0" y="25247"/>
                  </a:lnTo>
                  <a:lnTo>
                    <a:pt x="6350" y="25247"/>
                  </a:lnTo>
                  <a:lnTo>
                    <a:pt x="12700" y="25247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40450" y="5365750"/>
              <a:ext cx="4527550" cy="0"/>
            </a:xfrm>
            <a:custGeom>
              <a:avLst/>
              <a:gdLst/>
              <a:ahLst/>
              <a:cxnLst/>
              <a:rect l="l" t="t" r="r" b="b"/>
              <a:pathLst>
                <a:path w="4527550">
                  <a:moveTo>
                    <a:pt x="0" y="0"/>
                  </a:moveTo>
                  <a:lnTo>
                    <a:pt x="4527550" y="0"/>
                  </a:lnTo>
                </a:path>
              </a:pathLst>
            </a:custGeom>
            <a:ln w="127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693400" y="3591813"/>
              <a:ext cx="12700" cy="1780539"/>
            </a:xfrm>
            <a:custGeom>
              <a:avLst/>
              <a:gdLst/>
              <a:ahLst/>
              <a:cxnLst/>
              <a:rect l="l" t="t" r="r" b="b"/>
              <a:pathLst>
                <a:path w="12700" h="1780539">
                  <a:moveTo>
                    <a:pt x="6350" y="0"/>
                  </a:moveTo>
                  <a:lnTo>
                    <a:pt x="0" y="0"/>
                  </a:lnTo>
                  <a:lnTo>
                    <a:pt x="0" y="25247"/>
                  </a:lnTo>
                  <a:lnTo>
                    <a:pt x="6350" y="25247"/>
                  </a:lnTo>
                  <a:lnTo>
                    <a:pt x="6350" y="0"/>
                  </a:lnTo>
                  <a:close/>
                </a:path>
                <a:path w="12700" h="1780539">
                  <a:moveTo>
                    <a:pt x="12700" y="1767662"/>
                  </a:moveTo>
                  <a:lnTo>
                    <a:pt x="6350" y="1767662"/>
                  </a:lnTo>
                  <a:lnTo>
                    <a:pt x="0" y="1767662"/>
                  </a:lnTo>
                  <a:lnTo>
                    <a:pt x="0" y="1780286"/>
                  </a:lnTo>
                  <a:lnTo>
                    <a:pt x="6350" y="1780286"/>
                  </a:lnTo>
                  <a:lnTo>
                    <a:pt x="12700" y="1780286"/>
                  </a:lnTo>
                  <a:lnTo>
                    <a:pt x="12700" y="1767662"/>
                  </a:lnTo>
                  <a:close/>
                </a:path>
                <a:path w="12700" h="1780539">
                  <a:moveTo>
                    <a:pt x="12700" y="1717167"/>
                  </a:moveTo>
                  <a:lnTo>
                    <a:pt x="6350" y="1717167"/>
                  </a:lnTo>
                  <a:lnTo>
                    <a:pt x="0" y="1717167"/>
                  </a:lnTo>
                  <a:lnTo>
                    <a:pt x="0" y="1742401"/>
                  </a:lnTo>
                  <a:lnTo>
                    <a:pt x="6350" y="1742401"/>
                  </a:lnTo>
                  <a:lnTo>
                    <a:pt x="12700" y="1742401"/>
                  </a:lnTo>
                  <a:lnTo>
                    <a:pt x="12700" y="1717167"/>
                  </a:lnTo>
                  <a:close/>
                </a:path>
                <a:path w="12700" h="1780539">
                  <a:moveTo>
                    <a:pt x="12700" y="1666646"/>
                  </a:moveTo>
                  <a:lnTo>
                    <a:pt x="6350" y="1666646"/>
                  </a:lnTo>
                  <a:lnTo>
                    <a:pt x="0" y="1666646"/>
                  </a:lnTo>
                  <a:lnTo>
                    <a:pt x="0" y="1691906"/>
                  </a:lnTo>
                  <a:lnTo>
                    <a:pt x="6350" y="1691906"/>
                  </a:lnTo>
                  <a:lnTo>
                    <a:pt x="12700" y="1691906"/>
                  </a:lnTo>
                  <a:lnTo>
                    <a:pt x="12700" y="1666646"/>
                  </a:lnTo>
                  <a:close/>
                </a:path>
                <a:path w="12700" h="1780539">
                  <a:moveTo>
                    <a:pt x="12700" y="1616151"/>
                  </a:moveTo>
                  <a:lnTo>
                    <a:pt x="6350" y="1616151"/>
                  </a:lnTo>
                  <a:lnTo>
                    <a:pt x="0" y="1616151"/>
                  </a:lnTo>
                  <a:lnTo>
                    <a:pt x="0" y="1641398"/>
                  </a:lnTo>
                  <a:lnTo>
                    <a:pt x="6350" y="1641398"/>
                  </a:lnTo>
                  <a:lnTo>
                    <a:pt x="12700" y="1641398"/>
                  </a:lnTo>
                  <a:lnTo>
                    <a:pt x="12700" y="1616151"/>
                  </a:lnTo>
                  <a:close/>
                </a:path>
                <a:path w="12700" h="1780539">
                  <a:moveTo>
                    <a:pt x="12700" y="1565643"/>
                  </a:moveTo>
                  <a:lnTo>
                    <a:pt x="6350" y="1565643"/>
                  </a:lnTo>
                  <a:lnTo>
                    <a:pt x="0" y="1565643"/>
                  </a:lnTo>
                  <a:lnTo>
                    <a:pt x="0" y="1590890"/>
                  </a:lnTo>
                  <a:lnTo>
                    <a:pt x="6350" y="1590890"/>
                  </a:lnTo>
                  <a:lnTo>
                    <a:pt x="12700" y="1590890"/>
                  </a:lnTo>
                  <a:lnTo>
                    <a:pt x="12700" y="1565643"/>
                  </a:lnTo>
                  <a:close/>
                </a:path>
                <a:path w="12700" h="1780539">
                  <a:moveTo>
                    <a:pt x="12700" y="1515135"/>
                  </a:moveTo>
                  <a:lnTo>
                    <a:pt x="6350" y="1515135"/>
                  </a:lnTo>
                  <a:lnTo>
                    <a:pt x="0" y="1515135"/>
                  </a:lnTo>
                  <a:lnTo>
                    <a:pt x="0" y="1540383"/>
                  </a:lnTo>
                  <a:lnTo>
                    <a:pt x="6350" y="1540383"/>
                  </a:lnTo>
                  <a:lnTo>
                    <a:pt x="12700" y="1540383"/>
                  </a:lnTo>
                  <a:lnTo>
                    <a:pt x="12700" y="1515135"/>
                  </a:lnTo>
                  <a:close/>
                </a:path>
                <a:path w="12700" h="1780539">
                  <a:moveTo>
                    <a:pt x="12700" y="1464627"/>
                  </a:moveTo>
                  <a:lnTo>
                    <a:pt x="6350" y="1464627"/>
                  </a:lnTo>
                  <a:lnTo>
                    <a:pt x="0" y="1464627"/>
                  </a:lnTo>
                  <a:lnTo>
                    <a:pt x="0" y="1489887"/>
                  </a:lnTo>
                  <a:lnTo>
                    <a:pt x="6350" y="1489887"/>
                  </a:lnTo>
                  <a:lnTo>
                    <a:pt x="12700" y="1489887"/>
                  </a:lnTo>
                  <a:lnTo>
                    <a:pt x="12700" y="1464627"/>
                  </a:lnTo>
                  <a:close/>
                </a:path>
                <a:path w="12700" h="1780539">
                  <a:moveTo>
                    <a:pt x="12700" y="1414145"/>
                  </a:moveTo>
                  <a:lnTo>
                    <a:pt x="6350" y="1414145"/>
                  </a:lnTo>
                  <a:lnTo>
                    <a:pt x="0" y="1414145"/>
                  </a:lnTo>
                  <a:lnTo>
                    <a:pt x="0" y="1439379"/>
                  </a:lnTo>
                  <a:lnTo>
                    <a:pt x="6350" y="1439379"/>
                  </a:lnTo>
                  <a:lnTo>
                    <a:pt x="12700" y="1439379"/>
                  </a:lnTo>
                  <a:lnTo>
                    <a:pt x="12700" y="1414145"/>
                  </a:lnTo>
                  <a:close/>
                </a:path>
                <a:path w="12700" h="1780539">
                  <a:moveTo>
                    <a:pt x="12700" y="1363624"/>
                  </a:moveTo>
                  <a:lnTo>
                    <a:pt x="6350" y="1363624"/>
                  </a:lnTo>
                  <a:lnTo>
                    <a:pt x="0" y="1363624"/>
                  </a:lnTo>
                  <a:lnTo>
                    <a:pt x="0" y="1388872"/>
                  </a:lnTo>
                  <a:lnTo>
                    <a:pt x="6350" y="1388872"/>
                  </a:lnTo>
                  <a:lnTo>
                    <a:pt x="12700" y="1388872"/>
                  </a:lnTo>
                  <a:lnTo>
                    <a:pt x="12700" y="1363624"/>
                  </a:lnTo>
                  <a:close/>
                </a:path>
                <a:path w="12700" h="1780539">
                  <a:moveTo>
                    <a:pt x="12700" y="1313116"/>
                  </a:moveTo>
                  <a:lnTo>
                    <a:pt x="6350" y="1313116"/>
                  </a:lnTo>
                  <a:lnTo>
                    <a:pt x="0" y="1313116"/>
                  </a:lnTo>
                  <a:lnTo>
                    <a:pt x="0" y="1338376"/>
                  </a:lnTo>
                  <a:lnTo>
                    <a:pt x="6350" y="1338376"/>
                  </a:lnTo>
                  <a:lnTo>
                    <a:pt x="12700" y="1338376"/>
                  </a:lnTo>
                  <a:lnTo>
                    <a:pt x="12700" y="1313116"/>
                  </a:lnTo>
                  <a:close/>
                </a:path>
                <a:path w="12700" h="1780539">
                  <a:moveTo>
                    <a:pt x="12700" y="1262608"/>
                  </a:moveTo>
                  <a:lnTo>
                    <a:pt x="6350" y="1262608"/>
                  </a:lnTo>
                  <a:lnTo>
                    <a:pt x="0" y="1262608"/>
                  </a:lnTo>
                  <a:lnTo>
                    <a:pt x="0" y="1287881"/>
                  </a:lnTo>
                  <a:lnTo>
                    <a:pt x="6350" y="1287881"/>
                  </a:lnTo>
                  <a:lnTo>
                    <a:pt x="12700" y="1287881"/>
                  </a:lnTo>
                  <a:lnTo>
                    <a:pt x="12700" y="1262608"/>
                  </a:lnTo>
                  <a:close/>
                </a:path>
                <a:path w="12700" h="1780539">
                  <a:moveTo>
                    <a:pt x="12700" y="1212126"/>
                  </a:moveTo>
                  <a:lnTo>
                    <a:pt x="6350" y="1212126"/>
                  </a:lnTo>
                  <a:lnTo>
                    <a:pt x="0" y="1212126"/>
                  </a:lnTo>
                  <a:lnTo>
                    <a:pt x="0" y="1237361"/>
                  </a:lnTo>
                  <a:lnTo>
                    <a:pt x="6350" y="1237361"/>
                  </a:lnTo>
                  <a:lnTo>
                    <a:pt x="12700" y="1237361"/>
                  </a:lnTo>
                  <a:lnTo>
                    <a:pt x="12700" y="1212126"/>
                  </a:lnTo>
                  <a:close/>
                </a:path>
                <a:path w="12700" h="1780539">
                  <a:moveTo>
                    <a:pt x="12700" y="1161605"/>
                  </a:moveTo>
                  <a:lnTo>
                    <a:pt x="6350" y="1161605"/>
                  </a:lnTo>
                  <a:lnTo>
                    <a:pt x="0" y="1161605"/>
                  </a:lnTo>
                  <a:lnTo>
                    <a:pt x="0" y="1186853"/>
                  </a:lnTo>
                  <a:lnTo>
                    <a:pt x="6350" y="1186853"/>
                  </a:lnTo>
                  <a:lnTo>
                    <a:pt x="12700" y="1186853"/>
                  </a:lnTo>
                  <a:lnTo>
                    <a:pt x="12700" y="1161605"/>
                  </a:lnTo>
                  <a:close/>
                </a:path>
                <a:path w="12700" h="1780539">
                  <a:moveTo>
                    <a:pt x="12700" y="1111097"/>
                  </a:moveTo>
                  <a:lnTo>
                    <a:pt x="6350" y="1111097"/>
                  </a:lnTo>
                  <a:lnTo>
                    <a:pt x="0" y="1111097"/>
                  </a:lnTo>
                  <a:lnTo>
                    <a:pt x="0" y="1136357"/>
                  </a:lnTo>
                  <a:lnTo>
                    <a:pt x="6350" y="1136357"/>
                  </a:lnTo>
                  <a:lnTo>
                    <a:pt x="12700" y="1136357"/>
                  </a:lnTo>
                  <a:lnTo>
                    <a:pt x="12700" y="1111097"/>
                  </a:lnTo>
                  <a:close/>
                </a:path>
                <a:path w="12700" h="1780539">
                  <a:moveTo>
                    <a:pt x="12700" y="1060589"/>
                  </a:moveTo>
                  <a:lnTo>
                    <a:pt x="6350" y="1060589"/>
                  </a:lnTo>
                  <a:lnTo>
                    <a:pt x="0" y="1060589"/>
                  </a:lnTo>
                  <a:lnTo>
                    <a:pt x="0" y="1085850"/>
                  </a:lnTo>
                  <a:lnTo>
                    <a:pt x="6350" y="1085850"/>
                  </a:lnTo>
                  <a:lnTo>
                    <a:pt x="12700" y="1085850"/>
                  </a:lnTo>
                  <a:lnTo>
                    <a:pt x="12700" y="1060589"/>
                  </a:lnTo>
                  <a:close/>
                </a:path>
                <a:path w="12700" h="1780539">
                  <a:moveTo>
                    <a:pt x="12700" y="1010094"/>
                  </a:moveTo>
                  <a:lnTo>
                    <a:pt x="6350" y="1010094"/>
                  </a:lnTo>
                  <a:lnTo>
                    <a:pt x="0" y="1010094"/>
                  </a:lnTo>
                  <a:lnTo>
                    <a:pt x="0" y="1035354"/>
                  </a:lnTo>
                  <a:lnTo>
                    <a:pt x="6350" y="1035354"/>
                  </a:lnTo>
                  <a:lnTo>
                    <a:pt x="12700" y="1035354"/>
                  </a:lnTo>
                  <a:lnTo>
                    <a:pt x="12700" y="1010094"/>
                  </a:lnTo>
                  <a:close/>
                </a:path>
                <a:path w="12700" h="1780539">
                  <a:moveTo>
                    <a:pt x="12700" y="959586"/>
                  </a:moveTo>
                  <a:lnTo>
                    <a:pt x="6350" y="959586"/>
                  </a:lnTo>
                  <a:lnTo>
                    <a:pt x="0" y="959586"/>
                  </a:lnTo>
                  <a:lnTo>
                    <a:pt x="0" y="984834"/>
                  </a:lnTo>
                  <a:lnTo>
                    <a:pt x="6350" y="984834"/>
                  </a:lnTo>
                  <a:lnTo>
                    <a:pt x="12700" y="984834"/>
                  </a:lnTo>
                  <a:lnTo>
                    <a:pt x="12700" y="959586"/>
                  </a:lnTo>
                  <a:close/>
                </a:path>
                <a:path w="12700" h="1780539">
                  <a:moveTo>
                    <a:pt x="12700" y="909078"/>
                  </a:moveTo>
                  <a:lnTo>
                    <a:pt x="6350" y="909078"/>
                  </a:lnTo>
                  <a:lnTo>
                    <a:pt x="0" y="909078"/>
                  </a:lnTo>
                  <a:lnTo>
                    <a:pt x="0" y="934339"/>
                  </a:lnTo>
                  <a:lnTo>
                    <a:pt x="6350" y="934339"/>
                  </a:lnTo>
                  <a:lnTo>
                    <a:pt x="12700" y="934339"/>
                  </a:lnTo>
                  <a:lnTo>
                    <a:pt x="12700" y="909078"/>
                  </a:lnTo>
                  <a:close/>
                </a:path>
                <a:path w="12700" h="1780539">
                  <a:moveTo>
                    <a:pt x="12700" y="858570"/>
                  </a:moveTo>
                  <a:lnTo>
                    <a:pt x="6350" y="858570"/>
                  </a:lnTo>
                  <a:lnTo>
                    <a:pt x="0" y="858570"/>
                  </a:lnTo>
                  <a:lnTo>
                    <a:pt x="0" y="883831"/>
                  </a:lnTo>
                  <a:lnTo>
                    <a:pt x="6350" y="883831"/>
                  </a:lnTo>
                  <a:lnTo>
                    <a:pt x="12700" y="883831"/>
                  </a:lnTo>
                  <a:lnTo>
                    <a:pt x="12700" y="858570"/>
                  </a:lnTo>
                  <a:close/>
                </a:path>
                <a:path w="12700" h="1780539">
                  <a:moveTo>
                    <a:pt x="12700" y="808075"/>
                  </a:moveTo>
                  <a:lnTo>
                    <a:pt x="6350" y="808075"/>
                  </a:lnTo>
                  <a:lnTo>
                    <a:pt x="0" y="808075"/>
                  </a:lnTo>
                  <a:lnTo>
                    <a:pt x="0" y="833335"/>
                  </a:lnTo>
                  <a:lnTo>
                    <a:pt x="6350" y="833335"/>
                  </a:lnTo>
                  <a:lnTo>
                    <a:pt x="12700" y="833335"/>
                  </a:lnTo>
                  <a:lnTo>
                    <a:pt x="12700" y="808075"/>
                  </a:lnTo>
                  <a:close/>
                </a:path>
                <a:path w="12700" h="1780539">
                  <a:moveTo>
                    <a:pt x="12700" y="757567"/>
                  </a:moveTo>
                  <a:lnTo>
                    <a:pt x="6350" y="757567"/>
                  </a:lnTo>
                  <a:lnTo>
                    <a:pt x="0" y="757567"/>
                  </a:lnTo>
                  <a:lnTo>
                    <a:pt x="0" y="782815"/>
                  </a:lnTo>
                  <a:lnTo>
                    <a:pt x="6350" y="782815"/>
                  </a:lnTo>
                  <a:lnTo>
                    <a:pt x="12700" y="782815"/>
                  </a:lnTo>
                  <a:lnTo>
                    <a:pt x="12700" y="757567"/>
                  </a:lnTo>
                  <a:close/>
                </a:path>
                <a:path w="12700" h="1780539">
                  <a:moveTo>
                    <a:pt x="12700" y="707059"/>
                  </a:moveTo>
                  <a:lnTo>
                    <a:pt x="6350" y="707059"/>
                  </a:lnTo>
                  <a:lnTo>
                    <a:pt x="0" y="707059"/>
                  </a:lnTo>
                  <a:lnTo>
                    <a:pt x="0" y="732320"/>
                  </a:lnTo>
                  <a:lnTo>
                    <a:pt x="6350" y="732320"/>
                  </a:lnTo>
                  <a:lnTo>
                    <a:pt x="12700" y="732320"/>
                  </a:lnTo>
                  <a:lnTo>
                    <a:pt x="12700" y="707059"/>
                  </a:lnTo>
                  <a:close/>
                </a:path>
                <a:path w="12700" h="1780539">
                  <a:moveTo>
                    <a:pt x="12700" y="656551"/>
                  </a:moveTo>
                  <a:lnTo>
                    <a:pt x="6350" y="656551"/>
                  </a:lnTo>
                  <a:lnTo>
                    <a:pt x="0" y="656551"/>
                  </a:lnTo>
                  <a:lnTo>
                    <a:pt x="0" y="681812"/>
                  </a:lnTo>
                  <a:lnTo>
                    <a:pt x="6350" y="681812"/>
                  </a:lnTo>
                  <a:lnTo>
                    <a:pt x="12700" y="681812"/>
                  </a:lnTo>
                  <a:lnTo>
                    <a:pt x="12700" y="656551"/>
                  </a:lnTo>
                  <a:close/>
                </a:path>
                <a:path w="12700" h="1780539">
                  <a:moveTo>
                    <a:pt x="12700" y="606056"/>
                  </a:moveTo>
                  <a:lnTo>
                    <a:pt x="6350" y="606056"/>
                  </a:lnTo>
                  <a:lnTo>
                    <a:pt x="0" y="606056"/>
                  </a:lnTo>
                  <a:lnTo>
                    <a:pt x="0" y="631304"/>
                  </a:lnTo>
                  <a:lnTo>
                    <a:pt x="6350" y="631304"/>
                  </a:lnTo>
                  <a:lnTo>
                    <a:pt x="12700" y="631304"/>
                  </a:lnTo>
                  <a:lnTo>
                    <a:pt x="12700" y="606056"/>
                  </a:lnTo>
                  <a:close/>
                </a:path>
                <a:path w="12700" h="1780539">
                  <a:moveTo>
                    <a:pt x="12700" y="555548"/>
                  </a:moveTo>
                  <a:lnTo>
                    <a:pt x="6350" y="555548"/>
                  </a:lnTo>
                  <a:lnTo>
                    <a:pt x="0" y="555548"/>
                  </a:lnTo>
                  <a:lnTo>
                    <a:pt x="0" y="580796"/>
                  </a:lnTo>
                  <a:lnTo>
                    <a:pt x="6350" y="580796"/>
                  </a:lnTo>
                  <a:lnTo>
                    <a:pt x="12700" y="580796"/>
                  </a:lnTo>
                  <a:lnTo>
                    <a:pt x="12700" y="555548"/>
                  </a:lnTo>
                  <a:close/>
                </a:path>
                <a:path w="12700" h="1780539">
                  <a:moveTo>
                    <a:pt x="12700" y="505040"/>
                  </a:moveTo>
                  <a:lnTo>
                    <a:pt x="6350" y="505040"/>
                  </a:lnTo>
                  <a:lnTo>
                    <a:pt x="0" y="505040"/>
                  </a:lnTo>
                  <a:lnTo>
                    <a:pt x="0" y="530301"/>
                  </a:lnTo>
                  <a:lnTo>
                    <a:pt x="6350" y="530301"/>
                  </a:lnTo>
                  <a:lnTo>
                    <a:pt x="12700" y="530301"/>
                  </a:lnTo>
                  <a:lnTo>
                    <a:pt x="12700" y="505040"/>
                  </a:lnTo>
                  <a:close/>
                </a:path>
                <a:path w="12700" h="1780539">
                  <a:moveTo>
                    <a:pt x="12700" y="454533"/>
                  </a:moveTo>
                  <a:lnTo>
                    <a:pt x="6350" y="454533"/>
                  </a:lnTo>
                  <a:lnTo>
                    <a:pt x="0" y="454533"/>
                  </a:lnTo>
                  <a:lnTo>
                    <a:pt x="0" y="479793"/>
                  </a:lnTo>
                  <a:lnTo>
                    <a:pt x="6350" y="479793"/>
                  </a:lnTo>
                  <a:lnTo>
                    <a:pt x="12700" y="479793"/>
                  </a:lnTo>
                  <a:lnTo>
                    <a:pt x="12700" y="454533"/>
                  </a:lnTo>
                  <a:close/>
                </a:path>
                <a:path w="12700" h="1780539">
                  <a:moveTo>
                    <a:pt x="12700" y="404037"/>
                  </a:moveTo>
                  <a:lnTo>
                    <a:pt x="6350" y="404037"/>
                  </a:lnTo>
                  <a:lnTo>
                    <a:pt x="0" y="404037"/>
                  </a:lnTo>
                  <a:lnTo>
                    <a:pt x="0" y="429285"/>
                  </a:lnTo>
                  <a:lnTo>
                    <a:pt x="6350" y="429285"/>
                  </a:lnTo>
                  <a:lnTo>
                    <a:pt x="12700" y="429285"/>
                  </a:lnTo>
                  <a:lnTo>
                    <a:pt x="12700" y="404037"/>
                  </a:lnTo>
                  <a:close/>
                </a:path>
                <a:path w="12700" h="1780539">
                  <a:moveTo>
                    <a:pt x="12700" y="353529"/>
                  </a:moveTo>
                  <a:lnTo>
                    <a:pt x="6350" y="353529"/>
                  </a:lnTo>
                  <a:lnTo>
                    <a:pt x="0" y="353529"/>
                  </a:lnTo>
                  <a:lnTo>
                    <a:pt x="0" y="378777"/>
                  </a:lnTo>
                  <a:lnTo>
                    <a:pt x="6350" y="378777"/>
                  </a:lnTo>
                  <a:lnTo>
                    <a:pt x="12700" y="378777"/>
                  </a:lnTo>
                  <a:lnTo>
                    <a:pt x="12700" y="353529"/>
                  </a:lnTo>
                  <a:close/>
                </a:path>
                <a:path w="12700" h="1780539">
                  <a:moveTo>
                    <a:pt x="12700" y="303022"/>
                  </a:moveTo>
                  <a:lnTo>
                    <a:pt x="6350" y="303022"/>
                  </a:lnTo>
                  <a:lnTo>
                    <a:pt x="0" y="303022"/>
                  </a:lnTo>
                  <a:lnTo>
                    <a:pt x="0" y="328282"/>
                  </a:lnTo>
                  <a:lnTo>
                    <a:pt x="6350" y="328282"/>
                  </a:lnTo>
                  <a:lnTo>
                    <a:pt x="12700" y="328282"/>
                  </a:lnTo>
                  <a:lnTo>
                    <a:pt x="12700" y="303022"/>
                  </a:lnTo>
                  <a:close/>
                </a:path>
                <a:path w="12700" h="1780539">
                  <a:moveTo>
                    <a:pt x="12700" y="252514"/>
                  </a:moveTo>
                  <a:lnTo>
                    <a:pt x="6350" y="252514"/>
                  </a:lnTo>
                  <a:lnTo>
                    <a:pt x="0" y="252514"/>
                  </a:lnTo>
                  <a:lnTo>
                    <a:pt x="0" y="277774"/>
                  </a:lnTo>
                  <a:lnTo>
                    <a:pt x="6350" y="277774"/>
                  </a:lnTo>
                  <a:lnTo>
                    <a:pt x="12700" y="277774"/>
                  </a:lnTo>
                  <a:lnTo>
                    <a:pt x="12700" y="252514"/>
                  </a:lnTo>
                  <a:close/>
                </a:path>
                <a:path w="12700" h="1780539">
                  <a:moveTo>
                    <a:pt x="12700" y="202018"/>
                  </a:moveTo>
                  <a:lnTo>
                    <a:pt x="6350" y="202018"/>
                  </a:lnTo>
                  <a:lnTo>
                    <a:pt x="0" y="202018"/>
                  </a:lnTo>
                  <a:lnTo>
                    <a:pt x="0" y="227266"/>
                  </a:lnTo>
                  <a:lnTo>
                    <a:pt x="6350" y="227266"/>
                  </a:lnTo>
                  <a:lnTo>
                    <a:pt x="12700" y="227266"/>
                  </a:lnTo>
                  <a:lnTo>
                    <a:pt x="12700" y="202018"/>
                  </a:lnTo>
                  <a:close/>
                </a:path>
                <a:path w="12700" h="1780539">
                  <a:moveTo>
                    <a:pt x="12700" y="151511"/>
                  </a:moveTo>
                  <a:lnTo>
                    <a:pt x="6350" y="151511"/>
                  </a:lnTo>
                  <a:lnTo>
                    <a:pt x="0" y="151511"/>
                  </a:lnTo>
                  <a:lnTo>
                    <a:pt x="0" y="176758"/>
                  </a:lnTo>
                  <a:lnTo>
                    <a:pt x="6350" y="176758"/>
                  </a:lnTo>
                  <a:lnTo>
                    <a:pt x="12700" y="176758"/>
                  </a:lnTo>
                  <a:lnTo>
                    <a:pt x="12700" y="151511"/>
                  </a:lnTo>
                  <a:close/>
                </a:path>
                <a:path w="12700" h="1780539">
                  <a:moveTo>
                    <a:pt x="12700" y="101003"/>
                  </a:moveTo>
                  <a:lnTo>
                    <a:pt x="6350" y="101003"/>
                  </a:lnTo>
                  <a:lnTo>
                    <a:pt x="0" y="101003"/>
                  </a:lnTo>
                  <a:lnTo>
                    <a:pt x="0" y="126263"/>
                  </a:lnTo>
                  <a:lnTo>
                    <a:pt x="6350" y="126263"/>
                  </a:lnTo>
                  <a:lnTo>
                    <a:pt x="12700" y="126263"/>
                  </a:lnTo>
                  <a:lnTo>
                    <a:pt x="12700" y="101003"/>
                  </a:lnTo>
                  <a:close/>
                </a:path>
                <a:path w="12700" h="1780539">
                  <a:moveTo>
                    <a:pt x="12700" y="50507"/>
                  </a:moveTo>
                  <a:lnTo>
                    <a:pt x="6350" y="50507"/>
                  </a:lnTo>
                  <a:lnTo>
                    <a:pt x="0" y="50507"/>
                  </a:lnTo>
                  <a:lnTo>
                    <a:pt x="0" y="75755"/>
                  </a:lnTo>
                  <a:lnTo>
                    <a:pt x="6350" y="75755"/>
                  </a:lnTo>
                  <a:lnTo>
                    <a:pt x="12700" y="75755"/>
                  </a:lnTo>
                  <a:lnTo>
                    <a:pt x="12700" y="505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01000" y="3200399"/>
              <a:ext cx="2705100" cy="417195"/>
            </a:xfrm>
            <a:custGeom>
              <a:avLst/>
              <a:gdLst/>
              <a:ahLst/>
              <a:cxnLst/>
              <a:rect l="l" t="t" r="r" b="b"/>
              <a:pathLst>
                <a:path w="2705100" h="417195">
                  <a:moveTo>
                    <a:pt x="254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25400" y="12700"/>
                  </a:lnTo>
                  <a:lnTo>
                    <a:pt x="25400" y="0"/>
                  </a:lnTo>
                  <a:close/>
                </a:path>
                <a:path w="2705100" h="417195">
                  <a:moveTo>
                    <a:pt x="76200" y="0"/>
                  </a:moveTo>
                  <a:lnTo>
                    <a:pt x="50800" y="0"/>
                  </a:lnTo>
                  <a:lnTo>
                    <a:pt x="50800" y="12700"/>
                  </a:lnTo>
                  <a:lnTo>
                    <a:pt x="76200" y="12700"/>
                  </a:lnTo>
                  <a:lnTo>
                    <a:pt x="76200" y="0"/>
                  </a:lnTo>
                  <a:close/>
                </a:path>
                <a:path w="2705100" h="417195">
                  <a:moveTo>
                    <a:pt x="127000" y="0"/>
                  </a:moveTo>
                  <a:lnTo>
                    <a:pt x="101600" y="0"/>
                  </a:lnTo>
                  <a:lnTo>
                    <a:pt x="101600" y="12700"/>
                  </a:lnTo>
                  <a:lnTo>
                    <a:pt x="127000" y="12700"/>
                  </a:lnTo>
                  <a:lnTo>
                    <a:pt x="127000" y="0"/>
                  </a:lnTo>
                  <a:close/>
                </a:path>
                <a:path w="2705100" h="417195">
                  <a:moveTo>
                    <a:pt x="177800" y="0"/>
                  </a:moveTo>
                  <a:lnTo>
                    <a:pt x="152400" y="0"/>
                  </a:lnTo>
                  <a:lnTo>
                    <a:pt x="152400" y="12700"/>
                  </a:lnTo>
                  <a:lnTo>
                    <a:pt x="177800" y="12700"/>
                  </a:lnTo>
                  <a:lnTo>
                    <a:pt x="177800" y="0"/>
                  </a:lnTo>
                  <a:close/>
                </a:path>
                <a:path w="2705100" h="417195">
                  <a:moveTo>
                    <a:pt x="228600" y="0"/>
                  </a:moveTo>
                  <a:lnTo>
                    <a:pt x="203200" y="0"/>
                  </a:lnTo>
                  <a:lnTo>
                    <a:pt x="203200" y="12700"/>
                  </a:lnTo>
                  <a:lnTo>
                    <a:pt x="228600" y="12700"/>
                  </a:lnTo>
                  <a:lnTo>
                    <a:pt x="228600" y="0"/>
                  </a:lnTo>
                  <a:close/>
                </a:path>
                <a:path w="2705100" h="417195">
                  <a:moveTo>
                    <a:pt x="279400" y="0"/>
                  </a:moveTo>
                  <a:lnTo>
                    <a:pt x="254000" y="0"/>
                  </a:lnTo>
                  <a:lnTo>
                    <a:pt x="254000" y="12700"/>
                  </a:lnTo>
                  <a:lnTo>
                    <a:pt x="279400" y="12700"/>
                  </a:lnTo>
                  <a:lnTo>
                    <a:pt x="279400" y="0"/>
                  </a:lnTo>
                  <a:close/>
                </a:path>
                <a:path w="2705100" h="417195">
                  <a:moveTo>
                    <a:pt x="330200" y="0"/>
                  </a:moveTo>
                  <a:lnTo>
                    <a:pt x="304800" y="0"/>
                  </a:lnTo>
                  <a:lnTo>
                    <a:pt x="304800" y="12700"/>
                  </a:lnTo>
                  <a:lnTo>
                    <a:pt x="330200" y="12700"/>
                  </a:lnTo>
                  <a:lnTo>
                    <a:pt x="330200" y="0"/>
                  </a:lnTo>
                  <a:close/>
                </a:path>
                <a:path w="2705100" h="417195">
                  <a:moveTo>
                    <a:pt x="381000" y="0"/>
                  </a:moveTo>
                  <a:lnTo>
                    <a:pt x="355600" y="0"/>
                  </a:lnTo>
                  <a:lnTo>
                    <a:pt x="355600" y="12700"/>
                  </a:lnTo>
                  <a:lnTo>
                    <a:pt x="381000" y="12700"/>
                  </a:lnTo>
                  <a:lnTo>
                    <a:pt x="381000" y="0"/>
                  </a:lnTo>
                  <a:close/>
                </a:path>
                <a:path w="2705100" h="417195">
                  <a:moveTo>
                    <a:pt x="431800" y="0"/>
                  </a:moveTo>
                  <a:lnTo>
                    <a:pt x="406400" y="0"/>
                  </a:lnTo>
                  <a:lnTo>
                    <a:pt x="406400" y="12700"/>
                  </a:lnTo>
                  <a:lnTo>
                    <a:pt x="431800" y="12700"/>
                  </a:lnTo>
                  <a:lnTo>
                    <a:pt x="431800" y="0"/>
                  </a:lnTo>
                  <a:close/>
                </a:path>
                <a:path w="2705100" h="417195">
                  <a:moveTo>
                    <a:pt x="482600" y="0"/>
                  </a:moveTo>
                  <a:lnTo>
                    <a:pt x="457200" y="0"/>
                  </a:lnTo>
                  <a:lnTo>
                    <a:pt x="457200" y="12700"/>
                  </a:lnTo>
                  <a:lnTo>
                    <a:pt x="482600" y="12700"/>
                  </a:lnTo>
                  <a:lnTo>
                    <a:pt x="482600" y="0"/>
                  </a:lnTo>
                  <a:close/>
                </a:path>
                <a:path w="2705100" h="417195">
                  <a:moveTo>
                    <a:pt x="533400" y="0"/>
                  </a:moveTo>
                  <a:lnTo>
                    <a:pt x="508000" y="0"/>
                  </a:lnTo>
                  <a:lnTo>
                    <a:pt x="508000" y="12700"/>
                  </a:lnTo>
                  <a:lnTo>
                    <a:pt x="533400" y="12700"/>
                  </a:lnTo>
                  <a:lnTo>
                    <a:pt x="533400" y="0"/>
                  </a:lnTo>
                  <a:close/>
                </a:path>
                <a:path w="2705100" h="417195">
                  <a:moveTo>
                    <a:pt x="584200" y="0"/>
                  </a:moveTo>
                  <a:lnTo>
                    <a:pt x="558800" y="0"/>
                  </a:lnTo>
                  <a:lnTo>
                    <a:pt x="558800" y="12700"/>
                  </a:lnTo>
                  <a:lnTo>
                    <a:pt x="584200" y="12700"/>
                  </a:lnTo>
                  <a:lnTo>
                    <a:pt x="584200" y="0"/>
                  </a:lnTo>
                  <a:close/>
                </a:path>
                <a:path w="2705100" h="417195">
                  <a:moveTo>
                    <a:pt x="635000" y="0"/>
                  </a:moveTo>
                  <a:lnTo>
                    <a:pt x="609600" y="0"/>
                  </a:lnTo>
                  <a:lnTo>
                    <a:pt x="609600" y="12700"/>
                  </a:lnTo>
                  <a:lnTo>
                    <a:pt x="635000" y="12700"/>
                  </a:lnTo>
                  <a:lnTo>
                    <a:pt x="635000" y="0"/>
                  </a:lnTo>
                  <a:close/>
                </a:path>
                <a:path w="2705100" h="417195">
                  <a:moveTo>
                    <a:pt x="685800" y="0"/>
                  </a:moveTo>
                  <a:lnTo>
                    <a:pt x="660400" y="0"/>
                  </a:lnTo>
                  <a:lnTo>
                    <a:pt x="660400" y="12700"/>
                  </a:lnTo>
                  <a:lnTo>
                    <a:pt x="685800" y="12700"/>
                  </a:lnTo>
                  <a:lnTo>
                    <a:pt x="685800" y="0"/>
                  </a:lnTo>
                  <a:close/>
                </a:path>
                <a:path w="2705100" h="417195">
                  <a:moveTo>
                    <a:pt x="736600" y="0"/>
                  </a:moveTo>
                  <a:lnTo>
                    <a:pt x="711200" y="0"/>
                  </a:lnTo>
                  <a:lnTo>
                    <a:pt x="711200" y="12700"/>
                  </a:lnTo>
                  <a:lnTo>
                    <a:pt x="736600" y="12700"/>
                  </a:lnTo>
                  <a:lnTo>
                    <a:pt x="736600" y="0"/>
                  </a:lnTo>
                  <a:close/>
                </a:path>
                <a:path w="2705100" h="417195">
                  <a:moveTo>
                    <a:pt x="787400" y="0"/>
                  </a:moveTo>
                  <a:lnTo>
                    <a:pt x="762000" y="0"/>
                  </a:lnTo>
                  <a:lnTo>
                    <a:pt x="762000" y="12700"/>
                  </a:lnTo>
                  <a:lnTo>
                    <a:pt x="787400" y="12700"/>
                  </a:lnTo>
                  <a:lnTo>
                    <a:pt x="787400" y="0"/>
                  </a:lnTo>
                  <a:close/>
                </a:path>
                <a:path w="2705100" h="417195">
                  <a:moveTo>
                    <a:pt x="838200" y="0"/>
                  </a:moveTo>
                  <a:lnTo>
                    <a:pt x="812800" y="0"/>
                  </a:lnTo>
                  <a:lnTo>
                    <a:pt x="812800" y="12700"/>
                  </a:lnTo>
                  <a:lnTo>
                    <a:pt x="838200" y="12700"/>
                  </a:lnTo>
                  <a:lnTo>
                    <a:pt x="838200" y="0"/>
                  </a:lnTo>
                  <a:close/>
                </a:path>
                <a:path w="2705100" h="417195">
                  <a:moveTo>
                    <a:pt x="889000" y="0"/>
                  </a:moveTo>
                  <a:lnTo>
                    <a:pt x="863600" y="0"/>
                  </a:lnTo>
                  <a:lnTo>
                    <a:pt x="863600" y="12700"/>
                  </a:lnTo>
                  <a:lnTo>
                    <a:pt x="889000" y="12700"/>
                  </a:lnTo>
                  <a:lnTo>
                    <a:pt x="889000" y="0"/>
                  </a:lnTo>
                  <a:close/>
                </a:path>
                <a:path w="2705100" h="417195">
                  <a:moveTo>
                    <a:pt x="939800" y="0"/>
                  </a:moveTo>
                  <a:lnTo>
                    <a:pt x="914400" y="0"/>
                  </a:lnTo>
                  <a:lnTo>
                    <a:pt x="914400" y="12700"/>
                  </a:lnTo>
                  <a:lnTo>
                    <a:pt x="939800" y="12700"/>
                  </a:lnTo>
                  <a:lnTo>
                    <a:pt x="939800" y="0"/>
                  </a:lnTo>
                  <a:close/>
                </a:path>
                <a:path w="2705100" h="417195">
                  <a:moveTo>
                    <a:pt x="990600" y="0"/>
                  </a:moveTo>
                  <a:lnTo>
                    <a:pt x="965200" y="0"/>
                  </a:lnTo>
                  <a:lnTo>
                    <a:pt x="965200" y="12700"/>
                  </a:lnTo>
                  <a:lnTo>
                    <a:pt x="990600" y="12700"/>
                  </a:lnTo>
                  <a:lnTo>
                    <a:pt x="990600" y="0"/>
                  </a:lnTo>
                  <a:close/>
                </a:path>
                <a:path w="2705100" h="417195">
                  <a:moveTo>
                    <a:pt x="1041400" y="0"/>
                  </a:moveTo>
                  <a:lnTo>
                    <a:pt x="1016000" y="0"/>
                  </a:lnTo>
                  <a:lnTo>
                    <a:pt x="1016000" y="12700"/>
                  </a:lnTo>
                  <a:lnTo>
                    <a:pt x="1041400" y="12700"/>
                  </a:lnTo>
                  <a:lnTo>
                    <a:pt x="1041400" y="0"/>
                  </a:lnTo>
                  <a:close/>
                </a:path>
                <a:path w="2705100" h="417195">
                  <a:moveTo>
                    <a:pt x="1092200" y="0"/>
                  </a:moveTo>
                  <a:lnTo>
                    <a:pt x="1066800" y="0"/>
                  </a:lnTo>
                  <a:lnTo>
                    <a:pt x="1066800" y="12700"/>
                  </a:lnTo>
                  <a:lnTo>
                    <a:pt x="1092200" y="12700"/>
                  </a:lnTo>
                  <a:lnTo>
                    <a:pt x="1092200" y="0"/>
                  </a:lnTo>
                  <a:close/>
                </a:path>
                <a:path w="2705100" h="417195">
                  <a:moveTo>
                    <a:pt x="1143000" y="0"/>
                  </a:moveTo>
                  <a:lnTo>
                    <a:pt x="1117600" y="0"/>
                  </a:lnTo>
                  <a:lnTo>
                    <a:pt x="1117600" y="12700"/>
                  </a:lnTo>
                  <a:lnTo>
                    <a:pt x="1143000" y="12700"/>
                  </a:lnTo>
                  <a:lnTo>
                    <a:pt x="1143000" y="0"/>
                  </a:lnTo>
                  <a:close/>
                </a:path>
                <a:path w="2705100" h="417195">
                  <a:moveTo>
                    <a:pt x="1193800" y="0"/>
                  </a:moveTo>
                  <a:lnTo>
                    <a:pt x="1168400" y="0"/>
                  </a:lnTo>
                  <a:lnTo>
                    <a:pt x="1168400" y="12700"/>
                  </a:lnTo>
                  <a:lnTo>
                    <a:pt x="1193800" y="12700"/>
                  </a:lnTo>
                  <a:lnTo>
                    <a:pt x="1193800" y="0"/>
                  </a:lnTo>
                  <a:close/>
                </a:path>
                <a:path w="2705100" h="417195">
                  <a:moveTo>
                    <a:pt x="1244600" y="0"/>
                  </a:moveTo>
                  <a:lnTo>
                    <a:pt x="1219200" y="0"/>
                  </a:lnTo>
                  <a:lnTo>
                    <a:pt x="1219200" y="12700"/>
                  </a:lnTo>
                  <a:lnTo>
                    <a:pt x="1244600" y="12700"/>
                  </a:lnTo>
                  <a:lnTo>
                    <a:pt x="1244600" y="0"/>
                  </a:lnTo>
                  <a:close/>
                </a:path>
                <a:path w="2705100" h="417195">
                  <a:moveTo>
                    <a:pt x="1295400" y="0"/>
                  </a:moveTo>
                  <a:lnTo>
                    <a:pt x="1270000" y="0"/>
                  </a:lnTo>
                  <a:lnTo>
                    <a:pt x="1270000" y="12700"/>
                  </a:lnTo>
                  <a:lnTo>
                    <a:pt x="1295400" y="12700"/>
                  </a:lnTo>
                  <a:lnTo>
                    <a:pt x="1295400" y="0"/>
                  </a:lnTo>
                  <a:close/>
                </a:path>
                <a:path w="2705100" h="417195">
                  <a:moveTo>
                    <a:pt x="1346200" y="0"/>
                  </a:moveTo>
                  <a:lnTo>
                    <a:pt x="1320800" y="0"/>
                  </a:lnTo>
                  <a:lnTo>
                    <a:pt x="1320800" y="12700"/>
                  </a:lnTo>
                  <a:lnTo>
                    <a:pt x="1346200" y="12700"/>
                  </a:lnTo>
                  <a:lnTo>
                    <a:pt x="1346200" y="0"/>
                  </a:lnTo>
                  <a:close/>
                </a:path>
                <a:path w="2705100" h="417195">
                  <a:moveTo>
                    <a:pt x="1397000" y="0"/>
                  </a:moveTo>
                  <a:lnTo>
                    <a:pt x="1371600" y="0"/>
                  </a:lnTo>
                  <a:lnTo>
                    <a:pt x="1371600" y="12700"/>
                  </a:lnTo>
                  <a:lnTo>
                    <a:pt x="1397000" y="12700"/>
                  </a:lnTo>
                  <a:lnTo>
                    <a:pt x="1397000" y="0"/>
                  </a:lnTo>
                  <a:close/>
                </a:path>
                <a:path w="2705100" h="417195">
                  <a:moveTo>
                    <a:pt x="1447800" y="0"/>
                  </a:moveTo>
                  <a:lnTo>
                    <a:pt x="1422400" y="0"/>
                  </a:lnTo>
                  <a:lnTo>
                    <a:pt x="1422400" y="12700"/>
                  </a:lnTo>
                  <a:lnTo>
                    <a:pt x="1447800" y="12700"/>
                  </a:lnTo>
                  <a:lnTo>
                    <a:pt x="1447800" y="0"/>
                  </a:lnTo>
                  <a:close/>
                </a:path>
                <a:path w="2705100" h="417195">
                  <a:moveTo>
                    <a:pt x="1498600" y="0"/>
                  </a:moveTo>
                  <a:lnTo>
                    <a:pt x="1473200" y="0"/>
                  </a:lnTo>
                  <a:lnTo>
                    <a:pt x="1473200" y="12700"/>
                  </a:lnTo>
                  <a:lnTo>
                    <a:pt x="1498600" y="12700"/>
                  </a:lnTo>
                  <a:lnTo>
                    <a:pt x="1498600" y="0"/>
                  </a:lnTo>
                  <a:close/>
                </a:path>
                <a:path w="2705100" h="417195">
                  <a:moveTo>
                    <a:pt x="1549400" y="0"/>
                  </a:moveTo>
                  <a:lnTo>
                    <a:pt x="1524000" y="0"/>
                  </a:lnTo>
                  <a:lnTo>
                    <a:pt x="1524000" y="12700"/>
                  </a:lnTo>
                  <a:lnTo>
                    <a:pt x="1549400" y="12700"/>
                  </a:lnTo>
                  <a:lnTo>
                    <a:pt x="1549400" y="0"/>
                  </a:lnTo>
                  <a:close/>
                </a:path>
                <a:path w="2705100" h="417195">
                  <a:moveTo>
                    <a:pt x="1600200" y="0"/>
                  </a:moveTo>
                  <a:lnTo>
                    <a:pt x="1574800" y="0"/>
                  </a:lnTo>
                  <a:lnTo>
                    <a:pt x="1574800" y="12700"/>
                  </a:lnTo>
                  <a:lnTo>
                    <a:pt x="1600200" y="12700"/>
                  </a:lnTo>
                  <a:lnTo>
                    <a:pt x="1600200" y="0"/>
                  </a:lnTo>
                  <a:close/>
                </a:path>
                <a:path w="2705100" h="417195">
                  <a:moveTo>
                    <a:pt x="1651000" y="0"/>
                  </a:moveTo>
                  <a:lnTo>
                    <a:pt x="1625600" y="0"/>
                  </a:lnTo>
                  <a:lnTo>
                    <a:pt x="1625600" y="12700"/>
                  </a:lnTo>
                  <a:lnTo>
                    <a:pt x="1651000" y="12700"/>
                  </a:lnTo>
                  <a:lnTo>
                    <a:pt x="1651000" y="0"/>
                  </a:lnTo>
                  <a:close/>
                </a:path>
                <a:path w="2705100" h="417195">
                  <a:moveTo>
                    <a:pt x="1701800" y="0"/>
                  </a:moveTo>
                  <a:lnTo>
                    <a:pt x="1676400" y="0"/>
                  </a:lnTo>
                  <a:lnTo>
                    <a:pt x="1676400" y="12700"/>
                  </a:lnTo>
                  <a:lnTo>
                    <a:pt x="1701800" y="12700"/>
                  </a:lnTo>
                  <a:lnTo>
                    <a:pt x="1701800" y="0"/>
                  </a:lnTo>
                  <a:close/>
                </a:path>
                <a:path w="2705100" h="417195">
                  <a:moveTo>
                    <a:pt x="1752600" y="0"/>
                  </a:moveTo>
                  <a:lnTo>
                    <a:pt x="1727200" y="0"/>
                  </a:lnTo>
                  <a:lnTo>
                    <a:pt x="1727200" y="12700"/>
                  </a:lnTo>
                  <a:lnTo>
                    <a:pt x="1752600" y="12700"/>
                  </a:lnTo>
                  <a:lnTo>
                    <a:pt x="1752600" y="0"/>
                  </a:lnTo>
                  <a:close/>
                </a:path>
                <a:path w="2705100" h="417195">
                  <a:moveTo>
                    <a:pt x="1803400" y="0"/>
                  </a:moveTo>
                  <a:lnTo>
                    <a:pt x="1778000" y="0"/>
                  </a:lnTo>
                  <a:lnTo>
                    <a:pt x="1778000" y="12700"/>
                  </a:lnTo>
                  <a:lnTo>
                    <a:pt x="1803400" y="12700"/>
                  </a:lnTo>
                  <a:lnTo>
                    <a:pt x="1803400" y="0"/>
                  </a:lnTo>
                  <a:close/>
                </a:path>
                <a:path w="2705100" h="417195">
                  <a:moveTo>
                    <a:pt x="1854200" y="0"/>
                  </a:moveTo>
                  <a:lnTo>
                    <a:pt x="1828800" y="0"/>
                  </a:lnTo>
                  <a:lnTo>
                    <a:pt x="1828800" y="12700"/>
                  </a:lnTo>
                  <a:lnTo>
                    <a:pt x="1854200" y="12700"/>
                  </a:lnTo>
                  <a:lnTo>
                    <a:pt x="1854200" y="0"/>
                  </a:lnTo>
                  <a:close/>
                </a:path>
                <a:path w="2705100" h="417195">
                  <a:moveTo>
                    <a:pt x="1905000" y="0"/>
                  </a:moveTo>
                  <a:lnTo>
                    <a:pt x="1879600" y="0"/>
                  </a:lnTo>
                  <a:lnTo>
                    <a:pt x="1879600" y="12700"/>
                  </a:lnTo>
                  <a:lnTo>
                    <a:pt x="1905000" y="12700"/>
                  </a:lnTo>
                  <a:lnTo>
                    <a:pt x="1905000" y="0"/>
                  </a:lnTo>
                  <a:close/>
                </a:path>
                <a:path w="2705100" h="417195">
                  <a:moveTo>
                    <a:pt x="1955800" y="0"/>
                  </a:moveTo>
                  <a:lnTo>
                    <a:pt x="1930400" y="0"/>
                  </a:lnTo>
                  <a:lnTo>
                    <a:pt x="1930400" y="12700"/>
                  </a:lnTo>
                  <a:lnTo>
                    <a:pt x="1955800" y="12700"/>
                  </a:lnTo>
                  <a:lnTo>
                    <a:pt x="1955800" y="0"/>
                  </a:lnTo>
                  <a:close/>
                </a:path>
                <a:path w="2705100" h="417195">
                  <a:moveTo>
                    <a:pt x="2006600" y="0"/>
                  </a:moveTo>
                  <a:lnTo>
                    <a:pt x="1981200" y="0"/>
                  </a:lnTo>
                  <a:lnTo>
                    <a:pt x="1981200" y="12700"/>
                  </a:lnTo>
                  <a:lnTo>
                    <a:pt x="2006600" y="12700"/>
                  </a:lnTo>
                  <a:lnTo>
                    <a:pt x="2006600" y="0"/>
                  </a:lnTo>
                  <a:close/>
                </a:path>
                <a:path w="2705100" h="417195">
                  <a:moveTo>
                    <a:pt x="2057400" y="0"/>
                  </a:moveTo>
                  <a:lnTo>
                    <a:pt x="2032000" y="0"/>
                  </a:lnTo>
                  <a:lnTo>
                    <a:pt x="2032000" y="12700"/>
                  </a:lnTo>
                  <a:lnTo>
                    <a:pt x="2057400" y="12700"/>
                  </a:lnTo>
                  <a:lnTo>
                    <a:pt x="2057400" y="0"/>
                  </a:lnTo>
                  <a:close/>
                </a:path>
                <a:path w="2705100" h="417195">
                  <a:moveTo>
                    <a:pt x="2108200" y="0"/>
                  </a:moveTo>
                  <a:lnTo>
                    <a:pt x="2082800" y="0"/>
                  </a:lnTo>
                  <a:lnTo>
                    <a:pt x="2082800" y="12700"/>
                  </a:lnTo>
                  <a:lnTo>
                    <a:pt x="2108200" y="12700"/>
                  </a:lnTo>
                  <a:lnTo>
                    <a:pt x="2108200" y="0"/>
                  </a:lnTo>
                  <a:close/>
                </a:path>
                <a:path w="2705100" h="417195">
                  <a:moveTo>
                    <a:pt x="2159000" y="0"/>
                  </a:moveTo>
                  <a:lnTo>
                    <a:pt x="2133600" y="0"/>
                  </a:lnTo>
                  <a:lnTo>
                    <a:pt x="2133600" y="12700"/>
                  </a:lnTo>
                  <a:lnTo>
                    <a:pt x="2159000" y="12700"/>
                  </a:lnTo>
                  <a:lnTo>
                    <a:pt x="2159000" y="0"/>
                  </a:lnTo>
                  <a:close/>
                </a:path>
                <a:path w="2705100" h="417195">
                  <a:moveTo>
                    <a:pt x="2209800" y="0"/>
                  </a:moveTo>
                  <a:lnTo>
                    <a:pt x="2184400" y="0"/>
                  </a:lnTo>
                  <a:lnTo>
                    <a:pt x="2184400" y="12700"/>
                  </a:lnTo>
                  <a:lnTo>
                    <a:pt x="2209800" y="12700"/>
                  </a:lnTo>
                  <a:lnTo>
                    <a:pt x="2209800" y="0"/>
                  </a:lnTo>
                  <a:close/>
                </a:path>
                <a:path w="2705100" h="417195">
                  <a:moveTo>
                    <a:pt x="2260600" y="0"/>
                  </a:moveTo>
                  <a:lnTo>
                    <a:pt x="2235200" y="0"/>
                  </a:lnTo>
                  <a:lnTo>
                    <a:pt x="2235200" y="12700"/>
                  </a:lnTo>
                  <a:lnTo>
                    <a:pt x="2260600" y="12700"/>
                  </a:lnTo>
                  <a:lnTo>
                    <a:pt x="2260600" y="0"/>
                  </a:lnTo>
                  <a:close/>
                </a:path>
                <a:path w="2705100" h="417195">
                  <a:moveTo>
                    <a:pt x="2311400" y="0"/>
                  </a:moveTo>
                  <a:lnTo>
                    <a:pt x="2286000" y="0"/>
                  </a:lnTo>
                  <a:lnTo>
                    <a:pt x="2286000" y="12700"/>
                  </a:lnTo>
                  <a:lnTo>
                    <a:pt x="2311400" y="12700"/>
                  </a:lnTo>
                  <a:lnTo>
                    <a:pt x="2311400" y="0"/>
                  </a:lnTo>
                  <a:close/>
                </a:path>
                <a:path w="2705100" h="417195">
                  <a:moveTo>
                    <a:pt x="2362200" y="0"/>
                  </a:moveTo>
                  <a:lnTo>
                    <a:pt x="2336800" y="0"/>
                  </a:lnTo>
                  <a:lnTo>
                    <a:pt x="2336800" y="12700"/>
                  </a:lnTo>
                  <a:lnTo>
                    <a:pt x="2362200" y="12700"/>
                  </a:lnTo>
                  <a:lnTo>
                    <a:pt x="2362200" y="0"/>
                  </a:lnTo>
                  <a:close/>
                </a:path>
                <a:path w="2705100" h="417195">
                  <a:moveTo>
                    <a:pt x="2413000" y="0"/>
                  </a:moveTo>
                  <a:lnTo>
                    <a:pt x="2387600" y="0"/>
                  </a:lnTo>
                  <a:lnTo>
                    <a:pt x="2387600" y="12700"/>
                  </a:lnTo>
                  <a:lnTo>
                    <a:pt x="2413000" y="12700"/>
                  </a:lnTo>
                  <a:lnTo>
                    <a:pt x="2413000" y="0"/>
                  </a:lnTo>
                  <a:close/>
                </a:path>
                <a:path w="2705100" h="417195">
                  <a:moveTo>
                    <a:pt x="2463800" y="0"/>
                  </a:moveTo>
                  <a:lnTo>
                    <a:pt x="2438400" y="0"/>
                  </a:lnTo>
                  <a:lnTo>
                    <a:pt x="2438400" y="12700"/>
                  </a:lnTo>
                  <a:lnTo>
                    <a:pt x="2463800" y="12700"/>
                  </a:lnTo>
                  <a:lnTo>
                    <a:pt x="2463800" y="0"/>
                  </a:lnTo>
                  <a:close/>
                </a:path>
                <a:path w="2705100" h="417195">
                  <a:moveTo>
                    <a:pt x="2514600" y="0"/>
                  </a:moveTo>
                  <a:lnTo>
                    <a:pt x="2489200" y="0"/>
                  </a:lnTo>
                  <a:lnTo>
                    <a:pt x="2489200" y="12700"/>
                  </a:lnTo>
                  <a:lnTo>
                    <a:pt x="2514600" y="12700"/>
                  </a:lnTo>
                  <a:lnTo>
                    <a:pt x="2514600" y="0"/>
                  </a:lnTo>
                  <a:close/>
                </a:path>
                <a:path w="2705100" h="417195">
                  <a:moveTo>
                    <a:pt x="2565400" y="0"/>
                  </a:moveTo>
                  <a:lnTo>
                    <a:pt x="2540000" y="0"/>
                  </a:lnTo>
                  <a:lnTo>
                    <a:pt x="2540000" y="12700"/>
                  </a:lnTo>
                  <a:lnTo>
                    <a:pt x="2565400" y="12700"/>
                  </a:lnTo>
                  <a:lnTo>
                    <a:pt x="2565400" y="0"/>
                  </a:lnTo>
                  <a:close/>
                </a:path>
                <a:path w="2705100" h="417195">
                  <a:moveTo>
                    <a:pt x="2616200" y="0"/>
                  </a:moveTo>
                  <a:lnTo>
                    <a:pt x="2590800" y="0"/>
                  </a:lnTo>
                  <a:lnTo>
                    <a:pt x="2590800" y="12700"/>
                  </a:lnTo>
                  <a:lnTo>
                    <a:pt x="2616200" y="12700"/>
                  </a:lnTo>
                  <a:lnTo>
                    <a:pt x="2616200" y="0"/>
                  </a:lnTo>
                  <a:close/>
                </a:path>
                <a:path w="2705100" h="417195">
                  <a:moveTo>
                    <a:pt x="2667000" y="0"/>
                  </a:moveTo>
                  <a:lnTo>
                    <a:pt x="2641600" y="0"/>
                  </a:lnTo>
                  <a:lnTo>
                    <a:pt x="2641600" y="12700"/>
                  </a:lnTo>
                  <a:lnTo>
                    <a:pt x="2667000" y="12700"/>
                  </a:lnTo>
                  <a:lnTo>
                    <a:pt x="2667000" y="0"/>
                  </a:lnTo>
                  <a:close/>
                </a:path>
                <a:path w="2705100" h="417195">
                  <a:moveTo>
                    <a:pt x="2705100" y="391414"/>
                  </a:moveTo>
                  <a:lnTo>
                    <a:pt x="2698750" y="391414"/>
                  </a:lnTo>
                  <a:lnTo>
                    <a:pt x="2692400" y="391414"/>
                  </a:lnTo>
                  <a:lnTo>
                    <a:pt x="2692400" y="416661"/>
                  </a:lnTo>
                  <a:lnTo>
                    <a:pt x="2698750" y="416661"/>
                  </a:lnTo>
                  <a:lnTo>
                    <a:pt x="2705100" y="416661"/>
                  </a:lnTo>
                  <a:lnTo>
                    <a:pt x="2705100" y="391414"/>
                  </a:lnTo>
                  <a:close/>
                </a:path>
                <a:path w="2705100" h="417195">
                  <a:moveTo>
                    <a:pt x="2705100" y="340906"/>
                  </a:moveTo>
                  <a:lnTo>
                    <a:pt x="2698750" y="340906"/>
                  </a:lnTo>
                  <a:lnTo>
                    <a:pt x="2692400" y="340906"/>
                  </a:lnTo>
                  <a:lnTo>
                    <a:pt x="2692400" y="366153"/>
                  </a:lnTo>
                  <a:lnTo>
                    <a:pt x="2698750" y="366153"/>
                  </a:lnTo>
                  <a:lnTo>
                    <a:pt x="2705100" y="366153"/>
                  </a:lnTo>
                  <a:lnTo>
                    <a:pt x="2705100" y="340906"/>
                  </a:lnTo>
                  <a:close/>
                </a:path>
                <a:path w="2705100" h="417195">
                  <a:moveTo>
                    <a:pt x="2705100" y="290398"/>
                  </a:moveTo>
                  <a:lnTo>
                    <a:pt x="2698750" y="290398"/>
                  </a:lnTo>
                  <a:lnTo>
                    <a:pt x="2692400" y="290398"/>
                  </a:lnTo>
                  <a:lnTo>
                    <a:pt x="2692400" y="315658"/>
                  </a:lnTo>
                  <a:lnTo>
                    <a:pt x="2698750" y="315658"/>
                  </a:lnTo>
                  <a:lnTo>
                    <a:pt x="2705100" y="315658"/>
                  </a:lnTo>
                  <a:lnTo>
                    <a:pt x="2705100" y="290398"/>
                  </a:lnTo>
                  <a:close/>
                </a:path>
                <a:path w="2705100" h="417195">
                  <a:moveTo>
                    <a:pt x="2705100" y="239890"/>
                  </a:moveTo>
                  <a:lnTo>
                    <a:pt x="2698750" y="239890"/>
                  </a:lnTo>
                  <a:lnTo>
                    <a:pt x="2692400" y="239890"/>
                  </a:lnTo>
                  <a:lnTo>
                    <a:pt x="2692400" y="265150"/>
                  </a:lnTo>
                  <a:lnTo>
                    <a:pt x="2698750" y="265150"/>
                  </a:lnTo>
                  <a:lnTo>
                    <a:pt x="2705100" y="265150"/>
                  </a:lnTo>
                  <a:lnTo>
                    <a:pt x="2705100" y="239890"/>
                  </a:lnTo>
                  <a:close/>
                </a:path>
                <a:path w="2705100" h="417195">
                  <a:moveTo>
                    <a:pt x="2705100" y="189395"/>
                  </a:moveTo>
                  <a:lnTo>
                    <a:pt x="2698750" y="189395"/>
                  </a:lnTo>
                  <a:lnTo>
                    <a:pt x="2692400" y="189395"/>
                  </a:lnTo>
                  <a:lnTo>
                    <a:pt x="2692400" y="214642"/>
                  </a:lnTo>
                  <a:lnTo>
                    <a:pt x="2698750" y="214642"/>
                  </a:lnTo>
                  <a:lnTo>
                    <a:pt x="2705100" y="214642"/>
                  </a:lnTo>
                  <a:lnTo>
                    <a:pt x="2705100" y="189395"/>
                  </a:lnTo>
                  <a:close/>
                </a:path>
                <a:path w="2705100" h="417195">
                  <a:moveTo>
                    <a:pt x="2705100" y="138887"/>
                  </a:moveTo>
                  <a:lnTo>
                    <a:pt x="2698750" y="138887"/>
                  </a:lnTo>
                  <a:lnTo>
                    <a:pt x="2692400" y="138887"/>
                  </a:lnTo>
                  <a:lnTo>
                    <a:pt x="2692400" y="164134"/>
                  </a:lnTo>
                  <a:lnTo>
                    <a:pt x="2698750" y="164134"/>
                  </a:lnTo>
                  <a:lnTo>
                    <a:pt x="2705100" y="164134"/>
                  </a:lnTo>
                  <a:lnTo>
                    <a:pt x="2705100" y="138887"/>
                  </a:lnTo>
                  <a:close/>
                </a:path>
                <a:path w="2705100" h="417195">
                  <a:moveTo>
                    <a:pt x="2705100" y="88379"/>
                  </a:moveTo>
                  <a:lnTo>
                    <a:pt x="2698750" y="88379"/>
                  </a:lnTo>
                  <a:lnTo>
                    <a:pt x="2692400" y="88379"/>
                  </a:lnTo>
                  <a:lnTo>
                    <a:pt x="2692400" y="113639"/>
                  </a:lnTo>
                  <a:lnTo>
                    <a:pt x="2698750" y="113639"/>
                  </a:lnTo>
                  <a:lnTo>
                    <a:pt x="2705100" y="113639"/>
                  </a:lnTo>
                  <a:lnTo>
                    <a:pt x="2705100" y="88379"/>
                  </a:lnTo>
                  <a:close/>
                </a:path>
                <a:path w="2705100" h="417195">
                  <a:moveTo>
                    <a:pt x="2705100" y="37884"/>
                  </a:moveTo>
                  <a:lnTo>
                    <a:pt x="2698750" y="37884"/>
                  </a:lnTo>
                  <a:lnTo>
                    <a:pt x="2692400" y="37884"/>
                  </a:lnTo>
                  <a:lnTo>
                    <a:pt x="2692400" y="63131"/>
                  </a:lnTo>
                  <a:lnTo>
                    <a:pt x="2698750" y="63131"/>
                  </a:lnTo>
                  <a:lnTo>
                    <a:pt x="2705100" y="63131"/>
                  </a:lnTo>
                  <a:lnTo>
                    <a:pt x="2705100" y="37884"/>
                  </a:lnTo>
                  <a:close/>
                </a:path>
                <a:path w="2705100" h="417195">
                  <a:moveTo>
                    <a:pt x="2705100" y="0"/>
                  </a:moveTo>
                  <a:lnTo>
                    <a:pt x="2698750" y="0"/>
                  </a:lnTo>
                  <a:lnTo>
                    <a:pt x="2692400" y="0"/>
                  </a:lnTo>
                  <a:lnTo>
                    <a:pt x="2692400" y="12700"/>
                  </a:lnTo>
                  <a:lnTo>
                    <a:pt x="2698750" y="12700"/>
                  </a:lnTo>
                  <a:lnTo>
                    <a:pt x="2705100" y="12700"/>
                  </a:lnTo>
                  <a:lnTo>
                    <a:pt x="2705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72200" y="3200399"/>
              <a:ext cx="1854200" cy="12700"/>
            </a:xfrm>
            <a:custGeom>
              <a:avLst/>
              <a:gdLst/>
              <a:ahLst/>
              <a:cxnLst/>
              <a:rect l="l" t="t" r="r" b="b"/>
              <a:pathLst>
                <a:path w="1854200" h="12700">
                  <a:moveTo>
                    <a:pt x="254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25400" y="12700"/>
                  </a:lnTo>
                  <a:lnTo>
                    <a:pt x="25400" y="0"/>
                  </a:lnTo>
                  <a:close/>
                </a:path>
                <a:path w="1854200" h="12700">
                  <a:moveTo>
                    <a:pt x="76200" y="0"/>
                  </a:moveTo>
                  <a:lnTo>
                    <a:pt x="50800" y="0"/>
                  </a:lnTo>
                  <a:lnTo>
                    <a:pt x="50800" y="12700"/>
                  </a:lnTo>
                  <a:lnTo>
                    <a:pt x="76200" y="12700"/>
                  </a:lnTo>
                  <a:lnTo>
                    <a:pt x="76200" y="0"/>
                  </a:lnTo>
                  <a:close/>
                </a:path>
                <a:path w="1854200" h="12700">
                  <a:moveTo>
                    <a:pt x="127000" y="0"/>
                  </a:moveTo>
                  <a:lnTo>
                    <a:pt x="101600" y="0"/>
                  </a:lnTo>
                  <a:lnTo>
                    <a:pt x="101600" y="12700"/>
                  </a:lnTo>
                  <a:lnTo>
                    <a:pt x="127000" y="12700"/>
                  </a:lnTo>
                  <a:lnTo>
                    <a:pt x="127000" y="0"/>
                  </a:lnTo>
                  <a:close/>
                </a:path>
                <a:path w="1854200" h="12700">
                  <a:moveTo>
                    <a:pt x="177800" y="0"/>
                  </a:moveTo>
                  <a:lnTo>
                    <a:pt x="152400" y="0"/>
                  </a:lnTo>
                  <a:lnTo>
                    <a:pt x="152400" y="12700"/>
                  </a:lnTo>
                  <a:lnTo>
                    <a:pt x="177800" y="12700"/>
                  </a:lnTo>
                  <a:lnTo>
                    <a:pt x="177800" y="0"/>
                  </a:lnTo>
                  <a:close/>
                </a:path>
                <a:path w="1854200" h="12700">
                  <a:moveTo>
                    <a:pt x="228600" y="0"/>
                  </a:moveTo>
                  <a:lnTo>
                    <a:pt x="203200" y="0"/>
                  </a:lnTo>
                  <a:lnTo>
                    <a:pt x="203200" y="12700"/>
                  </a:lnTo>
                  <a:lnTo>
                    <a:pt x="228600" y="12700"/>
                  </a:lnTo>
                  <a:lnTo>
                    <a:pt x="228600" y="0"/>
                  </a:lnTo>
                  <a:close/>
                </a:path>
                <a:path w="1854200" h="12700">
                  <a:moveTo>
                    <a:pt x="279400" y="0"/>
                  </a:moveTo>
                  <a:lnTo>
                    <a:pt x="254000" y="0"/>
                  </a:lnTo>
                  <a:lnTo>
                    <a:pt x="254000" y="12700"/>
                  </a:lnTo>
                  <a:lnTo>
                    <a:pt x="279400" y="12700"/>
                  </a:lnTo>
                  <a:lnTo>
                    <a:pt x="279400" y="0"/>
                  </a:lnTo>
                  <a:close/>
                </a:path>
                <a:path w="1854200" h="12700">
                  <a:moveTo>
                    <a:pt x="330200" y="0"/>
                  </a:moveTo>
                  <a:lnTo>
                    <a:pt x="304800" y="0"/>
                  </a:lnTo>
                  <a:lnTo>
                    <a:pt x="304800" y="12700"/>
                  </a:lnTo>
                  <a:lnTo>
                    <a:pt x="330200" y="12700"/>
                  </a:lnTo>
                  <a:lnTo>
                    <a:pt x="330200" y="0"/>
                  </a:lnTo>
                  <a:close/>
                </a:path>
                <a:path w="1854200" h="12700">
                  <a:moveTo>
                    <a:pt x="381000" y="0"/>
                  </a:moveTo>
                  <a:lnTo>
                    <a:pt x="355600" y="0"/>
                  </a:lnTo>
                  <a:lnTo>
                    <a:pt x="355600" y="12700"/>
                  </a:lnTo>
                  <a:lnTo>
                    <a:pt x="381000" y="12700"/>
                  </a:lnTo>
                  <a:lnTo>
                    <a:pt x="381000" y="0"/>
                  </a:lnTo>
                  <a:close/>
                </a:path>
                <a:path w="1854200" h="12700">
                  <a:moveTo>
                    <a:pt x="431800" y="0"/>
                  </a:moveTo>
                  <a:lnTo>
                    <a:pt x="406400" y="0"/>
                  </a:lnTo>
                  <a:lnTo>
                    <a:pt x="406400" y="12700"/>
                  </a:lnTo>
                  <a:lnTo>
                    <a:pt x="431800" y="12700"/>
                  </a:lnTo>
                  <a:lnTo>
                    <a:pt x="431800" y="0"/>
                  </a:lnTo>
                  <a:close/>
                </a:path>
                <a:path w="1854200" h="12700">
                  <a:moveTo>
                    <a:pt x="482600" y="0"/>
                  </a:moveTo>
                  <a:lnTo>
                    <a:pt x="457200" y="0"/>
                  </a:lnTo>
                  <a:lnTo>
                    <a:pt x="457200" y="12700"/>
                  </a:lnTo>
                  <a:lnTo>
                    <a:pt x="482600" y="12700"/>
                  </a:lnTo>
                  <a:lnTo>
                    <a:pt x="482600" y="0"/>
                  </a:lnTo>
                  <a:close/>
                </a:path>
                <a:path w="1854200" h="12700">
                  <a:moveTo>
                    <a:pt x="533400" y="0"/>
                  </a:moveTo>
                  <a:lnTo>
                    <a:pt x="508000" y="0"/>
                  </a:lnTo>
                  <a:lnTo>
                    <a:pt x="508000" y="12700"/>
                  </a:lnTo>
                  <a:lnTo>
                    <a:pt x="533400" y="12700"/>
                  </a:lnTo>
                  <a:lnTo>
                    <a:pt x="533400" y="0"/>
                  </a:lnTo>
                  <a:close/>
                </a:path>
                <a:path w="1854200" h="12700">
                  <a:moveTo>
                    <a:pt x="584200" y="0"/>
                  </a:moveTo>
                  <a:lnTo>
                    <a:pt x="558800" y="0"/>
                  </a:lnTo>
                  <a:lnTo>
                    <a:pt x="558800" y="12700"/>
                  </a:lnTo>
                  <a:lnTo>
                    <a:pt x="584200" y="12700"/>
                  </a:lnTo>
                  <a:lnTo>
                    <a:pt x="584200" y="0"/>
                  </a:lnTo>
                  <a:close/>
                </a:path>
                <a:path w="1854200" h="12700">
                  <a:moveTo>
                    <a:pt x="635000" y="0"/>
                  </a:moveTo>
                  <a:lnTo>
                    <a:pt x="609600" y="0"/>
                  </a:lnTo>
                  <a:lnTo>
                    <a:pt x="609600" y="12700"/>
                  </a:lnTo>
                  <a:lnTo>
                    <a:pt x="635000" y="12700"/>
                  </a:lnTo>
                  <a:lnTo>
                    <a:pt x="635000" y="0"/>
                  </a:lnTo>
                  <a:close/>
                </a:path>
                <a:path w="1854200" h="12700">
                  <a:moveTo>
                    <a:pt x="685800" y="0"/>
                  </a:moveTo>
                  <a:lnTo>
                    <a:pt x="660400" y="0"/>
                  </a:lnTo>
                  <a:lnTo>
                    <a:pt x="660400" y="12700"/>
                  </a:lnTo>
                  <a:lnTo>
                    <a:pt x="685800" y="12700"/>
                  </a:lnTo>
                  <a:lnTo>
                    <a:pt x="685800" y="0"/>
                  </a:lnTo>
                  <a:close/>
                </a:path>
                <a:path w="1854200" h="12700">
                  <a:moveTo>
                    <a:pt x="736600" y="0"/>
                  </a:moveTo>
                  <a:lnTo>
                    <a:pt x="711200" y="0"/>
                  </a:lnTo>
                  <a:lnTo>
                    <a:pt x="711200" y="12700"/>
                  </a:lnTo>
                  <a:lnTo>
                    <a:pt x="736600" y="12700"/>
                  </a:lnTo>
                  <a:lnTo>
                    <a:pt x="736600" y="0"/>
                  </a:lnTo>
                  <a:close/>
                </a:path>
                <a:path w="1854200" h="12700">
                  <a:moveTo>
                    <a:pt x="787400" y="0"/>
                  </a:moveTo>
                  <a:lnTo>
                    <a:pt x="762000" y="0"/>
                  </a:lnTo>
                  <a:lnTo>
                    <a:pt x="762000" y="12700"/>
                  </a:lnTo>
                  <a:lnTo>
                    <a:pt x="787400" y="12700"/>
                  </a:lnTo>
                  <a:lnTo>
                    <a:pt x="787400" y="0"/>
                  </a:lnTo>
                  <a:close/>
                </a:path>
                <a:path w="1854200" h="12700">
                  <a:moveTo>
                    <a:pt x="838200" y="0"/>
                  </a:moveTo>
                  <a:lnTo>
                    <a:pt x="812800" y="0"/>
                  </a:lnTo>
                  <a:lnTo>
                    <a:pt x="812800" y="12700"/>
                  </a:lnTo>
                  <a:lnTo>
                    <a:pt x="838200" y="12700"/>
                  </a:lnTo>
                  <a:lnTo>
                    <a:pt x="838200" y="0"/>
                  </a:lnTo>
                  <a:close/>
                </a:path>
                <a:path w="1854200" h="12700">
                  <a:moveTo>
                    <a:pt x="889000" y="0"/>
                  </a:moveTo>
                  <a:lnTo>
                    <a:pt x="863600" y="0"/>
                  </a:lnTo>
                  <a:lnTo>
                    <a:pt x="863600" y="12700"/>
                  </a:lnTo>
                  <a:lnTo>
                    <a:pt x="889000" y="12700"/>
                  </a:lnTo>
                  <a:lnTo>
                    <a:pt x="889000" y="0"/>
                  </a:lnTo>
                  <a:close/>
                </a:path>
                <a:path w="1854200" h="12700">
                  <a:moveTo>
                    <a:pt x="939800" y="0"/>
                  </a:moveTo>
                  <a:lnTo>
                    <a:pt x="914400" y="0"/>
                  </a:lnTo>
                  <a:lnTo>
                    <a:pt x="914400" y="12700"/>
                  </a:lnTo>
                  <a:lnTo>
                    <a:pt x="939800" y="12700"/>
                  </a:lnTo>
                  <a:lnTo>
                    <a:pt x="939800" y="0"/>
                  </a:lnTo>
                  <a:close/>
                </a:path>
                <a:path w="1854200" h="12700">
                  <a:moveTo>
                    <a:pt x="990600" y="0"/>
                  </a:moveTo>
                  <a:lnTo>
                    <a:pt x="965200" y="0"/>
                  </a:lnTo>
                  <a:lnTo>
                    <a:pt x="965200" y="12700"/>
                  </a:lnTo>
                  <a:lnTo>
                    <a:pt x="990600" y="12700"/>
                  </a:lnTo>
                  <a:lnTo>
                    <a:pt x="990600" y="0"/>
                  </a:lnTo>
                  <a:close/>
                </a:path>
                <a:path w="1854200" h="12700">
                  <a:moveTo>
                    <a:pt x="1041400" y="0"/>
                  </a:moveTo>
                  <a:lnTo>
                    <a:pt x="1016000" y="0"/>
                  </a:lnTo>
                  <a:lnTo>
                    <a:pt x="1016000" y="12700"/>
                  </a:lnTo>
                  <a:lnTo>
                    <a:pt x="1041400" y="12700"/>
                  </a:lnTo>
                  <a:lnTo>
                    <a:pt x="1041400" y="0"/>
                  </a:lnTo>
                  <a:close/>
                </a:path>
                <a:path w="1854200" h="12700">
                  <a:moveTo>
                    <a:pt x="1092200" y="0"/>
                  </a:moveTo>
                  <a:lnTo>
                    <a:pt x="1066800" y="0"/>
                  </a:lnTo>
                  <a:lnTo>
                    <a:pt x="1066800" y="12700"/>
                  </a:lnTo>
                  <a:lnTo>
                    <a:pt x="1092200" y="12700"/>
                  </a:lnTo>
                  <a:lnTo>
                    <a:pt x="1092200" y="0"/>
                  </a:lnTo>
                  <a:close/>
                </a:path>
                <a:path w="1854200" h="12700">
                  <a:moveTo>
                    <a:pt x="1143000" y="0"/>
                  </a:moveTo>
                  <a:lnTo>
                    <a:pt x="1117600" y="0"/>
                  </a:lnTo>
                  <a:lnTo>
                    <a:pt x="1117600" y="12700"/>
                  </a:lnTo>
                  <a:lnTo>
                    <a:pt x="1143000" y="12700"/>
                  </a:lnTo>
                  <a:lnTo>
                    <a:pt x="1143000" y="0"/>
                  </a:lnTo>
                  <a:close/>
                </a:path>
                <a:path w="1854200" h="12700">
                  <a:moveTo>
                    <a:pt x="1193800" y="0"/>
                  </a:moveTo>
                  <a:lnTo>
                    <a:pt x="1168400" y="0"/>
                  </a:lnTo>
                  <a:lnTo>
                    <a:pt x="1168400" y="12700"/>
                  </a:lnTo>
                  <a:lnTo>
                    <a:pt x="1193800" y="12700"/>
                  </a:lnTo>
                  <a:lnTo>
                    <a:pt x="1193800" y="0"/>
                  </a:lnTo>
                  <a:close/>
                </a:path>
                <a:path w="1854200" h="12700">
                  <a:moveTo>
                    <a:pt x="1244600" y="0"/>
                  </a:moveTo>
                  <a:lnTo>
                    <a:pt x="1219200" y="0"/>
                  </a:lnTo>
                  <a:lnTo>
                    <a:pt x="1219200" y="12700"/>
                  </a:lnTo>
                  <a:lnTo>
                    <a:pt x="1244600" y="12700"/>
                  </a:lnTo>
                  <a:lnTo>
                    <a:pt x="1244600" y="0"/>
                  </a:lnTo>
                  <a:close/>
                </a:path>
                <a:path w="1854200" h="12700">
                  <a:moveTo>
                    <a:pt x="1295400" y="0"/>
                  </a:moveTo>
                  <a:lnTo>
                    <a:pt x="1270000" y="0"/>
                  </a:lnTo>
                  <a:lnTo>
                    <a:pt x="1270000" y="12700"/>
                  </a:lnTo>
                  <a:lnTo>
                    <a:pt x="1295400" y="12700"/>
                  </a:lnTo>
                  <a:lnTo>
                    <a:pt x="1295400" y="0"/>
                  </a:lnTo>
                  <a:close/>
                </a:path>
                <a:path w="1854200" h="12700">
                  <a:moveTo>
                    <a:pt x="1346200" y="0"/>
                  </a:moveTo>
                  <a:lnTo>
                    <a:pt x="1320800" y="0"/>
                  </a:lnTo>
                  <a:lnTo>
                    <a:pt x="1320800" y="12700"/>
                  </a:lnTo>
                  <a:lnTo>
                    <a:pt x="1346200" y="12700"/>
                  </a:lnTo>
                  <a:lnTo>
                    <a:pt x="1346200" y="0"/>
                  </a:lnTo>
                  <a:close/>
                </a:path>
                <a:path w="1854200" h="12700">
                  <a:moveTo>
                    <a:pt x="1397000" y="0"/>
                  </a:moveTo>
                  <a:lnTo>
                    <a:pt x="1371600" y="0"/>
                  </a:lnTo>
                  <a:lnTo>
                    <a:pt x="1371600" y="12700"/>
                  </a:lnTo>
                  <a:lnTo>
                    <a:pt x="1397000" y="12700"/>
                  </a:lnTo>
                  <a:lnTo>
                    <a:pt x="1397000" y="0"/>
                  </a:lnTo>
                  <a:close/>
                </a:path>
                <a:path w="1854200" h="12700">
                  <a:moveTo>
                    <a:pt x="1447800" y="0"/>
                  </a:moveTo>
                  <a:lnTo>
                    <a:pt x="1422400" y="0"/>
                  </a:lnTo>
                  <a:lnTo>
                    <a:pt x="1422400" y="12700"/>
                  </a:lnTo>
                  <a:lnTo>
                    <a:pt x="1447800" y="12700"/>
                  </a:lnTo>
                  <a:lnTo>
                    <a:pt x="1447800" y="0"/>
                  </a:lnTo>
                  <a:close/>
                </a:path>
                <a:path w="1854200" h="12700">
                  <a:moveTo>
                    <a:pt x="1498600" y="0"/>
                  </a:moveTo>
                  <a:lnTo>
                    <a:pt x="1473200" y="0"/>
                  </a:lnTo>
                  <a:lnTo>
                    <a:pt x="1473200" y="12700"/>
                  </a:lnTo>
                  <a:lnTo>
                    <a:pt x="1498600" y="12700"/>
                  </a:lnTo>
                  <a:lnTo>
                    <a:pt x="1498600" y="0"/>
                  </a:lnTo>
                  <a:close/>
                </a:path>
                <a:path w="1854200" h="12700">
                  <a:moveTo>
                    <a:pt x="1549400" y="0"/>
                  </a:moveTo>
                  <a:lnTo>
                    <a:pt x="1524000" y="0"/>
                  </a:lnTo>
                  <a:lnTo>
                    <a:pt x="1524000" y="12700"/>
                  </a:lnTo>
                  <a:lnTo>
                    <a:pt x="1549400" y="12700"/>
                  </a:lnTo>
                  <a:lnTo>
                    <a:pt x="1549400" y="0"/>
                  </a:lnTo>
                  <a:close/>
                </a:path>
                <a:path w="1854200" h="12700">
                  <a:moveTo>
                    <a:pt x="1600200" y="0"/>
                  </a:moveTo>
                  <a:lnTo>
                    <a:pt x="1574800" y="0"/>
                  </a:lnTo>
                  <a:lnTo>
                    <a:pt x="1574800" y="12700"/>
                  </a:lnTo>
                  <a:lnTo>
                    <a:pt x="1600200" y="12700"/>
                  </a:lnTo>
                  <a:lnTo>
                    <a:pt x="1600200" y="0"/>
                  </a:lnTo>
                  <a:close/>
                </a:path>
                <a:path w="1854200" h="12700">
                  <a:moveTo>
                    <a:pt x="1651000" y="0"/>
                  </a:moveTo>
                  <a:lnTo>
                    <a:pt x="1625600" y="0"/>
                  </a:lnTo>
                  <a:lnTo>
                    <a:pt x="1625600" y="12700"/>
                  </a:lnTo>
                  <a:lnTo>
                    <a:pt x="1651000" y="12700"/>
                  </a:lnTo>
                  <a:lnTo>
                    <a:pt x="1651000" y="0"/>
                  </a:lnTo>
                  <a:close/>
                </a:path>
                <a:path w="1854200" h="12700">
                  <a:moveTo>
                    <a:pt x="1701800" y="0"/>
                  </a:moveTo>
                  <a:lnTo>
                    <a:pt x="1676400" y="0"/>
                  </a:lnTo>
                  <a:lnTo>
                    <a:pt x="1676400" y="12700"/>
                  </a:lnTo>
                  <a:lnTo>
                    <a:pt x="1701800" y="12700"/>
                  </a:lnTo>
                  <a:lnTo>
                    <a:pt x="1701800" y="0"/>
                  </a:lnTo>
                  <a:close/>
                </a:path>
                <a:path w="1854200" h="12700">
                  <a:moveTo>
                    <a:pt x="1752600" y="0"/>
                  </a:moveTo>
                  <a:lnTo>
                    <a:pt x="1727200" y="0"/>
                  </a:lnTo>
                  <a:lnTo>
                    <a:pt x="1727200" y="12700"/>
                  </a:lnTo>
                  <a:lnTo>
                    <a:pt x="1752600" y="12700"/>
                  </a:lnTo>
                  <a:lnTo>
                    <a:pt x="1752600" y="0"/>
                  </a:lnTo>
                  <a:close/>
                </a:path>
                <a:path w="1854200" h="12700">
                  <a:moveTo>
                    <a:pt x="1803400" y="0"/>
                  </a:moveTo>
                  <a:lnTo>
                    <a:pt x="1778000" y="0"/>
                  </a:lnTo>
                  <a:lnTo>
                    <a:pt x="1778000" y="12700"/>
                  </a:lnTo>
                  <a:lnTo>
                    <a:pt x="1803400" y="12700"/>
                  </a:lnTo>
                  <a:lnTo>
                    <a:pt x="1803400" y="0"/>
                  </a:lnTo>
                  <a:close/>
                </a:path>
                <a:path w="1854200" h="12700">
                  <a:moveTo>
                    <a:pt x="1854200" y="0"/>
                  </a:moveTo>
                  <a:lnTo>
                    <a:pt x="1828800" y="0"/>
                  </a:lnTo>
                  <a:lnTo>
                    <a:pt x="1828800" y="12700"/>
                  </a:lnTo>
                  <a:lnTo>
                    <a:pt x="1854200" y="12700"/>
                  </a:lnTo>
                  <a:lnTo>
                    <a:pt x="1854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6159500" y="3454400"/>
            <a:ext cx="4508500" cy="266700"/>
          </a:xfrm>
          <a:custGeom>
            <a:avLst/>
            <a:gdLst/>
            <a:ahLst/>
            <a:cxnLst/>
            <a:rect l="l" t="t" r="r" b="b"/>
            <a:pathLst>
              <a:path w="4508500" h="266700">
                <a:moveTo>
                  <a:pt x="0" y="215900"/>
                </a:moveTo>
                <a:lnTo>
                  <a:pt x="0" y="50800"/>
                </a:lnTo>
                <a:lnTo>
                  <a:pt x="3992" y="31027"/>
                </a:lnTo>
                <a:lnTo>
                  <a:pt x="14879" y="14879"/>
                </a:lnTo>
                <a:lnTo>
                  <a:pt x="31027" y="3992"/>
                </a:lnTo>
                <a:lnTo>
                  <a:pt x="50800" y="0"/>
                </a:lnTo>
                <a:lnTo>
                  <a:pt x="4457700" y="0"/>
                </a:lnTo>
                <a:lnTo>
                  <a:pt x="4477472" y="3992"/>
                </a:lnTo>
                <a:lnTo>
                  <a:pt x="4493620" y="14879"/>
                </a:lnTo>
                <a:lnTo>
                  <a:pt x="4504507" y="31027"/>
                </a:lnTo>
                <a:lnTo>
                  <a:pt x="4508500" y="50800"/>
                </a:lnTo>
                <a:lnTo>
                  <a:pt x="4508500" y="215900"/>
                </a:lnTo>
                <a:lnTo>
                  <a:pt x="4504507" y="235672"/>
                </a:lnTo>
                <a:lnTo>
                  <a:pt x="4493620" y="251820"/>
                </a:lnTo>
                <a:lnTo>
                  <a:pt x="4477472" y="262707"/>
                </a:lnTo>
                <a:lnTo>
                  <a:pt x="4457700" y="266700"/>
                </a:lnTo>
                <a:lnTo>
                  <a:pt x="50800" y="266700"/>
                </a:lnTo>
                <a:lnTo>
                  <a:pt x="31027" y="262707"/>
                </a:lnTo>
                <a:lnTo>
                  <a:pt x="14879" y="251820"/>
                </a:lnTo>
                <a:lnTo>
                  <a:pt x="3992" y="235672"/>
                </a:lnTo>
                <a:lnTo>
                  <a:pt x="0" y="215900"/>
                </a:lnTo>
                <a:close/>
              </a:path>
            </a:pathLst>
          </a:custGeom>
          <a:solidFill>
            <a:srgbClr val="FBC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559593"/>
            <a:ext cx="85725" cy="7173595"/>
          </a:xfrm>
          <a:custGeom>
            <a:avLst/>
            <a:gdLst/>
            <a:ahLst/>
            <a:cxnLst/>
            <a:rect l="l" t="t" r="r" b="b"/>
            <a:pathLst>
              <a:path w="85725" h="7173595">
                <a:moveTo>
                  <a:pt x="0" y="7173118"/>
                </a:moveTo>
                <a:lnTo>
                  <a:pt x="85725" y="7173118"/>
                </a:lnTo>
                <a:lnTo>
                  <a:pt x="85725" y="0"/>
                </a:lnTo>
                <a:lnTo>
                  <a:pt x="0" y="0"/>
                </a:lnTo>
                <a:lnTo>
                  <a:pt x="0" y="7173118"/>
                </a:lnTo>
                <a:close/>
              </a:path>
            </a:pathLst>
          </a:custGeom>
          <a:solidFill>
            <a:srgbClr val="E13E4E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317500" y="876300"/>
            <a:ext cx="2514600" cy="1117600"/>
            <a:chOff x="317500" y="876300"/>
            <a:chExt cx="2514600" cy="1117600"/>
          </a:xfrm>
        </p:grpSpPr>
        <p:sp>
          <p:nvSpPr>
            <p:cNvPr id="12" name="object 12"/>
            <p:cNvSpPr/>
            <p:nvPr/>
          </p:nvSpPr>
          <p:spPr>
            <a:xfrm>
              <a:off x="317500" y="876300"/>
              <a:ext cx="2514600" cy="1117600"/>
            </a:xfrm>
            <a:custGeom>
              <a:avLst/>
              <a:gdLst/>
              <a:ahLst/>
              <a:cxnLst/>
              <a:rect l="l" t="t" r="r" b="b"/>
              <a:pathLst>
                <a:path w="2514600" h="1117600">
                  <a:moveTo>
                    <a:pt x="0" y="1117600"/>
                  </a:moveTo>
                  <a:lnTo>
                    <a:pt x="2514600" y="1117600"/>
                  </a:lnTo>
                  <a:lnTo>
                    <a:pt x="2514600" y="0"/>
                  </a:lnTo>
                  <a:lnTo>
                    <a:pt x="0" y="0"/>
                  </a:lnTo>
                  <a:lnTo>
                    <a:pt x="0" y="1117600"/>
                  </a:lnTo>
                  <a:close/>
                </a:path>
              </a:pathLst>
            </a:custGeom>
            <a:solidFill>
              <a:srgbClr val="FF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892" y="1560207"/>
              <a:ext cx="2336599" cy="326898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0589" y="2195372"/>
            <a:ext cx="1224153" cy="652513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28600" y="876300"/>
            <a:ext cx="88900" cy="1130300"/>
          </a:xfrm>
          <a:custGeom>
            <a:avLst/>
            <a:gdLst/>
            <a:ahLst/>
            <a:cxnLst/>
            <a:rect l="l" t="t" r="r" b="b"/>
            <a:pathLst>
              <a:path w="88900" h="1130300">
                <a:moveTo>
                  <a:pt x="88900" y="0"/>
                </a:moveTo>
                <a:lnTo>
                  <a:pt x="0" y="0"/>
                </a:lnTo>
                <a:lnTo>
                  <a:pt x="0" y="1130300"/>
                </a:lnTo>
                <a:lnTo>
                  <a:pt x="88900" y="1130300"/>
                </a:lnTo>
                <a:lnTo>
                  <a:pt x="88900" y="0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0933" y="1019466"/>
            <a:ext cx="1399527" cy="112509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2200884" y="1271942"/>
            <a:ext cx="506730" cy="114300"/>
          </a:xfrm>
          <a:custGeom>
            <a:avLst/>
            <a:gdLst/>
            <a:ahLst/>
            <a:cxnLst/>
            <a:rect l="l" t="t" r="r" b="b"/>
            <a:pathLst>
              <a:path w="506730" h="114300">
                <a:moveTo>
                  <a:pt x="31394" y="9309"/>
                </a:moveTo>
                <a:lnTo>
                  <a:pt x="11798" y="9309"/>
                </a:lnTo>
                <a:lnTo>
                  <a:pt x="11871" y="96227"/>
                </a:lnTo>
                <a:lnTo>
                  <a:pt x="32867" y="113639"/>
                </a:lnTo>
                <a:lnTo>
                  <a:pt x="37782" y="113487"/>
                </a:lnTo>
                <a:lnTo>
                  <a:pt x="39963" y="113487"/>
                </a:lnTo>
                <a:lnTo>
                  <a:pt x="42900" y="113169"/>
                </a:lnTo>
                <a:lnTo>
                  <a:pt x="46761" y="112306"/>
                </a:lnTo>
                <a:lnTo>
                  <a:pt x="48259" y="111899"/>
                </a:lnTo>
                <a:lnTo>
                  <a:pt x="49301" y="111544"/>
                </a:lnTo>
                <a:lnTo>
                  <a:pt x="46163" y="96989"/>
                </a:lnTo>
                <a:lnTo>
                  <a:pt x="38646" y="96989"/>
                </a:lnTo>
                <a:lnTo>
                  <a:pt x="37160" y="96735"/>
                </a:lnTo>
                <a:lnTo>
                  <a:pt x="31394" y="89992"/>
                </a:lnTo>
                <a:lnTo>
                  <a:pt x="31394" y="9309"/>
                </a:lnTo>
                <a:close/>
              </a:path>
              <a:path w="506730" h="114300">
                <a:moveTo>
                  <a:pt x="45999" y="96227"/>
                </a:moveTo>
                <a:lnTo>
                  <a:pt x="45465" y="96367"/>
                </a:lnTo>
                <a:lnTo>
                  <a:pt x="44665" y="96532"/>
                </a:lnTo>
                <a:lnTo>
                  <a:pt x="42111" y="96989"/>
                </a:lnTo>
                <a:lnTo>
                  <a:pt x="46163" y="96989"/>
                </a:lnTo>
                <a:lnTo>
                  <a:pt x="46065" y="96532"/>
                </a:lnTo>
                <a:lnTo>
                  <a:pt x="45999" y="96227"/>
                </a:lnTo>
                <a:close/>
              </a:path>
              <a:path w="506730" h="114300">
                <a:moveTo>
                  <a:pt x="11789" y="29235"/>
                </a:moveTo>
                <a:lnTo>
                  <a:pt x="0" y="29235"/>
                </a:lnTo>
                <a:lnTo>
                  <a:pt x="0" y="44386"/>
                </a:lnTo>
                <a:lnTo>
                  <a:pt x="11782" y="44386"/>
                </a:lnTo>
                <a:lnTo>
                  <a:pt x="11789" y="29235"/>
                </a:lnTo>
                <a:close/>
              </a:path>
              <a:path w="506730" h="114300">
                <a:moveTo>
                  <a:pt x="47790" y="29235"/>
                </a:moveTo>
                <a:lnTo>
                  <a:pt x="31394" y="29235"/>
                </a:lnTo>
                <a:lnTo>
                  <a:pt x="31394" y="44386"/>
                </a:lnTo>
                <a:lnTo>
                  <a:pt x="47790" y="44386"/>
                </a:lnTo>
                <a:lnTo>
                  <a:pt x="47790" y="29235"/>
                </a:lnTo>
                <a:close/>
              </a:path>
              <a:path w="506730" h="114300">
                <a:moveTo>
                  <a:pt x="111226" y="28143"/>
                </a:moveTo>
                <a:lnTo>
                  <a:pt x="94995" y="28143"/>
                </a:lnTo>
                <a:lnTo>
                  <a:pt x="87960" y="29933"/>
                </a:lnTo>
                <a:lnTo>
                  <a:pt x="63284" y="62534"/>
                </a:lnTo>
                <a:lnTo>
                  <a:pt x="63284" y="79705"/>
                </a:lnTo>
                <a:lnTo>
                  <a:pt x="87960" y="112191"/>
                </a:lnTo>
                <a:lnTo>
                  <a:pt x="94995" y="113982"/>
                </a:lnTo>
                <a:lnTo>
                  <a:pt x="111226" y="113982"/>
                </a:lnTo>
                <a:lnTo>
                  <a:pt x="118262" y="112191"/>
                </a:lnTo>
                <a:lnTo>
                  <a:pt x="130174" y="105054"/>
                </a:lnTo>
                <a:lnTo>
                  <a:pt x="134772" y="100050"/>
                </a:lnTo>
                <a:lnTo>
                  <a:pt x="135669" y="98285"/>
                </a:lnTo>
                <a:lnTo>
                  <a:pt x="98717" y="98285"/>
                </a:lnTo>
                <a:lnTo>
                  <a:pt x="94957" y="97078"/>
                </a:lnTo>
                <a:lnTo>
                  <a:pt x="83146" y="76111"/>
                </a:lnTo>
                <a:lnTo>
                  <a:pt x="83146" y="65976"/>
                </a:lnTo>
                <a:lnTo>
                  <a:pt x="98717" y="43675"/>
                </a:lnTo>
                <a:lnTo>
                  <a:pt x="135570" y="43675"/>
                </a:lnTo>
                <a:lnTo>
                  <a:pt x="134772" y="42087"/>
                </a:lnTo>
                <a:lnTo>
                  <a:pt x="130174" y="37071"/>
                </a:lnTo>
                <a:lnTo>
                  <a:pt x="118262" y="29933"/>
                </a:lnTo>
                <a:lnTo>
                  <a:pt x="111226" y="28143"/>
                </a:lnTo>
                <a:close/>
              </a:path>
              <a:path w="506730" h="114300">
                <a:moveTo>
                  <a:pt x="135570" y="43675"/>
                </a:moveTo>
                <a:lnTo>
                  <a:pt x="107619" y="43675"/>
                </a:lnTo>
                <a:lnTo>
                  <a:pt x="111302" y="44907"/>
                </a:lnTo>
                <a:lnTo>
                  <a:pt x="117220" y="49809"/>
                </a:lnTo>
                <a:lnTo>
                  <a:pt x="119418" y="53111"/>
                </a:lnTo>
                <a:lnTo>
                  <a:pt x="120865" y="57264"/>
                </a:lnTo>
                <a:lnTo>
                  <a:pt x="122339" y="61379"/>
                </a:lnTo>
                <a:lnTo>
                  <a:pt x="123088" y="65976"/>
                </a:lnTo>
                <a:lnTo>
                  <a:pt x="123088" y="76111"/>
                </a:lnTo>
                <a:lnTo>
                  <a:pt x="107619" y="98285"/>
                </a:lnTo>
                <a:lnTo>
                  <a:pt x="135669" y="98285"/>
                </a:lnTo>
                <a:lnTo>
                  <a:pt x="141300" y="87210"/>
                </a:lnTo>
                <a:lnTo>
                  <a:pt x="142951" y="79705"/>
                </a:lnTo>
                <a:lnTo>
                  <a:pt x="142951" y="62534"/>
                </a:lnTo>
                <a:lnTo>
                  <a:pt x="141300" y="55003"/>
                </a:lnTo>
                <a:lnTo>
                  <a:pt x="135570" y="43675"/>
                </a:lnTo>
                <a:close/>
              </a:path>
              <a:path w="506730" h="114300">
                <a:moveTo>
                  <a:pt x="255460" y="1523"/>
                </a:moveTo>
                <a:lnTo>
                  <a:pt x="205384" y="1523"/>
                </a:lnTo>
                <a:lnTo>
                  <a:pt x="205384" y="112356"/>
                </a:lnTo>
                <a:lnTo>
                  <a:pt x="225463" y="112356"/>
                </a:lnTo>
                <a:lnTo>
                  <a:pt x="225463" y="71767"/>
                </a:lnTo>
                <a:lnTo>
                  <a:pt x="217081" y="71767"/>
                </a:lnTo>
                <a:lnTo>
                  <a:pt x="217081" y="55092"/>
                </a:lnTo>
                <a:lnTo>
                  <a:pt x="225463" y="55092"/>
                </a:lnTo>
                <a:lnTo>
                  <a:pt x="225463" y="18402"/>
                </a:lnTo>
                <a:lnTo>
                  <a:pt x="281533" y="18402"/>
                </a:lnTo>
                <a:lnTo>
                  <a:pt x="278574" y="13068"/>
                </a:lnTo>
                <a:lnTo>
                  <a:pt x="274193" y="8915"/>
                </a:lnTo>
                <a:lnTo>
                  <a:pt x="262610" y="2997"/>
                </a:lnTo>
                <a:lnTo>
                  <a:pt x="255460" y="1523"/>
                </a:lnTo>
                <a:close/>
              </a:path>
              <a:path w="506730" h="114300">
                <a:moveTo>
                  <a:pt x="262648" y="62128"/>
                </a:moveTo>
                <a:lnTo>
                  <a:pt x="240728" y="62128"/>
                </a:lnTo>
                <a:lnTo>
                  <a:pt x="267677" y="112356"/>
                </a:lnTo>
                <a:lnTo>
                  <a:pt x="290080" y="112356"/>
                </a:lnTo>
                <a:lnTo>
                  <a:pt x="267913" y="71767"/>
                </a:lnTo>
                <a:lnTo>
                  <a:pt x="255193" y="71767"/>
                </a:lnTo>
                <a:lnTo>
                  <a:pt x="262369" y="70357"/>
                </a:lnTo>
                <a:lnTo>
                  <a:pt x="266152" y="68544"/>
                </a:lnTo>
                <a:lnTo>
                  <a:pt x="262648" y="62128"/>
                </a:lnTo>
                <a:close/>
              </a:path>
              <a:path w="506730" h="114300">
                <a:moveTo>
                  <a:pt x="225463" y="55092"/>
                </a:moveTo>
                <a:lnTo>
                  <a:pt x="217081" y="55092"/>
                </a:lnTo>
                <a:lnTo>
                  <a:pt x="217081" y="71767"/>
                </a:lnTo>
                <a:lnTo>
                  <a:pt x="225463" y="71767"/>
                </a:lnTo>
                <a:lnTo>
                  <a:pt x="225463" y="55092"/>
                </a:lnTo>
                <a:close/>
              </a:path>
              <a:path w="506730" h="114300">
                <a:moveTo>
                  <a:pt x="281533" y="18402"/>
                </a:moveTo>
                <a:lnTo>
                  <a:pt x="249445" y="18402"/>
                </a:lnTo>
                <a:lnTo>
                  <a:pt x="252971" y="19037"/>
                </a:lnTo>
                <a:lnTo>
                  <a:pt x="259321" y="21958"/>
                </a:lnTo>
                <a:lnTo>
                  <a:pt x="261683" y="24091"/>
                </a:lnTo>
                <a:lnTo>
                  <a:pt x="264795" y="29679"/>
                </a:lnTo>
                <a:lnTo>
                  <a:pt x="265569" y="33032"/>
                </a:lnTo>
                <a:lnTo>
                  <a:pt x="265569" y="40906"/>
                </a:lnTo>
                <a:lnTo>
                  <a:pt x="264827" y="44081"/>
                </a:lnTo>
                <a:lnTo>
                  <a:pt x="264795" y="44221"/>
                </a:lnTo>
                <a:lnTo>
                  <a:pt x="248958" y="55092"/>
                </a:lnTo>
                <a:lnTo>
                  <a:pt x="225463" y="55092"/>
                </a:lnTo>
                <a:lnTo>
                  <a:pt x="225463" y="71767"/>
                </a:lnTo>
                <a:lnTo>
                  <a:pt x="245900" y="71767"/>
                </a:lnTo>
                <a:lnTo>
                  <a:pt x="240728" y="62128"/>
                </a:lnTo>
                <a:lnTo>
                  <a:pt x="276882" y="62128"/>
                </a:lnTo>
                <a:lnTo>
                  <a:pt x="278485" y="60667"/>
                </a:lnTo>
                <a:lnTo>
                  <a:pt x="284505" y="50241"/>
                </a:lnTo>
                <a:lnTo>
                  <a:pt x="285994" y="44221"/>
                </a:lnTo>
                <a:lnTo>
                  <a:pt x="285977" y="29679"/>
                </a:lnTo>
                <a:lnTo>
                  <a:pt x="284623" y="24091"/>
                </a:lnTo>
                <a:lnTo>
                  <a:pt x="284530" y="23710"/>
                </a:lnTo>
                <a:lnTo>
                  <a:pt x="281533" y="18402"/>
                </a:lnTo>
                <a:close/>
              </a:path>
              <a:path w="506730" h="114300">
                <a:moveTo>
                  <a:pt x="266152" y="68544"/>
                </a:moveTo>
                <a:lnTo>
                  <a:pt x="262369" y="70357"/>
                </a:lnTo>
                <a:lnTo>
                  <a:pt x="255193" y="71767"/>
                </a:lnTo>
                <a:lnTo>
                  <a:pt x="267913" y="71767"/>
                </a:lnTo>
                <a:lnTo>
                  <a:pt x="266152" y="68544"/>
                </a:lnTo>
                <a:close/>
              </a:path>
              <a:path w="506730" h="114300">
                <a:moveTo>
                  <a:pt x="276882" y="62128"/>
                </a:moveTo>
                <a:lnTo>
                  <a:pt x="262648" y="62128"/>
                </a:lnTo>
                <a:lnTo>
                  <a:pt x="266152" y="68544"/>
                </a:lnTo>
                <a:lnTo>
                  <a:pt x="274066" y="64693"/>
                </a:lnTo>
                <a:lnTo>
                  <a:pt x="276882" y="62128"/>
                </a:lnTo>
                <a:close/>
              </a:path>
              <a:path w="506730" h="114300">
                <a:moveTo>
                  <a:pt x="357377" y="18351"/>
                </a:moveTo>
                <a:lnTo>
                  <a:pt x="337464" y="18351"/>
                </a:lnTo>
                <a:lnTo>
                  <a:pt x="337464" y="112356"/>
                </a:lnTo>
                <a:lnTo>
                  <a:pt x="357377" y="112356"/>
                </a:lnTo>
                <a:lnTo>
                  <a:pt x="357377" y="18351"/>
                </a:lnTo>
                <a:close/>
              </a:path>
              <a:path w="506730" h="114300">
                <a:moveTo>
                  <a:pt x="391642" y="1523"/>
                </a:moveTo>
                <a:lnTo>
                  <a:pt x="303212" y="1523"/>
                </a:lnTo>
                <a:lnTo>
                  <a:pt x="303212" y="18351"/>
                </a:lnTo>
                <a:lnTo>
                  <a:pt x="391642" y="18351"/>
                </a:lnTo>
                <a:lnTo>
                  <a:pt x="391642" y="1523"/>
                </a:lnTo>
                <a:close/>
              </a:path>
              <a:path w="506730" h="114300">
                <a:moveTo>
                  <a:pt x="455460" y="0"/>
                </a:moveTo>
                <a:lnTo>
                  <a:pt x="419090" y="15035"/>
                </a:lnTo>
                <a:lnTo>
                  <a:pt x="404533" y="56934"/>
                </a:lnTo>
                <a:lnTo>
                  <a:pt x="404939" y="65341"/>
                </a:lnTo>
                <a:lnTo>
                  <a:pt x="423970" y="103356"/>
                </a:lnTo>
                <a:lnTo>
                  <a:pt x="455460" y="113868"/>
                </a:lnTo>
                <a:lnTo>
                  <a:pt x="462544" y="113446"/>
                </a:lnTo>
                <a:lnTo>
                  <a:pt x="494234" y="95846"/>
                </a:lnTo>
                <a:lnTo>
                  <a:pt x="449427" y="95846"/>
                </a:lnTo>
                <a:lnTo>
                  <a:pt x="444106" y="94373"/>
                </a:lnTo>
                <a:lnTo>
                  <a:pt x="424754" y="48304"/>
                </a:lnTo>
                <a:lnTo>
                  <a:pt x="426021" y="41440"/>
                </a:lnTo>
                <a:lnTo>
                  <a:pt x="431253" y="29857"/>
                </a:lnTo>
                <a:lnTo>
                  <a:pt x="434873" y="25476"/>
                </a:lnTo>
                <a:lnTo>
                  <a:pt x="439496" y="22517"/>
                </a:lnTo>
                <a:lnTo>
                  <a:pt x="444106" y="19519"/>
                </a:lnTo>
                <a:lnTo>
                  <a:pt x="449427" y="18021"/>
                </a:lnTo>
                <a:lnTo>
                  <a:pt x="494207" y="18021"/>
                </a:lnTo>
                <a:lnTo>
                  <a:pt x="491801" y="15035"/>
                </a:lnTo>
                <a:lnTo>
                  <a:pt x="462544" y="423"/>
                </a:lnTo>
                <a:lnTo>
                  <a:pt x="455460" y="0"/>
                </a:lnTo>
                <a:close/>
              </a:path>
              <a:path w="506730" h="114300">
                <a:moveTo>
                  <a:pt x="494207" y="18021"/>
                </a:moveTo>
                <a:lnTo>
                  <a:pt x="461479" y="18021"/>
                </a:lnTo>
                <a:lnTo>
                  <a:pt x="466801" y="19519"/>
                </a:lnTo>
                <a:lnTo>
                  <a:pt x="476046" y="25476"/>
                </a:lnTo>
                <a:lnTo>
                  <a:pt x="479653" y="29857"/>
                </a:lnTo>
                <a:lnTo>
                  <a:pt x="482244" y="35674"/>
                </a:lnTo>
                <a:lnTo>
                  <a:pt x="484886" y="41440"/>
                </a:lnTo>
                <a:lnTo>
                  <a:pt x="486153" y="48304"/>
                </a:lnTo>
                <a:lnTo>
                  <a:pt x="486151" y="65573"/>
                </a:lnTo>
                <a:lnTo>
                  <a:pt x="484886" y="72453"/>
                </a:lnTo>
                <a:lnTo>
                  <a:pt x="482244" y="78257"/>
                </a:lnTo>
                <a:lnTo>
                  <a:pt x="479653" y="84035"/>
                </a:lnTo>
                <a:lnTo>
                  <a:pt x="476046" y="88417"/>
                </a:lnTo>
                <a:lnTo>
                  <a:pt x="466801" y="94373"/>
                </a:lnTo>
                <a:lnTo>
                  <a:pt x="461479" y="95846"/>
                </a:lnTo>
                <a:lnTo>
                  <a:pt x="494234" y="95846"/>
                </a:lnTo>
                <a:lnTo>
                  <a:pt x="506387" y="56934"/>
                </a:lnTo>
                <a:lnTo>
                  <a:pt x="505978" y="48526"/>
                </a:lnTo>
                <a:lnTo>
                  <a:pt x="496039" y="20294"/>
                </a:lnTo>
                <a:lnTo>
                  <a:pt x="494207" y="18021"/>
                </a:lnTo>
                <a:close/>
              </a:path>
            </a:pathLst>
          </a:custGeom>
          <a:solidFill>
            <a:srgbClr val="52084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0156" y="1245323"/>
            <a:ext cx="1644396" cy="208533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79375" y="2962275"/>
            <a:ext cx="6016625" cy="4371975"/>
            <a:chOff x="79375" y="2962275"/>
            <a:chExt cx="6016625" cy="4371975"/>
          </a:xfrm>
        </p:grpSpPr>
        <p:sp>
          <p:nvSpPr>
            <p:cNvPr id="20" name="object 20"/>
            <p:cNvSpPr/>
            <p:nvPr/>
          </p:nvSpPr>
          <p:spPr>
            <a:xfrm>
              <a:off x="88894" y="2971800"/>
              <a:ext cx="3365500" cy="304800"/>
            </a:xfrm>
            <a:custGeom>
              <a:avLst/>
              <a:gdLst/>
              <a:ahLst/>
              <a:cxnLst/>
              <a:rect l="l" t="t" r="r" b="b"/>
              <a:pathLst>
                <a:path w="3365500" h="304800">
                  <a:moveTo>
                    <a:pt x="3310572" y="304800"/>
                  </a:moveTo>
                  <a:lnTo>
                    <a:pt x="0" y="304800"/>
                  </a:lnTo>
                  <a:lnTo>
                    <a:pt x="0" y="50812"/>
                  </a:lnTo>
                  <a:lnTo>
                    <a:pt x="4323" y="31048"/>
                  </a:lnTo>
                  <a:lnTo>
                    <a:pt x="16106" y="14895"/>
                  </a:lnTo>
                  <a:lnTo>
                    <a:pt x="33572" y="3997"/>
                  </a:lnTo>
                  <a:lnTo>
                    <a:pt x="54940" y="0"/>
                  </a:lnTo>
                  <a:lnTo>
                    <a:pt x="3365500" y="0"/>
                  </a:lnTo>
                  <a:lnTo>
                    <a:pt x="3365500" y="253987"/>
                  </a:lnTo>
                  <a:lnTo>
                    <a:pt x="3361178" y="273794"/>
                  </a:lnTo>
                  <a:lnTo>
                    <a:pt x="3349399" y="289942"/>
                  </a:lnTo>
                  <a:lnTo>
                    <a:pt x="3331938" y="300816"/>
                  </a:lnTo>
                  <a:lnTo>
                    <a:pt x="3310572" y="304800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9375" y="2962275"/>
              <a:ext cx="3384550" cy="323850"/>
            </a:xfrm>
            <a:custGeom>
              <a:avLst/>
              <a:gdLst/>
              <a:ahLst/>
              <a:cxnLst/>
              <a:rect l="l" t="t" r="r" b="b"/>
              <a:pathLst>
                <a:path w="3384550" h="323850">
                  <a:moveTo>
                    <a:pt x="9525" y="323850"/>
                  </a:moveTo>
                  <a:lnTo>
                    <a:pt x="0" y="323850"/>
                  </a:lnTo>
                  <a:lnTo>
                    <a:pt x="0" y="60337"/>
                  </a:lnTo>
                  <a:lnTo>
                    <a:pt x="5172" y="36577"/>
                  </a:lnTo>
                  <a:lnTo>
                    <a:pt x="19164" y="17429"/>
                  </a:lnTo>
                  <a:lnTo>
                    <a:pt x="39690" y="4650"/>
                  </a:lnTo>
                  <a:lnTo>
                    <a:pt x="64465" y="0"/>
                  </a:lnTo>
                  <a:lnTo>
                    <a:pt x="64465" y="19050"/>
                  </a:lnTo>
                  <a:lnTo>
                    <a:pt x="46503" y="22395"/>
                  </a:lnTo>
                  <a:lnTo>
                    <a:pt x="32099" y="31411"/>
                  </a:lnTo>
                  <a:lnTo>
                    <a:pt x="22524" y="44569"/>
                  </a:lnTo>
                  <a:lnTo>
                    <a:pt x="19050" y="60337"/>
                  </a:lnTo>
                  <a:lnTo>
                    <a:pt x="19050" y="304800"/>
                  </a:lnTo>
                  <a:lnTo>
                    <a:pt x="9525" y="304800"/>
                  </a:lnTo>
                  <a:lnTo>
                    <a:pt x="9525" y="323850"/>
                  </a:lnTo>
                  <a:close/>
                </a:path>
                <a:path w="3384550" h="323850">
                  <a:moveTo>
                    <a:pt x="3365500" y="19050"/>
                  </a:moveTo>
                  <a:lnTo>
                    <a:pt x="64465" y="19050"/>
                  </a:lnTo>
                  <a:lnTo>
                    <a:pt x="64465" y="0"/>
                  </a:lnTo>
                  <a:lnTo>
                    <a:pt x="3375025" y="0"/>
                  </a:lnTo>
                  <a:lnTo>
                    <a:pt x="3375025" y="9525"/>
                  </a:lnTo>
                  <a:lnTo>
                    <a:pt x="3365500" y="9525"/>
                  </a:lnTo>
                  <a:lnTo>
                    <a:pt x="3365500" y="19050"/>
                  </a:lnTo>
                  <a:close/>
                </a:path>
                <a:path w="3384550" h="323850">
                  <a:moveTo>
                    <a:pt x="3384550" y="19050"/>
                  </a:moveTo>
                  <a:lnTo>
                    <a:pt x="3375025" y="19050"/>
                  </a:lnTo>
                  <a:lnTo>
                    <a:pt x="3375025" y="0"/>
                  </a:lnTo>
                  <a:lnTo>
                    <a:pt x="3384550" y="0"/>
                  </a:lnTo>
                  <a:lnTo>
                    <a:pt x="3384550" y="19050"/>
                  </a:lnTo>
                  <a:close/>
                </a:path>
                <a:path w="3384550" h="323850">
                  <a:moveTo>
                    <a:pt x="3320084" y="323850"/>
                  </a:moveTo>
                  <a:lnTo>
                    <a:pt x="3320084" y="304800"/>
                  </a:lnTo>
                  <a:lnTo>
                    <a:pt x="3338051" y="301467"/>
                  </a:lnTo>
                  <a:lnTo>
                    <a:pt x="3352455" y="292471"/>
                  </a:lnTo>
                  <a:lnTo>
                    <a:pt x="3362027" y="279318"/>
                  </a:lnTo>
                  <a:lnTo>
                    <a:pt x="3365500" y="263512"/>
                  </a:lnTo>
                  <a:lnTo>
                    <a:pt x="3365500" y="9525"/>
                  </a:lnTo>
                  <a:lnTo>
                    <a:pt x="3375025" y="9525"/>
                  </a:lnTo>
                  <a:lnTo>
                    <a:pt x="3375025" y="19050"/>
                  </a:lnTo>
                  <a:lnTo>
                    <a:pt x="3384550" y="19050"/>
                  </a:lnTo>
                  <a:lnTo>
                    <a:pt x="3384550" y="263512"/>
                  </a:lnTo>
                  <a:lnTo>
                    <a:pt x="3379376" y="287320"/>
                  </a:lnTo>
                  <a:lnTo>
                    <a:pt x="3365380" y="306463"/>
                  </a:lnTo>
                  <a:lnTo>
                    <a:pt x="3344853" y="319215"/>
                  </a:lnTo>
                  <a:lnTo>
                    <a:pt x="3320084" y="323850"/>
                  </a:lnTo>
                  <a:close/>
                </a:path>
                <a:path w="3384550" h="323850">
                  <a:moveTo>
                    <a:pt x="3320084" y="323850"/>
                  </a:moveTo>
                  <a:lnTo>
                    <a:pt x="9525" y="323850"/>
                  </a:lnTo>
                  <a:lnTo>
                    <a:pt x="9525" y="304800"/>
                  </a:lnTo>
                  <a:lnTo>
                    <a:pt x="19050" y="304800"/>
                  </a:lnTo>
                  <a:lnTo>
                    <a:pt x="19050" y="314325"/>
                  </a:lnTo>
                  <a:lnTo>
                    <a:pt x="3320084" y="314325"/>
                  </a:lnTo>
                  <a:lnTo>
                    <a:pt x="3320084" y="323850"/>
                  </a:lnTo>
                  <a:close/>
                </a:path>
                <a:path w="3384550" h="323850">
                  <a:moveTo>
                    <a:pt x="3320084" y="314325"/>
                  </a:moveTo>
                  <a:lnTo>
                    <a:pt x="19050" y="314325"/>
                  </a:lnTo>
                  <a:lnTo>
                    <a:pt x="19050" y="304800"/>
                  </a:lnTo>
                  <a:lnTo>
                    <a:pt x="3320084" y="304800"/>
                  </a:lnTo>
                  <a:lnTo>
                    <a:pt x="3320084" y="314325"/>
                  </a:lnTo>
                  <a:close/>
                </a:path>
              </a:pathLst>
            </a:custGeom>
            <a:solidFill>
              <a:srgbClr val="E13E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1928" y="3055899"/>
              <a:ext cx="2327783" cy="19902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2550" y="3270250"/>
              <a:ext cx="5994400" cy="4064000"/>
            </a:xfrm>
            <a:custGeom>
              <a:avLst/>
              <a:gdLst/>
              <a:ahLst/>
              <a:cxnLst/>
              <a:rect l="l" t="t" r="r" b="b"/>
              <a:pathLst>
                <a:path w="5994400" h="4064000">
                  <a:moveTo>
                    <a:pt x="6350" y="4064000"/>
                  </a:moveTo>
                  <a:lnTo>
                    <a:pt x="0" y="4064000"/>
                  </a:lnTo>
                  <a:lnTo>
                    <a:pt x="0" y="4032491"/>
                  </a:lnTo>
                  <a:lnTo>
                    <a:pt x="12700" y="4032491"/>
                  </a:lnTo>
                  <a:lnTo>
                    <a:pt x="12700" y="4051300"/>
                  </a:lnTo>
                  <a:lnTo>
                    <a:pt x="6350" y="4051300"/>
                  </a:lnTo>
                  <a:lnTo>
                    <a:pt x="6350" y="4064000"/>
                  </a:lnTo>
                  <a:close/>
                </a:path>
                <a:path w="5994400" h="4064000">
                  <a:moveTo>
                    <a:pt x="31864" y="4064000"/>
                  </a:moveTo>
                  <a:lnTo>
                    <a:pt x="6350" y="4064000"/>
                  </a:lnTo>
                  <a:lnTo>
                    <a:pt x="6350" y="4051300"/>
                  </a:lnTo>
                  <a:lnTo>
                    <a:pt x="12700" y="4051300"/>
                  </a:lnTo>
                  <a:lnTo>
                    <a:pt x="12700" y="4057650"/>
                  </a:lnTo>
                  <a:lnTo>
                    <a:pt x="31864" y="4057650"/>
                  </a:lnTo>
                  <a:lnTo>
                    <a:pt x="31864" y="4064000"/>
                  </a:lnTo>
                  <a:close/>
                </a:path>
                <a:path w="5994400" h="4064000">
                  <a:moveTo>
                    <a:pt x="31864" y="4057650"/>
                  </a:moveTo>
                  <a:lnTo>
                    <a:pt x="12700" y="4057650"/>
                  </a:lnTo>
                  <a:lnTo>
                    <a:pt x="12700" y="4051300"/>
                  </a:lnTo>
                  <a:lnTo>
                    <a:pt x="31864" y="4051300"/>
                  </a:lnTo>
                  <a:lnTo>
                    <a:pt x="31864" y="4057650"/>
                  </a:lnTo>
                  <a:close/>
                </a:path>
                <a:path w="5994400" h="4064000">
                  <a:moveTo>
                    <a:pt x="5988050" y="4057650"/>
                  </a:moveTo>
                  <a:lnTo>
                    <a:pt x="5981700" y="4057650"/>
                  </a:lnTo>
                  <a:lnTo>
                    <a:pt x="5981700" y="4032491"/>
                  </a:lnTo>
                  <a:lnTo>
                    <a:pt x="5994400" y="4032491"/>
                  </a:lnTo>
                  <a:lnTo>
                    <a:pt x="5994400" y="4051300"/>
                  </a:lnTo>
                  <a:lnTo>
                    <a:pt x="5988050" y="4051300"/>
                  </a:lnTo>
                  <a:lnTo>
                    <a:pt x="5988050" y="4057650"/>
                  </a:lnTo>
                  <a:close/>
                </a:path>
                <a:path w="5994400" h="4064000">
                  <a:moveTo>
                    <a:pt x="5988050" y="4064000"/>
                  </a:moveTo>
                  <a:lnTo>
                    <a:pt x="5962535" y="4064000"/>
                  </a:lnTo>
                  <a:lnTo>
                    <a:pt x="5962535" y="4051300"/>
                  </a:lnTo>
                  <a:lnTo>
                    <a:pt x="5981700" y="4051300"/>
                  </a:lnTo>
                  <a:lnTo>
                    <a:pt x="5981700" y="4057650"/>
                  </a:lnTo>
                  <a:lnTo>
                    <a:pt x="5988050" y="4057650"/>
                  </a:lnTo>
                  <a:lnTo>
                    <a:pt x="5988050" y="4064000"/>
                  </a:lnTo>
                  <a:close/>
                </a:path>
                <a:path w="5994400" h="4064000">
                  <a:moveTo>
                    <a:pt x="5994400" y="4064000"/>
                  </a:moveTo>
                  <a:lnTo>
                    <a:pt x="5988050" y="4064000"/>
                  </a:lnTo>
                  <a:lnTo>
                    <a:pt x="5988050" y="4051300"/>
                  </a:lnTo>
                  <a:lnTo>
                    <a:pt x="5994400" y="4051300"/>
                  </a:lnTo>
                  <a:lnTo>
                    <a:pt x="5994400" y="4064000"/>
                  </a:lnTo>
                  <a:close/>
                </a:path>
                <a:path w="5994400" h="4064000">
                  <a:moveTo>
                    <a:pt x="5981700" y="12700"/>
                  </a:moveTo>
                  <a:lnTo>
                    <a:pt x="5962535" y="12700"/>
                  </a:lnTo>
                  <a:lnTo>
                    <a:pt x="5962535" y="0"/>
                  </a:lnTo>
                  <a:lnTo>
                    <a:pt x="5988050" y="0"/>
                  </a:lnTo>
                  <a:lnTo>
                    <a:pt x="5988050" y="6350"/>
                  </a:lnTo>
                  <a:lnTo>
                    <a:pt x="5981700" y="6350"/>
                  </a:lnTo>
                  <a:lnTo>
                    <a:pt x="5981700" y="12700"/>
                  </a:lnTo>
                  <a:close/>
                </a:path>
                <a:path w="5994400" h="4064000">
                  <a:moveTo>
                    <a:pt x="5994400" y="12700"/>
                  </a:moveTo>
                  <a:lnTo>
                    <a:pt x="5988050" y="12700"/>
                  </a:lnTo>
                  <a:lnTo>
                    <a:pt x="5988050" y="0"/>
                  </a:lnTo>
                  <a:lnTo>
                    <a:pt x="5994400" y="0"/>
                  </a:lnTo>
                  <a:lnTo>
                    <a:pt x="5994400" y="12700"/>
                  </a:lnTo>
                  <a:close/>
                </a:path>
                <a:path w="5994400" h="4064000">
                  <a:moveTo>
                    <a:pt x="5994400" y="31508"/>
                  </a:moveTo>
                  <a:lnTo>
                    <a:pt x="5981700" y="31508"/>
                  </a:lnTo>
                  <a:lnTo>
                    <a:pt x="5981700" y="6350"/>
                  </a:lnTo>
                  <a:lnTo>
                    <a:pt x="5988050" y="6350"/>
                  </a:lnTo>
                  <a:lnTo>
                    <a:pt x="5988050" y="12700"/>
                  </a:lnTo>
                  <a:lnTo>
                    <a:pt x="5994400" y="12700"/>
                  </a:lnTo>
                  <a:lnTo>
                    <a:pt x="5994400" y="31508"/>
                  </a:lnTo>
                  <a:close/>
                </a:path>
                <a:path w="5994400" h="4064000">
                  <a:moveTo>
                    <a:pt x="12700" y="31508"/>
                  </a:moveTo>
                  <a:lnTo>
                    <a:pt x="0" y="31508"/>
                  </a:lnTo>
                  <a:lnTo>
                    <a:pt x="0" y="0"/>
                  </a:lnTo>
                  <a:lnTo>
                    <a:pt x="6350" y="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31508"/>
                  </a:lnTo>
                  <a:close/>
                </a:path>
                <a:path w="5994400" h="4064000">
                  <a:moveTo>
                    <a:pt x="12700" y="12700"/>
                  </a:moveTo>
                  <a:lnTo>
                    <a:pt x="6350" y="12700"/>
                  </a:lnTo>
                  <a:lnTo>
                    <a:pt x="6350" y="0"/>
                  </a:lnTo>
                  <a:lnTo>
                    <a:pt x="31864" y="0"/>
                  </a:lnTo>
                  <a:lnTo>
                    <a:pt x="31864" y="635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5994400" h="4064000">
                  <a:moveTo>
                    <a:pt x="31864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31864" y="6350"/>
                  </a:lnTo>
                  <a:lnTo>
                    <a:pt x="31864" y="12700"/>
                  </a:lnTo>
                  <a:close/>
                </a:path>
                <a:path w="5994400" h="4064000">
                  <a:moveTo>
                    <a:pt x="12700" y="3994746"/>
                  </a:moveTo>
                  <a:lnTo>
                    <a:pt x="0" y="3994746"/>
                  </a:lnTo>
                  <a:lnTo>
                    <a:pt x="0" y="3944416"/>
                  </a:lnTo>
                  <a:lnTo>
                    <a:pt x="12700" y="3944416"/>
                  </a:lnTo>
                  <a:lnTo>
                    <a:pt x="12700" y="3994746"/>
                  </a:lnTo>
                  <a:close/>
                </a:path>
                <a:path w="5994400" h="4064000">
                  <a:moveTo>
                    <a:pt x="12700" y="3906672"/>
                  </a:moveTo>
                  <a:lnTo>
                    <a:pt x="0" y="3906672"/>
                  </a:lnTo>
                  <a:lnTo>
                    <a:pt x="0" y="3856342"/>
                  </a:lnTo>
                  <a:lnTo>
                    <a:pt x="12700" y="3856342"/>
                  </a:lnTo>
                  <a:lnTo>
                    <a:pt x="12700" y="3906672"/>
                  </a:lnTo>
                  <a:close/>
                </a:path>
                <a:path w="5994400" h="4064000">
                  <a:moveTo>
                    <a:pt x="12700" y="3818597"/>
                  </a:moveTo>
                  <a:lnTo>
                    <a:pt x="0" y="3818597"/>
                  </a:lnTo>
                  <a:lnTo>
                    <a:pt x="0" y="3768267"/>
                  </a:lnTo>
                  <a:lnTo>
                    <a:pt x="12700" y="3768267"/>
                  </a:lnTo>
                  <a:lnTo>
                    <a:pt x="12700" y="3818597"/>
                  </a:lnTo>
                  <a:close/>
                </a:path>
                <a:path w="5994400" h="4064000">
                  <a:moveTo>
                    <a:pt x="12700" y="3730523"/>
                  </a:moveTo>
                  <a:lnTo>
                    <a:pt x="0" y="3730523"/>
                  </a:lnTo>
                  <a:lnTo>
                    <a:pt x="0" y="3680205"/>
                  </a:lnTo>
                  <a:lnTo>
                    <a:pt x="12700" y="3680205"/>
                  </a:lnTo>
                  <a:lnTo>
                    <a:pt x="12700" y="3730523"/>
                  </a:lnTo>
                  <a:close/>
                </a:path>
                <a:path w="5994400" h="4064000">
                  <a:moveTo>
                    <a:pt x="12700" y="3642448"/>
                  </a:moveTo>
                  <a:lnTo>
                    <a:pt x="0" y="3642448"/>
                  </a:lnTo>
                  <a:lnTo>
                    <a:pt x="0" y="3592131"/>
                  </a:lnTo>
                  <a:lnTo>
                    <a:pt x="12700" y="3592131"/>
                  </a:lnTo>
                  <a:lnTo>
                    <a:pt x="12700" y="3642448"/>
                  </a:lnTo>
                  <a:close/>
                </a:path>
                <a:path w="5994400" h="4064000">
                  <a:moveTo>
                    <a:pt x="12700" y="3554387"/>
                  </a:moveTo>
                  <a:lnTo>
                    <a:pt x="0" y="3554387"/>
                  </a:lnTo>
                  <a:lnTo>
                    <a:pt x="0" y="3504056"/>
                  </a:lnTo>
                  <a:lnTo>
                    <a:pt x="12700" y="3504056"/>
                  </a:lnTo>
                  <a:lnTo>
                    <a:pt x="12700" y="3554387"/>
                  </a:lnTo>
                  <a:close/>
                </a:path>
                <a:path w="5994400" h="4064000">
                  <a:moveTo>
                    <a:pt x="12700" y="3466312"/>
                  </a:moveTo>
                  <a:lnTo>
                    <a:pt x="0" y="3466312"/>
                  </a:lnTo>
                  <a:lnTo>
                    <a:pt x="0" y="3415982"/>
                  </a:lnTo>
                  <a:lnTo>
                    <a:pt x="12700" y="3415982"/>
                  </a:lnTo>
                  <a:lnTo>
                    <a:pt x="12700" y="3466312"/>
                  </a:lnTo>
                  <a:close/>
                </a:path>
                <a:path w="5994400" h="4064000">
                  <a:moveTo>
                    <a:pt x="12700" y="3378238"/>
                  </a:moveTo>
                  <a:lnTo>
                    <a:pt x="0" y="3378238"/>
                  </a:lnTo>
                  <a:lnTo>
                    <a:pt x="0" y="3327908"/>
                  </a:lnTo>
                  <a:lnTo>
                    <a:pt x="12700" y="3327908"/>
                  </a:lnTo>
                  <a:lnTo>
                    <a:pt x="12700" y="3378238"/>
                  </a:lnTo>
                  <a:close/>
                </a:path>
                <a:path w="5994400" h="4064000">
                  <a:moveTo>
                    <a:pt x="12700" y="3290163"/>
                  </a:moveTo>
                  <a:lnTo>
                    <a:pt x="0" y="3290163"/>
                  </a:lnTo>
                  <a:lnTo>
                    <a:pt x="0" y="3239846"/>
                  </a:lnTo>
                  <a:lnTo>
                    <a:pt x="12700" y="3239846"/>
                  </a:lnTo>
                  <a:lnTo>
                    <a:pt x="12700" y="3290163"/>
                  </a:lnTo>
                  <a:close/>
                </a:path>
                <a:path w="5994400" h="4064000">
                  <a:moveTo>
                    <a:pt x="12700" y="3202101"/>
                  </a:moveTo>
                  <a:lnTo>
                    <a:pt x="0" y="3202101"/>
                  </a:lnTo>
                  <a:lnTo>
                    <a:pt x="0" y="3151771"/>
                  </a:lnTo>
                  <a:lnTo>
                    <a:pt x="12700" y="3151771"/>
                  </a:lnTo>
                  <a:lnTo>
                    <a:pt x="12700" y="3202101"/>
                  </a:lnTo>
                  <a:close/>
                </a:path>
                <a:path w="5994400" h="4064000">
                  <a:moveTo>
                    <a:pt x="12700" y="3114027"/>
                  </a:moveTo>
                  <a:lnTo>
                    <a:pt x="0" y="3114027"/>
                  </a:lnTo>
                  <a:lnTo>
                    <a:pt x="0" y="3063697"/>
                  </a:lnTo>
                  <a:lnTo>
                    <a:pt x="12700" y="3063697"/>
                  </a:lnTo>
                  <a:lnTo>
                    <a:pt x="12700" y="3114027"/>
                  </a:lnTo>
                  <a:close/>
                </a:path>
                <a:path w="5994400" h="4064000">
                  <a:moveTo>
                    <a:pt x="12700" y="3025952"/>
                  </a:moveTo>
                  <a:lnTo>
                    <a:pt x="0" y="3025952"/>
                  </a:lnTo>
                  <a:lnTo>
                    <a:pt x="0" y="2975622"/>
                  </a:lnTo>
                  <a:lnTo>
                    <a:pt x="12700" y="2975622"/>
                  </a:lnTo>
                  <a:lnTo>
                    <a:pt x="12700" y="3025952"/>
                  </a:lnTo>
                  <a:close/>
                </a:path>
                <a:path w="5994400" h="4064000">
                  <a:moveTo>
                    <a:pt x="12700" y="2937878"/>
                  </a:moveTo>
                  <a:lnTo>
                    <a:pt x="0" y="2937878"/>
                  </a:lnTo>
                  <a:lnTo>
                    <a:pt x="0" y="2887548"/>
                  </a:lnTo>
                  <a:lnTo>
                    <a:pt x="12700" y="2887548"/>
                  </a:lnTo>
                  <a:lnTo>
                    <a:pt x="12700" y="2937878"/>
                  </a:lnTo>
                  <a:close/>
                </a:path>
                <a:path w="5994400" h="4064000">
                  <a:moveTo>
                    <a:pt x="12700" y="2849803"/>
                  </a:moveTo>
                  <a:lnTo>
                    <a:pt x="0" y="2849803"/>
                  </a:lnTo>
                  <a:lnTo>
                    <a:pt x="0" y="2799486"/>
                  </a:lnTo>
                  <a:lnTo>
                    <a:pt x="12700" y="2799486"/>
                  </a:lnTo>
                  <a:lnTo>
                    <a:pt x="12700" y="2849803"/>
                  </a:lnTo>
                  <a:close/>
                </a:path>
                <a:path w="5994400" h="4064000">
                  <a:moveTo>
                    <a:pt x="12700" y="2761741"/>
                  </a:moveTo>
                  <a:lnTo>
                    <a:pt x="0" y="2761741"/>
                  </a:lnTo>
                  <a:lnTo>
                    <a:pt x="0" y="2711411"/>
                  </a:lnTo>
                  <a:lnTo>
                    <a:pt x="12700" y="2711411"/>
                  </a:lnTo>
                  <a:lnTo>
                    <a:pt x="12700" y="2761741"/>
                  </a:lnTo>
                  <a:close/>
                </a:path>
                <a:path w="5994400" h="4064000">
                  <a:moveTo>
                    <a:pt x="12700" y="2673667"/>
                  </a:moveTo>
                  <a:lnTo>
                    <a:pt x="0" y="2673667"/>
                  </a:lnTo>
                  <a:lnTo>
                    <a:pt x="0" y="2623337"/>
                  </a:lnTo>
                  <a:lnTo>
                    <a:pt x="12700" y="2623337"/>
                  </a:lnTo>
                  <a:lnTo>
                    <a:pt x="12700" y="2673667"/>
                  </a:lnTo>
                  <a:close/>
                </a:path>
                <a:path w="5994400" h="4064000">
                  <a:moveTo>
                    <a:pt x="12700" y="2585593"/>
                  </a:moveTo>
                  <a:lnTo>
                    <a:pt x="0" y="2585593"/>
                  </a:lnTo>
                  <a:lnTo>
                    <a:pt x="0" y="2535262"/>
                  </a:lnTo>
                  <a:lnTo>
                    <a:pt x="12700" y="2535262"/>
                  </a:lnTo>
                  <a:lnTo>
                    <a:pt x="12700" y="2585593"/>
                  </a:lnTo>
                  <a:close/>
                </a:path>
                <a:path w="5994400" h="4064000">
                  <a:moveTo>
                    <a:pt x="12700" y="2497518"/>
                  </a:moveTo>
                  <a:lnTo>
                    <a:pt x="0" y="2497518"/>
                  </a:lnTo>
                  <a:lnTo>
                    <a:pt x="0" y="2447201"/>
                  </a:lnTo>
                  <a:lnTo>
                    <a:pt x="12700" y="2447201"/>
                  </a:lnTo>
                  <a:lnTo>
                    <a:pt x="12700" y="2497518"/>
                  </a:lnTo>
                  <a:close/>
                </a:path>
                <a:path w="5994400" h="4064000">
                  <a:moveTo>
                    <a:pt x="12700" y="2409444"/>
                  </a:moveTo>
                  <a:lnTo>
                    <a:pt x="0" y="2409444"/>
                  </a:lnTo>
                  <a:lnTo>
                    <a:pt x="0" y="2359126"/>
                  </a:lnTo>
                  <a:lnTo>
                    <a:pt x="12700" y="2359126"/>
                  </a:lnTo>
                  <a:lnTo>
                    <a:pt x="12700" y="2409444"/>
                  </a:lnTo>
                  <a:close/>
                </a:path>
                <a:path w="5994400" h="4064000">
                  <a:moveTo>
                    <a:pt x="12700" y="2321382"/>
                  </a:moveTo>
                  <a:lnTo>
                    <a:pt x="0" y="2321382"/>
                  </a:lnTo>
                  <a:lnTo>
                    <a:pt x="0" y="2271052"/>
                  </a:lnTo>
                  <a:lnTo>
                    <a:pt x="12700" y="2271052"/>
                  </a:lnTo>
                  <a:lnTo>
                    <a:pt x="12700" y="2321382"/>
                  </a:lnTo>
                  <a:close/>
                </a:path>
                <a:path w="5994400" h="4064000">
                  <a:moveTo>
                    <a:pt x="12700" y="2233307"/>
                  </a:moveTo>
                  <a:lnTo>
                    <a:pt x="0" y="2233307"/>
                  </a:lnTo>
                  <a:lnTo>
                    <a:pt x="0" y="2182977"/>
                  </a:lnTo>
                  <a:lnTo>
                    <a:pt x="12700" y="2182977"/>
                  </a:lnTo>
                  <a:lnTo>
                    <a:pt x="12700" y="2233307"/>
                  </a:lnTo>
                  <a:close/>
                </a:path>
                <a:path w="5994400" h="4064000">
                  <a:moveTo>
                    <a:pt x="12700" y="2145233"/>
                  </a:moveTo>
                  <a:lnTo>
                    <a:pt x="0" y="2145233"/>
                  </a:lnTo>
                  <a:lnTo>
                    <a:pt x="0" y="2094903"/>
                  </a:lnTo>
                  <a:lnTo>
                    <a:pt x="12700" y="2094903"/>
                  </a:lnTo>
                  <a:lnTo>
                    <a:pt x="12700" y="2145233"/>
                  </a:lnTo>
                  <a:close/>
                </a:path>
                <a:path w="5994400" h="4064000">
                  <a:moveTo>
                    <a:pt x="12700" y="2057158"/>
                  </a:moveTo>
                  <a:lnTo>
                    <a:pt x="0" y="2057158"/>
                  </a:lnTo>
                  <a:lnTo>
                    <a:pt x="0" y="2006841"/>
                  </a:lnTo>
                  <a:lnTo>
                    <a:pt x="12700" y="2006841"/>
                  </a:lnTo>
                  <a:lnTo>
                    <a:pt x="12700" y="2057158"/>
                  </a:lnTo>
                  <a:close/>
                </a:path>
                <a:path w="5994400" h="4064000">
                  <a:moveTo>
                    <a:pt x="12700" y="1969096"/>
                  </a:moveTo>
                  <a:lnTo>
                    <a:pt x="0" y="1969096"/>
                  </a:lnTo>
                  <a:lnTo>
                    <a:pt x="0" y="1918766"/>
                  </a:lnTo>
                  <a:lnTo>
                    <a:pt x="12700" y="1918766"/>
                  </a:lnTo>
                  <a:lnTo>
                    <a:pt x="12700" y="1969096"/>
                  </a:lnTo>
                  <a:close/>
                </a:path>
                <a:path w="5994400" h="4064000">
                  <a:moveTo>
                    <a:pt x="12700" y="1881022"/>
                  </a:moveTo>
                  <a:lnTo>
                    <a:pt x="0" y="1881022"/>
                  </a:lnTo>
                  <a:lnTo>
                    <a:pt x="0" y="1830692"/>
                  </a:lnTo>
                  <a:lnTo>
                    <a:pt x="12700" y="1830692"/>
                  </a:lnTo>
                  <a:lnTo>
                    <a:pt x="12700" y="1881022"/>
                  </a:lnTo>
                  <a:close/>
                </a:path>
                <a:path w="5994400" h="4064000">
                  <a:moveTo>
                    <a:pt x="12700" y="1792947"/>
                  </a:moveTo>
                  <a:lnTo>
                    <a:pt x="0" y="1792947"/>
                  </a:lnTo>
                  <a:lnTo>
                    <a:pt x="0" y="1742617"/>
                  </a:lnTo>
                  <a:lnTo>
                    <a:pt x="12700" y="1742617"/>
                  </a:lnTo>
                  <a:lnTo>
                    <a:pt x="12700" y="1792947"/>
                  </a:lnTo>
                  <a:close/>
                </a:path>
                <a:path w="5994400" h="4064000">
                  <a:moveTo>
                    <a:pt x="12700" y="1704873"/>
                  </a:moveTo>
                  <a:lnTo>
                    <a:pt x="0" y="1704873"/>
                  </a:lnTo>
                  <a:lnTo>
                    <a:pt x="0" y="1654543"/>
                  </a:lnTo>
                  <a:lnTo>
                    <a:pt x="12700" y="1654543"/>
                  </a:lnTo>
                  <a:lnTo>
                    <a:pt x="12700" y="1704873"/>
                  </a:lnTo>
                  <a:close/>
                </a:path>
                <a:path w="5994400" h="4064000">
                  <a:moveTo>
                    <a:pt x="12700" y="1616798"/>
                  </a:moveTo>
                  <a:lnTo>
                    <a:pt x="0" y="1616798"/>
                  </a:lnTo>
                  <a:lnTo>
                    <a:pt x="0" y="1566481"/>
                  </a:lnTo>
                  <a:lnTo>
                    <a:pt x="12700" y="1566481"/>
                  </a:lnTo>
                  <a:lnTo>
                    <a:pt x="12700" y="1616798"/>
                  </a:lnTo>
                  <a:close/>
                </a:path>
                <a:path w="5994400" h="4064000">
                  <a:moveTo>
                    <a:pt x="12700" y="1528737"/>
                  </a:moveTo>
                  <a:lnTo>
                    <a:pt x="0" y="1528737"/>
                  </a:lnTo>
                  <a:lnTo>
                    <a:pt x="0" y="1478407"/>
                  </a:lnTo>
                  <a:lnTo>
                    <a:pt x="12700" y="1478407"/>
                  </a:lnTo>
                  <a:lnTo>
                    <a:pt x="12700" y="1528737"/>
                  </a:lnTo>
                  <a:close/>
                </a:path>
                <a:path w="5994400" h="4064000">
                  <a:moveTo>
                    <a:pt x="12700" y="1440662"/>
                  </a:moveTo>
                  <a:lnTo>
                    <a:pt x="0" y="1440662"/>
                  </a:lnTo>
                  <a:lnTo>
                    <a:pt x="0" y="1390332"/>
                  </a:lnTo>
                  <a:lnTo>
                    <a:pt x="12700" y="1390332"/>
                  </a:lnTo>
                  <a:lnTo>
                    <a:pt x="12700" y="1440662"/>
                  </a:lnTo>
                  <a:close/>
                </a:path>
                <a:path w="5994400" h="4064000">
                  <a:moveTo>
                    <a:pt x="12700" y="1352588"/>
                  </a:moveTo>
                  <a:lnTo>
                    <a:pt x="0" y="1352588"/>
                  </a:lnTo>
                  <a:lnTo>
                    <a:pt x="0" y="1302258"/>
                  </a:lnTo>
                  <a:lnTo>
                    <a:pt x="12700" y="1302258"/>
                  </a:lnTo>
                  <a:lnTo>
                    <a:pt x="12700" y="1352588"/>
                  </a:lnTo>
                  <a:close/>
                </a:path>
                <a:path w="5994400" h="4064000">
                  <a:moveTo>
                    <a:pt x="12700" y="1264513"/>
                  </a:moveTo>
                  <a:lnTo>
                    <a:pt x="0" y="1264513"/>
                  </a:lnTo>
                  <a:lnTo>
                    <a:pt x="0" y="1214196"/>
                  </a:lnTo>
                  <a:lnTo>
                    <a:pt x="12700" y="1214196"/>
                  </a:lnTo>
                  <a:lnTo>
                    <a:pt x="12700" y="1264513"/>
                  </a:lnTo>
                  <a:close/>
                </a:path>
                <a:path w="5994400" h="4064000">
                  <a:moveTo>
                    <a:pt x="12700" y="1176439"/>
                  </a:moveTo>
                  <a:lnTo>
                    <a:pt x="0" y="1176439"/>
                  </a:lnTo>
                  <a:lnTo>
                    <a:pt x="0" y="1126121"/>
                  </a:lnTo>
                  <a:lnTo>
                    <a:pt x="12700" y="1126121"/>
                  </a:lnTo>
                  <a:lnTo>
                    <a:pt x="12700" y="1176439"/>
                  </a:lnTo>
                  <a:close/>
                </a:path>
                <a:path w="5994400" h="4064000">
                  <a:moveTo>
                    <a:pt x="12700" y="1088377"/>
                  </a:moveTo>
                  <a:lnTo>
                    <a:pt x="0" y="1088377"/>
                  </a:lnTo>
                  <a:lnTo>
                    <a:pt x="0" y="1038047"/>
                  </a:lnTo>
                  <a:lnTo>
                    <a:pt x="12700" y="1038047"/>
                  </a:lnTo>
                  <a:lnTo>
                    <a:pt x="12700" y="1088377"/>
                  </a:lnTo>
                  <a:close/>
                </a:path>
                <a:path w="5994400" h="4064000">
                  <a:moveTo>
                    <a:pt x="12700" y="1000302"/>
                  </a:moveTo>
                  <a:lnTo>
                    <a:pt x="0" y="1000302"/>
                  </a:lnTo>
                  <a:lnTo>
                    <a:pt x="0" y="949972"/>
                  </a:lnTo>
                  <a:lnTo>
                    <a:pt x="12700" y="949972"/>
                  </a:lnTo>
                  <a:lnTo>
                    <a:pt x="12700" y="1000302"/>
                  </a:lnTo>
                  <a:close/>
                </a:path>
                <a:path w="5994400" h="4064000">
                  <a:moveTo>
                    <a:pt x="12700" y="912228"/>
                  </a:moveTo>
                  <a:lnTo>
                    <a:pt x="0" y="912228"/>
                  </a:lnTo>
                  <a:lnTo>
                    <a:pt x="0" y="861898"/>
                  </a:lnTo>
                  <a:lnTo>
                    <a:pt x="12700" y="861898"/>
                  </a:lnTo>
                  <a:lnTo>
                    <a:pt x="12700" y="912228"/>
                  </a:lnTo>
                  <a:close/>
                </a:path>
                <a:path w="5994400" h="4064000">
                  <a:moveTo>
                    <a:pt x="12700" y="824153"/>
                  </a:moveTo>
                  <a:lnTo>
                    <a:pt x="0" y="824153"/>
                  </a:lnTo>
                  <a:lnTo>
                    <a:pt x="0" y="773836"/>
                  </a:lnTo>
                  <a:lnTo>
                    <a:pt x="12700" y="773836"/>
                  </a:lnTo>
                  <a:lnTo>
                    <a:pt x="12700" y="824153"/>
                  </a:lnTo>
                  <a:close/>
                </a:path>
                <a:path w="5994400" h="4064000">
                  <a:moveTo>
                    <a:pt x="12700" y="736091"/>
                  </a:moveTo>
                  <a:lnTo>
                    <a:pt x="0" y="736091"/>
                  </a:lnTo>
                  <a:lnTo>
                    <a:pt x="0" y="685761"/>
                  </a:lnTo>
                  <a:lnTo>
                    <a:pt x="12700" y="685761"/>
                  </a:lnTo>
                  <a:lnTo>
                    <a:pt x="12700" y="736091"/>
                  </a:lnTo>
                  <a:close/>
                </a:path>
                <a:path w="5994400" h="4064000">
                  <a:moveTo>
                    <a:pt x="12700" y="648017"/>
                  </a:moveTo>
                  <a:lnTo>
                    <a:pt x="0" y="648017"/>
                  </a:lnTo>
                  <a:lnTo>
                    <a:pt x="0" y="597687"/>
                  </a:lnTo>
                  <a:lnTo>
                    <a:pt x="12700" y="597687"/>
                  </a:lnTo>
                  <a:lnTo>
                    <a:pt x="12700" y="648017"/>
                  </a:lnTo>
                  <a:close/>
                </a:path>
                <a:path w="5994400" h="4064000">
                  <a:moveTo>
                    <a:pt x="12700" y="559942"/>
                  </a:moveTo>
                  <a:lnTo>
                    <a:pt x="0" y="559942"/>
                  </a:lnTo>
                  <a:lnTo>
                    <a:pt x="0" y="509612"/>
                  </a:lnTo>
                  <a:lnTo>
                    <a:pt x="12700" y="509612"/>
                  </a:lnTo>
                  <a:lnTo>
                    <a:pt x="12700" y="559942"/>
                  </a:lnTo>
                  <a:close/>
                </a:path>
                <a:path w="5994400" h="4064000">
                  <a:moveTo>
                    <a:pt x="12700" y="471868"/>
                  </a:moveTo>
                  <a:lnTo>
                    <a:pt x="0" y="471868"/>
                  </a:lnTo>
                  <a:lnTo>
                    <a:pt x="0" y="421551"/>
                  </a:lnTo>
                  <a:lnTo>
                    <a:pt x="12700" y="421551"/>
                  </a:lnTo>
                  <a:lnTo>
                    <a:pt x="12700" y="471868"/>
                  </a:lnTo>
                  <a:close/>
                </a:path>
                <a:path w="5994400" h="4064000">
                  <a:moveTo>
                    <a:pt x="12700" y="383794"/>
                  </a:moveTo>
                  <a:lnTo>
                    <a:pt x="0" y="383794"/>
                  </a:lnTo>
                  <a:lnTo>
                    <a:pt x="0" y="333476"/>
                  </a:lnTo>
                  <a:lnTo>
                    <a:pt x="12700" y="333476"/>
                  </a:lnTo>
                  <a:lnTo>
                    <a:pt x="12700" y="383794"/>
                  </a:lnTo>
                  <a:close/>
                </a:path>
                <a:path w="5994400" h="4064000">
                  <a:moveTo>
                    <a:pt x="12700" y="295732"/>
                  </a:moveTo>
                  <a:lnTo>
                    <a:pt x="0" y="295732"/>
                  </a:lnTo>
                  <a:lnTo>
                    <a:pt x="0" y="245402"/>
                  </a:lnTo>
                  <a:lnTo>
                    <a:pt x="12700" y="245402"/>
                  </a:lnTo>
                  <a:lnTo>
                    <a:pt x="12700" y="295732"/>
                  </a:lnTo>
                  <a:close/>
                </a:path>
                <a:path w="5994400" h="4064000">
                  <a:moveTo>
                    <a:pt x="12700" y="207657"/>
                  </a:moveTo>
                  <a:lnTo>
                    <a:pt x="0" y="207657"/>
                  </a:lnTo>
                  <a:lnTo>
                    <a:pt x="0" y="157327"/>
                  </a:lnTo>
                  <a:lnTo>
                    <a:pt x="12700" y="157327"/>
                  </a:lnTo>
                  <a:lnTo>
                    <a:pt x="12700" y="207657"/>
                  </a:lnTo>
                  <a:close/>
                </a:path>
                <a:path w="5994400" h="4064000">
                  <a:moveTo>
                    <a:pt x="12700" y="119583"/>
                  </a:moveTo>
                  <a:lnTo>
                    <a:pt x="0" y="119583"/>
                  </a:lnTo>
                  <a:lnTo>
                    <a:pt x="0" y="69253"/>
                  </a:lnTo>
                  <a:lnTo>
                    <a:pt x="12700" y="69253"/>
                  </a:lnTo>
                  <a:lnTo>
                    <a:pt x="12700" y="119583"/>
                  </a:lnTo>
                  <a:close/>
                </a:path>
                <a:path w="5994400" h="4064000">
                  <a:moveTo>
                    <a:pt x="121132" y="12700"/>
                  </a:moveTo>
                  <a:lnTo>
                    <a:pt x="70116" y="12700"/>
                  </a:lnTo>
                  <a:lnTo>
                    <a:pt x="70116" y="0"/>
                  </a:lnTo>
                  <a:lnTo>
                    <a:pt x="121132" y="0"/>
                  </a:lnTo>
                  <a:lnTo>
                    <a:pt x="121132" y="12700"/>
                  </a:lnTo>
                  <a:close/>
                </a:path>
                <a:path w="5994400" h="4064000">
                  <a:moveTo>
                    <a:pt x="210413" y="12700"/>
                  </a:moveTo>
                  <a:lnTo>
                    <a:pt x="159397" y="12700"/>
                  </a:lnTo>
                  <a:lnTo>
                    <a:pt x="159397" y="0"/>
                  </a:lnTo>
                  <a:lnTo>
                    <a:pt x="210413" y="0"/>
                  </a:lnTo>
                  <a:lnTo>
                    <a:pt x="210413" y="12700"/>
                  </a:lnTo>
                  <a:close/>
                </a:path>
                <a:path w="5994400" h="4064000">
                  <a:moveTo>
                    <a:pt x="299694" y="12700"/>
                  </a:moveTo>
                  <a:lnTo>
                    <a:pt x="248678" y="12700"/>
                  </a:lnTo>
                  <a:lnTo>
                    <a:pt x="248678" y="0"/>
                  </a:lnTo>
                  <a:lnTo>
                    <a:pt x="299694" y="0"/>
                  </a:lnTo>
                  <a:lnTo>
                    <a:pt x="299694" y="12700"/>
                  </a:lnTo>
                  <a:close/>
                </a:path>
                <a:path w="5994400" h="4064000">
                  <a:moveTo>
                    <a:pt x="388975" y="12700"/>
                  </a:moveTo>
                  <a:lnTo>
                    <a:pt x="337959" y="12700"/>
                  </a:lnTo>
                  <a:lnTo>
                    <a:pt x="337959" y="0"/>
                  </a:lnTo>
                  <a:lnTo>
                    <a:pt x="388975" y="0"/>
                  </a:lnTo>
                  <a:lnTo>
                    <a:pt x="388975" y="12700"/>
                  </a:lnTo>
                  <a:close/>
                </a:path>
                <a:path w="5994400" h="4064000">
                  <a:moveTo>
                    <a:pt x="478256" y="12700"/>
                  </a:moveTo>
                  <a:lnTo>
                    <a:pt x="427240" y="12700"/>
                  </a:lnTo>
                  <a:lnTo>
                    <a:pt x="427240" y="0"/>
                  </a:lnTo>
                  <a:lnTo>
                    <a:pt x="478256" y="0"/>
                  </a:lnTo>
                  <a:lnTo>
                    <a:pt x="478256" y="12700"/>
                  </a:lnTo>
                  <a:close/>
                </a:path>
                <a:path w="5994400" h="4064000">
                  <a:moveTo>
                    <a:pt x="567537" y="12700"/>
                  </a:moveTo>
                  <a:lnTo>
                    <a:pt x="516521" y="12700"/>
                  </a:lnTo>
                  <a:lnTo>
                    <a:pt x="516521" y="0"/>
                  </a:lnTo>
                  <a:lnTo>
                    <a:pt x="567537" y="0"/>
                  </a:lnTo>
                  <a:lnTo>
                    <a:pt x="567537" y="12700"/>
                  </a:lnTo>
                  <a:close/>
                </a:path>
                <a:path w="5994400" h="4064000">
                  <a:moveTo>
                    <a:pt x="656805" y="12700"/>
                  </a:moveTo>
                  <a:lnTo>
                    <a:pt x="605790" y="12700"/>
                  </a:lnTo>
                  <a:lnTo>
                    <a:pt x="605790" y="0"/>
                  </a:lnTo>
                  <a:lnTo>
                    <a:pt x="656805" y="0"/>
                  </a:lnTo>
                  <a:lnTo>
                    <a:pt x="656805" y="12700"/>
                  </a:lnTo>
                  <a:close/>
                </a:path>
                <a:path w="5994400" h="4064000">
                  <a:moveTo>
                    <a:pt x="746086" y="12700"/>
                  </a:moveTo>
                  <a:lnTo>
                    <a:pt x="695071" y="12700"/>
                  </a:lnTo>
                  <a:lnTo>
                    <a:pt x="695071" y="0"/>
                  </a:lnTo>
                  <a:lnTo>
                    <a:pt x="746086" y="0"/>
                  </a:lnTo>
                  <a:lnTo>
                    <a:pt x="746086" y="12700"/>
                  </a:lnTo>
                  <a:close/>
                </a:path>
                <a:path w="5994400" h="4064000">
                  <a:moveTo>
                    <a:pt x="835367" y="12700"/>
                  </a:moveTo>
                  <a:lnTo>
                    <a:pt x="784352" y="12700"/>
                  </a:lnTo>
                  <a:lnTo>
                    <a:pt x="784352" y="0"/>
                  </a:lnTo>
                  <a:lnTo>
                    <a:pt x="835367" y="0"/>
                  </a:lnTo>
                  <a:lnTo>
                    <a:pt x="835367" y="12700"/>
                  </a:lnTo>
                  <a:close/>
                </a:path>
                <a:path w="5994400" h="4064000">
                  <a:moveTo>
                    <a:pt x="924648" y="12700"/>
                  </a:moveTo>
                  <a:lnTo>
                    <a:pt x="873633" y="12700"/>
                  </a:lnTo>
                  <a:lnTo>
                    <a:pt x="873633" y="0"/>
                  </a:lnTo>
                  <a:lnTo>
                    <a:pt x="924648" y="0"/>
                  </a:lnTo>
                  <a:lnTo>
                    <a:pt x="924648" y="12700"/>
                  </a:lnTo>
                  <a:close/>
                </a:path>
                <a:path w="5994400" h="4064000">
                  <a:moveTo>
                    <a:pt x="1013929" y="12700"/>
                  </a:moveTo>
                  <a:lnTo>
                    <a:pt x="962913" y="12700"/>
                  </a:lnTo>
                  <a:lnTo>
                    <a:pt x="962913" y="0"/>
                  </a:lnTo>
                  <a:lnTo>
                    <a:pt x="1013929" y="0"/>
                  </a:lnTo>
                  <a:lnTo>
                    <a:pt x="1013929" y="12700"/>
                  </a:lnTo>
                  <a:close/>
                </a:path>
                <a:path w="5994400" h="4064000">
                  <a:moveTo>
                    <a:pt x="1103210" y="12700"/>
                  </a:moveTo>
                  <a:lnTo>
                    <a:pt x="1052195" y="12700"/>
                  </a:lnTo>
                  <a:lnTo>
                    <a:pt x="1052195" y="0"/>
                  </a:lnTo>
                  <a:lnTo>
                    <a:pt x="1103210" y="0"/>
                  </a:lnTo>
                  <a:lnTo>
                    <a:pt x="1103210" y="12700"/>
                  </a:lnTo>
                  <a:close/>
                </a:path>
                <a:path w="5994400" h="4064000">
                  <a:moveTo>
                    <a:pt x="1192491" y="12700"/>
                  </a:moveTo>
                  <a:lnTo>
                    <a:pt x="1141476" y="12700"/>
                  </a:lnTo>
                  <a:lnTo>
                    <a:pt x="1141476" y="0"/>
                  </a:lnTo>
                  <a:lnTo>
                    <a:pt x="1192491" y="0"/>
                  </a:lnTo>
                  <a:lnTo>
                    <a:pt x="1192491" y="12700"/>
                  </a:lnTo>
                  <a:close/>
                </a:path>
                <a:path w="5994400" h="4064000">
                  <a:moveTo>
                    <a:pt x="1281760" y="12700"/>
                  </a:moveTo>
                  <a:lnTo>
                    <a:pt x="1230744" y="12700"/>
                  </a:lnTo>
                  <a:lnTo>
                    <a:pt x="1230744" y="0"/>
                  </a:lnTo>
                  <a:lnTo>
                    <a:pt x="1281760" y="0"/>
                  </a:lnTo>
                  <a:lnTo>
                    <a:pt x="1281760" y="12700"/>
                  </a:lnTo>
                  <a:close/>
                </a:path>
                <a:path w="5994400" h="4064000">
                  <a:moveTo>
                    <a:pt x="1371041" y="12700"/>
                  </a:moveTo>
                  <a:lnTo>
                    <a:pt x="1320025" y="12700"/>
                  </a:lnTo>
                  <a:lnTo>
                    <a:pt x="1320025" y="0"/>
                  </a:lnTo>
                  <a:lnTo>
                    <a:pt x="1371041" y="0"/>
                  </a:lnTo>
                  <a:lnTo>
                    <a:pt x="1371041" y="12700"/>
                  </a:lnTo>
                  <a:close/>
                </a:path>
                <a:path w="5994400" h="4064000">
                  <a:moveTo>
                    <a:pt x="1460322" y="12700"/>
                  </a:moveTo>
                  <a:lnTo>
                    <a:pt x="1409306" y="12700"/>
                  </a:lnTo>
                  <a:lnTo>
                    <a:pt x="1409306" y="0"/>
                  </a:lnTo>
                  <a:lnTo>
                    <a:pt x="1460322" y="0"/>
                  </a:lnTo>
                  <a:lnTo>
                    <a:pt x="1460322" y="12700"/>
                  </a:lnTo>
                  <a:close/>
                </a:path>
                <a:path w="5994400" h="4064000">
                  <a:moveTo>
                    <a:pt x="1549603" y="12700"/>
                  </a:moveTo>
                  <a:lnTo>
                    <a:pt x="1498587" y="12700"/>
                  </a:lnTo>
                  <a:lnTo>
                    <a:pt x="1498587" y="0"/>
                  </a:lnTo>
                  <a:lnTo>
                    <a:pt x="1549603" y="0"/>
                  </a:lnTo>
                  <a:lnTo>
                    <a:pt x="1549603" y="12700"/>
                  </a:lnTo>
                  <a:close/>
                </a:path>
                <a:path w="5994400" h="4064000">
                  <a:moveTo>
                    <a:pt x="1638884" y="12700"/>
                  </a:moveTo>
                  <a:lnTo>
                    <a:pt x="1587868" y="12700"/>
                  </a:lnTo>
                  <a:lnTo>
                    <a:pt x="1587868" y="0"/>
                  </a:lnTo>
                  <a:lnTo>
                    <a:pt x="1638884" y="0"/>
                  </a:lnTo>
                  <a:lnTo>
                    <a:pt x="1638884" y="12700"/>
                  </a:lnTo>
                  <a:close/>
                </a:path>
                <a:path w="5994400" h="4064000">
                  <a:moveTo>
                    <a:pt x="1728165" y="12700"/>
                  </a:moveTo>
                  <a:lnTo>
                    <a:pt x="1677149" y="12700"/>
                  </a:lnTo>
                  <a:lnTo>
                    <a:pt x="1677149" y="0"/>
                  </a:lnTo>
                  <a:lnTo>
                    <a:pt x="1728165" y="0"/>
                  </a:lnTo>
                  <a:lnTo>
                    <a:pt x="1728165" y="12700"/>
                  </a:lnTo>
                  <a:close/>
                </a:path>
                <a:path w="5994400" h="4064000">
                  <a:moveTo>
                    <a:pt x="1817446" y="12700"/>
                  </a:moveTo>
                  <a:lnTo>
                    <a:pt x="1766430" y="12700"/>
                  </a:lnTo>
                  <a:lnTo>
                    <a:pt x="1766430" y="0"/>
                  </a:lnTo>
                  <a:lnTo>
                    <a:pt x="1817446" y="0"/>
                  </a:lnTo>
                  <a:lnTo>
                    <a:pt x="1817446" y="12700"/>
                  </a:lnTo>
                  <a:close/>
                </a:path>
                <a:path w="5994400" h="4064000">
                  <a:moveTo>
                    <a:pt x="1906714" y="12700"/>
                  </a:moveTo>
                  <a:lnTo>
                    <a:pt x="1855698" y="12700"/>
                  </a:lnTo>
                  <a:lnTo>
                    <a:pt x="1855698" y="0"/>
                  </a:lnTo>
                  <a:lnTo>
                    <a:pt x="1906714" y="0"/>
                  </a:lnTo>
                  <a:lnTo>
                    <a:pt x="1906714" y="12700"/>
                  </a:lnTo>
                  <a:close/>
                </a:path>
                <a:path w="5994400" h="4064000">
                  <a:moveTo>
                    <a:pt x="1995995" y="12700"/>
                  </a:moveTo>
                  <a:lnTo>
                    <a:pt x="1944979" y="12700"/>
                  </a:lnTo>
                  <a:lnTo>
                    <a:pt x="1944979" y="0"/>
                  </a:lnTo>
                  <a:lnTo>
                    <a:pt x="1995995" y="0"/>
                  </a:lnTo>
                  <a:lnTo>
                    <a:pt x="1995995" y="12700"/>
                  </a:lnTo>
                  <a:close/>
                </a:path>
                <a:path w="5994400" h="4064000">
                  <a:moveTo>
                    <a:pt x="2085276" y="12700"/>
                  </a:moveTo>
                  <a:lnTo>
                    <a:pt x="2034260" y="12700"/>
                  </a:lnTo>
                  <a:lnTo>
                    <a:pt x="2034260" y="0"/>
                  </a:lnTo>
                  <a:lnTo>
                    <a:pt x="2085276" y="0"/>
                  </a:lnTo>
                  <a:lnTo>
                    <a:pt x="2085276" y="12700"/>
                  </a:lnTo>
                  <a:close/>
                </a:path>
                <a:path w="5994400" h="4064000">
                  <a:moveTo>
                    <a:pt x="2174557" y="12700"/>
                  </a:moveTo>
                  <a:lnTo>
                    <a:pt x="2123541" y="12700"/>
                  </a:lnTo>
                  <a:lnTo>
                    <a:pt x="2123541" y="0"/>
                  </a:lnTo>
                  <a:lnTo>
                    <a:pt x="2174557" y="0"/>
                  </a:lnTo>
                  <a:lnTo>
                    <a:pt x="2174557" y="12700"/>
                  </a:lnTo>
                  <a:close/>
                </a:path>
                <a:path w="5994400" h="4064000">
                  <a:moveTo>
                    <a:pt x="2263838" y="12700"/>
                  </a:moveTo>
                  <a:lnTo>
                    <a:pt x="2212822" y="12700"/>
                  </a:lnTo>
                  <a:lnTo>
                    <a:pt x="2212822" y="0"/>
                  </a:lnTo>
                  <a:lnTo>
                    <a:pt x="2263838" y="0"/>
                  </a:lnTo>
                  <a:lnTo>
                    <a:pt x="2263838" y="12700"/>
                  </a:lnTo>
                  <a:close/>
                </a:path>
                <a:path w="5994400" h="4064000">
                  <a:moveTo>
                    <a:pt x="2353119" y="12700"/>
                  </a:moveTo>
                  <a:lnTo>
                    <a:pt x="2302103" y="12700"/>
                  </a:lnTo>
                  <a:lnTo>
                    <a:pt x="2302103" y="0"/>
                  </a:lnTo>
                  <a:lnTo>
                    <a:pt x="2353119" y="0"/>
                  </a:lnTo>
                  <a:lnTo>
                    <a:pt x="2353119" y="12700"/>
                  </a:lnTo>
                  <a:close/>
                </a:path>
                <a:path w="5994400" h="4064000">
                  <a:moveTo>
                    <a:pt x="2442387" y="12700"/>
                  </a:moveTo>
                  <a:lnTo>
                    <a:pt x="2391371" y="12700"/>
                  </a:lnTo>
                  <a:lnTo>
                    <a:pt x="2391371" y="0"/>
                  </a:lnTo>
                  <a:lnTo>
                    <a:pt x="2442387" y="0"/>
                  </a:lnTo>
                  <a:lnTo>
                    <a:pt x="2442387" y="12700"/>
                  </a:lnTo>
                  <a:close/>
                </a:path>
                <a:path w="5994400" h="4064000">
                  <a:moveTo>
                    <a:pt x="2531668" y="12700"/>
                  </a:moveTo>
                  <a:lnTo>
                    <a:pt x="2480652" y="12700"/>
                  </a:lnTo>
                  <a:lnTo>
                    <a:pt x="2480652" y="0"/>
                  </a:lnTo>
                  <a:lnTo>
                    <a:pt x="2531668" y="0"/>
                  </a:lnTo>
                  <a:lnTo>
                    <a:pt x="2531668" y="12700"/>
                  </a:lnTo>
                  <a:close/>
                </a:path>
                <a:path w="5994400" h="4064000">
                  <a:moveTo>
                    <a:pt x="2620949" y="12700"/>
                  </a:moveTo>
                  <a:lnTo>
                    <a:pt x="2569933" y="12700"/>
                  </a:lnTo>
                  <a:lnTo>
                    <a:pt x="2569933" y="0"/>
                  </a:lnTo>
                  <a:lnTo>
                    <a:pt x="2620949" y="0"/>
                  </a:lnTo>
                  <a:lnTo>
                    <a:pt x="2620949" y="12700"/>
                  </a:lnTo>
                  <a:close/>
                </a:path>
                <a:path w="5994400" h="4064000">
                  <a:moveTo>
                    <a:pt x="2710230" y="12700"/>
                  </a:moveTo>
                  <a:lnTo>
                    <a:pt x="2659214" y="12700"/>
                  </a:lnTo>
                  <a:lnTo>
                    <a:pt x="2659214" y="0"/>
                  </a:lnTo>
                  <a:lnTo>
                    <a:pt x="2710230" y="0"/>
                  </a:lnTo>
                  <a:lnTo>
                    <a:pt x="2710230" y="12700"/>
                  </a:lnTo>
                  <a:close/>
                </a:path>
                <a:path w="5994400" h="4064000">
                  <a:moveTo>
                    <a:pt x="2799511" y="12700"/>
                  </a:moveTo>
                  <a:lnTo>
                    <a:pt x="2748495" y="12700"/>
                  </a:lnTo>
                  <a:lnTo>
                    <a:pt x="2748495" y="0"/>
                  </a:lnTo>
                  <a:lnTo>
                    <a:pt x="2799511" y="0"/>
                  </a:lnTo>
                  <a:lnTo>
                    <a:pt x="2799511" y="12700"/>
                  </a:lnTo>
                  <a:close/>
                </a:path>
                <a:path w="5994400" h="4064000">
                  <a:moveTo>
                    <a:pt x="2888792" y="12700"/>
                  </a:moveTo>
                  <a:lnTo>
                    <a:pt x="2837776" y="12700"/>
                  </a:lnTo>
                  <a:lnTo>
                    <a:pt x="2837776" y="0"/>
                  </a:lnTo>
                  <a:lnTo>
                    <a:pt x="2888792" y="0"/>
                  </a:lnTo>
                  <a:lnTo>
                    <a:pt x="2888792" y="12700"/>
                  </a:lnTo>
                  <a:close/>
                </a:path>
                <a:path w="5994400" h="4064000">
                  <a:moveTo>
                    <a:pt x="2978073" y="12700"/>
                  </a:moveTo>
                  <a:lnTo>
                    <a:pt x="2927057" y="12700"/>
                  </a:lnTo>
                  <a:lnTo>
                    <a:pt x="2927057" y="0"/>
                  </a:lnTo>
                  <a:lnTo>
                    <a:pt x="2978073" y="0"/>
                  </a:lnTo>
                  <a:lnTo>
                    <a:pt x="2978073" y="12700"/>
                  </a:lnTo>
                  <a:close/>
                </a:path>
                <a:path w="5994400" h="4064000">
                  <a:moveTo>
                    <a:pt x="3067342" y="12700"/>
                  </a:moveTo>
                  <a:lnTo>
                    <a:pt x="3016326" y="12700"/>
                  </a:lnTo>
                  <a:lnTo>
                    <a:pt x="3016326" y="0"/>
                  </a:lnTo>
                  <a:lnTo>
                    <a:pt x="3067342" y="0"/>
                  </a:lnTo>
                  <a:lnTo>
                    <a:pt x="3067342" y="12700"/>
                  </a:lnTo>
                  <a:close/>
                </a:path>
                <a:path w="5994400" h="4064000">
                  <a:moveTo>
                    <a:pt x="3156623" y="12700"/>
                  </a:moveTo>
                  <a:lnTo>
                    <a:pt x="3105607" y="12700"/>
                  </a:lnTo>
                  <a:lnTo>
                    <a:pt x="3105607" y="0"/>
                  </a:lnTo>
                  <a:lnTo>
                    <a:pt x="3156623" y="0"/>
                  </a:lnTo>
                  <a:lnTo>
                    <a:pt x="3156623" y="12700"/>
                  </a:lnTo>
                  <a:close/>
                </a:path>
                <a:path w="5994400" h="4064000">
                  <a:moveTo>
                    <a:pt x="3245904" y="12700"/>
                  </a:moveTo>
                  <a:lnTo>
                    <a:pt x="3194888" y="12700"/>
                  </a:lnTo>
                  <a:lnTo>
                    <a:pt x="3194888" y="0"/>
                  </a:lnTo>
                  <a:lnTo>
                    <a:pt x="3245904" y="0"/>
                  </a:lnTo>
                  <a:lnTo>
                    <a:pt x="3245904" y="12700"/>
                  </a:lnTo>
                  <a:close/>
                </a:path>
                <a:path w="5994400" h="4064000">
                  <a:moveTo>
                    <a:pt x="3335185" y="12700"/>
                  </a:moveTo>
                  <a:lnTo>
                    <a:pt x="3284169" y="12700"/>
                  </a:lnTo>
                  <a:lnTo>
                    <a:pt x="3284169" y="0"/>
                  </a:lnTo>
                  <a:lnTo>
                    <a:pt x="3335185" y="0"/>
                  </a:lnTo>
                  <a:lnTo>
                    <a:pt x="3335185" y="12700"/>
                  </a:lnTo>
                  <a:close/>
                </a:path>
                <a:path w="5994400" h="4064000">
                  <a:moveTo>
                    <a:pt x="3424466" y="12700"/>
                  </a:moveTo>
                  <a:lnTo>
                    <a:pt x="3373450" y="12700"/>
                  </a:lnTo>
                  <a:lnTo>
                    <a:pt x="3373450" y="0"/>
                  </a:lnTo>
                  <a:lnTo>
                    <a:pt x="3424466" y="0"/>
                  </a:lnTo>
                  <a:lnTo>
                    <a:pt x="3424466" y="12700"/>
                  </a:lnTo>
                  <a:close/>
                </a:path>
                <a:path w="5994400" h="4064000">
                  <a:moveTo>
                    <a:pt x="3513747" y="12700"/>
                  </a:moveTo>
                  <a:lnTo>
                    <a:pt x="3462731" y="12700"/>
                  </a:lnTo>
                  <a:lnTo>
                    <a:pt x="3462731" y="0"/>
                  </a:lnTo>
                  <a:lnTo>
                    <a:pt x="3513747" y="0"/>
                  </a:lnTo>
                  <a:lnTo>
                    <a:pt x="3513747" y="12700"/>
                  </a:lnTo>
                  <a:close/>
                </a:path>
                <a:path w="5994400" h="4064000">
                  <a:moveTo>
                    <a:pt x="3603028" y="12700"/>
                  </a:moveTo>
                  <a:lnTo>
                    <a:pt x="3551999" y="12700"/>
                  </a:lnTo>
                  <a:lnTo>
                    <a:pt x="3551999" y="0"/>
                  </a:lnTo>
                  <a:lnTo>
                    <a:pt x="3603028" y="0"/>
                  </a:lnTo>
                  <a:lnTo>
                    <a:pt x="3603028" y="12700"/>
                  </a:lnTo>
                  <a:close/>
                </a:path>
                <a:path w="5994400" h="4064000">
                  <a:moveTo>
                    <a:pt x="3692296" y="12700"/>
                  </a:moveTo>
                  <a:lnTo>
                    <a:pt x="3641280" y="12700"/>
                  </a:lnTo>
                  <a:lnTo>
                    <a:pt x="3641280" y="0"/>
                  </a:lnTo>
                  <a:lnTo>
                    <a:pt x="3692296" y="0"/>
                  </a:lnTo>
                  <a:lnTo>
                    <a:pt x="3692296" y="12700"/>
                  </a:lnTo>
                  <a:close/>
                </a:path>
                <a:path w="5994400" h="4064000">
                  <a:moveTo>
                    <a:pt x="3781577" y="12700"/>
                  </a:moveTo>
                  <a:lnTo>
                    <a:pt x="3730561" y="12700"/>
                  </a:lnTo>
                  <a:lnTo>
                    <a:pt x="3730561" y="0"/>
                  </a:lnTo>
                  <a:lnTo>
                    <a:pt x="3781577" y="0"/>
                  </a:lnTo>
                  <a:lnTo>
                    <a:pt x="3781577" y="12700"/>
                  </a:lnTo>
                  <a:close/>
                </a:path>
                <a:path w="5994400" h="4064000">
                  <a:moveTo>
                    <a:pt x="3870858" y="12700"/>
                  </a:moveTo>
                  <a:lnTo>
                    <a:pt x="3819842" y="12700"/>
                  </a:lnTo>
                  <a:lnTo>
                    <a:pt x="3819842" y="0"/>
                  </a:lnTo>
                  <a:lnTo>
                    <a:pt x="3870858" y="0"/>
                  </a:lnTo>
                  <a:lnTo>
                    <a:pt x="3870858" y="12700"/>
                  </a:lnTo>
                  <a:close/>
                </a:path>
                <a:path w="5994400" h="4064000">
                  <a:moveTo>
                    <a:pt x="3960139" y="12700"/>
                  </a:moveTo>
                  <a:lnTo>
                    <a:pt x="3909123" y="12700"/>
                  </a:lnTo>
                  <a:lnTo>
                    <a:pt x="3909123" y="0"/>
                  </a:lnTo>
                  <a:lnTo>
                    <a:pt x="3960139" y="0"/>
                  </a:lnTo>
                  <a:lnTo>
                    <a:pt x="3960139" y="12700"/>
                  </a:lnTo>
                  <a:close/>
                </a:path>
                <a:path w="5994400" h="4064000">
                  <a:moveTo>
                    <a:pt x="4049420" y="12700"/>
                  </a:moveTo>
                  <a:lnTo>
                    <a:pt x="3998404" y="12700"/>
                  </a:lnTo>
                  <a:lnTo>
                    <a:pt x="3998404" y="0"/>
                  </a:lnTo>
                  <a:lnTo>
                    <a:pt x="4049420" y="0"/>
                  </a:lnTo>
                  <a:lnTo>
                    <a:pt x="4049420" y="12700"/>
                  </a:lnTo>
                  <a:close/>
                </a:path>
                <a:path w="5994400" h="4064000">
                  <a:moveTo>
                    <a:pt x="4138701" y="12700"/>
                  </a:moveTo>
                  <a:lnTo>
                    <a:pt x="4087685" y="12700"/>
                  </a:lnTo>
                  <a:lnTo>
                    <a:pt x="4087685" y="0"/>
                  </a:lnTo>
                  <a:lnTo>
                    <a:pt x="4138701" y="0"/>
                  </a:lnTo>
                  <a:lnTo>
                    <a:pt x="4138701" y="12700"/>
                  </a:lnTo>
                  <a:close/>
                </a:path>
                <a:path w="5994400" h="4064000">
                  <a:moveTo>
                    <a:pt x="4227969" y="12700"/>
                  </a:moveTo>
                  <a:lnTo>
                    <a:pt x="4176953" y="12700"/>
                  </a:lnTo>
                  <a:lnTo>
                    <a:pt x="4176953" y="0"/>
                  </a:lnTo>
                  <a:lnTo>
                    <a:pt x="4227969" y="0"/>
                  </a:lnTo>
                  <a:lnTo>
                    <a:pt x="4227969" y="12700"/>
                  </a:lnTo>
                  <a:close/>
                </a:path>
                <a:path w="5994400" h="4064000">
                  <a:moveTo>
                    <a:pt x="4317250" y="12700"/>
                  </a:moveTo>
                  <a:lnTo>
                    <a:pt x="4266234" y="12700"/>
                  </a:lnTo>
                  <a:lnTo>
                    <a:pt x="4266234" y="0"/>
                  </a:lnTo>
                  <a:lnTo>
                    <a:pt x="4317250" y="0"/>
                  </a:lnTo>
                  <a:lnTo>
                    <a:pt x="4317250" y="12700"/>
                  </a:lnTo>
                  <a:close/>
                </a:path>
                <a:path w="5994400" h="4064000">
                  <a:moveTo>
                    <a:pt x="4406531" y="12700"/>
                  </a:moveTo>
                  <a:lnTo>
                    <a:pt x="4355515" y="12700"/>
                  </a:lnTo>
                  <a:lnTo>
                    <a:pt x="4355515" y="0"/>
                  </a:lnTo>
                  <a:lnTo>
                    <a:pt x="4406531" y="0"/>
                  </a:lnTo>
                  <a:lnTo>
                    <a:pt x="4406531" y="12700"/>
                  </a:lnTo>
                  <a:close/>
                </a:path>
                <a:path w="5994400" h="4064000">
                  <a:moveTo>
                    <a:pt x="4495812" y="12700"/>
                  </a:moveTo>
                  <a:lnTo>
                    <a:pt x="4444796" y="12700"/>
                  </a:lnTo>
                  <a:lnTo>
                    <a:pt x="4444796" y="0"/>
                  </a:lnTo>
                  <a:lnTo>
                    <a:pt x="4495812" y="0"/>
                  </a:lnTo>
                  <a:lnTo>
                    <a:pt x="4495812" y="12700"/>
                  </a:lnTo>
                  <a:close/>
                </a:path>
                <a:path w="5994400" h="4064000">
                  <a:moveTo>
                    <a:pt x="4585093" y="12700"/>
                  </a:moveTo>
                  <a:lnTo>
                    <a:pt x="4534077" y="12700"/>
                  </a:lnTo>
                  <a:lnTo>
                    <a:pt x="4534077" y="0"/>
                  </a:lnTo>
                  <a:lnTo>
                    <a:pt x="4585093" y="0"/>
                  </a:lnTo>
                  <a:lnTo>
                    <a:pt x="4585093" y="12700"/>
                  </a:lnTo>
                  <a:close/>
                </a:path>
                <a:path w="5994400" h="4064000">
                  <a:moveTo>
                    <a:pt x="4674374" y="12700"/>
                  </a:moveTo>
                  <a:lnTo>
                    <a:pt x="4623358" y="12700"/>
                  </a:lnTo>
                  <a:lnTo>
                    <a:pt x="4623358" y="0"/>
                  </a:lnTo>
                  <a:lnTo>
                    <a:pt x="4674374" y="0"/>
                  </a:lnTo>
                  <a:lnTo>
                    <a:pt x="4674374" y="12700"/>
                  </a:lnTo>
                  <a:close/>
                </a:path>
                <a:path w="5994400" h="4064000">
                  <a:moveTo>
                    <a:pt x="4763655" y="12700"/>
                  </a:moveTo>
                  <a:lnTo>
                    <a:pt x="4712627" y="12700"/>
                  </a:lnTo>
                  <a:lnTo>
                    <a:pt x="4712627" y="0"/>
                  </a:lnTo>
                  <a:lnTo>
                    <a:pt x="4763655" y="0"/>
                  </a:lnTo>
                  <a:lnTo>
                    <a:pt x="4763655" y="12700"/>
                  </a:lnTo>
                  <a:close/>
                </a:path>
                <a:path w="5994400" h="4064000">
                  <a:moveTo>
                    <a:pt x="4852924" y="12700"/>
                  </a:moveTo>
                  <a:lnTo>
                    <a:pt x="4801908" y="12700"/>
                  </a:lnTo>
                  <a:lnTo>
                    <a:pt x="4801908" y="0"/>
                  </a:lnTo>
                  <a:lnTo>
                    <a:pt x="4852924" y="0"/>
                  </a:lnTo>
                  <a:lnTo>
                    <a:pt x="4852924" y="12700"/>
                  </a:lnTo>
                  <a:close/>
                </a:path>
                <a:path w="5994400" h="4064000">
                  <a:moveTo>
                    <a:pt x="4942205" y="12700"/>
                  </a:moveTo>
                  <a:lnTo>
                    <a:pt x="4891189" y="12700"/>
                  </a:lnTo>
                  <a:lnTo>
                    <a:pt x="4891189" y="0"/>
                  </a:lnTo>
                  <a:lnTo>
                    <a:pt x="4942205" y="0"/>
                  </a:lnTo>
                  <a:lnTo>
                    <a:pt x="4942205" y="12700"/>
                  </a:lnTo>
                  <a:close/>
                </a:path>
                <a:path w="5994400" h="4064000">
                  <a:moveTo>
                    <a:pt x="5031486" y="12700"/>
                  </a:moveTo>
                  <a:lnTo>
                    <a:pt x="4980470" y="12700"/>
                  </a:lnTo>
                  <a:lnTo>
                    <a:pt x="4980470" y="0"/>
                  </a:lnTo>
                  <a:lnTo>
                    <a:pt x="5031486" y="0"/>
                  </a:lnTo>
                  <a:lnTo>
                    <a:pt x="5031486" y="12700"/>
                  </a:lnTo>
                  <a:close/>
                </a:path>
                <a:path w="5994400" h="4064000">
                  <a:moveTo>
                    <a:pt x="5120767" y="12700"/>
                  </a:moveTo>
                  <a:lnTo>
                    <a:pt x="5069751" y="12700"/>
                  </a:lnTo>
                  <a:lnTo>
                    <a:pt x="5069751" y="0"/>
                  </a:lnTo>
                  <a:lnTo>
                    <a:pt x="5120767" y="0"/>
                  </a:lnTo>
                  <a:lnTo>
                    <a:pt x="5120767" y="12700"/>
                  </a:lnTo>
                  <a:close/>
                </a:path>
                <a:path w="5994400" h="4064000">
                  <a:moveTo>
                    <a:pt x="5210048" y="12700"/>
                  </a:moveTo>
                  <a:lnTo>
                    <a:pt x="5159032" y="12700"/>
                  </a:lnTo>
                  <a:lnTo>
                    <a:pt x="5159032" y="0"/>
                  </a:lnTo>
                  <a:lnTo>
                    <a:pt x="5210048" y="0"/>
                  </a:lnTo>
                  <a:lnTo>
                    <a:pt x="5210048" y="12700"/>
                  </a:lnTo>
                  <a:close/>
                </a:path>
                <a:path w="5994400" h="4064000">
                  <a:moveTo>
                    <a:pt x="5299329" y="12700"/>
                  </a:moveTo>
                  <a:lnTo>
                    <a:pt x="5248313" y="12700"/>
                  </a:lnTo>
                  <a:lnTo>
                    <a:pt x="5248313" y="0"/>
                  </a:lnTo>
                  <a:lnTo>
                    <a:pt x="5299329" y="0"/>
                  </a:lnTo>
                  <a:lnTo>
                    <a:pt x="5299329" y="12700"/>
                  </a:lnTo>
                  <a:close/>
                </a:path>
                <a:path w="5994400" h="4064000">
                  <a:moveTo>
                    <a:pt x="5388597" y="12700"/>
                  </a:moveTo>
                  <a:lnTo>
                    <a:pt x="5337581" y="12700"/>
                  </a:lnTo>
                  <a:lnTo>
                    <a:pt x="5337581" y="0"/>
                  </a:lnTo>
                  <a:lnTo>
                    <a:pt x="5388597" y="0"/>
                  </a:lnTo>
                  <a:lnTo>
                    <a:pt x="5388597" y="12700"/>
                  </a:lnTo>
                  <a:close/>
                </a:path>
                <a:path w="5994400" h="4064000">
                  <a:moveTo>
                    <a:pt x="5477878" y="12700"/>
                  </a:moveTo>
                  <a:lnTo>
                    <a:pt x="5426862" y="12700"/>
                  </a:lnTo>
                  <a:lnTo>
                    <a:pt x="5426862" y="0"/>
                  </a:lnTo>
                  <a:lnTo>
                    <a:pt x="5477878" y="0"/>
                  </a:lnTo>
                  <a:lnTo>
                    <a:pt x="5477878" y="12700"/>
                  </a:lnTo>
                  <a:close/>
                </a:path>
                <a:path w="5994400" h="4064000">
                  <a:moveTo>
                    <a:pt x="5567159" y="12700"/>
                  </a:moveTo>
                  <a:lnTo>
                    <a:pt x="5516143" y="12700"/>
                  </a:lnTo>
                  <a:lnTo>
                    <a:pt x="5516143" y="0"/>
                  </a:lnTo>
                  <a:lnTo>
                    <a:pt x="5567159" y="0"/>
                  </a:lnTo>
                  <a:lnTo>
                    <a:pt x="5567159" y="12700"/>
                  </a:lnTo>
                  <a:close/>
                </a:path>
                <a:path w="5994400" h="4064000">
                  <a:moveTo>
                    <a:pt x="5656440" y="12700"/>
                  </a:moveTo>
                  <a:lnTo>
                    <a:pt x="5605424" y="12700"/>
                  </a:lnTo>
                  <a:lnTo>
                    <a:pt x="5605424" y="0"/>
                  </a:lnTo>
                  <a:lnTo>
                    <a:pt x="5656440" y="0"/>
                  </a:lnTo>
                  <a:lnTo>
                    <a:pt x="5656440" y="12700"/>
                  </a:lnTo>
                  <a:close/>
                </a:path>
                <a:path w="5994400" h="4064000">
                  <a:moveTo>
                    <a:pt x="5745721" y="12700"/>
                  </a:moveTo>
                  <a:lnTo>
                    <a:pt x="5694705" y="12700"/>
                  </a:lnTo>
                  <a:lnTo>
                    <a:pt x="5694705" y="0"/>
                  </a:lnTo>
                  <a:lnTo>
                    <a:pt x="5745721" y="0"/>
                  </a:lnTo>
                  <a:lnTo>
                    <a:pt x="5745721" y="12700"/>
                  </a:lnTo>
                  <a:close/>
                </a:path>
                <a:path w="5994400" h="4064000">
                  <a:moveTo>
                    <a:pt x="5835002" y="12700"/>
                  </a:moveTo>
                  <a:lnTo>
                    <a:pt x="5783986" y="12700"/>
                  </a:lnTo>
                  <a:lnTo>
                    <a:pt x="5783986" y="0"/>
                  </a:lnTo>
                  <a:lnTo>
                    <a:pt x="5835002" y="0"/>
                  </a:lnTo>
                  <a:lnTo>
                    <a:pt x="5835002" y="12700"/>
                  </a:lnTo>
                  <a:close/>
                </a:path>
                <a:path w="5994400" h="4064000">
                  <a:moveTo>
                    <a:pt x="5924283" y="12700"/>
                  </a:moveTo>
                  <a:lnTo>
                    <a:pt x="5873254" y="12700"/>
                  </a:lnTo>
                  <a:lnTo>
                    <a:pt x="5873254" y="0"/>
                  </a:lnTo>
                  <a:lnTo>
                    <a:pt x="5924283" y="0"/>
                  </a:lnTo>
                  <a:lnTo>
                    <a:pt x="5924283" y="12700"/>
                  </a:lnTo>
                  <a:close/>
                </a:path>
                <a:path w="5994400" h="4064000">
                  <a:moveTo>
                    <a:pt x="5994400" y="119583"/>
                  </a:moveTo>
                  <a:lnTo>
                    <a:pt x="5981700" y="119583"/>
                  </a:lnTo>
                  <a:lnTo>
                    <a:pt x="5981700" y="69253"/>
                  </a:lnTo>
                  <a:lnTo>
                    <a:pt x="5994400" y="69253"/>
                  </a:lnTo>
                  <a:lnTo>
                    <a:pt x="5994400" y="119583"/>
                  </a:lnTo>
                  <a:close/>
                </a:path>
                <a:path w="5994400" h="4064000">
                  <a:moveTo>
                    <a:pt x="5994400" y="207657"/>
                  </a:moveTo>
                  <a:lnTo>
                    <a:pt x="5981700" y="207657"/>
                  </a:lnTo>
                  <a:lnTo>
                    <a:pt x="5981700" y="157327"/>
                  </a:lnTo>
                  <a:lnTo>
                    <a:pt x="5994400" y="157327"/>
                  </a:lnTo>
                  <a:lnTo>
                    <a:pt x="5994400" y="207657"/>
                  </a:lnTo>
                  <a:close/>
                </a:path>
                <a:path w="5994400" h="4064000">
                  <a:moveTo>
                    <a:pt x="5994400" y="295732"/>
                  </a:moveTo>
                  <a:lnTo>
                    <a:pt x="5981700" y="295732"/>
                  </a:lnTo>
                  <a:lnTo>
                    <a:pt x="5981700" y="245402"/>
                  </a:lnTo>
                  <a:lnTo>
                    <a:pt x="5994400" y="245402"/>
                  </a:lnTo>
                  <a:lnTo>
                    <a:pt x="5994400" y="295732"/>
                  </a:lnTo>
                  <a:close/>
                </a:path>
                <a:path w="5994400" h="4064000">
                  <a:moveTo>
                    <a:pt x="5994400" y="383794"/>
                  </a:moveTo>
                  <a:lnTo>
                    <a:pt x="5981700" y="383794"/>
                  </a:lnTo>
                  <a:lnTo>
                    <a:pt x="5981700" y="333476"/>
                  </a:lnTo>
                  <a:lnTo>
                    <a:pt x="5994400" y="333476"/>
                  </a:lnTo>
                  <a:lnTo>
                    <a:pt x="5994400" y="383794"/>
                  </a:lnTo>
                  <a:close/>
                </a:path>
                <a:path w="5994400" h="4064000">
                  <a:moveTo>
                    <a:pt x="5994400" y="471868"/>
                  </a:moveTo>
                  <a:lnTo>
                    <a:pt x="5981700" y="471868"/>
                  </a:lnTo>
                  <a:lnTo>
                    <a:pt x="5981700" y="421551"/>
                  </a:lnTo>
                  <a:lnTo>
                    <a:pt x="5994400" y="421551"/>
                  </a:lnTo>
                  <a:lnTo>
                    <a:pt x="5994400" y="471868"/>
                  </a:lnTo>
                  <a:close/>
                </a:path>
                <a:path w="5994400" h="4064000">
                  <a:moveTo>
                    <a:pt x="5994400" y="559942"/>
                  </a:moveTo>
                  <a:lnTo>
                    <a:pt x="5981700" y="559942"/>
                  </a:lnTo>
                  <a:lnTo>
                    <a:pt x="5981700" y="509612"/>
                  </a:lnTo>
                  <a:lnTo>
                    <a:pt x="5994400" y="509612"/>
                  </a:lnTo>
                  <a:lnTo>
                    <a:pt x="5994400" y="559942"/>
                  </a:lnTo>
                  <a:close/>
                </a:path>
                <a:path w="5994400" h="4064000">
                  <a:moveTo>
                    <a:pt x="5994400" y="648017"/>
                  </a:moveTo>
                  <a:lnTo>
                    <a:pt x="5981700" y="648017"/>
                  </a:lnTo>
                  <a:lnTo>
                    <a:pt x="5981700" y="597687"/>
                  </a:lnTo>
                  <a:lnTo>
                    <a:pt x="5994400" y="597687"/>
                  </a:lnTo>
                  <a:lnTo>
                    <a:pt x="5994400" y="648017"/>
                  </a:lnTo>
                  <a:close/>
                </a:path>
                <a:path w="5994400" h="4064000">
                  <a:moveTo>
                    <a:pt x="5994400" y="736091"/>
                  </a:moveTo>
                  <a:lnTo>
                    <a:pt x="5981700" y="736091"/>
                  </a:lnTo>
                  <a:lnTo>
                    <a:pt x="5981700" y="685761"/>
                  </a:lnTo>
                  <a:lnTo>
                    <a:pt x="5994400" y="685761"/>
                  </a:lnTo>
                  <a:lnTo>
                    <a:pt x="5994400" y="736091"/>
                  </a:lnTo>
                  <a:close/>
                </a:path>
                <a:path w="5994400" h="4064000">
                  <a:moveTo>
                    <a:pt x="5994400" y="824153"/>
                  </a:moveTo>
                  <a:lnTo>
                    <a:pt x="5981700" y="824153"/>
                  </a:lnTo>
                  <a:lnTo>
                    <a:pt x="5981700" y="773836"/>
                  </a:lnTo>
                  <a:lnTo>
                    <a:pt x="5994400" y="773836"/>
                  </a:lnTo>
                  <a:lnTo>
                    <a:pt x="5994400" y="824153"/>
                  </a:lnTo>
                  <a:close/>
                </a:path>
                <a:path w="5994400" h="4064000">
                  <a:moveTo>
                    <a:pt x="5994400" y="912228"/>
                  </a:moveTo>
                  <a:lnTo>
                    <a:pt x="5981700" y="912228"/>
                  </a:lnTo>
                  <a:lnTo>
                    <a:pt x="5981700" y="861898"/>
                  </a:lnTo>
                  <a:lnTo>
                    <a:pt x="5994400" y="861898"/>
                  </a:lnTo>
                  <a:lnTo>
                    <a:pt x="5994400" y="912228"/>
                  </a:lnTo>
                  <a:close/>
                </a:path>
                <a:path w="5994400" h="4064000">
                  <a:moveTo>
                    <a:pt x="5994400" y="1000302"/>
                  </a:moveTo>
                  <a:lnTo>
                    <a:pt x="5981700" y="1000302"/>
                  </a:lnTo>
                  <a:lnTo>
                    <a:pt x="5981700" y="949972"/>
                  </a:lnTo>
                  <a:lnTo>
                    <a:pt x="5994400" y="949972"/>
                  </a:lnTo>
                  <a:lnTo>
                    <a:pt x="5994400" y="1000302"/>
                  </a:lnTo>
                  <a:close/>
                </a:path>
                <a:path w="5994400" h="4064000">
                  <a:moveTo>
                    <a:pt x="5994400" y="1088377"/>
                  </a:moveTo>
                  <a:lnTo>
                    <a:pt x="5981700" y="1088377"/>
                  </a:lnTo>
                  <a:lnTo>
                    <a:pt x="5981700" y="1038047"/>
                  </a:lnTo>
                  <a:lnTo>
                    <a:pt x="5994400" y="1038047"/>
                  </a:lnTo>
                  <a:lnTo>
                    <a:pt x="5994400" y="1088377"/>
                  </a:lnTo>
                  <a:close/>
                </a:path>
                <a:path w="5994400" h="4064000">
                  <a:moveTo>
                    <a:pt x="5994400" y="1176451"/>
                  </a:moveTo>
                  <a:lnTo>
                    <a:pt x="5981700" y="1176451"/>
                  </a:lnTo>
                  <a:lnTo>
                    <a:pt x="5981700" y="1126121"/>
                  </a:lnTo>
                  <a:lnTo>
                    <a:pt x="5994400" y="1126121"/>
                  </a:lnTo>
                  <a:lnTo>
                    <a:pt x="5994400" y="1176451"/>
                  </a:lnTo>
                  <a:close/>
                </a:path>
                <a:path w="5994400" h="4064000">
                  <a:moveTo>
                    <a:pt x="5994400" y="1264513"/>
                  </a:moveTo>
                  <a:lnTo>
                    <a:pt x="5981700" y="1264513"/>
                  </a:lnTo>
                  <a:lnTo>
                    <a:pt x="5981700" y="1214196"/>
                  </a:lnTo>
                  <a:lnTo>
                    <a:pt x="5994400" y="1214196"/>
                  </a:lnTo>
                  <a:lnTo>
                    <a:pt x="5994400" y="1264513"/>
                  </a:lnTo>
                  <a:close/>
                </a:path>
                <a:path w="5994400" h="4064000">
                  <a:moveTo>
                    <a:pt x="5994400" y="1352588"/>
                  </a:moveTo>
                  <a:lnTo>
                    <a:pt x="5981700" y="1352588"/>
                  </a:lnTo>
                  <a:lnTo>
                    <a:pt x="5981700" y="1302258"/>
                  </a:lnTo>
                  <a:lnTo>
                    <a:pt x="5994400" y="1302258"/>
                  </a:lnTo>
                  <a:lnTo>
                    <a:pt x="5994400" y="1352588"/>
                  </a:lnTo>
                  <a:close/>
                </a:path>
                <a:path w="5994400" h="4064000">
                  <a:moveTo>
                    <a:pt x="5994400" y="1440662"/>
                  </a:moveTo>
                  <a:lnTo>
                    <a:pt x="5981700" y="1440662"/>
                  </a:lnTo>
                  <a:lnTo>
                    <a:pt x="5981700" y="1390332"/>
                  </a:lnTo>
                  <a:lnTo>
                    <a:pt x="5994400" y="1390332"/>
                  </a:lnTo>
                  <a:lnTo>
                    <a:pt x="5994400" y="1440662"/>
                  </a:lnTo>
                  <a:close/>
                </a:path>
                <a:path w="5994400" h="4064000">
                  <a:moveTo>
                    <a:pt x="5994400" y="1528737"/>
                  </a:moveTo>
                  <a:lnTo>
                    <a:pt x="5981700" y="1528737"/>
                  </a:lnTo>
                  <a:lnTo>
                    <a:pt x="5981700" y="1478407"/>
                  </a:lnTo>
                  <a:lnTo>
                    <a:pt x="5994400" y="1478407"/>
                  </a:lnTo>
                  <a:lnTo>
                    <a:pt x="5994400" y="1528737"/>
                  </a:lnTo>
                  <a:close/>
                </a:path>
                <a:path w="5994400" h="4064000">
                  <a:moveTo>
                    <a:pt x="5994400" y="1616798"/>
                  </a:moveTo>
                  <a:lnTo>
                    <a:pt x="5981700" y="1616798"/>
                  </a:lnTo>
                  <a:lnTo>
                    <a:pt x="5981700" y="1566481"/>
                  </a:lnTo>
                  <a:lnTo>
                    <a:pt x="5994400" y="1566481"/>
                  </a:lnTo>
                  <a:lnTo>
                    <a:pt x="5994400" y="1616798"/>
                  </a:lnTo>
                  <a:close/>
                </a:path>
                <a:path w="5994400" h="4064000">
                  <a:moveTo>
                    <a:pt x="5994400" y="1704873"/>
                  </a:moveTo>
                  <a:lnTo>
                    <a:pt x="5981700" y="1704873"/>
                  </a:lnTo>
                  <a:lnTo>
                    <a:pt x="5981700" y="1654556"/>
                  </a:lnTo>
                  <a:lnTo>
                    <a:pt x="5994400" y="1654556"/>
                  </a:lnTo>
                  <a:lnTo>
                    <a:pt x="5994400" y="1704873"/>
                  </a:lnTo>
                  <a:close/>
                </a:path>
                <a:path w="5994400" h="4064000">
                  <a:moveTo>
                    <a:pt x="5994400" y="1792947"/>
                  </a:moveTo>
                  <a:lnTo>
                    <a:pt x="5981700" y="1792947"/>
                  </a:lnTo>
                  <a:lnTo>
                    <a:pt x="5981700" y="1742617"/>
                  </a:lnTo>
                  <a:lnTo>
                    <a:pt x="5994400" y="1742617"/>
                  </a:lnTo>
                  <a:lnTo>
                    <a:pt x="5994400" y="1792947"/>
                  </a:lnTo>
                  <a:close/>
                </a:path>
                <a:path w="5994400" h="4064000">
                  <a:moveTo>
                    <a:pt x="5994400" y="1881022"/>
                  </a:moveTo>
                  <a:lnTo>
                    <a:pt x="5981700" y="1881022"/>
                  </a:lnTo>
                  <a:lnTo>
                    <a:pt x="5981700" y="1830692"/>
                  </a:lnTo>
                  <a:lnTo>
                    <a:pt x="5994400" y="1830692"/>
                  </a:lnTo>
                  <a:lnTo>
                    <a:pt x="5994400" y="1881022"/>
                  </a:lnTo>
                  <a:close/>
                </a:path>
                <a:path w="5994400" h="4064000">
                  <a:moveTo>
                    <a:pt x="5994400" y="1969096"/>
                  </a:moveTo>
                  <a:lnTo>
                    <a:pt x="5981700" y="1969096"/>
                  </a:lnTo>
                  <a:lnTo>
                    <a:pt x="5981700" y="1918766"/>
                  </a:lnTo>
                  <a:lnTo>
                    <a:pt x="5994400" y="1918766"/>
                  </a:lnTo>
                  <a:lnTo>
                    <a:pt x="5994400" y="1969096"/>
                  </a:lnTo>
                  <a:close/>
                </a:path>
                <a:path w="5994400" h="4064000">
                  <a:moveTo>
                    <a:pt x="5994400" y="2057158"/>
                  </a:moveTo>
                  <a:lnTo>
                    <a:pt x="5981700" y="2057158"/>
                  </a:lnTo>
                  <a:lnTo>
                    <a:pt x="5981700" y="2006841"/>
                  </a:lnTo>
                  <a:lnTo>
                    <a:pt x="5994400" y="2006841"/>
                  </a:lnTo>
                  <a:lnTo>
                    <a:pt x="5994400" y="2057158"/>
                  </a:lnTo>
                  <a:close/>
                </a:path>
                <a:path w="5994400" h="4064000">
                  <a:moveTo>
                    <a:pt x="5994400" y="2145233"/>
                  </a:moveTo>
                  <a:lnTo>
                    <a:pt x="5981700" y="2145233"/>
                  </a:lnTo>
                  <a:lnTo>
                    <a:pt x="5981700" y="2094903"/>
                  </a:lnTo>
                  <a:lnTo>
                    <a:pt x="5994400" y="2094903"/>
                  </a:lnTo>
                  <a:lnTo>
                    <a:pt x="5994400" y="2145233"/>
                  </a:lnTo>
                  <a:close/>
                </a:path>
                <a:path w="5994400" h="4064000">
                  <a:moveTo>
                    <a:pt x="5994400" y="2233307"/>
                  </a:moveTo>
                  <a:lnTo>
                    <a:pt x="5981700" y="2233307"/>
                  </a:lnTo>
                  <a:lnTo>
                    <a:pt x="5981700" y="2182977"/>
                  </a:lnTo>
                  <a:lnTo>
                    <a:pt x="5994400" y="2182977"/>
                  </a:lnTo>
                  <a:lnTo>
                    <a:pt x="5994400" y="2233307"/>
                  </a:lnTo>
                  <a:close/>
                </a:path>
                <a:path w="5994400" h="4064000">
                  <a:moveTo>
                    <a:pt x="5994400" y="2321382"/>
                  </a:moveTo>
                  <a:lnTo>
                    <a:pt x="5981700" y="2321382"/>
                  </a:lnTo>
                  <a:lnTo>
                    <a:pt x="5981700" y="2271052"/>
                  </a:lnTo>
                  <a:lnTo>
                    <a:pt x="5994400" y="2271052"/>
                  </a:lnTo>
                  <a:lnTo>
                    <a:pt x="5994400" y="2321382"/>
                  </a:lnTo>
                  <a:close/>
                </a:path>
                <a:path w="5994400" h="4064000">
                  <a:moveTo>
                    <a:pt x="5994400" y="2409456"/>
                  </a:moveTo>
                  <a:lnTo>
                    <a:pt x="5981700" y="2409456"/>
                  </a:lnTo>
                  <a:lnTo>
                    <a:pt x="5981700" y="2359126"/>
                  </a:lnTo>
                  <a:lnTo>
                    <a:pt x="5994400" y="2359126"/>
                  </a:lnTo>
                  <a:lnTo>
                    <a:pt x="5994400" y="2409456"/>
                  </a:lnTo>
                  <a:close/>
                </a:path>
                <a:path w="5994400" h="4064000">
                  <a:moveTo>
                    <a:pt x="5994400" y="2497518"/>
                  </a:moveTo>
                  <a:lnTo>
                    <a:pt x="5981700" y="2497518"/>
                  </a:lnTo>
                  <a:lnTo>
                    <a:pt x="5981700" y="2447201"/>
                  </a:lnTo>
                  <a:lnTo>
                    <a:pt x="5994400" y="2447201"/>
                  </a:lnTo>
                  <a:lnTo>
                    <a:pt x="5994400" y="2497518"/>
                  </a:lnTo>
                  <a:close/>
                </a:path>
                <a:path w="5994400" h="4064000">
                  <a:moveTo>
                    <a:pt x="5994400" y="2585593"/>
                  </a:moveTo>
                  <a:lnTo>
                    <a:pt x="5981700" y="2585593"/>
                  </a:lnTo>
                  <a:lnTo>
                    <a:pt x="5981700" y="2535262"/>
                  </a:lnTo>
                  <a:lnTo>
                    <a:pt x="5994400" y="2535262"/>
                  </a:lnTo>
                  <a:lnTo>
                    <a:pt x="5994400" y="2585593"/>
                  </a:lnTo>
                  <a:close/>
                </a:path>
                <a:path w="5994400" h="4064000">
                  <a:moveTo>
                    <a:pt x="5994400" y="2673667"/>
                  </a:moveTo>
                  <a:lnTo>
                    <a:pt x="5981700" y="2673667"/>
                  </a:lnTo>
                  <a:lnTo>
                    <a:pt x="5981700" y="2623337"/>
                  </a:lnTo>
                  <a:lnTo>
                    <a:pt x="5994400" y="2623337"/>
                  </a:lnTo>
                  <a:lnTo>
                    <a:pt x="5994400" y="2673667"/>
                  </a:lnTo>
                  <a:close/>
                </a:path>
                <a:path w="5994400" h="4064000">
                  <a:moveTo>
                    <a:pt x="5994400" y="2761741"/>
                  </a:moveTo>
                  <a:lnTo>
                    <a:pt x="5981700" y="2761741"/>
                  </a:lnTo>
                  <a:lnTo>
                    <a:pt x="5981700" y="2711411"/>
                  </a:lnTo>
                  <a:lnTo>
                    <a:pt x="5994400" y="2711411"/>
                  </a:lnTo>
                  <a:lnTo>
                    <a:pt x="5994400" y="2761741"/>
                  </a:lnTo>
                  <a:close/>
                </a:path>
                <a:path w="5994400" h="4064000">
                  <a:moveTo>
                    <a:pt x="5994400" y="2849803"/>
                  </a:moveTo>
                  <a:lnTo>
                    <a:pt x="5981700" y="2849803"/>
                  </a:lnTo>
                  <a:lnTo>
                    <a:pt x="5981700" y="2799486"/>
                  </a:lnTo>
                  <a:lnTo>
                    <a:pt x="5994400" y="2799486"/>
                  </a:lnTo>
                  <a:lnTo>
                    <a:pt x="5994400" y="2849803"/>
                  </a:lnTo>
                  <a:close/>
                </a:path>
                <a:path w="5994400" h="4064000">
                  <a:moveTo>
                    <a:pt x="5994400" y="2937878"/>
                  </a:moveTo>
                  <a:lnTo>
                    <a:pt x="5981700" y="2937878"/>
                  </a:lnTo>
                  <a:lnTo>
                    <a:pt x="5981700" y="2887560"/>
                  </a:lnTo>
                  <a:lnTo>
                    <a:pt x="5994400" y="2887560"/>
                  </a:lnTo>
                  <a:lnTo>
                    <a:pt x="5994400" y="2937878"/>
                  </a:lnTo>
                  <a:close/>
                </a:path>
                <a:path w="5994400" h="4064000">
                  <a:moveTo>
                    <a:pt x="5994400" y="3025952"/>
                  </a:moveTo>
                  <a:lnTo>
                    <a:pt x="5981700" y="3025952"/>
                  </a:lnTo>
                  <a:lnTo>
                    <a:pt x="5981700" y="2975622"/>
                  </a:lnTo>
                  <a:lnTo>
                    <a:pt x="5994400" y="2975622"/>
                  </a:lnTo>
                  <a:lnTo>
                    <a:pt x="5994400" y="3025952"/>
                  </a:lnTo>
                  <a:close/>
                </a:path>
                <a:path w="5994400" h="4064000">
                  <a:moveTo>
                    <a:pt x="5994400" y="3114027"/>
                  </a:moveTo>
                  <a:lnTo>
                    <a:pt x="5981700" y="3114027"/>
                  </a:lnTo>
                  <a:lnTo>
                    <a:pt x="5981700" y="3063697"/>
                  </a:lnTo>
                  <a:lnTo>
                    <a:pt x="5994400" y="3063697"/>
                  </a:lnTo>
                  <a:lnTo>
                    <a:pt x="5994400" y="3114027"/>
                  </a:lnTo>
                  <a:close/>
                </a:path>
                <a:path w="5994400" h="4064000">
                  <a:moveTo>
                    <a:pt x="5994400" y="3202101"/>
                  </a:moveTo>
                  <a:lnTo>
                    <a:pt x="5981700" y="3202101"/>
                  </a:lnTo>
                  <a:lnTo>
                    <a:pt x="5981700" y="3151771"/>
                  </a:lnTo>
                  <a:lnTo>
                    <a:pt x="5994400" y="3151771"/>
                  </a:lnTo>
                  <a:lnTo>
                    <a:pt x="5994400" y="3202101"/>
                  </a:lnTo>
                  <a:close/>
                </a:path>
                <a:path w="5994400" h="4064000">
                  <a:moveTo>
                    <a:pt x="5994400" y="3290163"/>
                  </a:moveTo>
                  <a:lnTo>
                    <a:pt x="5981700" y="3290163"/>
                  </a:lnTo>
                  <a:lnTo>
                    <a:pt x="5981700" y="3239846"/>
                  </a:lnTo>
                  <a:lnTo>
                    <a:pt x="5994400" y="3239846"/>
                  </a:lnTo>
                  <a:lnTo>
                    <a:pt x="5994400" y="3290163"/>
                  </a:lnTo>
                  <a:close/>
                </a:path>
                <a:path w="5994400" h="4064000">
                  <a:moveTo>
                    <a:pt x="5994400" y="3378238"/>
                  </a:moveTo>
                  <a:lnTo>
                    <a:pt x="5981700" y="3378238"/>
                  </a:lnTo>
                  <a:lnTo>
                    <a:pt x="5981700" y="3327908"/>
                  </a:lnTo>
                  <a:lnTo>
                    <a:pt x="5994400" y="3327908"/>
                  </a:lnTo>
                  <a:lnTo>
                    <a:pt x="5994400" y="3378238"/>
                  </a:lnTo>
                  <a:close/>
                </a:path>
                <a:path w="5994400" h="4064000">
                  <a:moveTo>
                    <a:pt x="5994400" y="3466312"/>
                  </a:moveTo>
                  <a:lnTo>
                    <a:pt x="5981700" y="3466312"/>
                  </a:lnTo>
                  <a:lnTo>
                    <a:pt x="5981700" y="3415982"/>
                  </a:lnTo>
                  <a:lnTo>
                    <a:pt x="5994400" y="3415982"/>
                  </a:lnTo>
                  <a:lnTo>
                    <a:pt x="5994400" y="3466312"/>
                  </a:lnTo>
                  <a:close/>
                </a:path>
                <a:path w="5994400" h="4064000">
                  <a:moveTo>
                    <a:pt x="5994400" y="3554387"/>
                  </a:moveTo>
                  <a:lnTo>
                    <a:pt x="5981700" y="3554387"/>
                  </a:lnTo>
                  <a:lnTo>
                    <a:pt x="5981700" y="3504056"/>
                  </a:lnTo>
                  <a:lnTo>
                    <a:pt x="5994400" y="3504056"/>
                  </a:lnTo>
                  <a:lnTo>
                    <a:pt x="5994400" y="3554387"/>
                  </a:lnTo>
                  <a:close/>
                </a:path>
                <a:path w="5994400" h="4064000">
                  <a:moveTo>
                    <a:pt x="5994400" y="3642448"/>
                  </a:moveTo>
                  <a:lnTo>
                    <a:pt x="5981700" y="3642448"/>
                  </a:lnTo>
                  <a:lnTo>
                    <a:pt x="5981700" y="3592131"/>
                  </a:lnTo>
                  <a:lnTo>
                    <a:pt x="5994400" y="3592131"/>
                  </a:lnTo>
                  <a:lnTo>
                    <a:pt x="5994400" y="3642448"/>
                  </a:lnTo>
                  <a:close/>
                </a:path>
                <a:path w="5994400" h="4064000">
                  <a:moveTo>
                    <a:pt x="5994400" y="3730523"/>
                  </a:moveTo>
                  <a:lnTo>
                    <a:pt x="5981700" y="3730523"/>
                  </a:lnTo>
                  <a:lnTo>
                    <a:pt x="5981700" y="3680205"/>
                  </a:lnTo>
                  <a:lnTo>
                    <a:pt x="5994400" y="3680205"/>
                  </a:lnTo>
                  <a:lnTo>
                    <a:pt x="5994400" y="3730523"/>
                  </a:lnTo>
                  <a:close/>
                </a:path>
                <a:path w="5994400" h="4064000">
                  <a:moveTo>
                    <a:pt x="5994400" y="3818597"/>
                  </a:moveTo>
                  <a:lnTo>
                    <a:pt x="5981700" y="3818597"/>
                  </a:lnTo>
                  <a:lnTo>
                    <a:pt x="5981700" y="3768267"/>
                  </a:lnTo>
                  <a:lnTo>
                    <a:pt x="5994400" y="3768267"/>
                  </a:lnTo>
                  <a:lnTo>
                    <a:pt x="5994400" y="3818597"/>
                  </a:lnTo>
                  <a:close/>
                </a:path>
                <a:path w="5994400" h="4064000">
                  <a:moveTo>
                    <a:pt x="5994400" y="3906672"/>
                  </a:moveTo>
                  <a:lnTo>
                    <a:pt x="5981700" y="3906672"/>
                  </a:lnTo>
                  <a:lnTo>
                    <a:pt x="5981700" y="3856342"/>
                  </a:lnTo>
                  <a:lnTo>
                    <a:pt x="5994400" y="3856342"/>
                  </a:lnTo>
                  <a:lnTo>
                    <a:pt x="5994400" y="3906672"/>
                  </a:lnTo>
                  <a:close/>
                </a:path>
                <a:path w="5994400" h="4064000">
                  <a:moveTo>
                    <a:pt x="5994400" y="3994746"/>
                  </a:moveTo>
                  <a:lnTo>
                    <a:pt x="5981700" y="3994746"/>
                  </a:lnTo>
                  <a:lnTo>
                    <a:pt x="5981700" y="3944416"/>
                  </a:lnTo>
                  <a:lnTo>
                    <a:pt x="5994400" y="3944416"/>
                  </a:lnTo>
                  <a:lnTo>
                    <a:pt x="5994400" y="3994746"/>
                  </a:lnTo>
                  <a:close/>
                </a:path>
                <a:path w="5994400" h="4064000">
                  <a:moveTo>
                    <a:pt x="5924283" y="4064000"/>
                  </a:moveTo>
                  <a:lnTo>
                    <a:pt x="5873267" y="4064000"/>
                  </a:lnTo>
                  <a:lnTo>
                    <a:pt x="5873267" y="4051300"/>
                  </a:lnTo>
                  <a:lnTo>
                    <a:pt x="5924283" y="4051300"/>
                  </a:lnTo>
                  <a:lnTo>
                    <a:pt x="5924283" y="4064000"/>
                  </a:lnTo>
                  <a:close/>
                </a:path>
                <a:path w="5994400" h="4064000">
                  <a:moveTo>
                    <a:pt x="5835002" y="4064000"/>
                  </a:moveTo>
                  <a:lnTo>
                    <a:pt x="5783986" y="4064000"/>
                  </a:lnTo>
                  <a:lnTo>
                    <a:pt x="5783986" y="4051300"/>
                  </a:lnTo>
                  <a:lnTo>
                    <a:pt x="5835002" y="4051300"/>
                  </a:lnTo>
                  <a:lnTo>
                    <a:pt x="5835002" y="4064000"/>
                  </a:lnTo>
                  <a:close/>
                </a:path>
                <a:path w="5994400" h="4064000">
                  <a:moveTo>
                    <a:pt x="5745721" y="4064000"/>
                  </a:moveTo>
                  <a:lnTo>
                    <a:pt x="5694705" y="4064000"/>
                  </a:lnTo>
                  <a:lnTo>
                    <a:pt x="5694705" y="4051300"/>
                  </a:lnTo>
                  <a:lnTo>
                    <a:pt x="5745721" y="4051300"/>
                  </a:lnTo>
                  <a:lnTo>
                    <a:pt x="5745721" y="4064000"/>
                  </a:lnTo>
                  <a:close/>
                </a:path>
                <a:path w="5994400" h="4064000">
                  <a:moveTo>
                    <a:pt x="5656440" y="4064000"/>
                  </a:moveTo>
                  <a:lnTo>
                    <a:pt x="5605424" y="4064000"/>
                  </a:lnTo>
                  <a:lnTo>
                    <a:pt x="5605424" y="4051300"/>
                  </a:lnTo>
                  <a:lnTo>
                    <a:pt x="5656440" y="4051300"/>
                  </a:lnTo>
                  <a:lnTo>
                    <a:pt x="5656440" y="4064000"/>
                  </a:lnTo>
                  <a:close/>
                </a:path>
                <a:path w="5994400" h="4064000">
                  <a:moveTo>
                    <a:pt x="5567159" y="4064000"/>
                  </a:moveTo>
                  <a:lnTo>
                    <a:pt x="5516143" y="4064000"/>
                  </a:lnTo>
                  <a:lnTo>
                    <a:pt x="5516143" y="4051300"/>
                  </a:lnTo>
                  <a:lnTo>
                    <a:pt x="5567159" y="4051300"/>
                  </a:lnTo>
                  <a:lnTo>
                    <a:pt x="5567159" y="4064000"/>
                  </a:lnTo>
                  <a:close/>
                </a:path>
                <a:path w="5994400" h="4064000">
                  <a:moveTo>
                    <a:pt x="5477878" y="4064000"/>
                  </a:moveTo>
                  <a:lnTo>
                    <a:pt x="5426862" y="4064000"/>
                  </a:lnTo>
                  <a:lnTo>
                    <a:pt x="5426862" y="4051300"/>
                  </a:lnTo>
                  <a:lnTo>
                    <a:pt x="5477878" y="4051300"/>
                  </a:lnTo>
                  <a:lnTo>
                    <a:pt x="5477878" y="4064000"/>
                  </a:lnTo>
                  <a:close/>
                </a:path>
                <a:path w="5994400" h="4064000">
                  <a:moveTo>
                    <a:pt x="5388610" y="4064000"/>
                  </a:moveTo>
                  <a:lnTo>
                    <a:pt x="5337594" y="4064000"/>
                  </a:lnTo>
                  <a:lnTo>
                    <a:pt x="5337594" y="4051300"/>
                  </a:lnTo>
                  <a:lnTo>
                    <a:pt x="5388610" y="4051300"/>
                  </a:lnTo>
                  <a:lnTo>
                    <a:pt x="5388610" y="4064000"/>
                  </a:lnTo>
                  <a:close/>
                </a:path>
                <a:path w="5994400" h="4064000">
                  <a:moveTo>
                    <a:pt x="5299329" y="4064000"/>
                  </a:moveTo>
                  <a:lnTo>
                    <a:pt x="5248313" y="4064000"/>
                  </a:lnTo>
                  <a:lnTo>
                    <a:pt x="5248313" y="4051300"/>
                  </a:lnTo>
                  <a:lnTo>
                    <a:pt x="5299329" y="4051300"/>
                  </a:lnTo>
                  <a:lnTo>
                    <a:pt x="5299329" y="4064000"/>
                  </a:lnTo>
                  <a:close/>
                </a:path>
                <a:path w="5994400" h="4064000">
                  <a:moveTo>
                    <a:pt x="5210048" y="4064000"/>
                  </a:moveTo>
                  <a:lnTo>
                    <a:pt x="5159032" y="4064000"/>
                  </a:lnTo>
                  <a:lnTo>
                    <a:pt x="5159032" y="4051300"/>
                  </a:lnTo>
                  <a:lnTo>
                    <a:pt x="5210048" y="4051300"/>
                  </a:lnTo>
                  <a:lnTo>
                    <a:pt x="5210048" y="4064000"/>
                  </a:lnTo>
                  <a:close/>
                </a:path>
                <a:path w="5994400" h="4064000">
                  <a:moveTo>
                    <a:pt x="5120767" y="4064000"/>
                  </a:moveTo>
                  <a:lnTo>
                    <a:pt x="5069751" y="4064000"/>
                  </a:lnTo>
                  <a:lnTo>
                    <a:pt x="5069751" y="4051300"/>
                  </a:lnTo>
                  <a:lnTo>
                    <a:pt x="5120767" y="4051300"/>
                  </a:lnTo>
                  <a:lnTo>
                    <a:pt x="5120767" y="4064000"/>
                  </a:lnTo>
                  <a:close/>
                </a:path>
                <a:path w="5994400" h="4064000">
                  <a:moveTo>
                    <a:pt x="5031486" y="4064000"/>
                  </a:moveTo>
                  <a:lnTo>
                    <a:pt x="4980470" y="4064000"/>
                  </a:lnTo>
                  <a:lnTo>
                    <a:pt x="4980470" y="4051300"/>
                  </a:lnTo>
                  <a:lnTo>
                    <a:pt x="5031486" y="4051300"/>
                  </a:lnTo>
                  <a:lnTo>
                    <a:pt x="5031486" y="4064000"/>
                  </a:lnTo>
                  <a:close/>
                </a:path>
                <a:path w="5994400" h="4064000">
                  <a:moveTo>
                    <a:pt x="4942205" y="4064000"/>
                  </a:moveTo>
                  <a:lnTo>
                    <a:pt x="4891189" y="4064000"/>
                  </a:lnTo>
                  <a:lnTo>
                    <a:pt x="4891189" y="4051300"/>
                  </a:lnTo>
                  <a:lnTo>
                    <a:pt x="4942205" y="4051300"/>
                  </a:lnTo>
                  <a:lnTo>
                    <a:pt x="4942205" y="4064000"/>
                  </a:lnTo>
                  <a:close/>
                </a:path>
                <a:path w="5994400" h="4064000">
                  <a:moveTo>
                    <a:pt x="4852924" y="4064000"/>
                  </a:moveTo>
                  <a:lnTo>
                    <a:pt x="4801908" y="4064000"/>
                  </a:lnTo>
                  <a:lnTo>
                    <a:pt x="4801908" y="4051300"/>
                  </a:lnTo>
                  <a:lnTo>
                    <a:pt x="4852924" y="4051300"/>
                  </a:lnTo>
                  <a:lnTo>
                    <a:pt x="4852924" y="4064000"/>
                  </a:lnTo>
                  <a:close/>
                </a:path>
                <a:path w="5994400" h="4064000">
                  <a:moveTo>
                    <a:pt x="4763655" y="4064000"/>
                  </a:moveTo>
                  <a:lnTo>
                    <a:pt x="4712639" y="4064000"/>
                  </a:lnTo>
                  <a:lnTo>
                    <a:pt x="4712639" y="4051300"/>
                  </a:lnTo>
                  <a:lnTo>
                    <a:pt x="4763655" y="4051300"/>
                  </a:lnTo>
                  <a:lnTo>
                    <a:pt x="4763655" y="4064000"/>
                  </a:lnTo>
                  <a:close/>
                </a:path>
                <a:path w="5994400" h="4064000">
                  <a:moveTo>
                    <a:pt x="4674374" y="4064000"/>
                  </a:moveTo>
                  <a:lnTo>
                    <a:pt x="4623358" y="4064000"/>
                  </a:lnTo>
                  <a:lnTo>
                    <a:pt x="4623358" y="4051300"/>
                  </a:lnTo>
                  <a:lnTo>
                    <a:pt x="4674374" y="4051300"/>
                  </a:lnTo>
                  <a:lnTo>
                    <a:pt x="4674374" y="4064000"/>
                  </a:lnTo>
                  <a:close/>
                </a:path>
                <a:path w="5994400" h="4064000">
                  <a:moveTo>
                    <a:pt x="4585093" y="4064000"/>
                  </a:moveTo>
                  <a:lnTo>
                    <a:pt x="4534077" y="4064000"/>
                  </a:lnTo>
                  <a:lnTo>
                    <a:pt x="4534077" y="4051300"/>
                  </a:lnTo>
                  <a:lnTo>
                    <a:pt x="4585093" y="4051300"/>
                  </a:lnTo>
                  <a:lnTo>
                    <a:pt x="4585093" y="4064000"/>
                  </a:lnTo>
                  <a:close/>
                </a:path>
                <a:path w="5994400" h="4064000">
                  <a:moveTo>
                    <a:pt x="4495812" y="4064000"/>
                  </a:moveTo>
                  <a:lnTo>
                    <a:pt x="4444796" y="4064000"/>
                  </a:lnTo>
                  <a:lnTo>
                    <a:pt x="4444796" y="4051300"/>
                  </a:lnTo>
                  <a:lnTo>
                    <a:pt x="4495812" y="4051300"/>
                  </a:lnTo>
                  <a:lnTo>
                    <a:pt x="4495812" y="4064000"/>
                  </a:lnTo>
                  <a:close/>
                </a:path>
                <a:path w="5994400" h="4064000">
                  <a:moveTo>
                    <a:pt x="4406531" y="4064000"/>
                  </a:moveTo>
                  <a:lnTo>
                    <a:pt x="4355515" y="4064000"/>
                  </a:lnTo>
                  <a:lnTo>
                    <a:pt x="4355515" y="4051300"/>
                  </a:lnTo>
                  <a:lnTo>
                    <a:pt x="4406531" y="4051300"/>
                  </a:lnTo>
                  <a:lnTo>
                    <a:pt x="4406531" y="4064000"/>
                  </a:lnTo>
                  <a:close/>
                </a:path>
                <a:path w="5994400" h="4064000">
                  <a:moveTo>
                    <a:pt x="4317250" y="4064000"/>
                  </a:moveTo>
                  <a:lnTo>
                    <a:pt x="4266234" y="4064000"/>
                  </a:lnTo>
                  <a:lnTo>
                    <a:pt x="4266234" y="4051300"/>
                  </a:lnTo>
                  <a:lnTo>
                    <a:pt x="4317250" y="4051300"/>
                  </a:lnTo>
                  <a:lnTo>
                    <a:pt x="4317250" y="4064000"/>
                  </a:lnTo>
                  <a:close/>
                </a:path>
                <a:path w="5994400" h="4064000">
                  <a:moveTo>
                    <a:pt x="4227969" y="4064000"/>
                  </a:moveTo>
                  <a:lnTo>
                    <a:pt x="4176953" y="4064000"/>
                  </a:lnTo>
                  <a:lnTo>
                    <a:pt x="4176953" y="4051300"/>
                  </a:lnTo>
                  <a:lnTo>
                    <a:pt x="4227969" y="4051300"/>
                  </a:lnTo>
                  <a:lnTo>
                    <a:pt x="4227969" y="4064000"/>
                  </a:lnTo>
                  <a:close/>
                </a:path>
                <a:path w="5994400" h="4064000">
                  <a:moveTo>
                    <a:pt x="4138701" y="4064000"/>
                  </a:moveTo>
                  <a:lnTo>
                    <a:pt x="4087685" y="4064000"/>
                  </a:lnTo>
                  <a:lnTo>
                    <a:pt x="4087685" y="4051300"/>
                  </a:lnTo>
                  <a:lnTo>
                    <a:pt x="4138701" y="4051300"/>
                  </a:lnTo>
                  <a:lnTo>
                    <a:pt x="4138701" y="4064000"/>
                  </a:lnTo>
                  <a:close/>
                </a:path>
                <a:path w="5994400" h="4064000">
                  <a:moveTo>
                    <a:pt x="4049420" y="4064000"/>
                  </a:moveTo>
                  <a:lnTo>
                    <a:pt x="3998404" y="4064000"/>
                  </a:lnTo>
                  <a:lnTo>
                    <a:pt x="3998404" y="4051300"/>
                  </a:lnTo>
                  <a:lnTo>
                    <a:pt x="4049420" y="4051300"/>
                  </a:lnTo>
                  <a:lnTo>
                    <a:pt x="4049420" y="4064000"/>
                  </a:lnTo>
                  <a:close/>
                </a:path>
                <a:path w="5994400" h="4064000">
                  <a:moveTo>
                    <a:pt x="3960139" y="4064000"/>
                  </a:moveTo>
                  <a:lnTo>
                    <a:pt x="3909123" y="4064000"/>
                  </a:lnTo>
                  <a:lnTo>
                    <a:pt x="3909123" y="4051300"/>
                  </a:lnTo>
                  <a:lnTo>
                    <a:pt x="3960139" y="4051300"/>
                  </a:lnTo>
                  <a:lnTo>
                    <a:pt x="3960139" y="4064000"/>
                  </a:lnTo>
                  <a:close/>
                </a:path>
                <a:path w="5994400" h="4064000">
                  <a:moveTo>
                    <a:pt x="3870858" y="4064000"/>
                  </a:moveTo>
                  <a:lnTo>
                    <a:pt x="3819842" y="4064000"/>
                  </a:lnTo>
                  <a:lnTo>
                    <a:pt x="3819842" y="4051300"/>
                  </a:lnTo>
                  <a:lnTo>
                    <a:pt x="3870858" y="4051300"/>
                  </a:lnTo>
                  <a:lnTo>
                    <a:pt x="3870858" y="4064000"/>
                  </a:lnTo>
                  <a:close/>
                </a:path>
                <a:path w="5994400" h="4064000">
                  <a:moveTo>
                    <a:pt x="3781577" y="4064000"/>
                  </a:moveTo>
                  <a:lnTo>
                    <a:pt x="3730561" y="4064000"/>
                  </a:lnTo>
                  <a:lnTo>
                    <a:pt x="3730561" y="4051300"/>
                  </a:lnTo>
                  <a:lnTo>
                    <a:pt x="3781577" y="4051300"/>
                  </a:lnTo>
                  <a:lnTo>
                    <a:pt x="3781577" y="4064000"/>
                  </a:lnTo>
                  <a:close/>
                </a:path>
                <a:path w="5994400" h="4064000">
                  <a:moveTo>
                    <a:pt x="3692296" y="4064000"/>
                  </a:moveTo>
                  <a:lnTo>
                    <a:pt x="3641280" y="4064000"/>
                  </a:lnTo>
                  <a:lnTo>
                    <a:pt x="3641280" y="4051300"/>
                  </a:lnTo>
                  <a:lnTo>
                    <a:pt x="3692296" y="4051300"/>
                  </a:lnTo>
                  <a:lnTo>
                    <a:pt x="3692296" y="4064000"/>
                  </a:lnTo>
                  <a:close/>
                </a:path>
                <a:path w="5994400" h="4064000">
                  <a:moveTo>
                    <a:pt x="3603028" y="4064000"/>
                  </a:moveTo>
                  <a:lnTo>
                    <a:pt x="3551999" y="4064000"/>
                  </a:lnTo>
                  <a:lnTo>
                    <a:pt x="3551999" y="4051300"/>
                  </a:lnTo>
                  <a:lnTo>
                    <a:pt x="3603028" y="4051300"/>
                  </a:lnTo>
                  <a:lnTo>
                    <a:pt x="3603028" y="4064000"/>
                  </a:lnTo>
                  <a:close/>
                </a:path>
                <a:path w="5994400" h="4064000">
                  <a:moveTo>
                    <a:pt x="3513747" y="4064000"/>
                  </a:moveTo>
                  <a:lnTo>
                    <a:pt x="3462731" y="4064000"/>
                  </a:lnTo>
                  <a:lnTo>
                    <a:pt x="3462731" y="4051300"/>
                  </a:lnTo>
                  <a:lnTo>
                    <a:pt x="3513747" y="4051300"/>
                  </a:lnTo>
                  <a:lnTo>
                    <a:pt x="3513747" y="4064000"/>
                  </a:lnTo>
                  <a:close/>
                </a:path>
                <a:path w="5994400" h="4064000">
                  <a:moveTo>
                    <a:pt x="3424466" y="4064000"/>
                  </a:moveTo>
                  <a:lnTo>
                    <a:pt x="3373450" y="4064000"/>
                  </a:lnTo>
                  <a:lnTo>
                    <a:pt x="3373450" y="4051300"/>
                  </a:lnTo>
                  <a:lnTo>
                    <a:pt x="3424466" y="4051300"/>
                  </a:lnTo>
                  <a:lnTo>
                    <a:pt x="3424466" y="4064000"/>
                  </a:lnTo>
                  <a:close/>
                </a:path>
                <a:path w="5994400" h="4064000">
                  <a:moveTo>
                    <a:pt x="3335185" y="4064000"/>
                  </a:moveTo>
                  <a:lnTo>
                    <a:pt x="3284169" y="4064000"/>
                  </a:lnTo>
                  <a:lnTo>
                    <a:pt x="3284169" y="4051300"/>
                  </a:lnTo>
                  <a:lnTo>
                    <a:pt x="3335185" y="4051300"/>
                  </a:lnTo>
                  <a:lnTo>
                    <a:pt x="3335185" y="4064000"/>
                  </a:lnTo>
                  <a:close/>
                </a:path>
                <a:path w="5994400" h="4064000">
                  <a:moveTo>
                    <a:pt x="3245904" y="4064000"/>
                  </a:moveTo>
                  <a:lnTo>
                    <a:pt x="3194888" y="4064000"/>
                  </a:lnTo>
                  <a:lnTo>
                    <a:pt x="3194888" y="4051300"/>
                  </a:lnTo>
                  <a:lnTo>
                    <a:pt x="3245904" y="4051300"/>
                  </a:lnTo>
                  <a:lnTo>
                    <a:pt x="3245904" y="4064000"/>
                  </a:lnTo>
                  <a:close/>
                </a:path>
                <a:path w="5994400" h="4064000">
                  <a:moveTo>
                    <a:pt x="3156623" y="4064000"/>
                  </a:moveTo>
                  <a:lnTo>
                    <a:pt x="3105607" y="4064000"/>
                  </a:lnTo>
                  <a:lnTo>
                    <a:pt x="3105607" y="4051300"/>
                  </a:lnTo>
                  <a:lnTo>
                    <a:pt x="3156623" y="4051300"/>
                  </a:lnTo>
                  <a:lnTo>
                    <a:pt x="3156623" y="4064000"/>
                  </a:lnTo>
                  <a:close/>
                </a:path>
                <a:path w="5994400" h="4064000">
                  <a:moveTo>
                    <a:pt x="3067342" y="4064000"/>
                  </a:moveTo>
                  <a:lnTo>
                    <a:pt x="3016326" y="4064000"/>
                  </a:lnTo>
                  <a:lnTo>
                    <a:pt x="3016326" y="4051300"/>
                  </a:lnTo>
                  <a:lnTo>
                    <a:pt x="3067342" y="4051300"/>
                  </a:lnTo>
                  <a:lnTo>
                    <a:pt x="3067342" y="4064000"/>
                  </a:lnTo>
                  <a:close/>
                </a:path>
                <a:path w="5994400" h="4064000">
                  <a:moveTo>
                    <a:pt x="2978073" y="4064000"/>
                  </a:moveTo>
                  <a:lnTo>
                    <a:pt x="2927057" y="4064000"/>
                  </a:lnTo>
                  <a:lnTo>
                    <a:pt x="2927057" y="4051300"/>
                  </a:lnTo>
                  <a:lnTo>
                    <a:pt x="2978073" y="4051300"/>
                  </a:lnTo>
                  <a:lnTo>
                    <a:pt x="2978073" y="4064000"/>
                  </a:lnTo>
                  <a:close/>
                </a:path>
                <a:path w="5994400" h="4064000">
                  <a:moveTo>
                    <a:pt x="2888792" y="4064000"/>
                  </a:moveTo>
                  <a:lnTo>
                    <a:pt x="2837776" y="4064000"/>
                  </a:lnTo>
                  <a:lnTo>
                    <a:pt x="2837776" y="4051300"/>
                  </a:lnTo>
                  <a:lnTo>
                    <a:pt x="2888792" y="4051300"/>
                  </a:lnTo>
                  <a:lnTo>
                    <a:pt x="2888792" y="4064000"/>
                  </a:lnTo>
                  <a:close/>
                </a:path>
                <a:path w="5994400" h="4064000">
                  <a:moveTo>
                    <a:pt x="2799511" y="4064000"/>
                  </a:moveTo>
                  <a:lnTo>
                    <a:pt x="2748495" y="4064000"/>
                  </a:lnTo>
                  <a:lnTo>
                    <a:pt x="2748495" y="4051300"/>
                  </a:lnTo>
                  <a:lnTo>
                    <a:pt x="2799511" y="4051300"/>
                  </a:lnTo>
                  <a:lnTo>
                    <a:pt x="2799511" y="4064000"/>
                  </a:lnTo>
                  <a:close/>
                </a:path>
                <a:path w="5994400" h="4064000">
                  <a:moveTo>
                    <a:pt x="2710230" y="4064000"/>
                  </a:moveTo>
                  <a:lnTo>
                    <a:pt x="2659214" y="4064000"/>
                  </a:lnTo>
                  <a:lnTo>
                    <a:pt x="2659214" y="4051300"/>
                  </a:lnTo>
                  <a:lnTo>
                    <a:pt x="2710230" y="4051300"/>
                  </a:lnTo>
                  <a:lnTo>
                    <a:pt x="2710230" y="4064000"/>
                  </a:lnTo>
                  <a:close/>
                </a:path>
                <a:path w="5994400" h="4064000">
                  <a:moveTo>
                    <a:pt x="2620949" y="4064000"/>
                  </a:moveTo>
                  <a:lnTo>
                    <a:pt x="2569933" y="4064000"/>
                  </a:lnTo>
                  <a:lnTo>
                    <a:pt x="2569933" y="4051300"/>
                  </a:lnTo>
                  <a:lnTo>
                    <a:pt x="2620949" y="4051300"/>
                  </a:lnTo>
                  <a:lnTo>
                    <a:pt x="2620949" y="4064000"/>
                  </a:lnTo>
                  <a:close/>
                </a:path>
                <a:path w="5994400" h="4064000">
                  <a:moveTo>
                    <a:pt x="2531668" y="4064000"/>
                  </a:moveTo>
                  <a:lnTo>
                    <a:pt x="2480652" y="4064000"/>
                  </a:lnTo>
                  <a:lnTo>
                    <a:pt x="2480652" y="4051300"/>
                  </a:lnTo>
                  <a:lnTo>
                    <a:pt x="2531668" y="4051300"/>
                  </a:lnTo>
                  <a:lnTo>
                    <a:pt x="2531668" y="4064000"/>
                  </a:lnTo>
                  <a:close/>
                </a:path>
                <a:path w="5994400" h="4064000">
                  <a:moveTo>
                    <a:pt x="2442400" y="4064000"/>
                  </a:moveTo>
                  <a:lnTo>
                    <a:pt x="2391384" y="4064000"/>
                  </a:lnTo>
                  <a:lnTo>
                    <a:pt x="2391384" y="4051300"/>
                  </a:lnTo>
                  <a:lnTo>
                    <a:pt x="2442400" y="4051300"/>
                  </a:lnTo>
                  <a:lnTo>
                    <a:pt x="2442400" y="4064000"/>
                  </a:lnTo>
                  <a:close/>
                </a:path>
                <a:path w="5994400" h="4064000">
                  <a:moveTo>
                    <a:pt x="2353119" y="4064000"/>
                  </a:moveTo>
                  <a:lnTo>
                    <a:pt x="2302103" y="4064000"/>
                  </a:lnTo>
                  <a:lnTo>
                    <a:pt x="2302103" y="4051300"/>
                  </a:lnTo>
                  <a:lnTo>
                    <a:pt x="2353119" y="4051300"/>
                  </a:lnTo>
                  <a:lnTo>
                    <a:pt x="2353119" y="4064000"/>
                  </a:lnTo>
                  <a:close/>
                </a:path>
                <a:path w="5994400" h="4064000">
                  <a:moveTo>
                    <a:pt x="2263838" y="4064000"/>
                  </a:moveTo>
                  <a:lnTo>
                    <a:pt x="2212822" y="4064000"/>
                  </a:lnTo>
                  <a:lnTo>
                    <a:pt x="2212822" y="4051300"/>
                  </a:lnTo>
                  <a:lnTo>
                    <a:pt x="2263838" y="4051300"/>
                  </a:lnTo>
                  <a:lnTo>
                    <a:pt x="2263838" y="4064000"/>
                  </a:lnTo>
                  <a:close/>
                </a:path>
                <a:path w="5994400" h="4064000">
                  <a:moveTo>
                    <a:pt x="2174557" y="4064000"/>
                  </a:moveTo>
                  <a:lnTo>
                    <a:pt x="2123541" y="4064000"/>
                  </a:lnTo>
                  <a:lnTo>
                    <a:pt x="2123541" y="4051300"/>
                  </a:lnTo>
                  <a:lnTo>
                    <a:pt x="2174557" y="4051300"/>
                  </a:lnTo>
                  <a:lnTo>
                    <a:pt x="2174557" y="4064000"/>
                  </a:lnTo>
                  <a:close/>
                </a:path>
                <a:path w="5994400" h="4064000">
                  <a:moveTo>
                    <a:pt x="2085276" y="4064000"/>
                  </a:moveTo>
                  <a:lnTo>
                    <a:pt x="2034260" y="4064000"/>
                  </a:lnTo>
                  <a:lnTo>
                    <a:pt x="2034260" y="4051300"/>
                  </a:lnTo>
                  <a:lnTo>
                    <a:pt x="2085276" y="4051300"/>
                  </a:lnTo>
                  <a:lnTo>
                    <a:pt x="2085276" y="4064000"/>
                  </a:lnTo>
                  <a:close/>
                </a:path>
                <a:path w="5994400" h="4064000">
                  <a:moveTo>
                    <a:pt x="1995995" y="4064000"/>
                  </a:moveTo>
                  <a:lnTo>
                    <a:pt x="1944979" y="4064000"/>
                  </a:lnTo>
                  <a:lnTo>
                    <a:pt x="1944979" y="4051300"/>
                  </a:lnTo>
                  <a:lnTo>
                    <a:pt x="1995995" y="4051300"/>
                  </a:lnTo>
                  <a:lnTo>
                    <a:pt x="1995995" y="4064000"/>
                  </a:lnTo>
                  <a:close/>
                </a:path>
                <a:path w="5994400" h="4064000">
                  <a:moveTo>
                    <a:pt x="1906714" y="4064000"/>
                  </a:moveTo>
                  <a:lnTo>
                    <a:pt x="1855698" y="4064000"/>
                  </a:lnTo>
                  <a:lnTo>
                    <a:pt x="1855698" y="4051300"/>
                  </a:lnTo>
                  <a:lnTo>
                    <a:pt x="1906714" y="4051300"/>
                  </a:lnTo>
                  <a:lnTo>
                    <a:pt x="1906714" y="4064000"/>
                  </a:lnTo>
                  <a:close/>
                </a:path>
                <a:path w="5994400" h="4064000">
                  <a:moveTo>
                    <a:pt x="1817446" y="4064000"/>
                  </a:moveTo>
                  <a:lnTo>
                    <a:pt x="1766430" y="4064000"/>
                  </a:lnTo>
                  <a:lnTo>
                    <a:pt x="1766430" y="4051300"/>
                  </a:lnTo>
                  <a:lnTo>
                    <a:pt x="1817446" y="4051300"/>
                  </a:lnTo>
                  <a:lnTo>
                    <a:pt x="1817446" y="4064000"/>
                  </a:lnTo>
                  <a:close/>
                </a:path>
                <a:path w="5994400" h="4064000">
                  <a:moveTo>
                    <a:pt x="1728165" y="4064000"/>
                  </a:moveTo>
                  <a:lnTo>
                    <a:pt x="1677149" y="4064000"/>
                  </a:lnTo>
                  <a:lnTo>
                    <a:pt x="1677149" y="4051300"/>
                  </a:lnTo>
                  <a:lnTo>
                    <a:pt x="1728165" y="4051300"/>
                  </a:lnTo>
                  <a:lnTo>
                    <a:pt x="1728165" y="4064000"/>
                  </a:lnTo>
                  <a:close/>
                </a:path>
                <a:path w="5994400" h="4064000">
                  <a:moveTo>
                    <a:pt x="1638884" y="4064000"/>
                  </a:moveTo>
                  <a:lnTo>
                    <a:pt x="1587868" y="4064000"/>
                  </a:lnTo>
                  <a:lnTo>
                    <a:pt x="1587868" y="4051300"/>
                  </a:lnTo>
                  <a:lnTo>
                    <a:pt x="1638884" y="4051300"/>
                  </a:lnTo>
                  <a:lnTo>
                    <a:pt x="1638884" y="4064000"/>
                  </a:lnTo>
                  <a:close/>
                </a:path>
                <a:path w="5994400" h="4064000">
                  <a:moveTo>
                    <a:pt x="1549603" y="4064000"/>
                  </a:moveTo>
                  <a:lnTo>
                    <a:pt x="1498587" y="4064000"/>
                  </a:lnTo>
                  <a:lnTo>
                    <a:pt x="1498587" y="4051300"/>
                  </a:lnTo>
                  <a:lnTo>
                    <a:pt x="1549603" y="4051300"/>
                  </a:lnTo>
                  <a:lnTo>
                    <a:pt x="1549603" y="4064000"/>
                  </a:lnTo>
                  <a:close/>
                </a:path>
                <a:path w="5994400" h="4064000">
                  <a:moveTo>
                    <a:pt x="1460322" y="4064000"/>
                  </a:moveTo>
                  <a:lnTo>
                    <a:pt x="1409306" y="4064000"/>
                  </a:lnTo>
                  <a:lnTo>
                    <a:pt x="1409306" y="4051300"/>
                  </a:lnTo>
                  <a:lnTo>
                    <a:pt x="1460322" y="4051300"/>
                  </a:lnTo>
                  <a:lnTo>
                    <a:pt x="1460322" y="4064000"/>
                  </a:lnTo>
                  <a:close/>
                </a:path>
                <a:path w="5994400" h="4064000">
                  <a:moveTo>
                    <a:pt x="1371041" y="4064000"/>
                  </a:moveTo>
                  <a:lnTo>
                    <a:pt x="1320025" y="4064000"/>
                  </a:lnTo>
                  <a:lnTo>
                    <a:pt x="1320025" y="4051300"/>
                  </a:lnTo>
                  <a:lnTo>
                    <a:pt x="1371041" y="4051300"/>
                  </a:lnTo>
                  <a:lnTo>
                    <a:pt x="1371041" y="4064000"/>
                  </a:lnTo>
                  <a:close/>
                </a:path>
                <a:path w="5994400" h="4064000">
                  <a:moveTo>
                    <a:pt x="1281772" y="4064000"/>
                  </a:moveTo>
                  <a:lnTo>
                    <a:pt x="1230744" y="4064000"/>
                  </a:lnTo>
                  <a:lnTo>
                    <a:pt x="1230744" y="4051300"/>
                  </a:lnTo>
                  <a:lnTo>
                    <a:pt x="1281772" y="4051300"/>
                  </a:lnTo>
                  <a:lnTo>
                    <a:pt x="1281772" y="4064000"/>
                  </a:lnTo>
                  <a:close/>
                </a:path>
                <a:path w="5994400" h="4064000">
                  <a:moveTo>
                    <a:pt x="1192491" y="4064000"/>
                  </a:moveTo>
                  <a:lnTo>
                    <a:pt x="1141476" y="4064000"/>
                  </a:lnTo>
                  <a:lnTo>
                    <a:pt x="1141476" y="4051300"/>
                  </a:lnTo>
                  <a:lnTo>
                    <a:pt x="1192491" y="4051300"/>
                  </a:lnTo>
                  <a:lnTo>
                    <a:pt x="1192491" y="4064000"/>
                  </a:lnTo>
                  <a:close/>
                </a:path>
                <a:path w="5994400" h="4064000">
                  <a:moveTo>
                    <a:pt x="1103210" y="4064000"/>
                  </a:moveTo>
                  <a:lnTo>
                    <a:pt x="1052195" y="4064000"/>
                  </a:lnTo>
                  <a:lnTo>
                    <a:pt x="1052195" y="4051300"/>
                  </a:lnTo>
                  <a:lnTo>
                    <a:pt x="1103210" y="4051300"/>
                  </a:lnTo>
                  <a:lnTo>
                    <a:pt x="1103210" y="4064000"/>
                  </a:lnTo>
                  <a:close/>
                </a:path>
                <a:path w="5994400" h="4064000">
                  <a:moveTo>
                    <a:pt x="1013929" y="4064000"/>
                  </a:moveTo>
                  <a:lnTo>
                    <a:pt x="962913" y="4064000"/>
                  </a:lnTo>
                  <a:lnTo>
                    <a:pt x="962913" y="4051300"/>
                  </a:lnTo>
                  <a:lnTo>
                    <a:pt x="1013929" y="4051300"/>
                  </a:lnTo>
                  <a:lnTo>
                    <a:pt x="1013929" y="4064000"/>
                  </a:lnTo>
                  <a:close/>
                </a:path>
                <a:path w="5994400" h="4064000">
                  <a:moveTo>
                    <a:pt x="924648" y="4064000"/>
                  </a:moveTo>
                  <a:lnTo>
                    <a:pt x="873633" y="4064000"/>
                  </a:lnTo>
                  <a:lnTo>
                    <a:pt x="873633" y="4051300"/>
                  </a:lnTo>
                  <a:lnTo>
                    <a:pt x="924648" y="4051300"/>
                  </a:lnTo>
                  <a:lnTo>
                    <a:pt x="924648" y="4064000"/>
                  </a:lnTo>
                  <a:close/>
                </a:path>
                <a:path w="5994400" h="4064000">
                  <a:moveTo>
                    <a:pt x="835367" y="4064000"/>
                  </a:moveTo>
                  <a:lnTo>
                    <a:pt x="784352" y="4064000"/>
                  </a:lnTo>
                  <a:lnTo>
                    <a:pt x="784352" y="4051300"/>
                  </a:lnTo>
                  <a:lnTo>
                    <a:pt x="835367" y="4051300"/>
                  </a:lnTo>
                  <a:lnTo>
                    <a:pt x="835367" y="4064000"/>
                  </a:lnTo>
                  <a:close/>
                </a:path>
                <a:path w="5994400" h="4064000">
                  <a:moveTo>
                    <a:pt x="746086" y="4064000"/>
                  </a:moveTo>
                  <a:lnTo>
                    <a:pt x="695071" y="4064000"/>
                  </a:lnTo>
                  <a:lnTo>
                    <a:pt x="695071" y="4051300"/>
                  </a:lnTo>
                  <a:lnTo>
                    <a:pt x="746086" y="4051300"/>
                  </a:lnTo>
                  <a:lnTo>
                    <a:pt x="746086" y="4064000"/>
                  </a:lnTo>
                  <a:close/>
                </a:path>
                <a:path w="5994400" h="4064000">
                  <a:moveTo>
                    <a:pt x="656818" y="4064000"/>
                  </a:moveTo>
                  <a:lnTo>
                    <a:pt x="605802" y="4064000"/>
                  </a:lnTo>
                  <a:lnTo>
                    <a:pt x="605802" y="4051300"/>
                  </a:lnTo>
                  <a:lnTo>
                    <a:pt x="656818" y="4051300"/>
                  </a:lnTo>
                  <a:lnTo>
                    <a:pt x="656818" y="4064000"/>
                  </a:lnTo>
                  <a:close/>
                </a:path>
                <a:path w="5994400" h="4064000">
                  <a:moveTo>
                    <a:pt x="567537" y="4064000"/>
                  </a:moveTo>
                  <a:lnTo>
                    <a:pt x="516521" y="4064000"/>
                  </a:lnTo>
                  <a:lnTo>
                    <a:pt x="516521" y="4051300"/>
                  </a:lnTo>
                  <a:lnTo>
                    <a:pt x="567537" y="4051300"/>
                  </a:lnTo>
                  <a:lnTo>
                    <a:pt x="567537" y="4064000"/>
                  </a:lnTo>
                  <a:close/>
                </a:path>
                <a:path w="5994400" h="4064000">
                  <a:moveTo>
                    <a:pt x="478256" y="4064000"/>
                  </a:moveTo>
                  <a:lnTo>
                    <a:pt x="427240" y="4064000"/>
                  </a:lnTo>
                  <a:lnTo>
                    <a:pt x="427240" y="4051300"/>
                  </a:lnTo>
                  <a:lnTo>
                    <a:pt x="478256" y="4051300"/>
                  </a:lnTo>
                  <a:lnTo>
                    <a:pt x="478256" y="4064000"/>
                  </a:lnTo>
                  <a:close/>
                </a:path>
                <a:path w="5994400" h="4064000">
                  <a:moveTo>
                    <a:pt x="388975" y="4064000"/>
                  </a:moveTo>
                  <a:lnTo>
                    <a:pt x="337959" y="4064000"/>
                  </a:lnTo>
                  <a:lnTo>
                    <a:pt x="337959" y="4051300"/>
                  </a:lnTo>
                  <a:lnTo>
                    <a:pt x="388975" y="4051300"/>
                  </a:lnTo>
                  <a:lnTo>
                    <a:pt x="388975" y="4064000"/>
                  </a:lnTo>
                  <a:close/>
                </a:path>
                <a:path w="5994400" h="4064000">
                  <a:moveTo>
                    <a:pt x="299694" y="4064000"/>
                  </a:moveTo>
                  <a:lnTo>
                    <a:pt x="248678" y="4064000"/>
                  </a:lnTo>
                  <a:lnTo>
                    <a:pt x="248678" y="4051300"/>
                  </a:lnTo>
                  <a:lnTo>
                    <a:pt x="299694" y="4051300"/>
                  </a:lnTo>
                  <a:lnTo>
                    <a:pt x="299694" y="4064000"/>
                  </a:lnTo>
                  <a:close/>
                </a:path>
                <a:path w="5994400" h="4064000">
                  <a:moveTo>
                    <a:pt x="210413" y="4064000"/>
                  </a:moveTo>
                  <a:lnTo>
                    <a:pt x="159397" y="4064000"/>
                  </a:lnTo>
                  <a:lnTo>
                    <a:pt x="159397" y="4051300"/>
                  </a:lnTo>
                  <a:lnTo>
                    <a:pt x="210413" y="4051300"/>
                  </a:lnTo>
                  <a:lnTo>
                    <a:pt x="210413" y="4064000"/>
                  </a:lnTo>
                  <a:close/>
                </a:path>
                <a:path w="5994400" h="4064000">
                  <a:moveTo>
                    <a:pt x="121145" y="4064000"/>
                  </a:moveTo>
                  <a:lnTo>
                    <a:pt x="70116" y="4064000"/>
                  </a:lnTo>
                  <a:lnTo>
                    <a:pt x="70116" y="4051300"/>
                  </a:lnTo>
                  <a:lnTo>
                    <a:pt x="121145" y="4051300"/>
                  </a:lnTo>
                  <a:lnTo>
                    <a:pt x="121145" y="4064000"/>
                  </a:lnTo>
                  <a:close/>
                </a:path>
              </a:pathLst>
            </a:custGeom>
            <a:solidFill>
              <a:srgbClr val="0424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8900" y="3879850"/>
              <a:ext cx="6007100" cy="3441700"/>
            </a:xfrm>
            <a:custGeom>
              <a:avLst/>
              <a:gdLst/>
              <a:ahLst/>
              <a:cxnLst/>
              <a:rect l="l" t="t" r="r" b="b"/>
              <a:pathLst>
                <a:path w="6007100" h="3441700">
                  <a:moveTo>
                    <a:pt x="50800" y="0"/>
                  </a:moveTo>
                  <a:lnTo>
                    <a:pt x="6007100" y="0"/>
                  </a:lnTo>
                </a:path>
                <a:path w="6007100" h="3441700">
                  <a:moveTo>
                    <a:pt x="50800" y="279400"/>
                  </a:moveTo>
                  <a:lnTo>
                    <a:pt x="6007100" y="279400"/>
                  </a:lnTo>
                </a:path>
                <a:path w="6007100" h="3441700">
                  <a:moveTo>
                    <a:pt x="50800" y="558800"/>
                  </a:moveTo>
                  <a:lnTo>
                    <a:pt x="6007100" y="558800"/>
                  </a:lnTo>
                </a:path>
                <a:path w="6007100" h="3441700">
                  <a:moveTo>
                    <a:pt x="25400" y="838200"/>
                  </a:moveTo>
                  <a:lnTo>
                    <a:pt x="5981700" y="838200"/>
                  </a:lnTo>
                </a:path>
                <a:path w="6007100" h="3441700">
                  <a:moveTo>
                    <a:pt x="50800" y="1117600"/>
                  </a:moveTo>
                  <a:lnTo>
                    <a:pt x="6007100" y="1117600"/>
                  </a:lnTo>
                </a:path>
                <a:path w="6007100" h="3441700">
                  <a:moveTo>
                    <a:pt x="0" y="1409700"/>
                  </a:moveTo>
                  <a:lnTo>
                    <a:pt x="5956300" y="1409700"/>
                  </a:lnTo>
                </a:path>
                <a:path w="6007100" h="3441700">
                  <a:moveTo>
                    <a:pt x="0" y="2578100"/>
                  </a:moveTo>
                  <a:lnTo>
                    <a:pt x="5956300" y="2578100"/>
                  </a:lnTo>
                </a:path>
                <a:path w="6007100" h="3441700">
                  <a:moveTo>
                    <a:pt x="0" y="2870200"/>
                  </a:moveTo>
                  <a:lnTo>
                    <a:pt x="5956300" y="2870200"/>
                  </a:lnTo>
                </a:path>
                <a:path w="6007100" h="3441700">
                  <a:moveTo>
                    <a:pt x="0" y="3441700"/>
                  </a:moveTo>
                  <a:lnTo>
                    <a:pt x="5956300" y="3441700"/>
                  </a:lnTo>
                </a:path>
                <a:path w="6007100" h="3441700">
                  <a:moveTo>
                    <a:pt x="0" y="3162300"/>
                  </a:moveTo>
                  <a:lnTo>
                    <a:pt x="5956300" y="3162300"/>
                  </a:lnTo>
                </a:path>
                <a:path w="6007100" h="3441700">
                  <a:moveTo>
                    <a:pt x="0" y="2286000"/>
                  </a:moveTo>
                  <a:lnTo>
                    <a:pt x="5956300" y="2286000"/>
                  </a:lnTo>
                </a:path>
                <a:path w="6007100" h="3441700">
                  <a:moveTo>
                    <a:pt x="0" y="1993900"/>
                  </a:moveTo>
                  <a:lnTo>
                    <a:pt x="5956300" y="1993900"/>
                  </a:lnTo>
                </a:path>
                <a:path w="6007100" h="3441700">
                  <a:moveTo>
                    <a:pt x="0" y="1701800"/>
                  </a:moveTo>
                  <a:lnTo>
                    <a:pt x="5956300" y="1701800"/>
                  </a:lnTo>
                </a:path>
              </a:pathLst>
            </a:custGeom>
            <a:ln w="127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1600" y="3289300"/>
              <a:ext cx="5981700" cy="317500"/>
            </a:xfrm>
            <a:custGeom>
              <a:avLst/>
              <a:gdLst/>
              <a:ahLst/>
              <a:cxnLst/>
              <a:rect l="l" t="t" r="r" b="b"/>
              <a:pathLst>
                <a:path w="5981700" h="317500">
                  <a:moveTo>
                    <a:pt x="0" y="317500"/>
                  </a:moveTo>
                  <a:lnTo>
                    <a:pt x="0" y="0"/>
                  </a:lnTo>
                  <a:lnTo>
                    <a:pt x="5981700" y="0"/>
                  </a:lnTo>
                  <a:lnTo>
                    <a:pt x="59817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C492BA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7035800" y="558800"/>
            <a:ext cx="2590800" cy="241300"/>
          </a:xfrm>
          <a:custGeom>
            <a:avLst/>
            <a:gdLst/>
            <a:ahLst/>
            <a:cxnLst/>
            <a:rect l="l" t="t" r="r" b="b"/>
            <a:pathLst>
              <a:path w="2590800" h="241300">
                <a:moveTo>
                  <a:pt x="0" y="177800"/>
                </a:moveTo>
                <a:lnTo>
                  <a:pt x="0" y="63500"/>
                </a:lnTo>
                <a:lnTo>
                  <a:pt x="4990" y="38785"/>
                </a:lnTo>
                <a:lnTo>
                  <a:pt x="18600" y="18600"/>
                </a:lnTo>
                <a:lnTo>
                  <a:pt x="38785" y="4990"/>
                </a:lnTo>
                <a:lnTo>
                  <a:pt x="63500" y="0"/>
                </a:lnTo>
                <a:lnTo>
                  <a:pt x="2527300" y="0"/>
                </a:lnTo>
                <a:lnTo>
                  <a:pt x="2552014" y="4990"/>
                </a:lnTo>
                <a:lnTo>
                  <a:pt x="2572199" y="18600"/>
                </a:lnTo>
                <a:lnTo>
                  <a:pt x="2585809" y="38785"/>
                </a:lnTo>
                <a:lnTo>
                  <a:pt x="2590800" y="63500"/>
                </a:lnTo>
                <a:lnTo>
                  <a:pt x="2590800" y="177800"/>
                </a:lnTo>
                <a:lnTo>
                  <a:pt x="2585809" y="202514"/>
                </a:lnTo>
                <a:lnTo>
                  <a:pt x="2572199" y="222699"/>
                </a:lnTo>
                <a:lnTo>
                  <a:pt x="2552014" y="236309"/>
                </a:lnTo>
                <a:lnTo>
                  <a:pt x="2527300" y="241300"/>
                </a:lnTo>
                <a:lnTo>
                  <a:pt x="63500" y="241300"/>
                </a:lnTo>
                <a:lnTo>
                  <a:pt x="38785" y="236309"/>
                </a:lnTo>
                <a:lnTo>
                  <a:pt x="18600" y="222699"/>
                </a:lnTo>
                <a:lnTo>
                  <a:pt x="4990" y="202514"/>
                </a:lnTo>
                <a:lnTo>
                  <a:pt x="0" y="177800"/>
                </a:lnTo>
                <a:close/>
              </a:path>
            </a:pathLst>
          </a:custGeom>
          <a:solidFill>
            <a:srgbClr val="FBC58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101600" y="7353300"/>
            <a:ext cx="5981700" cy="381000"/>
            <a:chOff x="101600" y="7353300"/>
            <a:chExt cx="5981700" cy="381000"/>
          </a:xfrm>
        </p:grpSpPr>
        <p:sp>
          <p:nvSpPr>
            <p:cNvPr id="28" name="object 28"/>
            <p:cNvSpPr/>
            <p:nvPr/>
          </p:nvSpPr>
          <p:spPr>
            <a:xfrm>
              <a:off x="101600" y="7353300"/>
              <a:ext cx="5981700" cy="381000"/>
            </a:xfrm>
            <a:custGeom>
              <a:avLst/>
              <a:gdLst/>
              <a:ahLst/>
              <a:cxnLst/>
              <a:rect l="l" t="t" r="r" b="b"/>
              <a:pathLst>
                <a:path w="5981700" h="381000">
                  <a:moveTo>
                    <a:pt x="0" y="381000"/>
                  </a:moveTo>
                  <a:lnTo>
                    <a:pt x="0" y="0"/>
                  </a:lnTo>
                  <a:lnTo>
                    <a:pt x="5981700" y="0"/>
                  </a:lnTo>
                  <a:lnTo>
                    <a:pt x="598170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C492BA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0134" y="7459522"/>
              <a:ext cx="5838863" cy="170726"/>
            </a:xfrm>
            <a:prstGeom prst="rect">
              <a:avLst/>
            </a:prstGeom>
          </p:spPr>
        </p:pic>
      </p:grpSp>
      <p:pic>
        <p:nvPicPr>
          <p:cNvPr id="30" name="object 3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7073" y="3372663"/>
            <a:ext cx="1242110" cy="184200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8523" y="3681272"/>
            <a:ext cx="2580055" cy="147205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6893" y="4256810"/>
            <a:ext cx="1645920" cy="138544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16623" y="4544872"/>
            <a:ext cx="2460688" cy="147205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03923" y="4798872"/>
            <a:ext cx="2218715" cy="147205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94398" y="6263411"/>
            <a:ext cx="1822869" cy="155867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68668" y="6550025"/>
            <a:ext cx="2560015" cy="134937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301553" y="3643744"/>
            <a:ext cx="1632991" cy="219367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324210" y="6800278"/>
            <a:ext cx="1478445" cy="219354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314253" y="6567195"/>
            <a:ext cx="1422095" cy="92938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298657" y="6249695"/>
            <a:ext cx="754697" cy="76200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303420" y="5974777"/>
            <a:ext cx="783869" cy="94233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298657" y="4751095"/>
            <a:ext cx="1683740" cy="209842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311357" y="5360695"/>
            <a:ext cx="1037729" cy="82842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298657" y="5106695"/>
            <a:ext cx="1023442" cy="82842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325645" y="4476178"/>
            <a:ext cx="1511223" cy="211137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311357" y="4268494"/>
            <a:ext cx="712317" cy="95681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4300105" y="3930078"/>
            <a:ext cx="1651380" cy="211175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24993" y="5992673"/>
            <a:ext cx="1252131" cy="117970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68998" y="5094643"/>
            <a:ext cx="1395399" cy="143535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915069" y="3314577"/>
            <a:ext cx="3028835" cy="4000612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11861" y="5700572"/>
            <a:ext cx="2165197" cy="147205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94398" y="5412143"/>
            <a:ext cx="1608061" cy="114300"/>
          </a:xfrm>
          <a:prstGeom prst="rect">
            <a:avLst/>
          </a:prstGeom>
        </p:spPr>
      </p:pic>
      <p:sp>
        <p:nvSpPr>
          <p:cNvPr id="53" name="object 53"/>
          <p:cNvSpPr/>
          <p:nvPr/>
        </p:nvSpPr>
        <p:spPr>
          <a:xfrm>
            <a:off x="3105361" y="3684943"/>
            <a:ext cx="702310" cy="114300"/>
          </a:xfrm>
          <a:custGeom>
            <a:avLst/>
            <a:gdLst/>
            <a:ahLst/>
            <a:cxnLst/>
            <a:rect l="l" t="t" r="r" b="b"/>
            <a:pathLst>
              <a:path w="702310" h="114300">
                <a:moveTo>
                  <a:pt x="54334" y="0"/>
                </a:moveTo>
                <a:lnTo>
                  <a:pt x="39513" y="0"/>
                </a:lnTo>
                <a:lnTo>
                  <a:pt x="33112" y="1358"/>
                </a:lnTo>
                <a:lnTo>
                  <a:pt x="1113" y="41249"/>
                </a:lnTo>
                <a:lnTo>
                  <a:pt x="1032" y="41516"/>
                </a:lnTo>
                <a:lnTo>
                  <a:pt x="0" y="49085"/>
                </a:lnTo>
                <a:lnTo>
                  <a:pt x="23" y="63931"/>
                </a:lnTo>
                <a:lnTo>
                  <a:pt x="132" y="66573"/>
                </a:lnTo>
                <a:lnTo>
                  <a:pt x="18114" y="105829"/>
                </a:lnTo>
                <a:lnTo>
                  <a:pt x="39983" y="113868"/>
                </a:lnTo>
                <a:lnTo>
                  <a:pt x="54525" y="113868"/>
                </a:lnTo>
                <a:lnTo>
                  <a:pt x="61967" y="112229"/>
                </a:lnTo>
                <a:lnTo>
                  <a:pt x="74857" y="105663"/>
                </a:lnTo>
                <a:lnTo>
                  <a:pt x="79899" y="101079"/>
                </a:lnTo>
                <a:lnTo>
                  <a:pt x="84702" y="93306"/>
                </a:lnTo>
                <a:lnTo>
                  <a:pt x="42599" y="93306"/>
                </a:lnTo>
                <a:lnTo>
                  <a:pt x="39678" y="92532"/>
                </a:lnTo>
                <a:lnTo>
                  <a:pt x="28829" y="78979"/>
                </a:lnTo>
                <a:lnTo>
                  <a:pt x="28885" y="72839"/>
                </a:lnTo>
                <a:lnTo>
                  <a:pt x="43514" y="57962"/>
                </a:lnTo>
                <a:lnTo>
                  <a:pt x="85481" y="57962"/>
                </a:lnTo>
                <a:lnTo>
                  <a:pt x="84012" y="55257"/>
                </a:lnTo>
                <a:lnTo>
                  <a:pt x="26292" y="55257"/>
                </a:lnTo>
                <a:lnTo>
                  <a:pt x="26356" y="45415"/>
                </a:lnTo>
                <a:lnTo>
                  <a:pt x="28058" y="37541"/>
                </a:lnTo>
                <a:lnTo>
                  <a:pt x="31372" y="31661"/>
                </a:lnTo>
                <a:lnTo>
                  <a:pt x="34725" y="25780"/>
                </a:lnTo>
                <a:lnTo>
                  <a:pt x="39805" y="22847"/>
                </a:lnTo>
                <a:lnTo>
                  <a:pt x="85373" y="22847"/>
                </a:lnTo>
                <a:lnTo>
                  <a:pt x="84954" y="21729"/>
                </a:lnTo>
                <a:lnTo>
                  <a:pt x="77804" y="11582"/>
                </a:lnTo>
                <a:lnTo>
                  <a:pt x="73041" y="7543"/>
                </a:lnTo>
                <a:lnTo>
                  <a:pt x="61179" y="1523"/>
                </a:lnTo>
                <a:lnTo>
                  <a:pt x="54334" y="0"/>
                </a:lnTo>
                <a:close/>
              </a:path>
              <a:path w="702310" h="114300">
                <a:moveTo>
                  <a:pt x="85481" y="57962"/>
                </a:moveTo>
                <a:lnTo>
                  <a:pt x="49254" y="57962"/>
                </a:lnTo>
                <a:lnTo>
                  <a:pt x="52573" y="58839"/>
                </a:lnTo>
                <a:lnTo>
                  <a:pt x="52355" y="58839"/>
                </a:lnTo>
                <a:lnTo>
                  <a:pt x="54753" y="60299"/>
                </a:lnTo>
                <a:lnTo>
                  <a:pt x="57357" y="61848"/>
                </a:lnTo>
                <a:lnTo>
                  <a:pt x="59376" y="63931"/>
                </a:lnTo>
                <a:lnTo>
                  <a:pt x="60811" y="66573"/>
                </a:lnTo>
                <a:lnTo>
                  <a:pt x="62297" y="69202"/>
                </a:lnTo>
                <a:lnTo>
                  <a:pt x="63021" y="72212"/>
                </a:lnTo>
                <a:lnTo>
                  <a:pt x="49165" y="93306"/>
                </a:lnTo>
                <a:lnTo>
                  <a:pt x="84702" y="93306"/>
                </a:lnTo>
                <a:lnTo>
                  <a:pt x="87095" y="89433"/>
                </a:lnTo>
                <a:lnTo>
                  <a:pt x="87710" y="87312"/>
                </a:lnTo>
                <a:lnTo>
                  <a:pt x="88992" y="82461"/>
                </a:lnTo>
                <a:lnTo>
                  <a:pt x="88992" y="67894"/>
                </a:lnTo>
                <a:lnTo>
                  <a:pt x="87579" y="61848"/>
                </a:lnTo>
                <a:lnTo>
                  <a:pt x="85481" y="57962"/>
                </a:lnTo>
                <a:close/>
              </a:path>
              <a:path w="702310" h="114300">
                <a:moveTo>
                  <a:pt x="61776" y="39293"/>
                </a:moveTo>
                <a:lnTo>
                  <a:pt x="50981" y="39293"/>
                </a:lnTo>
                <a:lnTo>
                  <a:pt x="47057" y="39941"/>
                </a:lnTo>
                <a:lnTo>
                  <a:pt x="43336" y="41249"/>
                </a:lnTo>
                <a:lnTo>
                  <a:pt x="39653" y="42506"/>
                </a:lnTo>
                <a:lnTo>
                  <a:pt x="36389" y="44322"/>
                </a:lnTo>
                <a:lnTo>
                  <a:pt x="30687" y="49085"/>
                </a:lnTo>
                <a:lnTo>
                  <a:pt x="28502" y="51942"/>
                </a:lnTo>
                <a:lnTo>
                  <a:pt x="26991" y="55257"/>
                </a:lnTo>
                <a:lnTo>
                  <a:pt x="84012" y="55257"/>
                </a:lnTo>
                <a:lnTo>
                  <a:pt x="81791" y="51168"/>
                </a:lnTo>
                <a:lnTo>
                  <a:pt x="77804" y="46964"/>
                </a:lnTo>
                <a:lnTo>
                  <a:pt x="67631" y="40830"/>
                </a:lnTo>
                <a:lnTo>
                  <a:pt x="61776" y="39293"/>
                </a:lnTo>
                <a:close/>
              </a:path>
              <a:path w="702310" h="114300">
                <a:moveTo>
                  <a:pt x="85373" y="22847"/>
                </a:moveTo>
                <a:lnTo>
                  <a:pt x="50257" y="22847"/>
                </a:lnTo>
                <a:lnTo>
                  <a:pt x="53432" y="23761"/>
                </a:lnTo>
                <a:lnTo>
                  <a:pt x="56112" y="25603"/>
                </a:lnTo>
                <a:lnTo>
                  <a:pt x="58817" y="27406"/>
                </a:lnTo>
                <a:lnTo>
                  <a:pt x="60570" y="30060"/>
                </a:lnTo>
                <a:lnTo>
                  <a:pt x="61357" y="33553"/>
                </a:lnTo>
                <a:lnTo>
                  <a:pt x="87710" y="33553"/>
                </a:lnTo>
                <a:lnTo>
                  <a:pt x="87067" y="27406"/>
                </a:lnTo>
                <a:lnTo>
                  <a:pt x="85373" y="22847"/>
                </a:lnTo>
                <a:close/>
              </a:path>
              <a:path w="702310" h="114300">
                <a:moveTo>
                  <a:pt x="126648" y="79781"/>
                </a:moveTo>
                <a:lnTo>
                  <a:pt x="99698" y="79781"/>
                </a:lnTo>
                <a:lnTo>
                  <a:pt x="99775" y="86448"/>
                </a:lnTo>
                <a:lnTo>
                  <a:pt x="101602" y="92113"/>
                </a:lnTo>
                <a:lnTo>
                  <a:pt x="101680" y="92354"/>
                </a:lnTo>
                <a:lnTo>
                  <a:pt x="134827" y="113868"/>
                </a:lnTo>
                <a:lnTo>
                  <a:pt x="151921" y="113868"/>
                </a:lnTo>
                <a:lnTo>
                  <a:pt x="185741" y="92976"/>
                </a:lnTo>
                <a:lnTo>
                  <a:pt x="185949" y="92354"/>
                </a:lnTo>
                <a:lnTo>
                  <a:pt x="186030" y="92113"/>
                </a:lnTo>
                <a:lnTo>
                  <a:pt x="140199" y="92113"/>
                </a:lnTo>
                <a:lnTo>
                  <a:pt x="137367" y="91592"/>
                </a:lnTo>
                <a:lnTo>
                  <a:pt x="126762" y="82194"/>
                </a:lnTo>
                <a:lnTo>
                  <a:pt x="126648" y="79781"/>
                </a:lnTo>
                <a:close/>
              </a:path>
              <a:path w="702310" h="114300">
                <a:moveTo>
                  <a:pt x="182040" y="20891"/>
                </a:moveTo>
                <a:lnTo>
                  <a:pt x="146295" y="20891"/>
                </a:lnTo>
                <a:lnTo>
                  <a:pt x="148771" y="21412"/>
                </a:lnTo>
                <a:lnTo>
                  <a:pt x="150892" y="22466"/>
                </a:lnTo>
                <a:lnTo>
                  <a:pt x="153064" y="23507"/>
                </a:lnTo>
                <a:lnTo>
                  <a:pt x="154740" y="24993"/>
                </a:lnTo>
                <a:lnTo>
                  <a:pt x="155963" y="26962"/>
                </a:lnTo>
                <a:lnTo>
                  <a:pt x="157164" y="28816"/>
                </a:lnTo>
                <a:lnTo>
                  <a:pt x="157750" y="31038"/>
                </a:lnTo>
                <a:lnTo>
                  <a:pt x="157750" y="36017"/>
                </a:lnTo>
                <a:lnTo>
                  <a:pt x="157164" y="37960"/>
                </a:lnTo>
                <a:lnTo>
                  <a:pt x="157064" y="38290"/>
                </a:lnTo>
                <a:lnTo>
                  <a:pt x="154245" y="42214"/>
                </a:lnTo>
                <a:lnTo>
                  <a:pt x="152289" y="43738"/>
                </a:lnTo>
                <a:lnTo>
                  <a:pt x="147273" y="45897"/>
                </a:lnTo>
                <a:lnTo>
                  <a:pt x="144377" y="46443"/>
                </a:lnTo>
                <a:lnTo>
                  <a:pt x="130331" y="46443"/>
                </a:lnTo>
                <a:lnTo>
                  <a:pt x="130331" y="65493"/>
                </a:lnTo>
                <a:lnTo>
                  <a:pt x="144847" y="65493"/>
                </a:lnTo>
                <a:lnTo>
                  <a:pt x="148098" y="66052"/>
                </a:lnTo>
                <a:lnTo>
                  <a:pt x="153727" y="68364"/>
                </a:lnTo>
                <a:lnTo>
                  <a:pt x="155769" y="69849"/>
                </a:lnTo>
                <a:lnTo>
                  <a:pt x="158792" y="73901"/>
                </a:lnTo>
                <a:lnTo>
                  <a:pt x="159541" y="76199"/>
                </a:lnTo>
                <a:lnTo>
                  <a:pt x="159541" y="81394"/>
                </a:lnTo>
                <a:lnTo>
                  <a:pt x="146549" y="92113"/>
                </a:lnTo>
                <a:lnTo>
                  <a:pt x="186030" y="92113"/>
                </a:lnTo>
                <a:lnTo>
                  <a:pt x="187646" y="87287"/>
                </a:lnTo>
                <a:lnTo>
                  <a:pt x="187618" y="73901"/>
                </a:lnTo>
                <a:lnTo>
                  <a:pt x="185500" y="68364"/>
                </a:lnTo>
                <a:lnTo>
                  <a:pt x="176724" y="59270"/>
                </a:lnTo>
                <a:lnTo>
                  <a:pt x="170247" y="56489"/>
                </a:lnTo>
                <a:lnTo>
                  <a:pt x="161662" y="55473"/>
                </a:lnTo>
                <a:lnTo>
                  <a:pt x="161662" y="54609"/>
                </a:lnTo>
                <a:lnTo>
                  <a:pt x="168088" y="53670"/>
                </a:lnTo>
                <a:lnTo>
                  <a:pt x="173333" y="51180"/>
                </a:lnTo>
                <a:lnTo>
                  <a:pt x="181525" y="43103"/>
                </a:lnTo>
                <a:lnTo>
                  <a:pt x="183569" y="37960"/>
                </a:lnTo>
                <a:lnTo>
                  <a:pt x="183531" y="25692"/>
                </a:lnTo>
                <a:lnTo>
                  <a:pt x="182202" y="21412"/>
                </a:lnTo>
                <a:lnTo>
                  <a:pt x="182119" y="21145"/>
                </a:lnTo>
                <a:lnTo>
                  <a:pt x="182040" y="20891"/>
                </a:lnTo>
                <a:close/>
              </a:path>
              <a:path w="702310" h="114300">
                <a:moveTo>
                  <a:pt x="151413" y="0"/>
                </a:moveTo>
                <a:lnTo>
                  <a:pt x="135500" y="0"/>
                </a:lnTo>
                <a:lnTo>
                  <a:pt x="128400" y="1435"/>
                </a:lnTo>
                <a:lnTo>
                  <a:pt x="101921" y="33553"/>
                </a:lnTo>
                <a:lnTo>
                  <a:pt x="127511" y="33553"/>
                </a:lnTo>
                <a:lnTo>
                  <a:pt x="127588" y="31038"/>
                </a:lnTo>
                <a:lnTo>
                  <a:pt x="128324" y="28816"/>
                </a:lnTo>
                <a:lnTo>
                  <a:pt x="131144" y="24993"/>
                </a:lnTo>
                <a:lnTo>
                  <a:pt x="133036" y="23507"/>
                </a:lnTo>
                <a:lnTo>
                  <a:pt x="137837" y="21412"/>
                </a:lnTo>
                <a:lnTo>
                  <a:pt x="140516" y="20891"/>
                </a:lnTo>
                <a:lnTo>
                  <a:pt x="182040" y="20891"/>
                </a:lnTo>
                <a:lnTo>
                  <a:pt x="181855" y="20294"/>
                </a:lnTo>
                <a:lnTo>
                  <a:pt x="175136" y="10744"/>
                </a:lnTo>
                <a:lnTo>
                  <a:pt x="170450" y="6946"/>
                </a:lnTo>
                <a:lnTo>
                  <a:pt x="158481" y="1435"/>
                </a:lnTo>
                <a:lnTo>
                  <a:pt x="151413" y="0"/>
                </a:lnTo>
                <a:close/>
              </a:path>
              <a:path w="702310" h="114300">
                <a:moveTo>
                  <a:pt x="215357" y="85940"/>
                </a:moveTo>
                <a:lnTo>
                  <a:pt x="207788" y="85940"/>
                </a:lnTo>
                <a:lnTo>
                  <a:pt x="204448" y="87312"/>
                </a:lnTo>
                <a:lnTo>
                  <a:pt x="198924" y="92760"/>
                </a:lnTo>
                <a:lnTo>
                  <a:pt x="197577" y="96024"/>
                </a:lnTo>
                <a:lnTo>
                  <a:pt x="197577" y="103746"/>
                </a:lnTo>
                <a:lnTo>
                  <a:pt x="207788" y="113931"/>
                </a:lnTo>
                <a:lnTo>
                  <a:pt x="214164" y="113931"/>
                </a:lnTo>
                <a:lnTo>
                  <a:pt x="216462" y="113296"/>
                </a:lnTo>
                <a:lnTo>
                  <a:pt x="220679" y="110769"/>
                </a:lnTo>
                <a:lnTo>
                  <a:pt x="222393" y="109067"/>
                </a:lnTo>
                <a:lnTo>
                  <a:pt x="223611" y="107073"/>
                </a:lnTo>
                <a:lnTo>
                  <a:pt x="225035" y="104813"/>
                </a:lnTo>
                <a:lnTo>
                  <a:pt x="225721" y="102450"/>
                </a:lnTo>
                <a:lnTo>
                  <a:pt x="225721" y="96024"/>
                </a:lnTo>
                <a:lnTo>
                  <a:pt x="224273" y="92760"/>
                </a:lnTo>
                <a:lnTo>
                  <a:pt x="221415" y="90055"/>
                </a:lnTo>
                <a:lnTo>
                  <a:pt x="218609" y="87312"/>
                </a:lnTo>
                <a:lnTo>
                  <a:pt x="215357" y="85940"/>
                </a:lnTo>
                <a:close/>
              </a:path>
              <a:path w="702310" h="114300">
                <a:moveTo>
                  <a:pt x="318835" y="20891"/>
                </a:moveTo>
                <a:lnTo>
                  <a:pt x="282121" y="20891"/>
                </a:lnTo>
                <a:lnTo>
                  <a:pt x="284888" y="21526"/>
                </a:lnTo>
                <a:lnTo>
                  <a:pt x="289500" y="23875"/>
                </a:lnTo>
                <a:lnTo>
                  <a:pt x="291341" y="25565"/>
                </a:lnTo>
                <a:lnTo>
                  <a:pt x="294008" y="29933"/>
                </a:lnTo>
                <a:lnTo>
                  <a:pt x="294682" y="32550"/>
                </a:lnTo>
                <a:lnTo>
                  <a:pt x="294682" y="38353"/>
                </a:lnTo>
                <a:lnTo>
                  <a:pt x="239970" y="93090"/>
                </a:lnTo>
                <a:lnTo>
                  <a:pt x="239970" y="112356"/>
                </a:lnTo>
                <a:lnTo>
                  <a:pt x="322012" y="112356"/>
                </a:lnTo>
                <a:lnTo>
                  <a:pt x="322012" y="90766"/>
                </a:lnTo>
                <a:lnTo>
                  <a:pt x="277092" y="90766"/>
                </a:lnTo>
                <a:lnTo>
                  <a:pt x="277092" y="90055"/>
                </a:lnTo>
                <a:lnTo>
                  <a:pt x="290351" y="77825"/>
                </a:lnTo>
                <a:lnTo>
                  <a:pt x="296042" y="72763"/>
                </a:lnTo>
                <a:lnTo>
                  <a:pt x="301041" y="68071"/>
                </a:lnTo>
                <a:lnTo>
                  <a:pt x="320653" y="26860"/>
                </a:lnTo>
                <a:lnTo>
                  <a:pt x="318939" y="21043"/>
                </a:lnTo>
                <a:lnTo>
                  <a:pt x="318835" y="20891"/>
                </a:lnTo>
                <a:close/>
              </a:path>
              <a:path w="702310" h="114300">
                <a:moveTo>
                  <a:pt x="287608" y="0"/>
                </a:moveTo>
                <a:lnTo>
                  <a:pt x="271047" y="0"/>
                </a:lnTo>
                <a:lnTo>
                  <a:pt x="263884" y="1498"/>
                </a:lnTo>
                <a:lnTo>
                  <a:pt x="251590" y="7454"/>
                </a:lnTo>
                <a:lnTo>
                  <a:pt x="246828" y="11671"/>
                </a:lnTo>
                <a:lnTo>
                  <a:pt x="240033" y="22644"/>
                </a:lnTo>
                <a:lnTo>
                  <a:pt x="238344" y="29159"/>
                </a:lnTo>
                <a:lnTo>
                  <a:pt x="238344" y="36702"/>
                </a:lnTo>
                <a:lnTo>
                  <a:pt x="263719" y="36702"/>
                </a:lnTo>
                <a:lnTo>
                  <a:pt x="263719" y="33337"/>
                </a:lnTo>
                <a:lnTo>
                  <a:pt x="264354" y="30492"/>
                </a:lnTo>
                <a:lnTo>
                  <a:pt x="276025" y="20891"/>
                </a:lnTo>
                <a:lnTo>
                  <a:pt x="318835" y="20891"/>
                </a:lnTo>
                <a:lnTo>
                  <a:pt x="315522" y="16027"/>
                </a:lnTo>
                <a:lnTo>
                  <a:pt x="312131" y="10972"/>
                </a:lnTo>
                <a:lnTo>
                  <a:pt x="307331" y="7035"/>
                </a:lnTo>
                <a:lnTo>
                  <a:pt x="295106" y="1498"/>
                </a:lnTo>
                <a:lnTo>
                  <a:pt x="295371" y="1498"/>
                </a:lnTo>
                <a:lnTo>
                  <a:pt x="287608" y="0"/>
                </a:lnTo>
                <a:close/>
              </a:path>
              <a:path w="702310" h="114300">
                <a:moveTo>
                  <a:pt x="390808" y="1523"/>
                </a:moveTo>
                <a:lnTo>
                  <a:pt x="364011" y="1523"/>
                </a:lnTo>
                <a:lnTo>
                  <a:pt x="364011" y="112356"/>
                </a:lnTo>
                <a:lnTo>
                  <a:pt x="436909" y="112356"/>
                </a:lnTo>
                <a:lnTo>
                  <a:pt x="436909" y="90601"/>
                </a:lnTo>
                <a:lnTo>
                  <a:pt x="390808" y="90601"/>
                </a:lnTo>
                <a:lnTo>
                  <a:pt x="390808" y="1523"/>
                </a:lnTo>
                <a:close/>
              </a:path>
              <a:path w="702310" h="114300">
                <a:moveTo>
                  <a:pt x="519574" y="46875"/>
                </a:moveTo>
                <a:lnTo>
                  <a:pt x="487074" y="46875"/>
                </a:lnTo>
                <a:lnTo>
                  <a:pt x="489652" y="47624"/>
                </a:lnTo>
                <a:lnTo>
                  <a:pt x="493487" y="50660"/>
                </a:lnTo>
                <a:lnTo>
                  <a:pt x="494440" y="52806"/>
                </a:lnTo>
                <a:lnTo>
                  <a:pt x="494440" y="57556"/>
                </a:lnTo>
                <a:lnTo>
                  <a:pt x="470513" y="63626"/>
                </a:lnTo>
                <a:lnTo>
                  <a:pt x="466551" y="64338"/>
                </a:lnTo>
                <a:lnTo>
                  <a:pt x="443830" y="84683"/>
                </a:lnTo>
                <a:lnTo>
                  <a:pt x="443830" y="94780"/>
                </a:lnTo>
                <a:lnTo>
                  <a:pt x="465865" y="113766"/>
                </a:lnTo>
                <a:lnTo>
                  <a:pt x="475022" y="113766"/>
                </a:lnTo>
                <a:lnTo>
                  <a:pt x="495303" y="100774"/>
                </a:lnTo>
                <a:lnTo>
                  <a:pt x="520843" y="100774"/>
                </a:lnTo>
                <a:lnTo>
                  <a:pt x="520843" y="96443"/>
                </a:lnTo>
                <a:lnTo>
                  <a:pt x="476304" y="96443"/>
                </a:lnTo>
                <a:lnTo>
                  <a:pt x="473802" y="95719"/>
                </a:lnTo>
                <a:lnTo>
                  <a:pt x="469865" y="92836"/>
                </a:lnTo>
                <a:lnTo>
                  <a:pt x="468887" y="90741"/>
                </a:lnTo>
                <a:lnTo>
                  <a:pt x="468887" y="86194"/>
                </a:lnTo>
                <a:lnTo>
                  <a:pt x="483150" y="77889"/>
                </a:lnTo>
                <a:lnTo>
                  <a:pt x="485817" y="77444"/>
                </a:lnTo>
                <a:lnTo>
                  <a:pt x="487112" y="77203"/>
                </a:lnTo>
                <a:lnTo>
                  <a:pt x="489639" y="76619"/>
                </a:lnTo>
                <a:lnTo>
                  <a:pt x="490795" y="76314"/>
                </a:lnTo>
                <a:lnTo>
                  <a:pt x="491836" y="75984"/>
                </a:lnTo>
                <a:lnTo>
                  <a:pt x="492929" y="75666"/>
                </a:lnTo>
                <a:lnTo>
                  <a:pt x="493843" y="75298"/>
                </a:lnTo>
                <a:lnTo>
                  <a:pt x="494605" y="74904"/>
                </a:lnTo>
                <a:lnTo>
                  <a:pt x="520843" y="74904"/>
                </a:lnTo>
                <a:lnTo>
                  <a:pt x="520843" y="51460"/>
                </a:lnTo>
                <a:lnTo>
                  <a:pt x="519950" y="47624"/>
                </a:lnTo>
                <a:lnTo>
                  <a:pt x="519574" y="46875"/>
                </a:lnTo>
                <a:close/>
              </a:path>
              <a:path w="702310" h="114300">
                <a:moveTo>
                  <a:pt x="520843" y="100774"/>
                </a:moveTo>
                <a:lnTo>
                  <a:pt x="495951" y="100774"/>
                </a:lnTo>
                <a:lnTo>
                  <a:pt x="495951" y="112356"/>
                </a:lnTo>
                <a:lnTo>
                  <a:pt x="520843" y="112356"/>
                </a:lnTo>
                <a:lnTo>
                  <a:pt x="520843" y="100774"/>
                </a:lnTo>
                <a:close/>
              </a:path>
              <a:path w="702310" h="114300">
                <a:moveTo>
                  <a:pt x="520843" y="74904"/>
                </a:moveTo>
                <a:lnTo>
                  <a:pt x="494605" y="74904"/>
                </a:lnTo>
                <a:lnTo>
                  <a:pt x="494605" y="85509"/>
                </a:lnTo>
                <a:lnTo>
                  <a:pt x="493919" y="87896"/>
                </a:lnTo>
                <a:lnTo>
                  <a:pt x="491176" y="91973"/>
                </a:lnTo>
                <a:lnTo>
                  <a:pt x="489334" y="93560"/>
                </a:lnTo>
                <a:lnTo>
                  <a:pt x="484750" y="95872"/>
                </a:lnTo>
                <a:lnTo>
                  <a:pt x="482184" y="96443"/>
                </a:lnTo>
                <a:lnTo>
                  <a:pt x="520843" y="96443"/>
                </a:lnTo>
                <a:lnTo>
                  <a:pt x="520843" y="74904"/>
                </a:lnTo>
                <a:close/>
              </a:path>
              <a:path w="702310" h="114300">
                <a:moveTo>
                  <a:pt x="489347" y="28143"/>
                </a:moveTo>
                <a:lnTo>
                  <a:pt x="476609" y="28143"/>
                </a:lnTo>
                <a:lnTo>
                  <a:pt x="470246" y="29298"/>
                </a:lnTo>
                <a:lnTo>
                  <a:pt x="446916" y="54559"/>
                </a:lnTo>
                <a:lnTo>
                  <a:pt x="471326" y="55422"/>
                </a:lnTo>
                <a:lnTo>
                  <a:pt x="471899" y="52806"/>
                </a:lnTo>
                <a:lnTo>
                  <a:pt x="473256" y="50660"/>
                </a:lnTo>
                <a:lnTo>
                  <a:pt x="477511" y="47624"/>
                </a:lnTo>
                <a:lnTo>
                  <a:pt x="480330" y="46875"/>
                </a:lnTo>
                <a:lnTo>
                  <a:pt x="519574" y="46875"/>
                </a:lnTo>
                <a:lnTo>
                  <a:pt x="516284" y="40690"/>
                </a:lnTo>
                <a:lnTo>
                  <a:pt x="513718" y="37795"/>
                </a:lnTo>
                <a:lnTo>
                  <a:pt x="510404" y="35458"/>
                </a:lnTo>
                <a:lnTo>
                  <a:pt x="507089" y="33070"/>
                </a:lnTo>
                <a:lnTo>
                  <a:pt x="503190" y="31267"/>
                </a:lnTo>
                <a:lnTo>
                  <a:pt x="494237" y="28778"/>
                </a:lnTo>
                <a:lnTo>
                  <a:pt x="489347" y="28143"/>
                </a:lnTo>
                <a:close/>
              </a:path>
              <a:path w="702310" h="114300">
                <a:moveTo>
                  <a:pt x="560442" y="1523"/>
                </a:moveTo>
                <a:lnTo>
                  <a:pt x="533988" y="1523"/>
                </a:lnTo>
                <a:lnTo>
                  <a:pt x="533988" y="112356"/>
                </a:lnTo>
                <a:lnTo>
                  <a:pt x="560442" y="112356"/>
                </a:lnTo>
                <a:lnTo>
                  <a:pt x="560442" y="90550"/>
                </a:lnTo>
                <a:lnTo>
                  <a:pt x="557851" y="90550"/>
                </a:lnTo>
                <a:lnTo>
                  <a:pt x="557952" y="59054"/>
                </a:lnTo>
                <a:lnTo>
                  <a:pt x="560442" y="59054"/>
                </a:lnTo>
                <a:lnTo>
                  <a:pt x="560442" y="1523"/>
                </a:lnTo>
                <a:close/>
              </a:path>
              <a:path w="702310" h="114300">
                <a:moveTo>
                  <a:pt x="585478" y="65459"/>
                </a:moveTo>
                <a:lnTo>
                  <a:pt x="580254" y="71869"/>
                </a:lnTo>
                <a:lnTo>
                  <a:pt x="573269" y="71869"/>
                </a:lnTo>
                <a:lnTo>
                  <a:pt x="565804" y="80914"/>
                </a:lnTo>
                <a:lnTo>
                  <a:pt x="585613" y="112356"/>
                </a:lnTo>
                <a:lnTo>
                  <a:pt x="616195" y="112356"/>
                </a:lnTo>
                <a:lnTo>
                  <a:pt x="585478" y="65459"/>
                </a:lnTo>
                <a:close/>
              </a:path>
              <a:path w="702310" h="114300">
                <a:moveTo>
                  <a:pt x="560442" y="59054"/>
                </a:moveTo>
                <a:lnTo>
                  <a:pt x="557952" y="59054"/>
                </a:lnTo>
                <a:lnTo>
                  <a:pt x="557851" y="90550"/>
                </a:lnTo>
                <a:lnTo>
                  <a:pt x="560442" y="87411"/>
                </a:lnTo>
                <a:lnTo>
                  <a:pt x="560442" y="59054"/>
                </a:lnTo>
                <a:close/>
              </a:path>
              <a:path w="702310" h="114300">
                <a:moveTo>
                  <a:pt x="560442" y="87411"/>
                </a:moveTo>
                <a:lnTo>
                  <a:pt x="557851" y="90550"/>
                </a:lnTo>
                <a:lnTo>
                  <a:pt x="560442" y="90550"/>
                </a:lnTo>
                <a:lnTo>
                  <a:pt x="560442" y="87411"/>
                </a:lnTo>
                <a:close/>
              </a:path>
              <a:path w="702310" h="114300">
                <a:moveTo>
                  <a:pt x="581282" y="59054"/>
                </a:moveTo>
                <a:lnTo>
                  <a:pt x="560442" y="59054"/>
                </a:lnTo>
                <a:lnTo>
                  <a:pt x="560442" y="87411"/>
                </a:lnTo>
                <a:lnTo>
                  <a:pt x="565804" y="80914"/>
                </a:lnTo>
                <a:lnTo>
                  <a:pt x="563858" y="77825"/>
                </a:lnTo>
                <a:lnTo>
                  <a:pt x="581282" y="59054"/>
                </a:lnTo>
                <a:close/>
              </a:path>
              <a:path w="702310" h="114300">
                <a:moveTo>
                  <a:pt x="581282" y="59054"/>
                </a:moveTo>
                <a:lnTo>
                  <a:pt x="563858" y="77825"/>
                </a:lnTo>
                <a:lnTo>
                  <a:pt x="565804" y="80914"/>
                </a:lnTo>
                <a:lnTo>
                  <a:pt x="573269" y="71869"/>
                </a:lnTo>
                <a:lnTo>
                  <a:pt x="580254" y="71869"/>
                </a:lnTo>
                <a:lnTo>
                  <a:pt x="585478" y="65459"/>
                </a:lnTo>
                <a:lnTo>
                  <a:pt x="581282" y="59054"/>
                </a:lnTo>
                <a:close/>
              </a:path>
              <a:path w="702310" h="114300">
                <a:moveTo>
                  <a:pt x="615001" y="29235"/>
                </a:moveTo>
                <a:lnTo>
                  <a:pt x="585016" y="29235"/>
                </a:lnTo>
                <a:lnTo>
                  <a:pt x="561586" y="59054"/>
                </a:lnTo>
                <a:lnTo>
                  <a:pt x="581282" y="59054"/>
                </a:lnTo>
                <a:lnTo>
                  <a:pt x="585478" y="65459"/>
                </a:lnTo>
                <a:lnTo>
                  <a:pt x="615001" y="29235"/>
                </a:lnTo>
                <a:close/>
              </a:path>
              <a:path w="702310" h="114300">
                <a:moveTo>
                  <a:pt x="647018" y="1523"/>
                </a:moveTo>
                <a:lnTo>
                  <a:pt x="621427" y="1523"/>
                </a:lnTo>
                <a:lnTo>
                  <a:pt x="621427" y="112356"/>
                </a:lnTo>
                <a:lnTo>
                  <a:pt x="647881" y="112356"/>
                </a:lnTo>
                <a:lnTo>
                  <a:pt x="647919" y="61772"/>
                </a:lnTo>
                <a:lnTo>
                  <a:pt x="648516" y="59067"/>
                </a:lnTo>
                <a:lnTo>
                  <a:pt x="659184" y="49847"/>
                </a:lnTo>
                <a:lnTo>
                  <a:pt x="701123" y="49847"/>
                </a:lnTo>
                <a:lnTo>
                  <a:pt x="700637" y="47612"/>
                </a:lnTo>
                <a:lnTo>
                  <a:pt x="699020" y="44488"/>
                </a:lnTo>
                <a:lnTo>
                  <a:pt x="647018" y="44488"/>
                </a:lnTo>
                <a:lnTo>
                  <a:pt x="647018" y="1523"/>
                </a:lnTo>
                <a:close/>
              </a:path>
              <a:path w="702310" h="114300">
                <a:moveTo>
                  <a:pt x="701123" y="49847"/>
                </a:moveTo>
                <a:lnTo>
                  <a:pt x="666220" y="49847"/>
                </a:lnTo>
                <a:lnTo>
                  <a:pt x="669509" y="51142"/>
                </a:lnTo>
                <a:lnTo>
                  <a:pt x="674208" y="56337"/>
                </a:lnTo>
                <a:lnTo>
                  <a:pt x="675364" y="59956"/>
                </a:lnTo>
                <a:lnTo>
                  <a:pt x="675326" y="112356"/>
                </a:lnTo>
                <a:lnTo>
                  <a:pt x="701793" y="112356"/>
                </a:lnTo>
                <a:lnTo>
                  <a:pt x="701784" y="52882"/>
                </a:lnTo>
                <a:lnTo>
                  <a:pt x="701123" y="49847"/>
                </a:lnTo>
                <a:close/>
              </a:path>
              <a:path w="702310" h="114300">
                <a:moveTo>
                  <a:pt x="678730" y="28143"/>
                </a:moveTo>
                <a:lnTo>
                  <a:pt x="666677" y="28143"/>
                </a:lnTo>
                <a:lnTo>
                  <a:pt x="661432" y="29590"/>
                </a:lnTo>
                <a:lnTo>
                  <a:pt x="652885" y="35369"/>
                </a:lnTo>
                <a:lnTo>
                  <a:pt x="649812" y="39369"/>
                </a:lnTo>
                <a:lnTo>
                  <a:pt x="647945" y="44488"/>
                </a:lnTo>
                <a:lnTo>
                  <a:pt x="699020" y="44488"/>
                </a:lnTo>
                <a:lnTo>
                  <a:pt x="698211" y="42925"/>
                </a:lnTo>
                <a:lnTo>
                  <a:pt x="695836" y="38226"/>
                </a:lnTo>
                <a:lnTo>
                  <a:pt x="692484" y="34607"/>
                </a:lnTo>
                <a:lnTo>
                  <a:pt x="683822" y="29451"/>
                </a:lnTo>
                <a:lnTo>
                  <a:pt x="678730" y="28143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308946" y="5942406"/>
            <a:ext cx="315595" cy="120650"/>
          </a:xfrm>
          <a:custGeom>
            <a:avLst/>
            <a:gdLst/>
            <a:ahLst/>
            <a:cxnLst/>
            <a:rect l="l" t="t" r="r" b="b"/>
            <a:pathLst>
              <a:path w="315595" h="120650">
                <a:moveTo>
                  <a:pt x="27584" y="83070"/>
                </a:moveTo>
                <a:lnTo>
                  <a:pt x="1219" y="83070"/>
                </a:lnTo>
                <a:lnTo>
                  <a:pt x="1616" y="86753"/>
                </a:lnTo>
                <a:lnTo>
                  <a:pt x="27749" y="115506"/>
                </a:lnTo>
                <a:lnTo>
                  <a:pt x="34620" y="117005"/>
                </a:lnTo>
                <a:lnTo>
                  <a:pt x="49479" y="117005"/>
                </a:lnTo>
                <a:lnTo>
                  <a:pt x="55879" y="115671"/>
                </a:lnTo>
                <a:lnTo>
                  <a:pt x="67360" y="110299"/>
                </a:lnTo>
                <a:lnTo>
                  <a:pt x="72262" y="106387"/>
                </a:lnTo>
                <a:lnTo>
                  <a:pt x="76339" y="101257"/>
                </a:lnTo>
                <a:lnTo>
                  <a:pt x="80454" y="96138"/>
                </a:lnTo>
                <a:lnTo>
                  <a:pt x="81456" y="94170"/>
                </a:lnTo>
                <a:lnTo>
                  <a:pt x="38696" y="94170"/>
                </a:lnTo>
                <a:lnTo>
                  <a:pt x="35496" y="93256"/>
                </a:lnTo>
                <a:lnTo>
                  <a:pt x="32829" y="91414"/>
                </a:lnTo>
                <a:lnTo>
                  <a:pt x="30162" y="89534"/>
                </a:lnTo>
                <a:lnTo>
                  <a:pt x="28409" y="86753"/>
                </a:lnTo>
                <a:lnTo>
                  <a:pt x="27584" y="83070"/>
                </a:lnTo>
                <a:close/>
              </a:path>
              <a:path w="315595" h="120650">
                <a:moveTo>
                  <a:pt x="89074" y="61379"/>
                </a:moveTo>
                <a:lnTo>
                  <a:pt x="62649" y="61379"/>
                </a:lnTo>
                <a:lnTo>
                  <a:pt x="62649" y="71475"/>
                </a:lnTo>
                <a:lnTo>
                  <a:pt x="60972" y="79463"/>
                </a:lnTo>
                <a:lnTo>
                  <a:pt x="54267" y="91224"/>
                </a:lnTo>
                <a:lnTo>
                  <a:pt x="49187" y="94170"/>
                </a:lnTo>
                <a:lnTo>
                  <a:pt x="81456" y="94170"/>
                </a:lnTo>
                <a:lnTo>
                  <a:pt x="83616" y="89928"/>
                </a:lnTo>
                <a:lnTo>
                  <a:pt x="88010" y="75323"/>
                </a:lnTo>
                <a:lnTo>
                  <a:pt x="89025" y="67538"/>
                </a:lnTo>
                <a:lnTo>
                  <a:pt x="89074" y="61379"/>
                </a:lnTo>
                <a:close/>
              </a:path>
              <a:path w="315595" h="120650">
                <a:moveTo>
                  <a:pt x="49009" y="3136"/>
                </a:moveTo>
                <a:lnTo>
                  <a:pt x="34326" y="3136"/>
                </a:lnTo>
                <a:lnTo>
                  <a:pt x="26949" y="4749"/>
                </a:lnTo>
                <a:lnTo>
                  <a:pt x="14033" y="11353"/>
                </a:lnTo>
                <a:lnTo>
                  <a:pt x="9004" y="15938"/>
                </a:lnTo>
                <a:lnTo>
                  <a:pt x="5397" y="21818"/>
                </a:lnTo>
                <a:lnTo>
                  <a:pt x="1777" y="27660"/>
                </a:lnTo>
                <a:lnTo>
                  <a:pt x="0" y="34404"/>
                </a:lnTo>
                <a:lnTo>
                  <a:pt x="76" y="48869"/>
                </a:lnTo>
                <a:lnTo>
                  <a:pt x="1475" y="54787"/>
                </a:lnTo>
                <a:lnTo>
                  <a:pt x="27216" y="77279"/>
                </a:lnTo>
                <a:lnTo>
                  <a:pt x="37972" y="77279"/>
                </a:lnTo>
                <a:lnTo>
                  <a:pt x="62001" y="61379"/>
                </a:lnTo>
                <a:lnTo>
                  <a:pt x="89074" y="61379"/>
                </a:lnTo>
                <a:lnTo>
                  <a:pt x="89067" y="58673"/>
                </a:lnTo>
                <a:lnTo>
                  <a:pt x="39725" y="58673"/>
                </a:lnTo>
                <a:lnTo>
                  <a:pt x="36804" y="57886"/>
                </a:lnTo>
                <a:lnTo>
                  <a:pt x="25971" y="37922"/>
                </a:lnTo>
                <a:lnTo>
                  <a:pt x="26682" y="35001"/>
                </a:lnTo>
                <a:lnTo>
                  <a:pt x="39789" y="23710"/>
                </a:lnTo>
                <a:lnTo>
                  <a:pt x="81845" y="23710"/>
                </a:lnTo>
                <a:lnTo>
                  <a:pt x="79425" y="19735"/>
                </a:lnTo>
                <a:lnTo>
                  <a:pt x="70764" y="11188"/>
                </a:lnTo>
                <a:lnTo>
                  <a:pt x="65849" y="8064"/>
                </a:lnTo>
                <a:lnTo>
                  <a:pt x="54800" y="4140"/>
                </a:lnTo>
                <a:lnTo>
                  <a:pt x="49009" y="3136"/>
                </a:lnTo>
                <a:close/>
              </a:path>
              <a:path w="315595" h="120650">
                <a:moveTo>
                  <a:pt x="81845" y="23710"/>
                </a:moveTo>
                <a:lnTo>
                  <a:pt x="46354" y="23710"/>
                </a:lnTo>
                <a:lnTo>
                  <a:pt x="49263" y="24498"/>
                </a:lnTo>
                <a:lnTo>
                  <a:pt x="51828" y="26085"/>
                </a:lnTo>
                <a:lnTo>
                  <a:pt x="54444" y="27660"/>
                </a:lnTo>
                <a:lnTo>
                  <a:pt x="56464" y="29730"/>
                </a:lnTo>
                <a:lnTo>
                  <a:pt x="59423" y="35001"/>
                </a:lnTo>
                <a:lnTo>
                  <a:pt x="60185" y="37922"/>
                </a:lnTo>
                <a:lnTo>
                  <a:pt x="60072" y="44475"/>
                </a:lnTo>
                <a:lnTo>
                  <a:pt x="59816" y="45821"/>
                </a:lnTo>
                <a:lnTo>
                  <a:pt x="58915" y="47955"/>
                </a:lnTo>
                <a:lnTo>
                  <a:pt x="58051" y="50076"/>
                </a:lnTo>
                <a:lnTo>
                  <a:pt x="45453" y="58673"/>
                </a:lnTo>
                <a:lnTo>
                  <a:pt x="89067" y="58673"/>
                </a:lnTo>
                <a:lnTo>
                  <a:pt x="82842" y="25349"/>
                </a:lnTo>
                <a:lnTo>
                  <a:pt x="81845" y="23710"/>
                </a:lnTo>
                <a:close/>
              </a:path>
              <a:path w="315595" h="120650">
                <a:moveTo>
                  <a:pt x="163334" y="4660"/>
                </a:moveTo>
                <a:lnTo>
                  <a:pt x="153428" y="4660"/>
                </a:lnTo>
                <a:lnTo>
                  <a:pt x="153428" y="81559"/>
                </a:lnTo>
                <a:lnTo>
                  <a:pt x="152895" y="90703"/>
                </a:lnTo>
                <a:lnTo>
                  <a:pt x="152895" y="115493"/>
                </a:lnTo>
                <a:lnTo>
                  <a:pt x="178485" y="115493"/>
                </a:lnTo>
                <a:lnTo>
                  <a:pt x="178485" y="33019"/>
                </a:lnTo>
                <a:lnTo>
                  <a:pt x="163334" y="33019"/>
                </a:lnTo>
                <a:lnTo>
                  <a:pt x="163334" y="4660"/>
                </a:lnTo>
                <a:close/>
              </a:path>
              <a:path w="315595" h="120650">
                <a:moveTo>
                  <a:pt x="153428" y="4660"/>
                </a:moveTo>
                <a:lnTo>
                  <a:pt x="144767" y="4660"/>
                </a:lnTo>
                <a:lnTo>
                  <a:pt x="99364" y="76199"/>
                </a:lnTo>
                <a:lnTo>
                  <a:pt x="99364" y="97091"/>
                </a:lnTo>
                <a:lnTo>
                  <a:pt x="152895" y="97091"/>
                </a:lnTo>
                <a:lnTo>
                  <a:pt x="152895" y="90703"/>
                </a:lnTo>
                <a:lnTo>
                  <a:pt x="153428" y="81559"/>
                </a:lnTo>
                <a:lnTo>
                  <a:pt x="153428" y="75984"/>
                </a:lnTo>
                <a:lnTo>
                  <a:pt x="125996" y="75984"/>
                </a:lnTo>
                <a:lnTo>
                  <a:pt x="125996" y="75120"/>
                </a:lnTo>
                <a:lnTo>
                  <a:pt x="152565" y="33019"/>
                </a:lnTo>
                <a:lnTo>
                  <a:pt x="153428" y="33019"/>
                </a:lnTo>
                <a:lnTo>
                  <a:pt x="153428" y="4660"/>
                </a:lnTo>
                <a:close/>
              </a:path>
              <a:path w="315595" h="120650">
                <a:moveTo>
                  <a:pt x="191744" y="75984"/>
                </a:moveTo>
                <a:lnTo>
                  <a:pt x="178485" y="75984"/>
                </a:lnTo>
                <a:lnTo>
                  <a:pt x="178485" y="97091"/>
                </a:lnTo>
                <a:lnTo>
                  <a:pt x="191744" y="97091"/>
                </a:lnTo>
                <a:lnTo>
                  <a:pt x="191744" y="75984"/>
                </a:lnTo>
                <a:close/>
              </a:path>
              <a:path w="315595" h="120650">
                <a:moveTo>
                  <a:pt x="178485" y="4660"/>
                </a:moveTo>
                <a:lnTo>
                  <a:pt x="163334" y="4660"/>
                </a:lnTo>
                <a:lnTo>
                  <a:pt x="163334" y="33019"/>
                </a:lnTo>
                <a:lnTo>
                  <a:pt x="178485" y="33019"/>
                </a:lnTo>
                <a:lnTo>
                  <a:pt x="178485" y="4660"/>
                </a:lnTo>
                <a:close/>
              </a:path>
              <a:path w="315595" h="120650">
                <a:moveTo>
                  <a:pt x="295617" y="63436"/>
                </a:moveTo>
                <a:lnTo>
                  <a:pt x="284683" y="63436"/>
                </a:lnTo>
                <a:lnTo>
                  <a:pt x="280098" y="64604"/>
                </a:lnTo>
                <a:lnTo>
                  <a:pt x="272592" y="69291"/>
                </a:lnTo>
                <a:lnTo>
                  <a:pt x="269722" y="72402"/>
                </a:lnTo>
                <a:lnTo>
                  <a:pt x="267741" y="76263"/>
                </a:lnTo>
                <a:lnTo>
                  <a:pt x="265913" y="79882"/>
                </a:lnTo>
                <a:lnTo>
                  <a:pt x="265798" y="80111"/>
                </a:lnTo>
                <a:lnTo>
                  <a:pt x="264820" y="84315"/>
                </a:lnTo>
                <a:lnTo>
                  <a:pt x="264849" y="99390"/>
                </a:lnTo>
                <a:lnTo>
                  <a:pt x="265804" y="103530"/>
                </a:lnTo>
                <a:lnTo>
                  <a:pt x="269633" y="111188"/>
                </a:lnTo>
                <a:lnTo>
                  <a:pt x="272491" y="114287"/>
                </a:lnTo>
                <a:lnTo>
                  <a:pt x="279996" y="118973"/>
                </a:lnTo>
                <a:lnTo>
                  <a:pt x="284606" y="120141"/>
                </a:lnTo>
                <a:lnTo>
                  <a:pt x="295541" y="120141"/>
                </a:lnTo>
                <a:lnTo>
                  <a:pt x="300164" y="118973"/>
                </a:lnTo>
                <a:lnTo>
                  <a:pt x="307733" y="114287"/>
                </a:lnTo>
                <a:lnTo>
                  <a:pt x="310603" y="111188"/>
                </a:lnTo>
                <a:lnTo>
                  <a:pt x="313951" y="104559"/>
                </a:lnTo>
                <a:lnTo>
                  <a:pt x="287019" y="104559"/>
                </a:lnTo>
                <a:lnTo>
                  <a:pt x="284987" y="103530"/>
                </a:lnTo>
                <a:lnTo>
                  <a:pt x="282079" y="86448"/>
                </a:lnTo>
                <a:lnTo>
                  <a:pt x="282627" y="84315"/>
                </a:lnTo>
                <a:lnTo>
                  <a:pt x="283812" y="82041"/>
                </a:lnTo>
                <a:lnTo>
                  <a:pt x="284852" y="80111"/>
                </a:lnTo>
                <a:lnTo>
                  <a:pt x="284975" y="79882"/>
                </a:lnTo>
                <a:lnTo>
                  <a:pt x="287058" y="78803"/>
                </a:lnTo>
                <a:lnTo>
                  <a:pt x="313879" y="78803"/>
                </a:lnTo>
                <a:lnTo>
                  <a:pt x="312579" y="76263"/>
                </a:lnTo>
                <a:lnTo>
                  <a:pt x="310673" y="72402"/>
                </a:lnTo>
                <a:lnTo>
                  <a:pt x="307819" y="69291"/>
                </a:lnTo>
                <a:lnTo>
                  <a:pt x="303999" y="66954"/>
                </a:lnTo>
                <a:lnTo>
                  <a:pt x="300253" y="64604"/>
                </a:lnTo>
                <a:lnTo>
                  <a:pt x="295617" y="63436"/>
                </a:lnTo>
                <a:close/>
              </a:path>
              <a:path w="315595" h="120650">
                <a:moveTo>
                  <a:pt x="306489" y="4660"/>
                </a:moveTo>
                <a:lnTo>
                  <a:pt x="291718" y="4660"/>
                </a:lnTo>
                <a:lnTo>
                  <a:pt x="215518" y="115493"/>
                </a:lnTo>
                <a:lnTo>
                  <a:pt x="230289" y="115493"/>
                </a:lnTo>
                <a:lnTo>
                  <a:pt x="306489" y="4660"/>
                </a:lnTo>
                <a:close/>
              </a:path>
              <a:path w="315595" h="120650">
                <a:moveTo>
                  <a:pt x="313879" y="78803"/>
                </a:moveTo>
                <a:lnTo>
                  <a:pt x="293344" y="78803"/>
                </a:lnTo>
                <a:lnTo>
                  <a:pt x="295465" y="79882"/>
                </a:lnTo>
                <a:lnTo>
                  <a:pt x="297554" y="84315"/>
                </a:lnTo>
                <a:lnTo>
                  <a:pt x="298043" y="86448"/>
                </a:lnTo>
                <a:lnTo>
                  <a:pt x="298043" y="97129"/>
                </a:lnTo>
                <a:lnTo>
                  <a:pt x="297540" y="99263"/>
                </a:lnTo>
                <a:lnTo>
                  <a:pt x="297510" y="99390"/>
                </a:lnTo>
                <a:lnTo>
                  <a:pt x="295338" y="103530"/>
                </a:lnTo>
                <a:lnTo>
                  <a:pt x="293230" y="104559"/>
                </a:lnTo>
                <a:lnTo>
                  <a:pt x="313951" y="104559"/>
                </a:lnTo>
                <a:lnTo>
                  <a:pt x="314470" y="103530"/>
                </a:lnTo>
                <a:lnTo>
                  <a:pt x="315451" y="99390"/>
                </a:lnTo>
                <a:lnTo>
                  <a:pt x="315480" y="84315"/>
                </a:lnTo>
                <a:lnTo>
                  <a:pt x="314523" y="80111"/>
                </a:lnTo>
                <a:lnTo>
                  <a:pt x="314431" y="79882"/>
                </a:lnTo>
                <a:lnTo>
                  <a:pt x="313879" y="78803"/>
                </a:lnTo>
                <a:close/>
              </a:path>
              <a:path w="315595" h="120650">
                <a:moveTo>
                  <a:pt x="238137" y="0"/>
                </a:moveTo>
                <a:lnTo>
                  <a:pt x="227279" y="0"/>
                </a:lnTo>
                <a:lnTo>
                  <a:pt x="222732" y="1181"/>
                </a:lnTo>
                <a:lnTo>
                  <a:pt x="215226" y="5829"/>
                </a:lnTo>
                <a:lnTo>
                  <a:pt x="212343" y="8915"/>
                </a:lnTo>
                <a:lnTo>
                  <a:pt x="208330" y="16598"/>
                </a:lnTo>
                <a:lnTo>
                  <a:pt x="207340" y="20878"/>
                </a:lnTo>
                <a:lnTo>
                  <a:pt x="207369" y="35953"/>
                </a:lnTo>
                <a:lnTo>
                  <a:pt x="227164" y="56502"/>
                </a:lnTo>
                <a:lnTo>
                  <a:pt x="238061" y="56502"/>
                </a:lnTo>
                <a:lnTo>
                  <a:pt x="242684" y="55371"/>
                </a:lnTo>
                <a:lnTo>
                  <a:pt x="250266" y="50825"/>
                </a:lnTo>
                <a:lnTo>
                  <a:pt x="253123" y="47777"/>
                </a:lnTo>
                <a:lnTo>
                  <a:pt x="256534" y="41135"/>
                </a:lnTo>
                <a:lnTo>
                  <a:pt x="229654" y="41135"/>
                </a:lnTo>
                <a:lnTo>
                  <a:pt x="227634" y="40119"/>
                </a:lnTo>
                <a:lnTo>
                  <a:pt x="226453" y="38049"/>
                </a:lnTo>
                <a:lnTo>
                  <a:pt x="225336" y="35953"/>
                </a:lnTo>
                <a:lnTo>
                  <a:pt x="224764" y="33705"/>
                </a:lnTo>
                <a:lnTo>
                  <a:pt x="224764" y="23126"/>
                </a:lnTo>
                <a:lnTo>
                  <a:pt x="225310" y="20878"/>
                </a:lnTo>
                <a:lnTo>
                  <a:pt x="226390" y="18668"/>
                </a:lnTo>
                <a:lnTo>
                  <a:pt x="227443" y="16598"/>
                </a:lnTo>
                <a:lnTo>
                  <a:pt x="227268" y="16598"/>
                </a:lnTo>
                <a:lnTo>
                  <a:pt x="229590" y="15366"/>
                </a:lnTo>
                <a:lnTo>
                  <a:pt x="256455" y="15366"/>
                </a:lnTo>
                <a:lnTo>
                  <a:pt x="253187" y="8915"/>
                </a:lnTo>
                <a:lnTo>
                  <a:pt x="250316" y="5829"/>
                </a:lnTo>
                <a:lnTo>
                  <a:pt x="246532" y="3517"/>
                </a:lnTo>
                <a:lnTo>
                  <a:pt x="242773" y="1181"/>
                </a:lnTo>
                <a:lnTo>
                  <a:pt x="238137" y="0"/>
                </a:lnTo>
                <a:close/>
              </a:path>
              <a:path w="315595" h="120650">
                <a:moveTo>
                  <a:pt x="256455" y="15366"/>
                </a:moveTo>
                <a:lnTo>
                  <a:pt x="235902" y="15366"/>
                </a:lnTo>
                <a:lnTo>
                  <a:pt x="238323" y="16598"/>
                </a:lnTo>
                <a:lnTo>
                  <a:pt x="238114" y="16598"/>
                </a:lnTo>
                <a:lnTo>
                  <a:pt x="239088" y="18668"/>
                </a:lnTo>
                <a:lnTo>
                  <a:pt x="240096" y="20878"/>
                </a:lnTo>
                <a:lnTo>
                  <a:pt x="240576" y="23126"/>
                </a:lnTo>
                <a:lnTo>
                  <a:pt x="240576" y="33705"/>
                </a:lnTo>
                <a:lnTo>
                  <a:pt x="240029" y="35953"/>
                </a:lnTo>
                <a:lnTo>
                  <a:pt x="237882" y="40119"/>
                </a:lnTo>
                <a:lnTo>
                  <a:pt x="235788" y="41135"/>
                </a:lnTo>
                <a:lnTo>
                  <a:pt x="256534" y="41135"/>
                </a:lnTo>
                <a:lnTo>
                  <a:pt x="257060" y="40119"/>
                </a:lnTo>
                <a:lnTo>
                  <a:pt x="258039" y="35953"/>
                </a:lnTo>
                <a:lnTo>
                  <a:pt x="258051" y="20878"/>
                </a:lnTo>
                <a:lnTo>
                  <a:pt x="257086" y="16598"/>
                </a:lnTo>
                <a:lnTo>
                  <a:pt x="256455" y="15366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066592" y="4786172"/>
            <a:ext cx="753745" cy="132715"/>
          </a:xfrm>
          <a:custGeom>
            <a:avLst/>
            <a:gdLst/>
            <a:ahLst/>
            <a:cxnLst/>
            <a:rect l="l" t="t" r="r" b="b"/>
            <a:pathLst>
              <a:path w="753745" h="132714">
                <a:moveTo>
                  <a:pt x="16344" y="5194"/>
                </a:moveTo>
                <a:lnTo>
                  <a:pt x="4711" y="5194"/>
                </a:lnTo>
                <a:lnTo>
                  <a:pt x="89" y="26111"/>
                </a:lnTo>
                <a:lnTo>
                  <a:pt x="0" y="26517"/>
                </a:lnTo>
                <a:lnTo>
                  <a:pt x="25946" y="26517"/>
                </a:lnTo>
                <a:lnTo>
                  <a:pt x="30200" y="27990"/>
                </a:lnTo>
                <a:lnTo>
                  <a:pt x="32689" y="30949"/>
                </a:lnTo>
                <a:lnTo>
                  <a:pt x="35217" y="33870"/>
                </a:lnTo>
                <a:lnTo>
                  <a:pt x="36499" y="37553"/>
                </a:lnTo>
                <a:lnTo>
                  <a:pt x="36499" y="44919"/>
                </a:lnTo>
                <a:lnTo>
                  <a:pt x="23672" y="58445"/>
                </a:lnTo>
                <a:lnTo>
                  <a:pt x="2120" y="58445"/>
                </a:lnTo>
                <a:lnTo>
                  <a:pt x="2006" y="73431"/>
                </a:lnTo>
                <a:lnTo>
                  <a:pt x="38163" y="116027"/>
                </a:lnTo>
                <a:lnTo>
                  <a:pt x="66459" y="116027"/>
                </a:lnTo>
                <a:lnTo>
                  <a:pt x="66459" y="114998"/>
                </a:lnTo>
                <a:lnTo>
                  <a:pt x="34531" y="75869"/>
                </a:lnTo>
                <a:lnTo>
                  <a:pt x="35560" y="75437"/>
                </a:lnTo>
                <a:lnTo>
                  <a:pt x="59651" y="56057"/>
                </a:lnTo>
                <a:lnTo>
                  <a:pt x="61556" y="51447"/>
                </a:lnTo>
                <a:lnTo>
                  <a:pt x="62534" y="45948"/>
                </a:lnTo>
                <a:lnTo>
                  <a:pt x="62534" y="32308"/>
                </a:lnTo>
                <a:lnTo>
                  <a:pt x="61015" y="26517"/>
                </a:lnTo>
                <a:lnTo>
                  <a:pt x="60909" y="26111"/>
                </a:lnTo>
                <a:lnTo>
                  <a:pt x="57999" y="21475"/>
                </a:lnTo>
                <a:lnTo>
                  <a:pt x="12179" y="21475"/>
                </a:lnTo>
                <a:lnTo>
                  <a:pt x="16344" y="5194"/>
                </a:lnTo>
                <a:close/>
              </a:path>
              <a:path w="753745" h="132714">
                <a:moveTo>
                  <a:pt x="34568" y="33121"/>
                </a:moveTo>
                <a:lnTo>
                  <a:pt x="4013" y="33121"/>
                </a:lnTo>
                <a:lnTo>
                  <a:pt x="0" y="48971"/>
                </a:lnTo>
                <a:lnTo>
                  <a:pt x="35212" y="48971"/>
                </a:lnTo>
                <a:lnTo>
                  <a:pt x="35864" y="47624"/>
                </a:lnTo>
                <a:lnTo>
                  <a:pt x="36499" y="44919"/>
                </a:lnTo>
                <a:lnTo>
                  <a:pt x="36499" y="37553"/>
                </a:lnTo>
                <a:lnTo>
                  <a:pt x="35217" y="33870"/>
                </a:lnTo>
                <a:lnTo>
                  <a:pt x="34568" y="33121"/>
                </a:lnTo>
                <a:close/>
              </a:path>
              <a:path w="753745" h="132714">
                <a:moveTo>
                  <a:pt x="77444" y="33121"/>
                </a:moveTo>
                <a:lnTo>
                  <a:pt x="62534" y="33121"/>
                </a:lnTo>
                <a:lnTo>
                  <a:pt x="62534" y="45948"/>
                </a:lnTo>
                <a:lnTo>
                  <a:pt x="61997" y="48971"/>
                </a:lnTo>
                <a:lnTo>
                  <a:pt x="73444" y="48971"/>
                </a:lnTo>
                <a:lnTo>
                  <a:pt x="77444" y="33121"/>
                </a:lnTo>
                <a:close/>
              </a:path>
              <a:path w="753745" h="132714">
                <a:moveTo>
                  <a:pt x="29260" y="5194"/>
                </a:moveTo>
                <a:lnTo>
                  <a:pt x="16344" y="5194"/>
                </a:lnTo>
                <a:lnTo>
                  <a:pt x="12179" y="21475"/>
                </a:lnTo>
                <a:lnTo>
                  <a:pt x="57999" y="21475"/>
                </a:lnTo>
                <a:lnTo>
                  <a:pt x="54483" y="15874"/>
                </a:lnTo>
                <a:lnTo>
                  <a:pt x="49720" y="11950"/>
                </a:lnTo>
                <a:lnTo>
                  <a:pt x="37096" y="6540"/>
                </a:lnTo>
                <a:lnTo>
                  <a:pt x="29260" y="5194"/>
                </a:lnTo>
                <a:close/>
              </a:path>
              <a:path w="753745" h="132714">
                <a:moveTo>
                  <a:pt x="77609" y="5194"/>
                </a:moveTo>
                <a:lnTo>
                  <a:pt x="29260" y="5194"/>
                </a:lnTo>
                <a:lnTo>
                  <a:pt x="37096" y="6540"/>
                </a:lnTo>
                <a:lnTo>
                  <a:pt x="49720" y="11950"/>
                </a:lnTo>
                <a:lnTo>
                  <a:pt x="54483" y="15874"/>
                </a:lnTo>
                <a:lnTo>
                  <a:pt x="57999" y="21475"/>
                </a:lnTo>
                <a:lnTo>
                  <a:pt x="73417" y="21475"/>
                </a:lnTo>
                <a:lnTo>
                  <a:pt x="77609" y="5194"/>
                </a:lnTo>
                <a:close/>
              </a:path>
              <a:path w="753745" h="132714">
                <a:moveTo>
                  <a:pt x="114731" y="83451"/>
                </a:moveTo>
                <a:lnTo>
                  <a:pt x="88760" y="83451"/>
                </a:lnTo>
                <a:lnTo>
                  <a:pt x="88810" y="85826"/>
                </a:lnTo>
                <a:lnTo>
                  <a:pt x="115544" y="116077"/>
                </a:lnTo>
                <a:lnTo>
                  <a:pt x="122732" y="117538"/>
                </a:lnTo>
                <a:lnTo>
                  <a:pt x="139433" y="117538"/>
                </a:lnTo>
                <a:lnTo>
                  <a:pt x="146951" y="115887"/>
                </a:lnTo>
                <a:lnTo>
                  <a:pt x="159829" y="109207"/>
                </a:lnTo>
                <a:lnTo>
                  <a:pt x="164846" y="104584"/>
                </a:lnTo>
                <a:lnTo>
                  <a:pt x="169495" y="96977"/>
                </a:lnTo>
                <a:lnTo>
                  <a:pt x="126517" y="96977"/>
                </a:lnTo>
                <a:lnTo>
                  <a:pt x="122821" y="95745"/>
                </a:lnTo>
                <a:lnTo>
                  <a:pt x="119710" y="93294"/>
                </a:lnTo>
                <a:lnTo>
                  <a:pt x="116611" y="90804"/>
                </a:lnTo>
                <a:lnTo>
                  <a:pt x="114947" y="87528"/>
                </a:lnTo>
                <a:lnTo>
                  <a:pt x="114857" y="85826"/>
                </a:lnTo>
                <a:lnTo>
                  <a:pt x="114731" y="83451"/>
                </a:lnTo>
                <a:close/>
              </a:path>
              <a:path w="753745" h="132714">
                <a:moveTo>
                  <a:pt x="170201" y="61366"/>
                </a:moveTo>
                <a:lnTo>
                  <a:pt x="134035" y="61366"/>
                </a:lnTo>
                <a:lnTo>
                  <a:pt x="137033" y="62128"/>
                </a:lnTo>
                <a:lnTo>
                  <a:pt x="139636" y="63639"/>
                </a:lnTo>
                <a:lnTo>
                  <a:pt x="141948" y="64935"/>
                </a:lnTo>
                <a:lnTo>
                  <a:pt x="142340" y="65189"/>
                </a:lnTo>
                <a:lnTo>
                  <a:pt x="144322" y="67195"/>
                </a:lnTo>
                <a:lnTo>
                  <a:pt x="145796" y="69862"/>
                </a:lnTo>
                <a:lnTo>
                  <a:pt x="147320" y="72529"/>
                </a:lnTo>
                <a:lnTo>
                  <a:pt x="148056" y="75653"/>
                </a:lnTo>
                <a:lnTo>
                  <a:pt x="148056" y="82727"/>
                </a:lnTo>
                <a:lnTo>
                  <a:pt x="134162" y="96977"/>
                </a:lnTo>
                <a:lnTo>
                  <a:pt x="169495" y="96977"/>
                </a:lnTo>
                <a:lnTo>
                  <a:pt x="172034" y="92824"/>
                </a:lnTo>
                <a:lnTo>
                  <a:pt x="173837" y="86080"/>
                </a:lnTo>
                <a:lnTo>
                  <a:pt x="173837" y="71437"/>
                </a:lnTo>
                <a:lnTo>
                  <a:pt x="172313" y="65189"/>
                </a:lnTo>
                <a:lnTo>
                  <a:pt x="170201" y="61366"/>
                </a:lnTo>
                <a:close/>
              </a:path>
              <a:path w="753745" h="132714">
                <a:moveTo>
                  <a:pt x="167284" y="5194"/>
                </a:moveTo>
                <a:lnTo>
                  <a:pt x="96177" y="5194"/>
                </a:lnTo>
                <a:lnTo>
                  <a:pt x="91639" y="61366"/>
                </a:lnTo>
                <a:lnTo>
                  <a:pt x="91577" y="62128"/>
                </a:lnTo>
                <a:lnTo>
                  <a:pt x="91469" y="63474"/>
                </a:lnTo>
                <a:lnTo>
                  <a:pt x="91351" y="64935"/>
                </a:lnTo>
                <a:lnTo>
                  <a:pt x="115011" y="69380"/>
                </a:lnTo>
                <a:lnTo>
                  <a:pt x="116484" y="66890"/>
                </a:lnTo>
                <a:lnTo>
                  <a:pt x="118642" y="64935"/>
                </a:lnTo>
                <a:lnTo>
                  <a:pt x="121500" y="63474"/>
                </a:lnTo>
                <a:lnTo>
                  <a:pt x="124205" y="62128"/>
                </a:lnTo>
                <a:lnTo>
                  <a:pt x="124002" y="62128"/>
                </a:lnTo>
                <a:lnTo>
                  <a:pt x="127268" y="61366"/>
                </a:lnTo>
                <a:lnTo>
                  <a:pt x="170201" y="61366"/>
                </a:lnTo>
                <a:lnTo>
                  <a:pt x="166293" y="54292"/>
                </a:lnTo>
                <a:lnTo>
                  <a:pt x="164967" y="52920"/>
                </a:lnTo>
                <a:lnTo>
                  <a:pt x="115658" y="52920"/>
                </a:lnTo>
                <a:lnTo>
                  <a:pt x="118198" y="26784"/>
                </a:lnTo>
                <a:lnTo>
                  <a:pt x="167284" y="26784"/>
                </a:lnTo>
                <a:lnTo>
                  <a:pt x="167284" y="5194"/>
                </a:lnTo>
                <a:close/>
              </a:path>
              <a:path w="753745" h="132714">
                <a:moveTo>
                  <a:pt x="145834" y="42316"/>
                </a:moveTo>
                <a:lnTo>
                  <a:pt x="133959" y="42316"/>
                </a:lnTo>
                <a:lnTo>
                  <a:pt x="129298" y="43332"/>
                </a:lnTo>
                <a:lnTo>
                  <a:pt x="121107" y="47332"/>
                </a:lnTo>
                <a:lnTo>
                  <a:pt x="118148" y="49860"/>
                </a:lnTo>
                <a:lnTo>
                  <a:pt x="116306" y="52920"/>
                </a:lnTo>
                <a:lnTo>
                  <a:pt x="164967" y="52920"/>
                </a:lnTo>
                <a:lnTo>
                  <a:pt x="162179" y="50037"/>
                </a:lnTo>
                <a:lnTo>
                  <a:pt x="156946" y="46977"/>
                </a:lnTo>
                <a:lnTo>
                  <a:pt x="151752" y="43865"/>
                </a:lnTo>
                <a:lnTo>
                  <a:pt x="145834" y="42316"/>
                </a:lnTo>
                <a:close/>
              </a:path>
              <a:path w="753745" h="132714">
                <a:moveTo>
                  <a:pt x="231330" y="3670"/>
                </a:moveTo>
                <a:lnTo>
                  <a:pt x="193992" y="21297"/>
                </a:lnTo>
                <a:lnTo>
                  <a:pt x="184518" y="60769"/>
                </a:lnTo>
                <a:lnTo>
                  <a:pt x="184823" y="68884"/>
                </a:lnTo>
                <a:lnTo>
                  <a:pt x="201469" y="108092"/>
                </a:lnTo>
                <a:lnTo>
                  <a:pt x="231330" y="118732"/>
                </a:lnTo>
                <a:lnTo>
                  <a:pt x="238352" y="118306"/>
                </a:lnTo>
                <a:lnTo>
                  <a:pt x="270069" y="96812"/>
                </a:lnTo>
                <a:lnTo>
                  <a:pt x="227507" y="96812"/>
                </a:lnTo>
                <a:lnTo>
                  <a:pt x="224129" y="95516"/>
                </a:lnTo>
                <a:lnTo>
                  <a:pt x="212064" y="60769"/>
                </a:lnTo>
                <a:lnTo>
                  <a:pt x="212405" y="52755"/>
                </a:lnTo>
                <a:lnTo>
                  <a:pt x="225590" y="25425"/>
                </a:lnTo>
                <a:lnTo>
                  <a:pt x="270615" y="25425"/>
                </a:lnTo>
                <a:lnTo>
                  <a:pt x="268782" y="21297"/>
                </a:lnTo>
                <a:lnTo>
                  <a:pt x="238330" y="4091"/>
                </a:lnTo>
                <a:lnTo>
                  <a:pt x="231330" y="3670"/>
                </a:lnTo>
                <a:close/>
              </a:path>
              <a:path w="753745" h="132714">
                <a:moveTo>
                  <a:pt x="270615" y="25425"/>
                </a:moveTo>
                <a:lnTo>
                  <a:pt x="235191" y="25425"/>
                </a:lnTo>
                <a:lnTo>
                  <a:pt x="238569" y="26708"/>
                </a:lnTo>
                <a:lnTo>
                  <a:pt x="244335" y="31838"/>
                </a:lnTo>
                <a:lnTo>
                  <a:pt x="246595" y="35737"/>
                </a:lnTo>
                <a:lnTo>
                  <a:pt x="249834" y="46164"/>
                </a:lnTo>
                <a:lnTo>
                  <a:pt x="250556" y="52018"/>
                </a:lnTo>
                <a:lnTo>
                  <a:pt x="250647" y="60769"/>
                </a:lnTo>
                <a:lnTo>
                  <a:pt x="250354" y="68884"/>
                </a:lnTo>
                <a:lnTo>
                  <a:pt x="237109" y="96812"/>
                </a:lnTo>
                <a:lnTo>
                  <a:pt x="270069" y="96812"/>
                </a:lnTo>
                <a:lnTo>
                  <a:pt x="278193" y="60769"/>
                </a:lnTo>
                <a:lnTo>
                  <a:pt x="277892" y="52755"/>
                </a:lnTo>
                <a:lnTo>
                  <a:pt x="277864" y="52018"/>
                </a:lnTo>
                <a:lnTo>
                  <a:pt x="276818" y="43941"/>
                </a:lnTo>
                <a:lnTo>
                  <a:pt x="275053" y="36541"/>
                </a:lnTo>
                <a:lnTo>
                  <a:pt x="272567" y="29819"/>
                </a:lnTo>
                <a:lnTo>
                  <a:pt x="270615" y="25425"/>
                </a:lnTo>
                <a:close/>
              </a:path>
              <a:path w="753745" h="132714">
                <a:moveTo>
                  <a:pt x="371703" y="0"/>
                </a:moveTo>
                <a:lnTo>
                  <a:pt x="349135" y="0"/>
                </a:lnTo>
                <a:lnTo>
                  <a:pt x="313423" y="132689"/>
                </a:lnTo>
                <a:lnTo>
                  <a:pt x="335991" y="132689"/>
                </a:lnTo>
                <a:lnTo>
                  <a:pt x="371703" y="0"/>
                </a:lnTo>
                <a:close/>
              </a:path>
              <a:path w="753745" h="132714">
                <a:moveTo>
                  <a:pt x="422071" y="5194"/>
                </a:moveTo>
                <a:lnTo>
                  <a:pt x="410438" y="5194"/>
                </a:lnTo>
                <a:lnTo>
                  <a:pt x="405816" y="26111"/>
                </a:lnTo>
                <a:lnTo>
                  <a:pt x="405726" y="26517"/>
                </a:lnTo>
                <a:lnTo>
                  <a:pt x="431673" y="26517"/>
                </a:lnTo>
                <a:lnTo>
                  <a:pt x="435927" y="27990"/>
                </a:lnTo>
                <a:lnTo>
                  <a:pt x="438416" y="30949"/>
                </a:lnTo>
                <a:lnTo>
                  <a:pt x="440944" y="33870"/>
                </a:lnTo>
                <a:lnTo>
                  <a:pt x="442226" y="37553"/>
                </a:lnTo>
                <a:lnTo>
                  <a:pt x="442226" y="44919"/>
                </a:lnTo>
                <a:lnTo>
                  <a:pt x="441591" y="47624"/>
                </a:lnTo>
                <a:lnTo>
                  <a:pt x="440359" y="50114"/>
                </a:lnTo>
                <a:lnTo>
                  <a:pt x="439178" y="52603"/>
                </a:lnTo>
                <a:lnTo>
                  <a:pt x="437349" y="54622"/>
                </a:lnTo>
                <a:lnTo>
                  <a:pt x="432485" y="57683"/>
                </a:lnTo>
                <a:lnTo>
                  <a:pt x="429399" y="58445"/>
                </a:lnTo>
                <a:lnTo>
                  <a:pt x="407835" y="58445"/>
                </a:lnTo>
                <a:lnTo>
                  <a:pt x="407733" y="73431"/>
                </a:lnTo>
                <a:lnTo>
                  <a:pt x="443877" y="116027"/>
                </a:lnTo>
                <a:lnTo>
                  <a:pt x="472186" y="116027"/>
                </a:lnTo>
                <a:lnTo>
                  <a:pt x="472186" y="114998"/>
                </a:lnTo>
                <a:lnTo>
                  <a:pt x="440258" y="75869"/>
                </a:lnTo>
                <a:lnTo>
                  <a:pt x="441286" y="75437"/>
                </a:lnTo>
                <a:lnTo>
                  <a:pt x="465366" y="56057"/>
                </a:lnTo>
                <a:lnTo>
                  <a:pt x="467283" y="51447"/>
                </a:lnTo>
                <a:lnTo>
                  <a:pt x="468249" y="45948"/>
                </a:lnTo>
                <a:lnTo>
                  <a:pt x="468249" y="32308"/>
                </a:lnTo>
                <a:lnTo>
                  <a:pt x="466741" y="26517"/>
                </a:lnTo>
                <a:lnTo>
                  <a:pt x="466636" y="26111"/>
                </a:lnTo>
                <a:lnTo>
                  <a:pt x="463725" y="21475"/>
                </a:lnTo>
                <a:lnTo>
                  <a:pt x="417906" y="21475"/>
                </a:lnTo>
                <a:lnTo>
                  <a:pt x="422071" y="5194"/>
                </a:lnTo>
                <a:close/>
              </a:path>
              <a:path w="753745" h="132714">
                <a:moveTo>
                  <a:pt x="440295" y="33121"/>
                </a:moveTo>
                <a:lnTo>
                  <a:pt x="409740" y="33121"/>
                </a:lnTo>
                <a:lnTo>
                  <a:pt x="405726" y="48971"/>
                </a:lnTo>
                <a:lnTo>
                  <a:pt x="440925" y="48971"/>
                </a:lnTo>
                <a:lnTo>
                  <a:pt x="441591" y="47624"/>
                </a:lnTo>
                <a:lnTo>
                  <a:pt x="442226" y="44919"/>
                </a:lnTo>
                <a:lnTo>
                  <a:pt x="442226" y="37553"/>
                </a:lnTo>
                <a:lnTo>
                  <a:pt x="440944" y="33870"/>
                </a:lnTo>
                <a:lnTo>
                  <a:pt x="440295" y="33121"/>
                </a:lnTo>
                <a:close/>
              </a:path>
              <a:path w="753745" h="132714">
                <a:moveTo>
                  <a:pt x="483171" y="33121"/>
                </a:moveTo>
                <a:lnTo>
                  <a:pt x="468249" y="33121"/>
                </a:lnTo>
                <a:lnTo>
                  <a:pt x="468249" y="45948"/>
                </a:lnTo>
                <a:lnTo>
                  <a:pt x="467718" y="48971"/>
                </a:lnTo>
                <a:lnTo>
                  <a:pt x="479171" y="48971"/>
                </a:lnTo>
                <a:lnTo>
                  <a:pt x="483171" y="33121"/>
                </a:lnTo>
                <a:close/>
              </a:path>
              <a:path w="753745" h="132714">
                <a:moveTo>
                  <a:pt x="434987" y="5194"/>
                </a:moveTo>
                <a:lnTo>
                  <a:pt x="422071" y="5194"/>
                </a:lnTo>
                <a:lnTo>
                  <a:pt x="417906" y="21475"/>
                </a:lnTo>
                <a:lnTo>
                  <a:pt x="463725" y="21475"/>
                </a:lnTo>
                <a:lnTo>
                  <a:pt x="460209" y="15874"/>
                </a:lnTo>
                <a:lnTo>
                  <a:pt x="455447" y="11950"/>
                </a:lnTo>
                <a:lnTo>
                  <a:pt x="442823" y="6540"/>
                </a:lnTo>
                <a:lnTo>
                  <a:pt x="434987" y="5194"/>
                </a:lnTo>
                <a:close/>
              </a:path>
              <a:path w="753745" h="132714">
                <a:moveTo>
                  <a:pt x="483336" y="5194"/>
                </a:moveTo>
                <a:lnTo>
                  <a:pt x="434987" y="5194"/>
                </a:lnTo>
                <a:lnTo>
                  <a:pt x="442823" y="6540"/>
                </a:lnTo>
                <a:lnTo>
                  <a:pt x="455447" y="11950"/>
                </a:lnTo>
                <a:lnTo>
                  <a:pt x="460209" y="15874"/>
                </a:lnTo>
                <a:lnTo>
                  <a:pt x="463725" y="21475"/>
                </a:lnTo>
                <a:lnTo>
                  <a:pt x="479144" y="21475"/>
                </a:lnTo>
                <a:lnTo>
                  <a:pt x="483336" y="5194"/>
                </a:lnTo>
                <a:close/>
              </a:path>
              <a:path w="753745" h="132714">
                <a:moveTo>
                  <a:pt x="545350" y="30187"/>
                </a:moveTo>
                <a:lnTo>
                  <a:pt x="518617" y="30187"/>
                </a:lnTo>
                <a:lnTo>
                  <a:pt x="518617" y="116027"/>
                </a:lnTo>
                <a:lnTo>
                  <a:pt x="545350" y="116027"/>
                </a:lnTo>
                <a:lnTo>
                  <a:pt x="545350" y="30187"/>
                </a:lnTo>
                <a:close/>
              </a:path>
              <a:path w="753745" h="132714">
                <a:moveTo>
                  <a:pt x="545350" y="5194"/>
                </a:moveTo>
                <a:lnTo>
                  <a:pt x="520509" y="5194"/>
                </a:lnTo>
                <a:lnTo>
                  <a:pt x="493179" y="22186"/>
                </a:lnTo>
                <a:lnTo>
                  <a:pt x="493179" y="45351"/>
                </a:lnTo>
                <a:lnTo>
                  <a:pt x="517969" y="30187"/>
                </a:lnTo>
                <a:lnTo>
                  <a:pt x="545350" y="30187"/>
                </a:lnTo>
                <a:lnTo>
                  <a:pt x="545350" y="5194"/>
                </a:lnTo>
                <a:close/>
              </a:path>
              <a:path w="753745" h="132714">
                <a:moveTo>
                  <a:pt x="645678" y="24561"/>
                </a:moveTo>
                <a:lnTo>
                  <a:pt x="608965" y="24561"/>
                </a:lnTo>
                <a:lnTo>
                  <a:pt x="611732" y="25196"/>
                </a:lnTo>
                <a:lnTo>
                  <a:pt x="616343" y="27546"/>
                </a:lnTo>
                <a:lnTo>
                  <a:pt x="618185" y="29235"/>
                </a:lnTo>
                <a:lnTo>
                  <a:pt x="620852" y="33604"/>
                </a:lnTo>
                <a:lnTo>
                  <a:pt x="621525" y="36220"/>
                </a:lnTo>
                <a:lnTo>
                  <a:pt x="621525" y="42024"/>
                </a:lnTo>
                <a:lnTo>
                  <a:pt x="566813" y="96761"/>
                </a:lnTo>
                <a:lnTo>
                  <a:pt x="566813" y="116027"/>
                </a:lnTo>
                <a:lnTo>
                  <a:pt x="648855" y="116027"/>
                </a:lnTo>
                <a:lnTo>
                  <a:pt x="648855" y="94437"/>
                </a:lnTo>
                <a:lnTo>
                  <a:pt x="603935" y="94437"/>
                </a:lnTo>
                <a:lnTo>
                  <a:pt x="603935" y="93725"/>
                </a:lnTo>
                <a:lnTo>
                  <a:pt x="617194" y="81495"/>
                </a:lnTo>
                <a:lnTo>
                  <a:pt x="622880" y="76433"/>
                </a:lnTo>
                <a:lnTo>
                  <a:pt x="627880" y="71742"/>
                </a:lnTo>
                <a:lnTo>
                  <a:pt x="647496" y="30530"/>
                </a:lnTo>
                <a:lnTo>
                  <a:pt x="645782" y="24714"/>
                </a:lnTo>
                <a:lnTo>
                  <a:pt x="645678" y="24561"/>
                </a:lnTo>
                <a:close/>
              </a:path>
              <a:path w="753745" h="132714">
                <a:moveTo>
                  <a:pt x="614451" y="3670"/>
                </a:moveTo>
                <a:lnTo>
                  <a:pt x="597890" y="3670"/>
                </a:lnTo>
                <a:lnTo>
                  <a:pt x="590727" y="5168"/>
                </a:lnTo>
                <a:lnTo>
                  <a:pt x="578421" y="11125"/>
                </a:lnTo>
                <a:lnTo>
                  <a:pt x="573659" y="15341"/>
                </a:lnTo>
                <a:lnTo>
                  <a:pt x="566877" y="26314"/>
                </a:lnTo>
                <a:lnTo>
                  <a:pt x="565188" y="32829"/>
                </a:lnTo>
                <a:lnTo>
                  <a:pt x="565188" y="40373"/>
                </a:lnTo>
                <a:lnTo>
                  <a:pt x="590562" y="40373"/>
                </a:lnTo>
                <a:lnTo>
                  <a:pt x="590562" y="37007"/>
                </a:lnTo>
                <a:lnTo>
                  <a:pt x="591197" y="34162"/>
                </a:lnTo>
                <a:lnTo>
                  <a:pt x="592455" y="31813"/>
                </a:lnTo>
                <a:lnTo>
                  <a:pt x="593763" y="29476"/>
                </a:lnTo>
                <a:lnTo>
                  <a:pt x="595566" y="27685"/>
                </a:lnTo>
                <a:lnTo>
                  <a:pt x="597877" y="26454"/>
                </a:lnTo>
                <a:lnTo>
                  <a:pt x="600176" y="25196"/>
                </a:lnTo>
                <a:lnTo>
                  <a:pt x="602869" y="24561"/>
                </a:lnTo>
                <a:lnTo>
                  <a:pt x="645678" y="24561"/>
                </a:lnTo>
                <a:lnTo>
                  <a:pt x="642353" y="19697"/>
                </a:lnTo>
                <a:lnTo>
                  <a:pt x="638962" y="14643"/>
                </a:lnTo>
                <a:lnTo>
                  <a:pt x="634174" y="10706"/>
                </a:lnTo>
                <a:lnTo>
                  <a:pt x="621950" y="5168"/>
                </a:lnTo>
                <a:lnTo>
                  <a:pt x="622214" y="5168"/>
                </a:lnTo>
                <a:lnTo>
                  <a:pt x="614451" y="3670"/>
                </a:lnTo>
                <a:close/>
              </a:path>
              <a:path w="753745" h="132714">
                <a:moveTo>
                  <a:pt x="706780" y="3670"/>
                </a:moveTo>
                <a:lnTo>
                  <a:pt x="669442" y="21297"/>
                </a:lnTo>
                <a:lnTo>
                  <a:pt x="659968" y="60769"/>
                </a:lnTo>
                <a:lnTo>
                  <a:pt x="660273" y="68884"/>
                </a:lnTo>
                <a:lnTo>
                  <a:pt x="676926" y="108092"/>
                </a:lnTo>
                <a:lnTo>
                  <a:pt x="706780" y="118732"/>
                </a:lnTo>
                <a:lnTo>
                  <a:pt x="713802" y="118306"/>
                </a:lnTo>
                <a:lnTo>
                  <a:pt x="745519" y="96812"/>
                </a:lnTo>
                <a:lnTo>
                  <a:pt x="702957" y="96812"/>
                </a:lnTo>
                <a:lnTo>
                  <a:pt x="699592" y="95516"/>
                </a:lnTo>
                <a:lnTo>
                  <a:pt x="687514" y="60769"/>
                </a:lnTo>
                <a:lnTo>
                  <a:pt x="687855" y="52755"/>
                </a:lnTo>
                <a:lnTo>
                  <a:pt x="701052" y="25425"/>
                </a:lnTo>
                <a:lnTo>
                  <a:pt x="746065" y="25425"/>
                </a:lnTo>
                <a:lnTo>
                  <a:pt x="744232" y="21297"/>
                </a:lnTo>
                <a:lnTo>
                  <a:pt x="713786" y="4091"/>
                </a:lnTo>
                <a:lnTo>
                  <a:pt x="706780" y="3670"/>
                </a:lnTo>
                <a:close/>
              </a:path>
              <a:path w="753745" h="132714">
                <a:moveTo>
                  <a:pt x="746065" y="25425"/>
                </a:moveTo>
                <a:lnTo>
                  <a:pt x="710641" y="25425"/>
                </a:lnTo>
                <a:lnTo>
                  <a:pt x="714019" y="26708"/>
                </a:lnTo>
                <a:lnTo>
                  <a:pt x="719785" y="31838"/>
                </a:lnTo>
                <a:lnTo>
                  <a:pt x="722045" y="35737"/>
                </a:lnTo>
                <a:lnTo>
                  <a:pt x="725297" y="46164"/>
                </a:lnTo>
                <a:lnTo>
                  <a:pt x="726018" y="52018"/>
                </a:lnTo>
                <a:lnTo>
                  <a:pt x="726109" y="60769"/>
                </a:lnTo>
                <a:lnTo>
                  <a:pt x="725810" y="68884"/>
                </a:lnTo>
                <a:lnTo>
                  <a:pt x="712558" y="96812"/>
                </a:lnTo>
                <a:lnTo>
                  <a:pt x="745519" y="96812"/>
                </a:lnTo>
                <a:lnTo>
                  <a:pt x="753656" y="60769"/>
                </a:lnTo>
                <a:lnTo>
                  <a:pt x="753348" y="52755"/>
                </a:lnTo>
                <a:lnTo>
                  <a:pt x="753319" y="52018"/>
                </a:lnTo>
                <a:lnTo>
                  <a:pt x="752270" y="43941"/>
                </a:lnTo>
                <a:lnTo>
                  <a:pt x="750503" y="36541"/>
                </a:lnTo>
                <a:lnTo>
                  <a:pt x="748017" y="29819"/>
                </a:lnTo>
                <a:lnTo>
                  <a:pt x="746065" y="25425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6" name="object 56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2950540" y="6218987"/>
            <a:ext cx="1076934" cy="225272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961817" y="7100329"/>
            <a:ext cx="1033144" cy="222465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130092" y="6526606"/>
            <a:ext cx="667854" cy="142557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3104692" y="6847243"/>
            <a:ext cx="863803" cy="139420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3180892" y="5399443"/>
            <a:ext cx="655726" cy="113868"/>
          </a:xfrm>
          <a:prstGeom prst="rect">
            <a:avLst/>
          </a:prstGeom>
        </p:spPr>
      </p:pic>
      <p:sp>
        <p:nvSpPr>
          <p:cNvPr id="61" name="object 61"/>
          <p:cNvSpPr/>
          <p:nvPr/>
        </p:nvSpPr>
        <p:spPr>
          <a:xfrm>
            <a:off x="3181561" y="5081943"/>
            <a:ext cx="602615" cy="114300"/>
          </a:xfrm>
          <a:custGeom>
            <a:avLst/>
            <a:gdLst/>
            <a:ahLst/>
            <a:cxnLst/>
            <a:rect l="l" t="t" r="r" b="b"/>
            <a:pathLst>
              <a:path w="602614" h="114300">
                <a:moveTo>
                  <a:pt x="54334" y="0"/>
                </a:moveTo>
                <a:lnTo>
                  <a:pt x="39513" y="0"/>
                </a:lnTo>
                <a:lnTo>
                  <a:pt x="33112" y="1358"/>
                </a:lnTo>
                <a:lnTo>
                  <a:pt x="1113" y="41249"/>
                </a:lnTo>
                <a:lnTo>
                  <a:pt x="1032" y="41516"/>
                </a:lnTo>
                <a:lnTo>
                  <a:pt x="0" y="49085"/>
                </a:lnTo>
                <a:lnTo>
                  <a:pt x="23" y="63931"/>
                </a:lnTo>
                <a:lnTo>
                  <a:pt x="132" y="66573"/>
                </a:lnTo>
                <a:lnTo>
                  <a:pt x="18114" y="105829"/>
                </a:lnTo>
                <a:lnTo>
                  <a:pt x="39983" y="113868"/>
                </a:lnTo>
                <a:lnTo>
                  <a:pt x="54525" y="113868"/>
                </a:lnTo>
                <a:lnTo>
                  <a:pt x="61967" y="112229"/>
                </a:lnTo>
                <a:lnTo>
                  <a:pt x="74857" y="105664"/>
                </a:lnTo>
                <a:lnTo>
                  <a:pt x="79899" y="101079"/>
                </a:lnTo>
                <a:lnTo>
                  <a:pt x="84702" y="93306"/>
                </a:lnTo>
                <a:lnTo>
                  <a:pt x="42599" y="93306"/>
                </a:lnTo>
                <a:lnTo>
                  <a:pt x="39678" y="92532"/>
                </a:lnTo>
                <a:lnTo>
                  <a:pt x="28829" y="78979"/>
                </a:lnTo>
                <a:lnTo>
                  <a:pt x="28885" y="72839"/>
                </a:lnTo>
                <a:lnTo>
                  <a:pt x="43514" y="57962"/>
                </a:lnTo>
                <a:lnTo>
                  <a:pt x="85481" y="57962"/>
                </a:lnTo>
                <a:lnTo>
                  <a:pt x="84012" y="55257"/>
                </a:lnTo>
                <a:lnTo>
                  <a:pt x="26292" y="55257"/>
                </a:lnTo>
                <a:lnTo>
                  <a:pt x="26356" y="45415"/>
                </a:lnTo>
                <a:lnTo>
                  <a:pt x="28058" y="37541"/>
                </a:lnTo>
                <a:lnTo>
                  <a:pt x="31372" y="31661"/>
                </a:lnTo>
                <a:lnTo>
                  <a:pt x="34725" y="25781"/>
                </a:lnTo>
                <a:lnTo>
                  <a:pt x="39805" y="22847"/>
                </a:lnTo>
                <a:lnTo>
                  <a:pt x="85373" y="22847"/>
                </a:lnTo>
                <a:lnTo>
                  <a:pt x="84954" y="21729"/>
                </a:lnTo>
                <a:lnTo>
                  <a:pt x="77804" y="11582"/>
                </a:lnTo>
                <a:lnTo>
                  <a:pt x="73041" y="7543"/>
                </a:lnTo>
                <a:lnTo>
                  <a:pt x="61179" y="1524"/>
                </a:lnTo>
                <a:lnTo>
                  <a:pt x="54334" y="0"/>
                </a:lnTo>
                <a:close/>
              </a:path>
              <a:path w="602614" h="114300">
                <a:moveTo>
                  <a:pt x="85481" y="57962"/>
                </a:moveTo>
                <a:lnTo>
                  <a:pt x="49254" y="57962"/>
                </a:lnTo>
                <a:lnTo>
                  <a:pt x="52573" y="58839"/>
                </a:lnTo>
                <a:lnTo>
                  <a:pt x="52355" y="58839"/>
                </a:lnTo>
                <a:lnTo>
                  <a:pt x="54753" y="60299"/>
                </a:lnTo>
                <a:lnTo>
                  <a:pt x="57357" y="61849"/>
                </a:lnTo>
                <a:lnTo>
                  <a:pt x="59376" y="63931"/>
                </a:lnTo>
                <a:lnTo>
                  <a:pt x="60811" y="66573"/>
                </a:lnTo>
                <a:lnTo>
                  <a:pt x="62297" y="69202"/>
                </a:lnTo>
                <a:lnTo>
                  <a:pt x="63021" y="72212"/>
                </a:lnTo>
                <a:lnTo>
                  <a:pt x="49165" y="93306"/>
                </a:lnTo>
                <a:lnTo>
                  <a:pt x="84702" y="93306"/>
                </a:lnTo>
                <a:lnTo>
                  <a:pt x="87095" y="89433"/>
                </a:lnTo>
                <a:lnTo>
                  <a:pt x="87710" y="87312"/>
                </a:lnTo>
                <a:lnTo>
                  <a:pt x="88992" y="82461"/>
                </a:lnTo>
                <a:lnTo>
                  <a:pt x="88992" y="67894"/>
                </a:lnTo>
                <a:lnTo>
                  <a:pt x="87579" y="61849"/>
                </a:lnTo>
                <a:lnTo>
                  <a:pt x="85481" y="57962"/>
                </a:lnTo>
                <a:close/>
              </a:path>
              <a:path w="602614" h="114300">
                <a:moveTo>
                  <a:pt x="61776" y="39293"/>
                </a:moveTo>
                <a:lnTo>
                  <a:pt x="50981" y="39293"/>
                </a:lnTo>
                <a:lnTo>
                  <a:pt x="47057" y="39941"/>
                </a:lnTo>
                <a:lnTo>
                  <a:pt x="43336" y="41249"/>
                </a:lnTo>
                <a:lnTo>
                  <a:pt x="39653" y="42506"/>
                </a:lnTo>
                <a:lnTo>
                  <a:pt x="36389" y="44323"/>
                </a:lnTo>
                <a:lnTo>
                  <a:pt x="30687" y="49085"/>
                </a:lnTo>
                <a:lnTo>
                  <a:pt x="28502" y="51943"/>
                </a:lnTo>
                <a:lnTo>
                  <a:pt x="26991" y="55257"/>
                </a:lnTo>
                <a:lnTo>
                  <a:pt x="84012" y="55257"/>
                </a:lnTo>
                <a:lnTo>
                  <a:pt x="81791" y="51168"/>
                </a:lnTo>
                <a:lnTo>
                  <a:pt x="77804" y="46964"/>
                </a:lnTo>
                <a:lnTo>
                  <a:pt x="67631" y="40830"/>
                </a:lnTo>
                <a:lnTo>
                  <a:pt x="61776" y="39293"/>
                </a:lnTo>
                <a:close/>
              </a:path>
              <a:path w="602614" h="114300">
                <a:moveTo>
                  <a:pt x="85373" y="22847"/>
                </a:moveTo>
                <a:lnTo>
                  <a:pt x="50257" y="22847"/>
                </a:lnTo>
                <a:lnTo>
                  <a:pt x="53432" y="23761"/>
                </a:lnTo>
                <a:lnTo>
                  <a:pt x="56112" y="25603"/>
                </a:lnTo>
                <a:lnTo>
                  <a:pt x="58817" y="27406"/>
                </a:lnTo>
                <a:lnTo>
                  <a:pt x="60570" y="30060"/>
                </a:lnTo>
                <a:lnTo>
                  <a:pt x="61357" y="33553"/>
                </a:lnTo>
                <a:lnTo>
                  <a:pt x="87710" y="33553"/>
                </a:lnTo>
                <a:lnTo>
                  <a:pt x="87067" y="27406"/>
                </a:lnTo>
                <a:lnTo>
                  <a:pt x="85373" y="22847"/>
                </a:lnTo>
                <a:close/>
              </a:path>
              <a:path w="602614" h="114300">
                <a:moveTo>
                  <a:pt x="115573" y="85940"/>
                </a:moveTo>
                <a:lnTo>
                  <a:pt x="107992" y="85940"/>
                </a:lnTo>
                <a:lnTo>
                  <a:pt x="104651" y="87312"/>
                </a:lnTo>
                <a:lnTo>
                  <a:pt x="99140" y="92760"/>
                </a:lnTo>
                <a:lnTo>
                  <a:pt x="97781" y="96024"/>
                </a:lnTo>
                <a:lnTo>
                  <a:pt x="97781" y="103746"/>
                </a:lnTo>
                <a:lnTo>
                  <a:pt x="99088" y="106946"/>
                </a:lnTo>
                <a:lnTo>
                  <a:pt x="101870" y="109816"/>
                </a:lnTo>
                <a:lnTo>
                  <a:pt x="104651" y="112560"/>
                </a:lnTo>
                <a:lnTo>
                  <a:pt x="107992" y="113931"/>
                </a:lnTo>
                <a:lnTo>
                  <a:pt x="114380" y="113931"/>
                </a:lnTo>
                <a:lnTo>
                  <a:pt x="116666" y="113296"/>
                </a:lnTo>
                <a:lnTo>
                  <a:pt x="118761" y="112026"/>
                </a:lnTo>
                <a:lnTo>
                  <a:pt x="120895" y="110769"/>
                </a:lnTo>
                <a:lnTo>
                  <a:pt x="122609" y="109067"/>
                </a:lnTo>
                <a:lnTo>
                  <a:pt x="125238" y="104813"/>
                </a:lnTo>
                <a:lnTo>
                  <a:pt x="125924" y="102450"/>
                </a:lnTo>
                <a:lnTo>
                  <a:pt x="125924" y="96024"/>
                </a:lnTo>
                <a:lnTo>
                  <a:pt x="124476" y="92760"/>
                </a:lnTo>
                <a:lnTo>
                  <a:pt x="121631" y="90055"/>
                </a:lnTo>
                <a:lnTo>
                  <a:pt x="118812" y="87312"/>
                </a:lnTo>
                <a:lnTo>
                  <a:pt x="115573" y="85940"/>
                </a:lnTo>
                <a:close/>
              </a:path>
              <a:path w="602614" h="114300">
                <a:moveTo>
                  <a:pt x="219051" y="20891"/>
                </a:moveTo>
                <a:lnTo>
                  <a:pt x="182337" y="20891"/>
                </a:lnTo>
                <a:lnTo>
                  <a:pt x="185092" y="21526"/>
                </a:lnTo>
                <a:lnTo>
                  <a:pt x="189716" y="23876"/>
                </a:lnTo>
                <a:lnTo>
                  <a:pt x="191558" y="25565"/>
                </a:lnTo>
                <a:lnTo>
                  <a:pt x="194225" y="29933"/>
                </a:lnTo>
                <a:lnTo>
                  <a:pt x="194885" y="32550"/>
                </a:lnTo>
                <a:lnTo>
                  <a:pt x="194885" y="38354"/>
                </a:lnTo>
                <a:lnTo>
                  <a:pt x="140173" y="93091"/>
                </a:lnTo>
                <a:lnTo>
                  <a:pt x="140173" y="112356"/>
                </a:lnTo>
                <a:lnTo>
                  <a:pt x="222215" y="112356"/>
                </a:lnTo>
                <a:lnTo>
                  <a:pt x="222215" y="90766"/>
                </a:lnTo>
                <a:lnTo>
                  <a:pt x="177295" y="90766"/>
                </a:lnTo>
                <a:lnTo>
                  <a:pt x="177295" y="90055"/>
                </a:lnTo>
                <a:lnTo>
                  <a:pt x="190554" y="77825"/>
                </a:lnTo>
                <a:lnTo>
                  <a:pt x="196248" y="72763"/>
                </a:lnTo>
                <a:lnTo>
                  <a:pt x="201249" y="68072"/>
                </a:lnTo>
                <a:lnTo>
                  <a:pt x="220869" y="26860"/>
                </a:lnTo>
                <a:lnTo>
                  <a:pt x="219155" y="21043"/>
                </a:lnTo>
                <a:lnTo>
                  <a:pt x="219051" y="20891"/>
                </a:lnTo>
                <a:close/>
              </a:path>
              <a:path w="602614" h="114300">
                <a:moveTo>
                  <a:pt x="187824" y="0"/>
                </a:moveTo>
                <a:lnTo>
                  <a:pt x="171263" y="0"/>
                </a:lnTo>
                <a:lnTo>
                  <a:pt x="164100" y="1498"/>
                </a:lnTo>
                <a:lnTo>
                  <a:pt x="151794" y="7454"/>
                </a:lnTo>
                <a:lnTo>
                  <a:pt x="147031" y="11671"/>
                </a:lnTo>
                <a:lnTo>
                  <a:pt x="140250" y="22644"/>
                </a:lnTo>
                <a:lnTo>
                  <a:pt x="138548" y="29159"/>
                </a:lnTo>
                <a:lnTo>
                  <a:pt x="138548" y="36703"/>
                </a:lnTo>
                <a:lnTo>
                  <a:pt x="163935" y="36703"/>
                </a:lnTo>
                <a:lnTo>
                  <a:pt x="163935" y="33337"/>
                </a:lnTo>
                <a:lnTo>
                  <a:pt x="164570" y="30492"/>
                </a:lnTo>
                <a:lnTo>
                  <a:pt x="176241" y="20891"/>
                </a:lnTo>
                <a:lnTo>
                  <a:pt x="219051" y="20891"/>
                </a:lnTo>
                <a:lnTo>
                  <a:pt x="215726" y="16027"/>
                </a:lnTo>
                <a:lnTo>
                  <a:pt x="212335" y="10972"/>
                </a:lnTo>
                <a:lnTo>
                  <a:pt x="207534" y="7035"/>
                </a:lnTo>
                <a:lnTo>
                  <a:pt x="195322" y="1498"/>
                </a:lnTo>
                <a:lnTo>
                  <a:pt x="195587" y="1498"/>
                </a:lnTo>
                <a:lnTo>
                  <a:pt x="187824" y="0"/>
                </a:lnTo>
                <a:close/>
              </a:path>
              <a:path w="602614" h="114300">
                <a:moveTo>
                  <a:pt x="291011" y="1524"/>
                </a:moveTo>
                <a:lnTo>
                  <a:pt x="264227" y="1524"/>
                </a:lnTo>
                <a:lnTo>
                  <a:pt x="264227" y="112356"/>
                </a:lnTo>
                <a:lnTo>
                  <a:pt x="337125" y="112356"/>
                </a:lnTo>
                <a:lnTo>
                  <a:pt x="337125" y="90601"/>
                </a:lnTo>
                <a:lnTo>
                  <a:pt x="291011" y="90601"/>
                </a:lnTo>
                <a:lnTo>
                  <a:pt x="291011" y="1524"/>
                </a:lnTo>
                <a:close/>
              </a:path>
              <a:path w="602614" h="114300">
                <a:moveTo>
                  <a:pt x="419778" y="46875"/>
                </a:moveTo>
                <a:lnTo>
                  <a:pt x="387290" y="46875"/>
                </a:lnTo>
                <a:lnTo>
                  <a:pt x="389868" y="47625"/>
                </a:lnTo>
                <a:lnTo>
                  <a:pt x="393691" y="50660"/>
                </a:lnTo>
                <a:lnTo>
                  <a:pt x="394643" y="52806"/>
                </a:lnTo>
                <a:lnTo>
                  <a:pt x="394643" y="57556"/>
                </a:lnTo>
                <a:lnTo>
                  <a:pt x="370729" y="63627"/>
                </a:lnTo>
                <a:lnTo>
                  <a:pt x="366754" y="64338"/>
                </a:lnTo>
                <a:lnTo>
                  <a:pt x="344046" y="84683"/>
                </a:lnTo>
                <a:lnTo>
                  <a:pt x="344046" y="94780"/>
                </a:lnTo>
                <a:lnTo>
                  <a:pt x="366068" y="113766"/>
                </a:lnTo>
                <a:lnTo>
                  <a:pt x="375238" y="113766"/>
                </a:lnTo>
                <a:lnTo>
                  <a:pt x="395507" y="100774"/>
                </a:lnTo>
                <a:lnTo>
                  <a:pt x="421059" y="100774"/>
                </a:lnTo>
                <a:lnTo>
                  <a:pt x="421059" y="96443"/>
                </a:lnTo>
                <a:lnTo>
                  <a:pt x="376520" y="96443"/>
                </a:lnTo>
                <a:lnTo>
                  <a:pt x="374006" y="95719"/>
                </a:lnTo>
                <a:lnTo>
                  <a:pt x="372025" y="94284"/>
                </a:lnTo>
                <a:lnTo>
                  <a:pt x="370081" y="92837"/>
                </a:lnTo>
                <a:lnTo>
                  <a:pt x="369104" y="90741"/>
                </a:lnTo>
                <a:lnTo>
                  <a:pt x="369104" y="86194"/>
                </a:lnTo>
                <a:lnTo>
                  <a:pt x="383353" y="77889"/>
                </a:lnTo>
                <a:lnTo>
                  <a:pt x="386020" y="77444"/>
                </a:lnTo>
                <a:lnTo>
                  <a:pt x="394808" y="74904"/>
                </a:lnTo>
                <a:lnTo>
                  <a:pt x="421059" y="74904"/>
                </a:lnTo>
                <a:lnTo>
                  <a:pt x="421059" y="51460"/>
                </a:lnTo>
                <a:lnTo>
                  <a:pt x="420153" y="47625"/>
                </a:lnTo>
                <a:lnTo>
                  <a:pt x="419778" y="46875"/>
                </a:lnTo>
                <a:close/>
              </a:path>
              <a:path w="602614" h="114300">
                <a:moveTo>
                  <a:pt x="421059" y="100774"/>
                </a:moveTo>
                <a:lnTo>
                  <a:pt x="396167" y="100774"/>
                </a:lnTo>
                <a:lnTo>
                  <a:pt x="396167" y="112356"/>
                </a:lnTo>
                <a:lnTo>
                  <a:pt x="421059" y="112356"/>
                </a:lnTo>
                <a:lnTo>
                  <a:pt x="421059" y="100774"/>
                </a:lnTo>
                <a:close/>
              </a:path>
              <a:path w="602614" h="114300">
                <a:moveTo>
                  <a:pt x="421059" y="74904"/>
                </a:moveTo>
                <a:lnTo>
                  <a:pt x="394808" y="74904"/>
                </a:lnTo>
                <a:lnTo>
                  <a:pt x="394808" y="85509"/>
                </a:lnTo>
                <a:lnTo>
                  <a:pt x="394123" y="87896"/>
                </a:lnTo>
                <a:lnTo>
                  <a:pt x="391379" y="91973"/>
                </a:lnTo>
                <a:lnTo>
                  <a:pt x="389538" y="93560"/>
                </a:lnTo>
                <a:lnTo>
                  <a:pt x="384953" y="95872"/>
                </a:lnTo>
                <a:lnTo>
                  <a:pt x="382400" y="96443"/>
                </a:lnTo>
                <a:lnTo>
                  <a:pt x="421059" y="96443"/>
                </a:lnTo>
                <a:lnTo>
                  <a:pt x="421059" y="74904"/>
                </a:lnTo>
                <a:close/>
              </a:path>
              <a:path w="602614" h="114300">
                <a:moveTo>
                  <a:pt x="389563" y="28143"/>
                </a:moveTo>
                <a:lnTo>
                  <a:pt x="376825" y="28143"/>
                </a:lnTo>
                <a:lnTo>
                  <a:pt x="370450" y="29298"/>
                </a:lnTo>
                <a:lnTo>
                  <a:pt x="347133" y="54559"/>
                </a:lnTo>
                <a:lnTo>
                  <a:pt x="371542" y="55422"/>
                </a:lnTo>
                <a:lnTo>
                  <a:pt x="372103" y="52806"/>
                </a:lnTo>
                <a:lnTo>
                  <a:pt x="373472" y="50660"/>
                </a:lnTo>
                <a:lnTo>
                  <a:pt x="377727" y="47625"/>
                </a:lnTo>
                <a:lnTo>
                  <a:pt x="380534" y="46875"/>
                </a:lnTo>
                <a:lnTo>
                  <a:pt x="419778" y="46875"/>
                </a:lnTo>
                <a:lnTo>
                  <a:pt x="416487" y="40690"/>
                </a:lnTo>
                <a:lnTo>
                  <a:pt x="413935" y="37795"/>
                </a:lnTo>
                <a:lnTo>
                  <a:pt x="410607" y="35458"/>
                </a:lnTo>
                <a:lnTo>
                  <a:pt x="407292" y="33070"/>
                </a:lnTo>
                <a:lnTo>
                  <a:pt x="403394" y="31267"/>
                </a:lnTo>
                <a:lnTo>
                  <a:pt x="394453" y="28778"/>
                </a:lnTo>
                <a:lnTo>
                  <a:pt x="389563" y="28143"/>
                </a:lnTo>
                <a:close/>
              </a:path>
              <a:path w="602614" h="114300">
                <a:moveTo>
                  <a:pt x="460658" y="1524"/>
                </a:moveTo>
                <a:lnTo>
                  <a:pt x="434191" y="1524"/>
                </a:lnTo>
                <a:lnTo>
                  <a:pt x="434191" y="112356"/>
                </a:lnTo>
                <a:lnTo>
                  <a:pt x="460658" y="112356"/>
                </a:lnTo>
                <a:lnTo>
                  <a:pt x="460658" y="90551"/>
                </a:lnTo>
                <a:lnTo>
                  <a:pt x="458054" y="90551"/>
                </a:lnTo>
                <a:lnTo>
                  <a:pt x="458168" y="59055"/>
                </a:lnTo>
                <a:lnTo>
                  <a:pt x="460658" y="59055"/>
                </a:lnTo>
                <a:lnTo>
                  <a:pt x="460658" y="1524"/>
                </a:lnTo>
                <a:close/>
              </a:path>
              <a:path w="602614" h="114300">
                <a:moveTo>
                  <a:pt x="485681" y="65459"/>
                </a:moveTo>
                <a:lnTo>
                  <a:pt x="480457" y="71869"/>
                </a:lnTo>
                <a:lnTo>
                  <a:pt x="473485" y="71869"/>
                </a:lnTo>
                <a:lnTo>
                  <a:pt x="466010" y="80918"/>
                </a:lnTo>
                <a:lnTo>
                  <a:pt x="485817" y="112356"/>
                </a:lnTo>
                <a:lnTo>
                  <a:pt x="516398" y="112356"/>
                </a:lnTo>
                <a:lnTo>
                  <a:pt x="485681" y="65459"/>
                </a:lnTo>
                <a:close/>
              </a:path>
              <a:path w="602614" h="114300">
                <a:moveTo>
                  <a:pt x="460658" y="59055"/>
                </a:moveTo>
                <a:lnTo>
                  <a:pt x="458168" y="59055"/>
                </a:lnTo>
                <a:lnTo>
                  <a:pt x="458054" y="90551"/>
                </a:lnTo>
                <a:lnTo>
                  <a:pt x="460658" y="87398"/>
                </a:lnTo>
                <a:lnTo>
                  <a:pt x="460658" y="59055"/>
                </a:lnTo>
                <a:close/>
              </a:path>
              <a:path w="602614" h="114300">
                <a:moveTo>
                  <a:pt x="460658" y="87398"/>
                </a:moveTo>
                <a:lnTo>
                  <a:pt x="458054" y="90551"/>
                </a:lnTo>
                <a:lnTo>
                  <a:pt x="460658" y="90551"/>
                </a:lnTo>
                <a:lnTo>
                  <a:pt x="460658" y="87398"/>
                </a:lnTo>
                <a:close/>
              </a:path>
              <a:path w="602614" h="114300">
                <a:moveTo>
                  <a:pt x="481486" y="59055"/>
                </a:moveTo>
                <a:lnTo>
                  <a:pt x="460658" y="59055"/>
                </a:lnTo>
                <a:lnTo>
                  <a:pt x="460658" y="87398"/>
                </a:lnTo>
                <a:lnTo>
                  <a:pt x="466010" y="80918"/>
                </a:lnTo>
                <a:lnTo>
                  <a:pt x="464061" y="77825"/>
                </a:lnTo>
                <a:lnTo>
                  <a:pt x="481486" y="59055"/>
                </a:lnTo>
                <a:close/>
              </a:path>
              <a:path w="602614" h="114300">
                <a:moveTo>
                  <a:pt x="481486" y="59055"/>
                </a:moveTo>
                <a:lnTo>
                  <a:pt x="464061" y="77825"/>
                </a:lnTo>
                <a:lnTo>
                  <a:pt x="466010" y="80918"/>
                </a:lnTo>
                <a:lnTo>
                  <a:pt x="473485" y="71869"/>
                </a:lnTo>
                <a:lnTo>
                  <a:pt x="480457" y="71869"/>
                </a:lnTo>
                <a:lnTo>
                  <a:pt x="485681" y="65459"/>
                </a:lnTo>
                <a:lnTo>
                  <a:pt x="481486" y="59055"/>
                </a:lnTo>
                <a:close/>
              </a:path>
              <a:path w="602614" h="114300">
                <a:moveTo>
                  <a:pt x="515204" y="29235"/>
                </a:moveTo>
                <a:lnTo>
                  <a:pt x="485220" y="29235"/>
                </a:lnTo>
                <a:lnTo>
                  <a:pt x="461789" y="59055"/>
                </a:lnTo>
                <a:lnTo>
                  <a:pt x="481486" y="59055"/>
                </a:lnTo>
                <a:lnTo>
                  <a:pt x="485681" y="65459"/>
                </a:lnTo>
                <a:lnTo>
                  <a:pt x="515204" y="29235"/>
                </a:lnTo>
                <a:close/>
              </a:path>
              <a:path w="602614" h="114300">
                <a:moveTo>
                  <a:pt x="547234" y="1524"/>
                </a:moveTo>
                <a:lnTo>
                  <a:pt x="521631" y="1524"/>
                </a:lnTo>
                <a:lnTo>
                  <a:pt x="521631" y="112356"/>
                </a:lnTo>
                <a:lnTo>
                  <a:pt x="548097" y="112356"/>
                </a:lnTo>
                <a:lnTo>
                  <a:pt x="548135" y="61772"/>
                </a:lnTo>
                <a:lnTo>
                  <a:pt x="548720" y="59067"/>
                </a:lnTo>
                <a:lnTo>
                  <a:pt x="559388" y="49847"/>
                </a:lnTo>
                <a:lnTo>
                  <a:pt x="601327" y="49847"/>
                </a:lnTo>
                <a:lnTo>
                  <a:pt x="600840" y="47612"/>
                </a:lnTo>
                <a:lnTo>
                  <a:pt x="599232" y="44488"/>
                </a:lnTo>
                <a:lnTo>
                  <a:pt x="547234" y="44488"/>
                </a:lnTo>
                <a:lnTo>
                  <a:pt x="547234" y="1524"/>
                </a:lnTo>
                <a:close/>
              </a:path>
              <a:path w="602614" h="114300">
                <a:moveTo>
                  <a:pt x="601327" y="49847"/>
                </a:moveTo>
                <a:lnTo>
                  <a:pt x="566423" y="49847"/>
                </a:lnTo>
                <a:lnTo>
                  <a:pt x="569725" y="51142"/>
                </a:lnTo>
                <a:lnTo>
                  <a:pt x="574412" y="56337"/>
                </a:lnTo>
                <a:lnTo>
                  <a:pt x="575567" y="59956"/>
                </a:lnTo>
                <a:lnTo>
                  <a:pt x="575529" y="112356"/>
                </a:lnTo>
                <a:lnTo>
                  <a:pt x="601996" y="112356"/>
                </a:lnTo>
                <a:lnTo>
                  <a:pt x="601987" y="52882"/>
                </a:lnTo>
                <a:lnTo>
                  <a:pt x="601327" y="49847"/>
                </a:lnTo>
                <a:close/>
              </a:path>
              <a:path w="602614" h="114300">
                <a:moveTo>
                  <a:pt x="578946" y="28143"/>
                </a:moveTo>
                <a:lnTo>
                  <a:pt x="566893" y="28143"/>
                </a:lnTo>
                <a:lnTo>
                  <a:pt x="561636" y="29591"/>
                </a:lnTo>
                <a:lnTo>
                  <a:pt x="553088" y="35369"/>
                </a:lnTo>
                <a:lnTo>
                  <a:pt x="550028" y="39370"/>
                </a:lnTo>
                <a:lnTo>
                  <a:pt x="548148" y="44488"/>
                </a:lnTo>
                <a:lnTo>
                  <a:pt x="599232" y="44488"/>
                </a:lnTo>
                <a:lnTo>
                  <a:pt x="596040" y="38227"/>
                </a:lnTo>
                <a:lnTo>
                  <a:pt x="592687" y="34607"/>
                </a:lnTo>
                <a:lnTo>
                  <a:pt x="584026" y="29451"/>
                </a:lnTo>
                <a:lnTo>
                  <a:pt x="578946" y="28143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2" name="object 62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3016453" y="4519472"/>
            <a:ext cx="1008316" cy="132689"/>
          </a:xfrm>
          <a:prstGeom prst="rect">
            <a:avLst/>
          </a:prstGeom>
        </p:spPr>
      </p:pic>
      <p:sp>
        <p:nvSpPr>
          <p:cNvPr id="63" name="object 63"/>
          <p:cNvSpPr/>
          <p:nvPr/>
        </p:nvSpPr>
        <p:spPr>
          <a:xfrm>
            <a:off x="3245205" y="4227906"/>
            <a:ext cx="319405" cy="120650"/>
          </a:xfrm>
          <a:custGeom>
            <a:avLst/>
            <a:gdLst/>
            <a:ahLst/>
            <a:cxnLst/>
            <a:rect l="l" t="t" r="r" b="b"/>
            <a:pathLst>
              <a:path w="319404" h="120650">
                <a:moveTo>
                  <a:pt x="52590" y="3136"/>
                </a:moveTo>
                <a:lnTo>
                  <a:pt x="36931" y="3136"/>
                </a:lnTo>
                <a:lnTo>
                  <a:pt x="29946" y="4444"/>
                </a:lnTo>
                <a:lnTo>
                  <a:pt x="4128" y="39255"/>
                </a:lnTo>
                <a:lnTo>
                  <a:pt x="5496" y="43027"/>
                </a:lnTo>
                <a:lnTo>
                  <a:pt x="24904" y="57581"/>
                </a:lnTo>
                <a:lnTo>
                  <a:pt x="24904" y="58458"/>
                </a:lnTo>
                <a:lnTo>
                  <a:pt x="0" y="91503"/>
                </a:lnTo>
                <a:lnTo>
                  <a:pt x="1917" y="96875"/>
                </a:lnTo>
                <a:lnTo>
                  <a:pt x="36144" y="117005"/>
                </a:lnTo>
                <a:lnTo>
                  <a:pt x="53416" y="117005"/>
                </a:lnTo>
                <a:lnTo>
                  <a:pt x="61099" y="115633"/>
                </a:lnTo>
                <a:lnTo>
                  <a:pt x="74561" y="110121"/>
                </a:lnTo>
                <a:lnTo>
                  <a:pt x="79870" y="106362"/>
                </a:lnTo>
                <a:lnTo>
                  <a:pt x="86661" y="98018"/>
                </a:lnTo>
                <a:lnTo>
                  <a:pt x="41516" y="98018"/>
                </a:lnTo>
                <a:lnTo>
                  <a:pt x="38691" y="97396"/>
                </a:lnTo>
                <a:lnTo>
                  <a:pt x="28092" y="86156"/>
                </a:lnTo>
                <a:lnTo>
                  <a:pt x="28092" y="80454"/>
                </a:lnTo>
                <a:lnTo>
                  <a:pt x="41592" y="68465"/>
                </a:lnTo>
                <a:lnTo>
                  <a:pt x="83384" y="68465"/>
                </a:lnTo>
                <a:lnTo>
                  <a:pt x="80962" y="65900"/>
                </a:lnTo>
                <a:lnTo>
                  <a:pt x="77177" y="63372"/>
                </a:lnTo>
                <a:lnTo>
                  <a:pt x="73431" y="60820"/>
                </a:lnTo>
                <a:lnTo>
                  <a:pt x="69240" y="59169"/>
                </a:lnTo>
                <a:lnTo>
                  <a:pt x="64617" y="58458"/>
                </a:lnTo>
                <a:lnTo>
                  <a:pt x="64617" y="57581"/>
                </a:lnTo>
                <a:lnTo>
                  <a:pt x="70650" y="56464"/>
                </a:lnTo>
                <a:lnTo>
                  <a:pt x="75615" y="53657"/>
                </a:lnTo>
                <a:lnTo>
                  <a:pt x="79137" y="49580"/>
                </a:lnTo>
                <a:lnTo>
                  <a:pt x="41986" y="49580"/>
                </a:lnTo>
                <a:lnTo>
                  <a:pt x="39875" y="49085"/>
                </a:lnTo>
                <a:lnTo>
                  <a:pt x="39666" y="49085"/>
                </a:lnTo>
                <a:lnTo>
                  <a:pt x="37287" y="47840"/>
                </a:lnTo>
                <a:lnTo>
                  <a:pt x="30264" y="38646"/>
                </a:lnTo>
                <a:lnTo>
                  <a:pt x="30264" y="33451"/>
                </a:lnTo>
                <a:lnTo>
                  <a:pt x="37236" y="24523"/>
                </a:lnTo>
                <a:lnTo>
                  <a:pt x="39446" y="23367"/>
                </a:lnTo>
                <a:lnTo>
                  <a:pt x="41948" y="22783"/>
                </a:lnTo>
                <a:lnTo>
                  <a:pt x="83838" y="22783"/>
                </a:lnTo>
                <a:lnTo>
                  <a:pt x="83642" y="22212"/>
                </a:lnTo>
                <a:lnTo>
                  <a:pt x="80098" y="17703"/>
                </a:lnTo>
                <a:lnTo>
                  <a:pt x="76606" y="13195"/>
                </a:lnTo>
                <a:lnTo>
                  <a:pt x="71780" y="9639"/>
                </a:lnTo>
                <a:lnTo>
                  <a:pt x="59550" y="4444"/>
                </a:lnTo>
                <a:lnTo>
                  <a:pt x="52590" y="3136"/>
                </a:lnTo>
                <a:close/>
              </a:path>
              <a:path w="319404" h="120650">
                <a:moveTo>
                  <a:pt x="83384" y="68465"/>
                </a:moveTo>
                <a:lnTo>
                  <a:pt x="47967" y="68465"/>
                </a:lnTo>
                <a:lnTo>
                  <a:pt x="50825" y="69113"/>
                </a:lnTo>
                <a:lnTo>
                  <a:pt x="53314" y="70408"/>
                </a:lnTo>
                <a:lnTo>
                  <a:pt x="55841" y="71678"/>
                </a:lnTo>
                <a:lnTo>
                  <a:pt x="57823" y="73418"/>
                </a:lnTo>
                <a:lnTo>
                  <a:pt x="60706" y="77901"/>
                </a:lnTo>
                <a:lnTo>
                  <a:pt x="61429" y="80454"/>
                </a:lnTo>
                <a:lnTo>
                  <a:pt x="61429" y="86156"/>
                </a:lnTo>
                <a:lnTo>
                  <a:pt x="48044" y="98018"/>
                </a:lnTo>
                <a:lnTo>
                  <a:pt x="86661" y="98018"/>
                </a:lnTo>
                <a:lnTo>
                  <a:pt x="87591" y="96875"/>
                </a:lnTo>
                <a:lnTo>
                  <a:pt x="89522" y="91503"/>
                </a:lnTo>
                <a:lnTo>
                  <a:pt x="89397" y="80454"/>
                </a:lnTo>
                <a:lnTo>
                  <a:pt x="88404" y="76720"/>
                </a:lnTo>
                <a:lnTo>
                  <a:pt x="86156" y="72897"/>
                </a:lnTo>
                <a:lnTo>
                  <a:pt x="83981" y="69113"/>
                </a:lnTo>
                <a:lnTo>
                  <a:pt x="83384" y="68465"/>
                </a:lnTo>
                <a:close/>
              </a:path>
              <a:path w="319404" h="120650">
                <a:moveTo>
                  <a:pt x="83838" y="22783"/>
                </a:moveTo>
                <a:lnTo>
                  <a:pt x="47612" y="22783"/>
                </a:lnTo>
                <a:lnTo>
                  <a:pt x="50114" y="23367"/>
                </a:lnTo>
                <a:lnTo>
                  <a:pt x="52285" y="24523"/>
                </a:lnTo>
                <a:lnTo>
                  <a:pt x="54444" y="25641"/>
                </a:lnTo>
                <a:lnTo>
                  <a:pt x="56146" y="27190"/>
                </a:lnTo>
                <a:lnTo>
                  <a:pt x="57365" y="29171"/>
                </a:lnTo>
                <a:lnTo>
                  <a:pt x="58635" y="31153"/>
                </a:lnTo>
                <a:lnTo>
                  <a:pt x="59270" y="33451"/>
                </a:lnTo>
                <a:lnTo>
                  <a:pt x="59270" y="38646"/>
                </a:lnTo>
                <a:lnTo>
                  <a:pt x="58635" y="40970"/>
                </a:lnTo>
                <a:lnTo>
                  <a:pt x="57365" y="43027"/>
                </a:lnTo>
                <a:lnTo>
                  <a:pt x="56146" y="45084"/>
                </a:lnTo>
                <a:lnTo>
                  <a:pt x="54432" y="46685"/>
                </a:lnTo>
                <a:lnTo>
                  <a:pt x="49895" y="49085"/>
                </a:lnTo>
                <a:lnTo>
                  <a:pt x="49684" y="49085"/>
                </a:lnTo>
                <a:lnTo>
                  <a:pt x="47574" y="49580"/>
                </a:lnTo>
                <a:lnTo>
                  <a:pt x="79137" y="49580"/>
                </a:lnTo>
                <a:lnTo>
                  <a:pt x="83439" y="44602"/>
                </a:lnTo>
                <a:lnTo>
                  <a:pt x="85407" y="39255"/>
                </a:lnTo>
                <a:lnTo>
                  <a:pt x="85350" y="27190"/>
                </a:lnTo>
                <a:lnTo>
                  <a:pt x="83838" y="22783"/>
                </a:lnTo>
                <a:close/>
              </a:path>
              <a:path w="319404" h="120650">
                <a:moveTo>
                  <a:pt x="147243" y="3136"/>
                </a:moveTo>
                <a:lnTo>
                  <a:pt x="109905" y="20764"/>
                </a:lnTo>
                <a:lnTo>
                  <a:pt x="100431" y="60236"/>
                </a:lnTo>
                <a:lnTo>
                  <a:pt x="100736" y="68351"/>
                </a:lnTo>
                <a:lnTo>
                  <a:pt x="117384" y="107559"/>
                </a:lnTo>
                <a:lnTo>
                  <a:pt x="147243" y="118198"/>
                </a:lnTo>
                <a:lnTo>
                  <a:pt x="154265" y="117772"/>
                </a:lnTo>
                <a:lnTo>
                  <a:pt x="185983" y="96278"/>
                </a:lnTo>
                <a:lnTo>
                  <a:pt x="143421" y="96278"/>
                </a:lnTo>
                <a:lnTo>
                  <a:pt x="140042" y="94983"/>
                </a:lnTo>
                <a:lnTo>
                  <a:pt x="127977" y="60236"/>
                </a:lnTo>
                <a:lnTo>
                  <a:pt x="128318" y="52222"/>
                </a:lnTo>
                <a:lnTo>
                  <a:pt x="141516" y="24891"/>
                </a:lnTo>
                <a:lnTo>
                  <a:pt x="186529" y="24891"/>
                </a:lnTo>
                <a:lnTo>
                  <a:pt x="184696" y="20764"/>
                </a:lnTo>
                <a:lnTo>
                  <a:pt x="154249" y="3557"/>
                </a:lnTo>
                <a:lnTo>
                  <a:pt x="147243" y="3136"/>
                </a:lnTo>
                <a:close/>
              </a:path>
              <a:path w="319404" h="120650">
                <a:moveTo>
                  <a:pt x="186529" y="24891"/>
                </a:moveTo>
                <a:lnTo>
                  <a:pt x="151104" y="24891"/>
                </a:lnTo>
                <a:lnTo>
                  <a:pt x="154482" y="26174"/>
                </a:lnTo>
                <a:lnTo>
                  <a:pt x="160248" y="31305"/>
                </a:lnTo>
                <a:lnTo>
                  <a:pt x="162509" y="35204"/>
                </a:lnTo>
                <a:lnTo>
                  <a:pt x="165760" y="45631"/>
                </a:lnTo>
                <a:lnTo>
                  <a:pt x="166482" y="51485"/>
                </a:lnTo>
                <a:lnTo>
                  <a:pt x="166573" y="60236"/>
                </a:lnTo>
                <a:lnTo>
                  <a:pt x="166273" y="68351"/>
                </a:lnTo>
                <a:lnTo>
                  <a:pt x="153022" y="96278"/>
                </a:lnTo>
                <a:lnTo>
                  <a:pt x="185983" y="96278"/>
                </a:lnTo>
                <a:lnTo>
                  <a:pt x="194119" y="60236"/>
                </a:lnTo>
                <a:lnTo>
                  <a:pt x="193811" y="52222"/>
                </a:lnTo>
                <a:lnTo>
                  <a:pt x="193783" y="51485"/>
                </a:lnTo>
                <a:lnTo>
                  <a:pt x="192733" y="43408"/>
                </a:lnTo>
                <a:lnTo>
                  <a:pt x="190967" y="36008"/>
                </a:lnTo>
                <a:lnTo>
                  <a:pt x="188480" y="29286"/>
                </a:lnTo>
                <a:lnTo>
                  <a:pt x="186529" y="24891"/>
                </a:lnTo>
                <a:close/>
              </a:path>
              <a:path w="319404" h="120650">
                <a:moveTo>
                  <a:pt x="286388" y="99390"/>
                </a:moveTo>
                <a:lnTo>
                  <a:pt x="268507" y="99390"/>
                </a:lnTo>
                <a:lnTo>
                  <a:pt x="269474" y="103530"/>
                </a:lnTo>
                <a:lnTo>
                  <a:pt x="288277" y="120141"/>
                </a:lnTo>
                <a:lnTo>
                  <a:pt x="299199" y="120141"/>
                </a:lnTo>
                <a:lnTo>
                  <a:pt x="303822" y="118973"/>
                </a:lnTo>
                <a:lnTo>
                  <a:pt x="311404" y="114287"/>
                </a:lnTo>
                <a:lnTo>
                  <a:pt x="314274" y="111188"/>
                </a:lnTo>
                <a:lnTo>
                  <a:pt x="317610" y="104559"/>
                </a:lnTo>
                <a:lnTo>
                  <a:pt x="290690" y="104559"/>
                </a:lnTo>
                <a:lnTo>
                  <a:pt x="288657" y="103530"/>
                </a:lnTo>
                <a:lnTo>
                  <a:pt x="287426" y="101371"/>
                </a:lnTo>
                <a:lnTo>
                  <a:pt x="286388" y="99390"/>
                </a:lnTo>
                <a:close/>
              </a:path>
              <a:path w="319404" h="120650">
                <a:moveTo>
                  <a:pt x="245030" y="99390"/>
                </a:moveTo>
                <a:lnTo>
                  <a:pt x="230248" y="99390"/>
                </a:lnTo>
                <a:lnTo>
                  <a:pt x="219176" y="115493"/>
                </a:lnTo>
                <a:lnTo>
                  <a:pt x="233959" y="115493"/>
                </a:lnTo>
                <a:lnTo>
                  <a:pt x="245030" y="99390"/>
                </a:lnTo>
                <a:close/>
              </a:path>
              <a:path w="319404" h="120650">
                <a:moveTo>
                  <a:pt x="319108" y="99390"/>
                </a:moveTo>
                <a:lnTo>
                  <a:pt x="301167" y="99390"/>
                </a:lnTo>
                <a:lnTo>
                  <a:pt x="299008" y="103530"/>
                </a:lnTo>
                <a:lnTo>
                  <a:pt x="296900" y="104559"/>
                </a:lnTo>
                <a:lnTo>
                  <a:pt x="317610" y="104559"/>
                </a:lnTo>
                <a:lnTo>
                  <a:pt x="318128" y="103530"/>
                </a:lnTo>
                <a:lnTo>
                  <a:pt x="319108" y="99390"/>
                </a:lnTo>
                <a:close/>
              </a:path>
              <a:path w="319404" h="120650">
                <a:moveTo>
                  <a:pt x="268478" y="99263"/>
                </a:moveTo>
                <a:lnTo>
                  <a:pt x="245118" y="99263"/>
                </a:lnTo>
                <a:lnTo>
                  <a:pt x="245030" y="99390"/>
                </a:lnTo>
                <a:lnTo>
                  <a:pt x="268507" y="99390"/>
                </a:lnTo>
                <a:lnTo>
                  <a:pt x="268478" y="99263"/>
                </a:lnTo>
                <a:close/>
              </a:path>
              <a:path w="319404" h="120650">
                <a:moveTo>
                  <a:pt x="301198" y="99263"/>
                </a:moveTo>
                <a:lnTo>
                  <a:pt x="286322" y="99263"/>
                </a:lnTo>
                <a:lnTo>
                  <a:pt x="286388" y="99390"/>
                </a:lnTo>
                <a:lnTo>
                  <a:pt x="301167" y="99390"/>
                </a:lnTo>
                <a:lnTo>
                  <a:pt x="301198" y="99263"/>
                </a:lnTo>
                <a:close/>
              </a:path>
              <a:path w="319404" h="120650">
                <a:moveTo>
                  <a:pt x="310159" y="4660"/>
                </a:moveTo>
                <a:lnTo>
                  <a:pt x="295376" y="4660"/>
                </a:lnTo>
                <a:lnTo>
                  <a:pt x="230335" y="99263"/>
                </a:lnTo>
                <a:lnTo>
                  <a:pt x="245118" y="99263"/>
                </a:lnTo>
                <a:lnTo>
                  <a:pt x="310159" y="4660"/>
                </a:lnTo>
                <a:close/>
              </a:path>
              <a:path w="319404" h="120650">
                <a:moveTo>
                  <a:pt x="299275" y="63436"/>
                </a:moveTo>
                <a:lnTo>
                  <a:pt x="288340" y="63436"/>
                </a:lnTo>
                <a:lnTo>
                  <a:pt x="283768" y="64604"/>
                </a:lnTo>
                <a:lnTo>
                  <a:pt x="268478" y="84315"/>
                </a:lnTo>
                <a:lnTo>
                  <a:pt x="268478" y="99263"/>
                </a:lnTo>
                <a:lnTo>
                  <a:pt x="286315" y="99263"/>
                </a:lnTo>
                <a:lnTo>
                  <a:pt x="285778" y="97129"/>
                </a:lnTo>
                <a:lnTo>
                  <a:pt x="285750" y="86448"/>
                </a:lnTo>
                <a:lnTo>
                  <a:pt x="290728" y="78803"/>
                </a:lnTo>
                <a:lnTo>
                  <a:pt x="317540" y="78803"/>
                </a:lnTo>
                <a:lnTo>
                  <a:pt x="316217" y="76199"/>
                </a:lnTo>
                <a:lnTo>
                  <a:pt x="314331" y="72402"/>
                </a:lnTo>
                <a:lnTo>
                  <a:pt x="311489" y="69291"/>
                </a:lnTo>
                <a:lnTo>
                  <a:pt x="307670" y="66954"/>
                </a:lnTo>
                <a:lnTo>
                  <a:pt x="303911" y="64604"/>
                </a:lnTo>
                <a:lnTo>
                  <a:pt x="299275" y="63436"/>
                </a:lnTo>
                <a:close/>
              </a:path>
              <a:path w="319404" h="120650">
                <a:moveTo>
                  <a:pt x="317540" y="78803"/>
                </a:moveTo>
                <a:lnTo>
                  <a:pt x="297002" y="78803"/>
                </a:lnTo>
                <a:lnTo>
                  <a:pt x="299135" y="79882"/>
                </a:lnTo>
                <a:lnTo>
                  <a:pt x="300139" y="82041"/>
                </a:lnTo>
                <a:lnTo>
                  <a:pt x="301225" y="84315"/>
                </a:lnTo>
                <a:lnTo>
                  <a:pt x="301713" y="86448"/>
                </a:lnTo>
                <a:lnTo>
                  <a:pt x="301713" y="97129"/>
                </a:lnTo>
                <a:lnTo>
                  <a:pt x="301198" y="99263"/>
                </a:lnTo>
                <a:lnTo>
                  <a:pt x="319138" y="99263"/>
                </a:lnTo>
                <a:lnTo>
                  <a:pt x="319138" y="84315"/>
                </a:lnTo>
                <a:lnTo>
                  <a:pt x="318180" y="80111"/>
                </a:lnTo>
                <a:lnTo>
                  <a:pt x="318089" y="79882"/>
                </a:lnTo>
                <a:lnTo>
                  <a:pt x="317540" y="78803"/>
                </a:lnTo>
                <a:close/>
              </a:path>
              <a:path w="319404" h="120650">
                <a:moveTo>
                  <a:pt x="241808" y="0"/>
                </a:moveTo>
                <a:lnTo>
                  <a:pt x="230936" y="0"/>
                </a:lnTo>
                <a:lnTo>
                  <a:pt x="226402" y="1181"/>
                </a:lnTo>
                <a:lnTo>
                  <a:pt x="218897" y="5829"/>
                </a:lnTo>
                <a:lnTo>
                  <a:pt x="216001" y="8915"/>
                </a:lnTo>
                <a:lnTo>
                  <a:pt x="212001" y="16598"/>
                </a:lnTo>
                <a:lnTo>
                  <a:pt x="211010" y="20878"/>
                </a:lnTo>
                <a:lnTo>
                  <a:pt x="211039" y="35953"/>
                </a:lnTo>
                <a:lnTo>
                  <a:pt x="230835" y="56502"/>
                </a:lnTo>
                <a:lnTo>
                  <a:pt x="241731" y="56502"/>
                </a:lnTo>
                <a:lnTo>
                  <a:pt x="246354" y="55371"/>
                </a:lnTo>
                <a:lnTo>
                  <a:pt x="253923" y="50825"/>
                </a:lnTo>
                <a:lnTo>
                  <a:pt x="256794" y="47777"/>
                </a:lnTo>
                <a:lnTo>
                  <a:pt x="258737" y="43941"/>
                </a:lnTo>
                <a:lnTo>
                  <a:pt x="260201" y="41135"/>
                </a:lnTo>
                <a:lnTo>
                  <a:pt x="233324" y="41135"/>
                </a:lnTo>
                <a:lnTo>
                  <a:pt x="231292" y="40119"/>
                </a:lnTo>
                <a:lnTo>
                  <a:pt x="230111" y="38049"/>
                </a:lnTo>
                <a:lnTo>
                  <a:pt x="228993" y="35953"/>
                </a:lnTo>
                <a:lnTo>
                  <a:pt x="228434" y="33705"/>
                </a:lnTo>
                <a:lnTo>
                  <a:pt x="228434" y="23126"/>
                </a:lnTo>
                <a:lnTo>
                  <a:pt x="228981" y="20878"/>
                </a:lnTo>
                <a:lnTo>
                  <a:pt x="230060" y="18668"/>
                </a:lnTo>
                <a:lnTo>
                  <a:pt x="231113" y="16598"/>
                </a:lnTo>
                <a:lnTo>
                  <a:pt x="230940" y="16598"/>
                </a:lnTo>
                <a:lnTo>
                  <a:pt x="233248" y="15366"/>
                </a:lnTo>
                <a:lnTo>
                  <a:pt x="260118" y="15366"/>
                </a:lnTo>
                <a:lnTo>
                  <a:pt x="256844" y="8915"/>
                </a:lnTo>
                <a:lnTo>
                  <a:pt x="253974" y="5829"/>
                </a:lnTo>
                <a:lnTo>
                  <a:pt x="250190" y="3517"/>
                </a:lnTo>
                <a:lnTo>
                  <a:pt x="246443" y="1181"/>
                </a:lnTo>
                <a:lnTo>
                  <a:pt x="241808" y="0"/>
                </a:lnTo>
                <a:close/>
              </a:path>
              <a:path w="319404" h="120650">
                <a:moveTo>
                  <a:pt x="260118" y="15366"/>
                </a:moveTo>
                <a:lnTo>
                  <a:pt x="239560" y="15366"/>
                </a:lnTo>
                <a:lnTo>
                  <a:pt x="241980" y="16598"/>
                </a:lnTo>
                <a:lnTo>
                  <a:pt x="241772" y="16598"/>
                </a:lnTo>
                <a:lnTo>
                  <a:pt x="242752" y="18668"/>
                </a:lnTo>
                <a:lnTo>
                  <a:pt x="243766" y="20878"/>
                </a:lnTo>
                <a:lnTo>
                  <a:pt x="244233" y="23126"/>
                </a:lnTo>
                <a:lnTo>
                  <a:pt x="244233" y="33705"/>
                </a:lnTo>
                <a:lnTo>
                  <a:pt x="243700" y="35953"/>
                </a:lnTo>
                <a:lnTo>
                  <a:pt x="241540" y="40119"/>
                </a:lnTo>
                <a:lnTo>
                  <a:pt x="239458" y="41135"/>
                </a:lnTo>
                <a:lnTo>
                  <a:pt x="260201" y="41135"/>
                </a:lnTo>
                <a:lnTo>
                  <a:pt x="260731" y="40119"/>
                </a:lnTo>
                <a:lnTo>
                  <a:pt x="261709" y="35953"/>
                </a:lnTo>
                <a:lnTo>
                  <a:pt x="261721" y="20878"/>
                </a:lnTo>
                <a:lnTo>
                  <a:pt x="260743" y="16598"/>
                </a:lnTo>
                <a:lnTo>
                  <a:pt x="260118" y="15366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308819" y="5663006"/>
            <a:ext cx="287655" cy="120650"/>
          </a:xfrm>
          <a:custGeom>
            <a:avLst/>
            <a:gdLst/>
            <a:ahLst/>
            <a:cxnLst/>
            <a:rect l="l" t="t" r="r" b="b"/>
            <a:pathLst>
              <a:path w="287654" h="120650">
                <a:moveTo>
                  <a:pt x="63969" y="4660"/>
                </a:moveTo>
                <a:lnTo>
                  <a:pt x="54063" y="4660"/>
                </a:lnTo>
                <a:lnTo>
                  <a:pt x="54063" y="81559"/>
                </a:lnTo>
                <a:lnTo>
                  <a:pt x="53517" y="90703"/>
                </a:lnTo>
                <a:lnTo>
                  <a:pt x="53517" y="115493"/>
                </a:lnTo>
                <a:lnTo>
                  <a:pt x="79121" y="115493"/>
                </a:lnTo>
                <a:lnTo>
                  <a:pt x="79121" y="33019"/>
                </a:lnTo>
                <a:lnTo>
                  <a:pt x="63969" y="33019"/>
                </a:lnTo>
                <a:lnTo>
                  <a:pt x="63969" y="4660"/>
                </a:lnTo>
                <a:close/>
              </a:path>
              <a:path w="287654" h="120650">
                <a:moveTo>
                  <a:pt x="54063" y="4660"/>
                </a:moveTo>
                <a:lnTo>
                  <a:pt x="45402" y="4660"/>
                </a:lnTo>
                <a:lnTo>
                  <a:pt x="0" y="76199"/>
                </a:lnTo>
                <a:lnTo>
                  <a:pt x="0" y="97091"/>
                </a:lnTo>
                <a:lnTo>
                  <a:pt x="53517" y="97091"/>
                </a:lnTo>
                <a:lnTo>
                  <a:pt x="53517" y="90703"/>
                </a:lnTo>
                <a:lnTo>
                  <a:pt x="54063" y="81559"/>
                </a:lnTo>
                <a:lnTo>
                  <a:pt x="54063" y="75984"/>
                </a:lnTo>
                <a:lnTo>
                  <a:pt x="26631" y="75984"/>
                </a:lnTo>
                <a:lnTo>
                  <a:pt x="26631" y="75120"/>
                </a:lnTo>
                <a:lnTo>
                  <a:pt x="53200" y="33019"/>
                </a:lnTo>
                <a:lnTo>
                  <a:pt x="54063" y="33019"/>
                </a:lnTo>
                <a:lnTo>
                  <a:pt x="54063" y="4660"/>
                </a:lnTo>
                <a:close/>
              </a:path>
              <a:path w="287654" h="120650">
                <a:moveTo>
                  <a:pt x="92379" y="75984"/>
                </a:moveTo>
                <a:lnTo>
                  <a:pt x="79121" y="75984"/>
                </a:lnTo>
                <a:lnTo>
                  <a:pt x="79121" y="97091"/>
                </a:lnTo>
                <a:lnTo>
                  <a:pt x="92379" y="97091"/>
                </a:lnTo>
                <a:lnTo>
                  <a:pt x="92379" y="75984"/>
                </a:lnTo>
                <a:close/>
              </a:path>
              <a:path w="287654" h="120650">
                <a:moveTo>
                  <a:pt x="79121" y="4660"/>
                </a:moveTo>
                <a:lnTo>
                  <a:pt x="63969" y="4660"/>
                </a:lnTo>
                <a:lnTo>
                  <a:pt x="63969" y="33019"/>
                </a:lnTo>
                <a:lnTo>
                  <a:pt x="79121" y="33019"/>
                </a:lnTo>
                <a:lnTo>
                  <a:pt x="79121" y="4660"/>
                </a:lnTo>
                <a:close/>
              </a:path>
              <a:path w="287654" h="120650">
                <a:moveTo>
                  <a:pt x="153136" y="29654"/>
                </a:moveTo>
                <a:lnTo>
                  <a:pt x="126403" y="29654"/>
                </a:lnTo>
                <a:lnTo>
                  <a:pt x="126403" y="115493"/>
                </a:lnTo>
                <a:lnTo>
                  <a:pt x="153136" y="115493"/>
                </a:lnTo>
                <a:lnTo>
                  <a:pt x="153136" y="29654"/>
                </a:lnTo>
                <a:close/>
              </a:path>
              <a:path w="287654" h="120650">
                <a:moveTo>
                  <a:pt x="153136" y="4660"/>
                </a:moveTo>
                <a:lnTo>
                  <a:pt x="128295" y="4660"/>
                </a:lnTo>
                <a:lnTo>
                  <a:pt x="100965" y="21653"/>
                </a:lnTo>
                <a:lnTo>
                  <a:pt x="100965" y="44818"/>
                </a:lnTo>
                <a:lnTo>
                  <a:pt x="125755" y="29654"/>
                </a:lnTo>
                <a:lnTo>
                  <a:pt x="153136" y="29654"/>
                </a:lnTo>
                <a:lnTo>
                  <a:pt x="153136" y="4660"/>
                </a:lnTo>
                <a:close/>
              </a:path>
              <a:path w="287654" h="120650">
                <a:moveTo>
                  <a:pt x="267462" y="63436"/>
                </a:moveTo>
                <a:lnTo>
                  <a:pt x="256527" y="63436"/>
                </a:lnTo>
                <a:lnTo>
                  <a:pt x="251942" y="64604"/>
                </a:lnTo>
                <a:lnTo>
                  <a:pt x="244449" y="69291"/>
                </a:lnTo>
                <a:lnTo>
                  <a:pt x="241579" y="72402"/>
                </a:lnTo>
                <a:lnTo>
                  <a:pt x="239585" y="76263"/>
                </a:lnTo>
                <a:lnTo>
                  <a:pt x="237757" y="79882"/>
                </a:lnTo>
                <a:lnTo>
                  <a:pt x="237642" y="80111"/>
                </a:lnTo>
                <a:lnTo>
                  <a:pt x="236664" y="84315"/>
                </a:lnTo>
                <a:lnTo>
                  <a:pt x="236693" y="99390"/>
                </a:lnTo>
                <a:lnTo>
                  <a:pt x="237661" y="103530"/>
                </a:lnTo>
                <a:lnTo>
                  <a:pt x="256463" y="120141"/>
                </a:lnTo>
                <a:lnTo>
                  <a:pt x="267385" y="120141"/>
                </a:lnTo>
                <a:lnTo>
                  <a:pt x="272008" y="118973"/>
                </a:lnTo>
                <a:lnTo>
                  <a:pt x="279590" y="114287"/>
                </a:lnTo>
                <a:lnTo>
                  <a:pt x="282448" y="111188"/>
                </a:lnTo>
                <a:lnTo>
                  <a:pt x="285795" y="104559"/>
                </a:lnTo>
                <a:lnTo>
                  <a:pt x="258876" y="104559"/>
                </a:lnTo>
                <a:lnTo>
                  <a:pt x="256843" y="103530"/>
                </a:lnTo>
                <a:lnTo>
                  <a:pt x="253936" y="86448"/>
                </a:lnTo>
                <a:lnTo>
                  <a:pt x="254472" y="84315"/>
                </a:lnTo>
                <a:lnTo>
                  <a:pt x="255656" y="82041"/>
                </a:lnTo>
                <a:lnTo>
                  <a:pt x="256696" y="80111"/>
                </a:lnTo>
                <a:lnTo>
                  <a:pt x="256819" y="79882"/>
                </a:lnTo>
                <a:lnTo>
                  <a:pt x="258914" y="78803"/>
                </a:lnTo>
                <a:lnTo>
                  <a:pt x="285727" y="78803"/>
                </a:lnTo>
                <a:lnTo>
                  <a:pt x="284436" y="76263"/>
                </a:lnTo>
                <a:lnTo>
                  <a:pt x="282517" y="72402"/>
                </a:lnTo>
                <a:lnTo>
                  <a:pt x="279676" y="69291"/>
                </a:lnTo>
                <a:lnTo>
                  <a:pt x="275856" y="66954"/>
                </a:lnTo>
                <a:lnTo>
                  <a:pt x="272097" y="64604"/>
                </a:lnTo>
                <a:lnTo>
                  <a:pt x="267462" y="63436"/>
                </a:lnTo>
                <a:close/>
              </a:path>
              <a:path w="287654" h="120650">
                <a:moveTo>
                  <a:pt x="278345" y="4660"/>
                </a:moveTo>
                <a:lnTo>
                  <a:pt x="263563" y="4660"/>
                </a:lnTo>
                <a:lnTo>
                  <a:pt x="187363" y="115493"/>
                </a:lnTo>
                <a:lnTo>
                  <a:pt x="202145" y="115493"/>
                </a:lnTo>
                <a:lnTo>
                  <a:pt x="278345" y="4660"/>
                </a:lnTo>
                <a:close/>
              </a:path>
              <a:path w="287654" h="120650">
                <a:moveTo>
                  <a:pt x="285727" y="78803"/>
                </a:moveTo>
                <a:lnTo>
                  <a:pt x="265188" y="78803"/>
                </a:lnTo>
                <a:lnTo>
                  <a:pt x="267322" y="79882"/>
                </a:lnTo>
                <a:lnTo>
                  <a:pt x="268325" y="82041"/>
                </a:lnTo>
                <a:lnTo>
                  <a:pt x="269411" y="84315"/>
                </a:lnTo>
                <a:lnTo>
                  <a:pt x="269900" y="86448"/>
                </a:lnTo>
                <a:lnTo>
                  <a:pt x="269900" y="97129"/>
                </a:lnTo>
                <a:lnTo>
                  <a:pt x="269384" y="99263"/>
                </a:lnTo>
                <a:lnTo>
                  <a:pt x="269354" y="99390"/>
                </a:lnTo>
                <a:lnTo>
                  <a:pt x="267195" y="103530"/>
                </a:lnTo>
                <a:lnTo>
                  <a:pt x="265087" y="104559"/>
                </a:lnTo>
                <a:lnTo>
                  <a:pt x="285795" y="104559"/>
                </a:lnTo>
                <a:lnTo>
                  <a:pt x="286314" y="103530"/>
                </a:lnTo>
                <a:lnTo>
                  <a:pt x="287295" y="99390"/>
                </a:lnTo>
                <a:lnTo>
                  <a:pt x="287324" y="84315"/>
                </a:lnTo>
                <a:lnTo>
                  <a:pt x="286367" y="80111"/>
                </a:lnTo>
                <a:lnTo>
                  <a:pt x="286275" y="79882"/>
                </a:lnTo>
                <a:lnTo>
                  <a:pt x="285727" y="78803"/>
                </a:lnTo>
                <a:close/>
              </a:path>
              <a:path w="287654" h="120650">
                <a:moveTo>
                  <a:pt x="209981" y="0"/>
                </a:moveTo>
                <a:lnTo>
                  <a:pt x="199123" y="0"/>
                </a:lnTo>
                <a:lnTo>
                  <a:pt x="194576" y="1181"/>
                </a:lnTo>
                <a:lnTo>
                  <a:pt x="187083" y="5829"/>
                </a:lnTo>
                <a:lnTo>
                  <a:pt x="184188" y="8915"/>
                </a:lnTo>
                <a:lnTo>
                  <a:pt x="180187" y="16598"/>
                </a:lnTo>
                <a:lnTo>
                  <a:pt x="179197" y="20878"/>
                </a:lnTo>
                <a:lnTo>
                  <a:pt x="179225" y="35953"/>
                </a:lnTo>
                <a:lnTo>
                  <a:pt x="199021" y="56502"/>
                </a:lnTo>
                <a:lnTo>
                  <a:pt x="209918" y="56502"/>
                </a:lnTo>
                <a:lnTo>
                  <a:pt x="214528" y="55371"/>
                </a:lnTo>
                <a:lnTo>
                  <a:pt x="222110" y="50825"/>
                </a:lnTo>
                <a:lnTo>
                  <a:pt x="224980" y="47777"/>
                </a:lnTo>
                <a:lnTo>
                  <a:pt x="226923" y="43941"/>
                </a:lnTo>
                <a:lnTo>
                  <a:pt x="228387" y="41135"/>
                </a:lnTo>
                <a:lnTo>
                  <a:pt x="201510" y="41135"/>
                </a:lnTo>
                <a:lnTo>
                  <a:pt x="199478" y="40119"/>
                </a:lnTo>
                <a:lnTo>
                  <a:pt x="198297" y="38049"/>
                </a:lnTo>
                <a:lnTo>
                  <a:pt x="197180" y="35953"/>
                </a:lnTo>
                <a:lnTo>
                  <a:pt x="196621" y="33705"/>
                </a:lnTo>
                <a:lnTo>
                  <a:pt x="196621" y="23126"/>
                </a:lnTo>
                <a:lnTo>
                  <a:pt x="197167" y="20878"/>
                </a:lnTo>
                <a:lnTo>
                  <a:pt x="198247" y="18668"/>
                </a:lnTo>
                <a:lnTo>
                  <a:pt x="199299" y="16598"/>
                </a:lnTo>
                <a:lnTo>
                  <a:pt x="199126" y="16598"/>
                </a:lnTo>
                <a:lnTo>
                  <a:pt x="201434" y="15366"/>
                </a:lnTo>
                <a:lnTo>
                  <a:pt x="228305" y="15366"/>
                </a:lnTo>
                <a:lnTo>
                  <a:pt x="225031" y="8915"/>
                </a:lnTo>
                <a:lnTo>
                  <a:pt x="222161" y="5829"/>
                </a:lnTo>
                <a:lnTo>
                  <a:pt x="218376" y="3517"/>
                </a:lnTo>
                <a:lnTo>
                  <a:pt x="214630" y="1181"/>
                </a:lnTo>
                <a:lnTo>
                  <a:pt x="209981" y="0"/>
                </a:lnTo>
                <a:close/>
              </a:path>
              <a:path w="287654" h="120650">
                <a:moveTo>
                  <a:pt x="228305" y="15366"/>
                </a:moveTo>
                <a:lnTo>
                  <a:pt x="207746" y="15366"/>
                </a:lnTo>
                <a:lnTo>
                  <a:pt x="210167" y="16598"/>
                </a:lnTo>
                <a:lnTo>
                  <a:pt x="209958" y="16598"/>
                </a:lnTo>
                <a:lnTo>
                  <a:pt x="210932" y="18668"/>
                </a:lnTo>
                <a:lnTo>
                  <a:pt x="211940" y="20878"/>
                </a:lnTo>
                <a:lnTo>
                  <a:pt x="212420" y="23126"/>
                </a:lnTo>
                <a:lnTo>
                  <a:pt x="212420" y="33705"/>
                </a:lnTo>
                <a:lnTo>
                  <a:pt x="211886" y="35953"/>
                </a:lnTo>
                <a:lnTo>
                  <a:pt x="209727" y="40119"/>
                </a:lnTo>
                <a:lnTo>
                  <a:pt x="207645" y="41135"/>
                </a:lnTo>
                <a:lnTo>
                  <a:pt x="228387" y="41135"/>
                </a:lnTo>
                <a:lnTo>
                  <a:pt x="228917" y="40119"/>
                </a:lnTo>
                <a:lnTo>
                  <a:pt x="229896" y="35953"/>
                </a:lnTo>
                <a:lnTo>
                  <a:pt x="229908" y="20878"/>
                </a:lnTo>
                <a:lnTo>
                  <a:pt x="228930" y="16598"/>
                </a:lnTo>
                <a:lnTo>
                  <a:pt x="228305" y="15366"/>
                </a:lnTo>
                <a:close/>
              </a:path>
            </a:pathLst>
          </a:custGeom>
          <a:solidFill>
            <a:srgbClr val="E13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5" name="object 65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81698" y="3977411"/>
            <a:ext cx="1861489" cy="155867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3179673" y="3379356"/>
            <a:ext cx="520001" cy="140639"/>
          </a:xfrm>
          <a:prstGeom prst="rect">
            <a:avLst/>
          </a:prstGeom>
        </p:spPr>
      </p:pic>
      <p:sp>
        <p:nvSpPr>
          <p:cNvPr id="67" name="object 67"/>
          <p:cNvSpPr/>
          <p:nvPr/>
        </p:nvSpPr>
        <p:spPr>
          <a:xfrm>
            <a:off x="6399034" y="3516008"/>
            <a:ext cx="475615" cy="118110"/>
          </a:xfrm>
          <a:custGeom>
            <a:avLst/>
            <a:gdLst/>
            <a:ahLst/>
            <a:cxnLst/>
            <a:rect l="l" t="t" r="r" b="b"/>
            <a:pathLst>
              <a:path w="475615" h="118110">
                <a:moveTo>
                  <a:pt x="24561" y="5359"/>
                </a:moveTo>
                <a:lnTo>
                  <a:pt x="0" y="5359"/>
                </a:lnTo>
                <a:lnTo>
                  <a:pt x="0" y="116192"/>
                </a:lnTo>
                <a:lnTo>
                  <a:pt x="19265" y="116192"/>
                </a:lnTo>
                <a:lnTo>
                  <a:pt x="19265" y="39878"/>
                </a:lnTo>
                <a:lnTo>
                  <a:pt x="38704" y="39878"/>
                </a:lnTo>
                <a:lnTo>
                  <a:pt x="24561" y="5359"/>
                </a:lnTo>
                <a:close/>
              </a:path>
              <a:path w="475615" h="118110">
                <a:moveTo>
                  <a:pt x="116243" y="40043"/>
                </a:moveTo>
                <a:lnTo>
                  <a:pt x="96977" y="40043"/>
                </a:lnTo>
                <a:lnTo>
                  <a:pt x="96977" y="116192"/>
                </a:lnTo>
                <a:lnTo>
                  <a:pt x="116243" y="116192"/>
                </a:lnTo>
                <a:lnTo>
                  <a:pt x="116243" y="40043"/>
                </a:lnTo>
                <a:close/>
              </a:path>
              <a:path w="475615" h="118110">
                <a:moveTo>
                  <a:pt x="38704" y="39878"/>
                </a:moveTo>
                <a:lnTo>
                  <a:pt x="20294" y="39878"/>
                </a:lnTo>
                <a:lnTo>
                  <a:pt x="50927" y="115862"/>
                </a:lnTo>
                <a:lnTo>
                  <a:pt x="65316" y="115862"/>
                </a:lnTo>
                <a:lnTo>
                  <a:pt x="77512" y="85674"/>
                </a:lnTo>
                <a:lnTo>
                  <a:pt x="57467" y="85674"/>
                </a:lnTo>
                <a:lnTo>
                  <a:pt x="38772" y="40043"/>
                </a:lnTo>
                <a:lnTo>
                  <a:pt x="38704" y="39878"/>
                </a:lnTo>
                <a:close/>
              </a:path>
              <a:path w="475615" h="118110">
                <a:moveTo>
                  <a:pt x="116243" y="5359"/>
                </a:moveTo>
                <a:lnTo>
                  <a:pt x="91681" y="5359"/>
                </a:lnTo>
                <a:lnTo>
                  <a:pt x="58775" y="85674"/>
                </a:lnTo>
                <a:lnTo>
                  <a:pt x="77512" y="85674"/>
                </a:lnTo>
                <a:lnTo>
                  <a:pt x="95948" y="40043"/>
                </a:lnTo>
                <a:lnTo>
                  <a:pt x="116243" y="40043"/>
                </a:lnTo>
                <a:lnTo>
                  <a:pt x="116243" y="5359"/>
                </a:lnTo>
                <a:close/>
              </a:path>
              <a:path w="475615" h="118110">
                <a:moveTo>
                  <a:pt x="181711" y="31978"/>
                </a:moveTo>
                <a:lnTo>
                  <a:pt x="168656" y="31978"/>
                </a:lnTo>
                <a:lnTo>
                  <a:pt x="161747" y="33807"/>
                </a:lnTo>
                <a:lnTo>
                  <a:pt x="137742" y="64262"/>
                </a:lnTo>
                <a:lnTo>
                  <a:pt x="137248" y="66776"/>
                </a:lnTo>
                <a:lnTo>
                  <a:pt x="137360" y="84328"/>
                </a:lnTo>
                <a:lnTo>
                  <a:pt x="162090" y="116078"/>
                </a:lnTo>
                <a:lnTo>
                  <a:pt x="169278" y="117817"/>
                </a:lnTo>
                <a:lnTo>
                  <a:pt x="184073" y="117817"/>
                </a:lnTo>
                <a:lnTo>
                  <a:pt x="210618" y="102552"/>
                </a:lnTo>
                <a:lnTo>
                  <a:pt x="173634" y="102552"/>
                </a:lnTo>
                <a:lnTo>
                  <a:pt x="169913" y="101650"/>
                </a:lnTo>
                <a:lnTo>
                  <a:pt x="156667" y="84328"/>
                </a:lnTo>
                <a:lnTo>
                  <a:pt x="156675" y="79984"/>
                </a:lnTo>
                <a:lnTo>
                  <a:pt x="146443" y="79984"/>
                </a:lnTo>
                <a:lnTo>
                  <a:pt x="146443" y="66776"/>
                </a:lnTo>
                <a:lnTo>
                  <a:pt x="156700" y="66776"/>
                </a:lnTo>
                <a:lnTo>
                  <a:pt x="156705" y="64262"/>
                </a:lnTo>
                <a:lnTo>
                  <a:pt x="172859" y="47244"/>
                </a:lnTo>
                <a:lnTo>
                  <a:pt x="207874" y="47244"/>
                </a:lnTo>
                <a:lnTo>
                  <a:pt x="206756" y="45478"/>
                </a:lnTo>
                <a:lnTo>
                  <a:pt x="203212" y="42049"/>
                </a:lnTo>
                <a:lnTo>
                  <a:pt x="199720" y="38620"/>
                </a:lnTo>
                <a:lnTo>
                  <a:pt x="195668" y="36093"/>
                </a:lnTo>
                <a:lnTo>
                  <a:pt x="186550" y="32816"/>
                </a:lnTo>
                <a:lnTo>
                  <a:pt x="181711" y="31978"/>
                </a:lnTo>
                <a:close/>
              </a:path>
              <a:path w="475615" h="118110">
                <a:moveTo>
                  <a:pt x="195478" y="91833"/>
                </a:moveTo>
                <a:lnTo>
                  <a:pt x="180733" y="102552"/>
                </a:lnTo>
                <a:lnTo>
                  <a:pt x="210618" y="102552"/>
                </a:lnTo>
                <a:lnTo>
                  <a:pt x="212610" y="98729"/>
                </a:lnTo>
                <a:lnTo>
                  <a:pt x="213696" y="94183"/>
                </a:lnTo>
                <a:lnTo>
                  <a:pt x="213766" y="93891"/>
                </a:lnTo>
                <a:lnTo>
                  <a:pt x="195478" y="91833"/>
                </a:lnTo>
                <a:close/>
              </a:path>
              <a:path w="475615" h="118110">
                <a:moveTo>
                  <a:pt x="156700" y="66776"/>
                </a:moveTo>
                <a:lnTo>
                  <a:pt x="146443" y="66776"/>
                </a:lnTo>
                <a:lnTo>
                  <a:pt x="146443" y="79984"/>
                </a:lnTo>
                <a:lnTo>
                  <a:pt x="156675" y="79984"/>
                </a:lnTo>
                <a:lnTo>
                  <a:pt x="156700" y="66776"/>
                </a:lnTo>
                <a:close/>
              </a:path>
              <a:path w="475615" h="118110">
                <a:moveTo>
                  <a:pt x="207874" y="47244"/>
                </a:moveTo>
                <a:lnTo>
                  <a:pt x="180606" y="47244"/>
                </a:lnTo>
                <a:lnTo>
                  <a:pt x="184386" y="48221"/>
                </a:lnTo>
                <a:lnTo>
                  <a:pt x="184108" y="48221"/>
                </a:lnTo>
                <a:lnTo>
                  <a:pt x="195795" y="66776"/>
                </a:lnTo>
                <a:lnTo>
                  <a:pt x="156700" y="66776"/>
                </a:lnTo>
                <a:lnTo>
                  <a:pt x="156675" y="79984"/>
                </a:lnTo>
                <a:lnTo>
                  <a:pt x="214579" y="79984"/>
                </a:lnTo>
                <a:lnTo>
                  <a:pt x="214579" y="66776"/>
                </a:lnTo>
                <a:lnTo>
                  <a:pt x="213644" y="60845"/>
                </a:lnTo>
                <a:lnTo>
                  <a:pt x="213575" y="60413"/>
                </a:lnTo>
                <a:lnTo>
                  <a:pt x="209524" y="49847"/>
                </a:lnTo>
                <a:lnTo>
                  <a:pt x="207874" y="47244"/>
                </a:lnTo>
                <a:close/>
              </a:path>
              <a:path w="475615" h="118110">
                <a:moveTo>
                  <a:pt x="259842" y="13144"/>
                </a:moveTo>
                <a:lnTo>
                  <a:pt x="240245" y="13144"/>
                </a:lnTo>
                <a:lnTo>
                  <a:pt x="240319" y="100063"/>
                </a:lnTo>
                <a:lnTo>
                  <a:pt x="261315" y="117475"/>
                </a:lnTo>
                <a:lnTo>
                  <a:pt x="266230" y="117322"/>
                </a:lnTo>
                <a:lnTo>
                  <a:pt x="268411" y="117322"/>
                </a:lnTo>
                <a:lnTo>
                  <a:pt x="271348" y="117005"/>
                </a:lnTo>
                <a:lnTo>
                  <a:pt x="275209" y="116141"/>
                </a:lnTo>
                <a:lnTo>
                  <a:pt x="276707" y="115735"/>
                </a:lnTo>
                <a:lnTo>
                  <a:pt x="277749" y="115379"/>
                </a:lnTo>
                <a:lnTo>
                  <a:pt x="274611" y="100825"/>
                </a:lnTo>
                <a:lnTo>
                  <a:pt x="267093" y="100825"/>
                </a:lnTo>
                <a:lnTo>
                  <a:pt x="265607" y="100571"/>
                </a:lnTo>
                <a:lnTo>
                  <a:pt x="259842" y="93827"/>
                </a:lnTo>
                <a:lnTo>
                  <a:pt x="259842" y="13144"/>
                </a:lnTo>
                <a:close/>
              </a:path>
              <a:path w="475615" h="118110">
                <a:moveTo>
                  <a:pt x="274447" y="100063"/>
                </a:moveTo>
                <a:lnTo>
                  <a:pt x="273913" y="100203"/>
                </a:lnTo>
                <a:lnTo>
                  <a:pt x="273113" y="100368"/>
                </a:lnTo>
                <a:lnTo>
                  <a:pt x="270559" y="100825"/>
                </a:lnTo>
                <a:lnTo>
                  <a:pt x="274611" y="100825"/>
                </a:lnTo>
                <a:lnTo>
                  <a:pt x="274512" y="100368"/>
                </a:lnTo>
                <a:lnTo>
                  <a:pt x="274447" y="100063"/>
                </a:lnTo>
                <a:close/>
              </a:path>
              <a:path w="475615" h="118110">
                <a:moveTo>
                  <a:pt x="240237" y="33070"/>
                </a:moveTo>
                <a:lnTo>
                  <a:pt x="228447" y="33070"/>
                </a:lnTo>
                <a:lnTo>
                  <a:pt x="228447" y="48221"/>
                </a:lnTo>
                <a:lnTo>
                  <a:pt x="240230" y="48221"/>
                </a:lnTo>
                <a:lnTo>
                  <a:pt x="240237" y="33070"/>
                </a:lnTo>
                <a:close/>
              </a:path>
              <a:path w="475615" h="118110">
                <a:moveTo>
                  <a:pt x="276237" y="33070"/>
                </a:moveTo>
                <a:lnTo>
                  <a:pt x="259842" y="33070"/>
                </a:lnTo>
                <a:lnTo>
                  <a:pt x="259842" y="48221"/>
                </a:lnTo>
                <a:lnTo>
                  <a:pt x="276237" y="48221"/>
                </a:lnTo>
                <a:lnTo>
                  <a:pt x="276237" y="33070"/>
                </a:lnTo>
                <a:close/>
              </a:path>
              <a:path w="475615" h="118110">
                <a:moveTo>
                  <a:pt x="330409" y="49428"/>
                </a:moveTo>
                <a:lnTo>
                  <a:pt x="296189" y="49428"/>
                </a:lnTo>
                <a:lnTo>
                  <a:pt x="296189" y="116192"/>
                </a:lnTo>
                <a:lnTo>
                  <a:pt x="315785" y="116192"/>
                </a:lnTo>
                <a:lnTo>
                  <a:pt x="315785" y="63792"/>
                </a:lnTo>
                <a:lnTo>
                  <a:pt x="316598" y="60667"/>
                </a:lnTo>
                <a:lnTo>
                  <a:pt x="319836" y="55257"/>
                </a:lnTo>
                <a:lnTo>
                  <a:pt x="322059" y="53149"/>
                </a:lnTo>
                <a:lnTo>
                  <a:pt x="327583" y="50152"/>
                </a:lnTo>
                <a:lnTo>
                  <a:pt x="327407" y="50152"/>
                </a:lnTo>
                <a:lnTo>
                  <a:pt x="330409" y="49428"/>
                </a:lnTo>
                <a:close/>
              </a:path>
              <a:path w="475615" h="118110">
                <a:moveTo>
                  <a:pt x="343598" y="49428"/>
                </a:moveTo>
                <a:lnTo>
                  <a:pt x="337883" y="49428"/>
                </a:lnTo>
                <a:lnTo>
                  <a:pt x="339648" y="49682"/>
                </a:lnTo>
                <a:lnTo>
                  <a:pt x="341452" y="49898"/>
                </a:lnTo>
                <a:lnTo>
                  <a:pt x="342773" y="50152"/>
                </a:lnTo>
                <a:lnTo>
                  <a:pt x="343598" y="50431"/>
                </a:lnTo>
                <a:lnTo>
                  <a:pt x="343598" y="49428"/>
                </a:lnTo>
                <a:close/>
              </a:path>
              <a:path w="475615" h="118110">
                <a:moveTo>
                  <a:pt x="336169" y="49301"/>
                </a:moveTo>
                <a:lnTo>
                  <a:pt x="330936" y="49301"/>
                </a:lnTo>
                <a:lnTo>
                  <a:pt x="330409" y="49428"/>
                </a:lnTo>
                <a:lnTo>
                  <a:pt x="337883" y="49428"/>
                </a:lnTo>
                <a:lnTo>
                  <a:pt x="336169" y="49301"/>
                </a:lnTo>
                <a:close/>
              </a:path>
              <a:path w="475615" h="118110">
                <a:moveTo>
                  <a:pt x="315188" y="33185"/>
                </a:moveTo>
                <a:lnTo>
                  <a:pt x="296189" y="33185"/>
                </a:lnTo>
                <a:lnTo>
                  <a:pt x="296189" y="49301"/>
                </a:lnTo>
                <a:lnTo>
                  <a:pt x="343598" y="49301"/>
                </a:lnTo>
                <a:lnTo>
                  <a:pt x="343598" y="46913"/>
                </a:lnTo>
                <a:lnTo>
                  <a:pt x="315188" y="46913"/>
                </a:lnTo>
                <a:lnTo>
                  <a:pt x="315188" y="33185"/>
                </a:lnTo>
                <a:close/>
              </a:path>
              <a:path w="475615" h="118110">
                <a:moveTo>
                  <a:pt x="341566" y="32105"/>
                </a:moveTo>
                <a:lnTo>
                  <a:pt x="331058" y="32105"/>
                </a:lnTo>
                <a:lnTo>
                  <a:pt x="327558" y="33185"/>
                </a:lnTo>
                <a:lnTo>
                  <a:pt x="320167" y="38417"/>
                </a:lnTo>
                <a:lnTo>
                  <a:pt x="317563" y="42125"/>
                </a:lnTo>
                <a:lnTo>
                  <a:pt x="316052" y="46913"/>
                </a:lnTo>
                <a:lnTo>
                  <a:pt x="343598" y="46913"/>
                </a:lnTo>
                <a:lnTo>
                  <a:pt x="343598" y="32410"/>
                </a:lnTo>
                <a:lnTo>
                  <a:pt x="342696" y="32232"/>
                </a:lnTo>
                <a:lnTo>
                  <a:pt x="341566" y="32105"/>
                </a:lnTo>
                <a:close/>
              </a:path>
              <a:path w="475615" h="118110">
                <a:moveTo>
                  <a:pt x="379780" y="33070"/>
                </a:moveTo>
                <a:lnTo>
                  <a:pt x="360184" y="33070"/>
                </a:lnTo>
                <a:lnTo>
                  <a:pt x="360184" y="116192"/>
                </a:lnTo>
                <a:lnTo>
                  <a:pt x="379780" y="116192"/>
                </a:lnTo>
                <a:lnTo>
                  <a:pt x="379780" y="33070"/>
                </a:lnTo>
                <a:close/>
              </a:path>
              <a:path w="475615" h="118110">
                <a:moveTo>
                  <a:pt x="373176" y="0"/>
                </a:moveTo>
                <a:lnTo>
                  <a:pt x="366941" y="0"/>
                </a:lnTo>
                <a:lnTo>
                  <a:pt x="364261" y="1041"/>
                </a:lnTo>
                <a:lnTo>
                  <a:pt x="362026" y="3136"/>
                </a:lnTo>
                <a:lnTo>
                  <a:pt x="359791" y="5194"/>
                </a:lnTo>
                <a:lnTo>
                  <a:pt x="358673" y="7696"/>
                </a:lnTo>
                <a:lnTo>
                  <a:pt x="358673" y="13576"/>
                </a:lnTo>
                <a:lnTo>
                  <a:pt x="359791" y="16090"/>
                </a:lnTo>
                <a:lnTo>
                  <a:pt x="362026" y="18186"/>
                </a:lnTo>
                <a:lnTo>
                  <a:pt x="364261" y="20243"/>
                </a:lnTo>
                <a:lnTo>
                  <a:pt x="366941" y="21272"/>
                </a:lnTo>
                <a:lnTo>
                  <a:pt x="373176" y="21272"/>
                </a:lnTo>
                <a:lnTo>
                  <a:pt x="375843" y="20243"/>
                </a:lnTo>
                <a:lnTo>
                  <a:pt x="380288" y="16090"/>
                </a:lnTo>
                <a:lnTo>
                  <a:pt x="381406" y="13576"/>
                </a:lnTo>
                <a:lnTo>
                  <a:pt x="381406" y="7696"/>
                </a:lnTo>
                <a:lnTo>
                  <a:pt x="380288" y="5194"/>
                </a:lnTo>
                <a:lnTo>
                  <a:pt x="378053" y="3136"/>
                </a:lnTo>
                <a:lnTo>
                  <a:pt x="375843" y="1041"/>
                </a:lnTo>
                <a:lnTo>
                  <a:pt x="373176" y="0"/>
                </a:lnTo>
                <a:close/>
              </a:path>
              <a:path w="475615" h="118110">
                <a:moveTo>
                  <a:pt x="446392" y="31978"/>
                </a:moveTo>
                <a:lnTo>
                  <a:pt x="431533" y="31978"/>
                </a:lnTo>
                <a:lnTo>
                  <a:pt x="424497" y="33807"/>
                </a:lnTo>
                <a:lnTo>
                  <a:pt x="412623" y="41059"/>
                </a:lnTo>
                <a:lnTo>
                  <a:pt x="408038" y="46113"/>
                </a:lnTo>
                <a:lnTo>
                  <a:pt x="404799" y="52603"/>
                </a:lnTo>
                <a:lnTo>
                  <a:pt x="401548" y="59055"/>
                </a:lnTo>
                <a:lnTo>
                  <a:pt x="399923" y="66509"/>
                </a:lnTo>
                <a:lnTo>
                  <a:pt x="399923" y="83362"/>
                </a:lnTo>
                <a:lnTo>
                  <a:pt x="424332" y="115989"/>
                </a:lnTo>
                <a:lnTo>
                  <a:pt x="431457" y="117817"/>
                </a:lnTo>
                <a:lnTo>
                  <a:pt x="446722" y="117817"/>
                </a:lnTo>
                <a:lnTo>
                  <a:pt x="452780" y="116547"/>
                </a:lnTo>
                <a:lnTo>
                  <a:pt x="463105" y="111467"/>
                </a:lnTo>
                <a:lnTo>
                  <a:pt x="467182" y="107924"/>
                </a:lnTo>
                <a:lnTo>
                  <a:pt x="471192" y="101854"/>
                </a:lnTo>
                <a:lnTo>
                  <a:pt x="435838" y="101854"/>
                </a:lnTo>
                <a:lnTo>
                  <a:pt x="432295" y="100774"/>
                </a:lnTo>
                <a:lnTo>
                  <a:pt x="419785" y="80289"/>
                </a:lnTo>
                <a:lnTo>
                  <a:pt x="419785" y="69037"/>
                </a:lnTo>
                <a:lnTo>
                  <a:pt x="435914" y="47790"/>
                </a:lnTo>
                <a:lnTo>
                  <a:pt x="471200" y="47790"/>
                </a:lnTo>
                <a:lnTo>
                  <a:pt x="466966" y="41656"/>
                </a:lnTo>
                <a:lnTo>
                  <a:pt x="462788" y="38176"/>
                </a:lnTo>
                <a:lnTo>
                  <a:pt x="452361" y="33223"/>
                </a:lnTo>
                <a:lnTo>
                  <a:pt x="446392" y="31978"/>
                </a:lnTo>
                <a:close/>
              </a:path>
              <a:path w="475615" h="118110">
                <a:moveTo>
                  <a:pt x="475373" y="87782"/>
                </a:moveTo>
                <a:lnTo>
                  <a:pt x="456641" y="87782"/>
                </a:lnTo>
                <a:lnTo>
                  <a:pt x="456064" y="90792"/>
                </a:lnTo>
                <a:lnTo>
                  <a:pt x="455002" y="93319"/>
                </a:lnTo>
                <a:lnTo>
                  <a:pt x="451904" y="97497"/>
                </a:lnTo>
                <a:lnTo>
                  <a:pt x="449973" y="99110"/>
                </a:lnTo>
                <a:lnTo>
                  <a:pt x="445389" y="101307"/>
                </a:lnTo>
                <a:lnTo>
                  <a:pt x="442810" y="101854"/>
                </a:lnTo>
                <a:lnTo>
                  <a:pt x="471192" y="101854"/>
                </a:lnTo>
                <a:lnTo>
                  <a:pt x="473163" y="98869"/>
                </a:lnTo>
                <a:lnTo>
                  <a:pt x="474903" y="93662"/>
                </a:lnTo>
                <a:lnTo>
                  <a:pt x="475373" y="87782"/>
                </a:lnTo>
                <a:close/>
              </a:path>
              <a:path w="475615" h="118110">
                <a:moveTo>
                  <a:pt x="471200" y="47790"/>
                </a:moveTo>
                <a:lnTo>
                  <a:pt x="444652" y="47790"/>
                </a:lnTo>
                <a:lnTo>
                  <a:pt x="448411" y="49136"/>
                </a:lnTo>
                <a:lnTo>
                  <a:pt x="451231" y="51841"/>
                </a:lnTo>
                <a:lnTo>
                  <a:pt x="454075" y="54508"/>
                </a:lnTo>
                <a:lnTo>
                  <a:pt x="455879" y="57848"/>
                </a:lnTo>
                <a:lnTo>
                  <a:pt x="456641" y="61861"/>
                </a:lnTo>
                <a:lnTo>
                  <a:pt x="475373" y="61861"/>
                </a:lnTo>
                <a:lnTo>
                  <a:pt x="475253" y="60236"/>
                </a:lnTo>
                <a:lnTo>
                  <a:pt x="475165" y="59055"/>
                </a:lnTo>
                <a:lnTo>
                  <a:pt x="475076" y="57848"/>
                </a:lnTo>
                <a:lnTo>
                  <a:pt x="474955" y="56222"/>
                </a:lnTo>
                <a:lnTo>
                  <a:pt x="474929" y="55867"/>
                </a:lnTo>
                <a:lnTo>
                  <a:pt x="473163" y="50634"/>
                </a:lnTo>
                <a:lnTo>
                  <a:pt x="471200" y="47790"/>
                </a:lnTo>
                <a:close/>
              </a:path>
            </a:pathLst>
          </a:custGeom>
          <a:solidFill>
            <a:srgbClr val="52084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8" name="object 68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7331633" y="3508666"/>
            <a:ext cx="527354" cy="112458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8005788" y="3498277"/>
            <a:ext cx="515683" cy="185940"/>
          </a:xfrm>
          <a:prstGeom prst="rect">
            <a:avLst/>
          </a:prstGeom>
        </p:spPr>
      </p:pic>
      <p:pic>
        <p:nvPicPr>
          <p:cNvPr id="70" name="object 70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8666514" y="3506952"/>
            <a:ext cx="454943" cy="212128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9286506" y="3498278"/>
            <a:ext cx="454266" cy="185978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0010406" y="3498277"/>
            <a:ext cx="359580" cy="185940"/>
          </a:xfrm>
          <a:prstGeom prst="rect">
            <a:avLst/>
          </a:prstGeom>
        </p:spPr>
      </p:pic>
      <p:sp>
        <p:nvSpPr>
          <p:cNvPr id="73" name="object 73"/>
          <p:cNvSpPr/>
          <p:nvPr/>
        </p:nvSpPr>
        <p:spPr>
          <a:xfrm>
            <a:off x="7134720" y="642784"/>
            <a:ext cx="433070" cy="109855"/>
          </a:xfrm>
          <a:custGeom>
            <a:avLst/>
            <a:gdLst/>
            <a:ahLst/>
            <a:cxnLst/>
            <a:rect l="l" t="t" r="r" b="b"/>
            <a:pathLst>
              <a:path w="433070" h="109854">
                <a:moveTo>
                  <a:pt x="65087" y="4914"/>
                </a:moveTo>
                <a:lnTo>
                  <a:pt x="0" y="4914"/>
                </a:lnTo>
                <a:lnTo>
                  <a:pt x="0" y="106514"/>
                </a:lnTo>
                <a:lnTo>
                  <a:pt x="18402" y="106514"/>
                </a:lnTo>
                <a:lnTo>
                  <a:pt x="18402" y="63360"/>
                </a:lnTo>
                <a:lnTo>
                  <a:pt x="60617" y="63360"/>
                </a:lnTo>
                <a:lnTo>
                  <a:pt x="60617" y="47929"/>
                </a:lnTo>
                <a:lnTo>
                  <a:pt x="18402" y="47929"/>
                </a:lnTo>
                <a:lnTo>
                  <a:pt x="18402" y="20345"/>
                </a:lnTo>
                <a:lnTo>
                  <a:pt x="65087" y="20345"/>
                </a:lnTo>
                <a:lnTo>
                  <a:pt x="65087" y="4914"/>
                </a:lnTo>
                <a:close/>
              </a:path>
              <a:path w="433070" h="109854">
                <a:moveTo>
                  <a:pt x="102298" y="30314"/>
                </a:moveTo>
                <a:lnTo>
                  <a:pt x="84340" y="30314"/>
                </a:lnTo>
                <a:lnTo>
                  <a:pt x="84340" y="106514"/>
                </a:lnTo>
                <a:lnTo>
                  <a:pt x="102298" y="106514"/>
                </a:lnTo>
                <a:lnTo>
                  <a:pt x="102298" y="30314"/>
                </a:lnTo>
                <a:close/>
              </a:path>
              <a:path w="433070" h="109854">
                <a:moveTo>
                  <a:pt x="96240" y="0"/>
                </a:moveTo>
                <a:lnTo>
                  <a:pt x="90525" y="0"/>
                </a:lnTo>
                <a:lnTo>
                  <a:pt x="88074" y="965"/>
                </a:lnTo>
                <a:lnTo>
                  <a:pt x="83972" y="4762"/>
                </a:lnTo>
                <a:lnTo>
                  <a:pt x="82943" y="7061"/>
                </a:lnTo>
                <a:lnTo>
                  <a:pt x="82943" y="12458"/>
                </a:lnTo>
                <a:lnTo>
                  <a:pt x="83972" y="14757"/>
                </a:lnTo>
                <a:lnTo>
                  <a:pt x="86017" y="16675"/>
                </a:lnTo>
                <a:lnTo>
                  <a:pt x="88074" y="18554"/>
                </a:lnTo>
                <a:lnTo>
                  <a:pt x="90525" y="19494"/>
                </a:lnTo>
                <a:lnTo>
                  <a:pt x="96240" y="19494"/>
                </a:lnTo>
                <a:lnTo>
                  <a:pt x="98691" y="18554"/>
                </a:lnTo>
                <a:lnTo>
                  <a:pt x="102755" y="14757"/>
                </a:lnTo>
                <a:lnTo>
                  <a:pt x="103784" y="12458"/>
                </a:lnTo>
                <a:lnTo>
                  <a:pt x="103784" y="7061"/>
                </a:lnTo>
                <a:lnTo>
                  <a:pt x="102755" y="4762"/>
                </a:lnTo>
                <a:lnTo>
                  <a:pt x="100711" y="2882"/>
                </a:lnTo>
                <a:lnTo>
                  <a:pt x="98691" y="965"/>
                </a:lnTo>
                <a:lnTo>
                  <a:pt x="96240" y="0"/>
                </a:lnTo>
                <a:close/>
              </a:path>
              <a:path w="433070" h="109854">
                <a:moveTo>
                  <a:pt x="141198" y="30441"/>
                </a:moveTo>
                <a:lnTo>
                  <a:pt x="124040" y="30441"/>
                </a:lnTo>
                <a:lnTo>
                  <a:pt x="124040" y="106514"/>
                </a:lnTo>
                <a:lnTo>
                  <a:pt x="141998" y="106514"/>
                </a:lnTo>
                <a:lnTo>
                  <a:pt x="141998" y="58191"/>
                </a:lnTo>
                <a:lnTo>
                  <a:pt x="142671" y="55067"/>
                </a:lnTo>
                <a:lnTo>
                  <a:pt x="145415" y="49910"/>
                </a:lnTo>
                <a:lnTo>
                  <a:pt x="147320" y="47942"/>
                </a:lnTo>
                <a:lnTo>
                  <a:pt x="152184" y="45199"/>
                </a:lnTo>
                <a:lnTo>
                  <a:pt x="154978" y="44500"/>
                </a:lnTo>
                <a:lnTo>
                  <a:pt x="188720" y="44500"/>
                </a:lnTo>
                <a:lnTo>
                  <a:pt x="188090" y="43268"/>
                </a:lnTo>
                <a:lnTo>
                  <a:pt x="141198" y="43268"/>
                </a:lnTo>
                <a:lnTo>
                  <a:pt x="141198" y="30441"/>
                </a:lnTo>
                <a:close/>
              </a:path>
              <a:path w="433070" h="109854">
                <a:moveTo>
                  <a:pt x="188720" y="44500"/>
                </a:moveTo>
                <a:lnTo>
                  <a:pt x="162750" y="44500"/>
                </a:lnTo>
                <a:lnTo>
                  <a:pt x="166370" y="45935"/>
                </a:lnTo>
                <a:lnTo>
                  <a:pt x="171627" y="51701"/>
                </a:lnTo>
                <a:lnTo>
                  <a:pt x="172948" y="55676"/>
                </a:lnTo>
                <a:lnTo>
                  <a:pt x="172948" y="106514"/>
                </a:lnTo>
                <a:lnTo>
                  <a:pt x="190906" y="106514"/>
                </a:lnTo>
                <a:lnTo>
                  <a:pt x="190899" y="51701"/>
                </a:lnTo>
                <a:lnTo>
                  <a:pt x="189865" y="46735"/>
                </a:lnTo>
                <a:lnTo>
                  <a:pt x="188720" y="44500"/>
                </a:lnTo>
                <a:close/>
              </a:path>
              <a:path w="433070" h="109854">
                <a:moveTo>
                  <a:pt x="170078" y="29324"/>
                </a:moveTo>
                <a:lnTo>
                  <a:pt x="159131" y="29324"/>
                </a:lnTo>
                <a:lnTo>
                  <a:pt x="154343" y="30581"/>
                </a:lnTo>
                <a:lnTo>
                  <a:pt x="146646" y="35610"/>
                </a:lnTo>
                <a:lnTo>
                  <a:pt x="143852" y="39001"/>
                </a:lnTo>
                <a:lnTo>
                  <a:pt x="142100" y="43268"/>
                </a:lnTo>
                <a:lnTo>
                  <a:pt x="188090" y="43268"/>
                </a:lnTo>
                <a:lnTo>
                  <a:pt x="185534" y="38201"/>
                </a:lnTo>
                <a:lnTo>
                  <a:pt x="182499" y="34950"/>
                </a:lnTo>
                <a:lnTo>
                  <a:pt x="174650" y="30441"/>
                </a:lnTo>
                <a:lnTo>
                  <a:pt x="170078" y="29324"/>
                </a:lnTo>
                <a:close/>
              </a:path>
              <a:path w="433070" h="109854">
                <a:moveTo>
                  <a:pt x="271929" y="43065"/>
                </a:moveTo>
                <a:lnTo>
                  <a:pt x="247916" y="43065"/>
                </a:lnTo>
                <a:lnTo>
                  <a:pt x="251104" y="44094"/>
                </a:lnTo>
                <a:lnTo>
                  <a:pt x="255536" y="48196"/>
                </a:lnTo>
                <a:lnTo>
                  <a:pt x="256641" y="51079"/>
                </a:lnTo>
                <a:lnTo>
                  <a:pt x="256641" y="56845"/>
                </a:lnTo>
                <a:lnTo>
                  <a:pt x="234086" y="62356"/>
                </a:lnTo>
                <a:lnTo>
                  <a:pt x="230492" y="63004"/>
                </a:lnTo>
                <a:lnTo>
                  <a:pt x="227025" y="63906"/>
                </a:lnTo>
                <a:lnTo>
                  <a:pt x="223583" y="64757"/>
                </a:lnTo>
                <a:lnTo>
                  <a:pt x="220497" y="66027"/>
                </a:lnTo>
                <a:lnTo>
                  <a:pt x="208864" y="90131"/>
                </a:lnTo>
                <a:lnTo>
                  <a:pt x="209900" y="94018"/>
                </a:lnTo>
                <a:lnTo>
                  <a:pt x="209981" y="94322"/>
                </a:lnTo>
                <a:lnTo>
                  <a:pt x="229539" y="108051"/>
                </a:lnTo>
                <a:lnTo>
                  <a:pt x="238340" y="108051"/>
                </a:lnTo>
                <a:lnTo>
                  <a:pt x="256743" y="96050"/>
                </a:lnTo>
                <a:lnTo>
                  <a:pt x="274599" y="96050"/>
                </a:lnTo>
                <a:lnTo>
                  <a:pt x="274599" y="94856"/>
                </a:lnTo>
                <a:lnTo>
                  <a:pt x="235292" y="94856"/>
                </a:lnTo>
                <a:lnTo>
                  <a:pt x="232219" y="94018"/>
                </a:lnTo>
                <a:lnTo>
                  <a:pt x="227393" y="90639"/>
                </a:lnTo>
                <a:lnTo>
                  <a:pt x="226187" y="88137"/>
                </a:lnTo>
                <a:lnTo>
                  <a:pt x="226187" y="82524"/>
                </a:lnTo>
                <a:lnTo>
                  <a:pt x="226731" y="80835"/>
                </a:lnTo>
                <a:lnTo>
                  <a:pt x="226796" y="80632"/>
                </a:lnTo>
                <a:lnTo>
                  <a:pt x="240220" y="73926"/>
                </a:lnTo>
                <a:lnTo>
                  <a:pt x="247700" y="72834"/>
                </a:lnTo>
                <a:lnTo>
                  <a:pt x="256692" y="70205"/>
                </a:lnTo>
                <a:lnTo>
                  <a:pt x="274599" y="70205"/>
                </a:lnTo>
                <a:lnTo>
                  <a:pt x="274526" y="50126"/>
                </a:lnTo>
                <a:lnTo>
                  <a:pt x="273672" y="46240"/>
                </a:lnTo>
                <a:lnTo>
                  <a:pt x="271929" y="43065"/>
                </a:lnTo>
                <a:close/>
              </a:path>
              <a:path w="433070" h="109854">
                <a:moveTo>
                  <a:pt x="274599" y="96050"/>
                </a:moveTo>
                <a:lnTo>
                  <a:pt x="257340" y="96050"/>
                </a:lnTo>
                <a:lnTo>
                  <a:pt x="257340" y="106514"/>
                </a:lnTo>
                <a:lnTo>
                  <a:pt x="274599" y="106514"/>
                </a:lnTo>
                <a:lnTo>
                  <a:pt x="274599" y="96050"/>
                </a:lnTo>
                <a:close/>
              </a:path>
              <a:path w="433070" h="109854">
                <a:moveTo>
                  <a:pt x="274599" y="94145"/>
                </a:moveTo>
                <a:lnTo>
                  <a:pt x="245757" y="94145"/>
                </a:lnTo>
                <a:lnTo>
                  <a:pt x="242633" y="94856"/>
                </a:lnTo>
                <a:lnTo>
                  <a:pt x="274599" y="94856"/>
                </a:lnTo>
                <a:lnTo>
                  <a:pt x="274599" y="94145"/>
                </a:lnTo>
                <a:close/>
              </a:path>
              <a:path w="433070" h="109854">
                <a:moveTo>
                  <a:pt x="274599" y="70205"/>
                </a:moveTo>
                <a:lnTo>
                  <a:pt x="256692" y="70205"/>
                </a:lnTo>
                <a:lnTo>
                  <a:pt x="256692" y="81991"/>
                </a:lnTo>
                <a:lnTo>
                  <a:pt x="255968" y="84581"/>
                </a:lnTo>
                <a:lnTo>
                  <a:pt x="254508" y="86969"/>
                </a:lnTo>
                <a:lnTo>
                  <a:pt x="253085" y="89344"/>
                </a:lnTo>
                <a:lnTo>
                  <a:pt x="251053" y="91262"/>
                </a:lnTo>
                <a:lnTo>
                  <a:pt x="248412" y="92722"/>
                </a:lnTo>
                <a:lnTo>
                  <a:pt x="245994" y="94018"/>
                </a:lnTo>
                <a:lnTo>
                  <a:pt x="274599" y="94018"/>
                </a:lnTo>
                <a:lnTo>
                  <a:pt x="274599" y="70205"/>
                </a:lnTo>
                <a:close/>
              </a:path>
              <a:path w="433070" h="109854">
                <a:moveTo>
                  <a:pt x="247319" y="29324"/>
                </a:moveTo>
                <a:lnTo>
                  <a:pt x="238315" y="29324"/>
                </a:lnTo>
                <a:lnTo>
                  <a:pt x="233464" y="30111"/>
                </a:lnTo>
                <a:lnTo>
                  <a:pt x="211418" y="50126"/>
                </a:lnTo>
                <a:lnTo>
                  <a:pt x="211324" y="50457"/>
                </a:lnTo>
                <a:lnTo>
                  <a:pt x="212066" y="50457"/>
                </a:lnTo>
                <a:lnTo>
                  <a:pt x="228117" y="52743"/>
                </a:lnTo>
                <a:lnTo>
                  <a:pt x="228894" y="50457"/>
                </a:lnTo>
                <a:lnTo>
                  <a:pt x="229006" y="50126"/>
                </a:lnTo>
                <a:lnTo>
                  <a:pt x="230733" y="47866"/>
                </a:lnTo>
                <a:lnTo>
                  <a:pt x="233273" y="45935"/>
                </a:lnTo>
                <a:lnTo>
                  <a:pt x="235749" y="44094"/>
                </a:lnTo>
                <a:lnTo>
                  <a:pt x="235572" y="44094"/>
                </a:lnTo>
                <a:lnTo>
                  <a:pt x="239344" y="43065"/>
                </a:lnTo>
                <a:lnTo>
                  <a:pt x="271929" y="43065"/>
                </a:lnTo>
                <a:lnTo>
                  <a:pt x="270002" y="39496"/>
                </a:lnTo>
                <a:lnTo>
                  <a:pt x="267589" y="36829"/>
                </a:lnTo>
                <a:lnTo>
                  <a:pt x="261569" y="32892"/>
                </a:lnTo>
                <a:lnTo>
                  <a:pt x="258241" y="31470"/>
                </a:lnTo>
                <a:lnTo>
                  <a:pt x="250964" y="29756"/>
                </a:lnTo>
                <a:lnTo>
                  <a:pt x="247319" y="29324"/>
                </a:lnTo>
                <a:close/>
              </a:path>
              <a:path w="433070" h="109854">
                <a:moveTo>
                  <a:pt x="313893" y="4914"/>
                </a:moveTo>
                <a:lnTo>
                  <a:pt x="295935" y="4914"/>
                </a:lnTo>
                <a:lnTo>
                  <a:pt x="295935" y="106514"/>
                </a:lnTo>
                <a:lnTo>
                  <a:pt x="313893" y="106514"/>
                </a:lnTo>
                <a:lnTo>
                  <a:pt x="313893" y="4914"/>
                </a:lnTo>
                <a:close/>
              </a:path>
              <a:path w="433070" h="109854">
                <a:moveTo>
                  <a:pt x="415937" y="60223"/>
                </a:moveTo>
                <a:lnTo>
                  <a:pt x="406679" y="60223"/>
                </a:lnTo>
                <a:lnTo>
                  <a:pt x="402793" y="61239"/>
                </a:lnTo>
                <a:lnTo>
                  <a:pt x="389763" y="78168"/>
                </a:lnTo>
                <a:lnTo>
                  <a:pt x="389763" y="91401"/>
                </a:lnTo>
                <a:lnTo>
                  <a:pt x="406603" y="109346"/>
                </a:lnTo>
                <a:lnTo>
                  <a:pt x="415874" y="109346"/>
                </a:lnTo>
                <a:lnTo>
                  <a:pt x="419773" y="108330"/>
                </a:lnTo>
                <a:lnTo>
                  <a:pt x="426148" y="104305"/>
                </a:lnTo>
                <a:lnTo>
                  <a:pt x="428586" y="101638"/>
                </a:lnTo>
                <a:lnTo>
                  <a:pt x="430437" y="97929"/>
                </a:lnTo>
                <a:lnTo>
                  <a:pt x="408063" y="97929"/>
                </a:lnTo>
                <a:lnTo>
                  <a:pt x="405892" y="96862"/>
                </a:lnTo>
                <a:lnTo>
                  <a:pt x="404798" y="95021"/>
                </a:lnTo>
                <a:lnTo>
                  <a:pt x="403361" y="92519"/>
                </a:lnTo>
                <a:lnTo>
                  <a:pt x="402711" y="90106"/>
                </a:lnTo>
                <a:lnTo>
                  <a:pt x="402704" y="79463"/>
                </a:lnTo>
                <a:lnTo>
                  <a:pt x="403352" y="77050"/>
                </a:lnTo>
                <a:lnTo>
                  <a:pt x="405930" y="72643"/>
                </a:lnTo>
                <a:lnTo>
                  <a:pt x="408127" y="71539"/>
                </a:lnTo>
                <a:lnTo>
                  <a:pt x="430409" y="71539"/>
                </a:lnTo>
                <a:lnTo>
                  <a:pt x="428637" y="67932"/>
                </a:lnTo>
                <a:lnTo>
                  <a:pt x="426259" y="65277"/>
                </a:lnTo>
                <a:lnTo>
                  <a:pt x="419874" y="61239"/>
                </a:lnTo>
                <a:lnTo>
                  <a:pt x="415937" y="60223"/>
                </a:lnTo>
                <a:close/>
              </a:path>
              <a:path w="433070" h="109854">
                <a:moveTo>
                  <a:pt x="426021" y="4914"/>
                </a:moveTo>
                <a:lnTo>
                  <a:pt x="413613" y="4914"/>
                </a:lnTo>
                <a:lnTo>
                  <a:pt x="343763" y="106514"/>
                </a:lnTo>
                <a:lnTo>
                  <a:pt x="356171" y="106514"/>
                </a:lnTo>
                <a:lnTo>
                  <a:pt x="426021" y="4914"/>
                </a:lnTo>
                <a:close/>
              </a:path>
              <a:path w="433070" h="109854">
                <a:moveTo>
                  <a:pt x="430409" y="71539"/>
                </a:moveTo>
                <a:lnTo>
                  <a:pt x="414540" y="71539"/>
                </a:lnTo>
                <a:lnTo>
                  <a:pt x="416775" y="72643"/>
                </a:lnTo>
                <a:lnTo>
                  <a:pt x="419087" y="77050"/>
                </a:lnTo>
                <a:lnTo>
                  <a:pt x="419671" y="79463"/>
                </a:lnTo>
                <a:lnTo>
                  <a:pt x="419671" y="90106"/>
                </a:lnTo>
                <a:lnTo>
                  <a:pt x="419061" y="92519"/>
                </a:lnTo>
                <a:lnTo>
                  <a:pt x="417830" y="94703"/>
                </a:lnTo>
                <a:lnTo>
                  <a:pt x="416648" y="96862"/>
                </a:lnTo>
                <a:lnTo>
                  <a:pt x="414451" y="97929"/>
                </a:lnTo>
                <a:lnTo>
                  <a:pt x="430437" y="97929"/>
                </a:lnTo>
                <a:lnTo>
                  <a:pt x="431888" y="95021"/>
                </a:lnTo>
                <a:lnTo>
                  <a:pt x="432714" y="91401"/>
                </a:lnTo>
                <a:lnTo>
                  <a:pt x="432714" y="78168"/>
                </a:lnTo>
                <a:lnTo>
                  <a:pt x="431900" y="74548"/>
                </a:lnTo>
                <a:lnTo>
                  <a:pt x="430409" y="71539"/>
                </a:lnTo>
                <a:close/>
              </a:path>
              <a:path w="433070" h="109854">
                <a:moveTo>
                  <a:pt x="364312" y="2082"/>
                </a:moveTo>
                <a:lnTo>
                  <a:pt x="355079" y="2082"/>
                </a:lnTo>
                <a:lnTo>
                  <a:pt x="351193" y="3098"/>
                </a:lnTo>
                <a:lnTo>
                  <a:pt x="344779" y="7099"/>
                </a:lnTo>
                <a:lnTo>
                  <a:pt x="342328" y="9740"/>
                </a:lnTo>
                <a:lnTo>
                  <a:pt x="338963" y="16357"/>
                </a:lnTo>
                <a:lnTo>
                  <a:pt x="338112" y="20002"/>
                </a:lnTo>
                <a:lnTo>
                  <a:pt x="338117" y="33286"/>
                </a:lnTo>
                <a:lnTo>
                  <a:pt x="354977" y="51104"/>
                </a:lnTo>
                <a:lnTo>
                  <a:pt x="364236" y="51104"/>
                </a:lnTo>
                <a:lnTo>
                  <a:pt x="368147" y="50114"/>
                </a:lnTo>
                <a:lnTo>
                  <a:pt x="374561" y="46139"/>
                </a:lnTo>
                <a:lnTo>
                  <a:pt x="376974" y="43510"/>
                </a:lnTo>
                <a:lnTo>
                  <a:pt x="378827" y="39789"/>
                </a:lnTo>
                <a:lnTo>
                  <a:pt x="356463" y="39789"/>
                </a:lnTo>
                <a:lnTo>
                  <a:pt x="354253" y="38709"/>
                </a:lnTo>
                <a:lnTo>
                  <a:pt x="352996" y="36563"/>
                </a:lnTo>
                <a:lnTo>
                  <a:pt x="351777" y="34378"/>
                </a:lnTo>
                <a:lnTo>
                  <a:pt x="351155" y="31965"/>
                </a:lnTo>
                <a:lnTo>
                  <a:pt x="351155" y="21348"/>
                </a:lnTo>
                <a:lnTo>
                  <a:pt x="351790" y="18935"/>
                </a:lnTo>
                <a:lnTo>
                  <a:pt x="354304" y="14503"/>
                </a:lnTo>
                <a:lnTo>
                  <a:pt x="356501" y="13398"/>
                </a:lnTo>
                <a:lnTo>
                  <a:pt x="378815" y="13398"/>
                </a:lnTo>
                <a:lnTo>
                  <a:pt x="377024" y="9740"/>
                </a:lnTo>
                <a:lnTo>
                  <a:pt x="374611" y="7099"/>
                </a:lnTo>
                <a:lnTo>
                  <a:pt x="371398" y="5118"/>
                </a:lnTo>
                <a:lnTo>
                  <a:pt x="368223" y="3098"/>
                </a:lnTo>
                <a:lnTo>
                  <a:pt x="364312" y="2082"/>
                </a:lnTo>
                <a:close/>
              </a:path>
              <a:path w="433070" h="109854">
                <a:moveTo>
                  <a:pt x="378815" y="13398"/>
                </a:moveTo>
                <a:lnTo>
                  <a:pt x="362915" y="13398"/>
                </a:lnTo>
                <a:lnTo>
                  <a:pt x="365137" y="14503"/>
                </a:lnTo>
                <a:lnTo>
                  <a:pt x="367455" y="18935"/>
                </a:lnTo>
                <a:lnTo>
                  <a:pt x="368033" y="21348"/>
                </a:lnTo>
                <a:lnTo>
                  <a:pt x="368033" y="31965"/>
                </a:lnTo>
                <a:lnTo>
                  <a:pt x="367411" y="34378"/>
                </a:lnTo>
                <a:lnTo>
                  <a:pt x="364998" y="38709"/>
                </a:lnTo>
                <a:lnTo>
                  <a:pt x="362813" y="39789"/>
                </a:lnTo>
                <a:lnTo>
                  <a:pt x="378827" y="39789"/>
                </a:lnTo>
                <a:lnTo>
                  <a:pt x="380250" y="36931"/>
                </a:lnTo>
                <a:lnTo>
                  <a:pt x="381076" y="33286"/>
                </a:lnTo>
                <a:lnTo>
                  <a:pt x="381076" y="20002"/>
                </a:lnTo>
                <a:lnTo>
                  <a:pt x="380263" y="16357"/>
                </a:lnTo>
                <a:lnTo>
                  <a:pt x="378815" y="13398"/>
                </a:lnTo>
                <a:close/>
              </a:path>
            </a:pathLst>
          </a:custGeom>
          <a:solidFill>
            <a:srgbClr val="52084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4" name="object 74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7820520" y="642785"/>
            <a:ext cx="1327340" cy="108051"/>
          </a:xfrm>
          <a:prstGeom prst="rect">
            <a:avLst/>
          </a:prstGeom>
        </p:spPr>
      </p:pic>
      <p:sp>
        <p:nvSpPr>
          <p:cNvPr id="75" name="object 75"/>
          <p:cNvSpPr/>
          <p:nvPr/>
        </p:nvSpPr>
        <p:spPr>
          <a:xfrm>
            <a:off x="2819387" y="3301961"/>
            <a:ext cx="26034" cy="4013835"/>
          </a:xfrm>
          <a:custGeom>
            <a:avLst/>
            <a:gdLst/>
            <a:ahLst/>
            <a:cxnLst/>
            <a:rect l="l" t="t" r="r" b="b"/>
            <a:pathLst>
              <a:path w="26035" h="4013834">
                <a:moveTo>
                  <a:pt x="12763" y="3994302"/>
                </a:moveTo>
                <a:lnTo>
                  <a:pt x="63" y="3994264"/>
                </a:lnTo>
                <a:lnTo>
                  <a:pt x="0" y="4013200"/>
                </a:lnTo>
                <a:lnTo>
                  <a:pt x="12700" y="4013238"/>
                </a:lnTo>
                <a:lnTo>
                  <a:pt x="12763" y="3994302"/>
                </a:lnTo>
                <a:close/>
              </a:path>
              <a:path w="26035" h="4013834">
                <a:moveTo>
                  <a:pt x="13004" y="3918585"/>
                </a:moveTo>
                <a:lnTo>
                  <a:pt x="304" y="3918547"/>
                </a:lnTo>
                <a:lnTo>
                  <a:pt x="190" y="3956405"/>
                </a:lnTo>
                <a:lnTo>
                  <a:pt x="12890" y="3956443"/>
                </a:lnTo>
                <a:lnTo>
                  <a:pt x="13004" y="3918585"/>
                </a:lnTo>
                <a:close/>
              </a:path>
              <a:path w="26035" h="4013834">
                <a:moveTo>
                  <a:pt x="13246" y="3842867"/>
                </a:moveTo>
                <a:lnTo>
                  <a:pt x="546" y="3842829"/>
                </a:lnTo>
                <a:lnTo>
                  <a:pt x="419" y="3880688"/>
                </a:lnTo>
                <a:lnTo>
                  <a:pt x="13119" y="3880726"/>
                </a:lnTo>
                <a:lnTo>
                  <a:pt x="13246" y="3842867"/>
                </a:lnTo>
                <a:close/>
              </a:path>
              <a:path w="26035" h="4013834">
                <a:moveTo>
                  <a:pt x="13487" y="3767150"/>
                </a:moveTo>
                <a:lnTo>
                  <a:pt x="787" y="3767112"/>
                </a:lnTo>
                <a:lnTo>
                  <a:pt x="660" y="3804970"/>
                </a:lnTo>
                <a:lnTo>
                  <a:pt x="13360" y="3805009"/>
                </a:lnTo>
                <a:lnTo>
                  <a:pt x="13487" y="3767150"/>
                </a:lnTo>
                <a:close/>
              </a:path>
              <a:path w="26035" h="4013834">
                <a:moveTo>
                  <a:pt x="13728" y="3691420"/>
                </a:moveTo>
                <a:lnTo>
                  <a:pt x="1028" y="3691382"/>
                </a:lnTo>
                <a:lnTo>
                  <a:pt x="901" y="3729240"/>
                </a:lnTo>
                <a:lnTo>
                  <a:pt x="13601" y="3729278"/>
                </a:lnTo>
                <a:lnTo>
                  <a:pt x="13728" y="3691420"/>
                </a:lnTo>
                <a:close/>
              </a:path>
              <a:path w="26035" h="4013834">
                <a:moveTo>
                  <a:pt x="13970" y="3615715"/>
                </a:moveTo>
                <a:lnTo>
                  <a:pt x="1270" y="3615664"/>
                </a:lnTo>
                <a:lnTo>
                  <a:pt x="1143" y="3653523"/>
                </a:lnTo>
                <a:lnTo>
                  <a:pt x="13843" y="3653561"/>
                </a:lnTo>
                <a:lnTo>
                  <a:pt x="13970" y="3615715"/>
                </a:lnTo>
                <a:close/>
              </a:path>
              <a:path w="26035" h="4013834">
                <a:moveTo>
                  <a:pt x="14198" y="3539998"/>
                </a:moveTo>
                <a:lnTo>
                  <a:pt x="1498" y="3539947"/>
                </a:lnTo>
                <a:lnTo>
                  <a:pt x="1384" y="3577806"/>
                </a:lnTo>
                <a:lnTo>
                  <a:pt x="14084" y="3577856"/>
                </a:lnTo>
                <a:lnTo>
                  <a:pt x="14198" y="3539998"/>
                </a:lnTo>
                <a:close/>
              </a:path>
              <a:path w="26035" h="4013834">
                <a:moveTo>
                  <a:pt x="14439" y="3464268"/>
                </a:moveTo>
                <a:lnTo>
                  <a:pt x="1739" y="3464217"/>
                </a:lnTo>
                <a:lnTo>
                  <a:pt x="1625" y="3502088"/>
                </a:lnTo>
                <a:lnTo>
                  <a:pt x="14325" y="3502139"/>
                </a:lnTo>
                <a:lnTo>
                  <a:pt x="14439" y="3464268"/>
                </a:lnTo>
                <a:close/>
              </a:path>
              <a:path w="26035" h="4013834">
                <a:moveTo>
                  <a:pt x="14681" y="3388550"/>
                </a:moveTo>
                <a:lnTo>
                  <a:pt x="1981" y="3388499"/>
                </a:lnTo>
                <a:lnTo>
                  <a:pt x="1866" y="3426358"/>
                </a:lnTo>
                <a:lnTo>
                  <a:pt x="14566" y="3426409"/>
                </a:lnTo>
                <a:lnTo>
                  <a:pt x="14681" y="3388550"/>
                </a:lnTo>
                <a:close/>
              </a:path>
              <a:path w="26035" h="4013834">
                <a:moveTo>
                  <a:pt x="14922" y="3312833"/>
                </a:moveTo>
                <a:lnTo>
                  <a:pt x="2222" y="3312782"/>
                </a:lnTo>
                <a:lnTo>
                  <a:pt x="2108" y="3350641"/>
                </a:lnTo>
                <a:lnTo>
                  <a:pt x="14808" y="3350691"/>
                </a:lnTo>
                <a:lnTo>
                  <a:pt x="14922" y="3312833"/>
                </a:lnTo>
                <a:close/>
              </a:path>
              <a:path w="26035" h="4013834">
                <a:moveTo>
                  <a:pt x="15163" y="3237103"/>
                </a:moveTo>
                <a:lnTo>
                  <a:pt x="2463" y="3237052"/>
                </a:lnTo>
                <a:lnTo>
                  <a:pt x="2336" y="3274923"/>
                </a:lnTo>
                <a:lnTo>
                  <a:pt x="15036" y="3274974"/>
                </a:lnTo>
                <a:lnTo>
                  <a:pt x="15163" y="3237103"/>
                </a:lnTo>
                <a:close/>
              </a:path>
              <a:path w="26035" h="4013834">
                <a:moveTo>
                  <a:pt x="15405" y="3161385"/>
                </a:moveTo>
                <a:lnTo>
                  <a:pt x="2705" y="3161347"/>
                </a:lnTo>
                <a:lnTo>
                  <a:pt x="2578" y="3199206"/>
                </a:lnTo>
                <a:lnTo>
                  <a:pt x="15278" y="3199244"/>
                </a:lnTo>
                <a:lnTo>
                  <a:pt x="15405" y="3161385"/>
                </a:lnTo>
                <a:close/>
              </a:path>
              <a:path w="26035" h="4013834">
                <a:moveTo>
                  <a:pt x="15646" y="3085668"/>
                </a:moveTo>
                <a:lnTo>
                  <a:pt x="2946" y="3085630"/>
                </a:lnTo>
                <a:lnTo>
                  <a:pt x="2819" y="3123488"/>
                </a:lnTo>
                <a:lnTo>
                  <a:pt x="15519" y="3123527"/>
                </a:lnTo>
                <a:lnTo>
                  <a:pt x="15646" y="3085668"/>
                </a:lnTo>
                <a:close/>
              </a:path>
              <a:path w="26035" h="4013834">
                <a:moveTo>
                  <a:pt x="15887" y="3009950"/>
                </a:moveTo>
                <a:lnTo>
                  <a:pt x="3187" y="3009912"/>
                </a:lnTo>
                <a:lnTo>
                  <a:pt x="3060" y="3047771"/>
                </a:lnTo>
                <a:lnTo>
                  <a:pt x="15760" y="3047809"/>
                </a:lnTo>
                <a:lnTo>
                  <a:pt x="15887" y="3009950"/>
                </a:lnTo>
                <a:close/>
              </a:path>
              <a:path w="26035" h="4013834">
                <a:moveTo>
                  <a:pt x="16116" y="2934220"/>
                </a:moveTo>
                <a:lnTo>
                  <a:pt x="3416" y="2934182"/>
                </a:lnTo>
                <a:lnTo>
                  <a:pt x="3302" y="2972041"/>
                </a:lnTo>
                <a:lnTo>
                  <a:pt x="16002" y="2972079"/>
                </a:lnTo>
                <a:lnTo>
                  <a:pt x="16116" y="2934220"/>
                </a:lnTo>
                <a:close/>
              </a:path>
              <a:path w="26035" h="4013834">
                <a:moveTo>
                  <a:pt x="16357" y="2858503"/>
                </a:moveTo>
                <a:lnTo>
                  <a:pt x="3657" y="2858465"/>
                </a:lnTo>
                <a:lnTo>
                  <a:pt x="3543" y="2896324"/>
                </a:lnTo>
                <a:lnTo>
                  <a:pt x="16243" y="2896362"/>
                </a:lnTo>
                <a:lnTo>
                  <a:pt x="16357" y="2858503"/>
                </a:lnTo>
                <a:close/>
              </a:path>
              <a:path w="26035" h="4013834">
                <a:moveTo>
                  <a:pt x="16598" y="2782786"/>
                </a:moveTo>
                <a:lnTo>
                  <a:pt x="3898" y="2782747"/>
                </a:lnTo>
                <a:lnTo>
                  <a:pt x="3784" y="2820606"/>
                </a:lnTo>
                <a:lnTo>
                  <a:pt x="16484" y="2820644"/>
                </a:lnTo>
                <a:lnTo>
                  <a:pt x="16598" y="2782786"/>
                </a:lnTo>
                <a:close/>
              </a:path>
              <a:path w="26035" h="4013834">
                <a:moveTo>
                  <a:pt x="16840" y="2707055"/>
                </a:moveTo>
                <a:lnTo>
                  <a:pt x="4140" y="2707017"/>
                </a:lnTo>
                <a:lnTo>
                  <a:pt x="4025" y="2744889"/>
                </a:lnTo>
                <a:lnTo>
                  <a:pt x="16725" y="2744927"/>
                </a:lnTo>
                <a:lnTo>
                  <a:pt x="16840" y="2707055"/>
                </a:lnTo>
                <a:close/>
              </a:path>
              <a:path w="26035" h="4013834">
                <a:moveTo>
                  <a:pt x="17081" y="2631338"/>
                </a:moveTo>
                <a:lnTo>
                  <a:pt x="4381" y="2631300"/>
                </a:lnTo>
                <a:lnTo>
                  <a:pt x="4254" y="2669159"/>
                </a:lnTo>
                <a:lnTo>
                  <a:pt x="16954" y="2669197"/>
                </a:lnTo>
                <a:lnTo>
                  <a:pt x="17081" y="2631338"/>
                </a:lnTo>
                <a:close/>
              </a:path>
              <a:path w="26035" h="4013834">
                <a:moveTo>
                  <a:pt x="17322" y="2555621"/>
                </a:moveTo>
                <a:lnTo>
                  <a:pt x="4622" y="2555583"/>
                </a:lnTo>
                <a:lnTo>
                  <a:pt x="4495" y="2593441"/>
                </a:lnTo>
                <a:lnTo>
                  <a:pt x="17195" y="2593479"/>
                </a:lnTo>
                <a:lnTo>
                  <a:pt x="17322" y="2555621"/>
                </a:lnTo>
                <a:close/>
              </a:path>
              <a:path w="26035" h="4013834">
                <a:moveTo>
                  <a:pt x="17564" y="2479903"/>
                </a:moveTo>
                <a:lnTo>
                  <a:pt x="4864" y="2479865"/>
                </a:lnTo>
                <a:lnTo>
                  <a:pt x="4737" y="2517724"/>
                </a:lnTo>
                <a:lnTo>
                  <a:pt x="17437" y="2517762"/>
                </a:lnTo>
                <a:lnTo>
                  <a:pt x="17564" y="2479903"/>
                </a:lnTo>
                <a:close/>
              </a:path>
              <a:path w="26035" h="4013834">
                <a:moveTo>
                  <a:pt x="17792" y="2404173"/>
                </a:moveTo>
                <a:lnTo>
                  <a:pt x="5092" y="2404135"/>
                </a:lnTo>
                <a:lnTo>
                  <a:pt x="4978" y="2441994"/>
                </a:lnTo>
                <a:lnTo>
                  <a:pt x="17678" y="2442032"/>
                </a:lnTo>
                <a:lnTo>
                  <a:pt x="17792" y="2404173"/>
                </a:lnTo>
                <a:close/>
              </a:path>
              <a:path w="26035" h="4013834">
                <a:moveTo>
                  <a:pt x="18034" y="2328456"/>
                </a:moveTo>
                <a:lnTo>
                  <a:pt x="5334" y="2328418"/>
                </a:lnTo>
                <a:lnTo>
                  <a:pt x="5219" y="2366276"/>
                </a:lnTo>
                <a:lnTo>
                  <a:pt x="17919" y="2366314"/>
                </a:lnTo>
                <a:lnTo>
                  <a:pt x="18034" y="2328456"/>
                </a:lnTo>
                <a:close/>
              </a:path>
              <a:path w="26035" h="4013834">
                <a:moveTo>
                  <a:pt x="18275" y="2252738"/>
                </a:moveTo>
                <a:lnTo>
                  <a:pt x="5575" y="2252700"/>
                </a:lnTo>
                <a:lnTo>
                  <a:pt x="5461" y="2290559"/>
                </a:lnTo>
                <a:lnTo>
                  <a:pt x="18161" y="2290597"/>
                </a:lnTo>
                <a:lnTo>
                  <a:pt x="18275" y="2252738"/>
                </a:lnTo>
                <a:close/>
              </a:path>
              <a:path w="26035" h="4013834">
                <a:moveTo>
                  <a:pt x="18516" y="2177008"/>
                </a:moveTo>
                <a:lnTo>
                  <a:pt x="5816" y="2176970"/>
                </a:lnTo>
                <a:lnTo>
                  <a:pt x="5702" y="2214842"/>
                </a:lnTo>
                <a:lnTo>
                  <a:pt x="18402" y="2214880"/>
                </a:lnTo>
                <a:lnTo>
                  <a:pt x="18516" y="2177008"/>
                </a:lnTo>
                <a:close/>
              </a:path>
              <a:path w="26035" h="4013834">
                <a:moveTo>
                  <a:pt x="18757" y="2101291"/>
                </a:moveTo>
                <a:lnTo>
                  <a:pt x="6057" y="2101253"/>
                </a:lnTo>
                <a:lnTo>
                  <a:pt x="5943" y="2139111"/>
                </a:lnTo>
                <a:lnTo>
                  <a:pt x="18643" y="2139150"/>
                </a:lnTo>
                <a:lnTo>
                  <a:pt x="18757" y="2101291"/>
                </a:lnTo>
                <a:close/>
              </a:path>
              <a:path w="26035" h="4013834">
                <a:moveTo>
                  <a:pt x="18999" y="2025573"/>
                </a:moveTo>
                <a:lnTo>
                  <a:pt x="6299" y="2025535"/>
                </a:lnTo>
                <a:lnTo>
                  <a:pt x="6172" y="2063394"/>
                </a:lnTo>
                <a:lnTo>
                  <a:pt x="18872" y="2063432"/>
                </a:lnTo>
                <a:lnTo>
                  <a:pt x="18999" y="2025573"/>
                </a:lnTo>
                <a:close/>
              </a:path>
              <a:path w="26035" h="4013834">
                <a:moveTo>
                  <a:pt x="19240" y="1949856"/>
                </a:moveTo>
                <a:lnTo>
                  <a:pt x="6540" y="1949818"/>
                </a:lnTo>
                <a:lnTo>
                  <a:pt x="6413" y="1987677"/>
                </a:lnTo>
                <a:lnTo>
                  <a:pt x="19113" y="1987715"/>
                </a:lnTo>
                <a:lnTo>
                  <a:pt x="19240" y="1949856"/>
                </a:lnTo>
                <a:close/>
              </a:path>
              <a:path w="26035" h="4013834">
                <a:moveTo>
                  <a:pt x="19481" y="1874126"/>
                </a:moveTo>
                <a:lnTo>
                  <a:pt x="6781" y="1874088"/>
                </a:lnTo>
                <a:lnTo>
                  <a:pt x="6654" y="1911946"/>
                </a:lnTo>
                <a:lnTo>
                  <a:pt x="19354" y="1911985"/>
                </a:lnTo>
                <a:lnTo>
                  <a:pt x="19481" y="1874126"/>
                </a:lnTo>
                <a:close/>
              </a:path>
              <a:path w="26035" h="4013834">
                <a:moveTo>
                  <a:pt x="19710" y="1798408"/>
                </a:moveTo>
                <a:lnTo>
                  <a:pt x="7010" y="1798370"/>
                </a:lnTo>
                <a:lnTo>
                  <a:pt x="6896" y="1836229"/>
                </a:lnTo>
                <a:lnTo>
                  <a:pt x="19596" y="1836267"/>
                </a:lnTo>
                <a:lnTo>
                  <a:pt x="19710" y="1798408"/>
                </a:lnTo>
                <a:close/>
              </a:path>
              <a:path w="26035" h="4013834">
                <a:moveTo>
                  <a:pt x="19951" y="1722691"/>
                </a:moveTo>
                <a:lnTo>
                  <a:pt x="7251" y="1722653"/>
                </a:lnTo>
                <a:lnTo>
                  <a:pt x="7137" y="1760512"/>
                </a:lnTo>
                <a:lnTo>
                  <a:pt x="19837" y="1760550"/>
                </a:lnTo>
                <a:lnTo>
                  <a:pt x="19951" y="1722691"/>
                </a:lnTo>
                <a:close/>
              </a:path>
              <a:path w="26035" h="4013834">
                <a:moveTo>
                  <a:pt x="20193" y="1646961"/>
                </a:moveTo>
                <a:lnTo>
                  <a:pt x="7493" y="1646923"/>
                </a:lnTo>
                <a:lnTo>
                  <a:pt x="7378" y="1684794"/>
                </a:lnTo>
                <a:lnTo>
                  <a:pt x="20078" y="1684832"/>
                </a:lnTo>
                <a:lnTo>
                  <a:pt x="20193" y="1646961"/>
                </a:lnTo>
                <a:close/>
              </a:path>
              <a:path w="26035" h="4013834">
                <a:moveTo>
                  <a:pt x="20434" y="1571244"/>
                </a:moveTo>
                <a:lnTo>
                  <a:pt x="7734" y="1571205"/>
                </a:lnTo>
                <a:lnTo>
                  <a:pt x="7620" y="1609064"/>
                </a:lnTo>
                <a:lnTo>
                  <a:pt x="20320" y="1609102"/>
                </a:lnTo>
                <a:lnTo>
                  <a:pt x="20434" y="1571244"/>
                </a:lnTo>
                <a:close/>
              </a:path>
              <a:path w="26035" h="4013834">
                <a:moveTo>
                  <a:pt x="20675" y="1495526"/>
                </a:moveTo>
                <a:lnTo>
                  <a:pt x="7975" y="1495488"/>
                </a:lnTo>
                <a:lnTo>
                  <a:pt x="7848" y="1533347"/>
                </a:lnTo>
                <a:lnTo>
                  <a:pt x="20548" y="1533385"/>
                </a:lnTo>
                <a:lnTo>
                  <a:pt x="20675" y="1495526"/>
                </a:lnTo>
                <a:close/>
              </a:path>
              <a:path w="26035" h="4013834">
                <a:moveTo>
                  <a:pt x="20916" y="1419809"/>
                </a:moveTo>
                <a:lnTo>
                  <a:pt x="8216" y="1419771"/>
                </a:lnTo>
                <a:lnTo>
                  <a:pt x="8089" y="1457629"/>
                </a:lnTo>
                <a:lnTo>
                  <a:pt x="20789" y="1457667"/>
                </a:lnTo>
                <a:lnTo>
                  <a:pt x="20916" y="1419809"/>
                </a:lnTo>
                <a:close/>
              </a:path>
              <a:path w="26035" h="4013834">
                <a:moveTo>
                  <a:pt x="21158" y="1344079"/>
                </a:moveTo>
                <a:lnTo>
                  <a:pt x="8458" y="1344041"/>
                </a:lnTo>
                <a:lnTo>
                  <a:pt x="8331" y="1381899"/>
                </a:lnTo>
                <a:lnTo>
                  <a:pt x="21031" y="1381937"/>
                </a:lnTo>
                <a:lnTo>
                  <a:pt x="21158" y="1344079"/>
                </a:lnTo>
                <a:close/>
              </a:path>
              <a:path w="26035" h="4013834">
                <a:moveTo>
                  <a:pt x="21399" y="1268361"/>
                </a:moveTo>
                <a:lnTo>
                  <a:pt x="8699" y="1268323"/>
                </a:lnTo>
                <a:lnTo>
                  <a:pt x="8572" y="1306182"/>
                </a:lnTo>
                <a:lnTo>
                  <a:pt x="21272" y="1306220"/>
                </a:lnTo>
                <a:lnTo>
                  <a:pt x="21399" y="1268361"/>
                </a:lnTo>
                <a:close/>
              </a:path>
              <a:path w="26035" h="4013834">
                <a:moveTo>
                  <a:pt x="21628" y="1192644"/>
                </a:moveTo>
                <a:lnTo>
                  <a:pt x="8928" y="1192606"/>
                </a:lnTo>
                <a:lnTo>
                  <a:pt x="8813" y="1230464"/>
                </a:lnTo>
                <a:lnTo>
                  <a:pt x="21513" y="1230503"/>
                </a:lnTo>
                <a:lnTo>
                  <a:pt x="21628" y="1192644"/>
                </a:lnTo>
                <a:close/>
              </a:path>
              <a:path w="26035" h="4013834">
                <a:moveTo>
                  <a:pt x="21869" y="1116914"/>
                </a:moveTo>
                <a:lnTo>
                  <a:pt x="9169" y="1116876"/>
                </a:lnTo>
                <a:lnTo>
                  <a:pt x="9055" y="1154747"/>
                </a:lnTo>
                <a:lnTo>
                  <a:pt x="21755" y="1154785"/>
                </a:lnTo>
                <a:lnTo>
                  <a:pt x="21869" y="1116914"/>
                </a:lnTo>
                <a:close/>
              </a:path>
              <a:path w="26035" h="4013834">
                <a:moveTo>
                  <a:pt x="22110" y="1041209"/>
                </a:moveTo>
                <a:lnTo>
                  <a:pt x="9410" y="1041158"/>
                </a:lnTo>
                <a:lnTo>
                  <a:pt x="9296" y="1079017"/>
                </a:lnTo>
                <a:lnTo>
                  <a:pt x="21996" y="1079068"/>
                </a:lnTo>
                <a:lnTo>
                  <a:pt x="22110" y="1041209"/>
                </a:lnTo>
                <a:close/>
              </a:path>
              <a:path w="26035" h="4013834">
                <a:moveTo>
                  <a:pt x="22352" y="965492"/>
                </a:moveTo>
                <a:lnTo>
                  <a:pt x="9652" y="965441"/>
                </a:lnTo>
                <a:lnTo>
                  <a:pt x="9537" y="1003300"/>
                </a:lnTo>
                <a:lnTo>
                  <a:pt x="22237" y="1003350"/>
                </a:lnTo>
                <a:lnTo>
                  <a:pt x="22352" y="965492"/>
                </a:lnTo>
                <a:close/>
              </a:path>
              <a:path w="26035" h="4013834">
                <a:moveTo>
                  <a:pt x="22593" y="889774"/>
                </a:moveTo>
                <a:lnTo>
                  <a:pt x="9893" y="889723"/>
                </a:lnTo>
                <a:lnTo>
                  <a:pt x="9766" y="927582"/>
                </a:lnTo>
                <a:lnTo>
                  <a:pt x="22466" y="927633"/>
                </a:lnTo>
                <a:lnTo>
                  <a:pt x="22593" y="889774"/>
                </a:lnTo>
                <a:close/>
              </a:path>
              <a:path w="26035" h="4013834">
                <a:moveTo>
                  <a:pt x="22834" y="814044"/>
                </a:moveTo>
                <a:lnTo>
                  <a:pt x="10134" y="813993"/>
                </a:lnTo>
                <a:lnTo>
                  <a:pt x="10007" y="851852"/>
                </a:lnTo>
                <a:lnTo>
                  <a:pt x="22707" y="851903"/>
                </a:lnTo>
                <a:lnTo>
                  <a:pt x="22834" y="814044"/>
                </a:lnTo>
                <a:close/>
              </a:path>
              <a:path w="26035" h="4013834">
                <a:moveTo>
                  <a:pt x="23075" y="738327"/>
                </a:moveTo>
                <a:lnTo>
                  <a:pt x="10375" y="738276"/>
                </a:lnTo>
                <a:lnTo>
                  <a:pt x="10248" y="776135"/>
                </a:lnTo>
                <a:lnTo>
                  <a:pt x="22948" y="776185"/>
                </a:lnTo>
                <a:lnTo>
                  <a:pt x="23075" y="738327"/>
                </a:lnTo>
                <a:close/>
              </a:path>
              <a:path w="26035" h="4013834">
                <a:moveTo>
                  <a:pt x="23304" y="662609"/>
                </a:moveTo>
                <a:lnTo>
                  <a:pt x="10604" y="662571"/>
                </a:lnTo>
                <a:lnTo>
                  <a:pt x="10490" y="700417"/>
                </a:lnTo>
                <a:lnTo>
                  <a:pt x="23190" y="700468"/>
                </a:lnTo>
                <a:lnTo>
                  <a:pt x="23304" y="662609"/>
                </a:lnTo>
                <a:close/>
              </a:path>
              <a:path w="26035" h="4013834">
                <a:moveTo>
                  <a:pt x="23545" y="586879"/>
                </a:moveTo>
                <a:lnTo>
                  <a:pt x="10845" y="586841"/>
                </a:lnTo>
                <a:lnTo>
                  <a:pt x="10731" y="624713"/>
                </a:lnTo>
                <a:lnTo>
                  <a:pt x="23431" y="624751"/>
                </a:lnTo>
                <a:lnTo>
                  <a:pt x="23545" y="586879"/>
                </a:lnTo>
                <a:close/>
              </a:path>
              <a:path w="26035" h="4013834">
                <a:moveTo>
                  <a:pt x="23787" y="511162"/>
                </a:moveTo>
                <a:lnTo>
                  <a:pt x="11087" y="511124"/>
                </a:lnTo>
                <a:lnTo>
                  <a:pt x="10972" y="548982"/>
                </a:lnTo>
                <a:lnTo>
                  <a:pt x="23672" y="549021"/>
                </a:lnTo>
                <a:lnTo>
                  <a:pt x="23787" y="511162"/>
                </a:lnTo>
                <a:close/>
              </a:path>
              <a:path w="26035" h="4013834">
                <a:moveTo>
                  <a:pt x="24028" y="435444"/>
                </a:moveTo>
                <a:lnTo>
                  <a:pt x="11328" y="435406"/>
                </a:lnTo>
                <a:lnTo>
                  <a:pt x="11214" y="473265"/>
                </a:lnTo>
                <a:lnTo>
                  <a:pt x="23914" y="473303"/>
                </a:lnTo>
                <a:lnTo>
                  <a:pt x="24028" y="435444"/>
                </a:lnTo>
                <a:close/>
              </a:path>
              <a:path w="26035" h="4013834">
                <a:moveTo>
                  <a:pt x="24269" y="359727"/>
                </a:moveTo>
                <a:lnTo>
                  <a:pt x="11569" y="359689"/>
                </a:lnTo>
                <a:lnTo>
                  <a:pt x="11455" y="397548"/>
                </a:lnTo>
                <a:lnTo>
                  <a:pt x="24155" y="397586"/>
                </a:lnTo>
                <a:lnTo>
                  <a:pt x="24269" y="359727"/>
                </a:lnTo>
                <a:close/>
              </a:path>
              <a:path w="26035" h="4013834">
                <a:moveTo>
                  <a:pt x="24511" y="283997"/>
                </a:moveTo>
                <a:lnTo>
                  <a:pt x="11811" y="283959"/>
                </a:lnTo>
                <a:lnTo>
                  <a:pt x="11684" y="321830"/>
                </a:lnTo>
                <a:lnTo>
                  <a:pt x="24384" y="321868"/>
                </a:lnTo>
                <a:lnTo>
                  <a:pt x="24511" y="283997"/>
                </a:lnTo>
                <a:close/>
              </a:path>
              <a:path w="26035" h="4013834">
                <a:moveTo>
                  <a:pt x="24752" y="208280"/>
                </a:moveTo>
                <a:lnTo>
                  <a:pt x="12052" y="208241"/>
                </a:lnTo>
                <a:lnTo>
                  <a:pt x="11925" y="246100"/>
                </a:lnTo>
                <a:lnTo>
                  <a:pt x="24625" y="246138"/>
                </a:lnTo>
                <a:lnTo>
                  <a:pt x="24752" y="208280"/>
                </a:lnTo>
                <a:close/>
              </a:path>
              <a:path w="26035" h="4013834">
                <a:moveTo>
                  <a:pt x="24993" y="132562"/>
                </a:moveTo>
                <a:lnTo>
                  <a:pt x="12293" y="132524"/>
                </a:lnTo>
                <a:lnTo>
                  <a:pt x="12166" y="170383"/>
                </a:lnTo>
                <a:lnTo>
                  <a:pt x="24866" y="170421"/>
                </a:lnTo>
                <a:lnTo>
                  <a:pt x="24993" y="132562"/>
                </a:lnTo>
                <a:close/>
              </a:path>
              <a:path w="26035" h="4013834">
                <a:moveTo>
                  <a:pt x="25222" y="56845"/>
                </a:moveTo>
                <a:lnTo>
                  <a:pt x="12522" y="56807"/>
                </a:lnTo>
                <a:lnTo>
                  <a:pt x="12407" y="94665"/>
                </a:lnTo>
                <a:lnTo>
                  <a:pt x="25107" y="94703"/>
                </a:lnTo>
                <a:lnTo>
                  <a:pt x="25222" y="56845"/>
                </a:lnTo>
                <a:close/>
              </a:path>
              <a:path w="26035" h="4013834">
                <a:moveTo>
                  <a:pt x="25412" y="38"/>
                </a:moveTo>
                <a:lnTo>
                  <a:pt x="12712" y="0"/>
                </a:lnTo>
                <a:lnTo>
                  <a:pt x="12649" y="18935"/>
                </a:lnTo>
                <a:lnTo>
                  <a:pt x="25349" y="18973"/>
                </a:lnTo>
                <a:lnTo>
                  <a:pt x="25412" y="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6" name="object 76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77406" y="6854825"/>
            <a:ext cx="2384628" cy="133350"/>
          </a:xfrm>
          <a:prstGeom prst="rect">
            <a:avLst/>
          </a:prstGeom>
        </p:spPr>
      </p:pic>
      <p:pic>
        <p:nvPicPr>
          <p:cNvPr id="77" name="object 77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64706" y="7096125"/>
            <a:ext cx="2138553" cy="133350"/>
          </a:xfrm>
          <a:prstGeom prst="rect">
            <a:avLst/>
          </a:prstGeom>
        </p:spPr>
      </p:pic>
      <p:grpSp>
        <p:nvGrpSpPr>
          <p:cNvPr id="78" name="object 78"/>
          <p:cNvGrpSpPr/>
          <p:nvPr/>
        </p:nvGrpSpPr>
        <p:grpSpPr>
          <a:xfrm>
            <a:off x="304800" y="2933700"/>
            <a:ext cx="406400" cy="444500"/>
            <a:chOff x="304800" y="2933700"/>
            <a:chExt cx="406400" cy="444500"/>
          </a:xfrm>
        </p:grpSpPr>
        <p:pic>
          <p:nvPicPr>
            <p:cNvPr id="79" name="object 79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327173" y="2961703"/>
              <a:ext cx="369112" cy="339496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304800" y="2933700"/>
              <a:ext cx="406400" cy="444500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357001" y="2988770"/>
              <a:ext cx="268605" cy="245110"/>
            </a:xfrm>
            <a:custGeom>
              <a:avLst/>
              <a:gdLst/>
              <a:ahLst/>
              <a:cxnLst/>
              <a:rect l="l" t="t" r="r" b="b"/>
              <a:pathLst>
                <a:path w="268605" h="245110">
                  <a:moveTo>
                    <a:pt x="134226" y="244906"/>
                  </a:moveTo>
                  <a:lnTo>
                    <a:pt x="81979" y="235283"/>
                  </a:lnTo>
                  <a:lnTo>
                    <a:pt x="39314" y="209038"/>
                  </a:lnTo>
                  <a:lnTo>
                    <a:pt x="10548" y="170111"/>
                  </a:lnTo>
                  <a:lnTo>
                    <a:pt x="0" y="122440"/>
                  </a:lnTo>
                  <a:lnTo>
                    <a:pt x="10548" y="74768"/>
                  </a:lnTo>
                  <a:lnTo>
                    <a:pt x="39314" y="35850"/>
                  </a:lnTo>
                  <a:lnTo>
                    <a:pt x="81979" y="9617"/>
                  </a:lnTo>
                  <a:lnTo>
                    <a:pt x="134226" y="0"/>
                  </a:lnTo>
                  <a:lnTo>
                    <a:pt x="186472" y="9617"/>
                  </a:lnTo>
                  <a:lnTo>
                    <a:pt x="229138" y="35850"/>
                  </a:lnTo>
                  <a:lnTo>
                    <a:pt x="257904" y="74768"/>
                  </a:lnTo>
                  <a:lnTo>
                    <a:pt x="268452" y="122440"/>
                  </a:lnTo>
                  <a:lnTo>
                    <a:pt x="257904" y="170111"/>
                  </a:lnTo>
                  <a:lnTo>
                    <a:pt x="229138" y="209038"/>
                  </a:lnTo>
                  <a:lnTo>
                    <a:pt x="186472" y="235283"/>
                  </a:lnTo>
                  <a:lnTo>
                    <a:pt x="134226" y="2449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64934" y="3064167"/>
              <a:ext cx="49530" cy="111125"/>
            </a:xfrm>
            <a:custGeom>
              <a:avLst/>
              <a:gdLst/>
              <a:ahLst/>
              <a:cxnLst/>
              <a:rect l="l" t="t" r="r" b="b"/>
              <a:pathLst>
                <a:path w="49529" h="111125">
                  <a:moveTo>
                    <a:pt x="49466" y="0"/>
                  </a:moveTo>
                  <a:lnTo>
                    <a:pt x="27444" y="0"/>
                  </a:lnTo>
                  <a:lnTo>
                    <a:pt x="0" y="17373"/>
                  </a:lnTo>
                  <a:lnTo>
                    <a:pt x="0" y="38150"/>
                  </a:lnTo>
                  <a:lnTo>
                    <a:pt x="25387" y="22237"/>
                  </a:lnTo>
                  <a:lnTo>
                    <a:pt x="26034" y="22237"/>
                  </a:lnTo>
                  <a:lnTo>
                    <a:pt x="26034" y="110832"/>
                  </a:lnTo>
                  <a:lnTo>
                    <a:pt x="49466" y="110832"/>
                  </a:lnTo>
                  <a:lnTo>
                    <a:pt x="49466" y="0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3" name="object 83"/>
          <p:cNvGrpSpPr/>
          <p:nvPr/>
        </p:nvGrpSpPr>
        <p:grpSpPr>
          <a:xfrm>
            <a:off x="5778500" y="558800"/>
            <a:ext cx="3848100" cy="2400300"/>
            <a:chOff x="5778500" y="558800"/>
            <a:chExt cx="3848100" cy="2400300"/>
          </a:xfrm>
        </p:grpSpPr>
        <p:pic>
          <p:nvPicPr>
            <p:cNvPr id="84" name="object 84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778500" y="558800"/>
              <a:ext cx="3848100" cy="1803400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5778500" y="2400300"/>
              <a:ext cx="3848100" cy="558800"/>
            </a:xfrm>
            <a:custGeom>
              <a:avLst/>
              <a:gdLst/>
              <a:ahLst/>
              <a:cxnLst/>
              <a:rect l="l" t="t" r="r" b="b"/>
              <a:pathLst>
                <a:path w="3848100" h="558800">
                  <a:moveTo>
                    <a:pt x="76200" y="0"/>
                  </a:moveTo>
                  <a:lnTo>
                    <a:pt x="3771900" y="0"/>
                  </a:lnTo>
                  <a:lnTo>
                    <a:pt x="3801562" y="5987"/>
                  </a:lnTo>
                  <a:lnTo>
                    <a:pt x="3825782" y="22317"/>
                  </a:lnTo>
                  <a:lnTo>
                    <a:pt x="3842112" y="46537"/>
                  </a:lnTo>
                  <a:lnTo>
                    <a:pt x="3848100" y="76200"/>
                  </a:lnTo>
                  <a:lnTo>
                    <a:pt x="3848100" y="482600"/>
                  </a:lnTo>
                  <a:lnTo>
                    <a:pt x="3842112" y="512262"/>
                  </a:lnTo>
                  <a:lnTo>
                    <a:pt x="3825782" y="536482"/>
                  </a:lnTo>
                  <a:lnTo>
                    <a:pt x="3801562" y="552812"/>
                  </a:lnTo>
                  <a:lnTo>
                    <a:pt x="3771900" y="558800"/>
                  </a:lnTo>
                  <a:lnTo>
                    <a:pt x="76200" y="558800"/>
                  </a:lnTo>
                  <a:lnTo>
                    <a:pt x="46537" y="552812"/>
                  </a:lnTo>
                  <a:lnTo>
                    <a:pt x="22317" y="536482"/>
                  </a:lnTo>
                  <a:lnTo>
                    <a:pt x="5987" y="512262"/>
                  </a:lnTo>
                  <a:lnTo>
                    <a:pt x="0" y="482600"/>
                  </a:lnTo>
                  <a:lnTo>
                    <a:pt x="0" y="76200"/>
                  </a:ln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F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778500" y="2400300"/>
              <a:ext cx="3848100" cy="558800"/>
            </a:xfrm>
            <a:custGeom>
              <a:avLst/>
              <a:gdLst/>
              <a:ahLst/>
              <a:cxnLst/>
              <a:rect l="l" t="t" r="r" b="b"/>
              <a:pathLst>
                <a:path w="3848100" h="558800">
                  <a:moveTo>
                    <a:pt x="3785538" y="551116"/>
                  </a:moveTo>
                  <a:lnTo>
                    <a:pt x="3786476" y="555857"/>
                  </a:lnTo>
                  <a:lnTo>
                    <a:pt x="3771900" y="558800"/>
                  </a:lnTo>
                  <a:lnTo>
                    <a:pt x="3771900" y="552450"/>
                  </a:lnTo>
                  <a:lnTo>
                    <a:pt x="3776573" y="552450"/>
                  </a:lnTo>
                  <a:lnTo>
                    <a:pt x="3781132" y="551992"/>
                  </a:lnTo>
                  <a:lnTo>
                    <a:pt x="3785538" y="551116"/>
                  </a:lnTo>
                  <a:close/>
                </a:path>
                <a:path w="3848100" h="558800">
                  <a:moveTo>
                    <a:pt x="3759238" y="546100"/>
                  </a:moveTo>
                  <a:lnTo>
                    <a:pt x="3771900" y="546100"/>
                  </a:lnTo>
                  <a:lnTo>
                    <a:pt x="3771900" y="558800"/>
                  </a:lnTo>
                  <a:lnTo>
                    <a:pt x="3759238" y="558800"/>
                  </a:lnTo>
                  <a:lnTo>
                    <a:pt x="3759238" y="546100"/>
                  </a:lnTo>
                  <a:close/>
                </a:path>
                <a:path w="3848100" h="558800">
                  <a:moveTo>
                    <a:pt x="3784307" y="544893"/>
                  </a:moveTo>
                  <a:lnTo>
                    <a:pt x="3785538" y="551116"/>
                  </a:lnTo>
                  <a:lnTo>
                    <a:pt x="3781132" y="551992"/>
                  </a:lnTo>
                  <a:lnTo>
                    <a:pt x="3776573" y="552450"/>
                  </a:lnTo>
                  <a:lnTo>
                    <a:pt x="3771900" y="552450"/>
                  </a:lnTo>
                  <a:lnTo>
                    <a:pt x="3771900" y="546100"/>
                  </a:lnTo>
                  <a:lnTo>
                    <a:pt x="3776154" y="546100"/>
                  </a:lnTo>
                  <a:lnTo>
                    <a:pt x="3780307" y="545680"/>
                  </a:lnTo>
                  <a:lnTo>
                    <a:pt x="3784307" y="544893"/>
                  </a:lnTo>
                  <a:close/>
                </a:path>
                <a:path w="3848100" h="558800">
                  <a:moveTo>
                    <a:pt x="3829989" y="521411"/>
                  </a:moveTo>
                  <a:lnTo>
                    <a:pt x="3834091" y="524158"/>
                  </a:lnTo>
                  <a:lnTo>
                    <a:pt x="3826508" y="535406"/>
                  </a:lnTo>
                  <a:lnTo>
                    <a:pt x="3825616" y="536595"/>
                  </a:lnTo>
                  <a:lnTo>
                    <a:pt x="3813458" y="544791"/>
                  </a:lnTo>
                  <a:lnTo>
                    <a:pt x="3810711" y="540690"/>
                  </a:lnTo>
                  <a:lnTo>
                    <a:pt x="3816220" y="536595"/>
                  </a:lnTo>
                  <a:lnTo>
                    <a:pt x="3821293" y="531993"/>
                  </a:lnTo>
                  <a:lnTo>
                    <a:pt x="3825895" y="526920"/>
                  </a:lnTo>
                  <a:lnTo>
                    <a:pt x="3829989" y="521411"/>
                  </a:lnTo>
                  <a:close/>
                </a:path>
                <a:path w="3848100" h="558800">
                  <a:moveTo>
                    <a:pt x="3824706" y="517867"/>
                  </a:moveTo>
                  <a:lnTo>
                    <a:pt x="3829989" y="521411"/>
                  </a:lnTo>
                  <a:lnTo>
                    <a:pt x="3825895" y="526920"/>
                  </a:lnTo>
                  <a:lnTo>
                    <a:pt x="3821293" y="531993"/>
                  </a:lnTo>
                  <a:lnTo>
                    <a:pt x="3816220" y="536595"/>
                  </a:lnTo>
                  <a:lnTo>
                    <a:pt x="3810709" y="540690"/>
                  </a:lnTo>
                  <a:lnTo>
                    <a:pt x="3807167" y="535406"/>
                  </a:lnTo>
                  <a:lnTo>
                    <a:pt x="3814102" y="530771"/>
                  </a:lnTo>
                  <a:lnTo>
                    <a:pt x="3820071" y="524802"/>
                  </a:lnTo>
                  <a:lnTo>
                    <a:pt x="3824706" y="517867"/>
                  </a:lnTo>
                  <a:close/>
                </a:path>
                <a:path w="3848100" h="558800">
                  <a:moveTo>
                    <a:pt x="3841750" y="469900"/>
                  </a:moveTo>
                  <a:lnTo>
                    <a:pt x="3848100" y="469900"/>
                  </a:lnTo>
                  <a:lnTo>
                    <a:pt x="3848100" y="482600"/>
                  </a:lnTo>
                  <a:lnTo>
                    <a:pt x="3845157" y="497176"/>
                  </a:lnTo>
                  <a:lnTo>
                    <a:pt x="3840422" y="496239"/>
                  </a:lnTo>
                  <a:lnTo>
                    <a:pt x="3841292" y="491832"/>
                  </a:lnTo>
                  <a:lnTo>
                    <a:pt x="3841750" y="487273"/>
                  </a:lnTo>
                  <a:lnTo>
                    <a:pt x="3841750" y="469900"/>
                  </a:lnTo>
                  <a:close/>
                </a:path>
                <a:path w="3848100" h="558800">
                  <a:moveTo>
                    <a:pt x="3835400" y="469900"/>
                  </a:moveTo>
                  <a:lnTo>
                    <a:pt x="3841750" y="469900"/>
                  </a:lnTo>
                  <a:lnTo>
                    <a:pt x="3841750" y="487273"/>
                  </a:lnTo>
                  <a:lnTo>
                    <a:pt x="3841375" y="491007"/>
                  </a:lnTo>
                  <a:lnTo>
                    <a:pt x="3841292" y="491832"/>
                  </a:lnTo>
                  <a:lnTo>
                    <a:pt x="3840416" y="496239"/>
                  </a:lnTo>
                  <a:lnTo>
                    <a:pt x="3834193" y="495007"/>
                  </a:lnTo>
                  <a:lnTo>
                    <a:pt x="3834980" y="491007"/>
                  </a:lnTo>
                  <a:lnTo>
                    <a:pt x="3835357" y="487273"/>
                  </a:lnTo>
                  <a:lnTo>
                    <a:pt x="3835400" y="469900"/>
                  </a:lnTo>
                  <a:close/>
                </a:path>
                <a:path w="3848100" h="558800">
                  <a:moveTo>
                    <a:pt x="3841750" y="419100"/>
                  </a:moveTo>
                  <a:lnTo>
                    <a:pt x="3848100" y="419100"/>
                  </a:lnTo>
                  <a:lnTo>
                    <a:pt x="3848100" y="444500"/>
                  </a:lnTo>
                  <a:lnTo>
                    <a:pt x="3841750" y="444500"/>
                  </a:lnTo>
                  <a:lnTo>
                    <a:pt x="3841750" y="419100"/>
                  </a:lnTo>
                  <a:close/>
                </a:path>
                <a:path w="3848100" h="558800">
                  <a:moveTo>
                    <a:pt x="3835400" y="419100"/>
                  </a:moveTo>
                  <a:lnTo>
                    <a:pt x="3841750" y="419100"/>
                  </a:lnTo>
                  <a:lnTo>
                    <a:pt x="3841750" y="444500"/>
                  </a:lnTo>
                  <a:lnTo>
                    <a:pt x="3835400" y="444500"/>
                  </a:lnTo>
                  <a:lnTo>
                    <a:pt x="3835400" y="419100"/>
                  </a:lnTo>
                  <a:close/>
                </a:path>
                <a:path w="3848100" h="558800">
                  <a:moveTo>
                    <a:pt x="3841750" y="368300"/>
                  </a:moveTo>
                  <a:lnTo>
                    <a:pt x="3848100" y="368300"/>
                  </a:lnTo>
                  <a:lnTo>
                    <a:pt x="3848100" y="393700"/>
                  </a:lnTo>
                  <a:lnTo>
                    <a:pt x="3841750" y="393700"/>
                  </a:lnTo>
                  <a:lnTo>
                    <a:pt x="3841750" y="368300"/>
                  </a:lnTo>
                  <a:close/>
                </a:path>
                <a:path w="3848100" h="558800">
                  <a:moveTo>
                    <a:pt x="3835400" y="368300"/>
                  </a:moveTo>
                  <a:lnTo>
                    <a:pt x="3841750" y="368300"/>
                  </a:lnTo>
                  <a:lnTo>
                    <a:pt x="3841750" y="393700"/>
                  </a:lnTo>
                  <a:lnTo>
                    <a:pt x="3835400" y="393700"/>
                  </a:lnTo>
                  <a:lnTo>
                    <a:pt x="3835400" y="368300"/>
                  </a:lnTo>
                  <a:close/>
                </a:path>
                <a:path w="3848100" h="558800">
                  <a:moveTo>
                    <a:pt x="3841750" y="317500"/>
                  </a:moveTo>
                  <a:lnTo>
                    <a:pt x="3848100" y="317500"/>
                  </a:lnTo>
                  <a:lnTo>
                    <a:pt x="3848100" y="342900"/>
                  </a:lnTo>
                  <a:lnTo>
                    <a:pt x="3841750" y="342900"/>
                  </a:lnTo>
                  <a:lnTo>
                    <a:pt x="3841750" y="317500"/>
                  </a:lnTo>
                  <a:close/>
                </a:path>
                <a:path w="3848100" h="558800">
                  <a:moveTo>
                    <a:pt x="3835400" y="317500"/>
                  </a:moveTo>
                  <a:lnTo>
                    <a:pt x="3841750" y="317500"/>
                  </a:lnTo>
                  <a:lnTo>
                    <a:pt x="3841750" y="342900"/>
                  </a:lnTo>
                  <a:lnTo>
                    <a:pt x="3835400" y="342900"/>
                  </a:lnTo>
                  <a:lnTo>
                    <a:pt x="3835400" y="317500"/>
                  </a:lnTo>
                  <a:close/>
                </a:path>
                <a:path w="3848100" h="558800">
                  <a:moveTo>
                    <a:pt x="3841750" y="266700"/>
                  </a:moveTo>
                  <a:lnTo>
                    <a:pt x="3848100" y="266700"/>
                  </a:lnTo>
                  <a:lnTo>
                    <a:pt x="3848100" y="292100"/>
                  </a:lnTo>
                  <a:lnTo>
                    <a:pt x="3841750" y="292100"/>
                  </a:lnTo>
                  <a:lnTo>
                    <a:pt x="3841750" y="266700"/>
                  </a:lnTo>
                  <a:close/>
                </a:path>
                <a:path w="3848100" h="558800">
                  <a:moveTo>
                    <a:pt x="3835400" y="266700"/>
                  </a:moveTo>
                  <a:lnTo>
                    <a:pt x="3841750" y="266700"/>
                  </a:lnTo>
                  <a:lnTo>
                    <a:pt x="3841750" y="292100"/>
                  </a:lnTo>
                  <a:lnTo>
                    <a:pt x="3835400" y="292100"/>
                  </a:lnTo>
                  <a:lnTo>
                    <a:pt x="3835400" y="266700"/>
                  </a:lnTo>
                  <a:close/>
                </a:path>
                <a:path w="3848100" h="558800">
                  <a:moveTo>
                    <a:pt x="3841750" y="215900"/>
                  </a:moveTo>
                  <a:lnTo>
                    <a:pt x="3848100" y="215900"/>
                  </a:lnTo>
                  <a:lnTo>
                    <a:pt x="3848100" y="241300"/>
                  </a:lnTo>
                  <a:lnTo>
                    <a:pt x="3841750" y="241300"/>
                  </a:lnTo>
                  <a:lnTo>
                    <a:pt x="3841750" y="215900"/>
                  </a:lnTo>
                  <a:close/>
                </a:path>
                <a:path w="3848100" h="558800">
                  <a:moveTo>
                    <a:pt x="3835400" y="215900"/>
                  </a:moveTo>
                  <a:lnTo>
                    <a:pt x="3841750" y="215900"/>
                  </a:lnTo>
                  <a:lnTo>
                    <a:pt x="3841750" y="241300"/>
                  </a:lnTo>
                  <a:lnTo>
                    <a:pt x="3835400" y="241300"/>
                  </a:lnTo>
                  <a:lnTo>
                    <a:pt x="3835400" y="215900"/>
                  </a:lnTo>
                  <a:close/>
                </a:path>
                <a:path w="3848100" h="558800">
                  <a:moveTo>
                    <a:pt x="3841750" y="165100"/>
                  </a:moveTo>
                  <a:lnTo>
                    <a:pt x="3848100" y="165100"/>
                  </a:lnTo>
                  <a:lnTo>
                    <a:pt x="3848100" y="190500"/>
                  </a:lnTo>
                  <a:lnTo>
                    <a:pt x="3841750" y="190500"/>
                  </a:lnTo>
                  <a:lnTo>
                    <a:pt x="3841750" y="165100"/>
                  </a:lnTo>
                  <a:close/>
                </a:path>
                <a:path w="3848100" h="558800">
                  <a:moveTo>
                    <a:pt x="3835400" y="165100"/>
                  </a:moveTo>
                  <a:lnTo>
                    <a:pt x="3841750" y="165100"/>
                  </a:lnTo>
                  <a:lnTo>
                    <a:pt x="3841750" y="190500"/>
                  </a:lnTo>
                  <a:lnTo>
                    <a:pt x="3835400" y="190500"/>
                  </a:lnTo>
                  <a:lnTo>
                    <a:pt x="3835400" y="165100"/>
                  </a:lnTo>
                  <a:close/>
                </a:path>
                <a:path w="3848100" h="558800">
                  <a:moveTo>
                    <a:pt x="3841750" y="114300"/>
                  </a:moveTo>
                  <a:lnTo>
                    <a:pt x="3848100" y="114300"/>
                  </a:lnTo>
                  <a:lnTo>
                    <a:pt x="3848100" y="139700"/>
                  </a:lnTo>
                  <a:lnTo>
                    <a:pt x="3841750" y="139700"/>
                  </a:lnTo>
                  <a:lnTo>
                    <a:pt x="3841750" y="114300"/>
                  </a:lnTo>
                  <a:close/>
                </a:path>
                <a:path w="3848100" h="558800">
                  <a:moveTo>
                    <a:pt x="3835400" y="114300"/>
                  </a:moveTo>
                  <a:lnTo>
                    <a:pt x="3841750" y="114300"/>
                  </a:lnTo>
                  <a:lnTo>
                    <a:pt x="3841750" y="139700"/>
                  </a:lnTo>
                  <a:lnTo>
                    <a:pt x="3835400" y="139700"/>
                  </a:lnTo>
                  <a:lnTo>
                    <a:pt x="3835400" y="114300"/>
                  </a:lnTo>
                  <a:close/>
                </a:path>
                <a:path w="3848100" h="558800">
                  <a:moveTo>
                    <a:pt x="3845157" y="61623"/>
                  </a:moveTo>
                  <a:lnTo>
                    <a:pt x="3848100" y="76200"/>
                  </a:lnTo>
                  <a:lnTo>
                    <a:pt x="3848100" y="88900"/>
                  </a:lnTo>
                  <a:lnTo>
                    <a:pt x="3841750" y="88900"/>
                  </a:lnTo>
                  <a:lnTo>
                    <a:pt x="3841750" y="71526"/>
                  </a:lnTo>
                  <a:lnTo>
                    <a:pt x="3841375" y="67792"/>
                  </a:lnTo>
                  <a:lnTo>
                    <a:pt x="3841292" y="66967"/>
                  </a:lnTo>
                  <a:lnTo>
                    <a:pt x="3840416" y="62561"/>
                  </a:lnTo>
                  <a:lnTo>
                    <a:pt x="3845157" y="61623"/>
                  </a:lnTo>
                  <a:close/>
                </a:path>
                <a:path w="3848100" h="558800">
                  <a:moveTo>
                    <a:pt x="3840416" y="62561"/>
                  </a:moveTo>
                  <a:lnTo>
                    <a:pt x="3841292" y="66967"/>
                  </a:lnTo>
                  <a:lnTo>
                    <a:pt x="3841750" y="71526"/>
                  </a:lnTo>
                  <a:lnTo>
                    <a:pt x="3841750" y="88900"/>
                  </a:lnTo>
                  <a:lnTo>
                    <a:pt x="3835400" y="88900"/>
                  </a:lnTo>
                  <a:lnTo>
                    <a:pt x="3835357" y="71526"/>
                  </a:lnTo>
                  <a:lnTo>
                    <a:pt x="3834980" y="67792"/>
                  </a:lnTo>
                  <a:lnTo>
                    <a:pt x="3834193" y="63792"/>
                  </a:lnTo>
                  <a:lnTo>
                    <a:pt x="3840416" y="62561"/>
                  </a:lnTo>
                  <a:close/>
                </a:path>
                <a:path w="3848100" h="558800">
                  <a:moveTo>
                    <a:pt x="3810709" y="18110"/>
                  </a:moveTo>
                  <a:lnTo>
                    <a:pt x="3816344" y="22317"/>
                  </a:lnTo>
                  <a:lnTo>
                    <a:pt x="3821293" y="26806"/>
                  </a:lnTo>
                  <a:lnTo>
                    <a:pt x="3825895" y="31879"/>
                  </a:lnTo>
                  <a:lnTo>
                    <a:pt x="3829990" y="37390"/>
                  </a:lnTo>
                  <a:lnTo>
                    <a:pt x="3824706" y="40932"/>
                  </a:lnTo>
                  <a:lnTo>
                    <a:pt x="3820071" y="33997"/>
                  </a:lnTo>
                  <a:lnTo>
                    <a:pt x="3814102" y="28028"/>
                  </a:lnTo>
                  <a:lnTo>
                    <a:pt x="3807167" y="23393"/>
                  </a:lnTo>
                  <a:lnTo>
                    <a:pt x="3810709" y="18110"/>
                  </a:lnTo>
                  <a:close/>
                </a:path>
                <a:path w="3848100" h="558800">
                  <a:moveTo>
                    <a:pt x="3813458" y="14008"/>
                  </a:moveTo>
                  <a:lnTo>
                    <a:pt x="3825782" y="22317"/>
                  </a:lnTo>
                  <a:lnTo>
                    <a:pt x="3834091" y="34641"/>
                  </a:lnTo>
                  <a:lnTo>
                    <a:pt x="3829987" y="37390"/>
                  </a:lnTo>
                  <a:lnTo>
                    <a:pt x="3825895" y="31879"/>
                  </a:lnTo>
                  <a:lnTo>
                    <a:pt x="3821293" y="26806"/>
                  </a:lnTo>
                  <a:lnTo>
                    <a:pt x="3816344" y="22317"/>
                  </a:lnTo>
                  <a:lnTo>
                    <a:pt x="3810711" y="18110"/>
                  </a:lnTo>
                  <a:lnTo>
                    <a:pt x="3813458" y="14008"/>
                  </a:lnTo>
                  <a:close/>
                </a:path>
                <a:path w="3848100" h="558800">
                  <a:moveTo>
                    <a:pt x="3771900" y="6350"/>
                  </a:moveTo>
                  <a:lnTo>
                    <a:pt x="3776573" y="6350"/>
                  </a:lnTo>
                  <a:lnTo>
                    <a:pt x="3781132" y="6807"/>
                  </a:lnTo>
                  <a:lnTo>
                    <a:pt x="3785538" y="7683"/>
                  </a:lnTo>
                  <a:lnTo>
                    <a:pt x="3784307" y="13906"/>
                  </a:lnTo>
                  <a:lnTo>
                    <a:pt x="3780307" y="13119"/>
                  </a:lnTo>
                  <a:lnTo>
                    <a:pt x="3776154" y="12700"/>
                  </a:lnTo>
                  <a:lnTo>
                    <a:pt x="3771900" y="12700"/>
                  </a:lnTo>
                  <a:lnTo>
                    <a:pt x="3771900" y="6350"/>
                  </a:lnTo>
                  <a:close/>
                </a:path>
                <a:path w="3848100" h="558800">
                  <a:moveTo>
                    <a:pt x="3759238" y="0"/>
                  </a:moveTo>
                  <a:lnTo>
                    <a:pt x="3771900" y="0"/>
                  </a:lnTo>
                  <a:lnTo>
                    <a:pt x="3771900" y="12700"/>
                  </a:lnTo>
                  <a:lnTo>
                    <a:pt x="3759238" y="12700"/>
                  </a:lnTo>
                  <a:lnTo>
                    <a:pt x="3759238" y="0"/>
                  </a:lnTo>
                  <a:close/>
                </a:path>
                <a:path w="3848100" h="558800">
                  <a:moveTo>
                    <a:pt x="3771900" y="0"/>
                  </a:moveTo>
                  <a:lnTo>
                    <a:pt x="3786476" y="2942"/>
                  </a:lnTo>
                  <a:lnTo>
                    <a:pt x="3785538" y="7683"/>
                  </a:lnTo>
                  <a:lnTo>
                    <a:pt x="3781132" y="6807"/>
                  </a:lnTo>
                  <a:lnTo>
                    <a:pt x="3776573" y="6350"/>
                  </a:lnTo>
                  <a:lnTo>
                    <a:pt x="3771900" y="6350"/>
                  </a:lnTo>
                  <a:lnTo>
                    <a:pt x="3771900" y="0"/>
                  </a:lnTo>
                  <a:close/>
                </a:path>
                <a:path w="3848100" h="558800">
                  <a:moveTo>
                    <a:pt x="3708615" y="0"/>
                  </a:moveTo>
                  <a:lnTo>
                    <a:pt x="3733927" y="0"/>
                  </a:lnTo>
                  <a:lnTo>
                    <a:pt x="3733927" y="12700"/>
                  </a:lnTo>
                  <a:lnTo>
                    <a:pt x="3708615" y="12700"/>
                  </a:lnTo>
                  <a:lnTo>
                    <a:pt x="3708615" y="0"/>
                  </a:lnTo>
                  <a:close/>
                </a:path>
                <a:path w="3848100" h="558800">
                  <a:moveTo>
                    <a:pt x="3657993" y="0"/>
                  </a:moveTo>
                  <a:lnTo>
                    <a:pt x="3683304" y="0"/>
                  </a:lnTo>
                  <a:lnTo>
                    <a:pt x="3683304" y="12700"/>
                  </a:lnTo>
                  <a:lnTo>
                    <a:pt x="3657993" y="12700"/>
                  </a:lnTo>
                  <a:lnTo>
                    <a:pt x="3657993" y="0"/>
                  </a:lnTo>
                  <a:close/>
                </a:path>
                <a:path w="3848100" h="558800">
                  <a:moveTo>
                    <a:pt x="3607371" y="0"/>
                  </a:moveTo>
                  <a:lnTo>
                    <a:pt x="3632682" y="0"/>
                  </a:lnTo>
                  <a:lnTo>
                    <a:pt x="3632682" y="12700"/>
                  </a:lnTo>
                  <a:lnTo>
                    <a:pt x="3607371" y="12700"/>
                  </a:lnTo>
                  <a:lnTo>
                    <a:pt x="3607371" y="0"/>
                  </a:lnTo>
                  <a:close/>
                </a:path>
                <a:path w="3848100" h="558800">
                  <a:moveTo>
                    <a:pt x="3556736" y="0"/>
                  </a:moveTo>
                  <a:lnTo>
                    <a:pt x="3582047" y="0"/>
                  </a:lnTo>
                  <a:lnTo>
                    <a:pt x="3582047" y="12700"/>
                  </a:lnTo>
                  <a:lnTo>
                    <a:pt x="3556736" y="12700"/>
                  </a:lnTo>
                  <a:lnTo>
                    <a:pt x="3556736" y="0"/>
                  </a:lnTo>
                  <a:close/>
                </a:path>
                <a:path w="3848100" h="558800">
                  <a:moveTo>
                    <a:pt x="3506114" y="0"/>
                  </a:moveTo>
                  <a:lnTo>
                    <a:pt x="3531425" y="0"/>
                  </a:lnTo>
                  <a:lnTo>
                    <a:pt x="3531425" y="12700"/>
                  </a:lnTo>
                  <a:lnTo>
                    <a:pt x="3506114" y="12700"/>
                  </a:lnTo>
                  <a:lnTo>
                    <a:pt x="3506114" y="0"/>
                  </a:lnTo>
                  <a:close/>
                </a:path>
                <a:path w="3848100" h="558800">
                  <a:moveTo>
                    <a:pt x="3455492" y="0"/>
                  </a:moveTo>
                  <a:lnTo>
                    <a:pt x="3480803" y="0"/>
                  </a:lnTo>
                  <a:lnTo>
                    <a:pt x="3480803" y="12700"/>
                  </a:lnTo>
                  <a:lnTo>
                    <a:pt x="3455492" y="12700"/>
                  </a:lnTo>
                  <a:lnTo>
                    <a:pt x="3455492" y="0"/>
                  </a:lnTo>
                  <a:close/>
                </a:path>
                <a:path w="3848100" h="558800">
                  <a:moveTo>
                    <a:pt x="3404857" y="0"/>
                  </a:moveTo>
                  <a:lnTo>
                    <a:pt x="3430168" y="0"/>
                  </a:lnTo>
                  <a:lnTo>
                    <a:pt x="3430168" y="12700"/>
                  </a:lnTo>
                  <a:lnTo>
                    <a:pt x="3404857" y="12700"/>
                  </a:lnTo>
                  <a:lnTo>
                    <a:pt x="3404857" y="0"/>
                  </a:lnTo>
                  <a:close/>
                </a:path>
                <a:path w="3848100" h="558800">
                  <a:moveTo>
                    <a:pt x="3354235" y="0"/>
                  </a:moveTo>
                  <a:lnTo>
                    <a:pt x="3379546" y="0"/>
                  </a:lnTo>
                  <a:lnTo>
                    <a:pt x="3379546" y="12700"/>
                  </a:lnTo>
                  <a:lnTo>
                    <a:pt x="3354235" y="12700"/>
                  </a:lnTo>
                  <a:lnTo>
                    <a:pt x="3354235" y="0"/>
                  </a:lnTo>
                  <a:close/>
                </a:path>
                <a:path w="3848100" h="558800">
                  <a:moveTo>
                    <a:pt x="3303612" y="0"/>
                  </a:moveTo>
                  <a:lnTo>
                    <a:pt x="3328924" y="0"/>
                  </a:lnTo>
                  <a:lnTo>
                    <a:pt x="3328924" y="12700"/>
                  </a:lnTo>
                  <a:lnTo>
                    <a:pt x="3303612" y="12700"/>
                  </a:lnTo>
                  <a:lnTo>
                    <a:pt x="3303612" y="0"/>
                  </a:lnTo>
                  <a:close/>
                </a:path>
                <a:path w="3848100" h="558800">
                  <a:moveTo>
                    <a:pt x="3252978" y="0"/>
                  </a:moveTo>
                  <a:lnTo>
                    <a:pt x="3278301" y="0"/>
                  </a:lnTo>
                  <a:lnTo>
                    <a:pt x="3278301" y="12700"/>
                  </a:lnTo>
                  <a:lnTo>
                    <a:pt x="3252978" y="12700"/>
                  </a:lnTo>
                  <a:lnTo>
                    <a:pt x="3252978" y="0"/>
                  </a:lnTo>
                  <a:close/>
                </a:path>
                <a:path w="3848100" h="558800">
                  <a:moveTo>
                    <a:pt x="3202355" y="0"/>
                  </a:moveTo>
                  <a:lnTo>
                    <a:pt x="3227666" y="0"/>
                  </a:lnTo>
                  <a:lnTo>
                    <a:pt x="3227666" y="12700"/>
                  </a:lnTo>
                  <a:lnTo>
                    <a:pt x="3202355" y="12700"/>
                  </a:lnTo>
                  <a:lnTo>
                    <a:pt x="3202355" y="0"/>
                  </a:lnTo>
                  <a:close/>
                </a:path>
                <a:path w="3848100" h="558800">
                  <a:moveTo>
                    <a:pt x="3151733" y="0"/>
                  </a:moveTo>
                  <a:lnTo>
                    <a:pt x="3177044" y="0"/>
                  </a:lnTo>
                  <a:lnTo>
                    <a:pt x="3177044" y="12700"/>
                  </a:lnTo>
                  <a:lnTo>
                    <a:pt x="3151733" y="12700"/>
                  </a:lnTo>
                  <a:lnTo>
                    <a:pt x="3151733" y="0"/>
                  </a:lnTo>
                  <a:close/>
                </a:path>
                <a:path w="3848100" h="558800">
                  <a:moveTo>
                    <a:pt x="3101111" y="0"/>
                  </a:moveTo>
                  <a:lnTo>
                    <a:pt x="3126422" y="0"/>
                  </a:lnTo>
                  <a:lnTo>
                    <a:pt x="3126422" y="12700"/>
                  </a:lnTo>
                  <a:lnTo>
                    <a:pt x="3101111" y="12700"/>
                  </a:lnTo>
                  <a:lnTo>
                    <a:pt x="3101111" y="0"/>
                  </a:lnTo>
                  <a:close/>
                </a:path>
                <a:path w="3848100" h="558800">
                  <a:moveTo>
                    <a:pt x="3050476" y="0"/>
                  </a:moveTo>
                  <a:lnTo>
                    <a:pt x="3075787" y="0"/>
                  </a:lnTo>
                  <a:lnTo>
                    <a:pt x="3075787" y="12700"/>
                  </a:lnTo>
                  <a:lnTo>
                    <a:pt x="3050476" y="12700"/>
                  </a:lnTo>
                  <a:lnTo>
                    <a:pt x="3050476" y="0"/>
                  </a:lnTo>
                  <a:close/>
                </a:path>
                <a:path w="3848100" h="558800">
                  <a:moveTo>
                    <a:pt x="2999854" y="0"/>
                  </a:moveTo>
                  <a:lnTo>
                    <a:pt x="3025165" y="0"/>
                  </a:lnTo>
                  <a:lnTo>
                    <a:pt x="3025165" y="12700"/>
                  </a:lnTo>
                  <a:lnTo>
                    <a:pt x="2999854" y="12700"/>
                  </a:lnTo>
                  <a:lnTo>
                    <a:pt x="2999854" y="0"/>
                  </a:lnTo>
                  <a:close/>
                </a:path>
                <a:path w="3848100" h="558800">
                  <a:moveTo>
                    <a:pt x="2949232" y="0"/>
                  </a:moveTo>
                  <a:lnTo>
                    <a:pt x="2974543" y="0"/>
                  </a:lnTo>
                  <a:lnTo>
                    <a:pt x="2974543" y="12700"/>
                  </a:lnTo>
                  <a:lnTo>
                    <a:pt x="2949232" y="12700"/>
                  </a:lnTo>
                  <a:lnTo>
                    <a:pt x="2949232" y="0"/>
                  </a:lnTo>
                  <a:close/>
                </a:path>
                <a:path w="3848100" h="558800">
                  <a:moveTo>
                    <a:pt x="2898597" y="0"/>
                  </a:moveTo>
                  <a:lnTo>
                    <a:pt x="2923908" y="0"/>
                  </a:lnTo>
                  <a:lnTo>
                    <a:pt x="2923908" y="12700"/>
                  </a:lnTo>
                  <a:lnTo>
                    <a:pt x="2898597" y="12700"/>
                  </a:lnTo>
                  <a:lnTo>
                    <a:pt x="2898597" y="0"/>
                  </a:lnTo>
                  <a:close/>
                </a:path>
                <a:path w="3848100" h="558800">
                  <a:moveTo>
                    <a:pt x="2847975" y="0"/>
                  </a:moveTo>
                  <a:lnTo>
                    <a:pt x="2873286" y="0"/>
                  </a:lnTo>
                  <a:lnTo>
                    <a:pt x="2873286" y="12700"/>
                  </a:lnTo>
                  <a:lnTo>
                    <a:pt x="2847975" y="12700"/>
                  </a:lnTo>
                  <a:lnTo>
                    <a:pt x="2847975" y="0"/>
                  </a:lnTo>
                  <a:close/>
                </a:path>
                <a:path w="3848100" h="558800">
                  <a:moveTo>
                    <a:pt x="2797352" y="0"/>
                  </a:moveTo>
                  <a:lnTo>
                    <a:pt x="2822663" y="0"/>
                  </a:lnTo>
                  <a:lnTo>
                    <a:pt x="2822663" y="12700"/>
                  </a:lnTo>
                  <a:lnTo>
                    <a:pt x="2797352" y="12700"/>
                  </a:lnTo>
                  <a:lnTo>
                    <a:pt x="2797352" y="0"/>
                  </a:lnTo>
                  <a:close/>
                </a:path>
                <a:path w="3848100" h="558800">
                  <a:moveTo>
                    <a:pt x="2746717" y="0"/>
                  </a:moveTo>
                  <a:lnTo>
                    <a:pt x="2772041" y="0"/>
                  </a:lnTo>
                  <a:lnTo>
                    <a:pt x="2772041" y="12700"/>
                  </a:lnTo>
                  <a:lnTo>
                    <a:pt x="2746717" y="12700"/>
                  </a:lnTo>
                  <a:lnTo>
                    <a:pt x="2746717" y="0"/>
                  </a:lnTo>
                  <a:close/>
                </a:path>
                <a:path w="3848100" h="558800">
                  <a:moveTo>
                    <a:pt x="2696095" y="0"/>
                  </a:moveTo>
                  <a:lnTo>
                    <a:pt x="2721406" y="0"/>
                  </a:lnTo>
                  <a:lnTo>
                    <a:pt x="2721406" y="12700"/>
                  </a:lnTo>
                  <a:lnTo>
                    <a:pt x="2696095" y="12700"/>
                  </a:lnTo>
                  <a:lnTo>
                    <a:pt x="2696095" y="0"/>
                  </a:lnTo>
                  <a:close/>
                </a:path>
                <a:path w="3848100" h="558800">
                  <a:moveTo>
                    <a:pt x="2645473" y="0"/>
                  </a:moveTo>
                  <a:lnTo>
                    <a:pt x="2670784" y="0"/>
                  </a:lnTo>
                  <a:lnTo>
                    <a:pt x="2670784" y="12700"/>
                  </a:lnTo>
                  <a:lnTo>
                    <a:pt x="2645473" y="12700"/>
                  </a:lnTo>
                  <a:lnTo>
                    <a:pt x="2645473" y="0"/>
                  </a:lnTo>
                  <a:close/>
                </a:path>
                <a:path w="3848100" h="558800">
                  <a:moveTo>
                    <a:pt x="2594851" y="0"/>
                  </a:moveTo>
                  <a:lnTo>
                    <a:pt x="2620162" y="0"/>
                  </a:lnTo>
                  <a:lnTo>
                    <a:pt x="2620162" y="12700"/>
                  </a:lnTo>
                  <a:lnTo>
                    <a:pt x="2594851" y="12700"/>
                  </a:lnTo>
                  <a:lnTo>
                    <a:pt x="2594851" y="0"/>
                  </a:lnTo>
                  <a:close/>
                </a:path>
                <a:path w="3848100" h="558800">
                  <a:moveTo>
                    <a:pt x="2544216" y="0"/>
                  </a:moveTo>
                  <a:lnTo>
                    <a:pt x="2569527" y="0"/>
                  </a:lnTo>
                  <a:lnTo>
                    <a:pt x="2569527" y="12700"/>
                  </a:lnTo>
                  <a:lnTo>
                    <a:pt x="2544216" y="12700"/>
                  </a:lnTo>
                  <a:lnTo>
                    <a:pt x="2544216" y="0"/>
                  </a:lnTo>
                  <a:close/>
                </a:path>
                <a:path w="3848100" h="558800">
                  <a:moveTo>
                    <a:pt x="2493594" y="0"/>
                  </a:moveTo>
                  <a:lnTo>
                    <a:pt x="2518905" y="0"/>
                  </a:lnTo>
                  <a:lnTo>
                    <a:pt x="2518905" y="12700"/>
                  </a:lnTo>
                  <a:lnTo>
                    <a:pt x="2493594" y="12700"/>
                  </a:lnTo>
                  <a:lnTo>
                    <a:pt x="2493594" y="0"/>
                  </a:lnTo>
                  <a:close/>
                </a:path>
                <a:path w="3848100" h="558800">
                  <a:moveTo>
                    <a:pt x="2442972" y="0"/>
                  </a:moveTo>
                  <a:lnTo>
                    <a:pt x="2468283" y="0"/>
                  </a:lnTo>
                  <a:lnTo>
                    <a:pt x="2468283" y="12700"/>
                  </a:lnTo>
                  <a:lnTo>
                    <a:pt x="2442972" y="12700"/>
                  </a:lnTo>
                  <a:lnTo>
                    <a:pt x="2442972" y="0"/>
                  </a:lnTo>
                  <a:close/>
                </a:path>
                <a:path w="3848100" h="558800">
                  <a:moveTo>
                    <a:pt x="2392337" y="0"/>
                  </a:moveTo>
                  <a:lnTo>
                    <a:pt x="2417660" y="0"/>
                  </a:lnTo>
                  <a:lnTo>
                    <a:pt x="2417660" y="12700"/>
                  </a:lnTo>
                  <a:lnTo>
                    <a:pt x="2392337" y="12700"/>
                  </a:lnTo>
                  <a:lnTo>
                    <a:pt x="2392337" y="0"/>
                  </a:lnTo>
                  <a:close/>
                </a:path>
                <a:path w="3848100" h="558800">
                  <a:moveTo>
                    <a:pt x="2341714" y="0"/>
                  </a:moveTo>
                  <a:lnTo>
                    <a:pt x="2367025" y="0"/>
                  </a:lnTo>
                  <a:lnTo>
                    <a:pt x="2367026" y="12700"/>
                  </a:lnTo>
                  <a:lnTo>
                    <a:pt x="2341714" y="12700"/>
                  </a:lnTo>
                  <a:lnTo>
                    <a:pt x="2341714" y="0"/>
                  </a:lnTo>
                  <a:close/>
                </a:path>
                <a:path w="3848100" h="558800">
                  <a:moveTo>
                    <a:pt x="2291092" y="0"/>
                  </a:moveTo>
                  <a:lnTo>
                    <a:pt x="2316403" y="0"/>
                  </a:lnTo>
                  <a:lnTo>
                    <a:pt x="2316403" y="12700"/>
                  </a:lnTo>
                  <a:lnTo>
                    <a:pt x="2291092" y="12700"/>
                  </a:lnTo>
                  <a:lnTo>
                    <a:pt x="2291092" y="0"/>
                  </a:lnTo>
                  <a:close/>
                </a:path>
                <a:path w="3848100" h="558800">
                  <a:moveTo>
                    <a:pt x="2240457" y="0"/>
                  </a:moveTo>
                  <a:lnTo>
                    <a:pt x="2265781" y="0"/>
                  </a:lnTo>
                  <a:lnTo>
                    <a:pt x="2265781" y="12700"/>
                  </a:lnTo>
                  <a:lnTo>
                    <a:pt x="2240457" y="12700"/>
                  </a:lnTo>
                  <a:lnTo>
                    <a:pt x="2240457" y="0"/>
                  </a:lnTo>
                  <a:close/>
                </a:path>
                <a:path w="3848100" h="558800">
                  <a:moveTo>
                    <a:pt x="2189835" y="0"/>
                  </a:moveTo>
                  <a:lnTo>
                    <a:pt x="2215146" y="0"/>
                  </a:lnTo>
                  <a:lnTo>
                    <a:pt x="2215146" y="12700"/>
                  </a:lnTo>
                  <a:lnTo>
                    <a:pt x="2189835" y="12700"/>
                  </a:lnTo>
                  <a:lnTo>
                    <a:pt x="2189835" y="0"/>
                  </a:lnTo>
                  <a:close/>
                </a:path>
                <a:path w="3848100" h="558800">
                  <a:moveTo>
                    <a:pt x="2139213" y="0"/>
                  </a:moveTo>
                  <a:lnTo>
                    <a:pt x="2164524" y="0"/>
                  </a:lnTo>
                  <a:lnTo>
                    <a:pt x="2164524" y="12700"/>
                  </a:lnTo>
                  <a:lnTo>
                    <a:pt x="2139213" y="12700"/>
                  </a:lnTo>
                  <a:lnTo>
                    <a:pt x="2139213" y="0"/>
                  </a:lnTo>
                  <a:close/>
                </a:path>
                <a:path w="3848100" h="558800">
                  <a:moveTo>
                    <a:pt x="2088591" y="0"/>
                  </a:moveTo>
                  <a:lnTo>
                    <a:pt x="2113902" y="0"/>
                  </a:lnTo>
                  <a:lnTo>
                    <a:pt x="2113902" y="12700"/>
                  </a:lnTo>
                  <a:lnTo>
                    <a:pt x="2088591" y="12700"/>
                  </a:lnTo>
                  <a:lnTo>
                    <a:pt x="2088591" y="0"/>
                  </a:lnTo>
                  <a:close/>
                </a:path>
                <a:path w="3848100" h="558800">
                  <a:moveTo>
                    <a:pt x="2037956" y="0"/>
                  </a:moveTo>
                  <a:lnTo>
                    <a:pt x="2063267" y="0"/>
                  </a:lnTo>
                  <a:lnTo>
                    <a:pt x="2063267" y="12700"/>
                  </a:lnTo>
                  <a:lnTo>
                    <a:pt x="2037956" y="12700"/>
                  </a:lnTo>
                  <a:lnTo>
                    <a:pt x="2037956" y="0"/>
                  </a:lnTo>
                  <a:close/>
                </a:path>
                <a:path w="3848100" h="558800">
                  <a:moveTo>
                    <a:pt x="1987334" y="0"/>
                  </a:moveTo>
                  <a:lnTo>
                    <a:pt x="2012645" y="0"/>
                  </a:lnTo>
                  <a:lnTo>
                    <a:pt x="2012645" y="12700"/>
                  </a:lnTo>
                  <a:lnTo>
                    <a:pt x="1987334" y="12700"/>
                  </a:lnTo>
                  <a:lnTo>
                    <a:pt x="1987334" y="0"/>
                  </a:lnTo>
                  <a:close/>
                </a:path>
                <a:path w="3848100" h="558800">
                  <a:moveTo>
                    <a:pt x="1936711" y="0"/>
                  </a:moveTo>
                  <a:lnTo>
                    <a:pt x="1962023" y="0"/>
                  </a:lnTo>
                  <a:lnTo>
                    <a:pt x="1962023" y="12700"/>
                  </a:lnTo>
                  <a:lnTo>
                    <a:pt x="1936711" y="12700"/>
                  </a:lnTo>
                  <a:lnTo>
                    <a:pt x="1936711" y="0"/>
                  </a:lnTo>
                  <a:close/>
                </a:path>
                <a:path w="3848100" h="558800">
                  <a:moveTo>
                    <a:pt x="1886077" y="0"/>
                  </a:moveTo>
                  <a:lnTo>
                    <a:pt x="1911400" y="0"/>
                  </a:lnTo>
                  <a:lnTo>
                    <a:pt x="1911400" y="12700"/>
                  </a:lnTo>
                  <a:lnTo>
                    <a:pt x="1886077" y="12700"/>
                  </a:lnTo>
                  <a:lnTo>
                    <a:pt x="1886077" y="0"/>
                  </a:lnTo>
                  <a:close/>
                </a:path>
                <a:path w="3848100" h="558800">
                  <a:moveTo>
                    <a:pt x="1835454" y="0"/>
                  </a:moveTo>
                  <a:lnTo>
                    <a:pt x="1860765" y="0"/>
                  </a:lnTo>
                  <a:lnTo>
                    <a:pt x="1860765" y="12700"/>
                  </a:lnTo>
                  <a:lnTo>
                    <a:pt x="1835454" y="12700"/>
                  </a:lnTo>
                  <a:lnTo>
                    <a:pt x="1835454" y="0"/>
                  </a:lnTo>
                  <a:close/>
                </a:path>
                <a:path w="3848100" h="558800">
                  <a:moveTo>
                    <a:pt x="1784832" y="0"/>
                  </a:moveTo>
                  <a:lnTo>
                    <a:pt x="1810143" y="0"/>
                  </a:lnTo>
                  <a:lnTo>
                    <a:pt x="1810143" y="12700"/>
                  </a:lnTo>
                  <a:lnTo>
                    <a:pt x="1784832" y="12700"/>
                  </a:lnTo>
                  <a:lnTo>
                    <a:pt x="1784832" y="0"/>
                  </a:lnTo>
                  <a:close/>
                </a:path>
                <a:path w="3848100" h="558800">
                  <a:moveTo>
                    <a:pt x="1734197" y="0"/>
                  </a:moveTo>
                  <a:lnTo>
                    <a:pt x="1759521" y="0"/>
                  </a:lnTo>
                  <a:lnTo>
                    <a:pt x="1759521" y="12700"/>
                  </a:lnTo>
                  <a:lnTo>
                    <a:pt x="1734197" y="12700"/>
                  </a:lnTo>
                  <a:lnTo>
                    <a:pt x="1734197" y="0"/>
                  </a:lnTo>
                  <a:close/>
                </a:path>
                <a:path w="3848100" h="558800">
                  <a:moveTo>
                    <a:pt x="1683575" y="0"/>
                  </a:moveTo>
                  <a:lnTo>
                    <a:pt x="1708886" y="0"/>
                  </a:lnTo>
                  <a:lnTo>
                    <a:pt x="1708886" y="12700"/>
                  </a:lnTo>
                  <a:lnTo>
                    <a:pt x="1683575" y="12700"/>
                  </a:lnTo>
                  <a:lnTo>
                    <a:pt x="1683575" y="0"/>
                  </a:lnTo>
                  <a:close/>
                </a:path>
                <a:path w="3848100" h="558800">
                  <a:moveTo>
                    <a:pt x="1632953" y="0"/>
                  </a:moveTo>
                  <a:lnTo>
                    <a:pt x="1658264" y="0"/>
                  </a:lnTo>
                  <a:lnTo>
                    <a:pt x="1658264" y="12700"/>
                  </a:lnTo>
                  <a:lnTo>
                    <a:pt x="1632953" y="12700"/>
                  </a:lnTo>
                  <a:lnTo>
                    <a:pt x="1632953" y="0"/>
                  </a:lnTo>
                  <a:close/>
                </a:path>
                <a:path w="3848100" h="558800">
                  <a:moveTo>
                    <a:pt x="1582331" y="0"/>
                  </a:moveTo>
                  <a:lnTo>
                    <a:pt x="1607642" y="0"/>
                  </a:lnTo>
                  <a:lnTo>
                    <a:pt x="1607642" y="12700"/>
                  </a:lnTo>
                  <a:lnTo>
                    <a:pt x="1582331" y="12700"/>
                  </a:lnTo>
                  <a:lnTo>
                    <a:pt x="1582331" y="0"/>
                  </a:lnTo>
                  <a:close/>
                </a:path>
                <a:path w="3848100" h="558800">
                  <a:moveTo>
                    <a:pt x="1531696" y="0"/>
                  </a:moveTo>
                  <a:lnTo>
                    <a:pt x="1557007" y="0"/>
                  </a:lnTo>
                  <a:lnTo>
                    <a:pt x="1557007" y="12700"/>
                  </a:lnTo>
                  <a:lnTo>
                    <a:pt x="1531696" y="12700"/>
                  </a:lnTo>
                  <a:lnTo>
                    <a:pt x="1531696" y="0"/>
                  </a:lnTo>
                  <a:close/>
                </a:path>
                <a:path w="3848100" h="558800">
                  <a:moveTo>
                    <a:pt x="1481074" y="0"/>
                  </a:moveTo>
                  <a:lnTo>
                    <a:pt x="1506385" y="0"/>
                  </a:lnTo>
                  <a:lnTo>
                    <a:pt x="1506385" y="12700"/>
                  </a:lnTo>
                  <a:lnTo>
                    <a:pt x="1481074" y="12700"/>
                  </a:lnTo>
                  <a:lnTo>
                    <a:pt x="1481074" y="0"/>
                  </a:lnTo>
                  <a:close/>
                </a:path>
                <a:path w="3848100" h="558800">
                  <a:moveTo>
                    <a:pt x="1430451" y="0"/>
                  </a:moveTo>
                  <a:lnTo>
                    <a:pt x="1455762" y="0"/>
                  </a:lnTo>
                  <a:lnTo>
                    <a:pt x="1455762" y="12700"/>
                  </a:lnTo>
                  <a:lnTo>
                    <a:pt x="1430451" y="12700"/>
                  </a:lnTo>
                  <a:lnTo>
                    <a:pt x="1430451" y="0"/>
                  </a:lnTo>
                  <a:close/>
                </a:path>
                <a:path w="3848100" h="558800">
                  <a:moveTo>
                    <a:pt x="1379816" y="0"/>
                  </a:moveTo>
                  <a:lnTo>
                    <a:pt x="1405140" y="0"/>
                  </a:lnTo>
                  <a:lnTo>
                    <a:pt x="1405140" y="12700"/>
                  </a:lnTo>
                  <a:lnTo>
                    <a:pt x="1379816" y="12700"/>
                  </a:lnTo>
                  <a:lnTo>
                    <a:pt x="1379816" y="0"/>
                  </a:lnTo>
                  <a:close/>
                </a:path>
                <a:path w="3848100" h="558800">
                  <a:moveTo>
                    <a:pt x="1329194" y="0"/>
                  </a:moveTo>
                  <a:lnTo>
                    <a:pt x="1354505" y="0"/>
                  </a:lnTo>
                  <a:lnTo>
                    <a:pt x="1354505" y="12700"/>
                  </a:lnTo>
                  <a:lnTo>
                    <a:pt x="1329194" y="12700"/>
                  </a:lnTo>
                  <a:lnTo>
                    <a:pt x="1329194" y="0"/>
                  </a:lnTo>
                  <a:close/>
                </a:path>
                <a:path w="3848100" h="558800">
                  <a:moveTo>
                    <a:pt x="1278572" y="0"/>
                  </a:moveTo>
                  <a:lnTo>
                    <a:pt x="1303883" y="0"/>
                  </a:lnTo>
                  <a:lnTo>
                    <a:pt x="1303883" y="12700"/>
                  </a:lnTo>
                  <a:lnTo>
                    <a:pt x="1278572" y="12700"/>
                  </a:lnTo>
                  <a:lnTo>
                    <a:pt x="1278572" y="0"/>
                  </a:lnTo>
                  <a:close/>
                </a:path>
                <a:path w="3848100" h="558800">
                  <a:moveTo>
                    <a:pt x="1227950" y="0"/>
                  </a:moveTo>
                  <a:lnTo>
                    <a:pt x="1253261" y="0"/>
                  </a:lnTo>
                  <a:lnTo>
                    <a:pt x="1253261" y="12700"/>
                  </a:lnTo>
                  <a:lnTo>
                    <a:pt x="1227950" y="12700"/>
                  </a:lnTo>
                  <a:lnTo>
                    <a:pt x="1227950" y="0"/>
                  </a:lnTo>
                  <a:close/>
                </a:path>
                <a:path w="3848100" h="558800">
                  <a:moveTo>
                    <a:pt x="1177315" y="0"/>
                  </a:moveTo>
                  <a:lnTo>
                    <a:pt x="1202626" y="0"/>
                  </a:lnTo>
                  <a:lnTo>
                    <a:pt x="1202626" y="12700"/>
                  </a:lnTo>
                  <a:lnTo>
                    <a:pt x="1177315" y="12700"/>
                  </a:lnTo>
                  <a:lnTo>
                    <a:pt x="1177315" y="0"/>
                  </a:lnTo>
                  <a:close/>
                </a:path>
                <a:path w="3848100" h="558800">
                  <a:moveTo>
                    <a:pt x="1126693" y="0"/>
                  </a:moveTo>
                  <a:lnTo>
                    <a:pt x="1152004" y="0"/>
                  </a:lnTo>
                  <a:lnTo>
                    <a:pt x="1152004" y="12700"/>
                  </a:lnTo>
                  <a:lnTo>
                    <a:pt x="1126693" y="12700"/>
                  </a:lnTo>
                  <a:lnTo>
                    <a:pt x="1126693" y="0"/>
                  </a:lnTo>
                  <a:close/>
                </a:path>
                <a:path w="3848100" h="558800">
                  <a:moveTo>
                    <a:pt x="1076071" y="0"/>
                  </a:moveTo>
                  <a:lnTo>
                    <a:pt x="1101382" y="0"/>
                  </a:lnTo>
                  <a:lnTo>
                    <a:pt x="1101382" y="12700"/>
                  </a:lnTo>
                  <a:lnTo>
                    <a:pt x="1076071" y="12700"/>
                  </a:lnTo>
                  <a:lnTo>
                    <a:pt x="1076071" y="0"/>
                  </a:lnTo>
                  <a:close/>
                </a:path>
                <a:path w="3848100" h="558800">
                  <a:moveTo>
                    <a:pt x="1025436" y="0"/>
                  </a:moveTo>
                  <a:lnTo>
                    <a:pt x="1050747" y="0"/>
                  </a:lnTo>
                  <a:lnTo>
                    <a:pt x="1050747" y="12700"/>
                  </a:lnTo>
                  <a:lnTo>
                    <a:pt x="1025436" y="12700"/>
                  </a:lnTo>
                  <a:lnTo>
                    <a:pt x="1025436" y="0"/>
                  </a:lnTo>
                  <a:close/>
                </a:path>
                <a:path w="3848100" h="558800">
                  <a:moveTo>
                    <a:pt x="974813" y="0"/>
                  </a:moveTo>
                  <a:lnTo>
                    <a:pt x="1000125" y="0"/>
                  </a:lnTo>
                  <a:lnTo>
                    <a:pt x="1000125" y="12700"/>
                  </a:lnTo>
                  <a:lnTo>
                    <a:pt x="974813" y="12700"/>
                  </a:lnTo>
                  <a:lnTo>
                    <a:pt x="974813" y="0"/>
                  </a:lnTo>
                  <a:close/>
                </a:path>
                <a:path w="3848100" h="558800">
                  <a:moveTo>
                    <a:pt x="924191" y="0"/>
                  </a:moveTo>
                  <a:lnTo>
                    <a:pt x="949502" y="0"/>
                  </a:lnTo>
                  <a:lnTo>
                    <a:pt x="949502" y="12700"/>
                  </a:lnTo>
                  <a:lnTo>
                    <a:pt x="924191" y="12700"/>
                  </a:lnTo>
                  <a:lnTo>
                    <a:pt x="924191" y="0"/>
                  </a:lnTo>
                  <a:close/>
                </a:path>
                <a:path w="3848100" h="558800">
                  <a:moveTo>
                    <a:pt x="873556" y="0"/>
                  </a:moveTo>
                  <a:lnTo>
                    <a:pt x="898880" y="0"/>
                  </a:lnTo>
                  <a:lnTo>
                    <a:pt x="898880" y="12700"/>
                  </a:lnTo>
                  <a:lnTo>
                    <a:pt x="873556" y="12700"/>
                  </a:lnTo>
                  <a:lnTo>
                    <a:pt x="873556" y="0"/>
                  </a:lnTo>
                  <a:close/>
                </a:path>
                <a:path w="3848100" h="558800">
                  <a:moveTo>
                    <a:pt x="822934" y="0"/>
                  </a:moveTo>
                  <a:lnTo>
                    <a:pt x="848245" y="0"/>
                  </a:lnTo>
                  <a:lnTo>
                    <a:pt x="848245" y="12700"/>
                  </a:lnTo>
                  <a:lnTo>
                    <a:pt x="822934" y="12700"/>
                  </a:lnTo>
                  <a:lnTo>
                    <a:pt x="822934" y="0"/>
                  </a:lnTo>
                  <a:close/>
                </a:path>
                <a:path w="3848100" h="558800">
                  <a:moveTo>
                    <a:pt x="772312" y="0"/>
                  </a:moveTo>
                  <a:lnTo>
                    <a:pt x="797623" y="0"/>
                  </a:lnTo>
                  <a:lnTo>
                    <a:pt x="797623" y="12700"/>
                  </a:lnTo>
                  <a:lnTo>
                    <a:pt x="772312" y="12700"/>
                  </a:lnTo>
                  <a:lnTo>
                    <a:pt x="772312" y="0"/>
                  </a:lnTo>
                  <a:close/>
                </a:path>
                <a:path w="3848100" h="558800">
                  <a:moveTo>
                    <a:pt x="721690" y="0"/>
                  </a:moveTo>
                  <a:lnTo>
                    <a:pt x="747001" y="0"/>
                  </a:lnTo>
                  <a:lnTo>
                    <a:pt x="747001" y="12700"/>
                  </a:lnTo>
                  <a:lnTo>
                    <a:pt x="721690" y="12700"/>
                  </a:lnTo>
                  <a:lnTo>
                    <a:pt x="721690" y="0"/>
                  </a:lnTo>
                  <a:close/>
                </a:path>
                <a:path w="3848100" h="558800">
                  <a:moveTo>
                    <a:pt x="671055" y="0"/>
                  </a:moveTo>
                  <a:lnTo>
                    <a:pt x="696366" y="0"/>
                  </a:lnTo>
                  <a:lnTo>
                    <a:pt x="696366" y="12700"/>
                  </a:lnTo>
                  <a:lnTo>
                    <a:pt x="671055" y="12700"/>
                  </a:lnTo>
                  <a:lnTo>
                    <a:pt x="671055" y="0"/>
                  </a:lnTo>
                  <a:close/>
                </a:path>
                <a:path w="3848100" h="558800">
                  <a:moveTo>
                    <a:pt x="620433" y="0"/>
                  </a:moveTo>
                  <a:lnTo>
                    <a:pt x="645744" y="0"/>
                  </a:lnTo>
                  <a:lnTo>
                    <a:pt x="645744" y="12700"/>
                  </a:lnTo>
                  <a:lnTo>
                    <a:pt x="620433" y="12700"/>
                  </a:lnTo>
                  <a:lnTo>
                    <a:pt x="620433" y="0"/>
                  </a:lnTo>
                  <a:close/>
                </a:path>
                <a:path w="3848100" h="558800">
                  <a:moveTo>
                    <a:pt x="569810" y="0"/>
                  </a:moveTo>
                  <a:lnTo>
                    <a:pt x="595122" y="0"/>
                  </a:lnTo>
                  <a:lnTo>
                    <a:pt x="595122" y="12700"/>
                  </a:lnTo>
                  <a:lnTo>
                    <a:pt x="569810" y="12700"/>
                  </a:lnTo>
                  <a:lnTo>
                    <a:pt x="569810" y="0"/>
                  </a:lnTo>
                  <a:close/>
                </a:path>
                <a:path w="3848100" h="558800">
                  <a:moveTo>
                    <a:pt x="519175" y="0"/>
                  </a:moveTo>
                  <a:lnTo>
                    <a:pt x="544487" y="0"/>
                  </a:lnTo>
                  <a:lnTo>
                    <a:pt x="544487" y="12700"/>
                  </a:lnTo>
                  <a:lnTo>
                    <a:pt x="519175" y="12700"/>
                  </a:lnTo>
                  <a:lnTo>
                    <a:pt x="519175" y="0"/>
                  </a:lnTo>
                  <a:close/>
                </a:path>
                <a:path w="3848100" h="558800">
                  <a:moveTo>
                    <a:pt x="468553" y="0"/>
                  </a:moveTo>
                  <a:lnTo>
                    <a:pt x="493864" y="0"/>
                  </a:lnTo>
                  <a:lnTo>
                    <a:pt x="493864" y="12700"/>
                  </a:lnTo>
                  <a:lnTo>
                    <a:pt x="468553" y="12700"/>
                  </a:lnTo>
                  <a:lnTo>
                    <a:pt x="468553" y="0"/>
                  </a:lnTo>
                  <a:close/>
                </a:path>
                <a:path w="3848100" h="558800">
                  <a:moveTo>
                    <a:pt x="417931" y="0"/>
                  </a:moveTo>
                  <a:lnTo>
                    <a:pt x="443242" y="0"/>
                  </a:lnTo>
                  <a:lnTo>
                    <a:pt x="443242" y="12700"/>
                  </a:lnTo>
                  <a:lnTo>
                    <a:pt x="417931" y="12700"/>
                  </a:lnTo>
                  <a:lnTo>
                    <a:pt x="417931" y="0"/>
                  </a:lnTo>
                  <a:close/>
                </a:path>
                <a:path w="3848100" h="558800">
                  <a:moveTo>
                    <a:pt x="367296" y="0"/>
                  </a:moveTo>
                  <a:lnTo>
                    <a:pt x="392620" y="0"/>
                  </a:lnTo>
                  <a:lnTo>
                    <a:pt x="392620" y="12700"/>
                  </a:lnTo>
                  <a:lnTo>
                    <a:pt x="367296" y="12700"/>
                  </a:lnTo>
                  <a:lnTo>
                    <a:pt x="367296" y="0"/>
                  </a:lnTo>
                  <a:close/>
                </a:path>
                <a:path w="3848100" h="558800">
                  <a:moveTo>
                    <a:pt x="316674" y="0"/>
                  </a:moveTo>
                  <a:lnTo>
                    <a:pt x="341985" y="0"/>
                  </a:lnTo>
                  <a:lnTo>
                    <a:pt x="341985" y="12700"/>
                  </a:lnTo>
                  <a:lnTo>
                    <a:pt x="316674" y="12700"/>
                  </a:lnTo>
                  <a:lnTo>
                    <a:pt x="316674" y="0"/>
                  </a:lnTo>
                  <a:close/>
                </a:path>
                <a:path w="3848100" h="558800">
                  <a:moveTo>
                    <a:pt x="266052" y="0"/>
                  </a:moveTo>
                  <a:lnTo>
                    <a:pt x="291363" y="0"/>
                  </a:lnTo>
                  <a:lnTo>
                    <a:pt x="291363" y="12700"/>
                  </a:lnTo>
                  <a:lnTo>
                    <a:pt x="266052" y="12700"/>
                  </a:lnTo>
                  <a:lnTo>
                    <a:pt x="266052" y="0"/>
                  </a:lnTo>
                  <a:close/>
                </a:path>
                <a:path w="3848100" h="558800">
                  <a:moveTo>
                    <a:pt x="215417" y="0"/>
                  </a:moveTo>
                  <a:lnTo>
                    <a:pt x="240741" y="0"/>
                  </a:lnTo>
                  <a:lnTo>
                    <a:pt x="240741" y="12700"/>
                  </a:lnTo>
                  <a:lnTo>
                    <a:pt x="215417" y="12700"/>
                  </a:lnTo>
                  <a:lnTo>
                    <a:pt x="215417" y="0"/>
                  </a:lnTo>
                  <a:close/>
                </a:path>
                <a:path w="3848100" h="558800">
                  <a:moveTo>
                    <a:pt x="164795" y="0"/>
                  </a:moveTo>
                  <a:lnTo>
                    <a:pt x="190106" y="0"/>
                  </a:lnTo>
                  <a:lnTo>
                    <a:pt x="190106" y="12700"/>
                  </a:lnTo>
                  <a:lnTo>
                    <a:pt x="164795" y="12700"/>
                  </a:lnTo>
                  <a:lnTo>
                    <a:pt x="164795" y="0"/>
                  </a:lnTo>
                  <a:close/>
                </a:path>
                <a:path w="3848100" h="558800">
                  <a:moveTo>
                    <a:pt x="114173" y="0"/>
                  </a:moveTo>
                  <a:lnTo>
                    <a:pt x="139484" y="0"/>
                  </a:lnTo>
                  <a:lnTo>
                    <a:pt x="139484" y="12700"/>
                  </a:lnTo>
                  <a:lnTo>
                    <a:pt x="114173" y="12700"/>
                  </a:lnTo>
                  <a:lnTo>
                    <a:pt x="114173" y="0"/>
                  </a:lnTo>
                  <a:close/>
                </a:path>
                <a:path w="3848100" h="558800">
                  <a:moveTo>
                    <a:pt x="76200" y="0"/>
                  </a:moveTo>
                  <a:lnTo>
                    <a:pt x="76200" y="12700"/>
                  </a:lnTo>
                  <a:lnTo>
                    <a:pt x="71945" y="12700"/>
                  </a:lnTo>
                  <a:lnTo>
                    <a:pt x="67792" y="13119"/>
                  </a:lnTo>
                  <a:lnTo>
                    <a:pt x="63792" y="13906"/>
                  </a:lnTo>
                  <a:lnTo>
                    <a:pt x="62561" y="7683"/>
                  </a:lnTo>
                  <a:lnTo>
                    <a:pt x="66967" y="6807"/>
                  </a:lnTo>
                  <a:lnTo>
                    <a:pt x="71526" y="6350"/>
                  </a:lnTo>
                  <a:lnTo>
                    <a:pt x="62297" y="6350"/>
                  </a:lnTo>
                  <a:lnTo>
                    <a:pt x="61623" y="2942"/>
                  </a:lnTo>
                  <a:lnTo>
                    <a:pt x="76200" y="0"/>
                  </a:lnTo>
                  <a:close/>
                </a:path>
                <a:path w="3848100" h="558800">
                  <a:moveTo>
                    <a:pt x="76200" y="0"/>
                  </a:moveTo>
                  <a:lnTo>
                    <a:pt x="88861" y="0"/>
                  </a:lnTo>
                  <a:lnTo>
                    <a:pt x="88861" y="12700"/>
                  </a:lnTo>
                  <a:lnTo>
                    <a:pt x="76200" y="12700"/>
                  </a:lnTo>
                  <a:lnTo>
                    <a:pt x="76200" y="0"/>
                  </a:lnTo>
                  <a:close/>
                </a:path>
                <a:path w="3848100" h="558800">
                  <a:moveTo>
                    <a:pt x="62297" y="6350"/>
                  </a:moveTo>
                  <a:lnTo>
                    <a:pt x="71526" y="6350"/>
                  </a:lnTo>
                  <a:lnTo>
                    <a:pt x="66967" y="6807"/>
                  </a:lnTo>
                  <a:lnTo>
                    <a:pt x="62560" y="7683"/>
                  </a:lnTo>
                  <a:lnTo>
                    <a:pt x="62388" y="6807"/>
                  </a:lnTo>
                  <a:lnTo>
                    <a:pt x="62297" y="6350"/>
                  </a:lnTo>
                  <a:close/>
                </a:path>
                <a:path w="3848100" h="558800">
                  <a:moveTo>
                    <a:pt x="37388" y="18110"/>
                  </a:moveTo>
                  <a:lnTo>
                    <a:pt x="40932" y="23393"/>
                  </a:lnTo>
                  <a:lnTo>
                    <a:pt x="33997" y="28028"/>
                  </a:lnTo>
                  <a:lnTo>
                    <a:pt x="28028" y="33997"/>
                  </a:lnTo>
                  <a:lnTo>
                    <a:pt x="23393" y="40932"/>
                  </a:lnTo>
                  <a:lnTo>
                    <a:pt x="18109" y="37390"/>
                  </a:lnTo>
                  <a:lnTo>
                    <a:pt x="22204" y="31879"/>
                  </a:lnTo>
                  <a:lnTo>
                    <a:pt x="26806" y="26806"/>
                  </a:lnTo>
                  <a:lnTo>
                    <a:pt x="31755" y="22317"/>
                  </a:lnTo>
                  <a:lnTo>
                    <a:pt x="37388" y="18110"/>
                  </a:lnTo>
                  <a:close/>
                </a:path>
                <a:path w="3848100" h="558800">
                  <a:moveTo>
                    <a:pt x="34641" y="14008"/>
                  </a:moveTo>
                  <a:lnTo>
                    <a:pt x="37388" y="18110"/>
                  </a:lnTo>
                  <a:lnTo>
                    <a:pt x="31755" y="22317"/>
                  </a:lnTo>
                  <a:lnTo>
                    <a:pt x="26806" y="26806"/>
                  </a:lnTo>
                  <a:lnTo>
                    <a:pt x="22204" y="31879"/>
                  </a:lnTo>
                  <a:lnTo>
                    <a:pt x="18109" y="37390"/>
                  </a:lnTo>
                  <a:lnTo>
                    <a:pt x="14008" y="34641"/>
                  </a:lnTo>
                  <a:lnTo>
                    <a:pt x="22317" y="22317"/>
                  </a:lnTo>
                  <a:lnTo>
                    <a:pt x="34641" y="14008"/>
                  </a:lnTo>
                  <a:close/>
                </a:path>
                <a:path w="3848100" h="558800">
                  <a:moveTo>
                    <a:pt x="7683" y="62561"/>
                  </a:moveTo>
                  <a:lnTo>
                    <a:pt x="13906" y="63792"/>
                  </a:lnTo>
                  <a:lnTo>
                    <a:pt x="13119" y="67792"/>
                  </a:lnTo>
                  <a:lnTo>
                    <a:pt x="12742" y="71526"/>
                  </a:lnTo>
                  <a:lnTo>
                    <a:pt x="12700" y="88900"/>
                  </a:lnTo>
                  <a:lnTo>
                    <a:pt x="6350" y="88900"/>
                  </a:lnTo>
                  <a:lnTo>
                    <a:pt x="6350" y="71526"/>
                  </a:lnTo>
                  <a:lnTo>
                    <a:pt x="6724" y="67792"/>
                  </a:lnTo>
                  <a:lnTo>
                    <a:pt x="6807" y="66967"/>
                  </a:lnTo>
                  <a:lnTo>
                    <a:pt x="7683" y="62561"/>
                  </a:lnTo>
                  <a:close/>
                </a:path>
                <a:path w="3848100" h="558800">
                  <a:moveTo>
                    <a:pt x="2942" y="61623"/>
                  </a:moveTo>
                  <a:lnTo>
                    <a:pt x="7683" y="62561"/>
                  </a:lnTo>
                  <a:lnTo>
                    <a:pt x="6807" y="66967"/>
                  </a:lnTo>
                  <a:lnTo>
                    <a:pt x="6350" y="71526"/>
                  </a:lnTo>
                  <a:lnTo>
                    <a:pt x="6350" y="88900"/>
                  </a:lnTo>
                  <a:lnTo>
                    <a:pt x="0" y="88900"/>
                  </a:lnTo>
                  <a:lnTo>
                    <a:pt x="0" y="76200"/>
                  </a:lnTo>
                  <a:lnTo>
                    <a:pt x="2942" y="61623"/>
                  </a:lnTo>
                  <a:close/>
                </a:path>
                <a:path w="3848100" h="558800">
                  <a:moveTo>
                    <a:pt x="6350" y="114300"/>
                  </a:moveTo>
                  <a:lnTo>
                    <a:pt x="12700" y="114300"/>
                  </a:lnTo>
                  <a:lnTo>
                    <a:pt x="12700" y="139700"/>
                  </a:lnTo>
                  <a:lnTo>
                    <a:pt x="6350" y="139700"/>
                  </a:lnTo>
                  <a:lnTo>
                    <a:pt x="6350" y="114300"/>
                  </a:lnTo>
                  <a:close/>
                </a:path>
                <a:path w="3848100" h="558800">
                  <a:moveTo>
                    <a:pt x="0" y="114300"/>
                  </a:moveTo>
                  <a:lnTo>
                    <a:pt x="6350" y="114300"/>
                  </a:lnTo>
                  <a:lnTo>
                    <a:pt x="6350" y="139700"/>
                  </a:lnTo>
                  <a:lnTo>
                    <a:pt x="0" y="139700"/>
                  </a:lnTo>
                  <a:lnTo>
                    <a:pt x="0" y="114300"/>
                  </a:lnTo>
                  <a:close/>
                </a:path>
                <a:path w="3848100" h="558800">
                  <a:moveTo>
                    <a:pt x="6350" y="165100"/>
                  </a:moveTo>
                  <a:lnTo>
                    <a:pt x="12700" y="165100"/>
                  </a:lnTo>
                  <a:lnTo>
                    <a:pt x="12700" y="190500"/>
                  </a:lnTo>
                  <a:lnTo>
                    <a:pt x="6350" y="190500"/>
                  </a:lnTo>
                  <a:lnTo>
                    <a:pt x="6350" y="165100"/>
                  </a:lnTo>
                  <a:close/>
                </a:path>
                <a:path w="3848100" h="558800">
                  <a:moveTo>
                    <a:pt x="0" y="165100"/>
                  </a:moveTo>
                  <a:lnTo>
                    <a:pt x="6350" y="165100"/>
                  </a:lnTo>
                  <a:lnTo>
                    <a:pt x="6350" y="190500"/>
                  </a:lnTo>
                  <a:lnTo>
                    <a:pt x="0" y="190500"/>
                  </a:lnTo>
                  <a:lnTo>
                    <a:pt x="0" y="165100"/>
                  </a:lnTo>
                  <a:close/>
                </a:path>
                <a:path w="3848100" h="558800">
                  <a:moveTo>
                    <a:pt x="6350" y="215900"/>
                  </a:moveTo>
                  <a:lnTo>
                    <a:pt x="12700" y="215900"/>
                  </a:lnTo>
                  <a:lnTo>
                    <a:pt x="12700" y="241300"/>
                  </a:lnTo>
                  <a:lnTo>
                    <a:pt x="6350" y="241300"/>
                  </a:lnTo>
                  <a:lnTo>
                    <a:pt x="6350" y="215900"/>
                  </a:lnTo>
                  <a:close/>
                </a:path>
                <a:path w="3848100" h="558800">
                  <a:moveTo>
                    <a:pt x="0" y="215900"/>
                  </a:moveTo>
                  <a:lnTo>
                    <a:pt x="6350" y="215900"/>
                  </a:lnTo>
                  <a:lnTo>
                    <a:pt x="6350" y="241300"/>
                  </a:lnTo>
                  <a:lnTo>
                    <a:pt x="0" y="241300"/>
                  </a:lnTo>
                  <a:lnTo>
                    <a:pt x="0" y="215900"/>
                  </a:lnTo>
                  <a:close/>
                </a:path>
                <a:path w="3848100" h="558800">
                  <a:moveTo>
                    <a:pt x="6350" y="266700"/>
                  </a:moveTo>
                  <a:lnTo>
                    <a:pt x="12700" y="266700"/>
                  </a:lnTo>
                  <a:lnTo>
                    <a:pt x="12700" y="292100"/>
                  </a:lnTo>
                  <a:lnTo>
                    <a:pt x="6350" y="292100"/>
                  </a:lnTo>
                  <a:lnTo>
                    <a:pt x="6350" y="266700"/>
                  </a:lnTo>
                  <a:close/>
                </a:path>
                <a:path w="3848100" h="558800">
                  <a:moveTo>
                    <a:pt x="0" y="266700"/>
                  </a:moveTo>
                  <a:lnTo>
                    <a:pt x="6350" y="266700"/>
                  </a:lnTo>
                  <a:lnTo>
                    <a:pt x="6350" y="292100"/>
                  </a:lnTo>
                  <a:lnTo>
                    <a:pt x="0" y="292100"/>
                  </a:lnTo>
                  <a:lnTo>
                    <a:pt x="0" y="266700"/>
                  </a:lnTo>
                  <a:close/>
                </a:path>
                <a:path w="3848100" h="558800">
                  <a:moveTo>
                    <a:pt x="6350" y="317500"/>
                  </a:moveTo>
                  <a:lnTo>
                    <a:pt x="12700" y="317500"/>
                  </a:lnTo>
                  <a:lnTo>
                    <a:pt x="12700" y="342900"/>
                  </a:lnTo>
                  <a:lnTo>
                    <a:pt x="6350" y="342900"/>
                  </a:lnTo>
                  <a:lnTo>
                    <a:pt x="6350" y="317500"/>
                  </a:lnTo>
                  <a:close/>
                </a:path>
                <a:path w="3848100" h="558800">
                  <a:moveTo>
                    <a:pt x="0" y="317500"/>
                  </a:moveTo>
                  <a:lnTo>
                    <a:pt x="6350" y="317500"/>
                  </a:lnTo>
                  <a:lnTo>
                    <a:pt x="6350" y="342900"/>
                  </a:lnTo>
                  <a:lnTo>
                    <a:pt x="0" y="342900"/>
                  </a:lnTo>
                  <a:lnTo>
                    <a:pt x="0" y="317500"/>
                  </a:lnTo>
                  <a:close/>
                </a:path>
                <a:path w="3848100" h="558800">
                  <a:moveTo>
                    <a:pt x="6350" y="368300"/>
                  </a:moveTo>
                  <a:lnTo>
                    <a:pt x="12700" y="368300"/>
                  </a:lnTo>
                  <a:lnTo>
                    <a:pt x="12700" y="393700"/>
                  </a:lnTo>
                  <a:lnTo>
                    <a:pt x="6350" y="393700"/>
                  </a:lnTo>
                  <a:lnTo>
                    <a:pt x="6350" y="368300"/>
                  </a:lnTo>
                  <a:close/>
                </a:path>
                <a:path w="3848100" h="558800">
                  <a:moveTo>
                    <a:pt x="0" y="368300"/>
                  </a:moveTo>
                  <a:lnTo>
                    <a:pt x="6350" y="368300"/>
                  </a:lnTo>
                  <a:lnTo>
                    <a:pt x="6350" y="393700"/>
                  </a:lnTo>
                  <a:lnTo>
                    <a:pt x="0" y="393700"/>
                  </a:lnTo>
                  <a:lnTo>
                    <a:pt x="0" y="368300"/>
                  </a:lnTo>
                  <a:close/>
                </a:path>
                <a:path w="3848100" h="558800">
                  <a:moveTo>
                    <a:pt x="6350" y="419100"/>
                  </a:moveTo>
                  <a:lnTo>
                    <a:pt x="12700" y="419100"/>
                  </a:lnTo>
                  <a:lnTo>
                    <a:pt x="12700" y="444500"/>
                  </a:lnTo>
                  <a:lnTo>
                    <a:pt x="6350" y="444500"/>
                  </a:lnTo>
                  <a:lnTo>
                    <a:pt x="6350" y="419100"/>
                  </a:lnTo>
                  <a:close/>
                </a:path>
                <a:path w="3848100" h="558800">
                  <a:moveTo>
                    <a:pt x="0" y="419100"/>
                  </a:moveTo>
                  <a:lnTo>
                    <a:pt x="6350" y="419100"/>
                  </a:lnTo>
                  <a:lnTo>
                    <a:pt x="6350" y="444500"/>
                  </a:lnTo>
                  <a:lnTo>
                    <a:pt x="0" y="444500"/>
                  </a:lnTo>
                  <a:lnTo>
                    <a:pt x="0" y="419100"/>
                  </a:lnTo>
                  <a:close/>
                </a:path>
                <a:path w="3848100" h="558800">
                  <a:moveTo>
                    <a:pt x="0" y="469900"/>
                  </a:moveTo>
                  <a:lnTo>
                    <a:pt x="6350" y="469900"/>
                  </a:lnTo>
                  <a:lnTo>
                    <a:pt x="6350" y="487273"/>
                  </a:lnTo>
                  <a:lnTo>
                    <a:pt x="6724" y="491007"/>
                  </a:lnTo>
                  <a:lnTo>
                    <a:pt x="6807" y="491832"/>
                  </a:lnTo>
                  <a:lnTo>
                    <a:pt x="7677" y="496239"/>
                  </a:lnTo>
                  <a:lnTo>
                    <a:pt x="2940" y="497176"/>
                  </a:lnTo>
                  <a:lnTo>
                    <a:pt x="0" y="482600"/>
                  </a:lnTo>
                  <a:lnTo>
                    <a:pt x="0" y="469900"/>
                  </a:lnTo>
                  <a:close/>
                </a:path>
                <a:path w="3848100" h="558800">
                  <a:moveTo>
                    <a:pt x="6350" y="469900"/>
                  </a:moveTo>
                  <a:lnTo>
                    <a:pt x="12700" y="469900"/>
                  </a:lnTo>
                  <a:lnTo>
                    <a:pt x="12742" y="487273"/>
                  </a:lnTo>
                  <a:lnTo>
                    <a:pt x="13119" y="491007"/>
                  </a:lnTo>
                  <a:lnTo>
                    <a:pt x="13906" y="495007"/>
                  </a:lnTo>
                  <a:lnTo>
                    <a:pt x="7677" y="496239"/>
                  </a:lnTo>
                  <a:lnTo>
                    <a:pt x="6807" y="491832"/>
                  </a:lnTo>
                  <a:lnTo>
                    <a:pt x="6350" y="487273"/>
                  </a:lnTo>
                  <a:lnTo>
                    <a:pt x="6350" y="469900"/>
                  </a:lnTo>
                  <a:close/>
                </a:path>
                <a:path w="3848100" h="558800">
                  <a:moveTo>
                    <a:pt x="18110" y="521411"/>
                  </a:moveTo>
                  <a:lnTo>
                    <a:pt x="22204" y="526920"/>
                  </a:lnTo>
                  <a:lnTo>
                    <a:pt x="26806" y="531993"/>
                  </a:lnTo>
                  <a:lnTo>
                    <a:pt x="31879" y="536595"/>
                  </a:lnTo>
                  <a:lnTo>
                    <a:pt x="37388" y="540690"/>
                  </a:lnTo>
                  <a:lnTo>
                    <a:pt x="34640" y="544791"/>
                  </a:lnTo>
                  <a:lnTo>
                    <a:pt x="22483" y="536595"/>
                  </a:lnTo>
                  <a:lnTo>
                    <a:pt x="21591" y="535406"/>
                  </a:lnTo>
                  <a:lnTo>
                    <a:pt x="14008" y="524158"/>
                  </a:lnTo>
                  <a:lnTo>
                    <a:pt x="18110" y="521411"/>
                  </a:lnTo>
                  <a:close/>
                </a:path>
                <a:path w="3848100" h="558800">
                  <a:moveTo>
                    <a:pt x="23393" y="517867"/>
                  </a:moveTo>
                  <a:lnTo>
                    <a:pt x="28028" y="524802"/>
                  </a:lnTo>
                  <a:lnTo>
                    <a:pt x="33997" y="530771"/>
                  </a:lnTo>
                  <a:lnTo>
                    <a:pt x="40932" y="535406"/>
                  </a:lnTo>
                  <a:lnTo>
                    <a:pt x="37390" y="540690"/>
                  </a:lnTo>
                  <a:lnTo>
                    <a:pt x="31879" y="536595"/>
                  </a:lnTo>
                  <a:lnTo>
                    <a:pt x="26806" y="531993"/>
                  </a:lnTo>
                  <a:lnTo>
                    <a:pt x="22204" y="526920"/>
                  </a:lnTo>
                  <a:lnTo>
                    <a:pt x="18110" y="521411"/>
                  </a:lnTo>
                  <a:lnTo>
                    <a:pt x="23393" y="517867"/>
                  </a:lnTo>
                  <a:close/>
                </a:path>
                <a:path w="3848100" h="558800">
                  <a:moveTo>
                    <a:pt x="76200" y="546100"/>
                  </a:moveTo>
                  <a:lnTo>
                    <a:pt x="88861" y="546100"/>
                  </a:lnTo>
                  <a:lnTo>
                    <a:pt x="88861" y="558800"/>
                  </a:lnTo>
                  <a:lnTo>
                    <a:pt x="76200" y="558800"/>
                  </a:lnTo>
                  <a:lnTo>
                    <a:pt x="76200" y="546100"/>
                  </a:lnTo>
                  <a:close/>
                </a:path>
                <a:path w="3848100" h="558800">
                  <a:moveTo>
                    <a:pt x="63792" y="544893"/>
                  </a:moveTo>
                  <a:lnTo>
                    <a:pt x="67792" y="545680"/>
                  </a:lnTo>
                  <a:lnTo>
                    <a:pt x="71945" y="546100"/>
                  </a:lnTo>
                  <a:lnTo>
                    <a:pt x="76200" y="546100"/>
                  </a:lnTo>
                  <a:lnTo>
                    <a:pt x="76200" y="558800"/>
                  </a:lnTo>
                  <a:lnTo>
                    <a:pt x="61623" y="555857"/>
                  </a:lnTo>
                  <a:lnTo>
                    <a:pt x="62297" y="552450"/>
                  </a:lnTo>
                  <a:lnTo>
                    <a:pt x="71526" y="552450"/>
                  </a:lnTo>
                  <a:lnTo>
                    <a:pt x="66967" y="551992"/>
                  </a:lnTo>
                  <a:lnTo>
                    <a:pt x="62561" y="551116"/>
                  </a:lnTo>
                  <a:lnTo>
                    <a:pt x="63792" y="544893"/>
                  </a:lnTo>
                  <a:close/>
                </a:path>
                <a:path w="3848100" h="558800">
                  <a:moveTo>
                    <a:pt x="62561" y="551116"/>
                  </a:moveTo>
                  <a:lnTo>
                    <a:pt x="66967" y="551992"/>
                  </a:lnTo>
                  <a:lnTo>
                    <a:pt x="71526" y="552450"/>
                  </a:lnTo>
                  <a:lnTo>
                    <a:pt x="62297" y="552450"/>
                  </a:lnTo>
                  <a:lnTo>
                    <a:pt x="62561" y="551116"/>
                  </a:lnTo>
                  <a:close/>
                </a:path>
                <a:path w="3848100" h="558800">
                  <a:moveTo>
                    <a:pt x="114173" y="546100"/>
                  </a:moveTo>
                  <a:lnTo>
                    <a:pt x="139484" y="546100"/>
                  </a:lnTo>
                  <a:lnTo>
                    <a:pt x="139484" y="558800"/>
                  </a:lnTo>
                  <a:lnTo>
                    <a:pt x="114172" y="558800"/>
                  </a:lnTo>
                  <a:lnTo>
                    <a:pt x="114173" y="546100"/>
                  </a:lnTo>
                  <a:close/>
                </a:path>
                <a:path w="3848100" h="558800">
                  <a:moveTo>
                    <a:pt x="164795" y="546100"/>
                  </a:moveTo>
                  <a:lnTo>
                    <a:pt x="190106" y="546100"/>
                  </a:lnTo>
                  <a:lnTo>
                    <a:pt x="190106" y="558800"/>
                  </a:lnTo>
                  <a:lnTo>
                    <a:pt x="164795" y="558800"/>
                  </a:lnTo>
                  <a:lnTo>
                    <a:pt x="164795" y="546100"/>
                  </a:lnTo>
                  <a:close/>
                </a:path>
                <a:path w="3848100" h="558800">
                  <a:moveTo>
                    <a:pt x="215417" y="546100"/>
                  </a:moveTo>
                  <a:lnTo>
                    <a:pt x="240728" y="546100"/>
                  </a:lnTo>
                  <a:lnTo>
                    <a:pt x="240728" y="558800"/>
                  </a:lnTo>
                  <a:lnTo>
                    <a:pt x="215417" y="558800"/>
                  </a:lnTo>
                  <a:lnTo>
                    <a:pt x="215417" y="546100"/>
                  </a:lnTo>
                  <a:close/>
                </a:path>
                <a:path w="3848100" h="558800">
                  <a:moveTo>
                    <a:pt x="266052" y="546100"/>
                  </a:moveTo>
                  <a:lnTo>
                    <a:pt x="291363" y="546100"/>
                  </a:lnTo>
                  <a:lnTo>
                    <a:pt x="291363" y="558800"/>
                  </a:lnTo>
                  <a:lnTo>
                    <a:pt x="266052" y="558800"/>
                  </a:lnTo>
                  <a:lnTo>
                    <a:pt x="266052" y="546100"/>
                  </a:lnTo>
                  <a:close/>
                </a:path>
                <a:path w="3848100" h="558800">
                  <a:moveTo>
                    <a:pt x="316674" y="546100"/>
                  </a:moveTo>
                  <a:lnTo>
                    <a:pt x="341985" y="546100"/>
                  </a:lnTo>
                  <a:lnTo>
                    <a:pt x="341985" y="558800"/>
                  </a:lnTo>
                  <a:lnTo>
                    <a:pt x="316674" y="558800"/>
                  </a:lnTo>
                  <a:lnTo>
                    <a:pt x="316674" y="546100"/>
                  </a:lnTo>
                  <a:close/>
                </a:path>
                <a:path w="3848100" h="558800">
                  <a:moveTo>
                    <a:pt x="367296" y="546100"/>
                  </a:moveTo>
                  <a:lnTo>
                    <a:pt x="392607" y="546100"/>
                  </a:lnTo>
                  <a:lnTo>
                    <a:pt x="392607" y="558800"/>
                  </a:lnTo>
                  <a:lnTo>
                    <a:pt x="367296" y="558800"/>
                  </a:lnTo>
                  <a:lnTo>
                    <a:pt x="367296" y="546100"/>
                  </a:lnTo>
                  <a:close/>
                </a:path>
                <a:path w="3848100" h="558800">
                  <a:moveTo>
                    <a:pt x="417931" y="546100"/>
                  </a:moveTo>
                  <a:lnTo>
                    <a:pt x="443242" y="546100"/>
                  </a:lnTo>
                  <a:lnTo>
                    <a:pt x="443242" y="558800"/>
                  </a:lnTo>
                  <a:lnTo>
                    <a:pt x="417931" y="558800"/>
                  </a:lnTo>
                  <a:lnTo>
                    <a:pt x="417931" y="546100"/>
                  </a:lnTo>
                  <a:close/>
                </a:path>
                <a:path w="3848100" h="558800">
                  <a:moveTo>
                    <a:pt x="468553" y="546100"/>
                  </a:moveTo>
                  <a:lnTo>
                    <a:pt x="493864" y="546100"/>
                  </a:lnTo>
                  <a:lnTo>
                    <a:pt x="493864" y="558800"/>
                  </a:lnTo>
                  <a:lnTo>
                    <a:pt x="468553" y="558800"/>
                  </a:lnTo>
                  <a:lnTo>
                    <a:pt x="468553" y="546100"/>
                  </a:lnTo>
                  <a:close/>
                </a:path>
                <a:path w="3848100" h="558800">
                  <a:moveTo>
                    <a:pt x="519175" y="546100"/>
                  </a:moveTo>
                  <a:lnTo>
                    <a:pt x="544487" y="546100"/>
                  </a:lnTo>
                  <a:lnTo>
                    <a:pt x="544487" y="558800"/>
                  </a:lnTo>
                  <a:lnTo>
                    <a:pt x="519175" y="558800"/>
                  </a:lnTo>
                  <a:lnTo>
                    <a:pt x="519175" y="546100"/>
                  </a:lnTo>
                  <a:close/>
                </a:path>
                <a:path w="3848100" h="558800">
                  <a:moveTo>
                    <a:pt x="569798" y="546100"/>
                  </a:moveTo>
                  <a:lnTo>
                    <a:pt x="595122" y="546100"/>
                  </a:lnTo>
                  <a:lnTo>
                    <a:pt x="595122" y="558800"/>
                  </a:lnTo>
                  <a:lnTo>
                    <a:pt x="569798" y="558800"/>
                  </a:lnTo>
                  <a:lnTo>
                    <a:pt x="569798" y="546100"/>
                  </a:lnTo>
                  <a:close/>
                </a:path>
                <a:path w="3848100" h="558800">
                  <a:moveTo>
                    <a:pt x="620433" y="546100"/>
                  </a:moveTo>
                  <a:lnTo>
                    <a:pt x="645744" y="546100"/>
                  </a:lnTo>
                  <a:lnTo>
                    <a:pt x="645744" y="558800"/>
                  </a:lnTo>
                  <a:lnTo>
                    <a:pt x="620433" y="558800"/>
                  </a:lnTo>
                  <a:lnTo>
                    <a:pt x="620433" y="546100"/>
                  </a:lnTo>
                  <a:close/>
                </a:path>
                <a:path w="3848100" h="558800">
                  <a:moveTo>
                    <a:pt x="671055" y="546100"/>
                  </a:moveTo>
                  <a:lnTo>
                    <a:pt x="696366" y="546100"/>
                  </a:lnTo>
                  <a:lnTo>
                    <a:pt x="696366" y="558800"/>
                  </a:lnTo>
                  <a:lnTo>
                    <a:pt x="671055" y="558800"/>
                  </a:lnTo>
                  <a:lnTo>
                    <a:pt x="671055" y="546100"/>
                  </a:lnTo>
                  <a:close/>
                </a:path>
                <a:path w="3848100" h="558800">
                  <a:moveTo>
                    <a:pt x="721677" y="546100"/>
                  </a:moveTo>
                  <a:lnTo>
                    <a:pt x="746988" y="546100"/>
                  </a:lnTo>
                  <a:lnTo>
                    <a:pt x="746988" y="558800"/>
                  </a:lnTo>
                  <a:lnTo>
                    <a:pt x="721677" y="558800"/>
                  </a:lnTo>
                  <a:lnTo>
                    <a:pt x="721677" y="546100"/>
                  </a:lnTo>
                  <a:close/>
                </a:path>
                <a:path w="3848100" h="558800">
                  <a:moveTo>
                    <a:pt x="772312" y="546100"/>
                  </a:moveTo>
                  <a:lnTo>
                    <a:pt x="797623" y="546100"/>
                  </a:lnTo>
                  <a:lnTo>
                    <a:pt x="797623" y="558800"/>
                  </a:lnTo>
                  <a:lnTo>
                    <a:pt x="772312" y="558800"/>
                  </a:lnTo>
                  <a:lnTo>
                    <a:pt x="772312" y="546100"/>
                  </a:lnTo>
                  <a:close/>
                </a:path>
                <a:path w="3848100" h="558800">
                  <a:moveTo>
                    <a:pt x="822934" y="546100"/>
                  </a:moveTo>
                  <a:lnTo>
                    <a:pt x="848245" y="546100"/>
                  </a:lnTo>
                  <a:lnTo>
                    <a:pt x="848245" y="558800"/>
                  </a:lnTo>
                  <a:lnTo>
                    <a:pt x="822934" y="558800"/>
                  </a:lnTo>
                  <a:lnTo>
                    <a:pt x="822934" y="546100"/>
                  </a:lnTo>
                  <a:close/>
                </a:path>
                <a:path w="3848100" h="558800">
                  <a:moveTo>
                    <a:pt x="873556" y="546100"/>
                  </a:moveTo>
                  <a:lnTo>
                    <a:pt x="898867" y="546100"/>
                  </a:lnTo>
                  <a:lnTo>
                    <a:pt x="898867" y="558800"/>
                  </a:lnTo>
                  <a:lnTo>
                    <a:pt x="873556" y="558800"/>
                  </a:lnTo>
                  <a:lnTo>
                    <a:pt x="873556" y="546100"/>
                  </a:lnTo>
                  <a:close/>
                </a:path>
                <a:path w="3848100" h="558800">
                  <a:moveTo>
                    <a:pt x="924191" y="546100"/>
                  </a:moveTo>
                  <a:lnTo>
                    <a:pt x="949502" y="546100"/>
                  </a:lnTo>
                  <a:lnTo>
                    <a:pt x="949502" y="558800"/>
                  </a:lnTo>
                  <a:lnTo>
                    <a:pt x="924191" y="558800"/>
                  </a:lnTo>
                  <a:lnTo>
                    <a:pt x="924191" y="546100"/>
                  </a:lnTo>
                  <a:close/>
                </a:path>
                <a:path w="3848100" h="558800">
                  <a:moveTo>
                    <a:pt x="974813" y="546100"/>
                  </a:moveTo>
                  <a:lnTo>
                    <a:pt x="1000125" y="546100"/>
                  </a:lnTo>
                  <a:lnTo>
                    <a:pt x="1000125" y="558800"/>
                  </a:lnTo>
                  <a:lnTo>
                    <a:pt x="974813" y="558800"/>
                  </a:lnTo>
                  <a:lnTo>
                    <a:pt x="974813" y="546100"/>
                  </a:lnTo>
                  <a:close/>
                </a:path>
                <a:path w="3848100" h="558800">
                  <a:moveTo>
                    <a:pt x="1025436" y="546100"/>
                  </a:moveTo>
                  <a:lnTo>
                    <a:pt x="1050747" y="546100"/>
                  </a:lnTo>
                  <a:lnTo>
                    <a:pt x="1050747" y="558800"/>
                  </a:lnTo>
                  <a:lnTo>
                    <a:pt x="1025436" y="558800"/>
                  </a:lnTo>
                  <a:lnTo>
                    <a:pt x="1025436" y="546100"/>
                  </a:lnTo>
                  <a:close/>
                </a:path>
                <a:path w="3848100" h="558800">
                  <a:moveTo>
                    <a:pt x="1076058" y="546100"/>
                  </a:moveTo>
                  <a:lnTo>
                    <a:pt x="1101382" y="546100"/>
                  </a:lnTo>
                  <a:lnTo>
                    <a:pt x="1101382" y="558800"/>
                  </a:lnTo>
                  <a:lnTo>
                    <a:pt x="1076058" y="558800"/>
                  </a:lnTo>
                  <a:lnTo>
                    <a:pt x="1076058" y="546100"/>
                  </a:lnTo>
                  <a:close/>
                </a:path>
                <a:path w="3848100" h="558800">
                  <a:moveTo>
                    <a:pt x="1126693" y="546100"/>
                  </a:moveTo>
                  <a:lnTo>
                    <a:pt x="1152004" y="546100"/>
                  </a:lnTo>
                  <a:lnTo>
                    <a:pt x="1152004" y="558800"/>
                  </a:lnTo>
                  <a:lnTo>
                    <a:pt x="1126693" y="558800"/>
                  </a:lnTo>
                  <a:lnTo>
                    <a:pt x="1126693" y="546100"/>
                  </a:lnTo>
                  <a:close/>
                </a:path>
                <a:path w="3848100" h="558800">
                  <a:moveTo>
                    <a:pt x="1177315" y="546100"/>
                  </a:moveTo>
                  <a:lnTo>
                    <a:pt x="1202626" y="546100"/>
                  </a:lnTo>
                  <a:lnTo>
                    <a:pt x="1202626" y="558800"/>
                  </a:lnTo>
                  <a:lnTo>
                    <a:pt x="1177315" y="558800"/>
                  </a:lnTo>
                  <a:lnTo>
                    <a:pt x="1177315" y="546100"/>
                  </a:lnTo>
                  <a:close/>
                </a:path>
                <a:path w="3848100" h="558800">
                  <a:moveTo>
                    <a:pt x="1227937" y="546100"/>
                  </a:moveTo>
                  <a:lnTo>
                    <a:pt x="1253248" y="546100"/>
                  </a:lnTo>
                  <a:lnTo>
                    <a:pt x="1253248" y="558800"/>
                  </a:lnTo>
                  <a:lnTo>
                    <a:pt x="1227937" y="558800"/>
                  </a:lnTo>
                  <a:lnTo>
                    <a:pt x="1227937" y="546100"/>
                  </a:lnTo>
                  <a:close/>
                </a:path>
                <a:path w="3848100" h="558800">
                  <a:moveTo>
                    <a:pt x="1278572" y="546100"/>
                  </a:moveTo>
                  <a:lnTo>
                    <a:pt x="1303883" y="546100"/>
                  </a:lnTo>
                  <a:lnTo>
                    <a:pt x="1303883" y="558800"/>
                  </a:lnTo>
                  <a:lnTo>
                    <a:pt x="1278572" y="558800"/>
                  </a:lnTo>
                  <a:lnTo>
                    <a:pt x="1278572" y="546100"/>
                  </a:lnTo>
                  <a:close/>
                </a:path>
                <a:path w="3848100" h="558800">
                  <a:moveTo>
                    <a:pt x="1329194" y="546100"/>
                  </a:moveTo>
                  <a:lnTo>
                    <a:pt x="1354505" y="546100"/>
                  </a:lnTo>
                  <a:lnTo>
                    <a:pt x="1354505" y="558800"/>
                  </a:lnTo>
                  <a:lnTo>
                    <a:pt x="1329194" y="558800"/>
                  </a:lnTo>
                  <a:lnTo>
                    <a:pt x="1329194" y="546100"/>
                  </a:lnTo>
                  <a:close/>
                </a:path>
                <a:path w="3848100" h="558800">
                  <a:moveTo>
                    <a:pt x="1379816" y="546100"/>
                  </a:moveTo>
                  <a:lnTo>
                    <a:pt x="1405127" y="546100"/>
                  </a:lnTo>
                  <a:lnTo>
                    <a:pt x="1405127" y="558800"/>
                  </a:lnTo>
                  <a:lnTo>
                    <a:pt x="1379816" y="558800"/>
                  </a:lnTo>
                  <a:lnTo>
                    <a:pt x="1379816" y="546100"/>
                  </a:lnTo>
                  <a:close/>
                </a:path>
                <a:path w="3848100" h="558800">
                  <a:moveTo>
                    <a:pt x="1430439" y="546100"/>
                  </a:moveTo>
                  <a:lnTo>
                    <a:pt x="1455762" y="546100"/>
                  </a:lnTo>
                  <a:lnTo>
                    <a:pt x="1455762" y="558800"/>
                  </a:lnTo>
                  <a:lnTo>
                    <a:pt x="1430439" y="558800"/>
                  </a:lnTo>
                  <a:lnTo>
                    <a:pt x="1430439" y="546100"/>
                  </a:lnTo>
                  <a:close/>
                </a:path>
                <a:path w="3848100" h="558800">
                  <a:moveTo>
                    <a:pt x="1481074" y="546100"/>
                  </a:moveTo>
                  <a:lnTo>
                    <a:pt x="1506385" y="546100"/>
                  </a:lnTo>
                  <a:lnTo>
                    <a:pt x="1506385" y="558800"/>
                  </a:lnTo>
                  <a:lnTo>
                    <a:pt x="1481074" y="558800"/>
                  </a:lnTo>
                  <a:lnTo>
                    <a:pt x="1481074" y="546100"/>
                  </a:lnTo>
                  <a:close/>
                </a:path>
                <a:path w="3848100" h="558800">
                  <a:moveTo>
                    <a:pt x="1531696" y="546100"/>
                  </a:moveTo>
                  <a:lnTo>
                    <a:pt x="1557007" y="546100"/>
                  </a:lnTo>
                  <a:lnTo>
                    <a:pt x="1557007" y="558800"/>
                  </a:lnTo>
                  <a:lnTo>
                    <a:pt x="1531696" y="558800"/>
                  </a:lnTo>
                  <a:lnTo>
                    <a:pt x="1531696" y="546100"/>
                  </a:lnTo>
                  <a:close/>
                </a:path>
                <a:path w="3848100" h="558800">
                  <a:moveTo>
                    <a:pt x="1582318" y="546100"/>
                  </a:moveTo>
                  <a:lnTo>
                    <a:pt x="1607642" y="546100"/>
                  </a:lnTo>
                  <a:lnTo>
                    <a:pt x="1607642" y="558800"/>
                  </a:lnTo>
                  <a:lnTo>
                    <a:pt x="1582318" y="558800"/>
                  </a:lnTo>
                  <a:lnTo>
                    <a:pt x="1582318" y="546100"/>
                  </a:lnTo>
                  <a:close/>
                </a:path>
                <a:path w="3848100" h="558800">
                  <a:moveTo>
                    <a:pt x="1632953" y="546100"/>
                  </a:moveTo>
                  <a:lnTo>
                    <a:pt x="1658264" y="546100"/>
                  </a:lnTo>
                  <a:lnTo>
                    <a:pt x="1658264" y="558800"/>
                  </a:lnTo>
                  <a:lnTo>
                    <a:pt x="1632953" y="558800"/>
                  </a:lnTo>
                  <a:lnTo>
                    <a:pt x="1632953" y="546100"/>
                  </a:lnTo>
                  <a:close/>
                </a:path>
                <a:path w="3848100" h="558800">
                  <a:moveTo>
                    <a:pt x="1683575" y="546100"/>
                  </a:moveTo>
                  <a:lnTo>
                    <a:pt x="1708886" y="546100"/>
                  </a:lnTo>
                  <a:lnTo>
                    <a:pt x="1708886" y="558800"/>
                  </a:lnTo>
                  <a:lnTo>
                    <a:pt x="1683575" y="558800"/>
                  </a:lnTo>
                  <a:lnTo>
                    <a:pt x="1683575" y="546100"/>
                  </a:lnTo>
                  <a:close/>
                </a:path>
                <a:path w="3848100" h="558800">
                  <a:moveTo>
                    <a:pt x="1734197" y="546100"/>
                  </a:moveTo>
                  <a:lnTo>
                    <a:pt x="1759508" y="546100"/>
                  </a:lnTo>
                  <a:lnTo>
                    <a:pt x="1759508" y="558800"/>
                  </a:lnTo>
                  <a:lnTo>
                    <a:pt x="1734197" y="558800"/>
                  </a:lnTo>
                  <a:lnTo>
                    <a:pt x="1734197" y="546100"/>
                  </a:lnTo>
                  <a:close/>
                </a:path>
                <a:path w="3848100" h="558800">
                  <a:moveTo>
                    <a:pt x="1784832" y="546100"/>
                  </a:moveTo>
                  <a:lnTo>
                    <a:pt x="1810143" y="546100"/>
                  </a:lnTo>
                  <a:lnTo>
                    <a:pt x="1810143" y="558800"/>
                  </a:lnTo>
                  <a:lnTo>
                    <a:pt x="1784832" y="558800"/>
                  </a:lnTo>
                  <a:lnTo>
                    <a:pt x="1784832" y="546100"/>
                  </a:lnTo>
                  <a:close/>
                </a:path>
                <a:path w="3848100" h="558800">
                  <a:moveTo>
                    <a:pt x="1835454" y="546100"/>
                  </a:moveTo>
                  <a:lnTo>
                    <a:pt x="1860765" y="546100"/>
                  </a:lnTo>
                  <a:lnTo>
                    <a:pt x="1860765" y="558800"/>
                  </a:lnTo>
                  <a:lnTo>
                    <a:pt x="1835454" y="558800"/>
                  </a:lnTo>
                  <a:lnTo>
                    <a:pt x="1835454" y="546100"/>
                  </a:lnTo>
                  <a:close/>
                </a:path>
                <a:path w="3848100" h="558800">
                  <a:moveTo>
                    <a:pt x="1886077" y="546100"/>
                  </a:moveTo>
                  <a:lnTo>
                    <a:pt x="1911388" y="546100"/>
                  </a:lnTo>
                  <a:lnTo>
                    <a:pt x="1911388" y="558800"/>
                  </a:lnTo>
                  <a:lnTo>
                    <a:pt x="1886077" y="558800"/>
                  </a:lnTo>
                  <a:lnTo>
                    <a:pt x="1886077" y="546100"/>
                  </a:lnTo>
                  <a:close/>
                </a:path>
                <a:path w="3848100" h="558800">
                  <a:moveTo>
                    <a:pt x="1936699" y="546100"/>
                  </a:moveTo>
                  <a:lnTo>
                    <a:pt x="1962023" y="546100"/>
                  </a:lnTo>
                  <a:lnTo>
                    <a:pt x="1962023" y="558800"/>
                  </a:lnTo>
                  <a:lnTo>
                    <a:pt x="1936699" y="558800"/>
                  </a:lnTo>
                  <a:lnTo>
                    <a:pt x="1936699" y="546100"/>
                  </a:lnTo>
                  <a:close/>
                </a:path>
                <a:path w="3848100" h="558800">
                  <a:moveTo>
                    <a:pt x="1987334" y="546100"/>
                  </a:moveTo>
                  <a:lnTo>
                    <a:pt x="2012645" y="546100"/>
                  </a:lnTo>
                  <a:lnTo>
                    <a:pt x="2012645" y="558800"/>
                  </a:lnTo>
                  <a:lnTo>
                    <a:pt x="1987334" y="558800"/>
                  </a:lnTo>
                  <a:lnTo>
                    <a:pt x="1987334" y="546100"/>
                  </a:lnTo>
                  <a:close/>
                </a:path>
                <a:path w="3848100" h="558800">
                  <a:moveTo>
                    <a:pt x="2037956" y="546100"/>
                  </a:moveTo>
                  <a:lnTo>
                    <a:pt x="2063267" y="546100"/>
                  </a:lnTo>
                  <a:lnTo>
                    <a:pt x="2063267" y="558800"/>
                  </a:lnTo>
                  <a:lnTo>
                    <a:pt x="2037956" y="558800"/>
                  </a:lnTo>
                  <a:lnTo>
                    <a:pt x="2037956" y="546100"/>
                  </a:lnTo>
                  <a:close/>
                </a:path>
                <a:path w="3848100" h="558800">
                  <a:moveTo>
                    <a:pt x="2088578" y="546100"/>
                  </a:moveTo>
                  <a:lnTo>
                    <a:pt x="2113902" y="546100"/>
                  </a:lnTo>
                  <a:lnTo>
                    <a:pt x="2113902" y="558800"/>
                  </a:lnTo>
                  <a:lnTo>
                    <a:pt x="2088578" y="558800"/>
                  </a:lnTo>
                  <a:lnTo>
                    <a:pt x="2088578" y="546100"/>
                  </a:lnTo>
                  <a:close/>
                </a:path>
                <a:path w="3848100" h="558800">
                  <a:moveTo>
                    <a:pt x="2139213" y="546100"/>
                  </a:moveTo>
                  <a:lnTo>
                    <a:pt x="2164524" y="546100"/>
                  </a:lnTo>
                  <a:lnTo>
                    <a:pt x="2164524" y="558800"/>
                  </a:lnTo>
                  <a:lnTo>
                    <a:pt x="2139213" y="558800"/>
                  </a:lnTo>
                  <a:lnTo>
                    <a:pt x="2139213" y="546100"/>
                  </a:lnTo>
                  <a:close/>
                </a:path>
                <a:path w="3848100" h="558800">
                  <a:moveTo>
                    <a:pt x="2189835" y="546100"/>
                  </a:moveTo>
                  <a:lnTo>
                    <a:pt x="2215146" y="546100"/>
                  </a:lnTo>
                  <a:lnTo>
                    <a:pt x="2215146" y="558800"/>
                  </a:lnTo>
                  <a:lnTo>
                    <a:pt x="2189835" y="558800"/>
                  </a:lnTo>
                  <a:lnTo>
                    <a:pt x="2189835" y="546100"/>
                  </a:lnTo>
                  <a:close/>
                </a:path>
                <a:path w="3848100" h="558800">
                  <a:moveTo>
                    <a:pt x="2240457" y="546100"/>
                  </a:moveTo>
                  <a:lnTo>
                    <a:pt x="2265768" y="546100"/>
                  </a:lnTo>
                  <a:lnTo>
                    <a:pt x="2265768" y="558800"/>
                  </a:lnTo>
                  <a:lnTo>
                    <a:pt x="2240457" y="558800"/>
                  </a:lnTo>
                  <a:lnTo>
                    <a:pt x="2240457" y="546100"/>
                  </a:lnTo>
                  <a:close/>
                </a:path>
                <a:path w="3848100" h="558800">
                  <a:moveTo>
                    <a:pt x="2291092" y="546100"/>
                  </a:moveTo>
                  <a:lnTo>
                    <a:pt x="2316403" y="546100"/>
                  </a:lnTo>
                  <a:lnTo>
                    <a:pt x="2316403" y="558800"/>
                  </a:lnTo>
                  <a:lnTo>
                    <a:pt x="2291092" y="558800"/>
                  </a:lnTo>
                  <a:lnTo>
                    <a:pt x="2291092" y="546100"/>
                  </a:lnTo>
                  <a:close/>
                </a:path>
                <a:path w="3848100" h="558800">
                  <a:moveTo>
                    <a:pt x="2341714" y="546100"/>
                  </a:moveTo>
                  <a:lnTo>
                    <a:pt x="2367026" y="546100"/>
                  </a:lnTo>
                  <a:lnTo>
                    <a:pt x="2367026" y="558800"/>
                  </a:lnTo>
                  <a:lnTo>
                    <a:pt x="2341714" y="558800"/>
                  </a:lnTo>
                  <a:lnTo>
                    <a:pt x="2341714" y="546100"/>
                  </a:lnTo>
                  <a:close/>
                </a:path>
                <a:path w="3848100" h="558800">
                  <a:moveTo>
                    <a:pt x="2392337" y="546100"/>
                  </a:moveTo>
                  <a:lnTo>
                    <a:pt x="2417648" y="546100"/>
                  </a:lnTo>
                  <a:lnTo>
                    <a:pt x="2417648" y="558800"/>
                  </a:lnTo>
                  <a:lnTo>
                    <a:pt x="2392337" y="558800"/>
                  </a:lnTo>
                  <a:lnTo>
                    <a:pt x="2392337" y="546100"/>
                  </a:lnTo>
                  <a:close/>
                </a:path>
                <a:path w="3848100" h="558800">
                  <a:moveTo>
                    <a:pt x="2442959" y="546100"/>
                  </a:moveTo>
                  <a:lnTo>
                    <a:pt x="2468283" y="546100"/>
                  </a:lnTo>
                  <a:lnTo>
                    <a:pt x="2468283" y="558800"/>
                  </a:lnTo>
                  <a:lnTo>
                    <a:pt x="2442959" y="558800"/>
                  </a:lnTo>
                  <a:lnTo>
                    <a:pt x="2442959" y="546100"/>
                  </a:lnTo>
                  <a:close/>
                </a:path>
                <a:path w="3848100" h="558800">
                  <a:moveTo>
                    <a:pt x="2493594" y="546100"/>
                  </a:moveTo>
                  <a:lnTo>
                    <a:pt x="2518905" y="546100"/>
                  </a:lnTo>
                  <a:lnTo>
                    <a:pt x="2518905" y="558800"/>
                  </a:lnTo>
                  <a:lnTo>
                    <a:pt x="2493594" y="558800"/>
                  </a:lnTo>
                  <a:lnTo>
                    <a:pt x="2493594" y="546100"/>
                  </a:lnTo>
                  <a:close/>
                </a:path>
                <a:path w="3848100" h="558800">
                  <a:moveTo>
                    <a:pt x="2544216" y="546100"/>
                  </a:moveTo>
                  <a:lnTo>
                    <a:pt x="2569527" y="546100"/>
                  </a:lnTo>
                  <a:lnTo>
                    <a:pt x="2569527" y="558800"/>
                  </a:lnTo>
                  <a:lnTo>
                    <a:pt x="2544216" y="558800"/>
                  </a:lnTo>
                  <a:lnTo>
                    <a:pt x="2544216" y="546100"/>
                  </a:lnTo>
                  <a:close/>
                </a:path>
                <a:path w="3848100" h="558800">
                  <a:moveTo>
                    <a:pt x="2594838" y="546100"/>
                  </a:moveTo>
                  <a:lnTo>
                    <a:pt x="2620149" y="546100"/>
                  </a:lnTo>
                  <a:lnTo>
                    <a:pt x="2620149" y="558800"/>
                  </a:lnTo>
                  <a:lnTo>
                    <a:pt x="2594838" y="558800"/>
                  </a:lnTo>
                  <a:lnTo>
                    <a:pt x="2594838" y="546100"/>
                  </a:lnTo>
                  <a:close/>
                </a:path>
                <a:path w="3848100" h="558800">
                  <a:moveTo>
                    <a:pt x="2645473" y="546100"/>
                  </a:moveTo>
                  <a:lnTo>
                    <a:pt x="2670784" y="546100"/>
                  </a:lnTo>
                  <a:lnTo>
                    <a:pt x="2670784" y="558800"/>
                  </a:lnTo>
                  <a:lnTo>
                    <a:pt x="2645473" y="558800"/>
                  </a:lnTo>
                  <a:lnTo>
                    <a:pt x="2645473" y="546100"/>
                  </a:lnTo>
                  <a:close/>
                </a:path>
                <a:path w="3848100" h="558800">
                  <a:moveTo>
                    <a:pt x="2696095" y="546100"/>
                  </a:moveTo>
                  <a:lnTo>
                    <a:pt x="2721406" y="546100"/>
                  </a:lnTo>
                  <a:lnTo>
                    <a:pt x="2721406" y="558800"/>
                  </a:lnTo>
                  <a:lnTo>
                    <a:pt x="2696095" y="558800"/>
                  </a:lnTo>
                  <a:lnTo>
                    <a:pt x="2696095" y="546100"/>
                  </a:lnTo>
                  <a:close/>
                </a:path>
                <a:path w="3848100" h="558800">
                  <a:moveTo>
                    <a:pt x="2746717" y="546100"/>
                  </a:moveTo>
                  <a:lnTo>
                    <a:pt x="2772029" y="546100"/>
                  </a:lnTo>
                  <a:lnTo>
                    <a:pt x="2772029" y="558800"/>
                  </a:lnTo>
                  <a:lnTo>
                    <a:pt x="2746717" y="558800"/>
                  </a:lnTo>
                  <a:lnTo>
                    <a:pt x="2746717" y="546100"/>
                  </a:lnTo>
                  <a:close/>
                </a:path>
                <a:path w="3848100" h="558800">
                  <a:moveTo>
                    <a:pt x="2797352" y="546100"/>
                  </a:moveTo>
                  <a:lnTo>
                    <a:pt x="2822663" y="546100"/>
                  </a:lnTo>
                  <a:lnTo>
                    <a:pt x="2822663" y="558800"/>
                  </a:lnTo>
                  <a:lnTo>
                    <a:pt x="2797352" y="558800"/>
                  </a:lnTo>
                  <a:lnTo>
                    <a:pt x="2797352" y="546100"/>
                  </a:lnTo>
                  <a:close/>
                </a:path>
                <a:path w="3848100" h="558800">
                  <a:moveTo>
                    <a:pt x="2847975" y="546100"/>
                  </a:moveTo>
                  <a:lnTo>
                    <a:pt x="2873286" y="546100"/>
                  </a:lnTo>
                  <a:lnTo>
                    <a:pt x="2873286" y="558800"/>
                  </a:lnTo>
                  <a:lnTo>
                    <a:pt x="2847975" y="558800"/>
                  </a:lnTo>
                  <a:lnTo>
                    <a:pt x="2847975" y="546100"/>
                  </a:lnTo>
                  <a:close/>
                </a:path>
                <a:path w="3848100" h="558800">
                  <a:moveTo>
                    <a:pt x="2898597" y="546100"/>
                  </a:moveTo>
                  <a:lnTo>
                    <a:pt x="2923908" y="546100"/>
                  </a:lnTo>
                  <a:lnTo>
                    <a:pt x="2923908" y="558800"/>
                  </a:lnTo>
                  <a:lnTo>
                    <a:pt x="2898597" y="558800"/>
                  </a:lnTo>
                  <a:lnTo>
                    <a:pt x="2898597" y="546100"/>
                  </a:lnTo>
                  <a:close/>
                </a:path>
                <a:path w="3848100" h="558800">
                  <a:moveTo>
                    <a:pt x="2949219" y="546100"/>
                  </a:moveTo>
                  <a:lnTo>
                    <a:pt x="2974543" y="546100"/>
                  </a:lnTo>
                  <a:lnTo>
                    <a:pt x="2974543" y="558800"/>
                  </a:lnTo>
                  <a:lnTo>
                    <a:pt x="2949219" y="558800"/>
                  </a:lnTo>
                  <a:lnTo>
                    <a:pt x="2949219" y="546100"/>
                  </a:lnTo>
                  <a:close/>
                </a:path>
                <a:path w="3848100" h="558800">
                  <a:moveTo>
                    <a:pt x="2999854" y="546100"/>
                  </a:moveTo>
                  <a:lnTo>
                    <a:pt x="3025165" y="546100"/>
                  </a:lnTo>
                  <a:lnTo>
                    <a:pt x="3025165" y="558800"/>
                  </a:lnTo>
                  <a:lnTo>
                    <a:pt x="2999854" y="558800"/>
                  </a:lnTo>
                  <a:lnTo>
                    <a:pt x="2999854" y="546100"/>
                  </a:lnTo>
                  <a:close/>
                </a:path>
                <a:path w="3848100" h="558800">
                  <a:moveTo>
                    <a:pt x="3050476" y="546100"/>
                  </a:moveTo>
                  <a:lnTo>
                    <a:pt x="3075787" y="546100"/>
                  </a:lnTo>
                  <a:lnTo>
                    <a:pt x="3075787" y="558800"/>
                  </a:lnTo>
                  <a:lnTo>
                    <a:pt x="3050476" y="558800"/>
                  </a:lnTo>
                  <a:lnTo>
                    <a:pt x="3050476" y="546100"/>
                  </a:lnTo>
                  <a:close/>
                </a:path>
                <a:path w="3848100" h="558800">
                  <a:moveTo>
                    <a:pt x="3101098" y="546100"/>
                  </a:moveTo>
                  <a:lnTo>
                    <a:pt x="3126409" y="546100"/>
                  </a:lnTo>
                  <a:lnTo>
                    <a:pt x="3126409" y="558800"/>
                  </a:lnTo>
                  <a:lnTo>
                    <a:pt x="3101098" y="558800"/>
                  </a:lnTo>
                  <a:lnTo>
                    <a:pt x="3101098" y="546100"/>
                  </a:lnTo>
                  <a:close/>
                </a:path>
                <a:path w="3848100" h="558800">
                  <a:moveTo>
                    <a:pt x="3151733" y="546100"/>
                  </a:moveTo>
                  <a:lnTo>
                    <a:pt x="3177044" y="546100"/>
                  </a:lnTo>
                  <a:lnTo>
                    <a:pt x="3177044" y="558800"/>
                  </a:lnTo>
                  <a:lnTo>
                    <a:pt x="3151733" y="558800"/>
                  </a:lnTo>
                  <a:lnTo>
                    <a:pt x="3151733" y="546100"/>
                  </a:lnTo>
                  <a:close/>
                </a:path>
                <a:path w="3848100" h="558800">
                  <a:moveTo>
                    <a:pt x="3202355" y="546100"/>
                  </a:moveTo>
                  <a:lnTo>
                    <a:pt x="3227666" y="546100"/>
                  </a:lnTo>
                  <a:lnTo>
                    <a:pt x="3227666" y="558800"/>
                  </a:lnTo>
                  <a:lnTo>
                    <a:pt x="3202355" y="558800"/>
                  </a:lnTo>
                  <a:lnTo>
                    <a:pt x="3202355" y="546100"/>
                  </a:lnTo>
                  <a:close/>
                </a:path>
                <a:path w="3848100" h="558800">
                  <a:moveTo>
                    <a:pt x="3252978" y="546100"/>
                  </a:moveTo>
                  <a:lnTo>
                    <a:pt x="3278289" y="546100"/>
                  </a:lnTo>
                  <a:lnTo>
                    <a:pt x="3278289" y="558800"/>
                  </a:lnTo>
                  <a:lnTo>
                    <a:pt x="3252978" y="558800"/>
                  </a:lnTo>
                  <a:lnTo>
                    <a:pt x="3252978" y="546100"/>
                  </a:lnTo>
                  <a:close/>
                </a:path>
                <a:path w="3848100" h="558800">
                  <a:moveTo>
                    <a:pt x="3303612" y="546100"/>
                  </a:moveTo>
                  <a:lnTo>
                    <a:pt x="3328924" y="546100"/>
                  </a:lnTo>
                  <a:lnTo>
                    <a:pt x="3328924" y="558800"/>
                  </a:lnTo>
                  <a:lnTo>
                    <a:pt x="3303612" y="558800"/>
                  </a:lnTo>
                  <a:lnTo>
                    <a:pt x="3303612" y="546100"/>
                  </a:lnTo>
                  <a:close/>
                </a:path>
                <a:path w="3848100" h="558800">
                  <a:moveTo>
                    <a:pt x="3354235" y="546100"/>
                  </a:moveTo>
                  <a:lnTo>
                    <a:pt x="3379546" y="546100"/>
                  </a:lnTo>
                  <a:lnTo>
                    <a:pt x="3379546" y="558800"/>
                  </a:lnTo>
                  <a:lnTo>
                    <a:pt x="3354235" y="558800"/>
                  </a:lnTo>
                  <a:lnTo>
                    <a:pt x="3354235" y="546100"/>
                  </a:lnTo>
                  <a:close/>
                </a:path>
                <a:path w="3848100" h="558800">
                  <a:moveTo>
                    <a:pt x="3404857" y="546100"/>
                  </a:moveTo>
                  <a:lnTo>
                    <a:pt x="3430168" y="546100"/>
                  </a:lnTo>
                  <a:lnTo>
                    <a:pt x="3430168" y="558800"/>
                  </a:lnTo>
                  <a:lnTo>
                    <a:pt x="3404857" y="558800"/>
                  </a:lnTo>
                  <a:lnTo>
                    <a:pt x="3404857" y="546100"/>
                  </a:lnTo>
                  <a:close/>
                </a:path>
                <a:path w="3848100" h="558800">
                  <a:moveTo>
                    <a:pt x="3455479" y="546100"/>
                  </a:moveTo>
                  <a:lnTo>
                    <a:pt x="3480803" y="546100"/>
                  </a:lnTo>
                  <a:lnTo>
                    <a:pt x="3480803" y="558800"/>
                  </a:lnTo>
                  <a:lnTo>
                    <a:pt x="3455479" y="558800"/>
                  </a:lnTo>
                  <a:lnTo>
                    <a:pt x="3455479" y="546100"/>
                  </a:lnTo>
                  <a:close/>
                </a:path>
                <a:path w="3848100" h="558800">
                  <a:moveTo>
                    <a:pt x="3506114" y="546100"/>
                  </a:moveTo>
                  <a:lnTo>
                    <a:pt x="3531425" y="546100"/>
                  </a:lnTo>
                  <a:lnTo>
                    <a:pt x="3531425" y="558800"/>
                  </a:lnTo>
                  <a:lnTo>
                    <a:pt x="3506114" y="558800"/>
                  </a:lnTo>
                  <a:lnTo>
                    <a:pt x="3506114" y="546100"/>
                  </a:lnTo>
                  <a:close/>
                </a:path>
                <a:path w="3848100" h="558800">
                  <a:moveTo>
                    <a:pt x="3556736" y="546100"/>
                  </a:moveTo>
                  <a:lnTo>
                    <a:pt x="3582047" y="546100"/>
                  </a:lnTo>
                  <a:lnTo>
                    <a:pt x="3582047" y="558800"/>
                  </a:lnTo>
                  <a:lnTo>
                    <a:pt x="3556736" y="558800"/>
                  </a:lnTo>
                  <a:lnTo>
                    <a:pt x="3556736" y="546100"/>
                  </a:lnTo>
                  <a:close/>
                </a:path>
                <a:path w="3848100" h="558800">
                  <a:moveTo>
                    <a:pt x="3607358" y="546100"/>
                  </a:moveTo>
                  <a:lnTo>
                    <a:pt x="3632682" y="546100"/>
                  </a:lnTo>
                  <a:lnTo>
                    <a:pt x="3632682" y="558800"/>
                  </a:lnTo>
                  <a:lnTo>
                    <a:pt x="3607358" y="558800"/>
                  </a:lnTo>
                  <a:lnTo>
                    <a:pt x="3607358" y="546100"/>
                  </a:lnTo>
                  <a:close/>
                </a:path>
                <a:path w="3848100" h="558800">
                  <a:moveTo>
                    <a:pt x="3657993" y="546100"/>
                  </a:moveTo>
                  <a:lnTo>
                    <a:pt x="3683304" y="546100"/>
                  </a:lnTo>
                  <a:lnTo>
                    <a:pt x="3683304" y="558800"/>
                  </a:lnTo>
                  <a:lnTo>
                    <a:pt x="3657993" y="558800"/>
                  </a:lnTo>
                  <a:lnTo>
                    <a:pt x="3657993" y="546100"/>
                  </a:lnTo>
                  <a:close/>
                </a:path>
                <a:path w="3848100" h="558800">
                  <a:moveTo>
                    <a:pt x="3708615" y="546100"/>
                  </a:moveTo>
                  <a:lnTo>
                    <a:pt x="3733927" y="546100"/>
                  </a:lnTo>
                  <a:lnTo>
                    <a:pt x="3733927" y="558800"/>
                  </a:lnTo>
                  <a:lnTo>
                    <a:pt x="3708615" y="558800"/>
                  </a:lnTo>
                  <a:lnTo>
                    <a:pt x="3708615" y="546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871946" y="2484920"/>
              <a:ext cx="3317163" cy="441565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963119" y="969836"/>
              <a:ext cx="828433" cy="85559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940971" y="1882774"/>
              <a:ext cx="789584" cy="87020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6029871" y="1260474"/>
              <a:ext cx="617575" cy="109105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883020" y="1590674"/>
              <a:ext cx="947178" cy="110401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6165989" y="2176335"/>
              <a:ext cx="282575" cy="85725"/>
            </a:xfrm>
            <a:custGeom>
              <a:avLst/>
              <a:gdLst/>
              <a:ahLst/>
              <a:cxnLst/>
              <a:rect l="l" t="t" r="r" b="b"/>
              <a:pathLst>
                <a:path w="282575" h="85725">
                  <a:moveTo>
                    <a:pt x="10401" y="62839"/>
                  </a:moveTo>
                  <a:lnTo>
                    <a:pt x="0" y="62839"/>
                  </a:lnTo>
                  <a:lnTo>
                    <a:pt x="125" y="64566"/>
                  </a:lnTo>
                  <a:lnTo>
                    <a:pt x="23926" y="85724"/>
                  </a:lnTo>
                  <a:lnTo>
                    <a:pt x="36258" y="85724"/>
                  </a:lnTo>
                  <a:lnTo>
                    <a:pt x="41176" y="84759"/>
                  </a:lnTo>
                  <a:lnTo>
                    <a:pt x="41481" y="84759"/>
                  </a:lnTo>
                  <a:lnTo>
                    <a:pt x="50647" y="80378"/>
                  </a:lnTo>
                  <a:lnTo>
                    <a:pt x="54051" y="77495"/>
                  </a:lnTo>
                  <a:lnTo>
                    <a:pt x="54609" y="76631"/>
                  </a:lnTo>
                  <a:lnTo>
                    <a:pt x="26581" y="76631"/>
                  </a:lnTo>
                  <a:lnTo>
                    <a:pt x="23494" y="76149"/>
                  </a:lnTo>
                  <a:lnTo>
                    <a:pt x="10755" y="66192"/>
                  </a:lnTo>
                  <a:lnTo>
                    <a:pt x="10667" y="65976"/>
                  </a:lnTo>
                  <a:lnTo>
                    <a:pt x="10401" y="62839"/>
                  </a:lnTo>
                  <a:close/>
                </a:path>
                <a:path w="282575" h="85725">
                  <a:moveTo>
                    <a:pt x="36042" y="0"/>
                  </a:moveTo>
                  <a:lnTo>
                    <a:pt x="25387" y="0"/>
                  </a:lnTo>
                  <a:lnTo>
                    <a:pt x="20586" y="977"/>
                  </a:lnTo>
                  <a:lnTo>
                    <a:pt x="2273" y="18567"/>
                  </a:lnTo>
                  <a:lnTo>
                    <a:pt x="2273" y="28816"/>
                  </a:lnTo>
                  <a:lnTo>
                    <a:pt x="36537" y="48539"/>
                  </a:lnTo>
                  <a:lnTo>
                    <a:pt x="39255" y="49491"/>
                  </a:lnTo>
                  <a:lnTo>
                    <a:pt x="44284" y="51663"/>
                  </a:lnTo>
                  <a:lnTo>
                    <a:pt x="46316" y="53060"/>
                  </a:lnTo>
                  <a:lnTo>
                    <a:pt x="49402" y="56527"/>
                  </a:lnTo>
                  <a:lnTo>
                    <a:pt x="50177" y="58775"/>
                  </a:lnTo>
                  <a:lnTo>
                    <a:pt x="50177" y="64566"/>
                  </a:lnTo>
                  <a:lnTo>
                    <a:pt x="33718" y="76631"/>
                  </a:lnTo>
                  <a:lnTo>
                    <a:pt x="54609" y="76631"/>
                  </a:lnTo>
                  <a:lnTo>
                    <a:pt x="58737" y="70243"/>
                  </a:lnTo>
                  <a:lnTo>
                    <a:pt x="59918" y="66192"/>
                  </a:lnTo>
                  <a:lnTo>
                    <a:pt x="59918" y="57797"/>
                  </a:lnTo>
                  <a:lnTo>
                    <a:pt x="59118" y="54508"/>
                  </a:lnTo>
                  <a:lnTo>
                    <a:pt x="55918" y="49148"/>
                  </a:lnTo>
                  <a:lnTo>
                    <a:pt x="53898" y="46964"/>
                  </a:lnTo>
                  <a:lnTo>
                    <a:pt x="51434" y="45262"/>
                  </a:lnTo>
                  <a:lnTo>
                    <a:pt x="48996" y="43522"/>
                  </a:lnTo>
                  <a:lnTo>
                    <a:pt x="26555" y="36131"/>
                  </a:lnTo>
                  <a:lnTo>
                    <a:pt x="24853" y="35598"/>
                  </a:lnTo>
                  <a:lnTo>
                    <a:pt x="12014" y="24955"/>
                  </a:lnTo>
                  <a:lnTo>
                    <a:pt x="12014" y="20078"/>
                  </a:lnTo>
                  <a:lnTo>
                    <a:pt x="26682" y="8928"/>
                  </a:lnTo>
                  <a:lnTo>
                    <a:pt x="53589" y="8928"/>
                  </a:lnTo>
                  <a:lnTo>
                    <a:pt x="52450" y="7378"/>
                  </a:lnTo>
                  <a:lnTo>
                    <a:pt x="49229" y="4838"/>
                  </a:lnTo>
                  <a:lnTo>
                    <a:pt x="40832" y="977"/>
                  </a:lnTo>
                  <a:lnTo>
                    <a:pt x="36042" y="0"/>
                  </a:lnTo>
                  <a:close/>
                </a:path>
                <a:path w="282575" h="85725">
                  <a:moveTo>
                    <a:pt x="53589" y="8928"/>
                  </a:moveTo>
                  <a:lnTo>
                    <a:pt x="35394" y="8928"/>
                  </a:lnTo>
                  <a:lnTo>
                    <a:pt x="39649" y="10071"/>
                  </a:lnTo>
                  <a:lnTo>
                    <a:pt x="46570" y="14617"/>
                  </a:lnTo>
                  <a:lnTo>
                    <a:pt x="48552" y="17805"/>
                  </a:lnTo>
                  <a:lnTo>
                    <a:pt x="49034" y="21920"/>
                  </a:lnTo>
                  <a:lnTo>
                    <a:pt x="58775" y="21920"/>
                  </a:lnTo>
                  <a:lnTo>
                    <a:pt x="58650" y="17805"/>
                  </a:lnTo>
                  <a:lnTo>
                    <a:pt x="57340" y="13982"/>
                  </a:lnTo>
                  <a:lnTo>
                    <a:pt x="53589" y="8928"/>
                  </a:lnTo>
                  <a:close/>
                </a:path>
                <a:path w="282575" h="85725">
                  <a:moveTo>
                    <a:pt x="101295" y="21107"/>
                  </a:moveTo>
                  <a:lnTo>
                    <a:pt x="92417" y="21107"/>
                  </a:lnTo>
                  <a:lnTo>
                    <a:pt x="87490" y="22491"/>
                  </a:lnTo>
                  <a:lnTo>
                    <a:pt x="79082" y="27978"/>
                  </a:lnTo>
                  <a:lnTo>
                    <a:pt x="75806" y="31800"/>
                  </a:lnTo>
                  <a:lnTo>
                    <a:pt x="73444" y="36690"/>
                  </a:lnTo>
                  <a:lnTo>
                    <a:pt x="71198" y="41401"/>
                  </a:lnTo>
                  <a:lnTo>
                    <a:pt x="71119" y="41567"/>
                  </a:lnTo>
                  <a:lnTo>
                    <a:pt x="69951" y="47193"/>
                  </a:lnTo>
                  <a:lnTo>
                    <a:pt x="69951" y="59969"/>
                  </a:lnTo>
                  <a:lnTo>
                    <a:pt x="93014" y="85559"/>
                  </a:lnTo>
                  <a:lnTo>
                    <a:pt x="103238" y="85559"/>
                  </a:lnTo>
                  <a:lnTo>
                    <a:pt x="120039" y="76961"/>
                  </a:lnTo>
                  <a:lnTo>
                    <a:pt x="95148" y="76961"/>
                  </a:lnTo>
                  <a:lnTo>
                    <a:pt x="91757" y="76123"/>
                  </a:lnTo>
                  <a:lnTo>
                    <a:pt x="88836" y="74447"/>
                  </a:lnTo>
                  <a:lnTo>
                    <a:pt x="85915" y="72732"/>
                  </a:lnTo>
                  <a:lnTo>
                    <a:pt x="83734" y="70383"/>
                  </a:lnTo>
                  <a:lnTo>
                    <a:pt x="82081" y="67221"/>
                  </a:lnTo>
                  <a:lnTo>
                    <a:pt x="80352" y="63741"/>
                  </a:lnTo>
                  <a:lnTo>
                    <a:pt x="79584" y="59969"/>
                  </a:lnTo>
                  <a:lnTo>
                    <a:pt x="79540" y="56337"/>
                  </a:lnTo>
                  <a:lnTo>
                    <a:pt x="76771" y="56337"/>
                  </a:lnTo>
                  <a:lnTo>
                    <a:pt x="76771" y="48056"/>
                  </a:lnTo>
                  <a:lnTo>
                    <a:pt x="79540" y="48056"/>
                  </a:lnTo>
                  <a:lnTo>
                    <a:pt x="79540" y="46088"/>
                  </a:lnTo>
                  <a:lnTo>
                    <a:pt x="94233" y="29717"/>
                  </a:lnTo>
                  <a:lnTo>
                    <a:pt x="118160" y="29717"/>
                  </a:lnTo>
                  <a:lnTo>
                    <a:pt x="113715" y="25577"/>
                  </a:lnTo>
                  <a:lnTo>
                    <a:pt x="110832" y="23812"/>
                  </a:lnTo>
                  <a:lnTo>
                    <a:pt x="104495" y="21653"/>
                  </a:lnTo>
                  <a:lnTo>
                    <a:pt x="101295" y="21107"/>
                  </a:lnTo>
                  <a:close/>
                </a:path>
                <a:path w="282575" h="85725">
                  <a:moveTo>
                    <a:pt x="114604" y="67221"/>
                  </a:moveTo>
                  <a:lnTo>
                    <a:pt x="101536" y="76961"/>
                  </a:lnTo>
                  <a:lnTo>
                    <a:pt x="120039" y="76961"/>
                  </a:lnTo>
                  <a:lnTo>
                    <a:pt x="121246" y="75717"/>
                  </a:lnTo>
                  <a:lnTo>
                    <a:pt x="122885" y="72948"/>
                  </a:lnTo>
                  <a:lnTo>
                    <a:pt x="123863" y="69811"/>
                  </a:lnTo>
                  <a:lnTo>
                    <a:pt x="114604" y="67221"/>
                  </a:lnTo>
                  <a:close/>
                </a:path>
                <a:path w="282575" h="85725">
                  <a:moveTo>
                    <a:pt x="79540" y="48056"/>
                  </a:moveTo>
                  <a:lnTo>
                    <a:pt x="76771" y="48056"/>
                  </a:lnTo>
                  <a:lnTo>
                    <a:pt x="76771" y="56337"/>
                  </a:lnTo>
                  <a:lnTo>
                    <a:pt x="79540" y="56337"/>
                  </a:lnTo>
                  <a:lnTo>
                    <a:pt x="79540" y="48056"/>
                  </a:lnTo>
                  <a:close/>
                </a:path>
                <a:path w="282575" h="85725">
                  <a:moveTo>
                    <a:pt x="118160" y="29717"/>
                  </a:moveTo>
                  <a:lnTo>
                    <a:pt x="101511" y="29717"/>
                  </a:lnTo>
                  <a:lnTo>
                    <a:pt x="104508" y="30505"/>
                  </a:lnTo>
                  <a:lnTo>
                    <a:pt x="109626" y="33705"/>
                  </a:lnTo>
                  <a:lnTo>
                    <a:pt x="111607" y="35877"/>
                  </a:lnTo>
                  <a:lnTo>
                    <a:pt x="112979" y="38646"/>
                  </a:lnTo>
                  <a:lnTo>
                    <a:pt x="114388" y="41401"/>
                  </a:lnTo>
                  <a:lnTo>
                    <a:pt x="115087" y="44538"/>
                  </a:lnTo>
                  <a:lnTo>
                    <a:pt x="115087" y="48056"/>
                  </a:lnTo>
                  <a:lnTo>
                    <a:pt x="79540" y="48056"/>
                  </a:lnTo>
                  <a:lnTo>
                    <a:pt x="79540" y="56337"/>
                  </a:lnTo>
                  <a:lnTo>
                    <a:pt x="124840" y="56337"/>
                  </a:lnTo>
                  <a:lnTo>
                    <a:pt x="124782" y="46088"/>
                  </a:lnTo>
                  <a:lnTo>
                    <a:pt x="124066" y="41567"/>
                  </a:lnTo>
                  <a:lnTo>
                    <a:pt x="121019" y="33705"/>
                  </a:lnTo>
                  <a:lnTo>
                    <a:pt x="119066" y="30657"/>
                  </a:lnTo>
                  <a:lnTo>
                    <a:pt x="118967" y="30505"/>
                  </a:lnTo>
                  <a:lnTo>
                    <a:pt x="118160" y="29717"/>
                  </a:lnTo>
                  <a:close/>
                </a:path>
                <a:path w="282575" h="85725">
                  <a:moveTo>
                    <a:pt x="146697" y="1142"/>
                  </a:moveTo>
                  <a:lnTo>
                    <a:pt x="137121" y="1142"/>
                  </a:lnTo>
                  <a:lnTo>
                    <a:pt x="137121" y="84264"/>
                  </a:lnTo>
                  <a:lnTo>
                    <a:pt x="146697" y="84264"/>
                  </a:lnTo>
                  <a:lnTo>
                    <a:pt x="146697" y="1142"/>
                  </a:lnTo>
                  <a:close/>
                </a:path>
                <a:path w="282575" h="85725">
                  <a:moveTo>
                    <a:pt x="171538" y="1142"/>
                  </a:moveTo>
                  <a:lnTo>
                    <a:pt x="161963" y="1142"/>
                  </a:lnTo>
                  <a:lnTo>
                    <a:pt x="161963" y="84264"/>
                  </a:lnTo>
                  <a:lnTo>
                    <a:pt x="171538" y="84264"/>
                  </a:lnTo>
                  <a:lnTo>
                    <a:pt x="171538" y="1142"/>
                  </a:lnTo>
                  <a:close/>
                </a:path>
                <a:path w="282575" h="85725">
                  <a:moveTo>
                    <a:pt x="215214" y="21107"/>
                  </a:moveTo>
                  <a:lnTo>
                    <a:pt x="206336" y="21107"/>
                  </a:lnTo>
                  <a:lnTo>
                    <a:pt x="201409" y="22491"/>
                  </a:lnTo>
                  <a:lnTo>
                    <a:pt x="183870" y="47193"/>
                  </a:lnTo>
                  <a:lnTo>
                    <a:pt x="183870" y="59969"/>
                  </a:lnTo>
                  <a:lnTo>
                    <a:pt x="206933" y="85559"/>
                  </a:lnTo>
                  <a:lnTo>
                    <a:pt x="217157" y="85559"/>
                  </a:lnTo>
                  <a:lnTo>
                    <a:pt x="233958" y="76961"/>
                  </a:lnTo>
                  <a:lnTo>
                    <a:pt x="209067" y="76961"/>
                  </a:lnTo>
                  <a:lnTo>
                    <a:pt x="205676" y="76123"/>
                  </a:lnTo>
                  <a:lnTo>
                    <a:pt x="193459" y="56337"/>
                  </a:lnTo>
                  <a:lnTo>
                    <a:pt x="190690" y="56337"/>
                  </a:lnTo>
                  <a:lnTo>
                    <a:pt x="190690" y="48056"/>
                  </a:lnTo>
                  <a:lnTo>
                    <a:pt x="193459" y="48056"/>
                  </a:lnTo>
                  <a:lnTo>
                    <a:pt x="193459" y="46088"/>
                  </a:lnTo>
                  <a:lnTo>
                    <a:pt x="208140" y="29717"/>
                  </a:lnTo>
                  <a:lnTo>
                    <a:pt x="232079" y="29717"/>
                  </a:lnTo>
                  <a:lnTo>
                    <a:pt x="227634" y="25577"/>
                  </a:lnTo>
                  <a:lnTo>
                    <a:pt x="224751" y="23812"/>
                  </a:lnTo>
                  <a:lnTo>
                    <a:pt x="218414" y="21653"/>
                  </a:lnTo>
                  <a:lnTo>
                    <a:pt x="215214" y="21107"/>
                  </a:lnTo>
                  <a:close/>
                </a:path>
                <a:path w="282575" h="85725">
                  <a:moveTo>
                    <a:pt x="228523" y="67221"/>
                  </a:moveTo>
                  <a:lnTo>
                    <a:pt x="215455" y="76961"/>
                  </a:lnTo>
                  <a:lnTo>
                    <a:pt x="233958" y="76961"/>
                  </a:lnTo>
                  <a:lnTo>
                    <a:pt x="235165" y="75717"/>
                  </a:lnTo>
                  <a:lnTo>
                    <a:pt x="236804" y="72948"/>
                  </a:lnTo>
                  <a:lnTo>
                    <a:pt x="237782" y="69811"/>
                  </a:lnTo>
                  <a:lnTo>
                    <a:pt x="228523" y="67221"/>
                  </a:lnTo>
                  <a:close/>
                </a:path>
                <a:path w="282575" h="85725">
                  <a:moveTo>
                    <a:pt x="193459" y="48056"/>
                  </a:moveTo>
                  <a:lnTo>
                    <a:pt x="190690" y="48056"/>
                  </a:lnTo>
                  <a:lnTo>
                    <a:pt x="190690" y="56337"/>
                  </a:lnTo>
                  <a:lnTo>
                    <a:pt x="193459" y="56337"/>
                  </a:lnTo>
                  <a:lnTo>
                    <a:pt x="193459" y="48056"/>
                  </a:lnTo>
                  <a:close/>
                </a:path>
                <a:path w="282575" h="85725">
                  <a:moveTo>
                    <a:pt x="232079" y="29717"/>
                  </a:moveTo>
                  <a:lnTo>
                    <a:pt x="215430" y="29717"/>
                  </a:lnTo>
                  <a:lnTo>
                    <a:pt x="218427" y="30505"/>
                  </a:lnTo>
                  <a:lnTo>
                    <a:pt x="223545" y="33705"/>
                  </a:lnTo>
                  <a:lnTo>
                    <a:pt x="225513" y="35877"/>
                  </a:lnTo>
                  <a:lnTo>
                    <a:pt x="226898" y="38646"/>
                  </a:lnTo>
                  <a:lnTo>
                    <a:pt x="228307" y="41401"/>
                  </a:lnTo>
                  <a:lnTo>
                    <a:pt x="229006" y="44538"/>
                  </a:lnTo>
                  <a:lnTo>
                    <a:pt x="229006" y="48056"/>
                  </a:lnTo>
                  <a:lnTo>
                    <a:pt x="193459" y="48056"/>
                  </a:lnTo>
                  <a:lnTo>
                    <a:pt x="193459" y="56337"/>
                  </a:lnTo>
                  <a:lnTo>
                    <a:pt x="238747" y="56337"/>
                  </a:lnTo>
                  <a:lnTo>
                    <a:pt x="238689" y="46088"/>
                  </a:lnTo>
                  <a:lnTo>
                    <a:pt x="237985" y="41567"/>
                  </a:lnTo>
                  <a:lnTo>
                    <a:pt x="234938" y="33705"/>
                  </a:lnTo>
                  <a:lnTo>
                    <a:pt x="232985" y="30657"/>
                  </a:lnTo>
                  <a:lnTo>
                    <a:pt x="232886" y="30505"/>
                  </a:lnTo>
                  <a:lnTo>
                    <a:pt x="232079" y="29717"/>
                  </a:lnTo>
                  <a:close/>
                </a:path>
                <a:path w="282575" h="85725">
                  <a:moveTo>
                    <a:pt x="260286" y="21920"/>
                  </a:moveTo>
                  <a:lnTo>
                    <a:pt x="251040" y="21920"/>
                  </a:lnTo>
                  <a:lnTo>
                    <a:pt x="251040" y="84264"/>
                  </a:lnTo>
                  <a:lnTo>
                    <a:pt x="260616" y="84264"/>
                  </a:lnTo>
                  <a:lnTo>
                    <a:pt x="260616" y="41998"/>
                  </a:lnTo>
                  <a:lnTo>
                    <a:pt x="261289" y="39496"/>
                  </a:lnTo>
                  <a:lnTo>
                    <a:pt x="264020" y="35077"/>
                  </a:lnTo>
                  <a:lnTo>
                    <a:pt x="265887" y="33350"/>
                  </a:lnTo>
                  <a:lnTo>
                    <a:pt x="269691" y="31330"/>
                  </a:lnTo>
                  <a:lnTo>
                    <a:pt x="260286" y="31330"/>
                  </a:lnTo>
                  <a:lnTo>
                    <a:pt x="260286" y="21920"/>
                  </a:lnTo>
                  <a:close/>
                </a:path>
                <a:path w="282575" h="85725">
                  <a:moveTo>
                    <a:pt x="282206" y="21107"/>
                  </a:moveTo>
                  <a:lnTo>
                    <a:pt x="272870" y="21107"/>
                  </a:lnTo>
                  <a:lnTo>
                    <a:pt x="270071" y="21920"/>
                  </a:lnTo>
                  <a:lnTo>
                    <a:pt x="264134" y="25742"/>
                  </a:lnTo>
                  <a:lnTo>
                    <a:pt x="262077" y="28244"/>
                  </a:lnTo>
                  <a:lnTo>
                    <a:pt x="260934" y="31330"/>
                  </a:lnTo>
                  <a:lnTo>
                    <a:pt x="269691" y="31330"/>
                  </a:lnTo>
                  <a:lnTo>
                    <a:pt x="270600" y="30848"/>
                  </a:lnTo>
                  <a:lnTo>
                    <a:pt x="272950" y="30289"/>
                  </a:lnTo>
                  <a:lnTo>
                    <a:pt x="282206" y="30289"/>
                  </a:lnTo>
                  <a:lnTo>
                    <a:pt x="282206" y="21107"/>
                  </a:lnTo>
                  <a:close/>
                </a:path>
                <a:path w="282575" h="85725">
                  <a:moveTo>
                    <a:pt x="282206" y="30289"/>
                  </a:moveTo>
                  <a:lnTo>
                    <a:pt x="278841" y="30289"/>
                  </a:lnTo>
                  <a:lnTo>
                    <a:pt x="279971" y="30479"/>
                  </a:lnTo>
                  <a:lnTo>
                    <a:pt x="281139" y="30645"/>
                  </a:lnTo>
                  <a:lnTo>
                    <a:pt x="282338" y="30848"/>
                  </a:lnTo>
                  <a:lnTo>
                    <a:pt x="282206" y="30848"/>
                  </a:lnTo>
                  <a:lnTo>
                    <a:pt x="282206" y="30289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867400" y="1098550"/>
              <a:ext cx="3644900" cy="977900"/>
            </a:xfrm>
            <a:custGeom>
              <a:avLst/>
              <a:gdLst/>
              <a:ahLst/>
              <a:cxnLst/>
              <a:rect l="l" t="t" r="r" b="b"/>
              <a:pathLst>
                <a:path w="3644900" h="977900">
                  <a:moveTo>
                    <a:pt x="0" y="0"/>
                  </a:moveTo>
                  <a:lnTo>
                    <a:pt x="1041400" y="0"/>
                  </a:lnTo>
                </a:path>
                <a:path w="3644900" h="977900">
                  <a:moveTo>
                    <a:pt x="0" y="965200"/>
                  </a:moveTo>
                  <a:lnTo>
                    <a:pt x="1041400" y="965200"/>
                  </a:lnTo>
                </a:path>
                <a:path w="3644900" h="977900">
                  <a:moveTo>
                    <a:pt x="0" y="330200"/>
                  </a:moveTo>
                  <a:lnTo>
                    <a:pt x="1041400" y="330200"/>
                  </a:lnTo>
                </a:path>
                <a:path w="3644900" h="977900">
                  <a:moveTo>
                    <a:pt x="0" y="647700"/>
                  </a:moveTo>
                  <a:lnTo>
                    <a:pt x="1041400" y="647700"/>
                  </a:lnTo>
                </a:path>
                <a:path w="3644900" h="977900">
                  <a:moveTo>
                    <a:pt x="1206500" y="0"/>
                  </a:moveTo>
                  <a:lnTo>
                    <a:pt x="3581400" y="0"/>
                  </a:lnTo>
                </a:path>
                <a:path w="3644900" h="977900">
                  <a:moveTo>
                    <a:pt x="1270000" y="977900"/>
                  </a:moveTo>
                  <a:lnTo>
                    <a:pt x="3644900" y="977900"/>
                  </a:lnTo>
                </a:path>
                <a:path w="3644900" h="977900">
                  <a:moveTo>
                    <a:pt x="1206500" y="317500"/>
                  </a:moveTo>
                  <a:lnTo>
                    <a:pt x="3581400" y="317500"/>
                  </a:lnTo>
                </a:path>
                <a:path w="3644900" h="977900">
                  <a:moveTo>
                    <a:pt x="1206500" y="647700"/>
                  </a:moveTo>
                  <a:lnTo>
                    <a:pt x="3581400" y="647700"/>
                  </a:lnTo>
                </a:path>
              </a:pathLst>
            </a:custGeom>
            <a:ln w="127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4" name="object 94"/>
          <p:cNvGrpSpPr/>
          <p:nvPr/>
        </p:nvGrpSpPr>
        <p:grpSpPr>
          <a:xfrm>
            <a:off x="6172200" y="4838700"/>
            <a:ext cx="4483100" cy="495300"/>
            <a:chOff x="6172200" y="4838700"/>
            <a:chExt cx="4483100" cy="495300"/>
          </a:xfrm>
        </p:grpSpPr>
        <p:sp>
          <p:nvSpPr>
            <p:cNvPr id="95" name="object 95"/>
            <p:cNvSpPr/>
            <p:nvPr/>
          </p:nvSpPr>
          <p:spPr>
            <a:xfrm>
              <a:off x="6172200" y="4838700"/>
              <a:ext cx="4483100" cy="495300"/>
            </a:xfrm>
            <a:custGeom>
              <a:avLst/>
              <a:gdLst/>
              <a:ahLst/>
              <a:cxnLst/>
              <a:rect l="l" t="t" r="r" b="b"/>
              <a:pathLst>
                <a:path w="4483100" h="495300">
                  <a:moveTo>
                    <a:pt x="76200" y="0"/>
                  </a:moveTo>
                  <a:lnTo>
                    <a:pt x="4406900" y="0"/>
                  </a:lnTo>
                  <a:lnTo>
                    <a:pt x="4436562" y="5987"/>
                  </a:lnTo>
                  <a:lnTo>
                    <a:pt x="4460782" y="22317"/>
                  </a:lnTo>
                  <a:lnTo>
                    <a:pt x="4477112" y="46537"/>
                  </a:lnTo>
                  <a:lnTo>
                    <a:pt x="4483100" y="76200"/>
                  </a:lnTo>
                  <a:lnTo>
                    <a:pt x="4483100" y="419100"/>
                  </a:lnTo>
                  <a:lnTo>
                    <a:pt x="4477112" y="448762"/>
                  </a:lnTo>
                  <a:lnTo>
                    <a:pt x="4460782" y="472982"/>
                  </a:lnTo>
                  <a:lnTo>
                    <a:pt x="4436562" y="489312"/>
                  </a:lnTo>
                  <a:lnTo>
                    <a:pt x="4406900" y="495300"/>
                  </a:lnTo>
                  <a:lnTo>
                    <a:pt x="76200" y="495300"/>
                  </a:lnTo>
                  <a:lnTo>
                    <a:pt x="46537" y="489312"/>
                  </a:lnTo>
                  <a:lnTo>
                    <a:pt x="22317" y="472982"/>
                  </a:lnTo>
                  <a:lnTo>
                    <a:pt x="5987" y="448762"/>
                  </a:lnTo>
                  <a:lnTo>
                    <a:pt x="0" y="419100"/>
                  </a:lnTo>
                  <a:lnTo>
                    <a:pt x="0" y="76200"/>
                  </a:ln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EF4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172200" y="4838700"/>
              <a:ext cx="4483100" cy="495300"/>
            </a:xfrm>
            <a:custGeom>
              <a:avLst/>
              <a:gdLst/>
              <a:ahLst/>
              <a:cxnLst/>
              <a:rect l="l" t="t" r="r" b="b"/>
              <a:pathLst>
                <a:path w="4483100" h="495300">
                  <a:moveTo>
                    <a:pt x="4420538" y="487616"/>
                  </a:moveTo>
                  <a:lnTo>
                    <a:pt x="4421476" y="492357"/>
                  </a:lnTo>
                  <a:lnTo>
                    <a:pt x="4406900" y="495300"/>
                  </a:lnTo>
                  <a:lnTo>
                    <a:pt x="4406900" y="488950"/>
                  </a:lnTo>
                  <a:lnTo>
                    <a:pt x="4411573" y="488950"/>
                  </a:lnTo>
                  <a:lnTo>
                    <a:pt x="4416132" y="488492"/>
                  </a:lnTo>
                  <a:lnTo>
                    <a:pt x="4420538" y="487616"/>
                  </a:lnTo>
                  <a:close/>
                </a:path>
                <a:path w="4483100" h="495300">
                  <a:moveTo>
                    <a:pt x="4394174" y="482600"/>
                  </a:moveTo>
                  <a:lnTo>
                    <a:pt x="4406900" y="482600"/>
                  </a:lnTo>
                  <a:lnTo>
                    <a:pt x="4406900" y="495300"/>
                  </a:lnTo>
                  <a:lnTo>
                    <a:pt x="4394174" y="495300"/>
                  </a:lnTo>
                  <a:lnTo>
                    <a:pt x="4394174" y="482600"/>
                  </a:lnTo>
                  <a:close/>
                </a:path>
                <a:path w="4483100" h="495300">
                  <a:moveTo>
                    <a:pt x="4419307" y="481393"/>
                  </a:moveTo>
                  <a:lnTo>
                    <a:pt x="4420538" y="487616"/>
                  </a:lnTo>
                  <a:lnTo>
                    <a:pt x="4416132" y="488492"/>
                  </a:lnTo>
                  <a:lnTo>
                    <a:pt x="4411573" y="488950"/>
                  </a:lnTo>
                  <a:lnTo>
                    <a:pt x="4406900" y="488950"/>
                  </a:lnTo>
                  <a:lnTo>
                    <a:pt x="4406900" y="482600"/>
                  </a:lnTo>
                  <a:lnTo>
                    <a:pt x="4411154" y="482600"/>
                  </a:lnTo>
                  <a:lnTo>
                    <a:pt x="4415307" y="482180"/>
                  </a:lnTo>
                  <a:lnTo>
                    <a:pt x="4419307" y="481393"/>
                  </a:lnTo>
                  <a:close/>
                </a:path>
                <a:path w="4483100" h="495300">
                  <a:moveTo>
                    <a:pt x="4464989" y="457911"/>
                  </a:moveTo>
                  <a:lnTo>
                    <a:pt x="4469091" y="460658"/>
                  </a:lnTo>
                  <a:lnTo>
                    <a:pt x="4461508" y="471906"/>
                  </a:lnTo>
                  <a:lnTo>
                    <a:pt x="4460616" y="473095"/>
                  </a:lnTo>
                  <a:lnTo>
                    <a:pt x="4448458" y="481291"/>
                  </a:lnTo>
                  <a:lnTo>
                    <a:pt x="4445711" y="477190"/>
                  </a:lnTo>
                  <a:lnTo>
                    <a:pt x="4451220" y="473095"/>
                  </a:lnTo>
                  <a:lnTo>
                    <a:pt x="4456293" y="468493"/>
                  </a:lnTo>
                  <a:lnTo>
                    <a:pt x="4460895" y="463420"/>
                  </a:lnTo>
                  <a:lnTo>
                    <a:pt x="4464989" y="457911"/>
                  </a:lnTo>
                  <a:close/>
                </a:path>
                <a:path w="4483100" h="495300">
                  <a:moveTo>
                    <a:pt x="4459706" y="454367"/>
                  </a:moveTo>
                  <a:lnTo>
                    <a:pt x="4464989" y="457911"/>
                  </a:lnTo>
                  <a:lnTo>
                    <a:pt x="4460895" y="463420"/>
                  </a:lnTo>
                  <a:lnTo>
                    <a:pt x="4456293" y="468493"/>
                  </a:lnTo>
                  <a:lnTo>
                    <a:pt x="4451220" y="473095"/>
                  </a:lnTo>
                  <a:lnTo>
                    <a:pt x="4445709" y="477190"/>
                  </a:lnTo>
                  <a:lnTo>
                    <a:pt x="4442167" y="471906"/>
                  </a:lnTo>
                  <a:lnTo>
                    <a:pt x="4449102" y="467271"/>
                  </a:lnTo>
                  <a:lnTo>
                    <a:pt x="4455071" y="461302"/>
                  </a:lnTo>
                  <a:lnTo>
                    <a:pt x="4459706" y="454367"/>
                  </a:lnTo>
                  <a:close/>
                </a:path>
                <a:path w="4483100" h="495300">
                  <a:moveTo>
                    <a:pt x="4476750" y="406857"/>
                  </a:moveTo>
                  <a:lnTo>
                    <a:pt x="4483100" y="406857"/>
                  </a:lnTo>
                  <a:lnTo>
                    <a:pt x="4483100" y="419100"/>
                  </a:lnTo>
                  <a:lnTo>
                    <a:pt x="4480157" y="433676"/>
                  </a:lnTo>
                  <a:lnTo>
                    <a:pt x="4475422" y="432739"/>
                  </a:lnTo>
                  <a:lnTo>
                    <a:pt x="4476292" y="428332"/>
                  </a:lnTo>
                  <a:lnTo>
                    <a:pt x="4476750" y="423773"/>
                  </a:lnTo>
                  <a:lnTo>
                    <a:pt x="4476750" y="406857"/>
                  </a:lnTo>
                  <a:close/>
                </a:path>
                <a:path w="4483100" h="495300">
                  <a:moveTo>
                    <a:pt x="4470400" y="406857"/>
                  </a:moveTo>
                  <a:lnTo>
                    <a:pt x="4476750" y="406857"/>
                  </a:lnTo>
                  <a:lnTo>
                    <a:pt x="4476750" y="423773"/>
                  </a:lnTo>
                  <a:lnTo>
                    <a:pt x="4476375" y="427507"/>
                  </a:lnTo>
                  <a:lnTo>
                    <a:pt x="4476292" y="428332"/>
                  </a:lnTo>
                  <a:lnTo>
                    <a:pt x="4475416" y="432739"/>
                  </a:lnTo>
                  <a:lnTo>
                    <a:pt x="4469193" y="431507"/>
                  </a:lnTo>
                  <a:lnTo>
                    <a:pt x="4469980" y="427507"/>
                  </a:lnTo>
                  <a:lnTo>
                    <a:pt x="4470357" y="423773"/>
                  </a:lnTo>
                  <a:lnTo>
                    <a:pt x="4470400" y="406857"/>
                  </a:lnTo>
                  <a:close/>
                </a:path>
                <a:path w="4483100" h="495300">
                  <a:moveTo>
                    <a:pt x="4476750" y="357873"/>
                  </a:moveTo>
                  <a:lnTo>
                    <a:pt x="4483100" y="357873"/>
                  </a:lnTo>
                  <a:lnTo>
                    <a:pt x="4483100" y="382358"/>
                  </a:lnTo>
                  <a:lnTo>
                    <a:pt x="4476750" y="382358"/>
                  </a:lnTo>
                  <a:lnTo>
                    <a:pt x="4476750" y="357873"/>
                  </a:lnTo>
                  <a:close/>
                </a:path>
                <a:path w="4483100" h="495300">
                  <a:moveTo>
                    <a:pt x="4470400" y="357873"/>
                  </a:moveTo>
                  <a:lnTo>
                    <a:pt x="4476750" y="357873"/>
                  </a:lnTo>
                  <a:lnTo>
                    <a:pt x="4476750" y="382358"/>
                  </a:lnTo>
                  <a:lnTo>
                    <a:pt x="4470400" y="382358"/>
                  </a:lnTo>
                  <a:lnTo>
                    <a:pt x="4470400" y="357873"/>
                  </a:lnTo>
                  <a:close/>
                </a:path>
                <a:path w="4483100" h="495300">
                  <a:moveTo>
                    <a:pt x="4476750" y="308876"/>
                  </a:moveTo>
                  <a:lnTo>
                    <a:pt x="4483100" y="308876"/>
                  </a:lnTo>
                  <a:lnTo>
                    <a:pt x="4483100" y="333375"/>
                  </a:lnTo>
                  <a:lnTo>
                    <a:pt x="4476750" y="333375"/>
                  </a:lnTo>
                  <a:lnTo>
                    <a:pt x="4476750" y="308876"/>
                  </a:lnTo>
                  <a:close/>
                </a:path>
                <a:path w="4483100" h="495300">
                  <a:moveTo>
                    <a:pt x="4470400" y="308876"/>
                  </a:moveTo>
                  <a:lnTo>
                    <a:pt x="4476750" y="308876"/>
                  </a:lnTo>
                  <a:lnTo>
                    <a:pt x="4476750" y="333375"/>
                  </a:lnTo>
                  <a:lnTo>
                    <a:pt x="4470400" y="333375"/>
                  </a:lnTo>
                  <a:lnTo>
                    <a:pt x="4470400" y="308876"/>
                  </a:lnTo>
                  <a:close/>
                </a:path>
                <a:path w="4483100" h="495300">
                  <a:moveTo>
                    <a:pt x="4476750" y="259892"/>
                  </a:moveTo>
                  <a:lnTo>
                    <a:pt x="4483100" y="259892"/>
                  </a:lnTo>
                  <a:lnTo>
                    <a:pt x="4483100" y="284391"/>
                  </a:lnTo>
                  <a:lnTo>
                    <a:pt x="4476750" y="284391"/>
                  </a:lnTo>
                  <a:lnTo>
                    <a:pt x="4476750" y="259892"/>
                  </a:lnTo>
                  <a:close/>
                </a:path>
                <a:path w="4483100" h="495300">
                  <a:moveTo>
                    <a:pt x="4470400" y="259892"/>
                  </a:moveTo>
                  <a:lnTo>
                    <a:pt x="4476750" y="259892"/>
                  </a:lnTo>
                  <a:lnTo>
                    <a:pt x="4476750" y="284391"/>
                  </a:lnTo>
                  <a:lnTo>
                    <a:pt x="4470400" y="284391"/>
                  </a:lnTo>
                  <a:lnTo>
                    <a:pt x="4470400" y="259892"/>
                  </a:lnTo>
                  <a:close/>
                </a:path>
                <a:path w="4483100" h="495300">
                  <a:moveTo>
                    <a:pt x="4476750" y="210908"/>
                  </a:moveTo>
                  <a:lnTo>
                    <a:pt x="4483100" y="210908"/>
                  </a:lnTo>
                  <a:lnTo>
                    <a:pt x="4483100" y="235407"/>
                  </a:lnTo>
                  <a:lnTo>
                    <a:pt x="4476750" y="235407"/>
                  </a:lnTo>
                  <a:lnTo>
                    <a:pt x="4476750" y="210908"/>
                  </a:lnTo>
                  <a:close/>
                </a:path>
                <a:path w="4483100" h="495300">
                  <a:moveTo>
                    <a:pt x="4470400" y="210908"/>
                  </a:moveTo>
                  <a:lnTo>
                    <a:pt x="4476750" y="210908"/>
                  </a:lnTo>
                  <a:lnTo>
                    <a:pt x="4476750" y="235407"/>
                  </a:lnTo>
                  <a:lnTo>
                    <a:pt x="4470400" y="235407"/>
                  </a:lnTo>
                  <a:lnTo>
                    <a:pt x="4470400" y="210908"/>
                  </a:lnTo>
                  <a:close/>
                </a:path>
                <a:path w="4483100" h="495300">
                  <a:moveTo>
                    <a:pt x="4476750" y="161925"/>
                  </a:moveTo>
                  <a:lnTo>
                    <a:pt x="4483100" y="161925"/>
                  </a:lnTo>
                  <a:lnTo>
                    <a:pt x="4483100" y="186423"/>
                  </a:lnTo>
                  <a:lnTo>
                    <a:pt x="4476750" y="186423"/>
                  </a:lnTo>
                  <a:lnTo>
                    <a:pt x="4476750" y="161925"/>
                  </a:lnTo>
                  <a:close/>
                </a:path>
                <a:path w="4483100" h="495300">
                  <a:moveTo>
                    <a:pt x="4470400" y="161925"/>
                  </a:moveTo>
                  <a:lnTo>
                    <a:pt x="4476750" y="161925"/>
                  </a:lnTo>
                  <a:lnTo>
                    <a:pt x="4476750" y="186423"/>
                  </a:lnTo>
                  <a:lnTo>
                    <a:pt x="4470400" y="186423"/>
                  </a:lnTo>
                  <a:lnTo>
                    <a:pt x="4470400" y="161925"/>
                  </a:lnTo>
                  <a:close/>
                </a:path>
                <a:path w="4483100" h="495300">
                  <a:moveTo>
                    <a:pt x="4476750" y="112941"/>
                  </a:moveTo>
                  <a:lnTo>
                    <a:pt x="4483100" y="112941"/>
                  </a:lnTo>
                  <a:lnTo>
                    <a:pt x="4483100" y="137426"/>
                  </a:lnTo>
                  <a:lnTo>
                    <a:pt x="4476750" y="137426"/>
                  </a:lnTo>
                  <a:lnTo>
                    <a:pt x="4476750" y="112941"/>
                  </a:lnTo>
                  <a:close/>
                </a:path>
                <a:path w="4483100" h="495300">
                  <a:moveTo>
                    <a:pt x="4470400" y="112941"/>
                  </a:moveTo>
                  <a:lnTo>
                    <a:pt x="4476750" y="112941"/>
                  </a:lnTo>
                  <a:lnTo>
                    <a:pt x="4476750" y="137426"/>
                  </a:lnTo>
                  <a:lnTo>
                    <a:pt x="4470400" y="137426"/>
                  </a:lnTo>
                  <a:lnTo>
                    <a:pt x="4470400" y="112941"/>
                  </a:lnTo>
                  <a:close/>
                </a:path>
                <a:path w="4483100" h="495300">
                  <a:moveTo>
                    <a:pt x="4480157" y="61623"/>
                  </a:moveTo>
                  <a:lnTo>
                    <a:pt x="4483100" y="76200"/>
                  </a:lnTo>
                  <a:lnTo>
                    <a:pt x="4483100" y="88442"/>
                  </a:lnTo>
                  <a:lnTo>
                    <a:pt x="4476750" y="88442"/>
                  </a:lnTo>
                  <a:lnTo>
                    <a:pt x="4476750" y="71526"/>
                  </a:lnTo>
                  <a:lnTo>
                    <a:pt x="4476375" y="67792"/>
                  </a:lnTo>
                  <a:lnTo>
                    <a:pt x="4476292" y="66967"/>
                  </a:lnTo>
                  <a:lnTo>
                    <a:pt x="4475416" y="62561"/>
                  </a:lnTo>
                  <a:lnTo>
                    <a:pt x="4480157" y="61623"/>
                  </a:lnTo>
                  <a:close/>
                </a:path>
                <a:path w="4483100" h="495300">
                  <a:moveTo>
                    <a:pt x="4475416" y="62561"/>
                  </a:moveTo>
                  <a:lnTo>
                    <a:pt x="4476292" y="66967"/>
                  </a:lnTo>
                  <a:lnTo>
                    <a:pt x="4476750" y="71526"/>
                  </a:lnTo>
                  <a:lnTo>
                    <a:pt x="4476750" y="88442"/>
                  </a:lnTo>
                  <a:lnTo>
                    <a:pt x="4470400" y="88442"/>
                  </a:lnTo>
                  <a:lnTo>
                    <a:pt x="4470357" y="71526"/>
                  </a:lnTo>
                  <a:lnTo>
                    <a:pt x="4469980" y="67792"/>
                  </a:lnTo>
                  <a:lnTo>
                    <a:pt x="4469193" y="63792"/>
                  </a:lnTo>
                  <a:lnTo>
                    <a:pt x="4475416" y="62561"/>
                  </a:lnTo>
                  <a:close/>
                </a:path>
                <a:path w="4483100" h="495300">
                  <a:moveTo>
                    <a:pt x="4445709" y="18110"/>
                  </a:moveTo>
                  <a:lnTo>
                    <a:pt x="4451344" y="22317"/>
                  </a:lnTo>
                  <a:lnTo>
                    <a:pt x="4456293" y="26806"/>
                  </a:lnTo>
                  <a:lnTo>
                    <a:pt x="4460895" y="31879"/>
                  </a:lnTo>
                  <a:lnTo>
                    <a:pt x="4464990" y="37390"/>
                  </a:lnTo>
                  <a:lnTo>
                    <a:pt x="4459706" y="40932"/>
                  </a:lnTo>
                  <a:lnTo>
                    <a:pt x="4455071" y="33997"/>
                  </a:lnTo>
                  <a:lnTo>
                    <a:pt x="4449102" y="28028"/>
                  </a:lnTo>
                  <a:lnTo>
                    <a:pt x="4442167" y="23393"/>
                  </a:lnTo>
                  <a:lnTo>
                    <a:pt x="4445709" y="18110"/>
                  </a:lnTo>
                  <a:close/>
                </a:path>
                <a:path w="4483100" h="495300">
                  <a:moveTo>
                    <a:pt x="4448458" y="14008"/>
                  </a:moveTo>
                  <a:lnTo>
                    <a:pt x="4460782" y="22317"/>
                  </a:lnTo>
                  <a:lnTo>
                    <a:pt x="4469091" y="34641"/>
                  </a:lnTo>
                  <a:lnTo>
                    <a:pt x="4464987" y="37390"/>
                  </a:lnTo>
                  <a:lnTo>
                    <a:pt x="4460895" y="31879"/>
                  </a:lnTo>
                  <a:lnTo>
                    <a:pt x="4456293" y="26806"/>
                  </a:lnTo>
                  <a:lnTo>
                    <a:pt x="4451344" y="22317"/>
                  </a:lnTo>
                  <a:lnTo>
                    <a:pt x="4445711" y="18110"/>
                  </a:lnTo>
                  <a:lnTo>
                    <a:pt x="4448458" y="14008"/>
                  </a:lnTo>
                  <a:close/>
                </a:path>
                <a:path w="4483100" h="495300">
                  <a:moveTo>
                    <a:pt x="4406900" y="6350"/>
                  </a:moveTo>
                  <a:lnTo>
                    <a:pt x="4411573" y="6350"/>
                  </a:lnTo>
                  <a:lnTo>
                    <a:pt x="4416132" y="6807"/>
                  </a:lnTo>
                  <a:lnTo>
                    <a:pt x="4420538" y="7683"/>
                  </a:lnTo>
                  <a:lnTo>
                    <a:pt x="4419307" y="13906"/>
                  </a:lnTo>
                  <a:lnTo>
                    <a:pt x="4415307" y="13119"/>
                  </a:lnTo>
                  <a:lnTo>
                    <a:pt x="4411154" y="12700"/>
                  </a:lnTo>
                  <a:lnTo>
                    <a:pt x="4406900" y="12700"/>
                  </a:lnTo>
                  <a:lnTo>
                    <a:pt x="4406900" y="6350"/>
                  </a:lnTo>
                  <a:close/>
                </a:path>
                <a:path w="4483100" h="495300">
                  <a:moveTo>
                    <a:pt x="4394161" y="0"/>
                  </a:moveTo>
                  <a:lnTo>
                    <a:pt x="4406900" y="0"/>
                  </a:lnTo>
                  <a:lnTo>
                    <a:pt x="4406900" y="12700"/>
                  </a:lnTo>
                  <a:lnTo>
                    <a:pt x="4394161" y="12700"/>
                  </a:lnTo>
                  <a:lnTo>
                    <a:pt x="4394161" y="0"/>
                  </a:lnTo>
                  <a:close/>
                </a:path>
                <a:path w="4483100" h="495300">
                  <a:moveTo>
                    <a:pt x="4406900" y="0"/>
                  </a:moveTo>
                  <a:lnTo>
                    <a:pt x="4421476" y="2942"/>
                  </a:lnTo>
                  <a:lnTo>
                    <a:pt x="4420538" y="7683"/>
                  </a:lnTo>
                  <a:lnTo>
                    <a:pt x="4416132" y="6807"/>
                  </a:lnTo>
                  <a:lnTo>
                    <a:pt x="4411573" y="6350"/>
                  </a:lnTo>
                  <a:lnTo>
                    <a:pt x="4406900" y="6350"/>
                  </a:lnTo>
                  <a:lnTo>
                    <a:pt x="4406900" y="0"/>
                  </a:lnTo>
                  <a:close/>
                </a:path>
                <a:path w="4483100" h="495300">
                  <a:moveTo>
                    <a:pt x="4343209" y="0"/>
                  </a:moveTo>
                  <a:lnTo>
                    <a:pt x="4368685" y="0"/>
                  </a:lnTo>
                  <a:lnTo>
                    <a:pt x="4368685" y="12700"/>
                  </a:lnTo>
                  <a:lnTo>
                    <a:pt x="4343209" y="12700"/>
                  </a:lnTo>
                  <a:lnTo>
                    <a:pt x="4343209" y="0"/>
                  </a:lnTo>
                  <a:close/>
                </a:path>
                <a:path w="4483100" h="495300">
                  <a:moveTo>
                    <a:pt x="4292269" y="0"/>
                  </a:moveTo>
                  <a:lnTo>
                    <a:pt x="4317733" y="0"/>
                  </a:lnTo>
                  <a:lnTo>
                    <a:pt x="4317733" y="12700"/>
                  </a:lnTo>
                  <a:lnTo>
                    <a:pt x="4292269" y="12700"/>
                  </a:lnTo>
                  <a:lnTo>
                    <a:pt x="4292269" y="0"/>
                  </a:lnTo>
                  <a:close/>
                </a:path>
                <a:path w="4483100" h="495300">
                  <a:moveTo>
                    <a:pt x="4241317" y="0"/>
                  </a:moveTo>
                  <a:lnTo>
                    <a:pt x="4266793" y="0"/>
                  </a:lnTo>
                  <a:lnTo>
                    <a:pt x="4266793" y="12700"/>
                  </a:lnTo>
                  <a:lnTo>
                    <a:pt x="4241317" y="12700"/>
                  </a:lnTo>
                  <a:lnTo>
                    <a:pt x="4241317" y="0"/>
                  </a:lnTo>
                  <a:close/>
                </a:path>
                <a:path w="4483100" h="495300">
                  <a:moveTo>
                    <a:pt x="4190365" y="0"/>
                  </a:moveTo>
                  <a:lnTo>
                    <a:pt x="4215841" y="0"/>
                  </a:lnTo>
                  <a:lnTo>
                    <a:pt x="4215841" y="12700"/>
                  </a:lnTo>
                  <a:lnTo>
                    <a:pt x="4190365" y="12700"/>
                  </a:lnTo>
                  <a:lnTo>
                    <a:pt x="4190365" y="0"/>
                  </a:lnTo>
                  <a:close/>
                </a:path>
                <a:path w="4483100" h="495300">
                  <a:moveTo>
                    <a:pt x="4139412" y="0"/>
                  </a:moveTo>
                  <a:lnTo>
                    <a:pt x="4164888" y="0"/>
                  </a:lnTo>
                  <a:lnTo>
                    <a:pt x="4164888" y="12700"/>
                  </a:lnTo>
                  <a:lnTo>
                    <a:pt x="4139412" y="12700"/>
                  </a:lnTo>
                  <a:lnTo>
                    <a:pt x="4139412" y="0"/>
                  </a:lnTo>
                  <a:close/>
                </a:path>
                <a:path w="4483100" h="495300">
                  <a:moveTo>
                    <a:pt x="4088460" y="0"/>
                  </a:moveTo>
                  <a:lnTo>
                    <a:pt x="4113936" y="0"/>
                  </a:lnTo>
                  <a:lnTo>
                    <a:pt x="4113936" y="12700"/>
                  </a:lnTo>
                  <a:lnTo>
                    <a:pt x="4088460" y="12700"/>
                  </a:lnTo>
                  <a:lnTo>
                    <a:pt x="4088460" y="0"/>
                  </a:lnTo>
                  <a:close/>
                </a:path>
                <a:path w="4483100" h="495300">
                  <a:moveTo>
                    <a:pt x="4037520" y="0"/>
                  </a:moveTo>
                  <a:lnTo>
                    <a:pt x="4062996" y="0"/>
                  </a:lnTo>
                  <a:lnTo>
                    <a:pt x="4062996" y="12700"/>
                  </a:lnTo>
                  <a:lnTo>
                    <a:pt x="4037520" y="12700"/>
                  </a:lnTo>
                  <a:lnTo>
                    <a:pt x="4037520" y="0"/>
                  </a:lnTo>
                  <a:close/>
                </a:path>
                <a:path w="4483100" h="495300">
                  <a:moveTo>
                    <a:pt x="3986568" y="0"/>
                  </a:moveTo>
                  <a:lnTo>
                    <a:pt x="4012044" y="0"/>
                  </a:lnTo>
                  <a:lnTo>
                    <a:pt x="4012044" y="12700"/>
                  </a:lnTo>
                  <a:lnTo>
                    <a:pt x="3986568" y="12700"/>
                  </a:lnTo>
                  <a:lnTo>
                    <a:pt x="3986568" y="0"/>
                  </a:lnTo>
                  <a:close/>
                </a:path>
                <a:path w="4483100" h="495300">
                  <a:moveTo>
                    <a:pt x="3935615" y="0"/>
                  </a:moveTo>
                  <a:lnTo>
                    <a:pt x="3961091" y="0"/>
                  </a:lnTo>
                  <a:lnTo>
                    <a:pt x="3961091" y="12700"/>
                  </a:lnTo>
                  <a:lnTo>
                    <a:pt x="3935615" y="12700"/>
                  </a:lnTo>
                  <a:lnTo>
                    <a:pt x="3935615" y="0"/>
                  </a:lnTo>
                  <a:close/>
                </a:path>
                <a:path w="4483100" h="495300">
                  <a:moveTo>
                    <a:pt x="3884663" y="0"/>
                  </a:moveTo>
                  <a:lnTo>
                    <a:pt x="3910139" y="0"/>
                  </a:lnTo>
                  <a:lnTo>
                    <a:pt x="3910139" y="12700"/>
                  </a:lnTo>
                  <a:lnTo>
                    <a:pt x="3884663" y="12700"/>
                  </a:lnTo>
                  <a:lnTo>
                    <a:pt x="3884663" y="0"/>
                  </a:lnTo>
                  <a:close/>
                </a:path>
                <a:path w="4483100" h="495300">
                  <a:moveTo>
                    <a:pt x="3833723" y="0"/>
                  </a:moveTo>
                  <a:lnTo>
                    <a:pt x="3859199" y="0"/>
                  </a:lnTo>
                  <a:lnTo>
                    <a:pt x="3859199" y="12700"/>
                  </a:lnTo>
                  <a:lnTo>
                    <a:pt x="3833723" y="12700"/>
                  </a:lnTo>
                  <a:lnTo>
                    <a:pt x="3833723" y="0"/>
                  </a:lnTo>
                  <a:close/>
                </a:path>
                <a:path w="4483100" h="495300">
                  <a:moveTo>
                    <a:pt x="3782771" y="0"/>
                  </a:moveTo>
                  <a:lnTo>
                    <a:pt x="3808247" y="0"/>
                  </a:lnTo>
                  <a:lnTo>
                    <a:pt x="3808247" y="12700"/>
                  </a:lnTo>
                  <a:lnTo>
                    <a:pt x="3782771" y="12700"/>
                  </a:lnTo>
                  <a:lnTo>
                    <a:pt x="3782771" y="0"/>
                  </a:lnTo>
                  <a:close/>
                </a:path>
                <a:path w="4483100" h="495300">
                  <a:moveTo>
                    <a:pt x="3731818" y="0"/>
                  </a:moveTo>
                  <a:lnTo>
                    <a:pt x="3757295" y="0"/>
                  </a:lnTo>
                  <a:lnTo>
                    <a:pt x="3757295" y="12700"/>
                  </a:lnTo>
                  <a:lnTo>
                    <a:pt x="3731818" y="12700"/>
                  </a:lnTo>
                  <a:lnTo>
                    <a:pt x="3731818" y="0"/>
                  </a:lnTo>
                  <a:close/>
                </a:path>
                <a:path w="4483100" h="495300">
                  <a:moveTo>
                    <a:pt x="3680866" y="0"/>
                  </a:moveTo>
                  <a:lnTo>
                    <a:pt x="3706342" y="0"/>
                  </a:lnTo>
                  <a:lnTo>
                    <a:pt x="3706342" y="12700"/>
                  </a:lnTo>
                  <a:lnTo>
                    <a:pt x="3680866" y="12700"/>
                  </a:lnTo>
                  <a:lnTo>
                    <a:pt x="3680866" y="0"/>
                  </a:lnTo>
                  <a:close/>
                </a:path>
                <a:path w="4483100" h="495300">
                  <a:moveTo>
                    <a:pt x="3629926" y="0"/>
                  </a:moveTo>
                  <a:lnTo>
                    <a:pt x="3655390" y="0"/>
                  </a:lnTo>
                  <a:lnTo>
                    <a:pt x="3655390" y="12700"/>
                  </a:lnTo>
                  <a:lnTo>
                    <a:pt x="3629926" y="12700"/>
                  </a:lnTo>
                  <a:lnTo>
                    <a:pt x="3629926" y="0"/>
                  </a:lnTo>
                  <a:close/>
                </a:path>
                <a:path w="4483100" h="495300">
                  <a:moveTo>
                    <a:pt x="3578974" y="0"/>
                  </a:moveTo>
                  <a:lnTo>
                    <a:pt x="3604450" y="0"/>
                  </a:lnTo>
                  <a:lnTo>
                    <a:pt x="3604450" y="12700"/>
                  </a:lnTo>
                  <a:lnTo>
                    <a:pt x="3578974" y="12700"/>
                  </a:lnTo>
                  <a:lnTo>
                    <a:pt x="3578974" y="0"/>
                  </a:lnTo>
                  <a:close/>
                </a:path>
                <a:path w="4483100" h="495300">
                  <a:moveTo>
                    <a:pt x="3528021" y="0"/>
                  </a:moveTo>
                  <a:lnTo>
                    <a:pt x="3553498" y="0"/>
                  </a:lnTo>
                  <a:lnTo>
                    <a:pt x="3553498" y="12700"/>
                  </a:lnTo>
                  <a:lnTo>
                    <a:pt x="3528021" y="12700"/>
                  </a:lnTo>
                  <a:lnTo>
                    <a:pt x="3528021" y="0"/>
                  </a:lnTo>
                  <a:close/>
                </a:path>
                <a:path w="4483100" h="495300">
                  <a:moveTo>
                    <a:pt x="3477069" y="0"/>
                  </a:moveTo>
                  <a:lnTo>
                    <a:pt x="3502545" y="0"/>
                  </a:lnTo>
                  <a:lnTo>
                    <a:pt x="3502545" y="12700"/>
                  </a:lnTo>
                  <a:lnTo>
                    <a:pt x="3477069" y="12700"/>
                  </a:lnTo>
                  <a:lnTo>
                    <a:pt x="3477069" y="0"/>
                  </a:lnTo>
                  <a:close/>
                </a:path>
                <a:path w="4483100" h="495300">
                  <a:moveTo>
                    <a:pt x="3426129" y="0"/>
                  </a:moveTo>
                  <a:lnTo>
                    <a:pt x="3451593" y="0"/>
                  </a:lnTo>
                  <a:lnTo>
                    <a:pt x="3451593" y="12700"/>
                  </a:lnTo>
                  <a:lnTo>
                    <a:pt x="3426129" y="12700"/>
                  </a:lnTo>
                  <a:lnTo>
                    <a:pt x="3426129" y="0"/>
                  </a:lnTo>
                  <a:close/>
                </a:path>
                <a:path w="4483100" h="495300">
                  <a:moveTo>
                    <a:pt x="3375177" y="0"/>
                  </a:moveTo>
                  <a:lnTo>
                    <a:pt x="3400653" y="0"/>
                  </a:lnTo>
                  <a:lnTo>
                    <a:pt x="3400653" y="12700"/>
                  </a:lnTo>
                  <a:lnTo>
                    <a:pt x="3375177" y="12700"/>
                  </a:lnTo>
                  <a:lnTo>
                    <a:pt x="3375177" y="0"/>
                  </a:lnTo>
                  <a:close/>
                </a:path>
                <a:path w="4483100" h="495300">
                  <a:moveTo>
                    <a:pt x="3324225" y="0"/>
                  </a:moveTo>
                  <a:lnTo>
                    <a:pt x="3349701" y="0"/>
                  </a:lnTo>
                  <a:lnTo>
                    <a:pt x="3349701" y="12700"/>
                  </a:lnTo>
                  <a:lnTo>
                    <a:pt x="3324225" y="12700"/>
                  </a:lnTo>
                  <a:lnTo>
                    <a:pt x="3324225" y="0"/>
                  </a:lnTo>
                  <a:close/>
                </a:path>
                <a:path w="4483100" h="495300">
                  <a:moveTo>
                    <a:pt x="3273272" y="0"/>
                  </a:moveTo>
                  <a:lnTo>
                    <a:pt x="3298748" y="0"/>
                  </a:lnTo>
                  <a:lnTo>
                    <a:pt x="3298748" y="12700"/>
                  </a:lnTo>
                  <a:lnTo>
                    <a:pt x="3273272" y="12700"/>
                  </a:lnTo>
                  <a:lnTo>
                    <a:pt x="3273272" y="0"/>
                  </a:lnTo>
                  <a:close/>
                </a:path>
                <a:path w="4483100" h="495300">
                  <a:moveTo>
                    <a:pt x="3222320" y="0"/>
                  </a:moveTo>
                  <a:lnTo>
                    <a:pt x="3247796" y="0"/>
                  </a:lnTo>
                  <a:lnTo>
                    <a:pt x="3247796" y="12700"/>
                  </a:lnTo>
                  <a:lnTo>
                    <a:pt x="3222320" y="12700"/>
                  </a:lnTo>
                  <a:lnTo>
                    <a:pt x="3222320" y="0"/>
                  </a:lnTo>
                  <a:close/>
                </a:path>
                <a:path w="4483100" h="495300">
                  <a:moveTo>
                    <a:pt x="3171380" y="0"/>
                  </a:moveTo>
                  <a:lnTo>
                    <a:pt x="3196856" y="0"/>
                  </a:lnTo>
                  <a:lnTo>
                    <a:pt x="3196856" y="12700"/>
                  </a:lnTo>
                  <a:lnTo>
                    <a:pt x="3171380" y="12700"/>
                  </a:lnTo>
                  <a:lnTo>
                    <a:pt x="3171380" y="0"/>
                  </a:lnTo>
                  <a:close/>
                </a:path>
                <a:path w="4483100" h="495300">
                  <a:moveTo>
                    <a:pt x="3120428" y="0"/>
                  </a:moveTo>
                  <a:lnTo>
                    <a:pt x="3145904" y="0"/>
                  </a:lnTo>
                  <a:lnTo>
                    <a:pt x="3145904" y="12700"/>
                  </a:lnTo>
                  <a:lnTo>
                    <a:pt x="3120428" y="12700"/>
                  </a:lnTo>
                  <a:lnTo>
                    <a:pt x="3120428" y="0"/>
                  </a:lnTo>
                  <a:close/>
                </a:path>
                <a:path w="4483100" h="495300">
                  <a:moveTo>
                    <a:pt x="3069475" y="0"/>
                  </a:moveTo>
                  <a:lnTo>
                    <a:pt x="3094951" y="0"/>
                  </a:lnTo>
                  <a:lnTo>
                    <a:pt x="3094951" y="12700"/>
                  </a:lnTo>
                  <a:lnTo>
                    <a:pt x="3069475" y="12700"/>
                  </a:lnTo>
                  <a:lnTo>
                    <a:pt x="3069475" y="0"/>
                  </a:lnTo>
                  <a:close/>
                </a:path>
                <a:path w="4483100" h="495300">
                  <a:moveTo>
                    <a:pt x="3018523" y="0"/>
                  </a:moveTo>
                  <a:lnTo>
                    <a:pt x="3043999" y="0"/>
                  </a:lnTo>
                  <a:lnTo>
                    <a:pt x="3043999" y="12700"/>
                  </a:lnTo>
                  <a:lnTo>
                    <a:pt x="3018523" y="12700"/>
                  </a:lnTo>
                  <a:lnTo>
                    <a:pt x="3018523" y="0"/>
                  </a:lnTo>
                  <a:close/>
                </a:path>
                <a:path w="4483100" h="495300">
                  <a:moveTo>
                    <a:pt x="2967583" y="0"/>
                  </a:moveTo>
                  <a:lnTo>
                    <a:pt x="2993059" y="0"/>
                  </a:lnTo>
                  <a:lnTo>
                    <a:pt x="2993059" y="12700"/>
                  </a:lnTo>
                  <a:lnTo>
                    <a:pt x="2967583" y="12700"/>
                  </a:lnTo>
                  <a:lnTo>
                    <a:pt x="2967583" y="0"/>
                  </a:lnTo>
                  <a:close/>
                </a:path>
                <a:path w="4483100" h="495300">
                  <a:moveTo>
                    <a:pt x="2916631" y="0"/>
                  </a:moveTo>
                  <a:lnTo>
                    <a:pt x="2942107" y="0"/>
                  </a:lnTo>
                  <a:lnTo>
                    <a:pt x="2942107" y="12700"/>
                  </a:lnTo>
                  <a:lnTo>
                    <a:pt x="2916631" y="12700"/>
                  </a:lnTo>
                  <a:lnTo>
                    <a:pt x="2916631" y="0"/>
                  </a:lnTo>
                  <a:close/>
                </a:path>
                <a:path w="4483100" h="495300">
                  <a:moveTo>
                    <a:pt x="2865678" y="0"/>
                  </a:moveTo>
                  <a:lnTo>
                    <a:pt x="2891154" y="0"/>
                  </a:lnTo>
                  <a:lnTo>
                    <a:pt x="2891154" y="12700"/>
                  </a:lnTo>
                  <a:lnTo>
                    <a:pt x="2865678" y="12700"/>
                  </a:lnTo>
                  <a:lnTo>
                    <a:pt x="2865678" y="0"/>
                  </a:lnTo>
                  <a:close/>
                </a:path>
                <a:path w="4483100" h="495300">
                  <a:moveTo>
                    <a:pt x="2814726" y="0"/>
                  </a:moveTo>
                  <a:lnTo>
                    <a:pt x="2840202" y="0"/>
                  </a:lnTo>
                  <a:lnTo>
                    <a:pt x="2840202" y="12700"/>
                  </a:lnTo>
                  <a:lnTo>
                    <a:pt x="2814726" y="12700"/>
                  </a:lnTo>
                  <a:lnTo>
                    <a:pt x="2814726" y="0"/>
                  </a:lnTo>
                  <a:close/>
                </a:path>
                <a:path w="4483100" h="495300">
                  <a:moveTo>
                    <a:pt x="2763786" y="0"/>
                  </a:moveTo>
                  <a:lnTo>
                    <a:pt x="2789250" y="0"/>
                  </a:lnTo>
                  <a:lnTo>
                    <a:pt x="2789250" y="12700"/>
                  </a:lnTo>
                  <a:lnTo>
                    <a:pt x="2763786" y="12700"/>
                  </a:lnTo>
                  <a:lnTo>
                    <a:pt x="2763786" y="0"/>
                  </a:lnTo>
                  <a:close/>
                </a:path>
                <a:path w="4483100" h="495300">
                  <a:moveTo>
                    <a:pt x="2712834" y="0"/>
                  </a:moveTo>
                  <a:lnTo>
                    <a:pt x="2738310" y="0"/>
                  </a:lnTo>
                  <a:lnTo>
                    <a:pt x="2738310" y="12700"/>
                  </a:lnTo>
                  <a:lnTo>
                    <a:pt x="2712834" y="12700"/>
                  </a:lnTo>
                  <a:lnTo>
                    <a:pt x="2712834" y="0"/>
                  </a:lnTo>
                  <a:close/>
                </a:path>
                <a:path w="4483100" h="495300">
                  <a:moveTo>
                    <a:pt x="2661881" y="0"/>
                  </a:moveTo>
                  <a:lnTo>
                    <a:pt x="2687358" y="0"/>
                  </a:lnTo>
                  <a:lnTo>
                    <a:pt x="2687358" y="12700"/>
                  </a:lnTo>
                  <a:lnTo>
                    <a:pt x="2661881" y="12700"/>
                  </a:lnTo>
                  <a:lnTo>
                    <a:pt x="2661881" y="0"/>
                  </a:lnTo>
                  <a:close/>
                </a:path>
                <a:path w="4483100" h="495300">
                  <a:moveTo>
                    <a:pt x="2610929" y="0"/>
                  </a:moveTo>
                  <a:lnTo>
                    <a:pt x="2636405" y="0"/>
                  </a:lnTo>
                  <a:lnTo>
                    <a:pt x="2636405" y="12700"/>
                  </a:lnTo>
                  <a:lnTo>
                    <a:pt x="2610929" y="12700"/>
                  </a:lnTo>
                  <a:lnTo>
                    <a:pt x="2610929" y="0"/>
                  </a:lnTo>
                  <a:close/>
                </a:path>
                <a:path w="4483100" h="495300">
                  <a:moveTo>
                    <a:pt x="2559977" y="0"/>
                  </a:moveTo>
                  <a:lnTo>
                    <a:pt x="2585453" y="0"/>
                  </a:lnTo>
                  <a:lnTo>
                    <a:pt x="2585453" y="12700"/>
                  </a:lnTo>
                  <a:lnTo>
                    <a:pt x="2559977" y="12700"/>
                  </a:lnTo>
                  <a:lnTo>
                    <a:pt x="2559977" y="0"/>
                  </a:lnTo>
                  <a:close/>
                </a:path>
                <a:path w="4483100" h="495300">
                  <a:moveTo>
                    <a:pt x="2509037" y="0"/>
                  </a:moveTo>
                  <a:lnTo>
                    <a:pt x="2534513" y="0"/>
                  </a:lnTo>
                  <a:lnTo>
                    <a:pt x="2534513" y="12700"/>
                  </a:lnTo>
                  <a:lnTo>
                    <a:pt x="2509037" y="12700"/>
                  </a:lnTo>
                  <a:lnTo>
                    <a:pt x="2509037" y="0"/>
                  </a:lnTo>
                  <a:close/>
                </a:path>
                <a:path w="4483100" h="495300">
                  <a:moveTo>
                    <a:pt x="2458084" y="0"/>
                  </a:moveTo>
                  <a:lnTo>
                    <a:pt x="2483561" y="0"/>
                  </a:lnTo>
                  <a:lnTo>
                    <a:pt x="2483561" y="12700"/>
                  </a:lnTo>
                  <a:lnTo>
                    <a:pt x="2458084" y="12700"/>
                  </a:lnTo>
                  <a:lnTo>
                    <a:pt x="2458084" y="0"/>
                  </a:lnTo>
                  <a:close/>
                </a:path>
                <a:path w="4483100" h="495300">
                  <a:moveTo>
                    <a:pt x="2407132" y="0"/>
                  </a:moveTo>
                  <a:lnTo>
                    <a:pt x="2432608" y="0"/>
                  </a:lnTo>
                  <a:lnTo>
                    <a:pt x="2432608" y="12700"/>
                  </a:lnTo>
                  <a:lnTo>
                    <a:pt x="2407132" y="12700"/>
                  </a:lnTo>
                  <a:lnTo>
                    <a:pt x="2407132" y="0"/>
                  </a:lnTo>
                  <a:close/>
                </a:path>
                <a:path w="4483100" h="495300">
                  <a:moveTo>
                    <a:pt x="2356180" y="0"/>
                  </a:moveTo>
                  <a:lnTo>
                    <a:pt x="2381656" y="0"/>
                  </a:lnTo>
                  <a:lnTo>
                    <a:pt x="2381656" y="12700"/>
                  </a:lnTo>
                  <a:lnTo>
                    <a:pt x="2356180" y="12700"/>
                  </a:lnTo>
                  <a:lnTo>
                    <a:pt x="2356180" y="0"/>
                  </a:lnTo>
                  <a:close/>
                </a:path>
                <a:path w="4483100" h="495300">
                  <a:moveTo>
                    <a:pt x="2305240" y="0"/>
                  </a:moveTo>
                  <a:lnTo>
                    <a:pt x="2330704" y="0"/>
                  </a:lnTo>
                  <a:lnTo>
                    <a:pt x="2330704" y="12700"/>
                  </a:lnTo>
                  <a:lnTo>
                    <a:pt x="2305240" y="12700"/>
                  </a:lnTo>
                  <a:lnTo>
                    <a:pt x="2305240" y="0"/>
                  </a:lnTo>
                  <a:close/>
                </a:path>
                <a:path w="4483100" h="495300">
                  <a:moveTo>
                    <a:pt x="2254288" y="0"/>
                  </a:moveTo>
                  <a:lnTo>
                    <a:pt x="2279764" y="0"/>
                  </a:lnTo>
                  <a:lnTo>
                    <a:pt x="2279764" y="12700"/>
                  </a:lnTo>
                  <a:lnTo>
                    <a:pt x="2254288" y="12700"/>
                  </a:lnTo>
                  <a:lnTo>
                    <a:pt x="2254288" y="0"/>
                  </a:lnTo>
                  <a:close/>
                </a:path>
                <a:path w="4483100" h="495300">
                  <a:moveTo>
                    <a:pt x="2203335" y="0"/>
                  </a:moveTo>
                  <a:lnTo>
                    <a:pt x="2228811" y="0"/>
                  </a:lnTo>
                  <a:lnTo>
                    <a:pt x="2228811" y="12700"/>
                  </a:lnTo>
                  <a:lnTo>
                    <a:pt x="2203335" y="12700"/>
                  </a:lnTo>
                  <a:lnTo>
                    <a:pt x="2203335" y="0"/>
                  </a:lnTo>
                  <a:close/>
                </a:path>
                <a:path w="4483100" h="495300">
                  <a:moveTo>
                    <a:pt x="2152383" y="0"/>
                  </a:moveTo>
                  <a:lnTo>
                    <a:pt x="2177859" y="0"/>
                  </a:lnTo>
                  <a:lnTo>
                    <a:pt x="2177859" y="12700"/>
                  </a:lnTo>
                  <a:lnTo>
                    <a:pt x="2152383" y="12700"/>
                  </a:lnTo>
                  <a:lnTo>
                    <a:pt x="2152383" y="0"/>
                  </a:lnTo>
                  <a:close/>
                </a:path>
                <a:path w="4483100" h="495300">
                  <a:moveTo>
                    <a:pt x="2101430" y="0"/>
                  </a:moveTo>
                  <a:lnTo>
                    <a:pt x="2126907" y="0"/>
                  </a:lnTo>
                  <a:lnTo>
                    <a:pt x="2126907" y="12700"/>
                  </a:lnTo>
                  <a:lnTo>
                    <a:pt x="2101430" y="12700"/>
                  </a:lnTo>
                  <a:lnTo>
                    <a:pt x="2101430" y="0"/>
                  </a:lnTo>
                  <a:close/>
                </a:path>
                <a:path w="4483100" h="495300">
                  <a:moveTo>
                    <a:pt x="2050491" y="0"/>
                  </a:moveTo>
                  <a:lnTo>
                    <a:pt x="2075967" y="0"/>
                  </a:lnTo>
                  <a:lnTo>
                    <a:pt x="2075967" y="12700"/>
                  </a:lnTo>
                  <a:lnTo>
                    <a:pt x="2050491" y="12700"/>
                  </a:lnTo>
                  <a:lnTo>
                    <a:pt x="2050491" y="0"/>
                  </a:lnTo>
                  <a:close/>
                </a:path>
                <a:path w="4483100" h="495300">
                  <a:moveTo>
                    <a:pt x="1999538" y="0"/>
                  </a:moveTo>
                  <a:lnTo>
                    <a:pt x="2025015" y="0"/>
                  </a:lnTo>
                  <a:lnTo>
                    <a:pt x="2025015" y="12700"/>
                  </a:lnTo>
                  <a:lnTo>
                    <a:pt x="1999538" y="12700"/>
                  </a:lnTo>
                  <a:lnTo>
                    <a:pt x="1999538" y="0"/>
                  </a:lnTo>
                  <a:close/>
                </a:path>
                <a:path w="4483100" h="495300">
                  <a:moveTo>
                    <a:pt x="1948586" y="0"/>
                  </a:moveTo>
                  <a:lnTo>
                    <a:pt x="1974062" y="0"/>
                  </a:lnTo>
                  <a:lnTo>
                    <a:pt x="1974062" y="12700"/>
                  </a:lnTo>
                  <a:lnTo>
                    <a:pt x="1948586" y="12700"/>
                  </a:lnTo>
                  <a:lnTo>
                    <a:pt x="1948586" y="0"/>
                  </a:lnTo>
                  <a:close/>
                </a:path>
                <a:path w="4483100" h="495300">
                  <a:moveTo>
                    <a:pt x="1897633" y="0"/>
                  </a:moveTo>
                  <a:lnTo>
                    <a:pt x="1923110" y="0"/>
                  </a:lnTo>
                  <a:lnTo>
                    <a:pt x="1923110" y="12700"/>
                  </a:lnTo>
                  <a:lnTo>
                    <a:pt x="1897633" y="12700"/>
                  </a:lnTo>
                  <a:lnTo>
                    <a:pt x="1897633" y="0"/>
                  </a:lnTo>
                  <a:close/>
                </a:path>
                <a:path w="4483100" h="495300">
                  <a:moveTo>
                    <a:pt x="1846694" y="0"/>
                  </a:moveTo>
                  <a:lnTo>
                    <a:pt x="1872157" y="0"/>
                  </a:lnTo>
                  <a:lnTo>
                    <a:pt x="1872157" y="12700"/>
                  </a:lnTo>
                  <a:lnTo>
                    <a:pt x="1846694" y="12700"/>
                  </a:lnTo>
                  <a:lnTo>
                    <a:pt x="1846694" y="0"/>
                  </a:lnTo>
                  <a:close/>
                </a:path>
                <a:path w="4483100" h="495300">
                  <a:moveTo>
                    <a:pt x="1795741" y="0"/>
                  </a:moveTo>
                  <a:lnTo>
                    <a:pt x="1821218" y="0"/>
                  </a:lnTo>
                  <a:lnTo>
                    <a:pt x="1821218" y="12700"/>
                  </a:lnTo>
                  <a:lnTo>
                    <a:pt x="1795741" y="12700"/>
                  </a:lnTo>
                  <a:lnTo>
                    <a:pt x="1795741" y="0"/>
                  </a:lnTo>
                  <a:close/>
                </a:path>
                <a:path w="4483100" h="495300">
                  <a:moveTo>
                    <a:pt x="1744789" y="0"/>
                  </a:moveTo>
                  <a:lnTo>
                    <a:pt x="1770265" y="0"/>
                  </a:lnTo>
                  <a:lnTo>
                    <a:pt x="1770265" y="12700"/>
                  </a:lnTo>
                  <a:lnTo>
                    <a:pt x="1744789" y="12700"/>
                  </a:lnTo>
                  <a:lnTo>
                    <a:pt x="1744789" y="0"/>
                  </a:lnTo>
                  <a:close/>
                </a:path>
                <a:path w="4483100" h="495300">
                  <a:moveTo>
                    <a:pt x="1693837" y="0"/>
                  </a:moveTo>
                  <a:lnTo>
                    <a:pt x="1719313" y="0"/>
                  </a:lnTo>
                  <a:lnTo>
                    <a:pt x="1719313" y="12700"/>
                  </a:lnTo>
                  <a:lnTo>
                    <a:pt x="1693837" y="12700"/>
                  </a:lnTo>
                  <a:lnTo>
                    <a:pt x="1693837" y="0"/>
                  </a:lnTo>
                  <a:close/>
                </a:path>
                <a:path w="4483100" h="495300">
                  <a:moveTo>
                    <a:pt x="1642884" y="0"/>
                  </a:moveTo>
                  <a:lnTo>
                    <a:pt x="1668360" y="0"/>
                  </a:lnTo>
                  <a:lnTo>
                    <a:pt x="1668360" y="12700"/>
                  </a:lnTo>
                  <a:lnTo>
                    <a:pt x="1642884" y="12700"/>
                  </a:lnTo>
                  <a:lnTo>
                    <a:pt x="1642884" y="0"/>
                  </a:lnTo>
                  <a:close/>
                </a:path>
                <a:path w="4483100" h="495300">
                  <a:moveTo>
                    <a:pt x="1591945" y="0"/>
                  </a:moveTo>
                  <a:lnTo>
                    <a:pt x="1617421" y="0"/>
                  </a:lnTo>
                  <a:lnTo>
                    <a:pt x="1617421" y="12700"/>
                  </a:lnTo>
                  <a:lnTo>
                    <a:pt x="1591945" y="12700"/>
                  </a:lnTo>
                  <a:lnTo>
                    <a:pt x="1591945" y="0"/>
                  </a:lnTo>
                  <a:close/>
                </a:path>
                <a:path w="4483100" h="495300">
                  <a:moveTo>
                    <a:pt x="1540992" y="0"/>
                  </a:moveTo>
                  <a:lnTo>
                    <a:pt x="1566468" y="0"/>
                  </a:lnTo>
                  <a:lnTo>
                    <a:pt x="1566468" y="12700"/>
                  </a:lnTo>
                  <a:lnTo>
                    <a:pt x="1540992" y="12700"/>
                  </a:lnTo>
                  <a:lnTo>
                    <a:pt x="1540992" y="0"/>
                  </a:lnTo>
                  <a:close/>
                </a:path>
                <a:path w="4483100" h="495300">
                  <a:moveTo>
                    <a:pt x="1490040" y="0"/>
                  </a:moveTo>
                  <a:lnTo>
                    <a:pt x="1515516" y="0"/>
                  </a:lnTo>
                  <a:lnTo>
                    <a:pt x="1515516" y="12700"/>
                  </a:lnTo>
                  <a:lnTo>
                    <a:pt x="1490040" y="12700"/>
                  </a:lnTo>
                  <a:lnTo>
                    <a:pt x="1490040" y="0"/>
                  </a:lnTo>
                  <a:close/>
                </a:path>
                <a:path w="4483100" h="495300">
                  <a:moveTo>
                    <a:pt x="1439087" y="0"/>
                  </a:moveTo>
                  <a:lnTo>
                    <a:pt x="1464563" y="0"/>
                  </a:lnTo>
                  <a:lnTo>
                    <a:pt x="1464563" y="12700"/>
                  </a:lnTo>
                  <a:lnTo>
                    <a:pt x="1439087" y="12700"/>
                  </a:lnTo>
                  <a:lnTo>
                    <a:pt x="1439087" y="0"/>
                  </a:lnTo>
                  <a:close/>
                </a:path>
                <a:path w="4483100" h="495300">
                  <a:moveTo>
                    <a:pt x="1388148" y="0"/>
                  </a:moveTo>
                  <a:lnTo>
                    <a:pt x="1413611" y="0"/>
                  </a:lnTo>
                  <a:lnTo>
                    <a:pt x="1413611" y="12700"/>
                  </a:lnTo>
                  <a:lnTo>
                    <a:pt x="1388148" y="12700"/>
                  </a:lnTo>
                  <a:lnTo>
                    <a:pt x="1388148" y="0"/>
                  </a:lnTo>
                  <a:close/>
                </a:path>
                <a:path w="4483100" h="495300">
                  <a:moveTo>
                    <a:pt x="1337195" y="0"/>
                  </a:moveTo>
                  <a:lnTo>
                    <a:pt x="1362671" y="0"/>
                  </a:lnTo>
                  <a:lnTo>
                    <a:pt x="1362671" y="12700"/>
                  </a:lnTo>
                  <a:lnTo>
                    <a:pt x="1337195" y="12700"/>
                  </a:lnTo>
                  <a:lnTo>
                    <a:pt x="1337195" y="0"/>
                  </a:lnTo>
                  <a:close/>
                </a:path>
                <a:path w="4483100" h="495300">
                  <a:moveTo>
                    <a:pt x="1286243" y="0"/>
                  </a:moveTo>
                  <a:lnTo>
                    <a:pt x="1311719" y="0"/>
                  </a:lnTo>
                  <a:lnTo>
                    <a:pt x="1311719" y="12700"/>
                  </a:lnTo>
                  <a:lnTo>
                    <a:pt x="1286243" y="12700"/>
                  </a:lnTo>
                  <a:lnTo>
                    <a:pt x="1286243" y="0"/>
                  </a:lnTo>
                  <a:close/>
                </a:path>
                <a:path w="4483100" h="495300">
                  <a:moveTo>
                    <a:pt x="1235290" y="0"/>
                  </a:moveTo>
                  <a:lnTo>
                    <a:pt x="1260767" y="0"/>
                  </a:lnTo>
                  <a:lnTo>
                    <a:pt x="1260767" y="12700"/>
                  </a:lnTo>
                  <a:lnTo>
                    <a:pt x="1235290" y="12700"/>
                  </a:lnTo>
                  <a:lnTo>
                    <a:pt x="1235290" y="0"/>
                  </a:lnTo>
                  <a:close/>
                </a:path>
                <a:path w="4483100" h="495300">
                  <a:moveTo>
                    <a:pt x="1184338" y="0"/>
                  </a:moveTo>
                  <a:lnTo>
                    <a:pt x="1209814" y="0"/>
                  </a:lnTo>
                  <a:lnTo>
                    <a:pt x="1209814" y="12700"/>
                  </a:lnTo>
                  <a:lnTo>
                    <a:pt x="1184338" y="12700"/>
                  </a:lnTo>
                  <a:lnTo>
                    <a:pt x="1184338" y="0"/>
                  </a:lnTo>
                  <a:close/>
                </a:path>
                <a:path w="4483100" h="495300">
                  <a:moveTo>
                    <a:pt x="1133398" y="0"/>
                  </a:moveTo>
                  <a:lnTo>
                    <a:pt x="1158875" y="0"/>
                  </a:lnTo>
                  <a:lnTo>
                    <a:pt x="1158875" y="12700"/>
                  </a:lnTo>
                  <a:lnTo>
                    <a:pt x="1133398" y="12700"/>
                  </a:lnTo>
                  <a:lnTo>
                    <a:pt x="1133398" y="0"/>
                  </a:lnTo>
                  <a:close/>
                </a:path>
                <a:path w="4483100" h="495300">
                  <a:moveTo>
                    <a:pt x="1082446" y="0"/>
                  </a:moveTo>
                  <a:lnTo>
                    <a:pt x="1107922" y="0"/>
                  </a:lnTo>
                  <a:lnTo>
                    <a:pt x="1107922" y="12700"/>
                  </a:lnTo>
                  <a:lnTo>
                    <a:pt x="1082446" y="12700"/>
                  </a:lnTo>
                  <a:lnTo>
                    <a:pt x="1082446" y="0"/>
                  </a:lnTo>
                  <a:close/>
                </a:path>
                <a:path w="4483100" h="495300">
                  <a:moveTo>
                    <a:pt x="1031494" y="0"/>
                  </a:moveTo>
                  <a:lnTo>
                    <a:pt x="1056970" y="0"/>
                  </a:lnTo>
                  <a:lnTo>
                    <a:pt x="1056970" y="12700"/>
                  </a:lnTo>
                  <a:lnTo>
                    <a:pt x="1031494" y="12700"/>
                  </a:lnTo>
                  <a:lnTo>
                    <a:pt x="1031494" y="0"/>
                  </a:lnTo>
                  <a:close/>
                </a:path>
                <a:path w="4483100" h="495300">
                  <a:moveTo>
                    <a:pt x="980541" y="0"/>
                  </a:moveTo>
                  <a:lnTo>
                    <a:pt x="1006017" y="0"/>
                  </a:lnTo>
                  <a:lnTo>
                    <a:pt x="1006017" y="12700"/>
                  </a:lnTo>
                  <a:lnTo>
                    <a:pt x="980541" y="12700"/>
                  </a:lnTo>
                  <a:lnTo>
                    <a:pt x="980541" y="0"/>
                  </a:lnTo>
                  <a:close/>
                </a:path>
                <a:path w="4483100" h="495300">
                  <a:moveTo>
                    <a:pt x="929601" y="0"/>
                  </a:moveTo>
                  <a:lnTo>
                    <a:pt x="955065" y="0"/>
                  </a:lnTo>
                  <a:lnTo>
                    <a:pt x="955065" y="12700"/>
                  </a:lnTo>
                  <a:lnTo>
                    <a:pt x="929601" y="12700"/>
                  </a:lnTo>
                  <a:lnTo>
                    <a:pt x="929601" y="0"/>
                  </a:lnTo>
                  <a:close/>
                </a:path>
                <a:path w="4483100" h="495300">
                  <a:moveTo>
                    <a:pt x="878649" y="0"/>
                  </a:moveTo>
                  <a:lnTo>
                    <a:pt x="904125" y="0"/>
                  </a:lnTo>
                  <a:lnTo>
                    <a:pt x="904125" y="12700"/>
                  </a:lnTo>
                  <a:lnTo>
                    <a:pt x="878649" y="12700"/>
                  </a:lnTo>
                  <a:lnTo>
                    <a:pt x="878649" y="0"/>
                  </a:lnTo>
                  <a:close/>
                </a:path>
                <a:path w="4483100" h="495300">
                  <a:moveTo>
                    <a:pt x="827697" y="0"/>
                  </a:moveTo>
                  <a:lnTo>
                    <a:pt x="853173" y="0"/>
                  </a:lnTo>
                  <a:lnTo>
                    <a:pt x="853173" y="12700"/>
                  </a:lnTo>
                  <a:lnTo>
                    <a:pt x="827697" y="12700"/>
                  </a:lnTo>
                  <a:lnTo>
                    <a:pt x="827697" y="0"/>
                  </a:lnTo>
                  <a:close/>
                </a:path>
                <a:path w="4483100" h="495300">
                  <a:moveTo>
                    <a:pt x="776744" y="0"/>
                  </a:moveTo>
                  <a:lnTo>
                    <a:pt x="802220" y="0"/>
                  </a:lnTo>
                  <a:lnTo>
                    <a:pt x="802220" y="12700"/>
                  </a:lnTo>
                  <a:lnTo>
                    <a:pt x="776744" y="12700"/>
                  </a:lnTo>
                  <a:lnTo>
                    <a:pt x="776744" y="0"/>
                  </a:lnTo>
                  <a:close/>
                </a:path>
                <a:path w="4483100" h="495300">
                  <a:moveTo>
                    <a:pt x="725792" y="0"/>
                  </a:moveTo>
                  <a:lnTo>
                    <a:pt x="751268" y="0"/>
                  </a:lnTo>
                  <a:lnTo>
                    <a:pt x="751268" y="12700"/>
                  </a:lnTo>
                  <a:lnTo>
                    <a:pt x="725792" y="12700"/>
                  </a:lnTo>
                  <a:lnTo>
                    <a:pt x="725792" y="0"/>
                  </a:lnTo>
                  <a:close/>
                </a:path>
                <a:path w="4483100" h="495300">
                  <a:moveTo>
                    <a:pt x="674852" y="0"/>
                  </a:moveTo>
                  <a:lnTo>
                    <a:pt x="700328" y="0"/>
                  </a:lnTo>
                  <a:lnTo>
                    <a:pt x="700328" y="12700"/>
                  </a:lnTo>
                  <a:lnTo>
                    <a:pt x="674852" y="12700"/>
                  </a:lnTo>
                  <a:lnTo>
                    <a:pt x="674852" y="0"/>
                  </a:lnTo>
                  <a:close/>
                </a:path>
                <a:path w="4483100" h="495300">
                  <a:moveTo>
                    <a:pt x="623900" y="0"/>
                  </a:moveTo>
                  <a:lnTo>
                    <a:pt x="649376" y="0"/>
                  </a:lnTo>
                  <a:lnTo>
                    <a:pt x="649376" y="12700"/>
                  </a:lnTo>
                  <a:lnTo>
                    <a:pt x="623900" y="12700"/>
                  </a:lnTo>
                  <a:lnTo>
                    <a:pt x="623900" y="0"/>
                  </a:lnTo>
                  <a:close/>
                </a:path>
                <a:path w="4483100" h="495300">
                  <a:moveTo>
                    <a:pt x="572947" y="0"/>
                  </a:moveTo>
                  <a:lnTo>
                    <a:pt x="598424" y="0"/>
                  </a:lnTo>
                  <a:lnTo>
                    <a:pt x="598424" y="12700"/>
                  </a:lnTo>
                  <a:lnTo>
                    <a:pt x="572947" y="12700"/>
                  </a:lnTo>
                  <a:lnTo>
                    <a:pt x="572947" y="0"/>
                  </a:lnTo>
                  <a:close/>
                </a:path>
                <a:path w="4483100" h="495300">
                  <a:moveTo>
                    <a:pt x="521995" y="0"/>
                  </a:moveTo>
                  <a:lnTo>
                    <a:pt x="547471" y="0"/>
                  </a:lnTo>
                  <a:lnTo>
                    <a:pt x="547471" y="12700"/>
                  </a:lnTo>
                  <a:lnTo>
                    <a:pt x="521995" y="12700"/>
                  </a:lnTo>
                  <a:lnTo>
                    <a:pt x="521995" y="0"/>
                  </a:lnTo>
                  <a:close/>
                </a:path>
                <a:path w="4483100" h="495300">
                  <a:moveTo>
                    <a:pt x="471055" y="0"/>
                  </a:moveTo>
                  <a:lnTo>
                    <a:pt x="496519" y="0"/>
                  </a:lnTo>
                  <a:lnTo>
                    <a:pt x="496519" y="12700"/>
                  </a:lnTo>
                  <a:lnTo>
                    <a:pt x="471055" y="12700"/>
                  </a:lnTo>
                  <a:lnTo>
                    <a:pt x="471055" y="0"/>
                  </a:lnTo>
                  <a:close/>
                </a:path>
                <a:path w="4483100" h="495300">
                  <a:moveTo>
                    <a:pt x="420103" y="0"/>
                  </a:moveTo>
                  <a:lnTo>
                    <a:pt x="445579" y="0"/>
                  </a:lnTo>
                  <a:lnTo>
                    <a:pt x="445579" y="12700"/>
                  </a:lnTo>
                  <a:lnTo>
                    <a:pt x="420103" y="12700"/>
                  </a:lnTo>
                  <a:lnTo>
                    <a:pt x="420103" y="0"/>
                  </a:lnTo>
                  <a:close/>
                </a:path>
                <a:path w="4483100" h="495300">
                  <a:moveTo>
                    <a:pt x="369150" y="0"/>
                  </a:moveTo>
                  <a:lnTo>
                    <a:pt x="394627" y="0"/>
                  </a:lnTo>
                  <a:lnTo>
                    <a:pt x="394627" y="12700"/>
                  </a:lnTo>
                  <a:lnTo>
                    <a:pt x="369150" y="12700"/>
                  </a:lnTo>
                  <a:lnTo>
                    <a:pt x="369150" y="0"/>
                  </a:lnTo>
                  <a:close/>
                </a:path>
                <a:path w="4483100" h="495300">
                  <a:moveTo>
                    <a:pt x="318198" y="0"/>
                  </a:moveTo>
                  <a:lnTo>
                    <a:pt x="343674" y="0"/>
                  </a:lnTo>
                  <a:lnTo>
                    <a:pt x="343674" y="12700"/>
                  </a:lnTo>
                  <a:lnTo>
                    <a:pt x="318198" y="12700"/>
                  </a:lnTo>
                  <a:lnTo>
                    <a:pt x="318198" y="0"/>
                  </a:lnTo>
                  <a:close/>
                </a:path>
                <a:path w="4483100" h="495300">
                  <a:moveTo>
                    <a:pt x="267246" y="0"/>
                  </a:moveTo>
                  <a:lnTo>
                    <a:pt x="292722" y="0"/>
                  </a:lnTo>
                  <a:lnTo>
                    <a:pt x="292722" y="12700"/>
                  </a:lnTo>
                  <a:lnTo>
                    <a:pt x="267246" y="12700"/>
                  </a:lnTo>
                  <a:lnTo>
                    <a:pt x="267246" y="0"/>
                  </a:lnTo>
                  <a:close/>
                </a:path>
                <a:path w="4483100" h="495300">
                  <a:moveTo>
                    <a:pt x="216306" y="0"/>
                  </a:moveTo>
                  <a:lnTo>
                    <a:pt x="241782" y="0"/>
                  </a:lnTo>
                  <a:lnTo>
                    <a:pt x="241782" y="12700"/>
                  </a:lnTo>
                  <a:lnTo>
                    <a:pt x="216306" y="12700"/>
                  </a:lnTo>
                  <a:lnTo>
                    <a:pt x="216306" y="0"/>
                  </a:lnTo>
                  <a:close/>
                </a:path>
                <a:path w="4483100" h="495300">
                  <a:moveTo>
                    <a:pt x="165354" y="0"/>
                  </a:moveTo>
                  <a:lnTo>
                    <a:pt x="190830" y="0"/>
                  </a:lnTo>
                  <a:lnTo>
                    <a:pt x="190830" y="12700"/>
                  </a:lnTo>
                  <a:lnTo>
                    <a:pt x="165353" y="12700"/>
                  </a:lnTo>
                  <a:lnTo>
                    <a:pt x="165354" y="0"/>
                  </a:lnTo>
                  <a:close/>
                </a:path>
                <a:path w="4483100" h="495300">
                  <a:moveTo>
                    <a:pt x="114401" y="0"/>
                  </a:moveTo>
                  <a:lnTo>
                    <a:pt x="139877" y="0"/>
                  </a:lnTo>
                  <a:lnTo>
                    <a:pt x="139877" y="12700"/>
                  </a:lnTo>
                  <a:lnTo>
                    <a:pt x="114401" y="12700"/>
                  </a:lnTo>
                  <a:lnTo>
                    <a:pt x="114401" y="0"/>
                  </a:lnTo>
                  <a:close/>
                </a:path>
                <a:path w="4483100" h="495300">
                  <a:moveTo>
                    <a:pt x="76199" y="0"/>
                  </a:moveTo>
                  <a:lnTo>
                    <a:pt x="76200" y="12700"/>
                  </a:lnTo>
                  <a:lnTo>
                    <a:pt x="71945" y="12700"/>
                  </a:lnTo>
                  <a:lnTo>
                    <a:pt x="67792" y="13119"/>
                  </a:lnTo>
                  <a:lnTo>
                    <a:pt x="63792" y="13906"/>
                  </a:lnTo>
                  <a:lnTo>
                    <a:pt x="62561" y="7683"/>
                  </a:lnTo>
                  <a:lnTo>
                    <a:pt x="66967" y="6807"/>
                  </a:lnTo>
                  <a:lnTo>
                    <a:pt x="71526" y="6350"/>
                  </a:lnTo>
                  <a:lnTo>
                    <a:pt x="62297" y="6350"/>
                  </a:lnTo>
                  <a:lnTo>
                    <a:pt x="61623" y="2942"/>
                  </a:lnTo>
                  <a:lnTo>
                    <a:pt x="76199" y="0"/>
                  </a:lnTo>
                  <a:close/>
                </a:path>
                <a:path w="4483100" h="495300">
                  <a:moveTo>
                    <a:pt x="76199" y="0"/>
                  </a:moveTo>
                  <a:lnTo>
                    <a:pt x="88925" y="0"/>
                  </a:lnTo>
                  <a:lnTo>
                    <a:pt x="88925" y="12700"/>
                  </a:lnTo>
                  <a:lnTo>
                    <a:pt x="76200" y="12700"/>
                  </a:lnTo>
                  <a:lnTo>
                    <a:pt x="76199" y="0"/>
                  </a:lnTo>
                  <a:close/>
                </a:path>
                <a:path w="4483100" h="495300">
                  <a:moveTo>
                    <a:pt x="62297" y="6350"/>
                  </a:moveTo>
                  <a:lnTo>
                    <a:pt x="71526" y="6350"/>
                  </a:lnTo>
                  <a:lnTo>
                    <a:pt x="66967" y="6807"/>
                  </a:lnTo>
                  <a:lnTo>
                    <a:pt x="62560" y="7683"/>
                  </a:lnTo>
                  <a:lnTo>
                    <a:pt x="62388" y="6807"/>
                  </a:lnTo>
                  <a:lnTo>
                    <a:pt x="62297" y="6350"/>
                  </a:lnTo>
                  <a:close/>
                </a:path>
                <a:path w="4483100" h="495300">
                  <a:moveTo>
                    <a:pt x="37388" y="18110"/>
                  </a:moveTo>
                  <a:lnTo>
                    <a:pt x="40932" y="23393"/>
                  </a:lnTo>
                  <a:lnTo>
                    <a:pt x="33997" y="28028"/>
                  </a:lnTo>
                  <a:lnTo>
                    <a:pt x="28028" y="33997"/>
                  </a:lnTo>
                  <a:lnTo>
                    <a:pt x="23393" y="40932"/>
                  </a:lnTo>
                  <a:lnTo>
                    <a:pt x="18109" y="37390"/>
                  </a:lnTo>
                  <a:lnTo>
                    <a:pt x="22204" y="31879"/>
                  </a:lnTo>
                  <a:lnTo>
                    <a:pt x="26806" y="26806"/>
                  </a:lnTo>
                  <a:lnTo>
                    <a:pt x="31755" y="22317"/>
                  </a:lnTo>
                  <a:lnTo>
                    <a:pt x="37388" y="18110"/>
                  </a:lnTo>
                  <a:close/>
                </a:path>
                <a:path w="4483100" h="495300">
                  <a:moveTo>
                    <a:pt x="34641" y="14008"/>
                  </a:moveTo>
                  <a:lnTo>
                    <a:pt x="37388" y="18110"/>
                  </a:lnTo>
                  <a:lnTo>
                    <a:pt x="31755" y="22317"/>
                  </a:lnTo>
                  <a:lnTo>
                    <a:pt x="26806" y="26806"/>
                  </a:lnTo>
                  <a:lnTo>
                    <a:pt x="22204" y="31879"/>
                  </a:lnTo>
                  <a:lnTo>
                    <a:pt x="18109" y="37390"/>
                  </a:lnTo>
                  <a:lnTo>
                    <a:pt x="14008" y="34641"/>
                  </a:lnTo>
                  <a:lnTo>
                    <a:pt x="22317" y="22317"/>
                  </a:lnTo>
                  <a:lnTo>
                    <a:pt x="34641" y="14008"/>
                  </a:lnTo>
                  <a:close/>
                </a:path>
                <a:path w="4483100" h="495300">
                  <a:moveTo>
                    <a:pt x="7683" y="62561"/>
                  </a:moveTo>
                  <a:lnTo>
                    <a:pt x="13906" y="63792"/>
                  </a:lnTo>
                  <a:lnTo>
                    <a:pt x="13119" y="67792"/>
                  </a:lnTo>
                  <a:lnTo>
                    <a:pt x="12742" y="71526"/>
                  </a:lnTo>
                  <a:lnTo>
                    <a:pt x="12700" y="88442"/>
                  </a:lnTo>
                  <a:lnTo>
                    <a:pt x="6350" y="88442"/>
                  </a:lnTo>
                  <a:lnTo>
                    <a:pt x="6350" y="71526"/>
                  </a:lnTo>
                  <a:lnTo>
                    <a:pt x="6724" y="67792"/>
                  </a:lnTo>
                  <a:lnTo>
                    <a:pt x="6807" y="66967"/>
                  </a:lnTo>
                  <a:lnTo>
                    <a:pt x="7683" y="62561"/>
                  </a:lnTo>
                  <a:close/>
                </a:path>
                <a:path w="4483100" h="495300">
                  <a:moveTo>
                    <a:pt x="2942" y="61623"/>
                  </a:moveTo>
                  <a:lnTo>
                    <a:pt x="7683" y="62561"/>
                  </a:lnTo>
                  <a:lnTo>
                    <a:pt x="6807" y="66967"/>
                  </a:lnTo>
                  <a:lnTo>
                    <a:pt x="6350" y="71526"/>
                  </a:lnTo>
                  <a:lnTo>
                    <a:pt x="6350" y="88442"/>
                  </a:lnTo>
                  <a:lnTo>
                    <a:pt x="0" y="88442"/>
                  </a:lnTo>
                  <a:lnTo>
                    <a:pt x="0" y="76200"/>
                  </a:lnTo>
                  <a:lnTo>
                    <a:pt x="2942" y="61623"/>
                  </a:lnTo>
                  <a:close/>
                </a:path>
                <a:path w="4483100" h="495300">
                  <a:moveTo>
                    <a:pt x="6350" y="112941"/>
                  </a:moveTo>
                  <a:lnTo>
                    <a:pt x="12700" y="112941"/>
                  </a:lnTo>
                  <a:lnTo>
                    <a:pt x="12700" y="137426"/>
                  </a:lnTo>
                  <a:lnTo>
                    <a:pt x="6350" y="137426"/>
                  </a:lnTo>
                  <a:lnTo>
                    <a:pt x="6350" y="112941"/>
                  </a:lnTo>
                  <a:close/>
                </a:path>
                <a:path w="4483100" h="495300">
                  <a:moveTo>
                    <a:pt x="0" y="112941"/>
                  </a:moveTo>
                  <a:lnTo>
                    <a:pt x="6350" y="112941"/>
                  </a:lnTo>
                  <a:lnTo>
                    <a:pt x="6350" y="137426"/>
                  </a:lnTo>
                  <a:lnTo>
                    <a:pt x="0" y="137426"/>
                  </a:lnTo>
                  <a:lnTo>
                    <a:pt x="0" y="112941"/>
                  </a:lnTo>
                  <a:close/>
                </a:path>
                <a:path w="4483100" h="495300">
                  <a:moveTo>
                    <a:pt x="6350" y="161925"/>
                  </a:moveTo>
                  <a:lnTo>
                    <a:pt x="12700" y="161925"/>
                  </a:lnTo>
                  <a:lnTo>
                    <a:pt x="12700" y="186423"/>
                  </a:lnTo>
                  <a:lnTo>
                    <a:pt x="6350" y="186423"/>
                  </a:lnTo>
                  <a:lnTo>
                    <a:pt x="6350" y="161925"/>
                  </a:lnTo>
                  <a:close/>
                </a:path>
                <a:path w="4483100" h="495300">
                  <a:moveTo>
                    <a:pt x="0" y="161925"/>
                  </a:moveTo>
                  <a:lnTo>
                    <a:pt x="6350" y="161925"/>
                  </a:lnTo>
                  <a:lnTo>
                    <a:pt x="6350" y="186423"/>
                  </a:lnTo>
                  <a:lnTo>
                    <a:pt x="0" y="186423"/>
                  </a:lnTo>
                  <a:lnTo>
                    <a:pt x="0" y="161925"/>
                  </a:lnTo>
                  <a:close/>
                </a:path>
                <a:path w="4483100" h="495300">
                  <a:moveTo>
                    <a:pt x="6350" y="210908"/>
                  </a:moveTo>
                  <a:lnTo>
                    <a:pt x="12700" y="210908"/>
                  </a:lnTo>
                  <a:lnTo>
                    <a:pt x="12700" y="235407"/>
                  </a:lnTo>
                  <a:lnTo>
                    <a:pt x="6350" y="235407"/>
                  </a:lnTo>
                  <a:lnTo>
                    <a:pt x="6350" y="210908"/>
                  </a:lnTo>
                  <a:close/>
                </a:path>
                <a:path w="4483100" h="495300">
                  <a:moveTo>
                    <a:pt x="0" y="210908"/>
                  </a:moveTo>
                  <a:lnTo>
                    <a:pt x="6350" y="210908"/>
                  </a:lnTo>
                  <a:lnTo>
                    <a:pt x="6350" y="235407"/>
                  </a:lnTo>
                  <a:lnTo>
                    <a:pt x="0" y="235407"/>
                  </a:lnTo>
                  <a:lnTo>
                    <a:pt x="0" y="210908"/>
                  </a:lnTo>
                  <a:close/>
                </a:path>
                <a:path w="4483100" h="495300">
                  <a:moveTo>
                    <a:pt x="6350" y="259892"/>
                  </a:moveTo>
                  <a:lnTo>
                    <a:pt x="12700" y="259892"/>
                  </a:lnTo>
                  <a:lnTo>
                    <a:pt x="12700" y="284391"/>
                  </a:lnTo>
                  <a:lnTo>
                    <a:pt x="6350" y="284391"/>
                  </a:lnTo>
                  <a:lnTo>
                    <a:pt x="6350" y="259892"/>
                  </a:lnTo>
                  <a:close/>
                </a:path>
                <a:path w="4483100" h="495300">
                  <a:moveTo>
                    <a:pt x="0" y="259892"/>
                  </a:moveTo>
                  <a:lnTo>
                    <a:pt x="6350" y="259892"/>
                  </a:lnTo>
                  <a:lnTo>
                    <a:pt x="6350" y="284391"/>
                  </a:lnTo>
                  <a:lnTo>
                    <a:pt x="0" y="284391"/>
                  </a:lnTo>
                  <a:lnTo>
                    <a:pt x="0" y="259892"/>
                  </a:lnTo>
                  <a:close/>
                </a:path>
                <a:path w="4483100" h="495300">
                  <a:moveTo>
                    <a:pt x="6350" y="308876"/>
                  </a:moveTo>
                  <a:lnTo>
                    <a:pt x="12700" y="308876"/>
                  </a:lnTo>
                  <a:lnTo>
                    <a:pt x="12700" y="333375"/>
                  </a:lnTo>
                  <a:lnTo>
                    <a:pt x="6350" y="333375"/>
                  </a:lnTo>
                  <a:lnTo>
                    <a:pt x="6350" y="308876"/>
                  </a:lnTo>
                  <a:close/>
                </a:path>
                <a:path w="4483100" h="495300">
                  <a:moveTo>
                    <a:pt x="0" y="308876"/>
                  </a:moveTo>
                  <a:lnTo>
                    <a:pt x="6350" y="308876"/>
                  </a:lnTo>
                  <a:lnTo>
                    <a:pt x="6350" y="333375"/>
                  </a:lnTo>
                  <a:lnTo>
                    <a:pt x="0" y="333375"/>
                  </a:lnTo>
                  <a:lnTo>
                    <a:pt x="0" y="308876"/>
                  </a:lnTo>
                  <a:close/>
                </a:path>
                <a:path w="4483100" h="495300">
                  <a:moveTo>
                    <a:pt x="6350" y="357873"/>
                  </a:moveTo>
                  <a:lnTo>
                    <a:pt x="12700" y="357873"/>
                  </a:lnTo>
                  <a:lnTo>
                    <a:pt x="12700" y="382358"/>
                  </a:lnTo>
                  <a:lnTo>
                    <a:pt x="6350" y="382358"/>
                  </a:lnTo>
                  <a:lnTo>
                    <a:pt x="6350" y="357873"/>
                  </a:lnTo>
                  <a:close/>
                </a:path>
                <a:path w="4483100" h="495300">
                  <a:moveTo>
                    <a:pt x="0" y="357873"/>
                  </a:moveTo>
                  <a:lnTo>
                    <a:pt x="6350" y="357873"/>
                  </a:lnTo>
                  <a:lnTo>
                    <a:pt x="6350" y="382358"/>
                  </a:lnTo>
                  <a:lnTo>
                    <a:pt x="0" y="382358"/>
                  </a:lnTo>
                  <a:lnTo>
                    <a:pt x="0" y="357873"/>
                  </a:lnTo>
                  <a:close/>
                </a:path>
                <a:path w="4483100" h="495300">
                  <a:moveTo>
                    <a:pt x="0" y="406857"/>
                  </a:moveTo>
                  <a:lnTo>
                    <a:pt x="6350" y="406857"/>
                  </a:lnTo>
                  <a:lnTo>
                    <a:pt x="6350" y="423773"/>
                  </a:lnTo>
                  <a:lnTo>
                    <a:pt x="6724" y="427507"/>
                  </a:lnTo>
                  <a:lnTo>
                    <a:pt x="6807" y="428332"/>
                  </a:lnTo>
                  <a:lnTo>
                    <a:pt x="7677" y="432739"/>
                  </a:lnTo>
                  <a:lnTo>
                    <a:pt x="2940" y="433676"/>
                  </a:lnTo>
                  <a:lnTo>
                    <a:pt x="0" y="419100"/>
                  </a:lnTo>
                  <a:lnTo>
                    <a:pt x="0" y="406857"/>
                  </a:lnTo>
                  <a:close/>
                </a:path>
                <a:path w="4483100" h="495300">
                  <a:moveTo>
                    <a:pt x="6350" y="406857"/>
                  </a:moveTo>
                  <a:lnTo>
                    <a:pt x="12700" y="406857"/>
                  </a:lnTo>
                  <a:lnTo>
                    <a:pt x="12742" y="423773"/>
                  </a:lnTo>
                  <a:lnTo>
                    <a:pt x="13119" y="427507"/>
                  </a:lnTo>
                  <a:lnTo>
                    <a:pt x="13906" y="431507"/>
                  </a:lnTo>
                  <a:lnTo>
                    <a:pt x="7677" y="432739"/>
                  </a:lnTo>
                  <a:lnTo>
                    <a:pt x="6807" y="428332"/>
                  </a:lnTo>
                  <a:lnTo>
                    <a:pt x="6350" y="423773"/>
                  </a:lnTo>
                  <a:lnTo>
                    <a:pt x="6350" y="406857"/>
                  </a:lnTo>
                  <a:close/>
                </a:path>
                <a:path w="4483100" h="495300">
                  <a:moveTo>
                    <a:pt x="18110" y="457911"/>
                  </a:moveTo>
                  <a:lnTo>
                    <a:pt x="22204" y="463420"/>
                  </a:lnTo>
                  <a:lnTo>
                    <a:pt x="26806" y="468493"/>
                  </a:lnTo>
                  <a:lnTo>
                    <a:pt x="31879" y="473095"/>
                  </a:lnTo>
                  <a:lnTo>
                    <a:pt x="37388" y="477190"/>
                  </a:lnTo>
                  <a:lnTo>
                    <a:pt x="34640" y="481291"/>
                  </a:lnTo>
                  <a:lnTo>
                    <a:pt x="22483" y="473095"/>
                  </a:lnTo>
                  <a:lnTo>
                    <a:pt x="21591" y="471906"/>
                  </a:lnTo>
                  <a:lnTo>
                    <a:pt x="14008" y="460658"/>
                  </a:lnTo>
                  <a:lnTo>
                    <a:pt x="18110" y="457911"/>
                  </a:lnTo>
                  <a:close/>
                </a:path>
                <a:path w="4483100" h="495300">
                  <a:moveTo>
                    <a:pt x="23393" y="454367"/>
                  </a:moveTo>
                  <a:lnTo>
                    <a:pt x="28028" y="461302"/>
                  </a:lnTo>
                  <a:lnTo>
                    <a:pt x="33997" y="467271"/>
                  </a:lnTo>
                  <a:lnTo>
                    <a:pt x="40932" y="471906"/>
                  </a:lnTo>
                  <a:lnTo>
                    <a:pt x="37390" y="477190"/>
                  </a:lnTo>
                  <a:lnTo>
                    <a:pt x="31879" y="473095"/>
                  </a:lnTo>
                  <a:lnTo>
                    <a:pt x="26806" y="468493"/>
                  </a:lnTo>
                  <a:lnTo>
                    <a:pt x="22204" y="463420"/>
                  </a:lnTo>
                  <a:lnTo>
                    <a:pt x="18110" y="457911"/>
                  </a:lnTo>
                  <a:lnTo>
                    <a:pt x="23393" y="454367"/>
                  </a:lnTo>
                  <a:close/>
                </a:path>
                <a:path w="4483100" h="495300">
                  <a:moveTo>
                    <a:pt x="76200" y="482600"/>
                  </a:moveTo>
                  <a:lnTo>
                    <a:pt x="88938" y="482600"/>
                  </a:lnTo>
                  <a:lnTo>
                    <a:pt x="88938" y="495300"/>
                  </a:lnTo>
                  <a:lnTo>
                    <a:pt x="76200" y="495300"/>
                  </a:lnTo>
                  <a:lnTo>
                    <a:pt x="76200" y="482600"/>
                  </a:lnTo>
                  <a:close/>
                </a:path>
                <a:path w="4483100" h="495300">
                  <a:moveTo>
                    <a:pt x="63792" y="481393"/>
                  </a:moveTo>
                  <a:lnTo>
                    <a:pt x="67792" y="482180"/>
                  </a:lnTo>
                  <a:lnTo>
                    <a:pt x="71945" y="482600"/>
                  </a:lnTo>
                  <a:lnTo>
                    <a:pt x="76200" y="482600"/>
                  </a:lnTo>
                  <a:lnTo>
                    <a:pt x="76200" y="495300"/>
                  </a:lnTo>
                  <a:lnTo>
                    <a:pt x="61623" y="492357"/>
                  </a:lnTo>
                  <a:lnTo>
                    <a:pt x="62297" y="488950"/>
                  </a:lnTo>
                  <a:lnTo>
                    <a:pt x="71526" y="488950"/>
                  </a:lnTo>
                  <a:lnTo>
                    <a:pt x="66967" y="488492"/>
                  </a:lnTo>
                  <a:lnTo>
                    <a:pt x="62561" y="487616"/>
                  </a:lnTo>
                  <a:lnTo>
                    <a:pt x="63792" y="481393"/>
                  </a:lnTo>
                  <a:close/>
                </a:path>
                <a:path w="4483100" h="495300">
                  <a:moveTo>
                    <a:pt x="62561" y="487616"/>
                  </a:moveTo>
                  <a:lnTo>
                    <a:pt x="66967" y="488492"/>
                  </a:lnTo>
                  <a:lnTo>
                    <a:pt x="71526" y="488950"/>
                  </a:lnTo>
                  <a:lnTo>
                    <a:pt x="62297" y="488950"/>
                  </a:lnTo>
                  <a:lnTo>
                    <a:pt x="62561" y="487616"/>
                  </a:lnTo>
                  <a:close/>
                </a:path>
                <a:path w="4483100" h="495300">
                  <a:moveTo>
                    <a:pt x="114414" y="482600"/>
                  </a:moveTo>
                  <a:lnTo>
                    <a:pt x="139890" y="482600"/>
                  </a:lnTo>
                  <a:lnTo>
                    <a:pt x="139890" y="495300"/>
                  </a:lnTo>
                  <a:lnTo>
                    <a:pt x="114414" y="495300"/>
                  </a:lnTo>
                  <a:lnTo>
                    <a:pt x="114414" y="482600"/>
                  </a:lnTo>
                  <a:close/>
                </a:path>
                <a:path w="4483100" h="495300">
                  <a:moveTo>
                    <a:pt x="165366" y="482600"/>
                  </a:moveTo>
                  <a:lnTo>
                    <a:pt x="190830" y="482600"/>
                  </a:lnTo>
                  <a:lnTo>
                    <a:pt x="190830" y="495300"/>
                  </a:lnTo>
                  <a:lnTo>
                    <a:pt x="165366" y="495300"/>
                  </a:lnTo>
                  <a:lnTo>
                    <a:pt x="165366" y="482600"/>
                  </a:lnTo>
                  <a:close/>
                </a:path>
                <a:path w="4483100" h="495300">
                  <a:moveTo>
                    <a:pt x="216306" y="482600"/>
                  </a:moveTo>
                  <a:lnTo>
                    <a:pt x="241782" y="482600"/>
                  </a:lnTo>
                  <a:lnTo>
                    <a:pt x="241782" y="495300"/>
                  </a:lnTo>
                  <a:lnTo>
                    <a:pt x="216306" y="495300"/>
                  </a:lnTo>
                  <a:lnTo>
                    <a:pt x="216306" y="482600"/>
                  </a:lnTo>
                  <a:close/>
                </a:path>
                <a:path w="4483100" h="495300">
                  <a:moveTo>
                    <a:pt x="267258" y="482600"/>
                  </a:moveTo>
                  <a:lnTo>
                    <a:pt x="292735" y="482600"/>
                  </a:lnTo>
                  <a:lnTo>
                    <a:pt x="292735" y="495300"/>
                  </a:lnTo>
                  <a:lnTo>
                    <a:pt x="267258" y="495300"/>
                  </a:lnTo>
                  <a:lnTo>
                    <a:pt x="267258" y="482600"/>
                  </a:lnTo>
                  <a:close/>
                </a:path>
                <a:path w="4483100" h="495300">
                  <a:moveTo>
                    <a:pt x="318211" y="482600"/>
                  </a:moveTo>
                  <a:lnTo>
                    <a:pt x="343687" y="482600"/>
                  </a:lnTo>
                  <a:lnTo>
                    <a:pt x="343687" y="495300"/>
                  </a:lnTo>
                  <a:lnTo>
                    <a:pt x="318211" y="495300"/>
                  </a:lnTo>
                  <a:lnTo>
                    <a:pt x="318211" y="482600"/>
                  </a:lnTo>
                  <a:close/>
                </a:path>
                <a:path w="4483100" h="495300">
                  <a:moveTo>
                    <a:pt x="369163" y="482600"/>
                  </a:moveTo>
                  <a:lnTo>
                    <a:pt x="394639" y="482600"/>
                  </a:lnTo>
                  <a:lnTo>
                    <a:pt x="394639" y="495300"/>
                  </a:lnTo>
                  <a:lnTo>
                    <a:pt x="369163" y="495300"/>
                  </a:lnTo>
                  <a:lnTo>
                    <a:pt x="369163" y="482600"/>
                  </a:lnTo>
                  <a:close/>
                </a:path>
                <a:path w="4483100" h="495300">
                  <a:moveTo>
                    <a:pt x="420103" y="482600"/>
                  </a:moveTo>
                  <a:lnTo>
                    <a:pt x="445579" y="482600"/>
                  </a:lnTo>
                  <a:lnTo>
                    <a:pt x="445579" y="495300"/>
                  </a:lnTo>
                  <a:lnTo>
                    <a:pt x="420103" y="495300"/>
                  </a:lnTo>
                  <a:lnTo>
                    <a:pt x="420103" y="482600"/>
                  </a:lnTo>
                  <a:close/>
                </a:path>
                <a:path w="4483100" h="495300">
                  <a:moveTo>
                    <a:pt x="471055" y="482600"/>
                  </a:moveTo>
                  <a:lnTo>
                    <a:pt x="496531" y="482600"/>
                  </a:lnTo>
                  <a:lnTo>
                    <a:pt x="496531" y="495300"/>
                  </a:lnTo>
                  <a:lnTo>
                    <a:pt x="471055" y="495300"/>
                  </a:lnTo>
                  <a:lnTo>
                    <a:pt x="471055" y="482600"/>
                  </a:lnTo>
                  <a:close/>
                </a:path>
                <a:path w="4483100" h="495300">
                  <a:moveTo>
                    <a:pt x="522008" y="482600"/>
                  </a:moveTo>
                  <a:lnTo>
                    <a:pt x="547484" y="482600"/>
                  </a:lnTo>
                  <a:lnTo>
                    <a:pt x="547484" y="495300"/>
                  </a:lnTo>
                  <a:lnTo>
                    <a:pt x="522008" y="495300"/>
                  </a:lnTo>
                  <a:lnTo>
                    <a:pt x="522008" y="482600"/>
                  </a:lnTo>
                  <a:close/>
                </a:path>
                <a:path w="4483100" h="495300">
                  <a:moveTo>
                    <a:pt x="572960" y="482600"/>
                  </a:moveTo>
                  <a:lnTo>
                    <a:pt x="598436" y="482600"/>
                  </a:lnTo>
                  <a:lnTo>
                    <a:pt x="598436" y="495300"/>
                  </a:lnTo>
                  <a:lnTo>
                    <a:pt x="572960" y="495300"/>
                  </a:lnTo>
                  <a:lnTo>
                    <a:pt x="572960" y="482600"/>
                  </a:lnTo>
                  <a:close/>
                </a:path>
                <a:path w="4483100" h="495300">
                  <a:moveTo>
                    <a:pt x="623900" y="482600"/>
                  </a:moveTo>
                  <a:lnTo>
                    <a:pt x="649376" y="482600"/>
                  </a:lnTo>
                  <a:lnTo>
                    <a:pt x="649376" y="495300"/>
                  </a:lnTo>
                  <a:lnTo>
                    <a:pt x="623900" y="495300"/>
                  </a:lnTo>
                  <a:lnTo>
                    <a:pt x="623900" y="482600"/>
                  </a:lnTo>
                  <a:close/>
                </a:path>
                <a:path w="4483100" h="495300">
                  <a:moveTo>
                    <a:pt x="674852" y="482600"/>
                  </a:moveTo>
                  <a:lnTo>
                    <a:pt x="700328" y="482600"/>
                  </a:lnTo>
                  <a:lnTo>
                    <a:pt x="700328" y="495300"/>
                  </a:lnTo>
                  <a:lnTo>
                    <a:pt x="674852" y="495300"/>
                  </a:lnTo>
                  <a:lnTo>
                    <a:pt x="674852" y="482600"/>
                  </a:lnTo>
                  <a:close/>
                </a:path>
                <a:path w="4483100" h="495300">
                  <a:moveTo>
                    <a:pt x="725804" y="482600"/>
                  </a:moveTo>
                  <a:lnTo>
                    <a:pt x="751281" y="482600"/>
                  </a:lnTo>
                  <a:lnTo>
                    <a:pt x="751281" y="495300"/>
                  </a:lnTo>
                  <a:lnTo>
                    <a:pt x="725804" y="495300"/>
                  </a:lnTo>
                  <a:lnTo>
                    <a:pt x="725804" y="482600"/>
                  </a:lnTo>
                  <a:close/>
                </a:path>
                <a:path w="4483100" h="495300">
                  <a:moveTo>
                    <a:pt x="776757" y="482600"/>
                  </a:moveTo>
                  <a:lnTo>
                    <a:pt x="802233" y="482600"/>
                  </a:lnTo>
                  <a:lnTo>
                    <a:pt x="802233" y="495300"/>
                  </a:lnTo>
                  <a:lnTo>
                    <a:pt x="776757" y="495300"/>
                  </a:lnTo>
                  <a:lnTo>
                    <a:pt x="776757" y="482600"/>
                  </a:lnTo>
                  <a:close/>
                </a:path>
                <a:path w="4483100" h="495300">
                  <a:moveTo>
                    <a:pt x="827709" y="482600"/>
                  </a:moveTo>
                  <a:lnTo>
                    <a:pt x="853173" y="482600"/>
                  </a:lnTo>
                  <a:lnTo>
                    <a:pt x="853173" y="495300"/>
                  </a:lnTo>
                  <a:lnTo>
                    <a:pt x="827709" y="495300"/>
                  </a:lnTo>
                  <a:lnTo>
                    <a:pt x="827709" y="482600"/>
                  </a:lnTo>
                  <a:close/>
                </a:path>
                <a:path w="4483100" h="495300">
                  <a:moveTo>
                    <a:pt x="878649" y="482600"/>
                  </a:moveTo>
                  <a:lnTo>
                    <a:pt x="904125" y="482600"/>
                  </a:lnTo>
                  <a:lnTo>
                    <a:pt x="904125" y="495300"/>
                  </a:lnTo>
                  <a:lnTo>
                    <a:pt x="878649" y="495300"/>
                  </a:lnTo>
                  <a:lnTo>
                    <a:pt x="878649" y="482600"/>
                  </a:lnTo>
                  <a:close/>
                </a:path>
                <a:path w="4483100" h="495300">
                  <a:moveTo>
                    <a:pt x="929601" y="482600"/>
                  </a:moveTo>
                  <a:lnTo>
                    <a:pt x="955078" y="482600"/>
                  </a:lnTo>
                  <a:lnTo>
                    <a:pt x="955078" y="495300"/>
                  </a:lnTo>
                  <a:lnTo>
                    <a:pt x="929601" y="495300"/>
                  </a:lnTo>
                  <a:lnTo>
                    <a:pt x="929601" y="482600"/>
                  </a:lnTo>
                  <a:close/>
                </a:path>
                <a:path w="4483100" h="495300">
                  <a:moveTo>
                    <a:pt x="980554" y="482600"/>
                  </a:moveTo>
                  <a:lnTo>
                    <a:pt x="1006030" y="482600"/>
                  </a:lnTo>
                  <a:lnTo>
                    <a:pt x="1006030" y="495300"/>
                  </a:lnTo>
                  <a:lnTo>
                    <a:pt x="980554" y="495300"/>
                  </a:lnTo>
                  <a:lnTo>
                    <a:pt x="980554" y="482600"/>
                  </a:lnTo>
                  <a:close/>
                </a:path>
                <a:path w="4483100" h="495300">
                  <a:moveTo>
                    <a:pt x="1031506" y="482600"/>
                  </a:moveTo>
                  <a:lnTo>
                    <a:pt x="1056970" y="482600"/>
                  </a:lnTo>
                  <a:lnTo>
                    <a:pt x="1056970" y="495300"/>
                  </a:lnTo>
                  <a:lnTo>
                    <a:pt x="1031506" y="495300"/>
                  </a:lnTo>
                  <a:lnTo>
                    <a:pt x="1031506" y="482600"/>
                  </a:lnTo>
                  <a:close/>
                </a:path>
                <a:path w="4483100" h="495300">
                  <a:moveTo>
                    <a:pt x="1082446" y="482600"/>
                  </a:moveTo>
                  <a:lnTo>
                    <a:pt x="1107922" y="482600"/>
                  </a:lnTo>
                  <a:lnTo>
                    <a:pt x="1107922" y="495300"/>
                  </a:lnTo>
                  <a:lnTo>
                    <a:pt x="1082446" y="495300"/>
                  </a:lnTo>
                  <a:lnTo>
                    <a:pt x="1082446" y="482600"/>
                  </a:lnTo>
                  <a:close/>
                </a:path>
                <a:path w="4483100" h="495300">
                  <a:moveTo>
                    <a:pt x="1133398" y="482600"/>
                  </a:moveTo>
                  <a:lnTo>
                    <a:pt x="1158875" y="482600"/>
                  </a:lnTo>
                  <a:lnTo>
                    <a:pt x="1158875" y="495300"/>
                  </a:lnTo>
                  <a:lnTo>
                    <a:pt x="1133398" y="495300"/>
                  </a:lnTo>
                  <a:lnTo>
                    <a:pt x="1133398" y="482600"/>
                  </a:lnTo>
                  <a:close/>
                </a:path>
                <a:path w="4483100" h="495300">
                  <a:moveTo>
                    <a:pt x="1184351" y="482600"/>
                  </a:moveTo>
                  <a:lnTo>
                    <a:pt x="1209827" y="482600"/>
                  </a:lnTo>
                  <a:lnTo>
                    <a:pt x="1209827" y="495300"/>
                  </a:lnTo>
                  <a:lnTo>
                    <a:pt x="1184351" y="495300"/>
                  </a:lnTo>
                  <a:lnTo>
                    <a:pt x="1184351" y="482600"/>
                  </a:lnTo>
                  <a:close/>
                </a:path>
                <a:path w="4483100" h="495300">
                  <a:moveTo>
                    <a:pt x="1235303" y="482600"/>
                  </a:moveTo>
                  <a:lnTo>
                    <a:pt x="1260779" y="482600"/>
                  </a:lnTo>
                  <a:lnTo>
                    <a:pt x="1260779" y="495300"/>
                  </a:lnTo>
                  <a:lnTo>
                    <a:pt x="1235303" y="495300"/>
                  </a:lnTo>
                  <a:lnTo>
                    <a:pt x="1235303" y="482600"/>
                  </a:lnTo>
                  <a:close/>
                </a:path>
                <a:path w="4483100" h="495300">
                  <a:moveTo>
                    <a:pt x="1286243" y="482600"/>
                  </a:moveTo>
                  <a:lnTo>
                    <a:pt x="1311719" y="482600"/>
                  </a:lnTo>
                  <a:lnTo>
                    <a:pt x="1311719" y="495300"/>
                  </a:lnTo>
                  <a:lnTo>
                    <a:pt x="1286243" y="495300"/>
                  </a:lnTo>
                  <a:lnTo>
                    <a:pt x="1286243" y="482600"/>
                  </a:lnTo>
                  <a:close/>
                </a:path>
                <a:path w="4483100" h="495300">
                  <a:moveTo>
                    <a:pt x="1337195" y="482600"/>
                  </a:moveTo>
                  <a:lnTo>
                    <a:pt x="1362671" y="482600"/>
                  </a:lnTo>
                  <a:lnTo>
                    <a:pt x="1362671" y="495300"/>
                  </a:lnTo>
                  <a:lnTo>
                    <a:pt x="1337195" y="495300"/>
                  </a:lnTo>
                  <a:lnTo>
                    <a:pt x="1337195" y="482600"/>
                  </a:lnTo>
                  <a:close/>
                </a:path>
                <a:path w="4483100" h="495300">
                  <a:moveTo>
                    <a:pt x="1388148" y="482600"/>
                  </a:moveTo>
                  <a:lnTo>
                    <a:pt x="1413624" y="482600"/>
                  </a:lnTo>
                  <a:lnTo>
                    <a:pt x="1413624" y="495300"/>
                  </a:lnTo>
                  <a:lnTo>
                    <a:pt x="1388148" y="495300"/>
                  </a:lnTo>
                  <a:lnTo>
                    <a:pt x="1388148" y="482600"/>
                  </a:lnTo>
                  <a:close/>
                </a:path>
                <a:path w="4483100" h="495300">
                  <a:moveTo>
                    <a:pt x="1439100" y="482600"/>
                  </a:moveTo>
                  <a:lnTo>
                    <a:pt x="1464576" y="482600"/>
                  </a:lnTo>
                  <a:lnTo>
                    <a:pt x="1464576" y="495300"/>
                  </a:lnTo>
                  <a:lnTo>
                    <a:pt x="1439100" y="495300"/>
                  </a:lnTo>
                  <a:lnTo>
                    <a:pt x="1439100" y="482600"/>
                  </a:lnTo>
                  <a:close/>
                </a:path>
                <a:path w="4483100" h="495300">
                  <a:moveTo>
                    <a:pt x="1490040" y="482600"/>
                  </a:moveTo>
                  <a:lnTo>
                    <a:pt x="1515516" y="482600"/>
                  </a:lnTo>
                  <a:lnTo>
                    <a:pt x="1515516" y="495300"/>
                  </a:lnTo>
                  <a:lnTo>
                    <a:pt x="1490040" y="495300"/>
                  </a:lnTo>
                  <a:lnTo>
                    <a:pt x="1490040" y="482600"/>
                  </a:lnTo>
                  <a:close/>
                </a:path>
                <a:path w="4483100" h="495300">
                  <a:moveTo>
                    <a:pt x="1540992" y="482600"/>
                  </a:moveTo>
                  <a:lnTo>
                    <a:pt x="1566468" y="482600"/>
                  </a:lnTo>
                  <a:lnTo>
                    <a:pt x="1566468" y="495300"/>
                  </a:lnTo>
                  <a:lnTo>
                    <a:pt x="1540992" y="495300"/>
                  </a:lnTo>
                  <a:lnTo>
                    <a:pt x="1540992" y="482600"/>
                  </a:lnTo>
                  <a:close/>
                </a:path>
                <a:path w="4483100" h="495300">
                  <a:moveTo>
                    <a:pt x="1591945" y="482600"/>
                  </a:moveTo>
                  <a:lnTo>
                    <a:pt x="1617421" y="482600"/>
                  </a:lnTo>
                  <a:lnTo>
                    <a:pt x="1617421" y="495300"/>
                  </a:lnTo>
                  <a:lnTo>
                    <a:pt x="1591945" y="495300"/>
                  </a:lnTo>
                  <a:lnTo>
                    <a:pt x="1591945" y="482600"/>
                  </a:lnTo>
                  <a:close/>
                </a:path>
                <a:path w="4483100" h="495300">
                  <a:moveTo>
                    <a:pt x="1642897" y="482600"/>
                  </a:moveTo>
                  <a:lnTo>
                    <a:pt x="1668373" y="482600"/>
                  </a:lnTo>
                  <a:lnTo>
                    <a:pt x="1668373" y="495300"/>
                  </a:lnTo>
                  <a:lnTo>
                    <a:pt x="1642897" y="495300"/>
                  </a:lnTo>
                  <a:lnTo>
                    <a:pt x="1642897" y="482600"/>
                  </a:lnTo>
                  <a:close/>
                </a:path>
                <a:path w="4483100" h="495300">
                  <a:moveTo>
                    <a:pt x="1693849" y="482600"/>
                  </a:moveTo>
                  <a:lnTo>
                    <a:pt x="1719313" y="482600"/>
                  </a:lnTo>
                  <a:lnTo>
                    <a:pt x="1719313" y="495300"/>
                  </a:lnTo>
                  <a:lnTo>
                    <a:pt x="1693849" y="495300"/>
                  </a:lnTo>
                  <a:lnTo>
                    <a:pt x="1693849" y="482600"/>
                  </a:lnTo>
                  <a:close/>
                </a:path>
                <a:path w="4483100" h="495300">
                  <a:moveTo>
                    <a:pt x="1744789" y="482600"/>
                  </a:moveTo>
                  <a:lnTo>
                    <a:pt x="1770265" y="482600"/>
                  </a:lnTo>
                  <a:lnTo>
                    <a:pt x="1770265" y="495300"/>
                  </a:lnTo>
                  <a:lnTo>
                    <a:pt x="1744789" y="495300"/>
                  </a:lnTo>
                  <a:lnTo>
                    <a:pt x="1744789" y="482600"/>
                  </a:lnTo>
                  <a:close/>
                </a:path>
                <a:path w="4483100" h="495300">
                  <a:moveTo>
                    <a:pt x="1795741" y="482600"/>
                  </a:moveTo>
                  <a:lnTo>
                    <a:pt x="1821218" y="482600"/>
                  </a:lnTo>
                  <a:lnTo>
                    <a:pt x="1821218" y="495300"/>
                  </a:lnTo>
                  <a:lnTo>
                    <a:pt x="1795741" y="495300"/>
                  </a:lnTo>
                  <a:lnTo>
                    <a:pt x="1795741" y="482600"/>
                  </a:lnTo>
                  <a:close/>
                </a:path>
                <a:path w="4483100" h="495300">
                  <a:moveTo>
                    <a:pt x="1846694" y="482600"/>
                  </a:moveTo>
                  <a:lnTo>
                    <a:pt x="1872170" y="482600"/>
                  </a:lnTo>
                  <a:lnTo>
                    <a:pt x="1872170" y="495300"/>
                  </a:lnTo>
                  <a:lnTo>
                    <a:pt x="1846694" y="495300"/>
                  </a:lnTo>
                  <a:lnTo>
                    <a:pt x="1846694" y="482600"/>
                  </a:lnTo>
                  <a:close/>
                </a:path>
                <a:path w="4483100" h="495300">
                  <a:moveTo>
                    <a:pt x="1897646" y="482600"/>
                  </a:moveTo>
                  <a:lnTo>
                    <a:pt x="1923122" y="482600"/>
                  </a:lnTo>
                  <a:lnTo>
                    <a:pt x="1923122" y="495300"/>
                  </a:lnTo>
                  <a:lnTo>
                    <a:pt x="1897646" y="495300"/>
                  </a:lnTo>
                  <a:lnTo>
                    <a:pt x="1897646" y="482600"/>
                  </a:lnTo>
                  <a:close/>
                </a:path>
                <a:path w="4483100" h="495300">
                  <a:moveTo>
                    <a:pt x="1948586" y="482600"/>
                  </a:moveTo>
                  <a:lnTo>
                    <a:pt x="1974062" y="482600"/>
                  </a:lnTo>
                  <a:lnTo>
                    <a:pt x="1974062" y="495300"/>
                  </a:lnTo>
                  <a:lnTo>
                    <a:pt x="1948586" y="495300"/>
                  </a:lnTo>
                  <a:lnTo>
                    <a:pt x="1948586" y="482600"/>
                  </a:lnTo>
                  <a:close/>
                </a:path>
                <a:path w="4483100" h="495300">
                  <a:moveTo>
                    <a:pt x="1999538" y="482600"/>
                  </a:moveTo>
                  <a:lnTo>
                    <a:pt x="2025015" y="482600"/>
                  </a:lnTo>
                  <a:lnTo>
                    <a:pt x="2025015" y="495300"/>
                  </a:lnTo>
                  <a:lnTo>
                    <a:pt x="1999538" y="495300"/>
                  </a:lnTo>
                  <a:lnTo>
                    <a:pt x="1999538" y="482600"/>
                  </a:lnTo>
                  <a:close/>
                </a:path>
                <a:path w="4483100" h="495300">
                  <a:moveTo>
                    <a:pt x="2050491" y="482600"/>
                  </a:moveTo>
                  <a:lnTo>
                    <a:pt x="2075967" y="482600"/>
                  </a:lnTo>
                  <a:lnTo>
                    <a:pt x="2075967" y="495300"/>
                  </a:lnTo>
                  <a:lnTo>
                    <a:pt x="2050491" y="495300"/>
                  </a:lnTo>
                  <a:lnTo>
                    <a:pt x="2050491" y="482600"/>
                  </a:lnTo>
                  <a:close/>
                </a:path>
                <a:path w="4483100" h="495300">
                  <a:moveTo>
                    <a:pt x="2101443" y="482600"/>
                  </a:moveTo>
                  <a:lnTo>
                    <a:pt x="2126919" y="482600"/>
                  </a:lnTo>
                  <a:lnTo>
                    <a:pt x="2126919" y="495300"/>
                  </a:lnTo>
                  <a:lnTo>
                    <a:pt x="2101443" y="495300"/>
                  </a:lnTo>
                  <a:lnTo>
                    <a:pt x="2101443" y="482600"/>
                  </a:lnTo>
                  <a:close/>
                </a:path>
                <a:path w="4483100" h="495300">
                  <a:moveTo>
                    <a:pt x="2152396" y="482600"/>
                  </a:moveTo>
                  <a:lnTo>
                    <a:pt x="2177859" y="482600"/>
                  </a:lnTo>
                  <a:lnTo>
                    <a:pt x="2177859" y="495300"/>
                  </a:lnTo>
                  <a:lnTo>
                    <a:pt x="2152396" y="495300"/>
                  </a:lnTo>
                  <a:lnTo>
                    <a:pt x="2152396" y="482600"/>
                  </a:lnTo>
                  <a:close/>
                </a:path>
                <a:path w="4483100" h="495300">
                  <a:moveTo>
                    <a:pt x="2203335" y="482600"/>
                  </a:moveTo>
                  <a:lnTo>
                    <a:pt x="2228811" y="482600"/>
                  </a:lnTo>
                  <a:lnTo>
                    <a:pt x="2228811" y="495300"/>
                  </a:lnTo>
                  <a:lnTo>
                    <a:pt x="2203335" y="495300"/>
                  </a:lnTo>
                  <a:lnTo>
                    <a:pt x="2203335" y="482600"/>
                  </a:lnTo>
                  <a:close/>
                </a:path>
                <a:path w="4483100" h="495300">
                  <a:moveTo>
                    <a:pt x="2254288" y="482600"/>
                  </a:moveTo>
                  <a:lnTo>
                    <a:pt x="2279764" y="482600"/>
                  </a:lnTo>
                  <a:lnTo>
                    <a:pt x="2279764" y="495300"/>
                  </a:lnTo>
                  <a:lnTo>
                    <a:pt x="2254288" y="495300"/>
                  </a:lnTo>
                  <a:lnTo>
                    <a:pt x="2254288" y="482600"/>
                  </a:lnTo>
                  <a:close/>
                </a:path>
                <a:path w="4483100" h="495300">
                  <a:moveTo>
                    <a:pt x="2305240" y="482600"/>
                  </a:moveTo>
                  <a:lnTo>
                    <a:pt x="2330716" y="482600"/>
                  </a:lnTo>
                  <a:lnTo>
                    <a:pt x="2330716" y="495300"/>
                  </a:lnTo>
                  <a:lnTo>
                    <a:pt x="2305240" y="495300"/>
                  </a:lnTo>
                  <a:lnTo>
                    <a:pt x="2305240" y="482600"/>
                  </a:lnTo>
                  <a:close/>
                </a:path>
                <a:path w="4483100" h="495300">
                  <a:moveTo>
                    <a:pt x="2356192" y="482600"/>
                  </a:moveTo>
                  <a:lnTo>
                    <a:pt x="2381669" y="482600"/>
                  </a:lnTo>
                  <a:lnTo>
                    <a:pt x="2381669" y="495300"/>
                  </a:lnTo>
                  <a:lnTo>
                    <a:pt x="2356192" y="495300"/>
                  </a:lnTo>
                  <a:lnTo>
                    <a:pt x="2356192" y="482600"/>
                  </a:lnTo>
                  <a:close/>
                </a:path>
                <a:path w="4483100" h="495300">
                  <a:moveTo>
                    <a:pt x="2407132" y="482600"/>
                  </a:moveTo>
                  <a:lnTo>
                    <a:pt x="2432608" y="482600"/>
                  </a:lnTo>
                  <a:lnTo>
                    <a:pt x="2432608" y="495300"/>
                  </a:lnTo>
                  <a:lnTo>
                    <a:pt x="2407132" y="495300"/>
                  </a:lnTo>
                  <a:lnTo>
                    <a:pt x="2407132" y="482600"/>
                  </a:lnTo>
                  <a:close/>
                </a:path>
                <a:path w="4483100" h="495300">
                  <a:moveTo>
                    <a:pt x="2458084" y="482600"/>
                  </a:moveTo>
                  <a:lnTo>
                    <a:pt x="2483561" y="482600"/>
                  </a:lnTo>
                  <a:lnTo>
                    <a:pt x="2483561" y="495300"/>
                  </a:lnTo>
                  <a:lnTo>
                    <a:pt x="2458084" y="495300"/>
                  </a:lnTo>
                  <a:lnTo>
                    <a:pt x="2458084" y="482600"/>
                  </a:lnTo>
                  <a:close/>
                </a:path>
                <a:path w="4483100" h="495300">
                  <a:moveTo>
                    <a:pt x="2509037" y="482600"/>
                  </a:moveTo>
                  <a:lnTo>
                    <a:pt x="2534513" y="482600"/>
                  </a:lnTo>
                  <a:lnTo>
                    <a:pt x="2534513" y="495300"/>
                  </a:lnTo>
                  <a:lnTo>
                    <a:pt x="2509037" y="495300"/>
                  </a:lnTo>
                  <a:lnTo>
                    <a:pt x="2509037" y="482600"/>
                  </a:lnTo>
                  <a:close/>
                </a:path>
                <a:path w="4483100" h="495300">
                  <a:moveTo>
                    <a:pt x="2559989" y="482600"/>
                  </a:moveTo>
                  <a:lnTo>
                    <a:pt x="2585466" y="482600"/>
                  </a:lnTo>
                  <a:lnTo>
                    <a:pt x="2585466" y="495300"/>
                  </a:lnTo>
                  <a:lnTo>
                    <a:pt x="2559989" y="495300"/>
                  </a:lnTo>
                  <a:lnTo>
                    <a:pt x="2559989" y="482600"/>
                  </a:lnTo>
                  <a:close/>
                </a:path>
                <a:path w="4483100" h="495300">
                  <a:moveTo>
                    <a:pt x="2610942" y="482600"/>
                  </a:moveTo>
                  <a:lnTo>
                    <a:pt x="2636405" y="482600"/>
                  </a:lnTo>
                  <a:lnTo>
                    <a:pt x="2636405" y="495300"/>
                  </a:lnTo>
                  <a:lnTo>
                    <a:pt x="2610942" y="495300"/>
                  </a:lnTo>
                  <a:lnTo>
                    <a:pt x="2610942" y="482600"/>
                  </a:lnTo>
                  <a:close/>
                </a:path>
                <a:path w="4483100" h="495300">
                  <a:moveTo>
                    <a:pt x="2661881" y="482600"/>
                  </a:moveTo>
                  <a:lnTo>
                    <a:pt x="2687358" y="482600"/>
                  </a:lnTo>
                  <a:lnTo>
                    <a:pt x="2687358" y="495300"/>
                  </a:lnTo>
                  <a:lnTo>
                    <a:pt x="2661881" y="495300"/>
                  </a:lnTo>
                  <a:lnTo>
                    <a:pt x="2661881" y="482600"/>
                  </a:lnTo>
                  <a:close/>
                </a:path>
                <a:path w="4483100" h="495300">
                  <a:moveTo>
                    <a:pt x="2712834" y="482600"/>
                  </a:moveTo>
                  <a:lnTo>
                    <a:pt x="2738310" y="482600"/>
                  </a:lnTo>
                  <a:lnTo>
                    <a:pt x="2738310" y="495300"/>
                  </a:lnTo>
                  <a:lnTo>
                    <a:pt x="2712834" y="495300"/>
                  </a:lnTo>
                  <a:lnTo>
                    <a:pt x="2712834" y="482600"/>
                  </a:lnTo>
                  <a:close/>
                </a:path>
                <a:path w="4483100" h="495300">
                  <a:moveTo>
                    <a:pt x="2763786" y="482600"/>
                  </a:moveTo>
                  <a:lnTo>
                    <a:pt x="2789262" y="482600"/>
                  </a:lnTo>
                  <a:lnTo>
                    <a:pt x="2789262" y="495300"/>
                  </a:lnTo>
                  <a:lnTo>
                    <a:pt x="2763786" y="495300"/>
                  </a:lnTo>
                  <a:lnTo>
                    <a:pt x="2763786" y="482600"/>
                  </a:lnTo>
                  <a:close/>
                </a:path>
                <a:path w="4483100" h="495300">
                  <a:moveTo>
                    <a:pt x="2814739" y="482600"/>
                  </a:moveTo>
                  <a:lnTo>
                    <a:pt x="2840215" y="482600"/>
                  </a:lnTo>
                  <a:lnTo>
                    <a:pt x="2840215" y="495300"/>
                  </a:lnTo>
                  <a:lnTo>
                    <a:pt x="2814739" y="495300"/>
                  </a:lnTo>
                  <a:lnTo>
                    <a:pt x="2814739" y="482600"/>
                  </a:lnTo>
                  <a:close/>
                </a:path>
                <a:path w="4483100" h="495300">
                  <a:moveTo>
                    <a:pt x="2865678" y="482600"/>
                  </a:moveTo>
                  <a:lnTo>
                    <a:pt x="2891154" y="482600"/>
                  </a:lnTo>
                  <a:lnTo>
                    <a:pt x="2891154" y="495300"/>
                  </a:lnTo>
                  <a:lnTo>
                    <a:pt x="2865678" y="495300"/>
                  </a:lnTo>
                  <a:lnTo>
                    <a:pt x="2865678" y="482600"/>
                  </a:lnTo>
                  <a:close/>
                </a:path>
                <a:path w="4483100" h="495300">
                  <a:moveTo>
                    <a:pt x="2916631" y="482600"/>
                  </a:moveTo>
                  <a:lnTo>
                    <a:pt x="2942107" y="482600"/>
                  </a:lnTo>
                  <a:lnTo>
                    <a:pt x="2942107" y="495300"/>
                  </a:lnTo>
                  <a:lnTo>
                    <a:pt x="2916631" y="495300"/>
                  </a:lnTo>
                  <a:lnTo>
                    <a:pt x="2916631" y="482600"/>
                  </a:lnTo>
                  <a:close/>
                </a:path>
                <a:path w="4483100" h="495300">
                  <a:moveTo>
                    <a:pt x="2967583" y="482600"/>
                  </a:moveTo>
                  <a:lnTo>
                    <a:pt x="2993059" y="482600"/>
                  </a:lnTo>
                  <a:lnTo>
                    <a:pt x="2993059" y="495300"/>
                  </a:lnTo>
                  <a:lnTo>
                    <a:pt x="2967583" y="495300"/>
                  </a:lnTo>
                  <a:lnTo>
                    <a:pt x="2967583" y="482600"/>
                  </a:lnTo>
                  <a:close/>
                </a:path>
                <a:path w="4483100" h="495300">
                  <a:moveTo>
                    <a:pt x="3018536" y="482600"/>
                  </a:moveTo>
                  <a:lnTo>
                    <a:pt x="3044012" y="482600"/>
                  </a:lnTo>
                  <a:lnTo>
                    <a:pt x="3044012" y="495300"/>
                  </a:lnTo>
                  <a:lnTo>
                    <a:pt x="3018536" y="495300"/>
                  </a:lnTo>
                  <a:lnTo>
                    <a:pt x="3018536" y="482600"/>
                  </a:lnTo>
                  <a:close/>
                </a:path>
                <a:path w="4483100" h="495300">
                  <a:moveTo>
                    <a:pt x="3069488" y="482600"/>
                  </a:moveTo>
                  <a:lnTo>
                    <a:pt x="3094951" y="482600"/>
                  </a:lnTo>
                  <a:lnTo>
                    <a:pt x="3094951" y="495300"/>
                  </a:lnTo>
                  <a:lnTo>
                    <a:pt x="3069488" y="495300"/>
                  </a:lnTo>
                  <a:lnTo>
                    <a:pt x="3069488" y="482600"/>
                  </a:lnTo>
                  <a:close/>
                </a:path>
                <a:path w="4483100" h="495300">
                  <a:moveTo>
                    <a:pt x="3120428" y="482600"/>
                  </a:moveTo>
                  <a:lnTo>
                    <a:pt x="3145904" y="482600"/>
                  </a:lnTo>
                  <a:lnTo>
                    <a:pt x="3145904" y="495300"/>
                  </a:lnTo>
                  <a:lnTo>
                    <a:pt x="3120428" y="495300"/>
                  </a:lnTo>
                  <a:lnTo>
                    <a:pt x="3120428" y="482600"/>
                  </a:lnTo>
                  <a:close/>
                </a:path>
                <a:path w="4483100" h="495300">
                  <a:moveTo>
                    <a:pt x="3171380" y="482600"/>
                  </a:moveTo>
                  <a:lnTo>
                    <a:pt x="3196856" y="482600"/>
                  </a:lnTo>
                  <a:lnTo>
                    <a:pt x="3196856" y="495300"/>
                  </a:lnTo>
                  <a:lnTo>
                    <a:pt x="3171380" y="495300"/>
                  </a:lnTo>
                  <a:lnTo>
                    <a:pt x="3171380" y="482600"/>
                  </a:lnTo>
                  <a:close/>
                </a:path>
                <a:path w="4483100" h="495300">
                  <a:moveTo>
                    <a:pt x="3222332" y="482600"/>
                  </a:moveTo>
                  <a:lnTo>
                    <a:pt x="3247809" y="482600"/>
                  </a:lnTo>
                  <a:lnTo>
                    <a:pt x="3247809" y="495300"/>
                  </a:lnTo>
                  <a:lnTo>
                    <a:pt x="3222332" y="495300"/>
                  </a:lnTo>
                  <a:lnTo>
                    <a:pt x="3222332" y="482600"/>
                  </a:lnTo>
                  <a:close/>
                </a:path>
                <a:path w="4483100" h="495300">
                  <a:moveTo>
                    <a:pt x="3273285" y="482600"/>
                  </a:moveTo>
                  <a:lnTo>
                    <a:pt x="3298761" y="482600"/>
                  </a:lnTo>
                  <a:lnTo>
                    <a:pt x="3298761" y="495300"/>
                  </a:lnTo>
                  <a:lnTo>
                    <a:pt x="3273285" y="495300"/>
                  </a:lnTo>
                  <a:lnTo>
                    <a:pt x="3273285" y="482600"/>
                  </a:lnTo>
                  <a:close/>
                </a:path>
                <a:path w="4483100" h="495300">
                  <a:moveTo>
                    <a:pt x="3324225" y="482600"/>
                  </a:moveTo>
                  <a:lnTo>
                    <a:pt x="3349701" y="482600"/>
                  </a:lnTo>
                  <a:lnTo>
                    <a:pt x="3349701" y="495300"/>
                  </a:lnTo>
                  <a:lnTo>
                    <a:pt x="3324225" y="495300"/>
                  </a:lnTo>
                  <a:lnTo>
                    <a:pt x="3324225" y="482600"/>
                  </a:lnTo>
                  <a:close/>
                </a:path>
                <a:path w="4483100" h="495300">
                  <a:moveTo>
                    <a:pt x="3375177" y="482600"/>
                  </a:moveTo>
                  <a:lnTo>
                    <a:pt x="3400653" y="482600"/>
                  </a:lnTo>
                  <a:lnTo>
                    <a:pt x="3400653" y="495300"/>
                  </a:lnTo>
                  <a:lnTo>
                    <a:pt x="3375177" y="495300"/>
                  </a:lnTo>
                  <a:lnTo>
                    <a:pt x="3375177" y="482600"/>
                  </a:lnTo>
                  <a:close/>
                </a:path>
                <a:path w="4483100" h="495300">
                  <a:moveTo>
                    <a:pt x="3426129" y="482600"/>
                  </a:moveTo>
                  <a:lnTo>
                    <a:pt x="3451605" y="482600"/>
                  </a:lnTo>
                  <a:lnTo>
                    <a:pt x="3451605" y="495300"/>
                  </a:lnTo>
                  <a:lnTo>
                    <a:pt x="3426129" y="495300"/>
                  </a:lnTo>
                  <a:lnTo>
                    <a:pt x="3426129" y="482600"/>
                  </a:lnTo>
                  <a:close/>
                </a:path>
                <a:path w="4483100" h="495300">
                  <a:moveTo>
                    <a:pt x="3477082" y="482600"/>
                  </a:moveTo>
                  <a:lnTo>
                    <a:pt x="3502558" y="482600"/>
                  </a:lnTo>
                  <a:lnTo>
                    <a:pt x="3502558" y="495300"/>
                  </a:lnTo>
                  <a:lnTo>
                    <a:pt x="3477082" y="495300"/>
                  </a:lnTo>
                  <a:lnTo>
                    <a:pt x="3477082" y="482600"/>
                  </a:lnTo>
                  <a:close/>
                </a:path>
                <a:path w="4483100" h="495300">
                  <a:moveTo>
                    <a:pt x="3528034" y="482600"/>
                  </a:moveTo>
                  <a:lnTo>
                    <a:pt x="3553498" y="482600"/>
                  </a:lnTo>
                  <a:lnTo>
                    <a:pt x="3553498" y="495300"/>
                  </a:lnTo>
                  <a:lnTo>
                    <a:pt x="3528034" y="495300"/>
                  </a:lnTo>
                  <a:lnTo>
                    <a:pt x="3528034" y="482600"/>
                  </a:lnTo>
                  <a:close/>
                </a:path>
                <a:path w="4483100" h="495300">
                  <a:moveTo>
                    <a:pt x="3578974" y="482600"/>
                  </a:moveTo>
                  <a:lnTo>
                    <a:pt x="3604450" y="482600"/>
                  </a:lnTo>
                  <a:lnTo>
                    <a:pt x="3604450" y="495300"/>
                  </a:lnTo>
                  <a:lnTo>
                    <a:pt x="3578974" y="495300"/>
                  </a:lnTo>
                  <a:lnTo>
                    <a:pt x="3578974" y="482600"/>
                  </a:lnTo>
                  <a:close/>
                </a:path>
                <a:path w="4483100" h="495300">
                  <a:moveTo>
                    <a:pt x="3629926" y="482600"/>
                  </a:moveTo>
                  <a:lnTo>
                    <a:pt x="3655402" y="482600"/>
                  </a:lnTo>
                  <a:lnTo>
                    <a:pt x="3655402" y="495300"/>
                  </a:lnTo>
                  <a:lnTo>
                    <a:pt x="3629926" y="495300"/>
                  </a:lnTo>
                  <a:lnTo>
                    <a:pt x="3629926" y="482600"/>
                  </a:lnTo>
                  <a:close/>
                </a:path>
                <a:path w="4483100" h="495300">
                  <a:moveTo>
                    <a:pt x="3680879" y="482600"/>
                  </a:moveTo>
                  <a:lnTo>
                    <a:pt x="3706355" y="482600"/>
                  </a:lnTo>
                  <a:lnTo>
                    <a:pt x="3706355" y="495300"/>
                  </a:lnTo>
                  <a:lnTo>
                    <a:pt x="3680879" y="495300"/>
                  </a:lnTo>
                  <a:lnTo>
                    <a:pt x="3680879" y="482600"/>
                  </a:lnTo>
                  <a:close/>
                </a:path>
                <a:path w="4483100" h="495300">
                  <a:moveTo>
                    <a:pt x="3731831" y="482600"/>
                  </a:moveTo>
                  <a:lnTo>
                    <a:pt x="3757307" y="482600"/>
                  </a:lnTo>
                  <a:lnTo>
                    <a:pt x="3757307" y="495300"/>
                  </a:lnTo>
                  <a:lnTo>
                    <a:pt x="3731831" y="495300"/>
                  </a:lnTo>
                  <a:lnTo>
                    <a:pt x="3731831" y="482600"/>
                  </a:lnTo>
                  <a:close/>
                </a:path>
                <a:path w="4483100" h="495300">
                  <a:moveTo>
                    <a:pt x="3782771" y="482600"/>
                  </a:moveTo>
                  <a:lnTo>
                    <a:pt x="3808247" y="482600"/>
                  </a:lnTo>
                  <a:lnTo>
                    <a:pt x="3808247" y="495300"/>
                  </a:lnTo>
                  <a:lnTo>
                    <a:pt x="3782771" y="495300"/>
                  </a:lnTo>
                  <a:lnTo>
                    <a:pt x="3782771" y="482600"/>
                  </a:lnTo>
                  <a:close/>
                </a:path>
                <a:path w="4483100" h="495300">
                  <a:moveTo>
                    <a:pt x="3833723" y="482600"/>
                  </a:moveTo>
                  <a:lnTo>
                    <a:pt x="3859199" y="482600"/>
                  </a:lnTo>
                  <a:lnTo>
                    <a:pt x="3859199" y="495300"/>
                  </a:lnTo>
                  <a:lnTo>
                    <a:pt x="3833723" y="495300"/>
                  </a:lnTo>
                  <a:lnTo>
                    <a:pt x="3833723" y="482600"/>
                  </a:lnTo>
                  <a:close/>
                </a:path>
                <a:path w="4483100" h="495300">
                  <a:moveTo>
                    <a:pt x="3884676" y="482600"/>
                  </a:moveTo>
                  <a:lnTo>
                    <a:pt x="3910152" y="482600"/>
                  </a:lnTo>
                  <a:lnTo>
                    <a:pt x="3910152" y="495300"/>
                  </a:lnTo>
                  <a:lnTo>
                    <a:pt x="3884676" y="495300"/>
                  </a:lnTo>
                  <a:lnTo>
                    <a:pt x="3884676" y="482600"/>
                  </a:lnTo>
                  <a:close/>
                </a:path>
                <a:path w="4483100" h="495300">
                  <a:moveTo>
                    <a:pt x="3935628" y="482600"/>
                  </a:moveTo>
                  <a:lnTo>
                    <a:pt x="3961104" y="482600"/>
                  </a:lnTo>
                  <a:lnTo>
                    <a:pt x="3961104" y="495300"/>
                  </a:lnTo>
                  <a:lnTo>
                    <a:pt x="3935628" y="495300"/>
                  </a:lnTo>
                  <a:lnTo>
                    <a:pt x="3935628" y="482600"/>
                  </a:lnTo>
                  <a:close/>
                </a:path>
                <a:path w="4483100" h="495300">
                  <a:moveTo>
                    <a:pt x="3986580" y="482600"/>
                  </a:moveTo>
                  <a:lnTo>
                    <a:pt x="4012044" y="482600"/>
                  </a:lnTo>
                  <a:lnTo>
                    <a:pt x="4012044" y="495300"/>
                  </a:lnTo>
                  <a:lnTo>
                    <a:pt x="3986580" y="495300"/>
                  </a:lnTo>
                  <a:lnTo>
                    <a:pt x="3986580" y="482600"/>
                  </a:lnTo>
                  <a:close/>
                </a:path>
                <a:path w="4483100" h="495300">
                  <a:moveTo>
                    <a:pt x="4037520" y="482600"/>
                  </a:moveTo>
                  <a:lnTo>
                    <a:pt x="4062996" y="482600"/>
                  </a:lnTo>
                  <a:lnTo>
                    <a:pt x="4062996" y="495300"/>
                  </a:lnTo>
                  <a:lnTo>
                    <a:pt x="4037520" y="495300"/>
                  </a:lnTo>
                  <a:lnTo>
                    <a:pt x="4037520" y="482600"/>
                  </a:lnTo>
                  <a:close/>
                </a:path>
                <a:path w="4483100" h="495300">
                  <a:moveTo>
                    <a:pt x="4088472" y="482600"/>
                  </a:moveTo>
                  <a:lnTo>
                    <a:pt x="4113949" y="482600"/>
                  </a:lnTo>
                  <a:lnTo>
                    <a:pt x="4113949" y="495300"/>
                  </a:lnTo>
                  <a:lnTo>
                    <a:pt x="4088472" y="495300"/>
                  </a:lnTo>
                  <a:lnTo>
                    <a:pt x="4088472" y="482600"/>
                  </a:lnTo>
                  <a:close/>
                </a:path>
                <a:path w="4483100" h="495300">
                  <a:moveTo>
                    <a:pt x="4139425" y="482600"/>
                  </a:moveTo>
                  <a:lnTo>
                    <a:pt x="4164901" y="482600"/>
                  </a:lnTo>
                  <a:lnTo>
                    <a:pt x="4164901" y="495300"/>
                  </a:lnTo>
                  <a:lnTo>
                    <a:pt x="4139425" y="495300"/>
                  </a:lnTo>
                  <a:lnTo>
                    <a:pt x="4139425" y="482600"/>
                  </a:lnTo>
                  <a:close/>
                </a:path>
                <a:path w="4483100" h="495300">
                  <a:moveTo>
                    <a:pt x="4190377" y="482600"/>
                  </a:moveTo>
                  <a:lnTo>
                    <a:pt x="4215853" y="482600"/>
                  </a:lnTo>
                  <a:lnTo>
                    <a:pt x="4215853" y="495300"/>
                  </a:lnTo>
                  <a:lnTo>
                    <a:pt x="4190377" y="495300"/>
                  </a:lnTo>
                  <a:lnTo>
                    <a:pt x="4190377" y="482600"/>
                  </a:lnTo>
                  <a:close/>
                </a:path>
                <a:path w="4483100" h="495300">
                  <a:moveTo>
                    <a:pt x="4241317" y="482600"/>
                  </a:moveTo>
                  <a:lnTo>
                    <a:pt x="4266793" y="482600"/>
                  </a:lnTo>
                  <a:lnTo>
                    <a:pt x="4266793" y="495300"/>
                  </a:lnTo>
                  <a:lnTo>
                    <a:pt x="4241317" y="495300"/>
                  </a:lnTo>
                  <a:lnTo>
                    <a:pt x="4241317" y="482600"/>
                  </a:lnTo>
                  <a:close/>
                </a:path>
                <a:path w="4483100" h="495300">
                  <a:moveTo>
                    <a:pt x="4292269" y="482600"/>
                  </a:moveTo>
                  <a:lnTo>
                    <a:pt x="4317746" y="482600"/>
                  </a:lnTo>
                  <a:lnTo>
                    <a:pt x="4317746" y="495300"/>
                  </a:lnTo>
                  <a:lnTo>
                    <a:pt x="4292269" y="495300"/>
                  </a:lnTo>
                  <a:lnTo>
                    <a:pt x="4292269" y="482600"/>
                  </a:lnTo>
                  <a:close/>
                </a:path>
                <a:path w="4483100" h="495300">
                  <a:moveTo>
                    <a:pt x="4343222" y="482600"/>
                  </a:moveTo>
                  <a:lnTo>
                    <a:pt x="4368698" y="482600"/>
                  </a:lnTo>
                  <a:lnTo>
                    <a:pt x="4368698" y="495300"/>
                  </a:lnTo>
                  <a:lnTo>
                    <a:pt x="4343222" y="495300"/>
                  </a:lnTo>
                  <a:lnTo>
                    <a:pt x="4343222" y="482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7" name="object 97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6819900" y="3111500"/>
            <a:ext cx="3048000" cy="317500"/>
          </a:xfrm>
          <a:prstGeom prst="rect">
            <a:avLst/>
          </a:prstGeom>
        </p:spPr>
      </p:pic>
      <p:pic>
        <p:nvPicPr>
          <p:cNvPr id="98" name="object 98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6223000" y="4942051"/>
            <a:ext cx="3863797" cy="341147"/>
          </a:xfrm>
          <a:prstGeom prst="rect">
            <a:avLst/>
          </a:prstGeom>
        </p:spPr>
      </p:pic>
      <p:sp>
        <p:nvSpPr>
          <p:cNvPr id="99" name="object 99"/>
          <p:cNvSpPr/>
          <p:nvPr/>
        </p:nvSpPr>
        <p:spPr>
          <a:xfrm>
            <a:off x="6159500" y="3721100"/>
            <a:ext cx="1168400" cy="215900"/>
          </a:xfrm>
          <a:custGeom>
            <a:avLst/>
            <a:gdLst/>
            <a:ahLst/>
            <a:cxnLst/>
            <a:rect l="l" t="t" r="r" b="b"/>
            <a:pathLst>
              <a:path w="1168400" h="215900">
                <a:moveTo>
                  <a:pt x="1104900" y="0"/>
                </a:moveTo>
                <a:lnTo>
                  <a:pt x="63500" y="0"/>
                </a:lnTo>
                <a:lnTo>
                  <a:pt x="38785" y="4990"/>
                </a:lnTo>
                <a:lnTo>
                  <a:pt x="18600" y="18600"/>
                </a:lnTo>
                <a:lnTo>
                  <a:pt x="4990" y="38785"/>
                </a:lnTo>
                <a:lnTo>
                  <a:pt x="0" y="63500"/>
                </a:lnTo>
                <a:lnTo>
                  <a:pt x="0" y="152400"/>
                </a:lnTo>
                <a:lnTo>
                  <a:pt x="4990" y="177114"/>
                </a:lnTo>
                <a:lnTo>
                  <a:pt x="18600" y="197299"/>
                </a:lnTo>
                <a:lnTo>
                  <a:pt x="38785" y="210909"/>
                </a:lnTo>
                <a:lnTo>
                  <a:pt x="63500" y="215900"/>
                </a:lnTo>
                <a:lnTo>
                  <a:pt x="1104900" y="215900"/>
                </a:lnTo>
                <a:lnTo>
                  <a:pt x="1129614" y="210909"/>
                </a:lnTo>
                <a:lnTo>
                  <a:pt x="1149799" y="197299"/>
                </a:lnTo>
                <a:lnTo>
                  <a:pt x="1163409" y="177114"/>
                </a:lnTo>
                <a:lnTo>
                  <a:pt x="1168400" y="152400"/>
                </a:lnTo>
                <a:lnTo>
                  <a:pt x="1168400" y="63500"/>
                </a:lnTo>
                <a:lnTo>
                  <a:pt x="1163409" y="38785"/>
                </a:lnTo>
                <a:lnTo>
                  <a:pt x="1149799" y="18600"/>
                </a:lnTo>
                <a:lnTo>
                  <a:pt x="1129614" y="4990"/>
                </a:lnTo>
                <a:lnTo>
                  <a:pt x="1104900" y="0"/>
                </a:lnTo>
                <a:close/>
              </a:path>
            </a:pathLst>
          </a:custGeom>
          <a:solidFill>
            <a:srgbClr val="F9E7C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0" name="object 100"/>
          <p:cNvGrpSpPr/>
          <p:nvPr/>
        </p:nvGrpSpPr>
        <p:grpSpPr>
          <a:xfrm>
            <a:off x="6159500" y="3721100"/>
            <a:ext cx="4495800" cy="1066800"/>
            <a:chOff x="6159500" y="3721100"/>
            <a:chExt cx="4495800" cy="1066800"/>
          </a:xfrm>
        </p:grpSpPr>
        <p:sp>
          <p:nvSpPr>
            <p:cNvPr id="101" name="object 101"/>
            <p:cNvSpPr/>
            <p:nvPr/>
          </p:nvSpPr>
          <p:spPr>
            <a:xfrm>
              <a:off x="6159500" y="3936999"/>
              <a:ext cx="1168400" cy="850900"/>
            </a:xfrm>
            <a:custGeom>
              <a:avLst/>
              <a:gdLst/>
              <a:ahLst/>
              <a:cxnLst/>
              <a:rect l="l" t="t" r="r" b="b"/>
              <a:pathLst>
                <a:path w="1168400" h="850900">
                  <a:moveTo>
                    <a:pt x="1168400" y="63500"/>
                  </a:moveTo>
                  <a:lnTo>
                    <a:pt x="1163408" y="38785"/>
                  </a:lnTo>
                  <a:lnTo>
                    <a:pt x="1149794" y="18605"/>
                  </a:lnTo>
                  <a:lnTo>
                    <a:pt x="1129614" y="4991"/>
                  </a:lnTo>
                  <a:lnTo>
                    <a:pt x="1104900" y="0"/>
                  </a:lnTo>
                  <a:lnTo>
                    <a:pt x="63500" y="0"/>
                  </a:lnTo>
                  <a:lnTo>
                    <a:pt x="38773" y="4991"/>
                  </a:lnTo>
                  <a:lnTo>
                    <a:pt x="18592" y="18605"/>
                  </a:lnTo>
                  <a:lnTo>
                    <a:pt x="4978" y="38785"/>
                  </a:lnTo>
                  <a:lnTo>
                    <a:pt x="0" y="63500"/>
                  </a:lnTo>
                  <a:lnTo>
                    <a:pt x="0" y="152400"/>
                  </a:lnTo>
                  <a:lnTo>
                    <a:pt x="4978" y="177126"/>
                  </a:lnTo>
                  <a:lnTo>
                    <a:pt x="18592" y="197307"/>
                  </a:lnTo>
                  <a:lnTo>
                    <a:pt x="38773" y="210921"/>
                  </a:lnTo>
                  <a:lnTo>
                    <a:pt x="63500" y="215900"/>
                  </a:lnTo>
                  <a:lnTo>
                    <a:pt x="38773" y="220891"/>
                  </a:lnTo>
                  <a:lnTo>
                    <a:pt x="18592" y="234505"/>
                  </a:lnTo>
                  <a:lnTo>
                    <a:pt x="4978" y="254685"/>
                  </a:lnTo>
                  <a:lnTo>
                    <a:pt x="0" y="279400"/>
                  </a:lnTo>
                  <a:lnTo>
                    <a:pt x="0" y="368300"/>
                  </a:lnTo>
                  <a:lnTo>
                    <a:pt x="4978" y="393026"/>
                  </a:lnTo>
                  <a:lnTo>
                    <a:pt x="18592" y="413207"/>
                  </a:lnTo>
                  <a:lnTo>
                    <a:pt x="36741" y="425462"/>
                  </a:lnTo>
                  <a:lnTo>
                    <a:pt x="18592" y="437705"/>
                  </a:lnTo>
                  <a:lnTo>
                    <a:pt x="4978" y="457885"/>
                  </a:lnTo>
                  <a:lnTo>
                    <a:pt x="0" y="482600"/>
                  </a:lnTo>
                  <a:lnTo>
                    <a:pt x="0" y="571500"/>
                  </a:lnTo>
                  <a:lnTo>
                    <a:pt x="4978" y="596226"/>
                  </a:lnTo>
                  <a:lnTo>
                    <a:pt x="18592" y="616407"/>
                  </a:lnTo>
                  <a:lnTo>
                    <a:pt x="38773" y="630021"/>
                  </a:lnTo>
                  <a:lnTo>
                    <a:pt x="63500" y="635000"/>
                  </a:lnTo>
                  <a:lnTo>
                    <a:pt x="38773" y="639991"/>
                  </a:lnTo>
                  <a:lnTo>
                    <a:pt x="18592" y="653605"/>
                  </a:lnTo>
                  <a:lnTo>
                    <a:pt x="4978" y="673785"/>
                  </a:lnTo>
                  <a:lnTo>
                    <a:pt x="0" y="698500"/>
                  </a:lnTo>
                  <a:lnTo>
                    <a:pt x="0" y="787400"/>
                  </a:lnTo>
                  <a:lnTo>
                    <a:pt x="4978" y="812126"/>
                  </a:lnTo>
                  <a:lnTo>
                    <a:pt x="18592" y="832307"/>
                  </a:lnTo>
                  <a:lnTo>
                    <a:pt x="38773" y="845921"/>
                  </a:lnTo>
                  <a:lnTo>
                    <a:pt x="63500" y="850900"/>
                  </a:lnTo>
                  <a:lnTo>
                    <a:pt x="1104900" y="850900"/>
                  </a:lnTo>
                  <a:lnTo>
                    <a:pt x="1129614" y="845921"/>
                  </a:lnTo>
                  <a:lnTo>
                    <a:pt x="1149794" y="832307"/>
                  </a:lnTo>
                  <a:lnTo>
                    <a:pt x="1163408" y="812126"/>
                  </a:lnTo>
                  <a:lnTo>
                    <a:pt x="1168400" y="787400"/>
                  </a:lnTo>
                  <a:lnTo>
                    <a:pt x="1168400" y="698500"/>
                  </a:lnTo>
                  <a:lnTo>
                    <a:pt x="1163408" y="673785"/>
                  </a:lnTo>
                  <a:lnTo>
                    <a:pt x="1149794" y="653605"/>
                  </a:lnTo>
                  <a:lnTo>
                    <a:pt x="1129614" y="639991"/>
                  </a:lnTo>
                  <a:lnTo>
                    <a:pt x="1104900" y="635000"/>
                  </a:lnTo>
                  <a:lnTo>
                    <a:pt x="1129614" y="630021"/>
                  </a:lnTo>
                  <a:lnTo>
                    <a:pt x="1149794" y="616407"/>
                  </a:lnTo>
                  <a:lnTo>
                    <a:pt x="1163408" y="596226"/>
                  </a:lnTo>
                  <a:lnTo>
                    <a:pt x="1168400" y="571500"/>
                  </a:lnTo>
                  <a:lnTo>
                    <a:pt x="1168400" y="482600"/>
                  </a:lnTo>
                  <a:lnTo>
                    <a:pt x="1163408" y="457885"/>
                  </a:lnTo>
                  <a:lnTo>
                    <a:pt x="1149794" y="437705"/>
                  </a:lnTo>
                  <a:lnTo>
                    <a:pt x="1131633" y="425462"/>
                  </a:lnTo>
                  <a:lnTo>
                    <a:pt x="1149794" y="413207"/>
                  </a:lnTo>
                  <a:lnTo>
                    <a:pt x="1163408" y="393026"/>
                  </a:lnTo>
                  <a:lnTo>
                    <a:pt x="1168400" y="368300"/>
                  </a:lnTo>
                  <a:lnTo>
                    <a:pt x="1168400" y="279400"/>
                  </a:lnTo>
                  <a:lnTo>
                    <a:pt x="1163408" y="254685"/>
                  </a:lnTo>
                  <a:lnTo>
                    <a:pt x="1149794" y="234505"/>
                  </a:lnTo>
                  <a:lnTo>
                    <a:pt x="1129614" y="220891"/>
                  </a:lnTo>
                  <a:lnTo>
                    <a:pt x="1104900" y="215900"/>
                  </a:lnTo>
                  <a:lnTo>
                    <a:pt x="1129614" y="210921"/>
                  </a:lnTo>
                  <a:lnTo>
                    <a:pt x="1149794" y="197307"/>
                  </a:lnTo>
                  <a:lnTo>
                    <a:pt x="1163408" y="177126"/>
                  </a:lnTo>
                  <a:lnTo>
                    <a:pt x="1168400" y="152400"/>
                  </a:lnTo>
                  <a:lnTo>
                    <a:pt x="1168400" y="63500"/>
                  </a:lnTo>
                  <a:close/>
                </a:path>
              </a:pathLst>
            </a:custGeom>
            <a:solidFill>
              <a:srgbClr val="F9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7239000" y="3721100"/>
              <a:ext cx="3416300" cy="1066800"/>
            </a:xfrm>
            <a:custGeom>
              <a:avLst/>
              <a:gdLst/>
              <a:ahLst/>
              <a:cxnLst/>
              <a:rect l="l" t="t" r="r" b="b"/>
              <a:pathLst>
                <a:path w="3416300" h="1066800">
                  <a:moveTo>
                    <a:pt x="3416300" y="0"/>
                  </a:moveTo>
                  <a:lnTo>
                    <a:pt x="0" y="0"/>
                  </a:lnTo>
                  <a:lnTo>
                    <a:pt x="0" y="1066800"/>
                  </a:lnTo>
                  <a:lnTo>
                    <a:pt x="3416300" y="1066800"/>
                  </a:lnTo>
                  <a:lnTo>
                    <a:pt x="3416300" y="0"/>
                  </a:lnTo>
                  <a:close/>
                </a:path>
              </a:pathLst>
            </a:custGeom>
            <a:solidFill>
              <a:srgbClr val="F6F2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3" name="object 103"/>
          <p:cNvSpPr/>
          <p:nvPr/>
        </p:nvSpPr>
        <p:spPr>
          <a:xfrm>
            <a:off x="7239000" y="3492499"/>
            <a:ext cx="12700" cy="243204"/>
          </a:xfrm>
          <a:custGeom>
            <a:avLst/>
            <a:gdLst/>
            <a:ahLst/>
            <a:cxnLst/>
            <a:rect l="l" t="t" r="r" b="b"/>
            <a:pathLst>
              <a:path w="12700" h="243204">
                <a:moveTo>
                  <a:pt x="12700" y="205435"/>
                </a:moveTo>
                <a:lnTo>
                  <a:pt x="0" y="205435"/>
                </a:lnTo>
                <a:lnTo>
                  <a:pt x="0" y="242798"/>
                </a:lnTo>
                <a:lnTo>
                  <a:pt x="12700" y="242798"/>
                </a:lnTo>
                <a:lnTo>
                  <a:pt x="12700" y="205435"/>
                </a:lnTo>
                <a:close/>
              </a:path>
              <a:path w="12700" h="243204">
                <a:moveTo>
                  <a:pt x="12700" y="130733"/>
                </a:moveTo>
                <a:lnTo>
                  <a:pt x="0" y="130733"/>
                </a:lnTo>
                <a:lnTo>
                  <a:pt x="0" y="168084"/>
                </a:lnTo>
                <a:lnTo>
                  <a:pt x="12700" y="168084"/>
                </a:lnTo>
                <a:lnTo>
                  <a:pt x="12700" y="130733"/>
                </a:lnTo>
                <a:close/>
              </a:path>
              <a:path w="12700" h="243204">
                <a:moveTo>
                  <a:pt x="12700" y="56032"/>
                </a:moveTo>
                <a:lnTo>
                  <a:pt x="0" y="56032"/>
                </a:lnTo>
                <a:lnTo>
                  <a:pt x="0" y="93383"/>
                </a:lnTo>
                <a:lnTo>
                  <a:pt x="12700" y="93383"/>
                </a:lnTo>
                <a:lnTo>
                  <a:pt x="12700" y="56032"/>
                </a:lnTo>
                <a:close/>
              </a:path>
              <a:path w="12700" h="243204">
                <a:moveTo>
                  <a:pt x="12700" y="0"/>
                </a:moveTo>
                <a:lnTo>
                  <a:pt x="0" y="0"/>
                </a:lnTo>
                <a:lnTo>
                  <a:pt x="0" y="18681"/>
                </a:lnTo>
                <a:lnTo>
                  <a:pt x="12700" y="18681"/>
                </a:lnTo>
                <a:lnTo>
                  <a:pt x="12700" y="0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7239000" y="4445000"/>
            <a:ext cx="12700" cy="37465"/>
          </a:xfrm>
          <a:custGeom>
            <a:avLst/>
            <a:gdLst/>
            <a:ahLst/>
            <a:cxnLst/>
            <a:rect l="l" t="t" r="r" b="b"/>
            <a:pathLst>
              <a:path w="12700" h="37464">
                <a:moveTo>
                  <a:pt x="12700" y="37350"/>
                </a:moveTo>
                <a:lnTo>
                  <a:pt x="12700" y="0"/>
                </a:lnTo>
                <a:lnTo>
                  <a:pt x="0" y="0"/>
                </a:lnTo>
                <a:lnTo>
                  <a:pt x="0" y="37350"/>
                </a:lnTo>
                <a:lnTo>
                  <a:pt x="12700" y="37350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7239000" y="4669116"/>
            <a:ext cx="12700" cy="93980"/>
          </a:xfrm>
          <a:custGeom>
            <a:avLst/>
            <a:gdLst/>
            <a:ahLst/>
            <a:cxnLst/>
            <a:rect l="l" t="t" r="r" b="b"/>
            <a:pathLst>
              <a:path w="12700" h="93979">
                <a:moveTo>
                  <a:pt x="12700" y="74701"/>
                </a:moveTo>
                <a:lnTo>
                  <a:pt x="0" y="74701"/>
                </a:lnTo>
                <a:lnTo>
                  <a:pt x="0" y="93383"/>
                </a:lnTo>
                <a:lnTo>
                  <a:pt x="12700" y="93383"/>
                </a:lnTo>
                <a:lnTo>
                  <a:pt x="12700" y="74701"/>
                </a:lnTo>
                <a:close/>
              </a:path>
              <a:path w="12700" h="93979">
                <a:moveTo>
                  <a:pt x="12700" y="0"/>
                </a:moveTo>
                <a:lnTo>
                  <a:pt x="0" y="0"/>
                </a:lnTo>
                <a:lnTo>
                  <a:pt x="0" y="37350"/>
                </a:lnTo>
                <a:lnTo>
                  <a:pt x="12700" y="37350"/>
                </a:lnTo>
                <a:lnTo>
                  <a:pt x="12700" y="0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7912100" y="3505199"/>
            <a:ext cx="12700" cy="320675"/>
          </a:xfrm>
          <a:custGeom>
            <a:avLst/>
            <a:gdLst/>
            <a:ahLst/>
            <a:cxnLst/>
            <a:rect l="l" t="t" r="r" b="b"/>
            <a:pathLst>
              <a:path w="12700" h="320675">
                <a:moveTo>
                  <a:pt x="12700" y="282943"/>
                </a:moveTo>
                <a:lnTo>
                  <a:pt x="0" y="282943"/>
                </a:lnTo>
                <a:lnTo>
                  <a:pt x="0" y="320675"/>
                </a:lnTo>
                <a:lnTo>
                  <a:pt x="12700" y="320675"/>
                </a:lnTo>
                <a:lnTo>
                  <a:pt x="12700" y="282943"/>
                </a:lnTo>
                <a:close/>
              </a:path>
              <a:path w="12700" h="320675">
                <a:moveTo>
                  <a:pt x="12700" y="207492"/>
                </a:moveTo>
                <a:lnTo>
                  <a:pt x="0" y="207492"/>
                </a:lnTo>
                <a:lnTo>
                  <a:pt x="0" y="245224"/>
                </a:lnTo>
                <a:lnTo>
                  <a:pt x="12700" y="245224"/>
                </a:lnTo>
                <a:lnTo>
                  <a:pt x="12700" y="207492"/>
                </a:lnTo>
                <a:close/>
              </a:path>
              <a:path w="12700" h="320675">
                <a:moveTo>
                  <a:pt x="12700" y="132041"/>
                </a:moveTo>
                <a:lnTo>
                  <a:pt x="0" y="132041"/>
                </a:lnTo>
                <a:lnTo>
                  <a:pt x="0" y="169773"/>
                </a:lnTo>
                <a:lnTo>
                  <a:pt x="12700" y="169773"/>
                </a:lnTo>
                <a:lnTo>
                  <a:pt x="12700" y="132041"/>
                </a:lnTo>
                <a:close/>
              </a:path>
              <a:path w="12700" h="320675">
                <a:moveTo>
                  <a:pt x="12700" y="56591"/>
                </a:moveTo>
                <a:lnTo>
                  <a:pt x="0" y="56591"/>
                </a:lnTo>
                <a:lnTo>
                  <a:pt x="0" y="94310"/>
                </a:lnTo>
                <a:lnTo>
                  <a:pt x="12700" y="94310"/>
                </a:lnTo>
                <a:lnTo>
                  <a:pt x="12700" y="56591"/>
                </a:lnTo>
                <a:close/>
              </a:path>
              <a:path w="12700" h="320675">
                <a:moveTo>
                  <a:pt x="12700" y="0"/>
                </a:moveTo>
                <a:lnTo>
                  <a:pt x="0" y="0"/>
                </a:lnTo>
                <a:lnTo>
                  <a:pt x="0" y="18859"/>
                </a:lnTo>
                <a:lnTo>
                  <a:pt x="12700" y="18859"/>
                </a:lnTo>
                <a:lnTo>
                  <a:pt x="12700" y="0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7912100" y="4467225"/>
            <a:ext cx="12700" cy="38100"/>
          </a:xfrm>
          <a:custGeom>
            <a:avLst/>
            <a:gdLst/>
            <a:ahLst/>
            <a:cxnLst/>
            <a:rect l="l" t="t" r="r" b="b"/>
            <a:pathLst>
              <a:path w="12700" h="38100">
                <a:moveTo>
                  <a:pt x="12700" y="37731"/>
                </a:moveTo>
                <a:lnTo>
                  <a:pt x="12700" y="0"/>
                </a:lnTo>
                <a:lnTo>
                  <a:pt x="0" y="0"/>
                </a:lnTo>
                <a:lnTo>
                  <a:pt x="0" y="37731"/>
                </a:lnTo>
                <a:lnTo>
                  <a:pt x="12700" y="37731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7912100" y="4693589"/>
            <a:ext cx="12700" cy="94615"/>
          </a:xfrm>
          <a:custGeom>
            <a:avLst/>
            <a:gdLst/>
            <a:ahLst/>
            <a:cxnLst/>
            <a:rect l="l" t="t" r="r" b="b"/>
            <a:pathLst>
              <a:path w="12700" h="94614">
                <a:moveTo>
                  <a:pt x="12700" y="75450"/>
                </a:moveTo>
                <a:lnTo>
                  <a:pt x="0" y="75450"/>
                </a:lnTo>
                <a:lnTo>
                  <a:pt x="0" y="94310"/>
                </a:lnTo>
                <a:lnTo>
                  <a:pt x="12700" y="94310"/>
                </a:lnTo>
                <a:lnTo>
                  <a:pt x="12700" y="75450"/>
                </a:lnTo>
                <a:close/>
              </a:path>
              <a:path w="12700" h="94614">
                <a:moveTo>
                  <a:pt x="12700" y="0"/>
                </a:moveTo>
                <a:lnTo>
                  <a:pt x="0" y="0"/>
                </a:lnTo>
                <a:lnTo>
                  <a:pt x="0" y="37719"/>
                </a:lnTo>
                <a:lnTo>
                  <a:pt x="12700" y="37719"/>
                </a:lnTo>
                <a:lnTo>
                  <a:pt x="12700" y="0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8597900" y="3505199"/>
            <a:ext cx="12700" cy="320675"/>
          </a:xfrm>
          <a:custGeom>
            <a:avLst/>
            <a:gdLst/>
            <a:ahLst/>
            <a:cxnLst/>
            <a:rect l="l" t="t" r="r" b="b"/>
            <a:pathLst>
              <a:path w="12700" h="320675">
                <a:moveTo>
                  <a:pt x="12700" y="282943"/>
                </a:moveTo>
                <a:lnTo>
                  <a:pt x="0" y="282943"/>
                </a:lnTo>
                <a:lnTo>
                  <a:pt x="0" y="320675"/>
                </a:lnTo>
                <a:lnTo>
                  <a:pt x="12700" y="320675"/>
                </a:lnTo>
                <a:lnTo>
                  <a:pt x="12700" y="282943"/>
                </a:lnTo>
                <a:close/>
              </a:path>
              <a:path w="12700" h="320675">
                <a:moveTo>
                  <a:pt x="12700" y="207492"/>
                </a:moveTo>
                <a:lnTo>
                  <a:pt x="0" y="207492"/>
                </a:lnTo>
                <a:lnTo>
                  <a:pt x="0" y="245224"/>
                </a:lnTo>
                <a:lnTo>
                  <a:pt x="12700" y="245224"/>
                </a:lnTo>
                <a:lnTo>
                  <a:pt x="12700" y="207492"/>
                </a:lnTo>
                <a:close/>
              </a:path>
              <a:path w="12700" h="320675">
                <a:moveTo>
                  <a:pt x="12700" y="132041"/>
                </a:moveTo>
                <a:lnTo>
                  <a:pt x="0" y="132041"/>
                </a:lnTo>
                <a:lnTo>
                  <a:pt x="0" y="169773"/>
                </a:lnTo>
                <a:lnTo>
                  <a:pt x="12700" y="169773"/>
                </a:lnTo>
                <a:lnTo>
                  <a:pt x="12700" y="132041"/>
                </a:lnTo>
                <a:close/>
              </a:path>
              <a:path w="12700" h="320675">
                <a:moveTo>
                  <a:pt x="12700" y="56591"/>
                </a:moveTo>
                <a:lnTo>
                  <a:pt x="0" y="56591"/>
                </a:lnTo>
                <a:lnTo>
                  <a:pt x="0" y="94310"/>
                </a:lnTo>
                <a:lnTo>
                  <a:pt x="12700" y="94310"/>
                </a:lnTo>
                <a:lnTo>
                  <a:pt x="12700" y="56591"/>
                </a:lnTo>
                <a:close/>
              </a:path>
              <a:path w="12700" h="320675">
                <a:moveTo>
                  <a:pt x="12700" y="0"/>
                </a:moveTo>
                <a:lnTo>
                  <a:pt x="0" y="0"/>
                </a:lnTo>
                <a:lnTo>
                  <a:pt x="0" y="18859"/>
                </a:lnTo>
                <a:lnTo>
                  <a:pt x="12700" y="18859"/>
                </a:lnTo>
                <a:lnTo>
                  <a:pt x="12700" y="0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8597900" y="4467225"/>
            <a:ext cx="12700" cy="38100"/>
          </a:xfrm>
          <a:custGeom>
            <a:avLst/>
            <a:gdLst/>
            <a:ahLst/>
            <a:cxnLst/>
            <a:rect l="l" t="t" r="r" b="b"/>
            <a:pathLst>
              <a:path w="12700" h="38100">
                <a:moveTo>
                  <a:pt x="12700" y="37731"/>
                </a:moveTo>
                <a:lnTo>
                  <a:pt x="12700" y="0"/>
                </a:lnTo>
                <a:lnTo>
                  <a:pt x="0" y="0"/>
                </a:lnTo>
                <a:lnTo>
                  <a:pt x="0" y="37731"/>
                </a:lnTo>
                <a:lnTo>
                  <a:pt x="12700" y="37731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8597900" y="4693589"/>
            <a:ext cx="12700" cy="94615"/>
          </a:xfrm>
          <a:custGeom>
            <a:avLst/>
            <a:gdLst/>
            <a:ahLst/>
            <a:cxnLst/>
            <a:rect l="l" t="t" r="r" b="b"/>
            <a:pathLst>
              <a:path w="12700" h="94614">
                <a:moveTo>
                  <a:pt x="12700" y="75450"/>
                </a:moveTo>
                <a:lnTo>
                  <a:pt x="0" y="75450"/>
                </a:lnTo>
                <a:lnTo>
                  <a:pt x="0" y="94310"/>
                </a:lnTo>
                <a:lnTo>
                  <a:pt x="12700" y="94310"/>
                </a:lnTo>
                <a:lnTo>
                  <a:pt x="12700" y="75450"/>
                </a:lnTo>
                <a:close/>
              </a:path>
              <a:path w="12700" h="94614">
                <a:moveTo>
                  <a:pt x="12700" y="0"/>
                </a:moveTo>
                <a:lnTo>
                  <a:pt x="0" y="0"/>
                </a:lnTo>
                <a:lnTo>
                  <a:pt x="0" y="37719"/>
                </a:lnTo>
                <a:lnTo>
                  <a:pt x="12700" y="37719"/>
                </a:lnTo>
                <a:lnTo>
                  <a:pt x="12700" y="0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9194800" y="3505199"/>
            <a:ext cx="12700" cy="320675"/>
          </a:xfrm>
          <a:custGeom>
            <a:avLst/>
            <a:gdLst/>
            <a:ahLst/>
            <a:cxnLst/>
            <a:rect l="l" t="t" r="r" b="b"/>
            <a:pathLst>
              <a:path w="12700" h="320675">
                <a:moveTo>
                  <a:pt x="12700" y="282943"/>
                </a:moveTo>
                <a:lnTo>
                  <a:pt x="0" y="282943"/>
                </a:lnTo>
                <a:lnTo>
                  <a:pt x="0" y="320675"/>
                </a:lnTo>
                <a:lnTo>
                  <a:pt x="12700" y="320675"/>
                </a:lnTo>
                <a:lnTo>
                  <a:pt x="12700" y="282943"/>
                </a:lnTo>
                <a:close/>
              </a:path>
              <a:path w="12700" h="320675">
                <a:moveTo>
                  <a:pt x="12700" y="207492"/>
                </a:moveTo>
                <a:lnTo>
                  <a:pt x="0" y="207492"/>
                </a:lnTo>
                <a:lnTo>
                  <a:pt x="0" y="245224"/>
                </a:lnTo>
                <a:lnTo>
                  <a:pt x="12700" y="245224"/>
                </a:lnTo>
                <a:lnTo>
                  <a:pt x="12700" y="207492"/>
                </a:lnTo>
                <a:close/>
              </a:path>
              <a:path w="12700" h="320675">
                <a:moveTo>
                  <a:pt x="12700" y="132041"/>
                </a:moveTo>
                <a:lnTo>
                  <a:pt x="0" y="132041"/>
                </a:lnTo>
                <a:lnTo>
                  <a:pt x="0" y="169773"/>
                </a:lnTo>
                <a:lnTo>
                  <a:pt x="12700" y="169773"/>
                </a:lnTo>
                <a:lnTo>
                  <a:pt x="12700" y="132041"/>
                </a:lnTo>
                <a:close/>
              </a:path>
              <a:path w="12700" h="320675">
                <a:moveTo>
                  <a:pt x="12700" y="56591"/>
                </a:moveTo>
                <a:lnTo>
                  <a:pt x="0" y="56591"/>
                </a:lnTo>
                <a:lnTo>
                  <a:pt x="0" y="94310"/>
                </a:lnTo>
                <a:lnTo>
                  <a:pt x="12700" y="94310"/>
                </a:lnTo>
                <a:lnTo>
                  <a:pt x="12700" y="56591"/>
                </a:lnTo>
                <a:close/>
              </a:path>
              <a:path w="12700" h="320675">
                <a:moveTo>
                  <a:pt x="12700" y="0"/>
                </a:moveTo>
                <a:lnTo>
                  <a:pt x="0" y="0"/>
                </a:lnTo>
                <a:lnTo>
                  <a:pt x="0" y="18859"/>
                </a:lnTo>
                <a:lnTo>
                  <a:pt x="12700" y="18859"/>
                </a:lnTo>
                <a:lnTo>
                  <a:pt x="12700" y="0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3" name="object 113"/>
          <p:cNvGrpSpPr/>
          <p:nvPr/>
        </p:nvGrpSpPr>
        <p:grpSpPr>
          <a:xfrm>
            <a:off x="6198894" y="3751135"/>
            <a:ext cx="4391660" cy="1036955"/>
            <a:chOff x="6198894" y="3751135"/>
            <a:chExt cx="4391660" cy="1036955"/>
          </a:xfrm>
        </p:grpSpPr>
        <p:sp>
          <p:nvSpPr>
            <p:cNvPr id="114" name="object 114"/>
            <p:cNvSpPr/>
            <p:nvPr/>
          </p:nvSpPr>
          <p:spPr>
            <a:xfrm>
              <a:off x="9194800" y="4467224"/>
              <a:ext cx="12700" cy="38100"/>
            </a:xfrm>
            <a:custGeom>
              <a:avLst/>
              <a:gdLst/>
              <a:ahLst/>
              <a:cxnLst/>
              <a:rect l="l" t="t" r="r" b="b"/>
              <a:pathLst>
                <a:path w="12700" h="38100">
                  <a:moveTo>
                    <a:pt x="12700" y="37731"/>
                  </a:moveTo>
                  <a:lnTo>
                    <a:pt x="12700" y="0"/>
                  </a:lnTo>
                  <a:lnTo>
                    <a:pt x="0" y="0"/>
                  </a:lnTo>
                  <a:lnTo>
                    <a:pt x="0" y="37731"/>
                  </a:lnTo>
                  <a:lnTo>
                    <a:pt x="12700" y="37731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5" name="object 115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6198894" y="3751135"/>
              <a:ext cx="4391214" cy="988237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9194800" y="4693589"/>
              <a:ext cx="12700" cy="94615"/>
            </a:xfrm>
            <a:custGeom>
              <a:avLst/>
              <a:gdLst/>
              <a:ahLst/>
              <a:cxnLst/>
              <a:rect l="l" t="t" r="r" b="b"/>
              <a:pathLst>
                <a:path w="12700" h="94614">
                  <a:moveTo>
                    <a:pt x="12700" y="75450"/>
                  </a:moveTo>
                  <a:lnTo>
                    <a:pt x="0" y="75450"/>
                  </a:lnTo>
                  <a:lnTo>
                    <a:pt x="0" y="94310"/>
                  </a:lnTo>
                  <a:lnTo>
                    <a:pt x="12700" y="94310"/>
                  </a:lnTo>
                  <a:lnTo>
                    <a:pt x="12700" y="75450"/>
                  </a:lnTo>
                  <a:close/>
                </a:path>
                <a:path w="12700" h="94614">
                  <a:moveTo>
                    <a:pt x="12700" y="0"/>
                  </a:moveTo>
                  <a:lnTo>
                    <a:pt x="0" y="0"/>
                  </a:lnTo>
                  <a:lnTo>
                    <a:pt x="0" y="37719"/>
                  </a:lnTo>
                  <a:lnTo>
                    <a:pt x="12700" y="37719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7" name="object 117"/>
          <p:cNvSpPr/>
          <p:nvPr/>
        </p:nvSpPr>
        <p:spPr>
          <a:xfrm>
            <a:off x="9855200" y="3492499"/>
            <a:ext cx="12700" cy="323850"/>
          </a:xfrm>
          <a:custGeom>
            <a:avLst/>
            <a:gdLst/>
            <a:ahLst/>
            <a:cxnLst/>
            <a:rect l="l" t="t" r="r" b="b"/>
            <a:pathLst>
              <a:path w="12700" h="323850">
                <a:moveTo>
                  <a:pt x="12700" y="285750"/>
                </a:moveTo>
                <a:lnTo>
                  <a:pt x="0" y="285750"/>
                </a:lnTo>
                <a:lnTo>
                  <a:pt x="0" y="323850"/>
                </a:lnTo>
                <a:lnTo>
                  <a:pt x="12700" y="323850"/>
                </a:lnTo>
                <a:lnTo>
                  <a:pt x="12700" y="285750"/>
                </a:lnTo>
                <a:close/>
              </a:path>
              <a:path w="12700" h="323850">
                <a:moveTo>
                  <a:pt x="12700" y="209550"/>
                </a:moveTo>
                <a:lnTo>
                  <a:pt x="0" y="209550"/>
                </a:lnTo>
                <a:lnTo>
                  <a:pt x="0" y="247650"/>
                </a:lnTo>
                <a:lnTo>
                  <a:pt x="12700" y="247650"/>
                </a:lnTo>
                <a:lnTo>
                  <a:pt x="12700" y="209550"/>
                </a:lnTo>
                <a:close/>
              </a:path>
              <a:path w="12700" h="323850">
                <a:moveTo>
                  <a:pt x="12700" y="133350"/>
                </a:moveTo>
                <a:lnTo>
                  <a:pt x="0" y="133350"/>
                </a:lnTo>
                <a:lnTo>
                  <a:pt x="0" y="171450"/>
                </a:lnTo>
                <a:lnTo>
                  <a:pt x="12700" y="171450"/>
                </a:lnTo>
                <a:lnTo>
                  <a:pt x="12700" y="133350"/>
                </a:lnTo>
                <a:close/>
              </a:path>
              <a:path w="12700" h="323850">
                <a:moveTo>
                  <a:pt x="12700" y="57150"/>
                </a:moveTo>
                <a:lnTo>
                  <a:pt x="0" y="57150"/>
                </a:lnTo>
                <a:lnTo>
                  <a:pt x="0" y="95250"/>
                </a:lnTo>
                <a:lnTo>
                  <a:pt x="12700" y="95250"/>
                </a:lnTo>
                <a:lnTo>
                  <a:pt x="12700" y="57150"/>
                </a:lnTo>
                <a:close/>
              </a:path>
              <a:path w="12700" h="323850">
                <a:moveTo>
                  <a:pt x="12700" y="0"/>
                </a:moveTo>
                <a:lnTo>
                  <a:pt x="0" y="0"/>
                </a:lnTo>
                <a:lnTo>
                  <a:pt x="0" y="19050"/>
                </a:lnTo>
                <a:lnTo>
                  <a:pt x="12700" y="19050"/>
                </a:lnTo>
                <a:lnTo>
                  <a:pt x="12700" y="0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9855200" y="4464050"/>
            <a:ext cx="12700" cy="38100"/>
          </a:xfrm>
          <a:custGeom>
            <a:avLst/>
            <a:gdLst/>
            <a:ahLst/>
            <a:cxnLst/>
            <a:rect l="l" t="t" r="r" b="b"/>
            <a:pathLst>
              <a:path w="12700" h="38100">
                <a:moveTo>
                  <a:pt x="12700" y="38100"/>
                </a:moveTo>
                <a:lnTo>
                  <a:pt x="12700" y="0"/>
                </a:lnTo>
                <a:lnTo>
                  <a:pt x="0" y="0"/>
                </a:lnTo>
                <a:lnTo>
                  <a:pt x="0" y="38100"/>
                </a:lnTo>
                <a:lnTo>
                  <a:pt x="12700" y="38100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9855200" y="4692650"/>
            <a:ext cx="12700" cy="95250"/>
          </a:xfrm>
          <a:custGeom>
            <a:avLst/>
            <a:gdLst/>
            <a:ahLst/>
            <a:cxnLst/>
            <a:rect l="l" t="t" r="r" b="b"/>
            <a:pathLst>
              <a:path w="12700" h="95250">
                <a:moveTo>
                  <a:pt x="12700" y="76200"/>
                </a:moveTo>
                <a:lnTo>
                  <a:pt x="0" y="76200"/>
                </a:lnTo>
                <a:lnTo>
                  <a:pt x="0" y="95250"/>
                </a:lnTo>
                <a:lnTo>
                  <a:pt x="12700" y="95250"/>
                </a:lnTo>
                <a:lnTo>
                  <a:pt x="12700" y="76200"/>
                </a:lnTo>
                <a:close/>
              </a:path>
              <a:path w="12700" h="95250">
                <a:moveTo>
                  <a:pt x="12700" y="0"/>
                </a:moveTo>
                <a:lnTo>
                  <a:pt x="0" y="0"/>
                </a:lnTo>
                <a:lnTo>
                  <a:pt x="0" y="38100"/>
                </a:lnTo>
                <a:lnTo>
                  <a:pt x="12700" y="38100"/>
                </a:lnTo>
                <a:lnTo>
                  <a:pt x="12700" y="0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0" name="object 120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6342512" y="5104663"/>
            <a:ext cx="1498434" cy="144221"/>
          </a:xfrm>
          <a:prstGeom prst="rect">
            <a:avLst/>
          </a:prstGeom>
        </p:spPr>
      </p:pic>
      <p:grpSp>
        <p:nvGrpSpPr>
          <p:cNvPr id="121" name="object 121"/>
          <p:cNvGrpSpPr/>
          <p:nvPr/>
        </p:nvGrpSpPr>
        <p:grpSpPr>
          <a:xfrm>
            <a:off x="6134100" y="5410200"/>
            <a:ext cx="4572000" cy="2260600"/>
            <a:chOff x="6134100" y="5410200"/>
            <a:chExt cx="4572000" cy="2260600"/>
          </a:xfrm>
        </p:grpSpPr>
        <p:sp>
          <p:nvSpPr>
            <p:cNvPr id="122" name="object 122"/>
            <p:cNvSpPr/>
            <p:nvPr/>
          </p:nvSpPr>
          <p:spPr>
            <a:xfrm>
              <a:off x="6134100" y="5499099"/>
              <a:ext cx="12700" cy="1780539"/>
            </a:xfrm>
            <a:custGeom>
              <a:avLst/>
              <a:gdLst/>
              <a:ahLst/>
              <a:cxnLst/>
              <a:rect l="l" t="t" r="r" b="b"/>
              <a:pathLst>
                <a:path w="12700" h="1780540">
                  <a:moveTo>
                    <a:pt x="6350" y="1755038"/>
                  </a:moveTo>
                  <a:lnTo>
                    <a:pt x="0" y="1755038"/>
                  </a:lnTo>
                  <a:lnTo>
                    <a:pt x="0" y="1780286"/>
                  </a:lnTo>
                  <a:lnTo>
                    <a:pt x="6350" y="1780286"/>
                  </a:lnTo>
                  <a:lnTo>
                    <a:pt x="6350" y="1755038"/>
                  </a:lnTo>
                  <a:close/>
                </a:path>
                <a:path w="12700" h="1780540">
                  <a:moveTo>
                    <a:pt x="12700" y="1704530"/>
                  </a:moveTo>
                  <a:lnTo>
                    <a:pt x="6350" y="1704530"/>
                  </a:lnTo>
                  <a:lnTo>
                    <a:pt x="0" y="1704530"/>
                  </a:lnTo>
                  <a:lnTo>
                    <a:pt x="0" y="1729790"/>
                  </a:lnTo>
                  <a:lnTo>
                    <a:pt x="6350" y="1729790"/>
                  </a:lnTo>
                  <a:lnTo>
                    <a:pt x="12700" y="1729790"/>
                  </a:lnTo>
                  <a:lnTo>
                    <a:pt x="12700" y="1704530"/>
                  </a:lnTo>
                  <a:close/>
                </a:path>
                <a:path w="12700" h="1780540">
                  <a:moveTo>
                    <a:pt x="12700" y="1654022"/>
                  </a:moveTo>
                  <a:lnTo>
                    <a:pt x="6350" y="1654022"/>
                  </a:lnTo>
                  <a:lnTo>
                    <a:pt x="0" y="1654022"/>
                  </a:lnTo>
                  <a:lnTo>
                    <a:pt x="0" y="1679282"/>
                  </a:lnTo>
                  <a:lnTo>
                    <a:pt x="6350" y="1679282"/>
                  </a:lnTo>
                  <a:lnTo>
                    <a:pt x="12700" y="1679282"/>
                  </a:lnTo>
                  <a:lnTo>
                    <a:pt x="12700" y="1654022"/>
                  </a:lnTo>
                  <a:close/>
                </a:path>
                <a:path w="12700" h="1780540">
                  <a:moveTo>
                    <a:pt x="12700" y="1603527"/>
                  </a:moveTo>
                  <a:lnTo>
                    <a:pt x="6350" y="1603527"/>
                  </a:lnTo>
                  <a:lnTo>
                    <a:pt x="0" y="1603527"/>
                  </a:lnTo>
                  <a:lnTo>
                    <a:pt x="0" y="1628775"/>
                  </a:lnTo>
                  <a:lnTo>
                    <a:pt x="6350" y="1628775"/>
                  </a:lnTo>
                  <a:lnTo>
                    <a:pt x="12700" y="1628775"/>
                  </a:lnTo>
                  <a:lnTo>
                    <a:pt x="12700" y="1603527"/>
                  </a:lnTo>
                  <a:close/>
                </a:path>
                <a:path w="12700" h="1780540">
                  <a:moveTo>
                    <a:pt x="12700" y="1553019"/>
                  </a:moveTo>
                  <a:lnTo>
                    <a:pt x="6350" y="1553019"/>
                  </a:lnTo>
                  <a:lnTo>
                    <a:pt x="0" y="1553019"/>
                  </a:lnTo>
                  <a:lnTo>
                    <a:pt x="0" y="1578267"/>
                  </a:lnTo>
                  <a:lnTo>
                    <a:pt x="6350" y="1578267"/>
                  </a:lnTo>
                  <a:lnTo>
                    <a:pt x="12700" y="1578267"/>
                  </a:lnTo>
                  <a:lnTo>
                    <a:pt x="12700" y="1553019"/>
                  </a:lnTo>
                  <a:close/>
                </a:path>
                <a:path w="12700" h="1780540">
                  <a:moveTo>
                    <a:pt x="12700" y="1502511"/>
                  </a:moveTo>
                  <a:lnTo>
                    <a:pt x="6350" y="1502511"/>
                  </a:lnTo>
                  <a:lnTo>
                    <a:pt x="0" y="1502511"/>
                  </a:lnTo>
                  <a:lnTo>
                    <a:pt x="0" y="1527784"/>
                  </a:lnTo>
                  <a:lnTo>
                    <a:pt x="6350" y="1527784"/>
                  </a:lnTo>
                  <a:lnTo>
                    <a:pt x="12700" y="1527784"/>
                  </a:lnTo>
                  <a:lnTo>
                    <a:pt x="12700" y="1502511"/>
                  </a:lnTo>
                  <a:close/>
                </a:path>
                <a:path w="12700" h="1780540">
                  <a:moveTo>
                    <a:pt x="12700" y="1452016"/>
                  </a:moveTo>
                  <a:lnTo>
                    <a:pt x="6350" y="1452016"/>
                  </a:lnTo>
                  <a:lnTo>
                    <a:pt x="0" y="1452016"/>
                  </a:lnTo>
                  <a:lnTo>
                    <a:pt x="0" y="1477264"/>
                  </a:lnTo>
                  <a:lnTo>
                    <a:pt x="6350" y="1477264"/>
                  </a:lnTo>
                  <a:lnTo>
                    <a:pt x="12700" y="1477264"/>
                  </a:lnTo>
                  <a:lnTo>
                    <a:pt x="12700" y="1452016"/>
                  </a:lnTo>
                  <a:close/>
                </a:path>
                <a:path w="12700" h="1780540">
                  <a:moveTo>
                    <a:pt x="12700" y="1401521"/>
                  </a:moveTo>
                  <a:lnTo>
                    <a:pt x="6350" y="1401521"/>
                  </a:lnTo>
                  <a:lnTo>
                    <a:pt x="0" y="1401521"/>
                  </a:lnTo>
                  <a:lnTo>
                    <a:pt x="0" y="1426756"/>
                  </a:lnTo>
                  <a:lnTo>
                    <a:pt x="6350" y="1426756"/>
                  </a:lnTo>
                  <a:lnTo>
                    <a:pt x="12700" y="1426756"/>
                  </a:lnTo>
                  <a:lnTo>
                    <a:pt x="12700" y="1401521"/>
                  </a:lnTo>
                  <a:close/>
                </a:path>
                <a:path w="12700" h="1780540">
                  <a:moveTo>
                    <a:pt x="12700" y="1351000"/>
                  </a:moveTo>
                  <a:lnTo>
                    <a:pt x="6350" y="1351000"/>
                  </a:lnTo>
                  <a:lnTo>
                    <a:pt x="0" y="1351000"/>
                  </a:lnTo>
                  <a:lnTo>
                    <a:pt x="0" y="1376248"/>
                  </a:lnTo>
                  <a:lnTo>
                    <a:pt x="6350" y="1376248"/>
                  </a:lnTo>
                  <a:lnTo>
                    <a:pt x="12700" y="1376248"/>
                  </a:lnTo>
                  <a:lnTo>
                    <a:pt x="12700" y="1351000"/>
                  </a:lnTo>
                  <a:close/>
                </a:path>
                <a:path w="12700" h="1780540">
                  <a:moveTo>
                    <a:pt x="12700" y="1300492"/>
                  </a:moveTo>
                  <a:lnTo>
                    <a:pt x="6350" y="1300492"/>
                  </a:lnTo>
                  <a:lnTo>
                    <a:pt x="0" y="1300492"/>
                  </a:lnTo>
                  <a:lnTo>
                    <a:pt x="0" y="1325765"/>
                  </a:lnTo>
                  <a:lnTo>
                    <a:pt x="6350" y="1325765"/>
                  </a:lnTo>
                  <a:lnTo>
                    <a:pt x="12700" y="1325765"/>
                  </a:lnTo>
                  <a:lnTo>
                    <a:pt x="12700" y="1300492"/>
                  </a:lnTo>
                  <a:close/>
                </a:path>
                <a:path w="12700" h="1780540">
                  <a:moveTo>
                    <a:pt x="12700" y="1249984"/>
                  </a:moveTo>
                  <a:lnTo>
                    <a:pt x="6350" y="1249984"/>
                  </a:lnTo>
                  <a:lnTo>
                    <a:pt x="0" y="1249984"/>
                  </a:lnTo>
                  <a:lnTo>
                    <a:pt x="0" y="1275245"/>
                  </a:lnTo>
                  <a:lnTo>
                    <a:pt x="6350" y="1275245"/>
                  </a:lnTo>
                  <a:lnTo>
                    <a:pt x="12700" y="1275245"/>
                  </a:lnTo>
                  <a:lnTo>
                    <a:pt x="12700" y="1249984"/>
                  </a:lnTo>
                  <a:close/>
                </a:path>
                <a:path w="12700" h="1780540">
                  <a:moveTo>
                    <a:pt x="12700" y="1199489"/>
                  </a:moveTo>
                  <a:lnTo>
                    <a:pt x="6350" y="1199489"/>
                  </a:lnTo>
                  <a:lnTo>
                    <a:pt x="0" y="1199489"/>
                  </a:lnTo>
                  <a:lnTo>
                    <a:pt x="0" y="1224737"/>
                  </a:lnTo>
                  <a:lnTo>
                    <a:pt x="6350" y="1224737"/>
                  </a:lnTo>
                  <a:lnTo>
                    <a:pt x="12700" y="1224737"/>
                  </a:lnTo>
                  <a:lnTo>
                    <a:pt x="12700" y="1199489"/>
                  </a:lnTo>
                  <a:close/>
                </a:path>
                <a:path w="12700" h="1780540">
                  <a:moveTo>
                    <a:pt x="12700" y="1148994"/>
                  </a:moveTo>
                  <a:lnTo>
                    <a:pt x="6350" y="1148994"/>
                  </a:lnTo>
                  <a:lnTo>
                    <a:pt x="0" y="1148994"/>
                  </a:lnTo>
                  <a:lnTo>
                    <a:pt x="0" y="1174229"/>
                  </a:lnTo>
                  <a:lnTo>
                    <a:pt x="6350" y="1174229"/>
                  </a:lnTo>
                  <a:lnTo>
                    <a:pt x="12700" y="1174229"/>
                  </a:lnTo>
                  <a:lnTo>
                    <a:pt x="12700" y="1148994"/>
                  </a:lnTo>
                  <a:close/>
                </a:path>
                <a:path w="12700" h="1780540">
                  <a:moveTo>
                    <a:pt x="12700" y="1098473"/>
                  </a:moveTo>
                  <a:lnTo>
                    <a:pt x="6350" y="1098473"/>
                  </a:lnTo>
                  <a:lnTo>
                    <a:pt x="0" y="1098473"/>
                  </a:lnTo>
                  <a:lnTo>
                    <a:pt x="0" y="1123734"/>
                  </a:lnTo>
                  <a:lnTo>
                    <a:pt x="6350" y="1123734"/>
                  </a:lnTo>
                  <a:lnTo>
                    <a:pt x="12700" y="1123734"/>
                  </a:lnTo>
                  <a:lnTo>
                    <a:pt x="12700" y="1098473"/>
                  </a:lnTo>
                  <a:close/>
                </a:path>
                <a:path w="12700" h="1780540">
                  <a:moveTo>
                    <a:pt x="12700" y="1047965"/>
                  </a:moveTo>
                  <a:lnTo>
                    <a:pt x="6350" y="1047965"/>
                  </a:lnTo>
                  <a:lnTo>
                    <a:pt x="0" y="1047965"/>
                  </a:lnTo>
                  <a:lnTo>
                    <a:pt x="0" y="1073226"/>
                  </a:lnTo>
                  <a:lnTo>
                    <a:pt x="6350" y="1073226"/>
                  </a:lnTo>
                  <a:lnTo>
                    <a:pt x="12700" y="1073226"/>
                  </a:lnTo>
                  <a:lnTo>
                    <a:pt x="12700" y="1047965"/>
                  </a:lnTo>
                  <a:close/>
                </a:path>
                <a:path w="12700" h="1780540">
                  <a:moveTo>
                    <a:pt x="12700" y="997470"/>
                  </a:moveTo>
                  <a:lnTo>
                    <a:pt x="6350" y="997470"/>
                  </a:lnTo>
                  <a:lnTo>
                    <a:pt x="0" y="997470"/>
                  </a:lnTo>
                  <a:lnTo>
                    <a:pt x="0" y="1022718"/>
                  </a:lnTo>
                  <a:lnTo>
                    <a:pt x="6350" y="1022718"/>
                  </a:lnTo>
                  <a:lnTo>
                    <a:pt x="12700" y="1022718"/>
                  </a:lnTo>
                  <a:lnTo>
                    <a:pt x="12700" y="997470"/>
                  </a:lnTo>
                  <a:close/>
                </a:path>
                <a:path w="12700" h="1780540">
                  <a:moveTo>
                    <a:pt x="12700" y="946962"/>
                  </a:moveTo>
                  <a:lnTo>
                    <a:pt x="6350" y="946962"/>
                  </a:lnTo>
                  <a:lnTo>
                    <a:pt x="0" y="946962"/>
                  </a:lnTo>
                  <a:lnTo>
                    <a:pt x="0" y="972210"/>
                  </a:lnTo>
                  <a:lnTo>
                    <a:pt x="6350" y="972210"/>
                  </a:lnTo>
                  <a:lnTo>
                    <a:pt x="12700" y="972210"/>
                  </a:lnTo>
                  <a:lnTo>
                    <a:pt x="12700" y="946962"/>
                  </a:lnTo>
                  <a:close/>
                </a:path>
                <a:path w="12700" h="1780540">
                  <a:moveTo>
                    <a:pt x="12700" y="896454"/>
                  </a:moveTo>
                  <a:lnTo>
                    <a:pt x="6350" y="896454"/>
                  </a:lnTo>
                  <a:lnTo>
                    <a:pt x="0" y="896454"/>
                  </a:lnTo>
                  <a:lnTo>
                    <a:pt x="0" y="921715"/>
                  </a:lnTo>
                  <a:lnTo>
                    <a:pt x="6350" y="921715"/>
                  </a:lnTo>
                  <a:lnTo>
                    <a:pt x="12700" y="921715"/>
                  </a:lnTo>
                  <a:lnTo>
                    <a:pt x="12700" y="896454"/>
                  </a:lnTo>
                  <a:close/>
                </a:path>
                <a:path w="12700" h="1780540">
                  <a:moveTo>
                    <a:pt x="12700" y="845959"/>
                  </a:moveTo>
                  <a:lnTo>
                    <a:pt x="6350" y="845959"/>
                  </a:lnTo>
                  <a:lnTo>
                    <a:pt x="0" y="845959"/>
                  </a:lnTo>
                  <a:lnTo>
                    <a:pt x="0" y="871207"/>
                  </a:lnTo>
                  <a:lnTo>
                    <a:pt x="6350" y="871207"/>
                  </a:lnTo>
                  <a:lnTo>
                    <a:pt x="12700" y="871207"/>
                  </a:lnTo>
                  <a:lnTo>
                    <a:pt x="12700" y="845959"/>
                  </a:lnTo>
                  <a:close/>
                </a:path>
                <a:path w="12700" h="1780540">
                  <a:moveTo>
                    <a:pt x="12700" y="795451"/>
                  </a:moveTo>
                  <a:lnTo>
                    <a:pt x="6350" y="795451"/>
                  </a:lnTo>
                  <a:lnTo>
                    <a:pt x="0" y="795451"/>
                  </a:lnTo>
                  <a:lnTo>
                    <a:pt x="0" y="820699"/>
                  </a:lnTo>
                  <a:lnTo>
                    <a:pt x="6350" y="820699"/>
                  </a:lnTo>
                  <a:lnTo>
                    <a:pt x="12700" y="820699"/>
                  </a:lnTo>
                  <a:lnTo>
                    <a:pt x="12700" y="795451"/>
                  </a:lnTo>
                  <a:close/>
                </a:path>
                <a:path w="12700" h="1780540">
                  <a:moveTo>
                    <a:pt x="12700" y="744943"/>
                  </a:moveTo>
                  <a:lnTo>
                    <a:pt x="6350" y="744943"/>
                  </a:lnTo>
                  <a:lnTo>
                    <a:pt x="0" y="744943"/>
                  </a:lnTo>
                  <a:lnTo>
                    <a:pt x="0" y="770191"/>
                  </a:lnTo>
                  <a:lnTo>
                    <a:pt x="6350" y="770191"/>
                  </a:lnTo>
                  <a:lnTo>
                    <a:pt x="12700" y="770191"/>
                  </a:lnTo>
                  <a:lnTo>
                    <a:pt x="12700" y="744943"/>
                  </a:lnTo>
                  <a:close/>
                </a:path>
                <a:path w="12700" h="1780540">
                  <a:moveTo>
                    <a:pt x="12700" y="694436"/>
                  </a:moveTo>
                  <a:lnTo>
                    <a:pt x="6350" y="694436"/>
                  </a:lnTo>
                  <a:lnTo>
                    <a:pt x="0" y="694436"/>
                  </a:lnTo>
                  <a:lnTo>
                    <a:pt x="0" y="719709"/>
                  </a:lnTo>
                  <a:lnTo>
                    <a:pt x="6350" y="719709"/>
                  </a:lnTo>
                  <a:lnTo>
                    <a:pt x="12700" y="719709"/>
                  </a:lnTo>
                  <a:lnTo>
                    <a:pt x="12700" y="694436"/>
                  </a:lnTo>
                  <a:close/>
                </a:path>
                <a:path w="12700" h="1780540">
                  <a:moveTo>
                    <a:pt x="12700" y="643928"/>
                  </a:moveTo>
                  <a:lnTo>
                    <a:pt x="6350" y="643928"/>
                  </a:lnTo>
                  <a:lnTo>
                    <a:pt x="0" y="643928"/>
                  </a:lnTo>
                  <a:lnTo>
                    <a:pt x="0" y="669188"/>
                  </a:lnTo>
                  <a:lnTo>
                    <a:pt x="6350" y="669188"/>
                  </a:lnTo>
                  <a:lnTo>
                    <a:pt x="12700" y="669188"/>
                  </a:lnTo>
                  <a:lnTo>
                    <a:pt x="12700" y="643928"/>
                  </a:lnTo>
                  <a:close/>
                </a:path>
                <a:path w="12700" h="1780540">
                  <a:moveTo>
                    <a:pt x="12700" y="593432"/>
                  </a:moveTo>
                  <a:lnTo>
                    <a:pt x="6350" y="593432"/>
                  </a:lnTo>
                  <a:lnTo>
                    <a:pt x="0" y="593432"/>
                  </a:lnTo>
                  <a:lnTo>
                    <a:pt x="0" y="618680"/>
                  </a:lnTo>
                  <a:lnTo>
                    <a:pt x="6350" y="618680"/>
                  </a:lnTo>
                  <a:lnTo>
                    <a:pt x="12700" y="618680"/>
                  </a:lnTo>
                  <a:lnTo>
                    <a:pt x="12700" y="593432"/>
                  </a:lnTo>
                  <a:close/>
                </a:path>
                <a:path w="12700" h="1780540">
                  <a:moveTo>
                    <a:pt x="12700" y="542925"/>
                  </a:moveTo>
                  <a:lnTo>
                    <a:pt x="6350" y="542925"/>
                  </a:lnTo>
                  <a:lnTo>
                    <a:pt x="0" y="542925"/>
                  </a:lnTo>
                  <a:lnTo>
                    <a:pt x="0" y="568172"/>
                  </a:lnTo>
                  <a:lnTo>
                    <a:pt x="6350" y="568172"/>
                  </a:lnTo>
                  <a:lnTo>
                    <a:pt x="12700" y="568172"/>
                  </a:lnTo>
                  <a:lnTo>
                    <a:pt x="12700" y="542925"/>
                  </a:lnTo>
                  <a:close/>
                </a:path>
                <a:path w="12700" h="1780540">
                  <a:moveTo>
                    <a:pt x="12700" y="492417"/>
                  </a:moveTo>
                  <a:lnTo>
                    <a:pt x="6350" y="492417"/>
                  </a:lnTo>
                  <a:lnTo>
                    <a:pt x="0" y="492417"/>
                  </a:lnTo>
                  <a:lnTo>
                    <a:pt x="0" y="517677"/>
                  </a:lnTo>
                  <a:lnTo>
                    <a:pt x="6350" y="517677"/>
                  </a:lnTo>
                  <a:lnTo>
                    <a:pt x="12700" y="517677"/>
                  </a:lnTo>
                  <a:lnTo>
                    <a:pt x="12700" y="492417"/>
                  </a:lnTo>
                  <a:close/>
                </a:path>
                <a:path w="12700" h="1780540">
                  <a:moveTo>
                    <a:pt x="12700" y="441921"/>
                  </a:moveTo>
                  <a:lnTo>
                    <a:pt x="6350" y="441921"/>
                  </a:lnTo>
                  <a:lnTo>
                    <a:pt x="0" y="441921"/>
                  </a:lnTo>
                  <a:lnTo>
                    <a:pt x="0" y="467169"/>
                  </a:lnTo>
                  <a:lnTo>
                    <a:pt x="6350" y="467169"/>
                  </a:lnTo>
                  <a:lnTo>
                    <a:pt x="12700" y="467169"/>
                  </a:lnTo>
                  <a:lnTo>
                    <a:pt x="12700" y="441921"/>
                  </a:lnTo>
                  <a:close/>
                </a:path>
                <a:path w="12700" h="1780540">
                  <a:moveTo>
                    <a:pt x="12700" y="391414"/>
                  </a:moveTo>
                  <a:lnTo>
                    <a:pt x="6350" y="391414"/>
                  </a:lnTo>
                  <a:lnTo>
                    <a:pt x="0" y="391414"/>
                  </a:lnTo>
                  <a:lnTo>
                    <a:pt x="0" y="416661"/>
                  </a:lnTo>
                  <a:lnTo>
                    <a:pt x="6350" y="416661"/>
                  </a:lnTo>
                  <a:lnTo>
                    <a:pt x="12700" y="416661"/>
                  </a:lnTo>
                  <a:lnTo>
                    <a:pt x="12700" y="391414"/>
                  </a:lnTo>
                  <a:close/>
                </a:path>
                <a:path w="12700" h="1780540">
                  <a:moveTo>
                    <a:pt x="12700" y="340906"/>
                  </a:moveTo>
                  <a:lnTo>
                    <a:pt x="6350" y="340906"/>
                  </a:lnTo>
                  <a:lnTo>
                    <a:pt x="0" y="340906"/>
                  </a:lnTo>
                  <a:lnTo>
                    <a:pt x="0" y="366153"/>
                  </a:lnTo>
                  <a:lnTo>
                    <a:pt x="6350" y="366153"/>
                  </a:lnTo>
                  <a:lnTo>
                    <a:pt x="12700" y="366153"/>
                  </a:lnTo>
                  <a:lnTo>
                    <a:pt x="12700" y="340906"/>
                  </a:lnTo>
                  <a:close/>
                </a:path>
                <a:path w="12700" h="1780540">
                  <a:moveTo>
                    <a:pt x="12700" y="290398"/>
                  </a:moveTo>
                  <a:lnTo>
                    <a:pt x="6350" y="290398"/>
                  </a:lnTo>
                  <a:lnTo>
                    <a:pt x="0" y="290398"/>
                  </a:lnTo>
                  <a:lnTo>
                    <a:pt x="0" y="315658"/>
                  </a:lnTo>
                  <a:lnTo>
                    <a:pt x="6350" y="315658"/>
                  </a:lnTo>
                  <a:lnTo>
                    <a:pt x="12700" y="315658"/>
                  </a:lnTo>
                  <a:lnTo>
                    <a:pt x="12700" y="290398"/>
                  </a:lnTo>
                  <a:close/>
                </a:path>
                <a:path w="12700" h="1780540">
                  <a:moveTo>
                    <a:pt x="12700" y="239903"/>
                  </a:moveTo>
                  <a:lnTo>
                    <a:pt x="6350" y="239903"/>
                  </a:lnTo>
                  <a:lnTo>
                    <a:pt x="0" y="239903"/>
                  </a:lnTo>
                  <a:lnTo>
                    <a:pt x="0" y="265150"/>
                  </a:lnTo>
                  <a:lnTo>
                    <a:pt x="6350" y="265150"/>
                  </a:lnTo>
                  <a:lnTo>
                    <a:pt x="12700" y="265150"/>
                  </a:lnTo>
                  <a:lnTo>
                    <a:pt x="12700" y="239903"/>
                  </a:lnTo>
                  <a:close/>
                </a:path>
                <a:path w="12700" h="1780540">
                  <a:moveTo>
                    <a:pt x="12700" y="189395"/>
                  </a:moveTo>
                  <a:lnTo>
                    <a:pt x="6350" y="189395"/>
                  </a:lnTo>
                  <a:lnTo>
                    <a:pt x="0" y="189395"/>
                  </a:lnTo>
                  <a:lnTo>
                    <a:pt x="0" y="214642"/>
                  </a:lnTo>
                  <a:lnTo>
                    <a:pt x="6350" y="214642"/>
                  </a:lnTo>
                  <a:lnTo>
                    <a:pt x="12700" y="214642"/>
                  </a:lnTo>
                  <a:lnTo>
                    <a:pt x="12700" y="189395"/>
                  </a:lnTo>
                  <a:close/>
                </a:path>
                <a:path w="12700" h="1780540">
                  <a:moveTo>
                    <a:pt x="12700" y="138887"/>
                  </a:moveTo>
                  <a:lnTo>
                    <a:pt x="6350" y="138887"/>
                  </a:lnTo>
                  <a:lnTo>
                    <a:pt x="0" y="138887"/>
                  </a:lnTo>
                  <a:lnTo>
                    <a:pt x="0" y="164134"/>
                  </a:lnTo>
                  <a:lnTo>
                    <a:pt x="6350" y="164134"/>
                  </a:lnTo>
                  <a:lnTo>
                    <a:pt x="12700" y="164134"/>
                  </a:lnTo>
                  <a:lnTo>
                    <a:pt x="12700" y="138887"/>
                  </a:lnTo>
                  <a:close/>
                </a:path>
                <a:path w="12700" h="1780540">
                  <a:moveTo>
                    <a:pt x="12700" y="88379"/>
                  </a:moveTo>
                  <a:lnTo>
                    <a:pt x="6350" y="88379"/>
                  </a:lnTo>
                  <a:lnTo>
                    <a:pt x="0" y="88379"/>
                  </a:lnTo>
                  <a:lnTo>
                    <a:pt x="0" y="113639"/>
                  </a:lnTo>
                  <a:lnTo>
                    <a:pt x="6350" y="113639"/>
                  </a:lnTo>
                  <a:lnTo>
                    <a:pt x="12700" y="113639"/>
                  </a:lnTo>
                  <a:lnTo>
                    <a:pt x="12700" y="88379"/>
                  </a:lnTo>
                  <a:close/>
                </a:path>
                <a:path w="12700" h="1780540">
                  <a:moveTo>
                    <a:pt x="12700" y="37884"/>
                  </a:moveTo>
                  <a:lnTo>
                    <a:pt x="6350" y="37884"/>
                  </a:lnTo>
                  <a:lnTo>
                    <a:pt x="0" y="37884"/>
                  </a:lnTo>
                  <a:lnTo>
                    <a:pt x="0" y="63131"/>
                  </a:lnTo>
                  <a:lnTo>
                    <a:pt x="6350" y="63131"/>
                  </a:lnTo>
                  <a:lnTo>
                    <a:pt x="12700" y="63131"/>
                  </a:lnTo>
                  <a:lnTo>
                    <a:pt x="12700" y="37884"/>
                  </a:lnTo>
                  <a:close/>
                </a:path>
                <a:path w="12700" h="1780540">
                  <a:moveTo>
                    <a:pt x="12700" y="0"/>
                  </a:moveTo>
                  <a:lnTo>
                    <a:pt x="635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134100" y="7254138"/>
              <a:ext cx="12700" cy="417195"/>
            </a:xfrm>
            <a:custGeom>
              <a:avLst/>
              <a:gdLst/>
              <a:ahLst/>
              <a:cxnLst/>
              <a:rect l="l" t="t" r="r" b="b"/>
              <a:pathLst>
                <a:path w="12700" h="417195">
                  <a:moveTo>
                    <a:pt x="6350" y="404050"/>
                  </a:moveTo>
                  <a:lnTo>
                    <a:pt x="0" y="404050"/>
                  </a:lnTo>
                  <a:lnTo>
                    <a:pt x="0" y="416661"/>
                  </a:lnTo>
                  <a:lnTo>
                    <a:pt x="6350" y="416661"/>
                  </a:lnTo>
                  <a:lnTo>
                    <a:pt x="6350" y="404050"/>
                  </a:lnTo>
                  <a:close/>
                </a:path>
                <a:path w="12700" h="417195">
                  <a:moveTo>
                    <a:pt x="12700" y="353529"/>
                  </a:moveTo>
                  <a:lnTo>
                    <a:pt x="6350" y="353529"/>
                  </a:lnTo>
                  <a:lnTo>
                    <a:pt x="0" y="353529"/>
                  </a:lnTo>
                  <a:lnTo>
                    <a:pt x="0" y="378777"/>
                  </a:lnTo>
                  <a:lnTo>
                    <a:pt x="6350" y="378777"/>
                  </a:lnTo>
                  <a:lnTo>
                    <a:pt x="12700" y="378777"/>
                  </a:lnTo>
                  <a:lnTo>
                    <a:pt x="12700" y="353529"/>
                  </a:lnTo>
                  <a:close/>
                </a:path>
                <a:path w="12700" h="417195">
                  <a:moveTo>
                    <a:pt x="12700" y="303022"/>
                  </a:moveTo>
                  <a:lnTo>
                    <a:pt x="6350" y="303022"/>
                  </a:lnTo>
                  <a:lnTo>
                    <a:pt x="0" y="303022"/>
                  </a:lnTo>
                  <a:lnTo>
                    <a:pt x="0" y="328282"/>
                  </a:lnTo>
                  <a:lnTo>
                    <a:pt x="6350" y="328282"/>
                  </a:lnTo>
                  <a:lnTo>
                    <a:pt x="12700" y="328282"/>
                  </a:lnTo>
                  <a:lnTo>
                    <a:pt x="12700" y="303022"/>
                  </a:lnTo>
                  <a:close/>
                </a:path>
                <a:path w="12700" h="417195">
                  <a:moveTo>
                    <a:pt x="12700" y="252526"/>
                  </a:moveTo>
                  <a:lnTo>
                    <a:pt x="6350" y="252526"/>
                  </a:lnTo>
                  <a:lnTo>
                    <a:pt x="0" y="252526"/>
                  </a:lnTo>
                  <a:lnTo>
                    <a:pt x="0" y="277774"/>
                  </a:lnTo>
                  <a:lnTo>
                    <a:pt x="6350" y="277774"/>
                  </a:lnTo>
                  <a:lnTo>
                    <a:pt x="12700" y="277774"/>
                  </a:lnTo>
                  <a:lnTo>
                    <a:pt x="12700" y="252526"/>
                  </a:lnTo>
                  <a:close/>
                </a:path>
                <a:path w="12700" h="417195">
                  <a:moveTo>
                    <a:pt x="12700" y="202018"/>
                  </a:moveTo>
                  <a:lnTo>
                    <a:pt x="6350" y="202018"/>
                  </a:lnTo>
                  <a:lnTo>
                    <a:pt x="0" y="202018"/>
                  </a:lnTo>
                  <a:lnTo>
                    <a:pt x="0" y="227266"/>
                  </a:lnTo>
                  <a:lnTo>
                    <a:pt x="6350" y="227266"/>
                  </a:lnTo>
                  <a:lnTo>
                    <a:pt x="12700" y="227266"/>
                  </a:lnTo>
                  <a:lnTo>
                    <a:pt x="12700" y="202018"/>
                  </a:lnTo>
                  <a:close/>
                </a:path>
                <a:path w="12700" h="417195">
                  <a:moveTo>
                    <a:pt x="12700" y="151511"/>
                  </a:moveTo>
                  <a:lnTo>
                    <a:pt x="6350" y="151511"/>
                  </a:lnTo>
                  <a:lnTo>
                    <a:pt x="0" y="151511"/>
                  </a:lnTo>
                  <a:lnTo>
                    <a:pt x="0" y="176771"/>
                  </a:lnTo>
                  <a:lnTo>
                    <a:pt x="6350" y="176771"/>
                  </a:lnTo>
                  <a:lnTo>
                    <a:pt x="12700" y="176771"/>
                  </a:lnTo>
                  <a:lnTo>
                    <a:pt x="12700" y="151511"/>
                  </a:lnTo>
                  <a:close/>
                </a:path>
                <a:path w="12700" h="417195">
                  <a:moveTo>
                    <a:pt x="12700" y="101003"/>
                  </a:moveTo>
                  <a:lnTo>
                    <a:pt x="6350" y="101003"/>
                  </a:lnTo>
                  <a:lnTo>
                    <a:pt x="0" y="101003"/>
                  </a:lnTo>
                  <a:lnTo>
                    <a:pt x="0" y="126263"/>
                  </a:lnTo>
                  <a:lnTo>
                    <a:pt x="6350" y="126263"/>
                  </a:lnTo>
                  <a:lnTo>
                    <a:pt x="12700" y="126263"/>
                  </a:lnTo>
                  <a:lnTo>
                    <a:pt x="12700" y="101003"/>
                  </a:lnTo>
                  <a:close/>
                </a:path>
                <a:path w="12700" h="417195">
                  <a:moveTo>
                    <a:pt x="12700" y="50507"/>
                  </a:moveTo>
                  <a:lnTo>
                    <a:pt x="6350" y="50507"/>
                  </a:lnTo>
                  <a:lnTo>
                    <a:pt x="0" y="50507"/>
                  </a:lnTo>
                  <a:lnTo>
                    <a:pt x="0" y="75755"/>
                  </a:lnTo>
                  <a:lnTo>
                    <a:pt x="6350" y="75755"/>
                  </a:lnTo>
                  <a:lnTo>
                    <a:pt x="12700" y="75755"/>
                  </a:lnTo>
                  <a:lnTo>
                    <a:pt x="12700" y="50507"/>
                  </a:lnTo>
                  <a:close/>
                </a:path>
                <a:path w="12700" h="417195">
                  <a:moveTo>
                    <a:pt x="12700" y="0"/>
                  </a:moveTo>
                  <a:lnTo>
                    <a:pt x="6350" y="0"/>
                  </a:lnTo>
                  <a:lnTo>
                    <a:pt x="0" y="0"/>
                  </a:lnTo>
                  <a:lnTo>
                    <a:pt x="0" y="25247"/>
                  </a:lnTo>
                  <a:lnTo>
                    <a:pt x="6350" y="25247"/>
                  </a:lnTo>
                  <a:lnTo>
                    <a:pt x="12700" y="25247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6140450" y="7664450"/>
              <a:ext cx="4527550" cy="0"/>
            </a:xfrm>
            <a:custGeom>
              <a:avLst/>
              <a:gdLst/>
              <a:ahLst/>
              <a:cxnLst/>
              <a:rect l="l" t="t" r="r" b="b"/>
              <a:pathLst>
                <a:path w="4527550">
                  <a:moveTo>
                    <a:pt x="0" y="0"/>
                  </a:moveTo>
                  <a:lnTo>
                    <a:pt x="4527550" y="0"/>
                  </a:lnTo>
                </a:path>
              </a:pathLst>
            </a:custGeom>
            <a:ln w="127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10693400" y="5890513"/>
              <a:ext cx="12700" cy="1780539"/>
            </a:xfrm>
            <a:custGeom>
              <a:avLst/>
              <a:gdLst/>
              <a:ahLst/>
              <a:cxnLst/>
              <a:rect l="l" t="t" r="r" b="b"/>
              <a:pathLst>
                <a:path w="12700" h="1780540">
                  <a:moveTo>
                    <a:pt x="6350" y="0"/>
                  </a:moveTo>
                  <a:lnTo>
                    <a:pt x="0" y="0"/>
                  </a:lnTo>
                  <a:lnTo>
                    <a:pt x="0" y="25247"/>
                  </a:lnTo>
                  <a:lnTo>
                    <a:pt x="6350" y="25247"/>
                  </a:lnTo>
                  <a:lnTo>
                    <a:pt x="6350" y="0"/>
                  </a:lnTo>
                  <a:close/>
                </a:path>
                <a:path w="12700" h="1780540">
                  <a:moveTo>
                    <a:pt x="12700" y="1767662"/>
                  </a:moveTo>
                  <a:lnTo>
                    <a:pt x="6350" y="1767662"/>
                  </a:lnTo>
                  <a:lnTo>
                    <a:pt x="0" y="1767662"/>
                  </a:lnTo>
                  <a:lnTo>
                    <a:pt x="0" y="1780286"/>
                  </a:lnTo>
                  <a:lnTo>
                    <a:pt x="6350" y="1780286"/>
                  </a:lnTo>
                  <a:lnTo>
                    <a:pt x="12700" y="1780286"/>
                  </a:lnTo>
                  <a:lnTo>
                    <a:pt x="12700" y="1767662"/>
                  </a:lnTo>
                  <a:close/>
                </a:path>
                <a:path w="12700" h="1780540">
                  <a:moveTo>
                    <a:pt x="12700" y="1717154"/>
                  </a:moveTo>
                  <a:lnTo>
                    <a:pt x="6350" y="1717154"/>
                  </a:lnTo>
                  <a:lnTo>
                    <a:pt x="0" y="1717154"/>
                  </a:lnTo>
                  <a:lnTo>
                    <a:pt x="0" y="1742401"/>
                  </a:lnTo>
                  <a:lnTo>
                    <a:pt x="6350" y="1742401"/>
                  </a:lnTo>
                  <a:lnTo>
                    <a:pt x="12700" y="1742401"/>
                  </a:lnTo>
                  <a:lnTo>
                    <a:pt x="12700" y="1717154"/>
                  </a:lnTo>
                  <a:close/>
                </a:path>
                <a:path w="12700" h="1780540">
                  <a:moveTo>
                    <a:pt x="12700" y="1666646"/>
                  </a:moveTo>
                  <a:lnTo>
                    <a:pt x="6350" y="1666646"/>
                  </a:lnTo>
                  <a:lnTo>
                    <a:pt x="0" y="1666646"/>
                  </a:lnTo>
                  <a:lnTo>
                    <a:pt x="0" y="1691906"/>
                  </a:lnTo>
                  <a:lnTo>
                    <a:pt x="6350" y="1691906"/>
                  </a:lnTo>
                  <a:lnTo>
                    <a:pt x="12700" y="1691906"/>
                  </a:lnTo>
                  <a:lnTo>
                    <a:pt x="12700" y="1666646"/>
                  </a:lnTo>
                  <a:close/>
                </a:path>
                <a:path w="12700" h="1780540">
                  <a:moveTo>
                    <a:pt x="12700" y="1616151"/>
                  </a:moveTo>
                  <a:lnTo>
                    <a:pt x="6350" y="1616151"/>
                  </a:lnTo>
                  <a:lnTo>
                    <a:pt x="0" y="1616151"/>
                  </a:lnTo>
                  <a:lnTo>
                    <a:pt x="0" y="1641398"/>
                  </a:lnTo>
                  <a:lnTo>
                    <a:pt x="6350" y="1641398"/>
                  </a:lnTo>
                  <a:lnTo>
                    <a:pt x="12700" y="1641398"/>
                  </a:lnTo>
                  <a:lnTo>
                    <a:pt x="12700" y="1616151"/>
                  </a:lnTo>
                  <a:close/>
                </a:path>
                <a:path w="12700" h="1780540">
                  <a:moveTo>
                    <a:pt x="12700" y="1565643"/>
                  </a:moveTo>
                  <a:lnTo>
                    <a:pt x="6350" y="1565643"/>
                  </a:lnTo>
                  <a:lnTo>
                    <a:pt x="0" y="1565643"/>
                  </a:lnTo>
                  <a:lnTo>
                    <a:pt x="0" y="1590890"/>
                  </a:lnTo>
                  <a:lnTo>
                    <a:pt x="6350" y="1590890"/>
                  </a:lnTo>
                  <a:lnTo>
                    <a:pt x="12700" y="1590890"/>
                  </a:lnTo>
                  <a:lnTo>
                    <a:pt x="12700" y="1565643"/>
                  </a:lnTo>
                  <a:close/>
                </a:path>
                <a:path w="12700" h="1780540">
                  <a:moveTo>
                    <a:pt x="12700" y="1515135"/>
                  </a:moveTo>
                  <a:lnTo>
                    <a:pt x="6350" y="1515135"/>
                  </a:lnTo>
                  <a:lnTo>
                    <a:pt x="0" y="1515135"/>
                  </a:lnTo>
                  <a:lnTo>
                    <a:pt x="0" y="1540383"/>
                  </a:lnTo>
                  <a:lnTo>
                    <a:pt x="6350" y="1540383"/>
                  </a:lnTo>
                  <a:lnTo>
                    <a:pt x="12700" y="1540383"/>
                  </a:lnTo>
                  <a:lnTo>
                    <a:pt x="12700" y="1515135"/>
                  </a:lnTo>
                  <a:close/>
                </a:path>
                <a:path w="12700" h="1780540">
                  <a:moveTo>
                    <a:pt x="12700" y="1464627"/>
                  </a:moveTo>
                  <a:lnTo>
                    <a:pt x="6350" y="1464627"/>
                  </a:lnTo>
                  <a:lnTo>
                    <a:pt x="0" y="1464627"/>
                  </a:lnTo>
                  <a:lnTo>
                    <a:pt x="0" y="1489887"/>
                  </a:lnTo>
                  <a:lnTo>
                    <a:pt x="6350" y="1489887"/>
                  </a:lnTo>
                  <a:lnTo>
                    <a:pt x="12700" y="1489887"/>
                  </a:lnTo>
                  <a:lnTo>
                    <a:pt x="12700" y="1464627"/>
                  </a:lnTo>
                  <a:close/>
                </a:path>
                <a:path w="12700" h="1780540">
                  <a:moveTo>
                    <a:pt x="12700" y="1414132"/>
                  </a:moveTo>
                  <a:lnTo>
                    <a:pt x="6350" y="1414132"/>
                  </a:lnTo>
                  <a:lnTo>
                    <a:pt x="0" y="1414132"/>
                  </a:lnTo>
                  <a:lnTo>
                    <a:pt x="0" y="1439379"/>
                  </a:lnTo>
                  <a:lnTo>
                    <a:pt x="6350" y="1439379"/>
                  </a:lnTo>
                  <a:lnTo>
                    <a:pt x="12700" y="1439379"/>
                  </a:lnTo>
                  <a:lnTo>
                    <a:pt x="12700" y="1414132"/>
                  </a:lnTo>
                  <a:close/>
                </a:path>
                <a:path w="12700" h="1780540">
                  <a:moveTo>
                    <a:pt x="12700" y="1363624"/>
                  </a:moveTo>
                  <a:lnTo>
                    <a:pt x="6350" y="1363624"/>
                  </a:lnTo>
                  <a:lnTo>
                    <a:pt x="0" y="1363624"/>
                  </a:lnTo>
                  <a:lnTo>
                    <a:pt x="0" y="1388872"/>
                  </a:lnTo>
                  <a:lnTo>
                    <a:pt x="6350" y="1388872"/>
                  </a:lnTo>
                  <a:lnTo>
                    <a:pt x="12700" y="1388872"/>
                  </a:lnTo>
                  <a:lnTo>
                    <a:pt x="12700" y="1363624"/>
                  </a:lnTo>
                  <a:close/>
                </a:path>
                <a:path w="12700" h="1780540">
                  <a:moveTo>
                    <a:pt x="12700" y="1313116"/>
                  </a:moveTo>
                  <a:lnTo>
                    <a:pt x="6350" y="1313116"/>
                  </a:lnTo>
                  <a:lnTo>
                    <a:pt x="0" y="1313116"/>
                  </a:lnTo>
                  <a:lnTo>
                    <a:pt x="0" y="1338364"/>
                  </a:lnTo>
                  <a:lnTo>
                    <a:pt x="6350" y="1338364"/>
                  </a:lnTo>
                  <a:lnTo>
                    <a:pt x="12700" y="1338364"/>
                  </a:lnTo>
                  <a:lnTo>
                    <a:pt x="12700" y="1313116"/>
                  </a:lnTo>
                  <a:close/>
                </a:path>
                <a:path w="12700" h="1780540">
                  <a:moveTo>
                    <a:pt x="12700" y="1262608"/>
                  </a:moveTo>
                  <a:lnTo>
                    <a:pt x="6350" y="1262608"/>
                  </a:lnTo>
                  <a:lnTo>
                    <a:pt x="0" y="1262608"/>
                  </a:lnTo>
                  <a:lnTo>
                    <a:pt x="0" y="1287868"/>
                  </a:lnTo>
                  <a:lnTo>
                    <a:pt x="6350" y="1287868"/>
                  </a:lnTo>
                  <a:lnTo>
                    <a:pt x="12700" y="1287868"/>
                  </a:lnTo>
                  <a:lnTo>
                    <a:pt x="12700" y="1262608"/>
                  </a:lnTo>
                  <a:close/>
                </a:path>
                <a:path w="12700" h="1780540">
                  <a:moveTo>
                    <a:pt x="12700" y="1212113"/>
                  </a:moveTo>
                  <a:lnTo>
                    <a:pt x="6350" y="1212113"/>
                  </a:lnTo>
                  <a:lnTo>
                    <a:pt x="0" y="1212113"/>
                  </a:lnTo>
                  <a:lnTo>
                    <a:pt x="0" y="1237361"/>
                  </a:lnTo>
                  <a:lnTo>
                    <a:pt x="6350" y="1237361"/>
                  </a:lnTo>
                  <a:lnTo>
                    <a:pt x="12700" y="1237361"/>
                  </a:lnTo>
                  <a:lnTo>
                    <a:pt x="12700" y="1212113"/>
                  </a:lnTo>
                  <a:close/>
                </a:path>
                <a:path w="12700" h="1780540">
                  <a:moveTo>
                    <a:pt x="12700" y="1161605"/>
                  </a:moveTo>
                  <a:lnTo>
                    <a:pt x="6350" y="1161605"/>
                  </a:lnTo>
                  <a:lnTo>
                    <a:pt x="0" y="1161605"/>
                  </a:lnTo>
                  <a:lnTo>
                    <a:pt x="0" y="1186853"/>
                  </a:lnTo>
                  <a:lnTo>
                    <a:pt x="6350" y="1186853"/>
                  </a:lnTo>
                  <a:lnTo>
                    <a:pt x="12700" y="1186853"/>
                  </a:lnTo>
                  <a:lnTo>
                    <a:pt x="12700" y="1161605"/>
                  </a:lnTo>
                  <a:close/>
                </a:path>
                <a:path w="12700" h="1780540">
                  <a:moveTo>
                    <a:pt x="12700" y="1111097"/>
                  </a:moveTo>
                  <a:lnTo>
                    <a:pt x="6350" y="1111097"/>
                  </a:lnTo>
                  <a:lnTo>
                    <a:pt x="0" y="1111097"/>
                  </a:lnTo>
                  <a:lnTo>
                    <a:pt x="0" y="1136357"/>
                  </a:lnTo>
                  <a:lnTo>
                    <a:pt x="6350" y="1136357"/>
                  </a:lnTo>
                  <a:lnTo>
                    <a:pt x="12700" y="1136357"/>
                  </a:lnTo>
                  <a:lnTo>
                    <a:pt x="12700" y="1111097"/>
                  </a:lnTo>
                  <a:close/>
                </a:path>
                <a:path w="12700" h="1780540">
                  <a:moveTo>
                    <a:pt x="12700" y="1060589"/>
                  </a:moveTo>
                  <a:lnTo>
                    <a:pt x="6350" y="1060589"/>
                  </a:lnTo>
                  <a:lnTo>
                    <a:pt x="0" y="1060589"/>
                  </a:lnTo>
                  <a:lnTo>
                    <a:pt x="0" y="1085850"/>
                  </a:lnTo>
                  <a:lnTo>
                    <a:pt x="6350" y="1085850"/>
                  </a:lnTo>
                  <a:lnTo>
                    <a:pt x="12700" y="1085850"/>
                  </a:lnTo>
                  <a:lnTo>
                    <a:pt x="12700" y="1060589"/>
                  </a:lnTo>
                  <a:close/>
                </a:path>
                <a:path w="12700" h="1780540">
                  <a:moveTo>
                    <a:pt x="12700" y="1010094"/>
                  </a:moveTo>
                  <a:lnTo>
                    <a:pt x="6350" y="1010094"/>
                  </a:lnTo>
                  <a:lnTo>
                    <a:pt x="0" y="1010094"/>
                  </a:lnTo>
                  <a:lnTo>
                    <a:pt x="0" y="1035342"/>
                  </a:lnTo>
                  <a:lnTo>
                    <a:pt x="6350" y="1035342"/>
                  </a:lnTo>
                  <a:lnTo>
                    <a:pt x="12700" y="1035342"/>
                  </a:lnTo>
                  <a:lnTo>
                    <a:pt x="12700" y="1010094"/>
                  </a:lnTo>
                  <a:close/>
                </a:path>
                <a:path w="12700" h="1780540">
                  <a:moveTo>
                    <a:pt x="12700" y="959599"/>
                  </a:moveTo>
                  <a:lnTo>
                    <a:pt x="6350" y="959599"/>
                  </a:lnTo>
                  <a:lnTo>
                    <a:pt x="0" y="959599"/>
                  </a:lnTo>
                  <a:lnTo>
                    <a:pt x="0" y="984834"/>
                  </a:lnTo>
                  <a:lnTo>
                    <a:pt x="6350" y="984834"/>
                  </a:lnTo>
                  <a:lnTo>
                    <a:pt x="12700" y="984834"/>
                  </a:lnTo>
                  <a:lnTo>
                    <a:pt x="12700" y="959599"/>
                  </a:lnTo>
                  <a:close/>
                </a:path>
                <a:path w="12700" h="1780540">
                  <a:moveTo>
                    <a:pt x="12700" y="909078"/>
                  </a:moveTo>
                  <a:lnTo>
                    <a:pt x="6350" y="909078"/>
                  </a:lnTo>
                  <a:lnTo>
                    <a:pt x="0" y="909078"/>
                  </a:lnTo>
                  <a:lnTo>
                    <a:pt x="0" y="934339"/>
                  </a:lnTo>
                  <a:lnTo>
                    <a:pt x="6350" y="934339"/>
                  </a:lnTo>
                  <a:lnTo>
                    <a:pt x="12700" y="934339"/>
                  </a:lnTo>
                  <a:lnTo>
                    <a:pt x="12700" y="909078"/>
                  </a:lnTo>
                  <a:close/>
                </a:path>
                <a:path w="12700" h="1780540">
                  <a:moveTo>
                    <a:pt x="12700" y="858570"/>
                  </a:moveTo>
                  <a:lnTo>
                    <a:pt x="6350" y="858570"/>
                  </a:lnTo>
                  <a:lnTo>
                    <a:pt x="0" y="858570"/>
                  </a:lnTo>
                  <a:lnTo>
                    <a:pt x="0" y="883831"/>
                  </a:lnTo>
                  <a:lnTo>
                    <a:pt x="6350" y="883831"/>
                  </a:lnTo>
                  <a:lnTo>
                    <a:pt x="12700" y="883831"/>
                  </a:lnTo>
                  <a:lnTo>
                    <a:pt x="12700" y="858570"/>
                  </a:lnTo>
                  <a:close/>
                </a:path>
                <a:path w="12700" h="1780540">
                  <a:moveTo>
                    <a:pt x="12700" y="808075"/>
                  </a:moveTo>
                  <a:lnTo>
                    <a:pt x="6350" y="808075"/>
                  </a:lnTo>
                  <a:lnTo>
                    <a:pt x="0" y="808075"/>
                  </a:lnTo>
                  <a:lnTo>
                    <a:pt x="0" y="833323"/>
                  </a:lnTo>
                  <a:lnTo>
                    <a:pt x="6350" y="833323"/>
                  </a:lnTo>
                  <a:lnTo>
                    <a:pt x="12700" y="833323"/>
                  </a:lnTo>
                  <a:lnTo>
                    <a:pt x="12700" y="808075"/>
                  </a:lnTo>
                  <a:close/>
                </a:path>
                <a:path w="12700" h="1780540">
                  <a:moveTo>
                    <a:pt x="12700" y="757567"/>
                  </a:moveTo>
                  <a:lnTo>
                    <a:pt x="6350" y="757567"/>
                  </a:lnTo>
                  <a:lnTo>
                    <a:pt x="0" y="757567"/>
                  </a:lnTo>
                  <a:lnTo>
                    <a:pt x="0" y="782815"/>
                  </a:lnTo>
                  <a:lnTo>
                    <a:pt x="6350" y="782815"/>
                  </a:lnTo>
                  <a:lnTo>
                    <a:pt x="12700" y="782815"/>
                  </a:lnTo>
                  <a:lnTo>
                    <a:pt x="12700" y="757567"/>
                  </a:lnTo>
                  <a:close/>
                </a:path>
                <a:path w="12700" h="1780540">
                  <a:moveTo>
                    <a:pt x="12700" y="707059"/>
                  </a:moveTo>
                  <a:lnTo>
                    <a:pt x="6350" y="707059"/>
                  </a:lnTo>
                  <a:lnTo>
                    <a:pt x="0" y="707059"/>
                  </a:lnTo>
                  <a:lnTo>
                    <a:pt x="0" y="732320"/>
                  </a:lnTo>
                  <a:lnTo>
                    <a:pt x="6350" y="732320"/>
                  </a:lnTo>
                  <a:lnTo>
                    <a:pt x="12700" y="732320"/>
                  </a:lnTo>
                  <a:lnTo>
                    <a:pt x="12700" y="707059"/>
                  </a:lnTo>
                  <a:close/>
                </a:path>
                <a:path w="12700" h="1780540">
                  <a:moveTo>
                    <a:pt x="12700" y="656551"/>
                  </a:moveTo>
                  <a:lnTo>
                    <a:pt x="6350" y="656551"/>
                  </a:lnTo>
                  <a:lnTo>
                    <a:pt x="0" y="656551"/>
                  </a:lnTo>
                  <a:lnTo>
                    <a:pt x="0" y="681812"/>
                  </a:lnTo>
                  <a:lnTo>
                    <a:pt x="6350" y="681812"/>
                  </a:lnTo>
                  <a:lnTo>
                    <a:pt x="12700" y="681812"/>
                  </a:lnTo>
                  <a:lnTo>
                    <a:pt x="12700" y="656551"/>
                  </a:lnTo>
                  <a:close/>
                </a:path>
                <a:path w="12700" h="1780540">
                  <a:moveTo>
                    <a:pt x="12700" y="606056"/>
                  </a:moveTo>
                  <a:lnTo>
                    <a:pt x="6350" y="606056"/>
                  </a:lnTo>
                  <a:lnTo>
                    <a:pt x="0" y="606056"/>
                  </a:lnTo>
                  <a:lnTo>
                    <a:pt x="0" y="631304"/>
                  </a:lnTo>
                  <a:lnTo>
                    <a:pt x="6350" y="631304"/>
                  </a:lnTo>
                  <a:lnTo>
                    <a:pt x="12700" y="631304"/>
                  </a:lnTo>
                  <a:lnTo>
                    <a:pt x="12700" y="606056"/>
                  </a:lnTo>
                  <a:close/>
                </a:path>
                <a:path w="12700" h="1780540">
                  <a:moveTo>
                    <a:pt x="12700" y="555548"/>
                  </a:moveTo>
                  <a:lnTo>
                    <a:pt x="6350" y="555548"/>
                  </a:lnTo>
                  <a:lnTo>
                    <a:pt x="0" y="555548"/>
                  </a:lnTo>
                  <a:lnTo>
                    <a:pt x="0" y="580796"/>
                  </a:lnTo>
                  <a:lnTo>
                    <a:pt x="6350" y="580796"/>
                  </a:lnTo>
                  <a:lnTo>
                    <a:pt x="12700" y="580796"/>
                  </a:lnTo>
                  <a:lnTo>
                    <a:pt x="12700" y="555548"/>
                  </a:lnTo>
                  <a:close/>
                </a:path>
                <a:path w="12700" h="1780540">
                  <a:moveTo>
                    <a:pt x="12700" y="505053"/>
                  </a:moveTo>
                  <a:lnTo>
                    <a:pt x="6350" y="505053"/>
                  </a:lnTo>
                  <a:lnTo>
                    <a:pt x="0" y="505053"/>
                  </a:lnTo>
                  <a:lnTo>
                    <a:pt x="0" y="530301"/>
                  </a:lnTo>
                  <a:lnTo>
                    <a:pt x="6350" y="530301"/>
                  </a:lnTo>
                  <a:lnTo>
                    <a:pt x="12700" y="530301"/>
                  </a:lnTo>
                  <a:lnTo>
                    <a:pt x="12700" y="505053"/>
                  </a:lnTo>
                  <a:close/>
                </a:path>
                <a:path w="12700" h="1780540">
                  <a:moveTo>
                    <a:pt x="12700" y="454533"/>
                  </a:moveTo>
                  <a:lnTo>
                    <a:pt x="6350" y="454533"/>
                  </a:lnTo>
                  <a:lnTo>
                    <a:pt x="0" y="454533"/>
                  </a:lnTo>
                  <a:lnTo>
                    <a:pt x="0" y="479793"/>
                  </a:lnTo>
                  <a:lnTo>
                    <a:pt x="6350" y="479793"/>
                  </a:lnTo>
                  <a:lnTo>
                    <a:pt x="12700" y="479793"/>
                  </a:lnTo>
                  <a:lnTo>
                    <a:pt x="12700" y="454533"/>
                  </a:lnTo>
                  <a:close/>
                </a:path>
                <a:path w="12700" h="1780540">
                  <a:moveTo>
                    <a:pt x="12700" y="404037"/>
                  </a:moveTo>
                  <a:lnTo>
                    <a:pt x="6350" y="404037"/>
                  </a:lnTo>
                  <a:lnTo>
                    <a:pt x="0" y="404037"/>
                  </a:lnTo>
                  <a:lnTo>
                    <a:pt x="0" y="429298"/>
                  </a:lnTo>
                  <a:lnTo>
                    <a:pt x="6350" y="429298"/>
                  </a:lnTo>
                  <a:lnTo>
                    <a:pt x="12700" y="429298"/>
                  </a:lnTo>
                  <a:lnTo>
                    <a:pt x="12700" y="404037"/>
                  </a:lnTo>
                  <a:close/>
                </a:path>
                <a:path w="12700" h="1780540">
                  <a:moveTo>
                    <a:pt x="12700" y="353529"/>
                  </a:moveTo>
                  <a:lnTo>
                    <a:pt x="6350" y="353529"/>
                  </a:lnTo>
                  <a:lnTo>
                    <a:pt x="0" y="353529"/>
                  </a:lnTo>
                  <a:lnTo>
                    <a:pt x="0" y="378790"/>
                  </a:lnTo>
                  <a:lnTo>
                    <a:pt x="6350" y="378790"/>
                  </a:lnTo>
                  <a:lnTo>
                    <a:pt x="12700" y="378790"/>
                  </a:lnTo>
                  <a:lnTo>
                    <a:pt x="12700" y="353529"/>
                  </a:lnTo>
                  <a:close/>
                </a:path>
                <a:path w="12700" h="1780540">
                  <a:moveTo>
                    <a:pt x="12700" y="303034"/>
                  </a:moveTo>
                  <a:lnTo>
                    <a:pt x="6350" y="303034"/>
                  </a:lnTo>
                  <a:lnTo>
                    <a:pt x="0" y="303034"/>
                  </a:lnTo>
                  <a:lnTo>
                    <a:pt x="0" y="328282"/>
                  </a:lnTo>
                  <a:lnTo>
                    <a:pt x="6350" y="328282"/>
                  </a:lnTo>
                  <a:lnTo>
                    <a:pt x="12700" y="328282"/>
                  </a:lnTo>
                  <a:lnTo>
                    <a:pt x="12700" y="303034"/>
                  </a:lnTo>
                  <a:close/>
                </a:path>
                <a:path w="12700" h="1780540">
                  <a:moveTo>
                    <a:pt x="12700" y="252514"/>
                  </a:moveTo>
                  <a:lnTo>
                    <a:pt x="6350" y="252514"/>
                  </a:lnTo>
                  <a:lnTo>
                    <a:pt x="0" y="252514"/>
                  </a:lnTo>
                  <a:lnTo>
                    <a:pt x="0" y="277774"/>
                  </a:lnTo>
                  <a:lnTo>
                    <a:pt x="6350" y="277774"/>
                  </a:lnTo>
                  <a:lnTo>
                    <a:pt x="12700" y="277774"/>
                  </a:lnTo>
                  <a:lnTo>
                    <a:pt x="12700" y="252514"/>
                  </a:lnTo>
                  <a:close/>
                </a:path>
                <a:path w="12700" h="1780540">
                  <a:moveTo>
                    <a:pt x="12700" y="202018"/>
                  </a:moveTo>
                  <a:lnTo>
                    <a:pt x="6350" y="202018"/>
                  </a:lnTo>
                  <a:lnTo>
                    <a:pt x="0" y="202018"/>
                  </a:lnTo>
                  <a:lnTo>
                    <a:pt x="0" y="227266"/>
                  </a:lnTo>
                  <a:lnTo>
                    <a:pt x="6350" y="227266"/>
                  </a:lnTo>
                  <a:lnTo>
                    <a:pt x="12700" y="227266"/>
                  </a:lnTo>
                  <a:lnTo>
                    <a:pt x="12700" y="202018"/>
                  </a:lnTo>
                  <a:close/>
                </a:path>
                <a:path w="12700" h="1780540">
                  <a:moveTo>
                    <a:pt x="12700" y="151511"/>
                  </a:moveTo>
                  <a:lnTo>
                    <a:pt x="6350" y="151511"/>
                  </a:lnTo>
                  <a:lnTo>
                    <a:pt x="0" y="151511"/>
                  </a:lnTo>
                  <a:lnTo>
                    <a:pt x="0" y="176758"/>
                  </a:lnTo>
                  <a:lnTo>
                    <a:pt x="6350" y="176758"/>
                  </a:lnTo>
                  <a:lnTo>
                    <a:pt x="12700" y="176758"/>
                  </a:lnTo>
                  <a:lnTo>
                    <a:pt x="12700" y="151511"/>
                  </a:lnTo>
                  <a:close/>
                </a:path>
                <a:path w="12700" h="1780540">
                  <a:moveTo>
                    <a:pt x="12700" y="101003"/>
                  </a:moveTo>
                  <a:lnTo>
                    <a:pt x="6350" y="101003"/>
                  </a:lnTo>
                  <a:lnTo>
                    <a:pt x="0" y="101003"/>
                  </a:lnTo>
                  <a:lnTo>
                    <a:pt x="0" y="126263"/>
                  </a:lnTo>
                  <a:lnTo>
                    <a:pt x="6350" y="126263"/>
                  </a:lnTo>
                  <a:lnTo>
                    <a:pt x="12700" y="126263"/>
                  </a:lnTo>
                  <a:lnTo>
                    <a:pt x="12700" y="101003"/>
                  </a:lnTo>
                  <a:close/>
                </a:path>
                <a:path w="12700" h="1780540">
                  <a:moveTo>
                    <a:pt x="12700" y="50495"/>
                  </a:moveTo>
                  <a:lnTo>
                    <a:pt x="6350" y="50495"/>
                  </a:lnTo>
                  <a:lnTo>
                    <a:pt x="0" y="50495"/>
                  </a:lnTo>
                  <a:lnTo>
                    <a:pt x="0" y="75755"/>
                  </a:lnTo>
                  <a:lnTo>
                    <a:pt x="6350" y="75755"/>
                  </a:lnTo>
                  <a:lnTo>
                    <a:pt x="12700" y="75755"/>
                  </a:lnTo>
                  <a:lnTo>
                    <a:pt x="12700" y="504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8001000" y="5499099"/>
              <a:ext cx="2705100" cy="417195"/>
            </a:xfrm>
            <a:custGeom>
              <a:avLst/>
              <a:gdLst/>
              <a:ahLst/>
              <a:cxnLst/>
              <a:rect l="l" t="t" r="r" b="b"/>
              <a:pathLst>
                <a:path w="2705100" h="417195">
                  <a:moveTo>
                    <a:pt x="254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25400" y="12700"/>
                  </a:lnTo>
                  <a:lnTo>
                    <a:pt x="25400" y="0"/>
                  </a:lnTo>
                  <a:close/>
                </a:path>
                <a:path w="2705100" h="417195">
                  <a:moveTo>
                    <a:pt x="76200" y="0"/>
                  </a:moveTo>
                  <a:lnTo>
                    <a:pt x="50800" y="0"/>
                  </a:lnTo>
                  <a:lnTo>
                    <a:pt x="50800" y="12700"/>
                  </a:lnTo>
                  <a:lnTo>
                    <a:pt x="76200" y="12700"/>
                  </a:lnTo>
                  <a:lnTo>
                    <a:pt x="76200" y="0"/>
                  </a:lnTo>
                  <a:close/>
                </a:path>
                <a:path w="2705100" h="417195">
                  <a:moveTo>
                    <a:pt x="127000" y="0"/>
                  </a:moveTo>
                  <a:lnTo>
                    <a:pt x="101600" y="0"/>
                  </a:lnTo>
                  <a:lnTo>
                    <a:pt x="101600" y="12700"/>
                  </a:lnTo>
                  <a:lnTo>
                    <a:pt x="127000" y="12700"/>
                  </a:lnTo>
                  <a:lnTo>
                    <a:pt x="127000" y="0"/>
                  </a:lnTo>
                  <a:close/>
                </a:path>
                <a:path w="2705100" h="417195">
                  <a:moveTo>
                    <a:pt x="177800" y="0"/>
                  </a:moveTo>
                  <a:lnTo>
                    <a:pt x="152400" y="0"/>
                  </a:lnTo>
                  <a:lnTo>
                    <a:pt x="152400" y="12700"/>
                  </a:lnTo>
                  <a:lnTo>
                    <a:pt x="177800" y="12700"/>
                  </a:lnTo>
                  <a:lnTo>
                    <a:pt x="177800" y="0"/>
                  </a:lnTo>
                  <a:close/>
                </a:path>
                <a:path w="2705100" h="417195">
                  <a:moveTo>
                    <a:pt x="228600" y="0"/>
                  </a:moveTo>
                  <a:lnTo>
                    <a:pt x="203200" y="0"/>
                  </a:lnTo>
                  <a:lnTo>
                    <a:pt x="203200" y="12700"/>
                  </a:lnTo>
                  <a:lnTo>
                    <a:pt x="228600" y="12700"/>
                  </a:lnTo>
                  <a:lnTo>
                    <a:pt x="228600" y="0"/>
                  </a:lnTo>
                  <a:close/>
                </a:path>
                <a:path w="2705100" h="417195">
                  <a:moveTo>
                    <a:pt x="279400" y="0"/>
                  </a:moveTo>
                  <a:lnTo>
                    <a:pt x="254000" y="0"/>
                  </a:lnTo>
                  <a:lnTo>
                    <a:pt x="254000" y="12700"/>
                  </a:lnTo>
                  <a:lnTo>
                    <a:pt x="279400" y="12700"/>
                  </a:lnTo>
                  <a:lnTo>
                    <a:pt x="279400" y="0"/>
                  </a:lnTo>
                  <a:close/>
                </a:path>
                <a:path w="2705100" h="417195">
                  <a:moveTo>
                    <a:pt x="330200" y="0"/>
                  </a:moveTo>
                  <a:lnTo>
                    <a:pt x="304800" y="0"/>
                  </a:lnTo>
                  <a:lnTo>
                    <a:pt x="304800" y="12700"/>
                  </a:lnTo>
                  <a:lnTo>
                    <a:pt x="330200" y="12700"/>
                  </a:lnTo>
                  <a:lnTo>
                    <a:pt x="330200" y="0"/>
                  </a:lnTo>
                  <a:close/>
                </a:path>
                <a:path w="2705100" h="417195">
                  <a:moveTo>
                    <a:pt x="381000" y="0"/>
                  </a:moveTo>
                  <a:lnTo>
                    <a:pt x="355600" y="0"/>
                  </a:lnTo>
                  <a:lnTo>
                    <a:pt x="355600" y="12700"/>
                  </a:lnTo>
                  <a:lnTo>
                    <a:pt x="381000" y="12700"/>
                  </a:lnTo>
                  <a:lnTo>
                    <a:pt x="381000" y="0"/>
                  </a:lnTo>
                  <a:close/>
                </a:path>
                <a:path w="2705100" h="417195">
                  <a:moveTo>
                    <a:pt x="431800" y="0"/>
                  </a:moveTo>
                  <a:lnTo>
                    <a:pt x="406400" y="0"/>
                  </a:lnTo>
                  <a:lnTo>
                    <a:pt x="406400" y="12700"/>
                  </a:lnTo>
                  <a:lnTo>
                    <a:pt x="431800" y="12700"/>
                  </a:lnTo>
                  <a:lnTo>
                    <a:pt x="431800" y="0"/>
                  </a:lnTo>
                  <a:close/>
                </a:path>
                <a:path w="2705100" h="417195">
                  <a:moveTo>
                    <a:pt x="482600" y="0"/>
                  </a:moveTo>
                  <a:lnTo>
                    <a:pt x="457200" y="0"/>
                  </a:lnTo>
                  <a:lnTo>
                    <a:pt x="457200" y="12700"/>
                  </a:lnTo>
                  <a:lnTo>
                    <a:pt x="482600" y="12700"/>
                  </a:lnTo>
                  <a:lnTo>
                    <a:pt x="482600" y="0"/>
                  </a:lnTo>
                  <a:close/>
                </a:path>
                <a:path w="2705100" h="417195">
                  <a:moveTo>
                    <a:pt x="533400" y="0"/>
                  </a:moveTo>
                  <a:lnTo>
                    <a:pt x="508000" y="0"/>
                  </a:lnTo>
                  <a:lnTo>
                    <a:pt x="508000" y="12700"/>
                  </a:lnTo>
                  <a:lnTo>
                    <a:pt x="533400" y="12700"/>
                  </a:lnTo>
                  <a:lnTo>
                    <a:pt x="533400" y="0"/>
                  </a:lnTo>
                  <a:close/>
                </a:path>
                <a:path w="2705100" h="417195">
                  <a:moveTo>
                    <a:pt x="584200" y="0"/>
                  </a:moveTo>
                  <a:lnTo>
                    <a:pt x="558800" y="0"/>
                  </a:lnTo>
                  <a:lnTo>
                    <a:pt x="558800" y="12700"/>
                  </a:lnTo>
                  <a:lnTo>
                    <a:pt x="584200" y="12700"/>
                  </a:lnTo>
                  <a:lnTo>
                    <a:pt x="584200" y="0"/>
                  </a:lnTo>
                  <a:close/>
                </a:path>
                <a:path w="2705100" h="417195">
                  <a:moveTo>
                    <a:pt x="635000" y="0"/>
                  </a:moveTo>
                  <a:lnTo>
                    <a:pt x="609600" y="0"/>
                  </a:lnTo>
                  <a:lnTo>
                    <a:pt x="609600" y="12700"/>
                  </a:lnTo>
                  <a:lnTo>
                    <a:pt x="635000" y="12700"/>
                  </a:lnTo>
                  <a:lnTo>
                    <a:pt x="635000" y="0"/>
                  </a:lnTo>
                  <a:close/>
                </a:path>
                <a:path w="2705100" h="417195">
                  <a:moveTo>
                    <a:pt x="685800" y="0"/>
                  </a:moveTo>
                  <a:lnTo>
                    <a:pt x="660400" y="0"/>
                  </a:lnTo>
                  <a:lnTo>
                    <a:pt x="660400" y="12700"/>
                  </a:lnTo>
                  <a:lnTo>
                    <a:pt x="685800" y="12700"/>
                  </a:lnTo>
                  <a:lnTo>
                    <a:pt x="685800" y="0"/>
                  </a:lnTo>
                  <a:close/>
                </a:path>
                <a:path w="2705100" h="417195">
                  <a:moveTo>
                    <a:pt x="736600" y="0"/>
                  </a:moveTo>
                  <a:lnTo>
                    <a:pt x="711200" y="0"/>
                  </a:lnTo>
                  <a:lnTo>
                    <a:pt x="711200" y="12700"/>
                  </a:lnTo>
                  <a:lnTo>
                    <a:pt x="736600" y="12700"/>
                  </a:lnTo>
                  <a:lnTo>
                    <a:pt x="736600" y="0"/>
                  </a:lnTo>
                  <a:close/>
                </a:path>
                <a:path w="2705100" h="417195">
                  <a:moveTo>
                    <a:pt x="787400" y="0"/>
                  </a:moveTo>
                  <a:lnTo>
                    <a:pt x="762000" y="0"/>
                  </a:lnTo>
                  <a:lnTo>
                    <a:pt x="762000" y="12700"/>
                  </a:lnTo>
                  <a:lnTo>
                    <a:pt x="787400" y="12700"/>
                  </a:lnTo>
                  <a:lnTo>
                    <a:pt x="787400" y="0"/>
                  </a:lnTo>
                  <a:close/>
                </a:path>
                <a:path w="2705100" h="417195">
                  <a:moveTo>
                    <a:pt x="838200" y="0"/>
                  </a:moveTo>
                  <a:lnTo>
                    <a:pt x="812800" y="0"/>
                  </a:lnTo>
                  <a:lnTo>
                    <a:pt x="812800" y="12700"/>
                  </a:lnTo>
                  <a:lnTo>
                    <a:pt x="838200" y="12700"/>
                  </a:lnTo>
                  <a:lnTo>
                    <a:pt x="838200" y="0"/>
                  </a:lnTo>
                  <a:close/>
                </a:path>
                <a:path w="2705100" h="417195">
                  <a:moveTo>
                    <a:pt x="889000" y="0"/>
                  </a:moveTo>
                  <a:lnTo>
                    <a:pt x="863600" y="0"/>
                  </a:lnTo>
                  <a:lnTo>
                    <a:pt x="863600" y="12700"/>
                  </a:lnTo>
                  <a:lnTo>
                    <a:pt x="889000" y="12700"/>
                  </a:lnTo>
                  <a:lnTo>
                    <a:pt x="889000" y="0"/>
                  </a:lnTo>
                  <a:close/>
                </a:path>
                <a:path w="2705100" h="417195">
                  <a:moveTo>
                    <a:pt x="939800" y="0"/>
                  </a:moveTo>
                  <a:lnTo>
                    <a:pt x="914400" y="0"/>
                  </a:lnTo>
                  <a:lnTo>
                    <a:pt x="914400" y="12700"/>
                  </a:lnTo>
                  <a:lnTo>
                    <a:pt x="939800" y="12700"/>
                  </a:lnTo>
                  <a:lnTo>
                    <a:pt x="939800" y="0"/>
                  </a:lnTo>
                  <a:close/>
                </a:path>
                <a:path w="2705100" h="417195">
                  <a:moveTo>
                    <a:pt x="990600" y="0"/>
                  </a:moveTo>
                  <a:lnTo>
                    <a:pt x="965200" y="0"/>
                  </a:lnTo>
                  <a:lnTo>
                    <a:pt x="965200" y="12700"/>
                  </a:lnTo>
                  <a:lnTo>
                    <a:pt x="990600" y="12700"/>
                  </a:lnTo>
                  <a:lnTo>
                    <a:pt x="990600" y="0"/>
                  </a:lnTo>
                  <a:close/>
                </a:path>
                <a:path w="2705100" h="417195">
                  <a:moveTo>
                    <a:pt x="1041400" y="0"/>
                  </a:moveTo>
                  <a:lnTo>
                    <a:pt x="1016000" y="0"/>
                  </a:lnTo>
                  <a:lnTo>
                    <a:pt x="1016000" y="12700"/>
                  </a:lnTo>
                  <a:lnTo>
                    <a:pt x="1041400" y="12700"/>
                  </a:lnTo>
                  <a:lnTo>
                    <a:pt x="1041400" y="0"/>
                  </a:lnTo>
                  <a:close/>
                </a:path>
                <a:path w="2705100" h="417195">
                  <a:moveTo>
                    <a:pt x="1092200" y="0"/>
                  </a:moveTo>
                  <a:lnTo>
                    <a:pt x="1066800" y="0"/>
                  </a:lnTo>
                  <a:lnTo>
                    <a:pt x="1066800" y="12700"/>
                  </a:lnTo>
                  <a:lnTo>
                    <a:pt x="1092200" y="12700"/>
                  </a:lnTo>
                  <a:lnTo>
                    <a:pt x="1092200" y="0"/>
                  </a:lnTo>
                  <a:close/>
                </a:path>
                <a:path w="2705100" h="417195">
                  <a:moveTo>
                    <a:pt x="1143000" y="0"/>
                  </a:moveTo>
                  <a:lnTo>
                    <a:pt x="1117600" y="0"/>
                  </a:lnTo>
                  <a:lnTo>
                    <a:pt x="1117600" y="12700"/>
                  </a:lnTo>
                  <a:lnTo>
                    <a:pt x="1143000" y="12700"/>
                  </a:lnTo>
                  <a:lnTo>
                    <a:pt x="1143000" y="0"/>
                  </a:lnTo>
                  <a:close/>
                </a:path>
                <a:path w="2705100" h="417195">
                  <a:moveTo>
                    <a:pt x="1193800" y="0"/>
                  </a:moveTo>
                  <a:lnTo>
                    <a:pt x="1168400" y="0"/>
                  </a:lnTo>
                  <a:lnTo>
                    <a:pt x="1168400" y="12700"/>
                  </a:lnTo>
                  <a:lnTo>
                    <a:pt x="1193800" y="12700"/>
                  </a:lnTo>
                  <a:lnTo>
                    <a:pt x="1193800" y="0"/>
                  </a:lnTo>
                  <a:close/>
                </a:path>
                <a:path w="2705100" h="417195">
                  <a:moveTo>
                    <a:pt x="1244600" y="0"/>
                  </a:moveTo>
                  <a:lnTo>
                    <a:pt x="1219200" y="0"/>
                  </a:lnTo>
                  <a:lnTo>
                    <a:pt x="1219200" y="12700"/>
                  </a:lnTo>
                  <a:lnTo>
                    <a:pt x="1244600" y="12700"/>
                  </a:lnTo>
                  <a:lnTo>
                    <a:pt x="1244600" y="0"/>
                  </a:lnTo>
                  <a:close/>
                </a:path>
                <a:path w="2705100" h="417195">
                  <a:moveTo>
                    <a:pt x="1295400" y="0"/>
                  </a:moveTo>
                  <a:lnTo>
                    <a:pt x="1270000" y="0"/>
                  </a:lnTo>
                  <a:lnTo>
                    <a:pt x="1270000" y="12700"/>
                  </a:lnTo>
                  <a:lnTo>
                    <a:pt x="1295400" y="12700"/>
                  </a:lnTo>
                  <a:lnTo>
                    <a:pt x="1295400" y="0"/>
                  </a:lnTo>
                  <a:close/>
                </a:path>
                <a:path w="2705100" h="417195">
                  <a:moveTo>
                    <a:pt x="1346200" y="0"/>
                  </a:moveTo>
                  <a:lnTo>
                    <a:pt x="1320800" y="0"/>
                  </a:lnTo>
                  <a:lnTo>
                    <a:pt x="1320800" y="12700"/>
                  </a:lnTo>
                  <a:lnTo>
                    <a:pt x="1346200" y="12700"/>
                  </a:lnTo>
                  <a:lnTo>
                    <a:pt x="1346200" y="0"/>
                  </a:lnTo>
                  <a:close/>
                </a:path>
                <a:path w="2705100" h="417195">
                  <a:moveTo>
                    <a:pt x="1397000" y="0"/>
                  </a:moveTo>
                  <a:lnTo>
                    <a:pt x="1371600" y="0"/>
                  </a:lnTo>
                  <a:lnTo>
                    <a:pt x="1371600" y="12700"/>
                  </a:lnTo>
                  <a:lnTo>
                    <a:pt x="1397000" y="12700"/>
                  </a:lnTo>
                  <a:lnTo>
                    <a:pt x="1397000" y="0"/>
                  </a:lnTo>
                  <a:close/>
                </a:path>
                <a:path w="2705100" h="417195">
                  <a:moveTo>
                    <a:pt x="1447800" y="0"/>
                  </a:moveTo>
                  <a:lnTo>
                    <a:pt x="1422400" y="0"/>
                  </a:lnTo>
                  <a:lnTo>
                    <a:pt x="1422400" y="12700"/>
                  </a:lnTo>
                  <a:lnTo>
                    <a:pt x="1447800" y="12700"/>
                  </a:lnTo>
                  <a:lnTo>
                    <a:pt x="1447800" y="0"/>
                  </a:lnTo>
                  <a:close/>
                </a:path>
                <a:path w="2705100" h="417195">
                  <a:moveTo>
                    <a:pt x="1498600" y="0"/>
                  </a:moveTo>
                  <a:lnTo>
                    <a:pt x="1473200" y="0"/>
                  </a:lnTo>
                  <a:lnTo>
                    <a:pt x="1473200" y="12700"/>
                  </a:lnTo>
                  <a:lnTo>
                    <a:pt x="1498600" y="12700"/>
                  </a:lnTo>
                  <a:lnTo>
                    <a:pt x="1498600" y="0"/>
                  </a:lnTo>
                  <a:close/>
                </a:path>
                <a:path w="2705100" h="417195">
                  <a:moveTo>
                    <a:pt x="1549400" y="0"/>
                  </a:moveTo>
                  <a:lnTo>
                    <a:pt x="1524000" y="0"/>
                  </a:lnTo>
                  <a:lnTo>
                    <a:pt x="1524000" y="12700"/>
                  </a:lnTo>
                  <a:lnTo>
                    <a:pt x="1549400" y="12700"/>
                  </a:lnTo>
                  <a:lnTo>
                    <a:pt x="1549400" y="0"/>
                  </a:lnTo>
                  <a:close/>
                </a:path>
                <a:path w="2705100" h="417195">
                  <a:moveTo>
                    <a:pt x="1600200" y="0"/>
                  </a:moveTo>
                  <a:lnTo>
                    <a:pt x="1574800" y="0"/>
                  </a:lnTo>
                  <a:lnTo>
                    <a:pt x="1574800" y="12700"/>
                  </a:lnTo>
                  <a:lnTo>
                    <a:pt x="1600200" y="12700"/>
                  </a:lnTo>
                  <a:lnTo>
                    <a:pt x="1600200" y="0"/>
                  </a:lnTo>
                  <a:close/>
                </a:path>
                <a:path w="2705100" h="417195">
                  <a:moveTo>
                    <a:pt x="1651000" y="0"/>
                  </a:moveTo>
                  <a:lnTo>
                    <a:pt x="1625600" y="0"/>
                  </a:lnTo>
                  <a:lnTo>
                    <a:pt x="1625600" y="12700"/>
                  </a:lnTo>
                  <a:lnTo>
                    <a:pt x="1651000" y="12700"/>
                  </a:lnTo>
                  <a:lnTo>
                    <a:pt x="1651000" y="0"/>
                  </a:lnTo>
                  <a:close/>
                </a:path>
                <a:path w="2705100" h="417195">
                  <a:moveTo>
                    <a:pt x="1701800" y="0"/>
                  </a:moveTo>
                  <a:lnTo>
                    <a:pt x="1676400" y="0"/>
                  </a:lnTo>
                  <a:lnTo>
                    <a:pt x="1676400" y="12700"/>
                  </a:lnTo>
                  <a:lnTo>
                    <a:pt x="1701800" y="12700"/>
                  </a:lnTo>
                  <a:lnTo>
                    <a:pt x="1701800" y="0"/>
                  </a:lnTo>
                  <a:close/>
                </a:path>
                <a:path w="2705100" h="417195">
                  <a:moveTo>
                    <a:pt x="1752600" y="0"/>
                  </a:moveTo>
                  <a:lnTo>
                    <a:pt x="1727200" y="0"/>
                  </a:lnTo>
                  <a:lnTo>
                    <a:pt x="1727200" y="12700"/>
                  </a:lnTo>
                  <a:lnTo>
                    <a:pt x="1752600" y="12700"/>
                  </a:lnTo>
                  <a:lnTo>
                    <a:pt x="1752600" y="0"/>
                  </a:lnTo>
                  <a:close/>
                </a:path>
                <a:path w="2705100" h="417195">
                  <a:moveTo>
                    <a:pt x="1803400" y="0"/>
                  </a:moveTo>
                  <a:lnTo>
                    <a:pt x="1778000" y="0"/>
                  </a:lnTo>
                  <a:lnTo>
                    <a:pt x="1778000" y="12700"/>
                  </a:lnTo>
                  <a:lnTo>
                    <a:pt x="1803400" y="12700"/>
                  </a:lnTo>
                  <a:lnTo>
                    <a:pt x="1803400" y="0"/>
                  </a:lnTo>
                  <a:close/>
                </a:path>
                <a:path w="2705100" h="417195">
                  <a:moveTo>
                    <a:pt x="1854200" y="0"/>
                  </a:moveTo>
                  <a:lnTo>
                    <a:pt x="1828800" y="0"/>
                  </a:lnTo>
                  <a:lnTo>
                    <a:pt x="1828800" y="12700"/>
                  </a:lnTo>
                  <a:lnTo>
                    <a:pt x="1854200" y="12700"/>
                  </a:lnTo>
                  <a:lnTo>
                    <a:pt x="1854200" y="0"/>
                  </a:lnTo>
                  <a:close/>
                </a:path>
                <a:path w="2705100" h="417195">
                  <a:moveTo>
                    <a:pt x="1905000" y="0"/>
                  </a:moveTo>
                  <a:lnTo>
                    <a:pt x="1879600" y="0"/>
                  </a:lnTo>
                  <a:lnTo>
                    <a:pt x="1879600" y="12700"/>
                  </a:lnTo>
                  <a:lnTo>
                    <a:pt x="1905000" y="12700"/>
                  </a:lnTo>
                  <a:lnTo>
                    <a:pt x="1905000" y="0"/>
                  </a:lnTo>
                  <a:close/>
                </a:path>
                <a:path w="2705100" h="417195">
                  <a:moveTo>
                    <a:pt x="1955800" y="0"/>
                  </a:moveTo>
                  <a:lnTo>
                    <a:pt x="1930400" y="0"/>
                  </a:lnTo>
                  <a:lnTo>
                    <a:pt x="1930400" y="12700"/>
                  </a:lnTo>
                  <a:lnTo>
                    <a:pt x="1955800" y="12700"/>
                  </a:lnTo>
                  <a:lnTo>
                    <a:pt x="1955800" y="0"/>
                  </a:lnTo>
                  <a:close/>
                </a:path>
                <a:path w="2705100" h="417195">
                  <a:moveTo>
                    <a:pt x="2006600" y="0"/>
                  </a:moveTo>
                  <a:lnTo>
                    <a:pt x="1981200" y="0"/>
                  </a:lnTo>
                  <a:lnTo>
                    <a:pt x="1981200" y="12700"/>
                  </a:lnTo>
                  <a:lnTo>
                    <a:pt x="2006600" y="12700"/>
                  </a:lnTo>
                  <a:lnTo>
                    <a:pt x="2006600" y="0"/>
                  </a:lnTo>
                  <a:close/>
                </a:path>
                <a:path w="2705100" h="417195">
                  <a:moveTo>
                    <a:pt x="2057400" y="0"/>
                  </a:moveTo>
                  <a:lnTo>
                    <a:pt x="2032000" y="0"/>
                  </a:lnTo>
                  <a:lnTo>
                    <a:pt x="2032000" y="12700"/>
                  </a:lnTo>
                  <a:lnTo>
                    <a:pt x="2057400" y="12700"/>
                  </a:lnTo>
                  <a:lnTo>
                    <a:pt x="2057400" y="0"/>
                  </a:lnTo>
                  <a:close/>
                </a:path>
                <a:path w="2705100" h="417195">
                  <a:moveTo>
                    <a:pt x="2108200" y="0"/>
                  </a:moveTo>
                  <a:lnTo>
                    <a:pt x="2082800" y="0"/>
                  </a:lnTo>
                  <a:lnTo>
                    <a:pt x="2082800" y="12700"/>
                  </a:lnTo>
                  <a:lnTo>
                    <a:pt x="2108200" y="12700"/>
                  </a:lnTo>
                  <a:lnTo>
                    <a:pt x="2108200" y="0"/>
                  </a:lnTo>
                  <a:close/>
                </a:path>
                <a:path w="2705100" h="417195">
                  <a:moveTo>
                    <a:pt x="2159000" y="0"/>
                  </a:moveTo>
                  <a:lnTo>
                    <a:pt x="2133600" y="0"/>
                  </a:lnTo>
                  <a:lnTo>
                    <a:pt x="2133600" y="12700"/>
                  </a:lnTo>
                  <a:lnTo>
                    <a:pt x="2159000" y="12700"/>
                  </a:lnTo>
                  <a:lnTo>
                    <a:pt x="2159000" y="0"/>
                  </a:lnTo>
                  <a:close/>
                </a:path>
                <a:path w="2705100" h="417195">
                  <a:moveTo>
                    <a:pt x="2209800" y="0"/>
                  </a:moveTo>
                  <a:lnTo>
                    <a:pt x="2184400" y="0"/>
                  </a:lnTo>
                  <a:lnTo>
                    <a:pt x="2184400" y="12700"/>
                  </a:lnTo>
                  <a:lnTo>
                    <a:pt x="2209800" y="12700"/>
                  </a:lnTo>
                  <a:lnTo>
                    <a:pt x="2209800" y="0"/>
                  </a:lnTo>
                  <a:close/>
                </a:path>
                <a:path w="2705100" h="417195">
                  <a:moveTo>
                    <a:pt x="2260600" y="0"/>
                  </a:moveTo>
                  <a:lnTo>
                    <a:pt x="2235200" y="0"/>
                  </a:lnTo>
                  <a:lnTo>
                    <a:pt x="2235200" y="12700"/>
                  </a:lnTo>
                  <a:lnTo>
                    <a:pt x="2260600" y="12700"/>
                  </a:lnTo>
                  <a:lnTo>
                    <a:pt x="2260600" y="0"/>
                  </a:lnTo>
                  <a:close/>
                </a:path>
                <a:path w="2705100" h="417195">
                  <a:moveTo>
                    <a:pt x="2311400" y="0"/>
                  </a:moveTo>
                  <a:lnTo>
                    <a:pt x="2286000" y="0"/>
                  </a:lnTo>
                  <a:lnTo>
                    <a:pt x="2286000" y="12700"/>
                  </a:lnTo>
                  <a:lnTo>
                    <a:pt x="2311400" y="12700"/>
                  </a:lnTo>
                  <a:lnTo>
                    <a:pt x="2311400" y="0"/>
                  </a:lnTo>
                  <a:close/>
                </a:path>
                <a:path w="2705100" h="417195">
                  <a:moveTo>
                    <a:pt x="2362200" y="0"/>
                  </a:moveTo>
                  <a:lnTo>
                    <a:pt x="2336800" y="0"/>
                  </a:lnTo>
                  <a:lnTo>
                    <a:pt x="2336800" y="12700"/>
                  </a:lnTo>
                  <a:lnTo>
                    <a:pt x="2362200" y="12700"/>
                  </a:lnTo>
                  <a:lnTo>
                    <a:pt x="2362200" y="0"/>
                  </a:lnTo>
                  <a:close/>
                </a:path>
                <a:path w="2705100" h="417195">
                  <a:moveTo>
                    <a:pt x="2413000" y="0"/>
                  </a:moveTo>
                  <a:lnTo>
                    <a:pt x="2387600" y="0"/>
                  </a:lnTo>
                  <a:lnTo>
                    <a:pt x="2387600" y="12700"/>
                  </a:lnTo>
                  <a:lnTo>
                    <a:pt x="2413000" y="12700"/>
                  </a:lnTo>
                  <a:lnTo>
                    <a:pt x="2413000" y="0"/>
                  </a:lnTo>
                  <a:close/>
                </a:path>
                <a:path w="2705100" h="417195">
                  <a:moveTo>
                    <a:pt x="2463800" y="0"/>
                  </a:moveTo>
                  <a:lnTo>
                    <a:pt x="2438400" y="0"/>
                  </a:lnTo>
                  <a:lnTo>
                    <a:pt x="2438400" y="12700"/>
                  </a:lnTo>
                  <a:lnTo>
                    <a:pt x="2463800" y="12700"/>
                  </a:lnTo>
                  <a:lnTo>
                    <a:pt x="2463800" y="0"/>
                  </a:lnTo>
                  <a:close/>
                </a:path>
                <a:path w="2705100" h="417195">
                  <a:moveTo>
                    <a:pt x="2514600" y="0"/>
                  </a:moveTo>
                  <a:lnTo>
                    <a:pt x="2489200" y="0"/>
                  </a:lnTo>
                  <a:lnTo>
                    <a:pt x="2489200" y="12700"/>
                  </a:lnTo>
                  <a:lnTo>
                    <a:pt x="2514600" y="12700"/>
                  </a:lnTo>
                  <a:lnTo>
                    <a:pt x="2514600" y="0"/>
                  </a:lnTo>
                  <a:close/>
                </a:path>
                <a:path w="2705100" h="417195">
                  <a:moveTo>
                    <a:pt x="2565400" y="0"/>
                  </a:moveTo>
                  <a:lnTo>
                    <a:pt x="2540000" y="0"/>
                  </a:lnTo>
                  <a:lnTo>
                    <a:pt x="2540000" y="12700"/>
                  </a:lnTo>
                  <a:lnTo>
                    <a:pt x="2565400" y="12700"/>
                  </a:lnTo>
                  <a:lnTo>
                    <a:pt x="2565400" y="0"/>
                  </a:lnTo>
                  <a:close/>
                </a:path>
                <a:path w="2705100" h="417195">
                  <a:moveTo>
                    <a:pt x="2616200" y="0"/>
                  </a:moveTo>
                  <a:lnTo>
                    <a:pt x="2590800" y="0"/>
                  </a:lnTo>
                  <a:lnTo>
                    <a:pt x="2590800" y="12700"/>
                  </a:lnTo>
                  <a:lnTo>
                    <a:pt x="2616200" y="12700"/>
                  </a:lnTo>
                  <a:lnTo>
                    <a:pt x="2616200" y="0"/>
                  </a:lnTo>
                  <a:close/>
                </a:path>
                <a:path w="2705100" h="417195">
                  <a:moveTo>
                    <a:pt x="2667000" y="0"/>
                  </a:moveTo>
                  <a:lnTo>
                    <a:pt x="2641600" y="0"/>
                  </a:lnTo>
                  <a:lnTo>
                    <a:pt x="2641600" y="12700"/>
                  </a:lnTo>
                  <a:lnTo>
                    <a:pt x="2667000" y="12700"/>
                  </a:lnTo>
                  <a:lnTo>
                    <a:pt x="2667000" y="0"/>
                  </a:lnTo>
                  <a:close/>
                </a:path>
                <a:path w="2705100" h="417195">
                  <a:moveTo>
                    <a:pt x="2705100" y="391414"/>
                  </a:moveTo>
                  <a:lnTo>
                    <a:pt x="2698750" y="391414"/>
                  </a:lnTo>
                  <a:lnTo>
                    <a:pt x="2692400" y="391414"/>
                  </a:lnTo>
                  <a:lnTo>
                    <a:pt x="2692400" y="416661"/>
                  </a:lnTo>
                  <a:lnTo>
                    <a:pt x="2698750" y="416661"/>
                  </a:lnTo>
                  <a:lnTo>
                    <a:pt x="2705100" y="416661"/>
                  </a:lnTo>
                  <a:lnTo>
                    <a:pt x="2705100" y="391414"/>
                  </a:lnTo>
                  <a:close/>
                </a:path>
                <a:path w="2705100" h="417195">
                  <a:moveTo>
                    <a:pt x="2705100" y="340906"/>
                  </a:moveTo>
                  <a:lnTo>
                    <a:pt x="2698750" y="340906"/>
                  </a:lnTo>
                  <a:lnTo>
                    <a:pt x="2692400" y="340906"/>
                  </a:lnTo>
                  <a:lnTo>
                    <a:pt x="2692400" y="366153"/>
                  </a:lnTo>
                  <a:lnTo>
                    <a:pt x="2698750" y="366153"/>
                  </a:lnTo>
                  <a:lnTo>
                    <a:pt x="2705100" y="366153"/>
                  </a:lnTo>
                  <a:lnTo>
                    <a:pt x="2705100" y="340906"/>
                  </a:lnTo>
                  <a:close/>
                </a:path>
                <a:path w="2705100" h="417195">
                  <a:moveTo>
                    <a:pt x="2705100" y="290398"/>
                  </a:moveTo>
                  <a:lnTo>
                    <a:pt x="2698750" y="290398"/>
                  </a:lnTo>
                  <a:lnTo>
                    <a:pt x="2692400" y="290398"/>
                  </a:lnTo>
                  <a:lnTo>
                    <a:pt x="2692400" y="315658"/>
                  </a:lnTo>
                  <a:lnTo>
                    <a:pt x="2698750" y="315658"/>
                  </a:lnTo>
                  <a:lnTo>
                    <a:pt x="2705100" y="315658"/>
                  </a:lnTo>
                  <a:lnTo>
                    <a:pt x="2705100" y="290398"/>
                  </a:lnTo>
                  <a:close/>
                </a:path>
                <a:path w="2705100" h="417195">
                  <a:moveTo>
                    <a:pt x="2705100" y="239890"/>
                  </a:moveTo>
                  <a:lnTo>
                    <a:pt x="2698750" y="239890"/>
                  </a:lnTo>
                  <a:lnTo>
                    <a:pt x="2692400" y="239890"/>
                  </a:lnTo>
                  <a:lnTo>
                    <a:pt x="2692400" y="265150"/>
                  </a:lnTo>
                  <a:lnTo>
                    <a:pt x="2698750" y="265150"/>
                  </a:lnTo>
                  <a:lnTo>
                    <a:pt x="2705100" y="265150"/>
                  </a:lnTo>
                  <a:lnTo>
                    <a:pt x="2705100" y="239890"/>
                  </a:lnTo>
                  <a:close/>
                </a:path>
                <a:path w="2705100" h="417195">
                  <a:moveTo>
                    <a:pt x="2705100" y="189407"/>
                  </a:moveTo>
                  <a:lnTo>
                    <a:pt x="2698750" y="189407"/>
                  </a:lnTo>
                  <a:lnTo>
                    <a:pt x="2692400" y="189407"/>
                  </a:lnTo>
                  <a:lnTo>
                    <a:pt x="2692400" y="214642"/>
                  </a:lnTo>
                  <a:lnTo>
                    <a:pt x="2698750" y="214642"/>
                  </a:lnTo>
                  <a:lnTo>
                    <a:pt x="2705100" y="214642"/>
                  </a:lnTo>
                  <a:lnTo>
                    <a:pt x="2705100" y="189407"/>
                  </a:lnTo>
                  <a:close/>
                </a:path>
                <a:path w="2705100" h="417195">
                  <a:moveTo>
                    <a:pt x="2705100" y="138887"/>
                  </a:moveTo>
                  <a:lnTo>
                    <a:pt x="2698750" y="138887"/>
                  </a:lnTo>
                  <a:lnTo>
                    <a:pt x="2692400" y="138887"/>
                  </a:lnTo>
                  <a:lnTo>
                    <a:pt x="2692400" y="164134"/>
                  </a:lnTo>
                  <a:lnTo>
                    <a:pt x="2698750" y="164134"/>
                  </a:lnTo>
                  <a:lnTo>
                    <a:pt x="2705100" y="164134"/>
                  </a:lnTo>
                  <a:lnTo>
                    <a:pt x="2705100" y="138887"/>
                  </a:lnTo>
                  <a:close/>
                </a:path>
                <a:path w="2705100" h="417195">
                  <a:moveTo>
                    <a:pt x="2705100" y="88379"/>
                  </a:moveTo>
                  <a:lnTo>
                    <a:pt x="2698750" y="88379"/>
                  </a:lnTo>
                  <a:lnTo>
                    <a:pt x="2692400" y="88379"/>
                  </a:lnTo>
                  <a:lnTo>
                    <a:pt x="2692400" y="113639"/>
                  </a:lnTo>
                  <a:lnTo>
                    <a:pt x="2698750" y="113639"/>
                  </a:lnTo>
                  <a:lnTo>
                    <a:pt x="2705100" y="113639"/>
                  </a:lnTo>
                  <a:lnTo>
                    <a:pt x="2705100" y="88379"/>
                  </a:lnTo>
                  <a:close/>
                </a:path>
                <a:path w="2705100" h="417195">
                  <a:moveTo>
                    <a:pt x="2705100" y="37884"/>
                  </a:moveTo>
                  <a:lnTo>
                    <a:pt x="2698750" y="37884"/>
                  </a:lnTo>
                  <a:lnTo>
                    <a:pt x="2692400" y="37884"/>
                  </a:lnTo>
                  <a:lnTo>
                    <a:pt x="2692400" y="63131"/>
                  </a:lnTo>
                  <a:lnTo>
                    <a:pt x="2698750" y="63131"/>
                  </a:lnTo>
                  <a:lnTo>
                    <a:pt x="2705100" y="63131"/>
                  </a:lnTo>
                  <a:lnTo>
                    <a:pt x="2705100" y="37884"/>
                  </a:lnTo>
                  <a:close/>
                </a:path>
                <a:path w="2705100" h="417195">
                  <a:moveTo>
                    <a:pt x="2705100" y="0"/>
                  </a:moveTo>
                  <a:lnTo>
                    <a:pt x="2698750" y="0"/>
                  </a:lnTo>
                  <a:lnTo>
                    <a:pt x="2692400" y="0"/>
                  </a:lnTo>
                  <a:lnTo>
                    <a:pt x="2692400" y="12700"/>
                  </a:lnTo>
                  <a:lnTo>
                    <a:pt x="2698750" y="12700"/>
                  </a:lnTo>
                  <a:lnTo>
                    <a:pt x="2705100" y="12700"/>
                  </a:lnTo>
                  <a:lnTo>
                    <a:pt x="2705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6172200" y="5499099"/>
              <a:ext cx="1854200" cy="12700"/>
            </a:xfrm>
            <a:custGeom>
              <a:avLst/>
              <a:gdLst/>
              <a:ahLst/>
              <a:cxnLst/>
              <a:rect l="l" t="t" r="r" b="b"/>
              <a:pathLst>
                <a:path w="1854200" h="12700">
                  <a:moveTo>
                    <a:pt x="254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25400" y="12700"/>
                  </a:lnTo>
                  <a:lnTo>
                    <a:pt x="25400" y="0"/>
                  </a:lnTo>
                  <a:close/>
                </a:path>
                <a:path w="1854200" h="12700">
                  <a:moveTo>
                    <a:pt x="76200" y="0"/>
                  </a:moveTo>
                  <a:lnTo>
                    <a:pt x="50800" y="0"/>
                  </a:lnTo>
                  <a:lnTo>
                    <a:pt x="50800" y="12700"/>
                  </a:lnTo>
                  <a:lnTo>
                    <a:pt x="76200" y="12700"/>
                  </a:lnTo>
                  <a:lnTo>
                    <a:pt x="76200" y="0"/>
                  </a:lnTo>
                  <a:close/>
                </a:path>
                <a:path w="1854200" h="12700">
                  <a:moveTo>
                    <a:pt x="127000" y="0"/>
                  </a:moveTo>
                  <a:lnTo>
                    <a:pt x="101600" y="0"/>
                  </a:lnTo>
                  <a:lnTo>
                    <a:pt x="101600" y="12700"/>
                  </a:lnTo>
                  <a:lnTo>
                    <a:pt x="127000" y="12700"/>
                  </a:lnTo>
                  <a:lnTo>
                    <a:pt x="127000" y="0"/>
                  </a:lnTo>
                  <a:close/>
                </a:path>
                <a:path w="1854200" h="12700">
                  <a:moveTo>
                    <a:pt x="177800" y="0"/>
                  </a:moveTo>
                  <a:lnTo>
                    <a:pt x="152400" y="0"/>
                  </a:lnTo>
                  <a:lnTo>
                    <a:pt x="152400" y="12700"/>
                  </a:lnTo>
                  <a:lnTo>
                    <a:pt x="177800" y="12700"/>
                  </a:lnTo>
                  <a:lnTo>
                    <a:pt x="177800" y="0"/>
                  </a:lnTo>
                  <a:close/>
                </a:path>
                <a:path w="1854200" h="12700">
                  <a:moveTo>
                    <a:pt x="228600" y="0"/>
                  </a:moveTo>
                  <a:lnTo>
                    <a:pt x="203200" y="0"/>
                  </a:lnTo>
                  <a:lnTo>
                    <a:pt x="203200" y="12700"/>
                  </a:lnTo>
                  <a:lnTo>
                    <a:pt x="228600" y="12700"/>
                  </a:lnTo>
                  <a:lnTo>
                    <a:pt x="228600" y="0"/>
                  </a:lnTo>
                  <a:close/>
                </a:path>
                <a:path w="1854200" h="12700">
                  <a:moveTo>
                    <a:pt x="279400" y="0"/>
                  </a:moveTo>
                  <a:lnTo>
                    <a:pt x="254000" y="0"/>
                  </a:lnTo>
                  <a:lnTo>
                    <a:pt x="254000" y="12700"/>
                  </a:lnTo>
                  <a:lnTo>
                    <a:pt x="279400" y="12700"/>
                  </a:lnTo>
                  <a:lnTo>
                    <a:pt x="279400" y="0"/>
                  </a:lnTo>
                  <a:close/>
                </a:path>
                <a:path w="1854200" h="12700">
                  <a:moveTo>
                    <a:pt x="330200" y="0"/>
                  </a:moveTo>
                  <a:lnTo>
                    <a:pt x="304800" y="0"/>
                  </a:lnTo>
                  <a:lnTo>
                    <a:pt x="304800" y="12700"/>
                  </a:lnTo>
                  <a:lnTo>
                    <a:pt x="330200" y="12700"/>
                  </a:lnTo>
                  <a:lnTo>
                    <a:pt x="330200" y="0"/>
                  </a:lnTo>
                  <a:close/>
                </a:path>
                <a:path w="1854200" h="12700">
                  <a:moveTo>
                    <a:pt x="381000" y="0"/>
                  </a:moveTo>
                  <a:lnTo>
                    <a:pt x="355600" y="0"/>
                  </a:lnTo>
                  <a:lnTo>
                    <a:pt x="355600" y="12700"/>
                  </a:lnTo>
                  <a:lnTo>
                    <a:pt x="381000" y="12700"/>
                  </a:lnTo>
                  <a:lnTo>
                    <a:pt x="381000" y="0"/>
                  </a:lnTo>
                  <a:close/>
                </a:path>
                <a:path w="1854200" h="12700">
                  <a:moveTo>
                    <a:pt x="431800" y="0"/>
                  </a:moveTo>
                  <a:lnTo>
                    <a:pt x="406400" y="0"/>
                  </a:lnTo>
                  <a:lnTo>
                    <a:pt x="406400" y="12700"/>
                  </a:lnTo>
                  <a:lnTo>
                    <a:pt x="431800" y="12700"/>
                  </a:lnTo>
                  <a:lnTo>
                    <a:pt x="431800" y="0"/>
                  </a:lnTo>
                  <a:close/>
                </a:path>
                <a:path w="1854200" h="12700">
                  <a:moveTo>
                    <a:pt x="482600" y="0"/>
                  </a:moveTo>
                  <a:lnTo>
                    <a:pt x="457200" y="0"/>
                  </a:lnTo>
                  <a:lnTo>
                    <a:pt x="457200" y="12700"/>
                  </a:lnTo>
                  <a:lnTo>
                    <a:pt x="482600" y="12700"/>
                  </a:lnTo>
                  <a:lnTo>
                    <a:pt x="482600" y="0"/>
                  </a:lnTo>
                  <a:close/>
                </a:path>
                <a:path w="1854200" h="12700">
                  <a:moveTo>
                    <a:pt x="533400" y="0"/>
                  </a:moveTo>
                  <a:lnTo>
                    <a:pt x="508000" y="0"/>
                  </a:lnTo>
                  <a:lnTo>
                    <a:pt x="508000" y="12700"/>
                  </a:lnTo>
                  <a:lnTo>
                    <a:pt x="533400" y="12700"/>
                  </a:lnTo>
                  <a:lnTo>
                    <a:pt x="533400" y="0"/>
                  </a:lnTo>
                  <a:close/>
                </a:path>
                <a:path w="1854200" h="12700">
                  <a:moveTo>
                    <a:pt x="584200" y="0"/>
                  </a:moveTo>
                  <a:lnTo>
                    <a:pt x="558800" y="0"/>
                  </a:lnTo>
                  <a:lnTo>
                    <a:pt x="558800" y="12700"/>
                  </a:lnTo>
                  <a:lnTo>
                    <a:pt x="584200" y="12700"/>
                  </a:lnTo>
                  <a:lnTo>
                    <a:pt x="584200" y="0"/>
                  </a:lnTo>
                  <a:close/>
                </a:path>
                <a:path w="1854200" h="12700">
                  <a:moveTo>
                    <a:pt x="635000" y="0"/>
                  </a:moveTo>
                  <a:lnTo>
                    <a:pt x="609600" y="0"/>
                  </a:lnTo>
                  <a:lnTo>
                    <a:pt x="609600" y="12700"/>
                  </a:lnTo>
                  <a:lnTo>
                    <a:pt x="635000" y="12700"/>
                  </a:lnTo>
                  <a:lnTo>
                    <a:pt x="635000" y="0"/>
                  </a:lnTo>
                  <a:close/>
                </a:path>
                <a:path w="1854200" h="12700">
                  <a:moveTo>
                    <a:pt x="685800" y="0"/>
                  </a:moveTo>
                  <a:lnTo>
                    <a:pt x="660400" y="0"/>
                  </a:lnTo>
                  <a:lnTo>
                    <a:pt x="660400" y="12700"/>
                  </a:lnTo>
                  <a:lnTo>
                    <a:pt x="685800" y="12700"/>
                  </a:lnTo>
                  <a:lnTo>
                    <a:pt x="685800" y="0"/>
                  </a:lnTo>
                  <a:close/>
                </a:path>
                <a:path w="1854200" h="12700">
                  <a:moveTo>
                    <a:pt x="736600" y="0"/>
                  </a:moveTo>
                  <a:lnTo>
                    <a:pt x="711200" y="0"/>
                  </a:lnTo>
                  <a:lnTo>
                    <a:pt x="711200" y="12700"/>
                  </a:lnTo>
                  <a:lnTo>
                    <a:pt x="736600" y="12700"/>
                  </a:lnTo>
                  <a:lnTo>
                    <a:pt x="736600" y="0"/>
                  </a:lnTo>
                  <a:close/>
                </a:path>
                <a:path w="1854200" h="12700">
                  <a:moveTo>
                    <a:pt x="787400" y="0"/>
                  </a:moveTo>
                  <a:lnTo>
                    <a:pt x="762000" y="0"/>
                  </a:lnTo>
                  <a:lnTo>
                    <a:pt x="762000" y="12700"/>
                  </a:lnTo>
                  <a:lnTo>
                    <a:pt x="787400" y="12700"/>
                  </a:lnTo>
                  <a:lnTo>
                    <a:pt x="787400" y="0"/>
                  </a:lnTo>
                  <a:close/>
                </a:path>
                <a:path w="1854200" h="12700">
                  <a:moveTo>
                    <a:pt x="838200" y="0"/>
                  </a:moveTo>
                  <a:lnTo>
                    <a:pt x="812800" y="0"/>
                  </a:lnTo>
                  <a:lnTo>
                    <a:pt x="812800" y="12700"/>
                  </a:lnTo>
                  <a:lnTo>
                    <a:pt x="838200" y="12700"/>
                  </a:lnTo>
                  <a:lnTo>
                    <a:pt x="838200" y="0"/>
                  </a:lnTo>
                  <a:close/>
                </a:path>
                <a:path w="1854200" h="12700">
                  <a:moveTo>
                    <a:pt x="889000" y="0"/>
                  </a:moveTo>
                  <a:lnTo>
                    <a:pt x="863600" y="0"/>
                  </a:lnTo>
                  <a:lnTo>
                    <a:pt x="863600" y="12700"/>
                  </a:lnTo>
                  <a:lnTo>
                    <a:pt x="889000" y="12700"/>
                  </a:lnTo>
                  <a:lnTo>
                    <a:pt x="889000" y="0"/>
                  </a:lnTo>
                  <a:close/>
                </a:path>
                <a:path w="1854200" h="12700">
                  <a:moveTo>
                    <a:pt x="939800" y="0"/>
                  </a:moveTo>
                  <a:lnTo>
                    <a:pt x="914400" y="0"/>
                  </a:lnTo>
                  <a:lnTo>
                    <a:pt x="914400" y="12700"/>
                  </a:lnTo>
                  <a:lnTo>
                    <a:pt x="939800" y="12700"/>
                  </a:lnTo>
                  <a:lnTo>
                    <a:pt x="939800" y="0"/>
                  </a:lnTo>
                  <a:close/>
                </a:path>
                <a:path w="1854200" h="12700">
                  <a:moveTo>
                    <a:pt x="990600" y="0"/>
                  </a:moveTo>
                  <a:lnTo>
                    <a:pt x="965200" y="0"/>
                  </a:lnTo>
                  <a:lnTo>
                    <a:pt x="965200" y="12700"/>
                  </a:lnTo>
                  <a:lnTo>
                    <a:pt x="990600" y="12700"/>
                  </a:lnTo>
                  <a:lnTo>
                    <a:pt x="990600" y="0"/>
                  </a:lnTo>
                  <a:close/>
                </a:path>
                <a:path w="1854200" h="12700">
                  <a:moveTo>
                    <a:pt x="1041400" y="0"/>
                  </a:moveTo>
                  <a:lnTo>
                    <a:pt x="1016000" y="0"/>
                  </a:lnTo>
                  <a:lnTo>
                    <a:pt x="1016000" y="12700"/>
                  </a:lnTo>
                  <a:lnTo>
                    <a:pt x="1041400" y="12700"/>
                  </a:lnTo>
                  <a:lnTo>
                    <a:pt x="1041400" y="0"/>
                  </a:lnTo>
                  <a:close/>
                </a:path>
                <a:path w="1854200" h="12700">
                  <a:moveTo>
                    <a:pt x="1092200" y="0"/>
                  </a:moveTo>
                  <a:lnTo>
                    <a:pt x="1066800" y="0"/>
                  </a:lnTo>
                  <a:lnTo>
                    <a:pt x="1066800" y="12700"/>
                  </a:lnTo>
                  <a:lnTo>
                    <a:pt x="1092200" y="12700"/>
                  </a:lnTo>
                  <a:lnTo>
                    <a:pt x="1092200" y="0"/>
                  </a:lnTo>
                  <a:close/>
                </a:path>
                <a:path w="1854200" h="12700">
                  <a:moveTo>
                    <a:pt x="1143000" y="0"/>
                  </a:moveTo>
                  <a:lnTo>
                    <a:pt x="1117600" y="0"/>
                  </a:lnTo>
                  <a:lnTo>
                    <a:pt x="1117600" y="12700"/>
                  </a:lnTo>
                  <a:lnTo>
                    <a:pt x="1143000" y="12700"/>
                  </a:lnTo>
                  <a:lnTo>
                    <a:pt x="1143000" y="0"/>
                  </a:lnTo>
                  <a:close/>
                </a:path>
                <a:path w="1854200" h="12700">
                  <a:moveTo>
                    <a:pt x="1193800" y="0"/>
                  </a:moveTo>
                  <a:lnTo>
                    <a:pt x="1168400" y="0"/>
                  </a:lnTo>
                  <a:lnTo>
                    <a:pt x="1168400" y="12700"/>
                  </a:lnTo>
                  <a:lnTo>
                    <a:pt x="1193800" y="12700"/>
                  </a:lnTo>
                  <a:lnTo>
                    <a:pt x="1193800" y="0"/>
                  </a:lnTo>
                  <a:close/>
                </a:path>
                <a:path w="1854200" h="12700">
                  <a:moveTo>
                    <a:pt x="1244600" y="0"/>
                  </a:moveTo>
                  <a:lnTo>
                    <a:pt x="1219200" y="0"/>
                  </a:lnTo>
                  <a:lnTo>
                    <a:pt x="1219200" y="12700"/>
                  </a:lnTo>
                  <a:lnTo>
                    <a:pt x="1244600" y="12700"/>
                  </a:lnTo>
                  <a:lnTo>
                    <a:pt x="1244600" y="0"/>
                  </a:lnTo>
                  <a:close/>
                </a:path>
                <a:path w="1854200" h="12700">
                  <a:moveTo>
                    <a:pt x="1295400" y="0"/>
                  </a:moveTo>
                  <a:lnTo>
                    <a:pt x="1270000" y="0"/>
                  </a:lnTo>
                  <a:lnTo>
                    <a:pt x="1270000" y="12700"/>
                  </a:lnTo>
                  <a:lnTo>
                    <a:pt x="1295400" y="12700"/>
                  </a:lnTo>
                  <a:lnTo>
                    <a:pt x="1295400" y="0"/>
                  </a:lnTo>
                  <a:close/>
                </a:path>
                <a:path w="1854200" h="12700">
                  <a:moveTo>
                    <a:pt x="1346200" y="0"/>
                  </a:moveTo>
                  <a:lnTo>
                    <a:pt x="1320800" y="0"/>
                  </a:lnTo>
                  <a:lnTo>
                    <a:pt x="1320800" y="12700"/>
                  </a:lnTo>
                  <a:lnTo>
                    <a:pt x="1346200" y="12700"/>
                  </a:lnTo>
                  <a:lnTo>
                    <a:pt x="1346200" y="0"/>
                  </a:lnTo>
                  <a:close/>
                </a:path>
                <a:path w="1854200" h="12700">
                  <a:moveTo>
                    <a:pt x="1397000" y="0"/>
                  </a:moveTo>
                  <a:lnTo>
                    <a:pt x="1371600" y="0"/>
                  </a:lnTo>
                  <a:lnTo>
                    <a:pt x="1371600" y="12700"/>
                  </a:lnTo>
                  <a:lnTo>
                    <a:pt x="1397000" y="12700"/>
                  </a:lnTo>
                  <a:lnTo>
                    <a:pt x="1397000" y="0"/>
                  </a:lnTo>
                  <a:close/>
                </a:path>
                <a:path w="1854200" h="12700">
                  <a:moveTo>
                    <a:pt x="1447800" y="0"/>
                  </a:moveTo>
                  <a:lnTo>
                    <a:pt x="1422400" y="0"/>
                  </a:lnTo>
                  <a:lnTo>
                    <a:pt x="1422400" y="12700"/>
                  </a:lnTo>
                  <a:lnTo>
                    <a:pt x="1447800" y="12700"/>
                  </a:lnTo>
                  <a:lnTo>
                    <a:pt x="1447800" y="0"/>
                  </a:lnTo>
                  <a:close/>
                </a:path>
                <a:path w="1854200" h="12700">
                  <a:moveTo>
                    <a:pt x="1498600" y="0"/>
                  </a:moveTo>
                  <a:lnTo>
                    <a:pt x="1473200" y="0"/>
                  </a:lnTo>
                  <a:lnTo>
                    <a:pt x="1473200" y="12700"/>
                  </a:lnTo>
                  <a:lnTo>
                    <a:pt x="1498600" y="12700"/>
                  </a:lnTo>
                  <a:lnTo>
                    <a:pt x="1498600" y="0"/>
                  </a:lnTo>
                  <a:close/>
                </a:path>
                <a:path w="1854200" h="12700">
                  <a:moveTo>
                    <a:pt x="1549400" y="0"/>
                  </a:moveTo>
                  <a:lnTo>
                    <a:pt x="1524000" y="0"/>
                  </a:lnTo>
                  <a:lnTo>
                    <a:pt x="1524000" y="12700"/>
                  </a:lnTo>
                  <a:lnTo>
                    <a:pt x="1549400" y="12700"/>
                  </a:lnTo>
                  <a:lnTo>
                    <a:pt x="1549400" y="0"/>
                  </a:lnTo>
                  <a:close/>
                </a:path>
                <a:path w="1854200" h="12700">
                  <a:moveTo>
                    <a:pt x="1600200" y="0"/>
                  </a:moveTo>
                  <a:lnTo>
                    <a:pt x="1574800" y="0"/>
                  </a:lnTo>
                  <a:lnTo>
                    <a:pt x="1574800" y="12700"/>
                  </a:lnTo>
                  <a:lnTo>
                    <a:pt x="1600200" y="12700"/>
                  </a:lnTo>
                  <a:lnTo>
                    <a:pt x="1600200" y="0"/>
                  </a:lnTo>
                  <a:close/>
                </a:path>
                <a:path w="1854200" h="12700">
                  <a:moveTo>
                    <a:pt x="1651000" y="0"/>
                  </a:moveTo>
                  <a:lnTo>
                    <a:pt x="1625600" y="0"/>
                  </a:lnTo>
                  <a:lnTo>
                    <a:pt x="1625600" y="12700"/>
                  </a:lnTo>
                  <a:lnTo>
                    <a:pt x="1651000" y="12700"/>
                  </a:lnTo>
                  <a:lnTo>
                    <a:pt x="1651000" y="0"/>
                  </a:lnTo>
                  <a:close/>
                </a:path>
                <a:path w="1854200" h="12700">
                  <a:moveTo>
                    <a:pt x="1701800" y="0"/>
                  </a:moveTo>
                  <a:lnTo>
                    <a:pt x="1676400" y="0"/>
                  </a:lnTo>
                  <a:lnTo>
                    <a:pt x="1676400" y="12700"/>
                  </a:lnTo>
                  <a:lnTo>
                    <a:pt x="1701800" y="12700"/>
                  </a:lnTo>
                  <a:lnTo>
                    <a:pt x="1701800" y="0"/>
                  </a:lnTo>
                  <a:close/>
                </a:path>
                <a:path w="1854200" h="12700">
                  <a:moveTo>
                    <a:pt x="1752600" y="0"/>
                  </a:moveTo>
                  <a:lnTo>
                    <a:pt x="1727200" y="0"/>
                  </a:lnTo>
                  <a:lnTo>
                    <a:pt x="1727200" y="12700"/>
                  </a:lnTo>
                  <a:lnTo>
                    <a:pt x="1752600" y="12700"/>
                  </a:lnTo>
                  <a:lnTo>
                    <a:pt x="1752600" y="0"/>
                  </a:lnTo>
                  <a:close/>
                </a:path>
                <a:path w="1854200" h="12700">
                  <a:moveTo>
                    <a:pt x="1803400" y="0"/>
                  </a:moveTo>
                  <a:lnTo>
                    <a:pt x="1778000" y="0"/>
                  </a:lnTo>
                  <a:lnTo>
                    <a:pt x="1778000" y="12700"/>
                  </a:lnTo>
                  <a:lnTo>
                    <a:pt x="1803400" y="12700"/>
                  </a:lnTo>
                  <a:lnTo>
                    <a:pt x="1803400" y="0"/>
                  </a:lnTo>
                  <a:close/>
                </a:path>
                <a:path w="1854200" h="12700">
                  <a:moveTo>
                    <a:pt x="1854200" y="0"/>
                  </a:moveTo>
                  <a:lnTo>
                    <a:pt x="1828800" y="0"/>
                  </a:lnTo>
                  <a:lnTo>
                    <a:pt x="1828800" y="12700"/>
                  </a:lnTo>
                  <a:lnTo>
                    <a:pt x="1854200" y="12700"/>
                  </a:lnTo>
                  <a:lnTo>
                    <a:pt x="1854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6159500" y="5753100"/>
              <a:ext cx="4508500" cy="266700"/>
            </a:xfrm>
            <a:custGeom>
              <a:avLst/>
              <a:gdLst/>
              <a:ahLst/>
              <a:cxnLst/>
              <a:rect l="l" t="t" r="r" b="b"/>
              <a:pathLst>
                <a:path w="4508500" h="266700">
                  <a:moveTo>
                    <a:pt x="0" y="215900"/>
                  </a:moveTo>
                  <a:lnTo>
                    <a:pt x="0" y="50800"/>
                  </a:lnTo>
                  <a:lnTo>
                    <a:pt x="3992" y="31027"/>
                  </a:lnTo>
                  <a:lnTo>
                    <a:pt x="14879" y="14879"/>
                  </a:lnTo>
                  <a:lnTo>
                    <a:pt x="31027" y="3992"/>
                  </a:lnTo>
                  <a:lnTo>
                    <a:pt x="50800" y="0"/>
                  </a:lnTo>
                  <a:lnTo>
                    <a:pt x="4457700" y="0"/>
                  </a:lnTo>
                  <a:lnTo>
                    <a:pt x="4477472" y="3992"/>
                  </a:lnTo>
                  <a:lnTo>
                    <a:pt x="4493620" y="14879"/>
                  </a:lnTo>
                  <a:lnTo>
                    <a:pt x="4504507" y="31027"/>
                  </a:lnTo>
                  <a:lnTo>
                    <a:pt x="4508500" y="50800"/>
                  </a:lnTo>
                  <a:lnTo>
                    <a:pt x="4508500" y="215900"/>
                  </a:lnTo>
                  <a:lnTo>
                    <a:pt x="4504507" y="235672"/>
                  </a:lnTo>
                  <a:lnTo>
                    <a:pt x="4493620" y="251820"/>
                  </a:lnTo>
                  <a:lnTo>
                    <a:pt x="4477472" y="262707"/>
                  </a:lnTo>
                  <a:lnTo>
                    <a:pt x="4457700" y="266700"/>
                  </a:lnTo>
                  <a:lnTo>
                    <a:pt x="50800" y="266700"/>
                  </a:lnTo>
                  <a:lnTo>
                    <a:pt x="31027" y="262707"/>
                  </a:lnTo>
                  <a:lnTo>
                    <a:pt x="14879" y="251820"/>
                  </a:lnTo>
                  <a:lnTo>
                    <a:pt x="3992" y="235672"/>
                  </a:lnTo>
                  <a:lnTo>
                    <a:pt x="0" y="215900"/>
                  </a:lnTo>
                  <a:close/>
                </a:path>
              </a:pathLst>
            </a:custGeom>
            <a:solidFill>
              <a:srgbClr val="F385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6399035" y="5795848"/>
              <a:ext cx="4119879" cy="200025"/>
            </a:xfrm>
            <a:custGeom>
              <a:avLst/>
              <a:gdLst/>
              <a:ahLst/>
              <a:cxnLst/>
              <a:rect l="l" t="t" r="r" b="b"/>
              <a:pathLst>
                <a:path w="4119879" h="200025">
                  <a:moveTo>
                    <a:pt x="116243" y="24231"/>
                  </a:moveTo>
                  <a:lnTo>
                    <a:pt x="91681" y="24231"/>
                  </a:lnTo>
                  <a:lnTo>
                    <a:pt x="58775" y="104546"/>
                  </a:lnTo>
                  <a:lnTo>
                    <a:pt x="57467" y="104546"/>
                  </a:lnTo>
                  <a:lnTo>
                    <a:pt x="38760" y="58915"/>
                  </a:lnTo>
                  <a:lnTo>
                    <a:pt x="38696" y="58750"/>
                  </a:lnTo>
                  <a:lnTo>
                    <a:pt x="24561" y="24231"/>
                  </a:lnTo>
                  <a:lnTo>
                    <a:pt x="0" y="24231"/>
                  </a:lnTo>
                  <a:lnTo>
                    <a:pt x="0" y="135064"/>
                  </a:lnTo>
                  <a:lnTo>
                    <a:pt x="19265" y="135064"/>
                  </a:lnTo>
                  <a:lnTo>
                    <a:pt x="19265" y="58750"/>
                  </a:lnTo>
                  <a:lnTo>
                    <a:pt x="20294" y="58750"/>
                  </a:lnTo>
                  <a:lnTo>
                    <a:pt x="50927" y="134734"/>
                  </a:lnTo>
                  <a:lnTo>
                    <a:pt x="65316" y="134734"/>
                  </a:lnTo>
                  <a:lnTo>
                    <a:pt x="77508" y="104546"/>
                  </a:lnTo>
                  <a:lnTo>
                    <a:pt x="95948" y="58915"/>
                  </a:lnTo>
                  <a:lnTo>
                    <a:pt x="96977" y="58915"/>
                  </a:lnTo>
                  <a:lnTo>
                    <a:pt x="96977" y="135064"/>
                  </a:lnTo>
                  <a:lnTo>
                    <a:pt x="116243" y="135064"/>
                  </a:lnTo>
                  <a:lnTo>
                    <a:pt x="116243" y="58915"/>
                  </a:lnTo>
                  <a:lnTo>
                    <a:pt x="116243" y="24231"/>
                  </a:lnTo>
                  <a:close/>
                </a:path>
                <a:path w="4119879" h="200025">
                  <a:moveTo>
                    <a:pt x="214579" y="85648"/>
                  </a:moveTo>
                  <a:lnTo>
                    <a:pt x="213639" y="79717"/>
                  </a:lnTo>
                  <a:lnTo>
                    <a:pt x="213575" y="79286"/>
                  </a:lnTo>
                  <a:lnTo>
                    <a:pt x="209524" y="68719"/>
                  </a:lnTo>
                  <a:lnTo>
                    <a:pt x="207873" y="66116"/>
                  </a:lnTo>
                  <a:lnTo>
                    <a:pt x="206756" y="64350"/>
                  </a:lnTo>
                  <a:lnTo>
                    <a:pt x="203212" y="60921"/>
                  </a:lnTo>
                  <a:lnTo>
                    <a:pt x="199720" y="57492"/>
                  </a:lnTo>
                  <a:lnTo>
                    <a:pt x="195795" y="55054"/>
                  </a:lnTo>
                  <a:lnTo>
                    <a:pt x="195795" y="85648"/>
                  </a:lnTo>
                  <a:lnTo>
                    <a:pt x="156692" y="85648"/>
                  </a:lnTo>
                  <a:lnTo>
                    <a:pt x="172859" y="66116"/>
                  </a:lnTo>
                  <a:lnTo>
                    <a:pt x="180606" y="66116"/>
                  </a:lnTo>
                  <a:lnTo>
                    <a:pt x="184378" y="67094"/>
                  </a:lnTo>
                  <a:lnTo>
                    <a:pt x="184099" y="67094"/>
                  </a:lnTo>
                  <a:lnTo>
                    <a:pt x="189560" y="70358"/>
                  </a:lnTo>
                  <a:lnTo>
                    <a:pt x="191782" y="72682"/>
                  </a:lnTo>
                  <a:lnTo>
                    <a:pt x="194957" y="78562"/>
                  </a:lnTo>
                  <a:lnTo>
                    <a:pt x="195770" y="81902"/>
                  </a:lnTo>
                  <a:lnTo>
                    <a:pt x="195795" y="85648"/>
                  </a:lnTo>
                  <a:lnTo>
                    <a:pt x="195795" y="55054"/>
                  </a:lnTo>
                  <a:lnTo>
                    <a:pt x="195668" y="54965"/>
                  </a:lnTo>
                  <a:lnTo>
                    <a:pt x="186550" y="51689"/>
                  </a:lnTo>
                  <a:lnTo>
                    <a:pt x="181711" y="50850"/>
                  </a:lnTo>
                  <a:lnTo>
                    <a:pt x="168656" y="50850"/>
                  </a:lnTo>
                  <a:lnTo>
                    <a:pt x="138861" y="77927"/>
                  </a:lnTo>
                  <a:lnTo>
                    <a:pt x="137248" y="85648"/>
                  </a:lnTo>
                  <a:lnTo>
                    <a:pt x="137350" y="103200"/>
                  </a:lnTo>
                  <a:lnTo>
                    <a:pt x="162090" y="134950"/>
                  </a:lnTo>
                  <a:lnTo>
                    <a:pt x="169278" y="136690"/>
                  </a:lnTo>
                  <a:lnTo>
                    <a:pt x="184073" y="136690"/>
                  </a:lnTo>
                  <a:lnTo>
                    <a:pt x="210616" y="121424"/>
                  </a:lnTo>
                  <a:lnTo>
                    <a:pt x="212610" y="117602"/>
                  </a:lnTo>
                  <a:lnTo>
                    <a:pt x="213690" y="113055"/>
                  </a:lnTo>
                  <a:lnTo>
                    <a:pt x="213766" y="112763"/>
                  </a:lnTo>
                  <a:lnTo>
                    <a:pt x="195478" y="110705"/>
                  </a:lnTo>
                  <a:lnTo>
                    <a:pt x="194716" y="112763"/>
                  </a:lnTo>
                  <a:lnTo>
                    <a:pt x="194614" y="113055"/>
                  </a:lnTo>
                  <a:lnTo>
                    <a:pt x="193332" y="115023"/>
                  </a:lnTo>
                  <a:lnTo>
                    <a:pt x="189941" y="118198"/>
                  </a:lnTo>
                  <a:lnTo>
                    <a:pt x="187934" y="119405"/>
                  </a:lnTo>
                  <a:lnTo>
                    <a:pt x="183311" y="121031"/>
                  </a:lnTo>
                  <a:lnTo>
                    <a:pt x="180733" y="121424"/>
                  </a:lnTo>
                  <a:lnTo>
                    <a:pt x="173634" y="121424"/>
                  </a:lnTo>
                  <a:lnTo>
                    <a:pt x="156667" y="103200"/>
                  </a:lnTo>
                  <a:lnTo>
                    <a:pt x="156667" y="98856"/>
                  </a:lnTo>
                  <a:lnTo>
                    <a:pt x="214579" y="98856"/>
                  </a:lnTo>
                  <a:lnTo>
                    <a:pt x="214579" y="85648"/>
                  </a:lnTo>
                  <a:close/>
                </a:path>
                <a:path w="4119879" h="200025">
                  <a:moveTo>
                    <a:pt x="240233" y="51943"/>
                  </a:moveTo>
                  <a:lnTo>
                    <a:pt x="228447" y="51943"/>
                  </a:lnTo>
                  <a:lnTo>
                    <a:pt x="228447" y="67094"/>
                  </a:lnTo>
                  <a:lnTo>
                    <a:pt x="240220" y="67094"/>
                  </a:lnTo>
                  <a:lnTo>
                    <a:pt x="240233" y="51943"/>
                  </a:lnTo>
                  <a:close/>
                </a:path>
                <a:path w="4119879" h="200025">
                  <a:moveTo>
                    <a:pt x="277749" y="134251"/>
                  </a:moveTo>
                  <a:lnTo>
                    <a:pt x="274599" y="119697"/>
                  </a:lnTo>
                  <a:lnTo>
                    <a:pt x="274510" y="119240"/>
                  </a:lnTo>
                  <a:lnTo>
                    <a:pt x="274447" y="118935"/>
                  </a:lnTo>
                  <a:lnTo>
                    <a:pt x="273913" y="119075"/>
                  </a:lnTo>
                  <a:lnTo>
                    <a:pt x="273113" y="119240"/>
                  </a:lnTo>
                  <a:lnTo>
                    <a:pt x="270548" y="119697"/>
                  </a:lnTo>
                  <a:lnTo>
                    <a:pt x="267093" y="119697"/>
                  </a:lnTo>
                  <a:lnTo>
                    <a:pt x="259842" y="112699"/>
                  </a:lnTo>
                  <a:lnTo>
                    <a:pt x="259842" y="67094"/>
                  </a:lnTo>
                  <a:lnTo>
                    <a:pt x="276237" y="67094"/>
                  </a:lnTo>
                  <a:lnTo>
                    <a:pt x="276237" y="51943"/>
                  </a:lnTo>
                  <a:lnTo>
                    <a:pt x="259842" y="51943"/>
                  </a:lnTo>
                  <a:lnTo>
                    <a:pt x="259842" y="32016"/>
                  </a:lnTo>
                  <a:lnTo>
                    <a:pt x="240245" y="32016"/>
                  </a:lnTo>
                  <a:lnTo>
                    <a:pt x="240309" y="118935"/>
                  </a:lnTo>
                  <a:lnTo>
                    <a:pt x="261315" y="136347"/>
                  </a:lnTo>
                  <a:lnTo>
                    <a:pt x="266230" y="136194"/>
                  </a:lnTo>
                  <a:lnTo>
                    <a:pt x="268401" y="136194"/>
                  </a:lnTo>
                  <a:lnTo>
                    <a:pt x="271348" y="135877"/>
                  </a:lnTo>
                  <a:lnTo>
                    <a:pt x="275209" y="135013"/>
                  </a:lnTo>
                  <a:lnTo>
                    <a:pt x="276707" y="134607"/>
                  </a:lnTo>
                  <a:lnTo>
                    <a:pt x="277749" y="134251"/>
                  </a:lnTo>
                  <a:close/>
                </a:path>
                <a:path w="4119879" h="200025">
                  <a:moveTo>
                    <a:pt x="330403" y="68300"/>
                  </a:moveTo>
                  <a:lnTo>
                    <a:pt x="296189" y="68300"/>
                  </a:lnTo>
                  <a:lnTo>
                    <a:pt x="296189" y="135064"/>
                  </a:lnTo>
                  <a:lnTo>
                    <a:pt x="315785" y="135064"/>
                  </a:lnTo>
                  <a:lnTo>
                    <a:pt x="315785" y="82664"/>
                  </a:lnTo>
                  <a:lnTo>
                    <a:pt x="316598" y="79540"/>
                  </a:lnTo>
                  <a:lnTo>
                    <a:pt x="319836" y="74129"/>
                  </a:lnTo>
                  <a:lnTo>
                    <a:pt x="322059" y="72021"/>
                  </a:lnTo>
                  <a:lnTo>
                    <a:pt x="327571" y="69024"/>
                  </a:lnTo>
                  <a:lnTo>
                    <a:pt x="327406" y="69024"/>
                  </a:lnTo>
                  <a:lnTo>
                    <a:pt x="330403" y="68300"/>
                  </a:lnTo>
                  <a:close/>
                </a:path>
                <a:path w="4119879" h="200025">
                  <a:moveTo>
                    <a:pt x="343598" y="68300"/>
                  </a:moveTo>
                  <a:lnTo>
                    <a:pt x="337883" y="68300"/>
                  </a:lnTo>
                  <a:lnTo>
                    <a:pt x="339648" y="68554"/>
                  </a:lnTo>
                  <a:lnTo>
                    <a:pt x="341452" y="68770"/>
                  </a:lnTo>
                  <a:lnTo>
                    <a:pt x="342773" y="69024"/>
                  </a:lnTo>
                  <a:lnTo>
                    <a:pt x="343598" y="69303"/>
                  </a:lnTo>
                  <a:lnTo>
                    <a:pt x="343598" y="68300"/>
                  </a:lnTo>
                  <a:close/>
                </a:path>
                <a:path w="4119879" h="200025">
                  <a:moveTo>
                    <a:pt x="343598" y="51282"/>
                  </a:moveTo>
                  <a:lnTo>
                    <a:pt x="342696" y="51104"/>
                  </a:lnTo>
                  <a:lnTo>
                    <a:pt x="341566" y="50977"/>
                  </a:lnTo>
                  <a:lnTo>
                    <a:pt x="331050" y="50977"/>
                  </a:lnTo>
                  <a:lnTo>
                    <a:pt x="327558" y="52057"/>
                  </a:lnTo>
                  <a:lnTo>
                    <a:pt x="320167" y="57289"/>
                  </a:lnTo>
                  <a:lnTo>
                    <a:pt x="317563" y="60998"/>
                  </a:lnTo>
                  <a:lnTo>
                    <a:pt x="316052" y="65786"/>
                  </a:lnTo>
                  <a:lnTo>
                    <a:pt x="315188" y="65786"/>
                  </a:lnTo>
                  <a:lnTo>
                    <a:pt x="315188" y="52057"/>
                  </a:lnTo>
                  <a:lnTo>
                    <a:pt x="296189" y="52057"/>
                  </a:lnTo>
                  <a:lnTo>
                    <a:pt x="296189" y="68173"/>
                  </a:lnTo>
                  <a:lnTo>
                    <a:pt x="330936" y="68173"/>
                  </a:lnTo>
                  <a:lnTo>
                    <a:pt x="330403" y="68300"/>
                  </a:lnTo>
                  <a:lnTo>
                    <a:pt x="337883" y="68300"/>
                  </a:lnTo>
                  <a:lnTo>
                    <a:pt x="336169" y="68173"/>
                  </a:lnTo>
                  <a:lnTo>
                    <a:pt x="343598" y="68173"/>
                  </a:lnTo>
                  <a:lnTo>
                    <a:pt x="343598" y="65786"/>
                  </a:lnTo>
                  <a:lnTo>
                    <a:pt x="343598" y="51282"/>
                  </a:lnTo>
                  <a:close/>
                </a:path>
                <a:path w="4119879" h="200025">
                  <a:moveTo>
                    <a:pt x="379780" y="51943"/>
                  </a:moveTo>
                  <a:lnTo>
                    <a:pt x="360184" y="51943"/>
                  </a:lnTo>
                  <a:lnTo>
                    <a:pt x="360184" y="135064"/>
                  </a:lnTo>
                  <a:lnTo>
                    <a:pt x="379780" y="135064"/>
                  </a:lnTo>
                  <a:lnTo>
                    <a:pt x="379780" y="51943"/>
                  </a:lnTo>
                  <a:close/>
                </a:path>
                <a:path w="4119879" h="200025">
                  <a:moveTo>
                    <a:pt x="381406" y="26568"/>
                  </a:moveTo>
                  <a:lnTo>
                    <a:pt x="380288" y="24066"/>
                  </a:lnTo>
                  <a:lnTo>
                    <a:pt x="378053" y="22009"/>
                  </a:lnTo>
                  <a:lnTo>
                    <a:pt x="375843" y="19913"/>
                  </a:lnTo>
                  <a:lnTo>
                    <a:pt x="373176" y="18872"/>
                  </a:lnTo>
                  <a:lnTo>
                    <a:pt x="366941" y="18872"/>
                  </a:lnTo>
                  <a:lnTo>
                    <a:pt x="364261" y="19913"/>
                  </a:lnTo>
                  <a:lnTo>
                    <a:pt x="362026" y="22009"/>
                  </a:lnTo>
                  <a:lnTo>
                    <a:pt x="359791" y="24066"/>
                  </a:lnTo>
                  <a:lnTo>
                    <a:pt x="358673" y="26568"/>
                  </a:lnTo>
                  <a:lnTo>
                    <a:pt x="358673" y="32448"/>
                  </a:lnTo>
                  <a:lnTo>
                    <a:pt x="359791" y="34963"/>
                  </a:lnTo>
                  <a:lnTo>
                    <a:pt x="362026" y="37058"/>
                  </a:lnTo>
                  <a:lnTo>
                    <a:pt x="364261" y="39116"/>
                  </a:lnTo>
                  <a:lnTo>
                    <a:pt x="366941" y="40144"/>
                  </a:lnTo>
                  <a:lnTo>
                    <a:pt x="373176" y="40144"/>
                  </a:lnTo>
                  <a:lnTo>
                    <a:pt x="375843" y="39116"/>
                  </a:lnTo>
                  <a:lnTo>
                    <a:pt x="380288" y="34963"/>
                  </a:lnTo>
                  <a:lnTo>
                    <a:pt x="381406" y="32448"/>
                  </a:lnTo>
                  <a:lnTo>
                    <a:pt x="381406" y="26568"/>
                  </a:lnTo>
                  <a:close/>
                </a:path>
                <a:path w="4119879" h="200025">
                  <a:moveTo>
                    <a:pt x="475373" y="80733"/>
                  </a:moveTo>
                  <a:lnTo>
                    <a:pt x="475246" y="79108"/>
                  </a:lnTo>
                  <a:lnTo>
                    <a:pt x="475157" y="77927"/>
                  </a:lnTo>
                  <a:lnTo>
                    <a:pt x="475068" y="76720"/>
                  </a:lnTo>
                  <a:lnTo>
                    <a:pt x="474954" y="75095"/>
                  </a:lnTo>
                  <a:lnTo>
                    <a:pt x="474929" y="74739"/>
                  </a:lnTo>
                  <a:lnTo>
                    <a:pt x="473163" y="69507"/>
                  </a:lnTo>
                  <a:lnTo>
                    <a:pt x="471195" y="66662"/>
                  </a:lnTo>
                  <a:lnTo>
                    <a:pt x="466966" y="60528"/>
                  </a:lnTo>
                  <a:lnTo>
                    <a:pt x="462788" y="57048"/>
                  </a:lnTo>
                  <a:lnTo>
                    <a:pt x="452361" y="52095"/>
                  </a:lnTo>
                  <a:lnTo>
                    <a:pt x="446392" y="50850"/>
                  </a:lnTo>
                  <a:lnTo>
                    <a:pt x="431533" y="50850"/>
                  </a:lnTo>
                  <a:lnTo>
                    <a:pt x="424497" y="52679"/>
                  </a:lnTo>
                  <a:lnTo>
                    <a:pt x="412623" y="59931"/>
                  </a:lnTo>
                  <a:lnTo>
                    <a:pt x="408038" y="64985"/>
                  </a:lnTo>
                  <a:lnTo>
                    <a:pt x="404799" y="71475"/>
                  </a:lnTo>
                  <a:lnTo>
                    <a:pt x="401548" y="77927"/>
                  </a:lnTo>
                  <a:lnTo>
                    <a:pt x="399923" y="85382"/>
                  </a:lnTo>
                  <a:lnTo>
                    <a:pt x="399923" y="102235"/>
                  </a:lnTo>
                  <a:lnTo>
                    <a:pt x="424332" y="134861"/>
                  </a:lnTo>
                  <a:lnTo>
                    <a:pt x="431457" y="136690"/>
                  </a:lnTo>
                  <a:lnTo>
                    <a:pt x="446722" y="136690"/>
                  </a:lnTo>
                  <a:lnTo>
                    <a:pt x="452780" y="135420"/>
                  </a:lnTo>
                  <a:lnTo>
                    <a:pt x="463105" y="130340"/>
                  </a:lnTo>
                  <a:lnTo>
                    <a:pt x="467182" y="126796"/>
                  </a:lnTo>
                  <a:lnTo>
                    <a:pt x="471182" y="120726"/>
                  </a:lnTo>
                  <a:lnTo>
                    <a:pt x="473163" y="117741"/>
                  </a:lnTo>
                  <a:lnTo>
                    <a:pt x="474903" y="112534"/>
                  </a:lnTo>
                  <a:lnTo>
                    <a:pt x="475373" y="106654"/>
                  </a:lnTo>
                  <a:lnTo>
                    <a:pt x="456641" y="106654"/>
                  </a:lnTo>
                  <a:lnTo>
                    <a:pt x="456057" y="109664"/>
                  </a:lnTo>
                  <a:lnTo>
                    <a:pt x="455002" y="112191"/>
                  </a:lnTo>
                  <a:lnTo>
                    <a:pt x="451904" y="116370"/>
                  </a:lnTo>
                  <a:lnTo>
                    <a:pt x="449973" y="117983"/>
                  </a:lnTo>
                  <a:lnTo>
                    <a:pt x="445389" y="120180"/>
                  </a:lnTo>
                  <a:lnTo>
                    <a:pt x="442810" y="120726"/>
                  </a:lnTo>
                  <a:lnTo>
                    <a:pt x="435838" y="120726"/>
                  </a:lnTo>
                  <a:lnTo>
                    <a:pt x="419785" y="99161"/>
                  </a:lnTo>
                  <a:lnTo>
                    <a:pt x="419785" y="87909"/>
                  </a:lnTo>
                  <a:lnTo>
                    <a:pt x="435914" y="66662"/>
                  </a:lnTo>
                  <a:lnTo>
                    <a:pt x="444652" y="66662"/>
                  </a:lnTo>
                  <a:lnTo>
                    <a:pt x="448411" y="68008"/>
                  </a:lnTo>
                  <a:lnTo>
                    <a:pt x="451231" y="70713"/>
                  </a:lnTo>
                  <a:lnTo>
                    <a:pt x="454075" y="73380"/>
                  </a:lnTo>
                  <a:lnTo>
                    <a:pt x="455879" y="76720"/>
                  </a:lnTo>
                  <a:lnTo>
                    <a:pt x="456641" y="80733"/>
                  </a:lnTo>
                  <a:lnTo>
                    <a:pt x="475373" y="80733"/>
                  </a:lnTo>
                  <a:close/>
                </a:path>
                <a:path w="4119879" h="200025">
                  <a:moveTo>
                    <a:pt x="984783" y="85001"/>
                  </a:moveTo>
                  <a:lnTo>
                    <a:pt x="984770" y="73901"/>
                  </a:lnTo>
                  <a:lnTo>
                    <a:pt x="983716" y="69456"/>
                  </a:lnTo>
                  <a:lnTo>
                    <a:pt x="981036" y="64503"/>
                  </a:lnTo>
                  <a:lnTo>
                    <a:pt x="979258" y="61150"/>
                  </a:lnTo>
                  <a:lnTo>
                    <a:pt x="975969" y="57873"/>
                  </a:lnTo>
                  <a:lnTo>
                    <a:pt x="969505" y="54330"/>
                  </a:lnTo>
                  <a:lnTo>
                    <a:pt x="969505" y="76492"/>
                  </a:lnTo>
                  <a:lnTo>
                    <a:pt x="969505" y="82397"/>
                  </a:lnTo>
                  <a:lnTo>
                    <a:pt x="968971" y="84772"/>
                  </a:lnTo>
                  <a:lnTo>
                    <a:pt x="968921" y="85001"/>
                  </a:lnTo>
                  <a:lnTo>
                    <a:pt x="967752" y="87274"/>
                  </a:lnTo>
                  <a:lnTo>
                    <a:pt x="966622" y="89547"/>
                  </a:lnTo>
                  <a:lnTo>
                    <a:pt x="964857" y="91338"/>
                  </a:lnTo>
                  <a:lnTo>
                    <a:pt x="960094" y="93929"/>
                  </a:lnTo>
                  <a:lnTo>
                    <a:pt x="957033" y="94589"/>
                  </a:lnTo>
                  <a:lnTo>
                    <a:pt x="939419" y="94589"/>
                  </a:lnTo>
                  <a:lnTo>
                    <a:pt x="939419" y="64503"/>
                  </a:lnTo>
                  <a:lnTo>
                    <a:pt x="956983" y="64503"/>
                  </a:lnTo>
                  <a:lnTo>
                    <a:pt x="960056" y="65138"/>
                  </a:lnTo>
                  <a:lnTo>
                    <a:pt x="962431" y="66421"/>
                  </a:lnTo>
                  <a:lnTo>
                    <a:pt x="964844" y="67665"/>
                  </a:lnTo>
                  <a:lnTo>
                    <a:pt x="966647" y="69456"/>
                  </a:lnTo>
                  <a:lnTo>
                    <a:pt x="967752" y="71653"/>
                  </a:lnTo>
                  <a:lnTo>
                    <a:pt x="968921" y="73901"/>
                  </a:lnTo>
                  <a:lnTo>
                    <a:pt x="969505" y="76492"/>
                  </a:lnTo>
                  <a:lnTo>
                    <a:pt x="969505" y="54330"/>
                  </a:lnTo>
                  <a:lnTo>
                    <a:pt x="967282" y="53111"/>
                  </a:lnTo>
                  <a:lnTo>
                    <a:pt x="961923" y="51930"/>
                  </a:lnTo>
                  <a:lnTo>
                    <a:pt x="924369" y="51930"/>
                  </a:lnTo>
                  <a:lnTo>
                    <a:pt x="924369" y="135051"/>
                  </a:lnTo>
                  <a:lnTo>
                    <a:pt x="939419" y="135051"/>
                  </a:lnTo>
                  <a:lnTo>
                    <a:pt x="939419" y="106959"/>
                  </a:lnTo>
                  <a:lnTo>
                    <a:pt x="961745" y="106959"/>
                  </a:lnTo>
                  <a:lnTo>
                    <a:pt x="967143" y="105791"/>
                  </a:lnTo>
                  <a:lnTo>
                    <a:pt x="975918" y="101053"/>
                  </a:lnTo>
                  <a:lnTo>
                    <a:pt x="979233" y="97790"/>
                  </a:lnTo>
                  <a:lnTo>
                    <a:pt x="983691" y="89547"/>
                  </a:lnTo>
                  <a:lnTo>
                    <a:pt x="984783" y="85001"/>
                  </a:lnTo>
                  <a:close/>
                </a:path>
                <a:path w="4119879" h="200025">
                  <a:moveTo>
                    <a:pt x="1035507" y="72224"/>
                  </a:moveTo>
                  <a:lnTo>
                    <a:pt x="1034834" y="72085"/>
                  </a:lnTo>
                  <a:lnTo>
                    <a:pt x="1025779" y="72085"/>
                  </a:lnTo>
                  <a:lnTo>
                    <a:pt x="1023480" y="72796"/>
                  </a:lnTo>
                  <a:lnTo>
                    <a:pt x="1017930" y="76720"/>
                  </a:lnTo>
                  <a:lnTo>
                    <a:pt x="1015987" y="79502"/>
                  </a:lnTo>
                  <a:lnTo>
                    <a:pt x="1014844" y="83096"/>
                  </a:lnTo>
                  <a:lnTo>
                    <a:pt x="1014196" y="83096"/>
                  </a:lnTo>
                  <a:lnTo>
                    <a:pt x="1014196" y="72796"/>
                  </a:lnTo>
                  <a:lnTo>
                    <a:pt x="999947" y="72796"/>
                  </a:lnTo>
                  <a:lnTo>
                    <a:pt x="999947" y="135051"/>
                  </a:lnTo>
                  <a:lnTo>
                    <a:pt x="1014641" y="135051"/>
                  </a:lnTo>
                  <a:lnTo>
                    <a:pt x="1014641" y="95745"/>
                  </a:lnTo>
                  <a:lnTo>
                    <a:pt x="1015250" y="93408"/>
                  </a:lnTo>
                  <a:lnTo>
                    <a:pt x="1025639" y="84975"/>
                  </a:lnTo>
                  <a:lnTo>
                    <a:pt x="1031214" y="84975"/>
                  </a:lnTo>
                  <a:lnTo>
                    <a:pt x="1032548" y="85166"/>
                  </a:lnTo>
                  <a:lnTo>
                    <a:pt x="1033894" y="85331"/>
                  </a:lnTo>
                  <a:lnTo>
                    <a:pt x="1034884" y="85521"/>
                  </a:lnTo>
                  <a:lnTo>
                    <a:pt x="1035507" y="85737"/>
                  </a:lnTo>
                  <a:lnTo>
                    <a:pt x="1035507" y="84975"/>
                  </a:lnTo>
                  <a:lnTo>
                    <a:pt x="1035507" y="83096"/>
                  </a:lnTo>
                  <a:lnTo>
                    <a:pt x="1035507" y="72224"/>
                  </a:lnTo>
                  <a:close/>
                </a:path>
                <a:path w="4119879" h="200025">
                  <a:moveTo>
                    <a:pt x="1100709" y="97993"/>
                  </a:moveTo>
                  <a:lnTo>
                    <a:pt x="1099997" y="93548"/>
                  </a:lnTo>
                  <a:lnTo>
                    <a:pt x="1099947" y="93218"/>
                  </a:lnTo>
                  <a:lnTo>
                    <a:pt x="1096911" y="85293"/>
                  </a:lnTo>
                  <a:lnTo>
                    <a:pt x="1095667" y="83337"/>
                  </a:lnTo>
                  <a:lnTo>
                    <a:pt x="1094828" y="82016"/>
                  </a:lnTo>
                  <a:lnTo>
                    <a:pt x="1089558" y="76873"/>
                  </a:lnTo>
                  <a:lnTo>
                    <a:pt x="1086624" y="75044"/>
                  </a:lnTo>
                  <a:lnTo>
                    <a:pt x="1086624" y="97993"/>
                  </a:lnTo>
                  <a:lnTo>
                    <a:pt x="1057287" y="97993"/>
                  </a:lnTo>
                  <a:lnTo>
                    <a:pt x="1069416" y="83337"/>
                  </a:lnTo>
                  <a:lnTo>
                    <a:pt x="1075232" y="83337"/>
                  </a:lnTo>
                  <a:lnTo>
                    <a:pt x="1078090" y="84074"/>
                  </a:lnTo>
                  <a:lnTo>
                    <a:pt x="1077861" y="84074"/>
                  </a:lnTo>
                  <a:lnTo>
                    <a:pt x="1081938" y="86525"/>
                  </a:lnTo>
                  <a:lnTo>
                    <a:pt x="1083602" y="88265"/>
                  </a:lnTo>
                  <a:lnTo>
                    <a:pt x="1085989" y="92671"/>
                  </a:lnTo>
                  <a:lnTo>
                    <a:pt x="1086599" y="95173"/>
                  </a:lnTo>
                  <a:lnTo>
                    <a:pt x="1086624" y="97993"/>
                  </a:lnTo>
                  <a:lnTo>
                    <a:pt x="1086624" y="75044"/>
                  </a:lnTo>
                  <a:lnTo>
                    <a:pt x="1079677" y="72517"/>
                  </a:lnTo>
                  <a:lnTo>
                    <a:pt x="1076058" y="71894"/>
                  </a:lnTo>
                  <a:lnTo>
                    <a:pt x="1066253" y="71894"/>
                  </a:lnTo>
                  <a:lnTo>
                    <a:pt x="1042708" y="97993"/>
                  </a:lnTo>
                  <a:lnTo>
                    <a:pt x="1042784" y="111163"/>
                  </a:lnTo>
                  <a:lnTo>
                    <a:pt x="1066736" y="136271"/>
                  </a:lnTo>
                  <a:lnTo>
                    <a:pt x="1077823" y="136271"/>
                  </a:lnTo>
                  <a:lnTo>
                    <a:pt x="1097737" y="124828"/>
                  </a:lnTo>
                  <a:lnTo>
                    <a:pt x="1099235" y="121958"/>
                  </a:lnTo>
                  <a:lnTo>
                    <a:pt x="1100035" y="118541"/>
                  </a:lnTo>
                  <a:lnTo>
                    <a:pt x="1100099" y="118325"/>
                  </a:lnTo>
                  <a:lnTo>
                    <a:pt x="1086383" y="116789"/>
                  </a:lnTo>
                  <a:lnTo>
                    <a:pt x="1085799" y="118325"/>
                  </a:lnTo>
                  <a:lnTo>
                    <a:pt x="1085723" y="118541"/>
                  </a:lnTo>
                  <a:lnTo>
                    <a:pt x="1084770" y="120015"/>
                  </a:lnTo>
                  <a:lnTo>
                    <a:pt x="1075321" y="124828"/>
                  </a:lnTo>
                  <a:lnTo>
                    <a:pt x="1069987" y="124828"/>
                  </a:lnTo>
                  <a:lnTo>
                    <a:pt x="1057275" y="111163"/>
                  </a:lnTo>
                  <a:lnTo>
                    <a:pt x="1057275" y="107899"/>
                  </a:lnTo>
                  <a:lnTo>
                    <a:pt x="1100709" y="107899"/>
                  </a:lnTo>
                  <a:lnTo>
                    <a:pt x="1100709" y="97993"/>
                  </a:lnTo>
                  <a:close/>
                </a:path>
                <a:path w="4119879" h="200025">
                  <a:moveTo>
                    <a:pt x="1174546" y="111442"/>
                  </a:moveTo>
                  <a:lnTo>
                    <a:pt x="1174534" y="96342"/>
                  </a:lnTo>
                  <a:lnTo>
                    <a:pt x="1173518" y="91186"/>
                  </a:lnTo>
                  <a:lnTo>
                    <a:pt x="1170038" y="83947"/>
                  </a:lnTo>
                  <a:lnTo>
                    <a:pt x="1169593" y="83019"/>
                  </a:lnTo>
                  <a:lnTo>
                    <a:pt x="1168946" y="81635"/>
                  </a:lnTo>
                  <a:lnTo>
                    <a:pt x="1165860" y="78028"/>
                  </a:lnTo>
                  <a:lnTo>
                    <a:pt x="1161961" y="75590"/>
                  </a:lnTo>
                  <a:lnTo>
                    <a:pt x="1159662" y="74129"/>
                  </a:lnTo>
                  <a:lnTo>
                    <a:pt x="1159662" y="107911"/>
                  </a:lnTo>
                  <a:lnTo>
                    <a:pt x="1159192" y="110807"/>
                  </a:lnTo>
                  <a:lnTo>
                    <a:pt x="1159129" y="111252"/>
                  </a:lnTo>
                  <a:lnTo>
                    <a:pt x="1148118" y="124091"/>
                  </a:lnTo>
                  <a:lnTo>
                    <a:pt x="1141768" y="124091"/>
                  </a:lnTo>
                  <a:lnTo>
                    <a:pt x="1130223" y="107911"/>
                  </a:lnTo>
                  <a:lnTo>
                    <a:pt x="1130223" y="99847"/>
                  </a:lnTo>
                  <a:lnTo>
                    <a:pt x="1141742" y="83947"/>
                  </a:lnTo>
                  <a:lnTo>
                    <a:pt x="1148156" y="83947"/>
                  </a:lnTo>
                  <a:lnTo>
                    <a:pt x="1150886" y="84797"/>
                  </a:lnTo>
                  <a:lnTo>
                    <a:pt x="1155268" y="88214"/>
                  </a:lnTo>
                  <a:lnTo>
                    <a:pt x="1156792" y="90385"/>
                  </a:lnTo>
                  <a:lnTo>
                    <a:pt x="1156919" y="90563"/>
                  </a:lnTo>
                  <a:lnTo>
                    <a:pt x="1159052" y="96342"/>
                  </a:lnTo>
                  <a:lnTo>
                    <a:pt x="1159141" y="96570"/>
                  </a:lnTo>
                  <a:lnTo>
                    <a:pt x="1159649" y="99847"/>
                  </a:lnTo>
                  <a:lnTo>
                    <a:pt x="1159662" y="107911"/>
                  </a:lnTo>
                  <a:lnTo>
                    <a:pt x="1159662" y="74129"/>
                  </a:lnTo>
                  <a:lnTo>
                    <a:pt x="1158100" y="73126"/>
                  </a:lnTo>
                  <a:lnTo>
                    <a:pt x="1153756" y="71894"/>
                  </a:lnTo>
                  <a:lnTo>
                    <a:pt x="1145286" y="71894"/>
                  </a:lnTo>
                  <a:lnTo>
                    <a:pt x="1131112" y="83019"/>
                  </a:lnTo>
                  <a:lnTo>
                    <a:pt x="1130261" y="83019"/>
                  </a:lnTo>
                  <a:lnTo>
                    <a:pt x="1130261" y="72707"/>
                  </a:lnTo>
                  <a:lnTo>
                    <a:pt x="1115809" y="72707"/>
                  </a:lnTo>
                  <a:lnTo>
                    <a:pt x="1115809" y="158432"/>
                  </a:lnTo>
                  <a:lnTo>
                    <a:pt x="1130503" y="158432"/>
                  </a:lnTo>
                  <a:lnTo>
                    <a:pt x="1130503" y="125234"/>
                  </a:lnTo>
                  <a:lnTo>
                    <a:pt x="1131112" y="125234"/>
                  </a:lnTo>
                  <a:lnTo>
                    <a:pt x="1145400" y="136144"/>
                  </a:lnTo>
                  <a:lnTo>
                    <a:pt x="1153871" y="136144"/>
                  </a:lnTo>
                  <a:lnTo>
                    <a:pt x="1158252" y="134886"/>
                  </a:lnTo>
                  <a:lnTo>
                    <a:pt x="1165999" y="129857"/>
                  </a:lnTo>
                  <a:lnTo>
                    <a:pt x="1169060" y="126199"/>
                  </a:lnTo>
                  <a:lnTo>
                    <a:pt x="1169504" y="125234"/>
                  </a:lnTo>
                  <a:lnTo>
                    <a:pt x="1170038" y="124091"/>
                  </a:lnTo>
                  <a:lnTo>
                    <a:pt x="1173543" y="116624"/>
                  </a:lnTo>
                  <a:lnTo>
                    <a:pt x="1174546" y="111442"/>
                  </a:lnTo>
                  <a:close/>
                </a:path>
                <a:path w="4119879" h="200025">
                  <a:moveTo>
                    <a:pt x="1240790" y="105346"/>
                  </a:moveTo>
                  <a:lnTo>
                    <a:pt x="1240726" y="88912"/>
                  </a:lnTo>
                  <a:lnTo>
                    <a:pt x="1240028" y="85737"/>
                  </a:lnTo>
                  <a:lnTo>
                    <a:pt x="1238592" y="83134"/>
                  </a:lnTo>
                  <a:lnTo>
                    <a:pt x="1237030" y="80213"/>
                  </a:lnTo>
                  <a:lnTo>
                    <a:pt x="1235049" y="78041"/>
                  </a:lnTo>
                  <a:lnTo>
                    <a:pt x="1232585" y="76441"/>
                  </a:lnTo>
                  <a:lnTo>
                    <a:pt x="1230134" y="74815"/>
                  </a:lnTo>
                  <a:lnTo>
                    <a:pt x="1227404" y="73647"/>
                  </a:lnTo>
                  <a:lnTo>
                    <a:pt x="1226134" y="73355"/>
                  </a:lnTo>
                  <a:lnTo>
                    <a:pt x="1226134" y="105346"/>
                  </a:lnTo>
                  <a:lnTo>
                    <a:pt x="1226007" y="115417"/>
                  </a:lnTo>
                  <a:lnTo>
                    <a:pt x="1214640" y="125514"/>
                  </a:lnTo>
                  <a:lnTo>
                    <a:pt x="1208633" y="125514"/>
                  </a:lnTo>
                  <a:lnTo>
                    <a:pt x="1206487" y="124929"/>
                  </a:lnTo>
                  <a:lnTo>
                    <a:pt x="1206258" y="124929"/>
                  </a:lnTo>
                  <a:lnTo>
                    <a:pt x="1202156" y="122059"/>
                  </a:lnTo>
                  <a:lnTo>
                    <a:pt x="1201178" y="120015"/>
                  </a:lnTo>
                  <a:lnTo>
                    <a:pt x="1201178" y="115417"/>
                  </a:lnTo>
                  <a:lnTo>
                    <a:pt x="1213637" y="108254"/>
                  </a:lnTo>
                  <a:lnTo>
                    <a:pt x="1218780" y="107492"/>
                  </a:lnTo>
                  <a:lnTo>
                    <a:pt x="1226134" y="105346"/>
                  </a:lnTo>
                  <a:lnTo>
                    <a:pt x="1226134" y="73355"/>
                  </a:lnTo>
                  <a:lnTo>
                    <a:pt x="1221460" y="72250"/>
                  </a:lnTo>
                  <a:lnTo>
                    <a:pt x="1218463" y="71894"/>
                  </a:lnTo>
                  <a:lnTo>
                    <a:pt x="1211110" y="71894"/>
                  </a:lnTo>
                  <a:lnTo>
                    <a:pt x="1189012" y="89179"/>
                  </a:lnTo>
                  <a:lnTo>
                    <a:pt x="1189570" y="89179"/>
                  </a:lnTo>
                  <a:lnTo>
                    <a:pt x="1202753" y="91059"/>
                  </a:lnTo>
                  <a:lnTo>
                    <a:pt x="1211948" y="83134"/>
                  </a:lnTo>
                  <a:lnTo>
                    <a:pt x="1218958" y="83134"/>
                  </a:lnTo>
                  <a:lnTo>
                    <a:pt x="1221562" y="83972"/>
                  </a:lnTo>
                  <a:lnTo>
                    <a:pt x="1225194" y="87337"/>
                  </a:lnTo>
                  <a:lnTo>
                    <a:pt x="1226096" y="89700"/>
                  </a:lnTo>
                  <a:lnTo>
                    <a:pt x="1226096" y="94411"/>
                  </a:lnTo>
                  <a:lnTo>
                    <a:pt x="1207643" y="98933"/>
                  </a:lnTo>
                  <a:lnTo>
                    <a:pt x="1204709" y="99453"/>
                  </a:lnTo>
                  <a:lnTo>
                    <a:pt x="1201864" y="100190"/>
                  </a:lnTo>
                  <a:lnTo>
                    <a:pt x="1199045" y="100888"/>
                  </a:lnTo>
                  <a:lnTo>
                    <a:pt x="1196517" y="101930"/>
                  </a:lnTo>
                  <a:lnTo>
                    <a:pt x="1192034" y="104686"/>
                  </a:lnTo>
                  <a:lnTo>
                    <a:pt x="1190256" y="106527"/>
                  </a:lnTo>
                  <a:lnTo>
                    <a:pt x="1187653" y="111125"/>
                  </a:lnTo>
                  <a:lnTo>
                    <a:pt x="1187030" y="113880"/>
                  </a:lnTo>
                  <a:lnTo>
                    <a:pt x="1187107" y="122059"/>
                  </a:lnTo>
                  <a:lnTo>
                    <a:pt x="1203921" y="136309"/>
                  </a:lnTo>
                  <a:lnTo>
                    <a:pt x="1211122" y="136309"/>
                  </a:lnTo>
                  <a:lnTo>
                    <a:pt x="1226172" y="126492"/>
                  </a:lnTo>
                  <a:lnTo>
                    <a:pt x="1226667" y="126492"/>
                  </a:lnTo>
                  <a:lnTo>
                    <a:pt x="1226667" y="135051"/>
                  </a:lnTo>
                  <a:lnTo>
                    <a:pt x="1240790" y="135051"/>
                  </a:lnTo>
                  <a:lnTo>
                    <a:pt x="1240790" y="126492"/>
                  </a:lnTo>
                  <a:lnTo>
                    <a:pt x="1240790" y="125514"/>
                  </a:lnTo>
                  <a:lnTo>
                    <a:pt x="1240790" y="105346"/>
                  </a:lnTo>
                  <a:close/>
                </a:path>
                <a:path w="4119879" h="200025">
                  <a:moveTo>
                    <a:pt x="1272933" y="72707"/>
                  </a:moveTo>
                  <a:lnTo>
                    <a:pt x="1258239" y="72707"/>
                  </a:lnTo>
                  <a:lnTo>
                    <a:pt x="1258239" y="135051"/>
                  </a:lnTo>
                  <a:lnTo>
                    <a:pt x="1272933" y="135051"/>
                  </a:lnTo>
                  <a:lnTo>
                    <a:pt x="1272933" y="72707"/>
                  </a:lnTo>
                  <a:close/>
                </a:path>
                <a:path w="4119879" h="200025">
                  <a:moveTo>
                    <a:pt x="1274152" y="53682"/>
                  </a:moveTo>
                  <a:lnTo>
                    <a:pt x="1273314" y="51803"/>
                  </a:lnTo>
                  <a:lnTo>
                    <a:pt x="1271638" y="50266"/>
                  </a:lnTo>
                  <a:lnTo>
                    <a:pt x="1269987" y="48691"/>
                  </a:lnTo>
                  <a:lnTo>
                    <a:pt x="1267980" y="47904"/>
                  </a:lnTo>
                  <a:lnTo>
                    <a:pt x="1263307" y="47904"/>
                  </a:lnTo>
                  <a:lnTo>
                    <a:pt x="1261300" y="48691"/>
                  </a:lnTo>
                  <a:lnTo>
                    <a:pt x="1259624" y="50266"/>
                  </a:lnTo>
                  <a:lnTo>
                    <a:pt x="1257947" y="51803"/>
                  </a:lnTo>
                  <a:lnTo>
                    <a:pt x="1257109" y="53682"/>
                  </a:lnTo>
                  <a:lnTo>
                    <a:pt x="1257109" y="58089"/>
                  </a:lnTo>
                  <a:lnTo>
                    <a:pt x="1257947" y="59969"/>
                  </a:lnTo>
                  <a:lnTo>
                    <a:pt x="1259624" y="61544"/>
                  </a:lnTo>
                  <a:lnTo>
                    <a:pt x="1261300" y="63080"/>
                  </a:lnTo>
                  <a:lnTo>
                    <a:pt x="1263307" y="63855"/>
                  </a:lnTo>
                  <a:lnTo>
                    <a:pt x="1267980" y="63855"/>
                  </a:lnTo>
                  <a:lnTo>
                    <a:pt x="1269987" y="63080"/>
                  </a:lnTo>
                  <a:lnTo>
                    <a:pt x="1273314" y="59969"/>
                  </a:lnTo>
                  <a:lnTo>
                    <a:pt x="1274152" y="58089"/>
                  </a:lnTo>
                  <a:lnTo>
                    <a:pt x="1274152" y="53682"/>
                  </a:lnTo>
                  <a:close/>
                </a:path>
                <a:path w="4119879" h="200025">
                  <a:moveTo>
                    <a:pt x="1347063" y="51930"/>
                  </a:moveTo>
                  <a:lnTo>
                    <a:pt x="1332611" y="51930"/>
                  </a:lnTo>
                  <a:lnTo>
                    <a:pt x="1332611" y="99847"/>
                  </a:lnTo>
                  <a:lnTo>
                    <a:pt x="1332611" y="107911"/>
                  </a:lnTo>
                  <a:lnTo>
                    <a:pt x="1332141" y="110807"/>
                  </a:lnTo>
                  <a:lnTo>
                    <a:pt x="1332039" y="111442"/>
                  </a:lnTo>
                  <a:lnTo>
                    <a:pt x="1329817" y="117335"/>
                  </a:lnTo>
                  <a:lnTo>
                    <a:pt x="1329766" y="117500"/>
                  </a:lnTo>
                  <a:lnTo>
                    <a:pt x="1328191" y="119735"/>
                  </a:lnTo>
                  <a:lnTo>
                    <a:pt x="1328102" y="119875"/>
                  </a:lnTo>
                  <a:lnTo>
                    <a:pt x="1325918" y="121577"/>
                  </a:lnTo>
                  <a:lnTo>
                    <a:pt x="1323721" y="123253"/>
                  </a:lnTo>
                  <a:lnTo>
                    <a:pt x="1321066" y="124091"/>
                  </a:lnTo>
                  <a:lnTo>
                    <a:pt x="1314742" y="124091"/>
                  </a:lnTo>
                  <a:lnTo>
                    <a:pt x="1303159" y="107911"/>
                  </a:lnTo>
                  <a:lnTo>
                    <a:pt x="1303172" y="99847"/>
                  </a:lnTo>
                  <a:lnTo>
                    <a:pt x="1314691" y="83947"/>
                  </a:lnTo>
                  <a:lnTo>
                    <a:pt x="1321130" y="83947"/>
                  </a:lnTo>
                  <a:lnTo>
                    <a:pt x="1323822" y="84797"/>
                  </a:lnTo>
                  <a:lnTo>
                    <a:pt x="1328153" y="88074"/>
                  </a:lnTo>
                  <a:lnTo>
                    <a:pt x="1329804" y="90385"/>
                  </a:lnTo>
                  <a:lnTo>
                    <a:pt x="1330909" y="93370"/>
                  </a:lnTo>
                  <a:lnTo>
                    <a:pt x="1332039" y="96342"/>
                  </a:lnTo>
                  <a:lnTo>
                    <a:pt x="1332611" y="99847"/>
                  </a:lnTo>
                  <a:lnTo>
                    <a:pt x="1332611" y="51930"/>
                  </a:lnTo>
                  <a:lnTo>
                    <a:pt x="1332331" y="51930"/>
                  </a:lnTo>
                  <a:lnTo>
                    <a:pt x="1332331" y="83019"/>
                  </a:lnTo>
                  <a:lnTo>
                    <a:pt x="1331722" y="83019"/>
                  </a:lnTo>
                  <a:lnTo>
                    <a:pt x="1331023" y="81635"/>
                  </a:lnTo>
                  <a:lnTo>
                    <a:pt x="1330960" y="81495"/>
                  </a:lnTo>
                  <a:lnTo>
                    <a:pt x="1329893" y="79895"/>
                  </a:lnTo>
                  <a:lnTo>
                    <a:pt x="1327137" y="76454"/>
                  </a:lnTo>
                  <a:lnTo>
                    <a:pt x="1325270" y="74980"/>
                  </a:lnTo>
                  <a:lnTo>
                    <a:pt x="1322908" y="73761"/>
                  </a:lnTo>
                  <a:lnTo>
                    <a:pt x="1320558" y="72517"/>
                  </a:lnTo>
                  <a:lnTo>
                    <a:pt x="1317548" y="71894"/>
                  </a:lnTo>
                  <a:lnTo>
                    <a:pt x="1309116" y="71894"/>
                  </a:lnTo>
                  <a:lnTo>
                    <a:pt x="1288288" y="111442"/>
                  </a:lnTo>
                  <a:lnTo>
                    <a:pt x="1289291" y="116624"/>
                  </a:lnTo>
                  <a:lnTo>
                    <a:pt x="1293787" y="126199"/>
                  </a:lnTo>
                  <a:lnTo>
                    <a:pt x="1296835" y="129857"/>
                  </a:lnTo>
                  <a:lnTo>
                    <a:pt x="1304582" y="134886"/>
                  </a:lnTo>
                  <a:lnTo>
                    <a:pt x="1308963" y="136144"/>
                  </a:lnTo>
                  <a:lnTo>
                    <a:pt x="1317434" y="136144"/>
                  </a:lnTo>
                  <a:lnTo>
                    <a:pt x="1331722" y="125234"/>
                  </a:lnTo>
                  <a:lnTo>
                    <a:pt x="1332611" y="125234"/>
                  </a:lnTo>
                  <a:lnTo>
                    <a:pt x="1332611" y="135051"/>
                  </a:lnTo>
                  <a:lnTo>
                    <a:pt x="1347063" y="135051"/>
                  </a:lnTo>
                  <a:lnTo>
                    <a:pt x="1347063" y="125234"/>
                  </a:lnTo>
                  <a:lnTo>
                    <a:pt x="1347063" y="124091"/>
                  </a:lnTo>
                  <a:lnTo>
                    <a:pt x="1347063" y="83947"/>
                  </a:lnTo>
                  <a:lnTo>
                    <a:pt x="1347063" y="83019"/>
                  </a:lnTo>
                  <a:lnTo>
                    <a:pt x="1347063" y="51930"/>
                  </a:lnTo>
                  <a:close/>
                </a:path>
                <a:path w="4119879" h="200025">
                  <a:moveTo>
                    <a:pt x="1457883" y="116586"/>
                  </a:moveTo>
                  <a:lnTo>
                    <a:pt x="1433449" y="87769"/>
                  </a:lnTo>
                  <a:lnTo>
                    <a:pt x="1425651" y="85813"/>
                  </a:lnTo>
                  <a:lnTo>
                    <a:pt x="1411528" y="76098"/>
                  </a:lnTo>
                  <a:lnTo>
                    <a:pt x="1411554" y="72288"/>
                  </a:lnTo>
                  <a:lnTo>
                    <a:pt x="1423454" y="63538"/>
                  </a:lnTo>
                  <a:lnTo>
                    <a:pt x="1431048" y="63538"/>
                  </a:lnTo>
                  <a:lnTo>
                    <a:pt x="1434680" y="64516"/>
                  </a:lnTo>
                  <a:lnTo>
                    <a:pt x="1437462" y="66497"/>
                  </a:lnTo>
                  <a:lnTo>
                    <a:pt x="1440281" y="68465"/>
                  </a:lnTo>
                  <a:lnTo>
                    <a:pt x="1441881" y="71234"/>
                  </a:lnTo>
                  <a:lnTo>
                    <a:pt x="1442250" y="74777"/>
                  </a:lnTo>
                  <a:lnTo>
                    <a:pt x="1456740" y="74777"/>
                  </a:lnTo>
                  <a:lnTo>
                    <a:pt x="1456664" y="70091"/>
                  </a:lnTo>
                  <a:lnTo>
                    <a:pt x="1455521" y="66497"/>
                  </a:lnTo>
                  <a:lnTo>
                    <a:pt x="1455407" y="66116"/>
                  </a:lnTo>
                  <a:lnTo>
                    <a:pt x="1455356" y="65951"/>
                  </a:lnTo>
                  <a:lnTo>
                    <a:pt x="1453642" y="63538"/>
                  </a:lnTo>
                  <a:lnTo>
                    <a:pt x="1450289" y="58762"/>
                  </a:lnTo>
                  <a:lnTo>
                    <a:pt x="1446758" y="55905"/>
                  </a:lnTo>
                  <a:lnTo>
                    <a:pt x="1437855" y="51816"/>
                  </a:lnTo>
                  <a:lnTo>
                    <a:pt x="1432687" y="50787"/>
                  </a:lnTo>
                  <a:lnTo>
                    <a:pt x="1420977" y="50787"/>
                  </a:lnTo>
                  <a:lnTo>
                    <a:pt x="1396263" y="81254"/>
                  </a:lnTo>
                  <a:lnTo>
                    <a:pt x="1398143" y="85813"/>
                  </a:lnTo>
                  <a:lnTo>
                    <a:pt x="1430858" y="100825"/>
                  </a:lnTo>
                  <a:lnTo>
                    <a:pt x="1433461" y="101688"/>
                  </a:lnTo>
                  <a:lnTo>
                    <a:pt x="1435684" y="102666"/>
                  </a:lnTo>
                  <a:lnTo>
                    <a:pt x="1437932" y="103606"/>
                  </a:lnTo>
                  <a:lnTo>
                    <a:pt x="1439672" y="104800"/>
                  </a:lnTo>
                  <a:lnTo>
                    <a:pt x="1442161" y="107645"/>
                  </a:lnTo>
                  <a:lnTo>
                    <a:pt x="1442796" y="109423"/>
                  </a:lnTo>
                  <a:lnTo>
                    <a:pt x="1442796" y="113969"/>
                  </a:lnTo>
                  <a:lnTo>
                    <a:pt x="1442161" y="115798"/>
                  </a:lnTo>
                  <a:lnTo>
                    <a:pt x="1442085" y="116052"/>
                  </a:lnTo>
                  <a:lnTo>
                    <a:pt x="1429499" y="123444"/>
                  </a:lnTo>
                  <a:lnTo>
                    <a:pt x="1423085" y="123444"/>
                  </a:lnTo>
                  <a:lnTo>
                    <a:pt x="1408887" y="110490"/>
                  </a:lnTo>
                  <a:lnTo>
                    <a:pt x="1394079" y="110490"/>
                  </a:lnTo>
                  <a:lnTo>
                    <a:pt x="1419872" y="136309"/>
                  </a:lnTo>
                  <a:lnTo>
                    <a:pt x="1433004" y="136309"/>
                  </a:lnTo>
                  <a:lnTo>
                    <a:pt x="1438516" y="135305"/>
                  </a:lnTo>
                  <a:lnTo>
                    <a:pt x="1448054" y="131140"/>
                  </a:lnTo>
                  <a:lnTo>
                    <a:pt x="1451660" y="128257"/>
                  </a:lnTo>
                  <a:lnTo>
                    <a:pt x="1454899" y="123444"/>
                  </a:lnTo>
                  <a:lnTo>
                    <a:pt x="1456753" y="120700"/>
                  </a:lnTo>
                  <a:lnTo>
                    <a:pt x="1456994" y="119646"/>
                  </a:lnTo>
                  <a:lnTo>
                    <a:pt x="1457883" y="116586"/>
                  </a:lnTo>
                  <a:close/>
                </a:path>
                <a:path w="4119879" h="200025">
                  <a:moveTo>
                    <a:pt x="1528457" y="135051"/>
                  </a:moveTo>
                  <a:lnTo>
                    <a:pt x="1528419" y="90170"/>
                  </a:lnTo>
                  <a:lnTo>
                    <a:pt x="1527568" y="86055"/>
                  </a:lnTo>
                  <a:lnTo>
                    <a:pt x="1526667" y="84315"/>
                  </a:lnTo>
                  <a:lnTo>
                    <a:pt x="1526146" y="83299"/>
                  </a:lnTo>
                  <a:lnTo>
                    <a:pt x="1524025" y="79082"/>
                  </a:lnTo>
                  <a:lnTo>
                    <a:pt x="1521536" y="76428"/>
                  </a:lnTo>
                  <a:lnTo>
                    <a:pt x="1515300" y="72923"/>
                  </a:lnTo>
                  <a:lnTo>
                    <a:pt x="1515605" y="72923"/>
                  </a:lnTo>
                  <a:lnTo>
                    <a:pt x="1511312" y="71894"/>
                  </a:lnTo>
                  <a:lnTo>
                    <a:pt x="1502219" y="71894"/>
                  </a:lnTo>
                  <a:lnTo>
                    <a:pt x="1498295" y="72923"/>
                  </a:lnTo>
                  <a:lnTo>
                    <a:pt x="1492161" y="77012"/>
                  </a:lnTo>
                  <a:lnTo>
                    <a:pt x="1489900" y="79781"/>
                  </a:lnTo>
                  <a:lnTo>
                    <a:pt x="1488440" y="83299"/>
                  </a:lnTo>
                  <a:lnTo>
                    <a:pt x="1487703" y="83299"/>
                  </a:lnTo>
                  <a:lnTo>
                    <a:pt x="1487703" y="51930"/>
                  </a:lnTo>
                  <a:lnTo>
                    <a:pt x="1473339" y="51930"/>
                  </a:lnTo>
                  <a:lnTo>
                    <a:pt x="1473339" y="135051"/>
                  </a:lnTo>
                  <a:lnTo>
                    <a:pt x="1488033" y="135051"/>
                  </a:lnTo>
                  <a:lnTo>
                    <a:pt x="1488033" y="95516"/>
                  </a:lnTo>
                  <a:lnTo>
                    <a:pt x="1488490" y="93433"/>
                  </a:lnTo>
                  <a:lnTo>
                    <a:pt x="1498904" y="84315"/>
                  </a:lnTo>
                  <a:lnTo>
                    <a:pt x="1505381" y="84315"/>
                  </a:lnTo>
                  <a:lnTo>
                    <a:pt x="1508379" y="85496"/>
                  </a:lnTo>
                  <a:lnTo>
                    <a:pt x="1510512" y="87845"/>
                  </a:lnTo>
                  <a:lnTo>
                    <a:pt x="1512684" y="90170"/>
                  </a:lnTo>
                  <a:lnTo>
                    <a:pt x="1513763" y="93433"/>
                  </a:lnTo>
                  <a:lnTo>
                    <a:pt x="1513763" y="135051"/>
                  </a:lnTo>
                  <a:lnTo>
                    <a:pt x="1528457" y="135051"/>
                  </a:lnTo>
                  <a:close/>
                </a:path>
                <a:path w="4119879" h="200025">
                  <a:moveTo>
                    <a:pt x="1560804" y="72707"/>
                  </a:moveTo>
                  <a:lnTo>
                    <a:pt x="1546110" y="72707"/>
                  </a:lnTo>
                  <a:lnTo>
                    <a:pt x="1546110" y="135051"/>
                  </a:lnTo>
                  <a:lnTo>
                    <a:pt x="1560804" y="135051"/>
                  </a:lnTo>
                  <a:lnTo>
                    <a:pt x="1560804" y="72707"/>
                  </a:lnTo>
                  <a:close/>
                </a:path>
                <a:path w="4119879" h="200025">
                  <a:moveTo>
                    <a:pt x="1562023" y="53682"/>
                  </a:moveTo>
                  <a:lnTo>
                    <a:pt x="1561185" y="51803"/>
                  </a:lnTo>
                  <a:lnTo>
                    <a:pt x="1559509" y="50266"/>
                  </a:lnTo>
                  <a:lnTo>
                    <a:pt x="1557858" y="48691"/>
                  </a:lnTo>
                  <a:lnTo>
                    <a:pt x="1555851" y="47904"/>
                  </a:lnTo>
                  <a:lnTo>
                    <a:pt x="1551178" y="47904"/>
                  </a:lnTo>
                  <a:lnTo>
                    <a:pt x="1549171" y="48691"/>
                  </a:lnTo>
                  <a:lnTo>
                    <a:pt x="1547495" y="50266"/>
                  </a:lnTo>
                  <a:lnTo>
                    <a:pt x="1545818" y="51803"/>
                  </a:lnTo>
                  <a:lnTo>
                    <a:pt x="1544980" y="53682"/>
                  </a:lnTo>
                  <a:lnTo>
                    <a:pt x="1544980" y="58089"/>
                  </a:lnTo>
                  <a:lnTo>
                    <a:pt x="1545818" y="59969"/>
                  </a:lnTo>
                  <a:lnTo>
                    <a:pt x="1547495" y="61544"/>
                  </a:lnTo>
                  <a:lnTo>
                    <a:pt x="1549171" y="63080"/>
                  </a:lnTo>
                  <a:lnTo>
                    <a:pt x="1551178" y="63855"/>
                  </a:lnTo>
                  <a:lnTo>
                    <a:pt x="1555851" y="63855"/>
                  </a:lnTo>
                  <a:lnTo>
                    <a:pt x="1557858" y="63080"/>
                  </a:lnTo>
                  <a:lnTo>
                    <a:pt x="1561185" y="59969"/>
                  </a:lnTo>
                  <a:lnTo>
                    <a:pt x="1562023" y="58089"/>
                  </a:lnTo>
                  <a:lnTo>
                    <a:pt x="1562023" y="53682"/>
                  </a:lnTo>
                  <a:close/>
                </a:path>
                <a:path w="4119879" h="200025">
                  <a:moveTo>
                    <a:pt x="1613179" y="49733"/>
                  </a:moveTo>
                  <a:lnTo>
                    <a:pt x="1612226" y="49403"/>
                  </a:lnTo>
                  <a:lnTo>
                    <a:pt x="1610766" y="49047"/>
                  </a:lnTo>
                  <a:lnTo>
                    <a:pt x="1606816" y="48234"/>
                  </a:lnTo>
                  <a:lnTo>
                    <a:pt x="1604556" y="48031"/>
                  </a:lnTo>
                  <a:lnTo>
                    <a:pt x="1598422" y="48031"/>
                  </a:lnTo>
                  <a:lnTo>
                    <a:pt x="1582534" y="62623"/>
                  </a:lnTo>
                  <a:lnTo>
                    <a:pt x="1582534" y="72707"/>
                  </a:lnTo>
                  <a:lnTo>
                    <a:pt x="1573314" y="72707"/>
                  </a:lnTo>
                  <a:lnTo>
                    <a:pt x="1573314" y="84074"/>
                  </a:lnTo>
                  <a:lnTo>
                    <a:pt x="1582534" y="84074"/>
                  </a:lnTo>
                  <a:lnTo>
                    <a:pt x="1582534" y="135051"/>
                  </a:lnTo>
                  <a:lnTo>
                    <a:pt x="1597266" y="135051"/>
                  </a:lnTo>
                  <a:lnTo>
                    <a:pt x="1597266" y="84074"/>
                  </a:lnTo>
                  <a:lnTo>
                    <a:pt x="1610169" y="84074"/>
                  </a:lnTo>
                  <a:lnTo>
                    <a:pt x="1610169" y="72707"/>
                  </a:lnTo>
                  <a:lnTo>
                    <a:pt x="1597266" y="72707"/>
                  </a:lnTo>
                  <a:lnTo>
                    <a:pt x="1597266" y="65354"/>
                  </a:lnTo>
                  <a:lnTo>
                    <a:pt x="1597825" y="63487"/>
                  </a:lnTo>
                  <a:lnTo>
                    <a:pt x="1600034" y="60909"/>
                  </a:lnTo>
                  <a:lnTo>
                    <a:pt x="1600517" y="60718"/>
                  </a:lnTo>
                  <a:lnTo>
                    <a:pt x="1601698" y="60312"/>
                  </a:lnTo>
                  <a:lnTo>
                    <a:pt x="1606956" y="60312"/>
                  </a:lnTo>
                  <a:lnTo>
                    <a:pt x="1607896" y="60528"/>
                  </a:lnTo>
                  <a:lnTo>
                    <a:pt x="1608848" y="60718"/>
                  </a:lnTo>
                  <a:lnTo>
                    <a:pt x="1609636" y="60909"/>
                  </a:lnTo>
                  <a:lnTo>
                    <a:pt x="1610258" y="61099"/>
                  </a:lnTo>
                  <a:lnTo>
                    <a:pt x="1610347" y="60718"/>
                  </a:lnTo>
                  <a:lnTo>
                    <a:pt x="1610448" y="60312"/>
                  </a:lnTo>
                  <a:lnTo>
                    <a:pt x="1613179" y="49733"/>
                  </a:lnTo>
                  <a:close/>
                </a:path>
                <a:path w="4119879" h="200025">
                  <a:moveTo>
                    <a:pt x="1656626" y="134442"/>
                  </a:moveTo>
                  <a:lnTo>
                    <a:pt x="1654263" y="123520"/>
                  </a:lnTo>
                  <a:lnTo>
                    <a:pt x="1654187" y="123190"/>
                  </a:lnTo>
                  <a:lnTo>
                    <a:pt x="1653146" y="123190"/>
                  </a:lnTo>
                  <a:lnTo>
                    <a:pt x="1651241" y="123520"/>
                  </a:lnTo>
                  <a:lnTo>
                    <a:pt x="1648637" y="123520"/>
                  </a:lnTo>
                  <a:lnTo>
                    <a:pt x="1643189" y="118275"/>
                  </a:lnTo>
                  <a:lnTo>
                    <a:pt x="1643189" y="84074"/>
                  </a:lnTo>
                  <a:lnTo>
                    <a:pt x="1655495" y="84074"/>
                  </a:lnTo>
                  <a:lnTo>
                    <a:pt x="1655495" y="72707"/>
                  </a:lnTo>
                  <a:lnTo>
                    <a:pt x="1643189" y="72707"/>
                  </a:lnTo>
                  <a:lnTo>
                    <a:pt x="1643189" y="57772"/>
                  </a:lnTo>
                  <a:lnTo>
                    <a:pt x="1628495" y="57772"/>
                  </a:lnTo>
                  <a:lnTo>
                    <a:pt x="1628482" y="72707"/>
                  </a:lnTo>
                  <a:lnTo>
                    <a:pt x="1619656" y="72707"/>
                  </a:lnTo>
                  <a:lnTo>
                    <a:pt x="1619656" y="84074"/>
                  </a:lnTo>
                  <a:lnTo>
                    <a:pt x="1628482" y="84074"/>
                  </a:lnTo>
                  <a:lnTo>
                    <a:pt x="1628470" y="122631"/>
                  </a:lnTo>
                  <a:lnTo>
                    <a:pt x="1629308" y="125882"/>
                  </a:lnTo>
                  <a:lnTo>
                    <a:pt x="1644307" y="136017"/>
                  </a:lnTo>
                  <a:lnTo>
                    <a:pt x="1648548" y="136017"/>
                  </a:lnTo>
                  <a:lnTo>
                    <a:pt x="1651825" y="135661"/>
                  </a:lnTo>
                  <a:lnTo>
                    <a:pt x="1654721" y="135013"/>
                  </a:lnTo>
                  <a:lnTo>
                    <a:pt x="1655838" y="134708"/>
                  </a:lnTo>
                  <a:lnTo>
                    <a:pt x="1656626" y="134442"/>
                  </a:lnTo>
                  <a:close/>
                </a:path>
                <a:path w="4119879" h="200025">
                  <a:moveTo>
                    <a:pt x="1975269" y="135737"/>
                  </a:moveTo>
                  <a:lnTo>
                    <a:pt x="1974596" y="135597"/>
                  </a:lnTo>
                  <a:lnTo>
                    <a:pt x="1965553" y="135597"/>
                  </a:lnTo>
                  <a:lnTo>
                    <a:pt x="1963242" y="136309"/>
                  </a:lnTo>
                  <a:lnTo>
                    <a:pt x="1957692" y="140233"/>
                  </a:lnTo>
                  <a:lnTo>
                    <a:pt x="1955749" y="143014"/>
                  </a:lnTo>
                  <a:lnTo>
                    <a:pt x="1954606" y="146608"/>
                  </a:lnTo>
                  <a:lnTo>
                    <a:pt x="1953958" y="146608"/>
                  </a:lnTo>
                  <a:lnTo>
                    <a:pt x="1953958" y="136309"/>
                  </a:lnTo>
                  <a:lnTo>
                    <a:pt x="1939709" y="136309"/>
                  </a:lnTo>
                  <a:lnTo>
                    <a:pt x="1939709" y="198564"/>
                  </a:lnTo>
                  <a:lnTo>
                    <a:pt x="1954403" y="198564"/>
                  </a:lnTo>
                  <a:lnTo>
                    <a:pt x="1954403" y="159258"/>
                  </a:lnTo>
                  <a:lnTo>
                    <a:pt x="1955012" y="156921"/>
                  </a:lnTo>
                  <a:lnTo>
                    <a:pt x="1965401" y="148488"/>
                  </a:lnTo>
                  <a:lnTo>
                    <a:pt x="1970976" y="148488"/>
                  </a:lnTo>
                  <a:lnTo>
                    <a:pt x="1972310" y="148678"/>
                  </a:lnTo>
                  <a:lnTo>
                    <a:pt x="1973656" y="148844"/>
                  </a:lnTo>
                  <a:lnTo>
                    <a:pt x="1974646" y="149034"/>
                  </a:lnTo>
                  <a:lnTo>
                    <a:pt x="1975269" y="149250"/>
                  </a:lnTo>
                  <a:lnTo>
                    <a:pt x="1975269" y="148488"/>
                  </a:lnTo>
                  <a:lnTo>
                    <a:pt x="1975269" y="146608"/>
                  </a:lnTo>
                  <a:lnTo>
                    <a:pt x="1975269" y="135737"/>
                  </a:lnTo>
                  <a:close/>
                </a:path>
                <a:path w="4119879" h="200025">
                  <a:moveTo>
                    <a:pt x="2024646" y="13843"/>
                  </a:moveTo>
                  <a:lnTo>
                    <a:pt x="1971395" y="13843"/>
                  </a:lnTo>
                  <a:lnTo>
                    <a:pt x="1971395" y="96964"/>
                  </a:lnTo>
                  <a:lnTo>
                    <a:pt x="1986445" y="96964"/>
                  </a:lnTo>
                  <a:lnTo>
                    <a:pt x="1986445" y="61645"/>
                  </a:lnTo>
                  <a:lnTo>
                    <a:pt x="2020989" y="61645"/>
                  </a:lnTo>
                  <a:lnTo>
                    <a:pt x="2020989" y="49022"/>
                  </a:lnTo>
                  <a:lnTo>
                    <a:pt x="1986445" y="49022"/>
                  </a:lnTo>
                  <a:lnTo>
                    <a:pt x="1986445" y="26466"/>
                  </a:lnTo>
                  <a:lnTo>
                    <a:pt x="2024646" y="26466"/>
                  </a:lnTo>
                  <a:lnTo>
                    <a:pt x="2024646" y="13843"/>
                  </a:lnTo>
                  <a:close/>
                </a:path>
                <a:path w="4119879" h="200025">
                  <a:moveTo>
                    <a:pt x="2040458" y="161505"/>
                  </a:moveTo>
                  <a:lnTo>
                    <a:pt x="2039759" y="157060"/>
                  </a:lnTo>
                  <a:lnTo>
                    <a:pt x="2039708" y="156730"/>
                  </a:lnTo>
                  <a:lnTo>
                    <a:pt x="2036673" y="148805"/>
                  </a:lnTo>
                  <a:lnTo>
                    <a:pt x="2035429" y="146850"/>
                  </a:lnTo>
                  <a:lnTo>
                    <a:pt x="2034590" y="145529"/>
                  </a:lnTo>
                  <a:lnTo>
                    <a:pt x="2029320" y="140385"/>
                  </a:lnTo>
                  <a:lnTo>
                    <a:pt x="2026373" y="138557"/>
                  </a:lnTo>
                  <a:lnTo>
                    <a:pt x="2026373" y="161505"/>
                  </a:lnTo>
                  <a:lnTo>
                    <a:pt x="1997062" y="161505"/>
                  </a:lnTo>
                  <a:lnTo>
                    <a:pt x="1997062" y="159613"/>
                  </a:lnTo>
                  <a:lnTo>
                    <a:pt x="1997697" y="157060"/>
                  </a:lnTo>
                  <a:lnTo>
                    <a:pt x="2000211" y="152374"/>
                  </a:lnTo>
                  <a:lnTo>
                    <a:pt x="2001989" y="150482"/>
                  </a:lnTo>
                  <a:lnTo>
                    <a:pt x="2006536" y="147586"/>
                  </a:lnTo>
                  <a:lnTo>
                    <a:pt x="2009165" y="146850"/>
                  </a:lnTo>
                  <a:lnTo>
                    <a:pt x="2014982" y="146850"/>
                  </a:lnTo>
                  <a:lnTo>
                    <a:pt x="2017839" y="147586"/>
                  </a:lnTo>
                  <a:lnTo>
                    <a:pt x="2017610" y="147586"/>
                  </a:lnTo>
                  <a:lnTo>
                    <a:pt x="2021700" y="150037"/>
                  </a:lnTo>
                  <a:lnTo>
                    <a:pt x="2023364" y="151777"/>
                  </a:lnTo>
                  <a:lnTo>
                    <a:pt x="2025738" y="156184"/>
                  </a:lnTo>
                  <a:lnTo>
                    <a:pt x="2026348" y="158686"/>
                  </a:lnTo>
                  <a:lnTo>
                    <a:pt x="2026373" y="161505"/>
                  </a:lnTo>
                  <a:lnTo>
                    <a:pt x="2026373" y="138557"/>
                  </a:lnTo>
                  <a:lnTo>
                    <a:pt x="2022843" y="137274"/>
                  </a:lnTo>
                  <a:lnTo>
                    <a:pt x="2019439" y="136029"/>
                  </a:lnTo>
                  <a:lnTo>
                    <a:pt x="2015807" y="135407"/>
                  </a:lnTo>
                  <a:lnTo>
                    <a:pt x="2006015" y="135407"/>
                  </a:lnTo>
                  <a:lnTo>
                    <a:pt x="1982457" y="161505"/>
                  </a:lnTo>
                  <a:lnTo>
                    <a:pt x="1982546" y="174675"/>
                  </a:lnTo>
                  <a:lnTo>
                    <a:pt x="2006485" y="199783"/>
                  </a:lnTo>
                  <a:lnTo>
                    <a:pt x="2017585" y="199783"/>
                  </a:lnTo>
                  <a:lnTo>
                    <a:pt x="2037486" y="188341"/>
                  </a:lnTo>
                  <a:lnTo>
                    <a:pt x="2038985" y="185470"/>
                  </a:lnTo>
                  <a:lnTo>
                    <a:pt x="2039797" y="182054"/>
                  </a:lnTo>
                  <a:lnTo>
                    <a:pt x="2039848" y="181838"/>
                  </a:lnTo>
                  <a:lnTo>
                    <a:pt x="2026132" y="180301"/>
                  </a:lnTo>
                  <a:lnTo>
                    <a:pt x="2025561" y="181838"/>
                  </a:lnTo>
                  <a:lnTo>
                    <a:pt x="2025484" y="182054"/>
                  </a:lnTo>
                  <a:lnTo>
                    <a:pt x="2024519" y="183527"/>
                  </a:lnTo>
                  <a:lnTo>
                    <a:pt x="2015083" y="188341"/>
                  </a:lnTo>
                  <a:lnTo>
                    <a:pt x="2009749" y="188341"/>
                  </a:lnTo>
                  <a:lnTo>
                    <a:pt x="1997036" y="174675"/>
                  </a:lnTo>
                  <a:lnTo>
                    <a:pt x="1997036" y="171411"/>
                  </a:lnTo>
                  <a:lnTo>
                    <a:pt x="2040458" y="171411"/>
                  </a:lnTo>
                  <a:lnTo>
                    <a:pt x="2040458" y="161505"/>
                  </a:lnTo>
                  <a:close/>
                </a:path>
                <a:path w="4119879" h="200025">
                  <a:moveTo>
                    <a:pt x="2090153" y="113245"/>
                  </a:moveTo>
                  <a:lnTo>
                    <a:pt x="2089213" y="112915"/>
                  </a:lnTo>
                  <a:lnTo>
                    <a:pt x="2087753" y="112560"/>
                  </a:lnTo>
                  <a:lnTo>
                    <a:pt x="2083790" y="111747"/>
                  </a:lnTo>
                  <a:lnTo>
                    <a:pt x="2081542" y="111544"/>
                  </a:lnTo>
                  <a:lnTo>
                    <a:pt x="2075395" y="111544"/>
                  </a:lnTo>
                  <a:lnTo>
                    <a:pt x="2059508" y="126136"/>
                  </a:lnTo>
                  <a:lnTo>
                    <a:pt x="2059508" y="136220"/>
                  </a:lnTo>
                  <a:lnTo>
                    <a:pt x="2050300" y="136220"/>
                  </a:lnTo>
                  <a:lnTo>
                    <a:pt x="2050300" y="147586"/>
                  </a:lnTo>
                  <a:lnTo>
                    <a:pt x="2059508" y="147586"/>
                  </a:lnTo>
                  <a:lnTo>
                    <a:pt x="2059508" y="198564"/>
                  </a:lnTo>
                  <a:lnTo>
                    <a:pt x="2074240" y="198564"/>
                  </a:lnTo>
                  <a:lnTo>
                    <a:pt x="2074240" y="147586"/>
                  </a:lnTo>
                  <a:lnTo>
                    <a:pt x="2087156" y="147586"/>
                  </a:lnTo>
                  <a:lnTo>
                    <a:pt x="2087156" y="136220"/>
                  </a:lnTo>
                  <a:lnTo>
                    <a:pt x="2074240" y="136220"/>
                  </a:lnTo>
                  <a:lnTo>
                    <a:pt x="2074240" y="128866"/>
                  </a:lnTo>
                  <a:lnTo>
                    <a:pt x="2074799" y="127000"/>
                  </a:lnTo>
                  <a:lnTo>
                    <a:pt x="2077008" y="124421"/>
                  </a:lnTo>
                  <a:lnTo>
                    <a:pt x="2077491" y="124231"/>
                  </a:lnTo>
                  <a:lnTo>
                    <a:pt x="2078685" y="123825"/>
                  </a:lnTo>
                  <a:lnTo>
                    <a:pt x="2083930" y="123825"/>
                  </a:lnTo>
                  <a:lnTo>
                    <a:pt x="2085822" y="124231"/>
                  </a:lnTo>
                  <a:lnTo>
                    <a:pt x="2086610" y="124421"/>
                  </a:lnTo>
                  <a:lnTo>
                    <a:pt x="2087232" y="124612"/>
                  </a:lnTo>
                  <a:lnTo>
                    <a:pt x="2087333" y="124231"/>
                  </a:lnTo>
                  <a:lnTo>
                    <a:pt x="2087435" y="123825"/>
                  </a:lnTo>
                  <a:lnTo>
                    <a:pt x="2090153" y="113245"/>
                  </a:lnTo>
                  <a:close/>
                </a:path>
                <a:path w="4119879" h="200025">
                  <a:moveTo>
                    <a:pt x="2091143" y="59905"/>
                  </a:moveTo>
                  <a:lnTo>
                    <a:pt x="2090432" y="55460"/>
                  </a:lnTo>
                  <a:lnTo>
                    <a:pt x="2090381" y="55130"/>
                  </a:lnTo>
                  <a:lnTo>
                    <a:pt x="2087346" y="47205"/>
                  </a:lnTo>
                  <a:lnTo>
                    <a:pt x="2086102" y="45250"/>
                  </a:lnTo>
                  <a:lnTo>
                    <a:pt x="2085263" y="43929"/>
                  </a:lnTo>
                  <a:lnTo>
                    <a:pt x="2079993" y="38785"/>
                  </a:lnTo>
                  <a:lnTo>
                    <a:pt x="2077059" y="36957"/>
                  </a:lnTo>
                  <a:lnTo>
                    <a:pt x="2077059" y="59905"/>
                  </a:lnTo>
                  <a:lnTo>
                    <a:pt x="2047735" y="59905"/>
                  </a:lnTo>
                  <a:lnTo>
                    <a:pt x="2047735" y="58013"/>
                  </a:lnTo>
                  <a:lnTo>
                    <a:pt x="2048370" y="55460"/>
                  </a:lnTo>
                  <a:lnTo>
                    <a:pt x="2050884" y="50774"/>
                  </a:lnTo>
                  <a:lnTo>
                    <a:pt x="2052662" y="48882"/>
                  </a:lnTo>
                  <a:lnTo>
                    <a:pt x="2057209" y="45986"/>
                  </a:lnTo>
                  <a:lnTo>
                    <a:pt x="2059851" y="45250"/>
                  </a:lnTo>
                  <a:lnTo>
                    <a:pt x="2065667" y="45250"/>
                  </a:lnTo>
                  <a:lnTo>
                    <a:pt x="2068525" y="45986"/>
                  </a:lnTo>
                  <a:lnTo>
                    <a:pt x="2068296" y="45986"/>
                  </a:lnTo>
                  <a:lnTo>
                    <a:pt x="2072373" y="48437"/>
                  </a:lnTo>
                  <a:lnTo>
                    <a:pt x="2074037" y="50177"/>
                  </a:lnTo>
                  <a:lnTo>
                    <a:pt x="2076424" y="54584"/>
                  </a:lnTo>
                  <a:lnTo>
                    <a:pt x="2077034" y="57086"/>
                  </a:lnTo>
                  <a:lnTo>
                    <a:pt x="2077059" y="59905"/>
                  </a:lnTo>
                  <a:lnTo>
                    <a:pt x="2077059" y="36957"/>
                  </a:lnTo>
                  <a:lnTo>
                    <a:pt x="2070112" y="34429"/>
                  </a:lnTo>
                  <a:lnTo>
                    <a:pt x="2066493" y="33807"/>
                  </a:lnTo>
                  <a:lnTo>
                    <a:pt x="2056688" y="33807"/>
                  </a:lnTo>
                  <a:lnTo>
                    <a:pt x="2033143" y="59905"/>
                  </a:lnTo>
                  <a:lnTo>
                    <a:pt x="2033231" y="73075"/>
                  </a:lnTo>
                  <a:lnTo>
                    <a:pt x="2057171" y="98183"/>
                  </a:lnTo>
                  <a:lnTo>
                    <a:pt x="2068258" y="98183"/>
                  </a:lnTo>
                  <a:lnTo>
                    <a:pt x="2088172" y="86741"/>
                  </a:lnTo>
                  <a:lnTo>
                    <a:pt x="2089670" y="83870"/>
                  </a:lnTo>
                  <a:lnTo>
                    <a:pt x="2090483" y="80454"/>
                  </a:lnTo>
                  <a:lnTo>
                    <a:pt x="2090534" y="80238"/>
                  </a:lnTo>
                  <a:lnTo>
                    <a:pt x="2076805" y="78701"/>
                  </a:lnTo>
                  <a:lnTo>
                    <a:pt x="2076234" y="80238"/>
                  </a:lnTo>
                  <a:lnTo>
                    <a:pt x="2076157" y="80454"/>
                  </a:lnTo>
                  <a:lnTo>
                    <a:pt x="2075205" y="81927"/>
                  </a:lnTo>
                  <a:lnTo>
                    <a:pt x="2065756" y="86741"/>
                  </a:lnTo>
                  <a:lnTo>
                    <a:pt x="2060422" y="86741"/>
                  </a:lnTo>
                  <a:lnTo>
                    <a:pt x="2047709" y="73075"/>
                  </a:lnTo>
                  <a:lnTo>
                    <a:pt x="2047709" y="69811"/>
                  </a:lnTo>
                  <a:lnTo>
                    <a:pt x="2091143" y="69811"/>
                  </a:lnTo>
                  <a:lnTo>
                    <a:pt x="2091143" y="59905"/>
                  </a:lnTo>
                  <a:close/>
                </a:path>
                <a:path w="4119879" h="200025">
                  <a:moveTo>
                    <a:pt x="2155774" y="136220"/>
                  </a:moveTo>
                  <a:lnTo>
                    <a:pt x="2141080" y="136220"/>
                  </a:lnTo>
                  <a:lnTo>
                    <a:pt x="2141080" y="175514"/>
                  </a:lnTo>
                  <a:lnTo>
                    <a:pt x="2140407" y="178142"/>
                  </a:lnTo>
                  <a:lnTo>
                    <a:pt x="2137791" y="182346"/>
                  </a:lnTo>
                  <a:lnTo>
                    <a:pt x="2136127" y="183908"/>
                  </a:lnTo>
                  <a:lnTo>
                    <a:pt x="2132063" y="186016"/>
                  </a:lnTo>
                  <a:lnTo>
                    <a:pt x="2129967" y="186550"/>
                  </a:lnTo>
                  <a:lnTo>
                    <a:pt x="2124278" y="186550"/>
                  </a:lnTo>
                  <a:lnTo>
                    <a:pt x="2121446" y="185381"/>
                  </a:lnTo>
                  <a:lnTo>
                    <a:pt x="2117115" y="180733"/>
                  </a:lnTo>
                  <a:lnTo>
                    <a:pt x="2116036" y="177596"/>
                  </a:lnTo>
                  <a:lnTo>
                    <a:pt x="2116036" y="136220"/>
                  </a:lnTo>
                  <a:lnTo>
                    <a:pt x="2101342" y="136220"/>
                  </a:lnTo>
                  <a:lnTo>
                    <a:pt x="2101342" y="180898"/>
                  </a:lnTo>
                  <a:lnTo>
                    <a:pt x="2102218" y="185140"/>
                  </a:lnTo>
                  <a:lnTo>
                    <a:pt x="2105736" y="192151"/>
                  </a:lnTo>
                  <a:lnTo>
                    <a:pt x="2108174" y="194818"/>
                  </a:lnTo>
                  <a:lnTo>
                    <a:pt x="2111286" y="196659"/>
                  </a:lnTo>
                  <a:lnTo>
                    <a:pt x="2114575" y="198564"/>
                  </a:lnTo>
                  <a:lnTo>
                    <a:pt x="2114778" y="198564"/>
                  </a:lnTo>
                  <a:lnTo>
                    <a:pt x="2118029" y="199377"/>
                  </a:lnTo>
                  <a:lnTo>
                    <a:pt x="2126805" y="199377"/>
                  </a:lnTo>
                  <a:lnTo>
                    <a:pt x="2130742" y="198272"/>
                  </a:lnTo>
                  <a:lnTo>
                    <a:pt x="2137156" y="193827"/>
                  </a:lnTo>
                  <a:lnTo>
                    <a:pt x="2139467" y="190969"/>
                  </a:lnTo>
                  <a:lnTo>
                    <a:pt x="2140877" y="187477"/>
                  </a:lnTo>
                  <a:lnTo>
                    <a:pt x="2141524" y="187477"/>
                  </a:lnTo>
                  <a:lnTo>
                    <a:pt x="2141524" y="198564"/>
                  </a:lnTo>
                  <a:lnTo>
                    <a:pt x="2155774" y="198564"/>
                  </a:lnTo>
                  <a:lnTo>
                    <a:pt x="2155774" y="187477"/>
                  </a:lnTo>
                  <a:lnTo>
                    <a:pt x="2155774" y="186550"/>
                  </a:lnTo>
                  <a:lnTo>
                    <a:pt x="2155774" y="136220"/>
                  </a:lnTo>
                  <a:close/>
                </a:path>
                <a:path w="4119879" h="200025">
                  <a:moveTo>
                    <a:pt x="2191308" y="34620"/>
                  </a:moveTo>
                  <a:lnTo>
                    <a:pt x="2176297" y="34620"/>
                  </a:lnTo>
                  <a:lnTo>
                    <a:pt x="2165502" y="78206"/>
                  </a:lnTo>
                  <a:lnTo>
                    <a:pt x="2164892" y="78206"/>
                  </a:lnTo>
                  <a:lnTo>
                    <a:pt x="2158885" y="54838"/>
                  </a:lnTo>
                  <a:lnTo>
                    <a:pt x="2153691" y="34620"/>
                  </a:lnTo>
                  <a:lnTo>
                    <a:pt x="2138870" y="34620"/>
                  </a:lnTo>
                  <a:lnTo>
                    <a:pt x="2127732" y="78206"/>
                  </a:lnTo>
                  <a:lnTo>
                    <a:pt x="2127669" y="78460"/>
                  </a:lnTo>
                  <a:lnTo>
                    <a:pt x="2127097" y="78460"/>
                  </a:lnTo>
                  <a:lnTo>
                    <a:pt x="2116137" y="34620"/>
                  </a:lnTo>
                  <a:lnTo>
                    <a:pt x="2101164" y="34620"/>
                  </a:lnTo>
                  <a:lnTo>
                    <a:pt x="2118779" y="96964"/>
                  </a:lnTo>
                  <a:lnTo>
                    <a:pt x="2134120" y="96964"/>
                  </a:lnTo>
                  <a:lnTo>
                    <a:pt x="2139251" y="78460"/>
                  </a:lnTo>
                  <a:lnTo>
                    <a:pt x="2145817" y="54838"/>
                  </a:lnTo>
                  <a:lnTo>
                    <a:pt x="2146668" y="54838"/>
                  </a:lnTo>
                  <a:lnTo>
                    <a:pt x="2158352" y="96964"/>
                  </a:lnTo>
                  <a:lnTo>
                    <a:pt x="2173655" y="96964"/>
                  </a:lnTo>
                  <a:lnTo>
                    <a:pt x="2178888" y="78460"/>
                  </a:lnTo>
                  <a:lnTo>
                    <a:pt x="2178964" y="78206"/>
                  </a:lnTo>
                  <a:lnTo>
                    <a:pt x="2191308" y="34620"/>
                  </a:lnTo>
                  <a:close/>
                </a:path>
                <a:path w="4119879" h="200025">
                  <a:moveTo>
                    <a:pt x="2224138" y="175425"/>
                  </a:moveTo>
                  <a:lnTo>
                    <a:pt x="2222677" y="171818"/>
                  </a:lnTo>
                  <a:lnTo>
                    <a:pt x="2216924" y="166293"/>
                  </a:lnTo>
                  <a:lnTo>
                    <a:pt x="2212530" y="164274"/>
                  </a:lnTo>
                  <a:lnTo>
                    <a:pt x="2196007" y="160731"/>
                  </a:lnTo>
                  <a:lnTo>
                    <a:pt x="2192832" y="160007"/>
                  </a:lnTo>
                  <a:lnTo>
                    <a:pt x="2190559" y="159067"/>
                  </a:lnTo>
                  <a:lnTo>
                    <a:pt x="2187829" y="156794"/>
                  </a:lnTo>
                  <a:lnTo>
                    <a:pt x="2187168" y="155321"/>
                  </a:lnTo>
                  <a:lnTo>
                    <a:pt x="2187168" y="151396"/>
                  </a:lnTo>
                  <a:lnTo>
                    <a:pt x="2188184" y="149682"/>
                  </a:lnTo>
                  <a:lnTo>
                    <a:pt x="2192121" y="147154"/>
                  </a:lnTo>
                  <a:lnTo>
                    <a:pt x="2191829" y="147154"/>
                  </a:lnTo>
                  <a:lnTo>
                    <a:pt x="2194890" y="146367"/>
                  </a:lnTo>
                  <a:lnTo>
                    <a:pt x="2200224" y="146367"/>
                  </a:lnTo>
                  <a:lnTo>
                    <a:pt x="2202142" y="146735"/>
                  </a:lnTo>
                  <a:lnTo>
                    <a:pt x="2205278" y="148196"/>
                  </a:lnTo>
                  <a:lnTo>
                    <a:pt x="2206523" y="149148"/>
                  </a:lnTo>
                  <a:lnTo>
                    <a:pt x="2208276" y="151396"/>
                  </a:lnTo>
                  <a:lnTo>
                    <a:pt x="2208390" y="151536"/>
                  </a:lnTo>
                  <a:lnTo>
                    <a:pt x="2209063" y="152806"/>
                  </a:lnTo>
                  <a:lnTo>
                    <a:pt x="2209431" y="154165"/>
                  </a:lnTo>
                  <a:lnTo>
                    <a:pt x="2221788" y="152806"/>
                  </a:lnTo>
                  <a:lnTo>
                    <a:pt x="2222855" y="152806"/>
                  </a:lnTo>
                  <a:lnTo>
                    <a:pt x="2221827" y="147396"/>
                  </a:lnTo>
                  <a:lnTo>
                    <a:pt x="2221192" y="146367"/>
                  </a:lnTo>
                  <a:lnTo>
                    <a:pt x="2219223" y="143192"/>
                  </a:lnTo>
                  <a:lnTo>
                    <a:pt x="2210803" y="136969"/>
                  </a:lnTo>
                  <a:lnTo>
                    <a:pt x="2205050" y="135407"/>
                  </a:lnTo>
                  <a:lnTo>
                    <a:pt x="2192769" y="135407"/>
                  </a:lnTo>
                  <a:lnTo>
                    <a:pt x="2172512" y="150482"/>
                  </a:lnTo>
                  <a:lnTo>
                    <a:pt x="2172589" y="159067"/>
                  </a:lnTo>
                  <a:lnTo>
                    <a:pt x="2203577" y="174752"/>
                  </a:lnTo>
                  <a:lnTo>
                    <a:pt x="2205685" y="175641"/>
                  </a:lnTo>
                  <a:lnTo>
                    <a:pt x="2208428" y="177977"/>
                  </a:lnTo>
                  <a:lnTo>
                    <a:pt x="2209114" y="179451"/>
                  </a:lnTo>
                  <a:lnTo>
                    <a:pt x="2209114" y="183337"/>
                  </a:lnTo>
                  <a:lnTo>
                    <a:pt x="2208047" y="185115"/>
                  </a:lnTo>
                  <a:lnTo>
                    <a:pt x="2203793" y="187985"/>
                  </a:lnTo>
                  <a:lnTo>
                    <a:pt x="2200999" y="188696"/>
                  </a:lnTo>
                  <a:lnTo>
                    <a:pt x="2194128" y="188696"/>
                  </a:lnTo>
                  <a:lnTo>
                    <a:pt x="2191372" y="187985"/>
                  </a:lnTo>
                  <a:lnTo>
                    <a:pt x="2187156" y="185115"/>
                  </a:lnTo>
                  <a:lnTo>
                    <a:pt x="2185771" y="182994"/>
                  </a:lnTo>
                  <a:lnTo>
                    <a:pt x="2185124" y="180174"/>
                  </a:lnTo>
                  <a:lnTo>
                    <a:pt x="2170798" y="181559"/>
                  </a:lnTo>
                  <a:lnTo>
                    <a:pt x="2189911" y="199783"/>
                  </a:lnTo>
                  <a:lnTo>
                    <a:pt x="2202738" y="199783"/>
                  </a:lnTo>
                  <a:lnTo>
                    <a:pt x="2224138" y="183819"/>
                  </a:lnTo>
                  <a:lnTo>
                    <a:pt x="2224138" y="175425"/>
                  </a:lnTo>
                  <a:close/>
                </a:path>
                <a:path w="4119879" h="200025">
                  <a:moveTo>
                    <a:pt x="2257793" y="59905"/>
                  </a:moveTo>
                  <a:lnTo>
                    <a:pt x="2257082" y="55460"/>
                  </a:lnTo>
                  <a:lnTo>
                    <a:pt x="2257031" y="55130"/>
                  </a:lnTo>
                  <a:lnTo>
                    <a:pt x="2253996" y="47205"/>
                  </a:lnTo>
                  <a:lnTo>
                    <a:pt x="2252751" y="45250"/>
                  </a:lnTo>
                  <a:lnTo>
                    <a:pt x="2251913" y="43929"/>
                  </a:lnTo>
                  <a:lnTo>
                    <a:pt x="2246642" y="38785"/>
                  </a:lnTo>
                  <a:lnTo>
                    <a:pt x="2243709" y="36957"/>
                  </a:lnTo>
                  <a:lnTo>
                    <a:pt x="2243709" y="59905"/>
                  </a:lnTo>
                  <a:lnTo>
                    <a:pt x="2214384" y="59905"/>
                  </a:lnTo>
                  <a:lnTo>
                    <a:pt x="2214384" y="58013"/>
                  </a:lnTo>
                  <a:lnTo>
                    <a:pt x="2215019" y="55460"/>
                  </a:lnTo>
                  <a:lnTo>
                    <a:pt x="2217534" y="50774"/>
                  </a:lnTo>
                  <a:lnTo>
                    <a:pt x="2219312" y="48882"/>
                  </a:lnTo>
                  <a:lnTo>
                    <a:pt x="2223859" y="45986"/>
                  </a:lnTo>
                  <a:lnTo>
                    <a:pt x="2226500" y="45250"/>
                  </a:lnTo>
                  <a:lnTo>
                    <a:pt x="2232317" y="45250"/>
                  </a:lnTo>
                  <a:lnTo>
                    <a:pt x="2235174" y="45986"/>
                  </a:lnTo>
                  <a:lnTo>
                    <a:pt x="2234946" y="45986"/>
                  </a:lnTo>
                  <a:lnTo>
                    <a:pt x="2239022" y="48437"/>
                  </a:lnTo>
                  <a:lnTo>
                    <a:pt x="2240686" y="50177"/>
                  </a:lnTo>
                  <a:lnTo>
                    <a:pt x="2243074" y="54584"/>
                  </a:lnTo>
                  <a:lnTo>
                    <a:pt x="2243683" y="57086"/>
                  </a:lnTo>
                  <a:lnTo>
                    <a:pt x="2243709" y="59905"/>
                  </a:lnTo>
                  <a:lnTo>
                    <a:pt x="2243709" y="36957"/>
                  </a:lnTo>
                  <a:lnTo>
                    <a:pt x="2236762" y="34429"/>
                  </a:lnTo>
                  <a:lnTo>
                    <a:pt x="2233142" y="33807"/>
                  </a:lnTo>
                  <a:lnTo>
                    <a:pt x="2223338" y="33807"/>
                  </a:lnTo>
                  <a:lnTo>
                    <a:pt x="2199792" y="59905"/>
                  </a:lnTo>
                  <a:lnTo>
                    <a:pt x="2199881" y="73075"/>
                  </a:lnTo>
                  <a:lnTo>
                    <a:pt x="2223820" y="98183"/>
                  </a:lnTo>
                  <a:lnTo>
                    <a:pt x="2234908" y="98183"/>
                  </a:lnTo>
                  <a:lnTo>
                    <a:pt x="2254821" y="86741"/>
                  </a:lnTo>
                  <a:lnTo>
                    <a:pt x="2256320" y="83870"/>
                  </a:lnTo>
                  <a:lnTo>
                    <a:pt x="2257133" y="80454"/>
                  </a:lnTo>
                  <a:lnTo>
                    <a:pt x="2257183" y="80238"/>
                  </a:lnTo>
                  <a:lnTo>
                    <a:pt x="2243467" y="78701"/>
                  </a:lnTo>
                  <a:lnTo>
                    <a:pt x="2242883" y="80238"/>
                  </a:lnTo>
                  <a:lnTo>
                    <a:pt x="2242807" y="80454"/>
                  </a:lnTo>
                  <a:lnTo>
                    <a:pt x="2241854" y="81927"/>
                  </a:lnTo>
                  <a:lnTo>
                    <a:pt x="2232406" y="86741"/>
                  </a:lnTo>
                  <a:lnTo>
                    <a:pt x="2227072" y="86741"/>
                  </a:lnTo>
                  <a:lnTo>
                    <a:pt x="2214359" y="73075"/>
                  </a:lnTo>
                  <a:lnTo>
                    <a:pt x="2214359" y="69811"/>
                  </a:lnTo>
                  <a:lnTo>
                    <a:pt x="2257793" y="69811"/>
                  </a:lnTo>
                  <a:lnTo>
                    <a:pt x="2257793" y="59905"/>
                  </a:lnTo>
                  <a:close/>
                </a:path>
                <a:path w="4119879" h="200025">
                  <a:moveTo>
                    <a:pt x="2289822" y="168859"/>
                  </a:moveTo>
                  <a:lnTo>
                    <a:pt x="2289759" y="152425"/>
                  </a:lnTo>
                  <a:lnTo>
                    <a:pt x="2289073" y="149250"/>
                  </a:lnTo>
                  <a:lnTo>
                    <a:pt x="2287638" y="146646"/>
                  </a:lnTo>
                  <a:lnTo>
                    <a:pt x="2286063" y="143725"/>
                  </a:lnTo>
                  <a:lnTo>
                    <a:pt x="2284082" y="141554"/>
                  </a:lnTo>
                  <a:lnTo>
                    <a:pt x="2279167" y="138328"/>
                  </a:lnTo>
                  <a:lnTo>
                    <a:pt x="2276449" y="137160"/>
                  </a:lnTo>
                  <a:lnTo>
                    <a:pt x="2275167" y="136867"/>
                  </a:lnTo>
                  <a:lnTo>
                    <a:pt x="2275167" y="168859"/>
                  </a:lnTo>
                  <a:lnTo>
                    <a:pt x="2275052" y="178930"/>
                  </a:lnTo>
                  <a:lnTo>
                    <a:pt x="2263673" y="189026"/>
                  </a:lnTo>
                  <a:lnTo>
                    <a:pt x="2257666" y="189026"/>
                  </a:lnTo>
                  <a:lnTo>
                    <a:pt x="2255520" y="188442"/>
                  </a:lnTo>
                  <a:lnTo>
                    <a:pt x="2255291" y="188442"/>
                  </a:lnTo>
                  <a:lnTo>
                    <a:pt x="2251202" y="185572"/>
                  </a:lnTo>
                  <a:lnTo>
                    <a:pt x="2250211" y="183527"/>
                  </a:lnTo>
                  <a:lnTo>
                    <a:pt x="2250211" y="178930"/>
                  </a:lnTo>
                  <a:lnTo>
                    <a:pt x="2250656" y="177558"/>
                  </a:lnTo>
                  <a:lnTo>
                    <a:pt x="2250706" y="177393"/>
                  </a:lnTo>
                  <a:lnTo>
                    <a:pt x="2262670" y="171767"/>
                  </a:lnTo>
                  <a:lnTo>
                    <a:pt x="2267813" y="171005"/>
                  </a:lnTo>
                  <a:lnTo>
                    <a:pt x="2275167" y="168859"/>
                  </a:lnTo>
                  <a:lnTo>
                    <a:pt x="2275167" y="136867"/>
                  </a:lnTo>
                  <a:lnTo>
                    <a:pt x="2270493" y="135763"/>
                  </a:lnTo>
                  <a:lnTo>
                    <a:pt x="2267496" y="135407"/>
                  </a:lnTo>
                  <a:lnTo>
                    <a:pt x="2260142" y="135407"/>
                  </a:lnTo>
                  <a:lnTo>
                    <a:pt x="2238044" y="152692"/>
                  </a:lnTo>
                  <a:lnTo>
                    <a:pt x="2238603" y="152692"/>
                  </a:lnTo>
                  <a:lnTo>
                    <a:pt x="2251799" y="154571"/>
                  </a:lnTo>
                  <a:lnTo>
                    <a:pt x="2252434" y="152692"/>
                  </a:lnTo>
                  <a:lnTo>
                    <a:pt x="2252522" y="152425"/>
                  </a:lnTo>
                  <a:lnTo>
                    <a:pt x="2253932" y="150571"/>
                  </a:lnTo>
                  <a:lnTo>
                    <a:pt x="2258060" y="147485"/>
                  </a:lnTo>
                  <a:lnTo>
                    <a:pt x="2260981" y="146646"/>
                  </a:lnTo>
                  <a:lnTo>
                    <a:pt x="2267991" y="146646"/>
                  </a:lnTo>
                  <a:lnTo>
                    <a:pt x="2270595" y="147485"/>
                  </a:lnTo>
                  <a:lnTo>
                    <a:pt x="2274227" y="150850"/>
                  </a:lnTo>
                  <a:lnTo>
                    <a:pt x="2275128" y="153212"/>
                  </a:lnTo>
                  <a:lnTo>
                    <a:pt x="2275128" y="157924"/>
                  </a:lnTo>
                  <a:lnTo>
                    <a:pt x="2256675" y="162445"/>
                  </a:lnTo>
                  <a:lnTo>
                    <a:pt x="2253742" y="162966"/>
                  </a:lnTo>
                  <a:lnTo>
                    <a:pt x="2250897" y="163703"/>
                  </a:lnTo>
                  <a:lnTo>
                    <a:pt x="2248090" y="164401"/>
                  </a:lnTo>
                  <a:lnTo>
                    <a:pt x="2245550" y="165442"/>
                  </a:lnTo>
                  <a:lnTo>
                    <a:pt x="2241067" y="168198"/>
                  </a:lnTo>
                  <a:lnTo>
                    <a:pt x="2239289" y="170040"/>
                  </a:lnTo>
                  <a:lnTo>
                    <a:pt x="2236698" y="174637"/>
                  </a:lnTo>
                  <a:lnTo>
                    <a:pt x="2236076" y="177393"/>
                  </a:lnTo>
                  <a:lnTo>
                    <a:pt x="2236152" y="185572"/>
                  </a:lnTo>
                  <a:lnTo>
                    <a:pt x="2236914" y="188442"/>
                  </a:lnTo>
                  <a:lnTo>
                    <a:pt x="2236952" y="188595"/>
                  </a:lnTo>
                  <a:lnTo>
                    <a:pt x="2252954" y="199821"/>
                  </a:lnTo>
                  <a:lnTo>
                    <a:pt x="2260155" y="199821"/>
                  </a:lnTo>
                  <a:lnTo>
                    <a:pt x="2275217" y="190004"/>
                  </a:lnTo>
                  <a:lnTo>
                    <a:pt x="2275700" y="190004"/>
                  </a:lnTo>
                  <a:lnTo>
                    <a:pt x="2275700" y="198564"/>
                  </a:lnTo>
                  <a:lnTo>
                    <a:pt x="2289822" y="198564"/>
                  </a:lnTo>
                  <a:lnTo>
                    <a:pt x="2289822" y="190004"/>
                  </a:lnTo>
                  <a:lnTo>
                    <a:pt x="2289822" y="189026"/>
                  </a:lnTo>
                  <a:lnTo>
                    <a:pt x="2289822" y="168859"/>
                  </a:lnTo>
                  <a:close/>
                </a:path>
                <a:path w="4119879" h="200025">
                  <a:moveTo>
                    <a:pt x="2308453" y="34137"/>
                  </a:moveTo>
                  <a:lnTo>
                    <a:pt x="2307780" y="33997"/>
                  </a:lnTo>
                  <a:lnTo>
                    <a:pt x="2298738" y="33997"/>
                  </a:lnTo>
                  <a:lnTo>
                    <a:pt x="2296426" y="34709"/>
                  </a:lnTo>
                  <a:lnTo>
                    <a:pt x="2290876" y="38633"/>
                  </a:lnTo>
                  <a:lnTo>
                    <a:pt x="2288933" y="41414"/>
                  </a:lnTo>
                  <a:lnTo>
                    <a:pt x="2287790" y="45008"/>
                  </a:lnTo>
                  <a:lnTo>
                    <a:pt x="2287143" y="45008"/>
                  </a:lnTo>
                  <a:lnTo>
                    <a:pt x="2287143" y="34709"/>
                  </a:lnTo>
                  <a:lnTo>
                    <a:pt x="2272893" y="34709"/>
                  </a:lnTo>
                  <a:lnTo>
                    <a:pt x="2272893" y="96964"/>
                  </a:lnTo>
                  <a:lnTo>
                    <a:pt x="2287587" y="96964"/>
                  </a:lnTo>
                  <a:lnTo>
                    <a:pt x="2287587" y="57658"/>
                  </a:lnTo>
                  <a:lnTo>
                    <a:pt x="2288197" y="55321"/>
                  </a:lnTo>
                  <a:lnTo>
                    <a:pt x="2298585" y="46888"/>
                  </a:lnTo>
                  <a:lnTo>
                    <a:pt x="2304161" y="46888"/>
                  </a:lnTo>
                  <a:lnTo>
                    <a:pt x="2305494" y="47078"/>
                  </a:lnTo>
                  <a:lnTo>
                    <a:pt x="2306840" y="47244"/>
                  </a:lnTo>
                  <a:lnTo>
                    <a:pt x="2307831" y="47434"/>
                  </a:lnTo>
                  <a:lnTo>
                    <a:pt x="2308453" y="47650"/>
                  </a:lnTo>
                  <a:lnTo>
                    <a:pt x="2308453" y="46888"/>
                  </a:lnTo>
                  <a:lnTo>
                    <a:pt x="2308453" y="45008"/>
                  </a:lnTo>
                  <a:lnTo>
                    <a:pt x="2308453" y="34137"/>
                  </a:lnTo>
                  <a:close/>
                </a:path>
                <a:path w="4119879" h="200025">
                  <a:moveTo>
                    <a:pt x="2321966" y="115443"/>
                  </a:moveTo>
                  <a:lnTo>
                    <a:pt x="2307272" y="115443"/>
                  </a:lnTo>
                  <a:lnTo>
                    <a:pt x="2307272" y="198564"/>
                  </a:lnTo>
                  <a:lnTo>
                    <a:pt x="2321966" y="198564"/>
                  </a:lnTo>
                  <a:lnTo>
                    <a:pt x="2321966" y="115443"/>
                  </a:lnTo>
                  <a:close/>
                </a:path>
                <a:path w="4119879" h="200025">
                  <a:moveTo>
                    <a:pt x="2390343" y="175425"/>
                  </a:moveTo>
                  <a:lnTo>
                    <a:pt x="2388882" y="171818"/>
                  </a:lnTo>
                  <a:lnTo>
                    <a:pt x="2383129" y="166293"/>
                  </a:lnTo>
                  <a:lnTo>
                    <a:pt x="2378735" y="164274"/>
                  </a:lnTo>
                  <a:lnTo>
                    <a:pt x="2362212" y="160731"/>
                  </a:lnTo>
                  <a:lnTo>
                    <a:pt x="2359037" y="160007"/>
                  </a:lnTo>
                  <a:lnTo>
                    <a:pt x="2356764" y="159067"/>
                  </a:lnTo>
                  <a:lnTo>
                    <a:pt x="2354034" y="156794"/>
                  </a:lnTo>
                  <a:lnTo>
                    <a:pt x="2353373" y="155321"/>
                  </a:lnTo>
                  <a:lnTo>
                    <a:pt x="2353373" y="151396"/>
                  </a:lnTo>
                  <a:lnTo>
                    <a:pt x="2354389" y="149682"/>
                  </a:lnTo>
                  <a:lnTo>
                    <a:pt x="2358326" y="147154"/>
                  </a:lnTo>
                  <a:lnTo>
                    <a:pt x="2358034" y="147154"/>
                  </a:lnTo>
                  <a:lnTo>
                    <a:pt x="2361095" y="146367"/>
                  </a:lnTo>
                  <a:lnTo>
                    <a:pt x="2366429" y="146367"/>
                  </a:lnTo>
                  <a:lnTo>
                    <a:pt x="2368346" y="146735"/>
                  </a:lnTo>
                  <a:lnTo>
                    <a:pt x="2371483" y="148196"/>
                  </a:lnTo>
                  <a:lnTo>
                    <a:pt x="2372728" y="149148"/>
                  </a:lnTo>
                  <a:lnTo>
                    <a:pt x="2374481" y="151396"/>
                  </a:lnTo>
                  <a:lnTo>
                    <a:pt x="2374595" y="151536"/>
                  </a:lnTo>
                  <a:lnTo>
                    <a:pt x="2375268" y="152806"/>
                  </a:lnTo>
                  <a:lnTo>
                    <a:pt x="2375636" y="154165"/>
                  </a:lnTo>
                  <a:lnTo>
                    <a:pt x="2387993" y="152806"/>
                  </a:lnTo>
                  <a:lnTo>
                    <a:pt x="2389060" y="152806"/>
                  </a:lnTo>
                  <a:lnTo>
                    <a:pt x="2388031" y="147396"/>
                  </a:lnTo>
                  <a:lnTo>
                    <a:pt x="2387396" y="146367"/>
                  </a:lnTo>
                  <a:lnTo>
                    <a:pt x="2385428" y="143192"/>
                  </a:lnTo>
                  <a:lnTo>
                    <a:pt x="2377008" y="136969"/>
                  </a:lnTo>
                  <a:lnTo>
                    <a:pt x="2371255" y="135407"/>
                  </a:lnTo>
                  <a:lnTo>
                    <a:pt x="2358974" y="135407"/>
                  </a:lnTo>
                  <a:lnTo>
                    <a:pt x="2338717" y="150482"/>
                  </a:lnTo>
                  <a:lnTo>
                    <a:pt x="2338794" y="159067"/>
                  </a:lnTo>
                  <a:lnTo>
                    <a:pt x="2369782" y="174752"/>
                  </a:lnTo>
                  <a:lnTo>
                    <a:pt x="2371890" y="175641"/>
                  </a:lnTo>
                  <a:lnTo>
                    <a:pt x="2374620" y="177977"/>
                  </a:lnTo>
                  <a:lnTo>
                    <a:pt x="2375319" y="179451"/>
                  </a:lnTo>
                  <a:lnTo>
                    <a:pt x="2375319" y="183337"/>
                  </a:lnTo>
                  <a:lnTo>
                    <a:pt x="2374252" y="185115"/>
                  </a:lnTo>
                  <a:lnTo>
                    <a:pt x="2369997" y="187985"/>
                  </a:lnTo>
                  <a:lnTo>
                    <a:pt x="2367203" y="188696"/>
                  </a:lnTo>
                  <a:lnTo>
                    <a:pt x="2360320" y="188696"/>
                  </a:lnTo>
                  <a:lnTo>
                    <a:pt x="2357577" y="187985"/>
                  </a:lnTo>
                  <a:lnTo>
                    <a:pt x="2353360" y="185115"/>
                  </a:lnTo>
                  <a:lnTo>
                    <a:pt x="2351976" y="182994"/>
                  </a:lnTo>
                  <a:lnTo>
                    <a:pt x="2351328" y="180174"/>
                  </a:lnTo>
                  <a:lnTo>
                    <a:pt x="2337003" y="181559"/>
                  </a:lnTo>
                  <a:lnTo>
                    <a:pt x="2337892" y="187299"/>
                  </a:lnTo>
                  <a:lnTo>
                    <a:pt x="2340660" y="191770"/>
                  </a:lnTo>
                  <a:lnTo>
                    <a:pt x="2349970" y="198183"/>
                  </a:lnTo>
                  <a:lnTo>
                    <a:pt x="2356116" y="199783"/>
                  </a:lnTo>
                  <a:lnTo>
                    <a:pt x="2368943" y="199783"/>
                  </a:lnTo>
                  <a:lnTo>
                    <a:pt x="2390343" y="183819"/>
                  </a:lnTo>
                  <a:lnTo>
                    <a:pt x="2390343" y="175425"/>
                  </a:lnTo>
                  <a:close/>
                </a:path>
                <a:path w="4119879" h="200025">
                  <a:moveTo>
                    <a:pt x="2816072" y="156159"/>
                  </a:moveTo>
                  <a:lnTo>
                    <a:pt x="2816009" y="139725"/>
                  </a:lnTo>
                  <a:lnTo>
                    <a:pt x="2815310" y="136550"/>
                  </a:lnTo>
                  <a:lnTo>
                    <a:pt x="2813875" y="133946"/>
                  </a:lnTo>
                  <a:lnTo>
                    <a:pt x="2812313" y="131025"/>
                  </a:lnTo>
                  <a:lnTo>
                    <a:pt x="2810332" y="128854"/>
                  </a:lnTo>
                  <a:lnTo>
                    <a:pt x="2807868" y="127254"/>
                  </a:lnTo>
                  <a:lnTo>
                    <a:pt x="2805417" y="125628"/>
                  </a:lnTo>
                  <a:lnTo>
                    <a:pt x="2802686" y="124460"/>
                  </a:lnTo>
                  <a:lnTo>
                    <a:pt x="2801416" y="124167"/>
                  </a:lnTo>
                  <a:lnTo>
                    <a:pt x="2801416" y="156159"/>
                  </a:lnTo>
                  <a:lnTo>
                    <a:pt x="2801289" y="166230"/>
                  </a:lnTo>
                  <a:lnTo>
                    <a:pt x="2789923" y="176326"/>
                  </a:lnTo>
                  <a:lnTo>
                    <a:pt x="2783916" y="176326"/>
                  </a:lnTo>
                  <a:lnTo>
                    <a:pt x="2781770" y="175742"/>
                  </a:lnTo>
                  <a:lnTo>
                    <a:pt x="2781541" y="175742"/>
                  </a:lnTo>
                  <a:lnTo>
                    <a:pt x="2777452" y="172872"/>
                  </a:lnTo>
                  <a:lnTo>
                    <a:pt x="2776461" y="170827"/>
                  </a:lnTo>
                  <a:lnTo>
                    <a:pt x="2776461" y="166230"/>
                  </a:lnTo>
                  <a:lnTo>
                    <a:pt x="2788920" y="159067"/>
                  </a:lnTo>
                  <a:lnTo>
                    <a:pt x="2794063" y="158305"/>
                  </a:lnTo>
                  <a:lnTo>
                    <a:pt x="2801416" y="156159"/>
                  </a:lnTo>
                  <a:lnTo>
                    <a:pt x="2801416" y="124167"/>
                  </a:lnTo>
                  <a:lnTo>
                    <a:pt x="2796743" y="123063"/>
                  </a:lnTo>
                  <a:lnTo>
                    <a:pt x="2793746" y="122707"/>
                  </a:lnTo>
                  <a:lnTo>
                    <a:pt x="2786392" y="122707"/>
                  </a:lnTo>
                  <a:lnTo>
                    <a:pt x="2764294" y="139992"/>
                  </a:lnTo>
                  <a:lnTo>
                    <a:pt x="2764853" y="139992"/>
                  </a:lnTo>
                  <a:lnTo>
                    <a:pt x="2778036" y="141871"/>
                  </a:lnTo>
                  <a:lnTo>
                    <a:pt x="2787231" y="133946"/>
                  </a:lnTo>
                  <a:lnTo>
                    <a:pt x="2794241" y="133946"/>
                  </a:lnTo>
                  <a:lnTo>
                    <a:pt x="2796844" y="134785"/>
                  </a:lnTo>
                  <a:lnTo>
                    <a:pt x="2800477" y="138150"/>
                  </a:lnTo>
                  <a:lnTo>
                    <a:pt x="2801378" y="140512"/>
                  </a:lnTo>
                  <a:lnTo>
                    <a:pt x="2801378" y="145224"/>
                  </a:lnTo>
                  <a:lnTo>
                    <a:pt x="2782925" y="149745"/>
                  </a:lnTo>
                  <a:lnTo>
                    <a:pt x="2779992" y="150266"/>
                  </a:lnTo>
                  <a:lnTo>
                    <a:pt x="2777147" y="151003"/>
                  </a:lnTo>
                  <a:lnTo>
                    <a:pt x="2774327" y="151701"/>
                  </a:lnTo>
                  <a:lnTo>
                    <a:pt x="2771800" y="152742"/>
                  </a:lnTo>
                  <a:lnTo>
                    <a:pt x="2767317" y="155498"/>
                  </a:lnTo>
                  <a:lnTo>
                    <a:pt x="2765539" y="157340"/>
                  </a:lnTo>
                  <a:lnTo>
                    <a:pt x="2762935" y="161937"/>
                  </a:lnTo>
                  <a:lnTo>
                    <a:pt x="2762313" y="164693"/>
                  </a:lnTo>
                  <a:lnTo>
                    <a:pt x="2762389" y="172872"/>
                  </a:lnTo>
                  <a:lnTo>
                    <a:pt x="2779204" y="187121"/>
                  </a:lnTo>
                  <a:lnTo>
                    <a:pt x="2786405" y="187121"/>
                  </a:lnTo>
                  <a:lnTo>
                    <a:pt x="2801467" y="177304"/>
                  </a:lnTo>
                  <a:lnTo>
                    <a:pt x="2801950" y="177304"/>
                  </a:lnTo>
                  <a:lnTo>
                    <a:pt x="2801950" y="185864"/>
                  </a:lnTo>
                  <a:lnTo>
                    <a:pt x="2816072" y="185864"/>
                  </a:lnTo>
                  <a:lnTo>
                    <a:pt x="2816072" y="177304"/>
                  </a:lnTo>
                  <a:lnTo>
                    <a:pt x="2816072" y="176326"/>
                  </a:lnTo>
                  <a:lnTo>
                    <a:pt x="2816072" y="156159"/>
                  </a:lnTo>
                  <a:close/>
                </a:path>
                <a:path w="4119879" h="200025">
                  <a:moveTo>
                    <a:pt x="2829382" y="84264"/>
                  </a:moveTo>
                  <a:lnTo>
                    <a:pt x="2812745" y="53822"/>
                  </a:lnTo>
                  <a:lnTo>
                    <a:pt x="2811424" y="51396"/>
                  </a:lnTo>
                  <a:lnTo>
                    <a:pt x="2817368" y="48514"/>
                  </a:lnTo>
                  <a:lnTo>
                    <a:pt x="2819476" y="46596"/>
                  </a:lnTo>
                  <a:lnTo>
                    <a:pt x="2820682" y="45504"/>
                  </a:lnTo>
                  <a:lnTo>
                    <a:pt x="2825204" y="37680"/>
                  </a:lnTo>
                  <a:lnTo>
                    <a:pt x="2826321" y="33159"/>
                  </a:lnTo>
                  <a:lnTo>
                    <a:pt x="2826308" y="22263"/>
                  </a:lnTo>
                  <a:lnTo>
                    <a:pt x="2825280" y="18059"/>
                  </a:lnTo>
                  <a:lnTo>
                    <a:pt x="2825216" y="17780"/>
                  </a:lnTo>
                  <a:lnTo>
                    <a:pt x="2822968" y="13804"/>
                  </a:lnTo>
                  <a:lnTo>
                    <a:pt x="2820759" y="9791"/>
                  </a:lnTo>
                  <a:lnTo>
                    <a:pt x="2817469" y="6680"/>
                  </a:lnTo>
                  <a:lnTo>
                    <a:pt x="2811005" y="3390"/>
                  </a:lnTo>
                  <a:lnTo>
                    <a:pt x="2811005" y="24777"/>
                  </a:lnTo>
                  <a:lnTo>
                    <a:pt x="2811005" y="30670"/>
                  </a:lnTo>
                  <a:lnTo>
                    <a:pt x="2798534" y="41325"/>
                  </a:lnTo>
                  <a:lnTo>
                    <a:pt x="2780919" y="41325"/>
                  </a:lnTo>
                  <a:lnTo>
                    <a:pt x="2780919" y="13804"/>
                  </a:lnTo>
                  <a:lnTo>
                    <a:pt x="2798965" y="13804"/>
                  </a:lnTo>
                  <a:lnTo>
                    <a:pt x="2811005" y="24777"/>
                  </a:lnTo>
                  <a:lnTo>
                    <a:pt x="2811005" y="3390"/>
                  </a:lnTo>
                  <a:lnTo>
                    <a:pt x="2808782" y="2247"/>
                  </a:lnTo>
                  <a:lnTo>
                    <a:pt x="2803423" y="1143"/>
                  </a:lnTo>
                  <a:lnTo>
                    <a:pt x="2765869" y="1143"/>
                  </a:lnTo>
                  <a:lnTo>
                    <a:pt x="2765869" y="84264"/>
                  </a:lnTo>
                  <a:lnTo>
                    <a:pt x="2780919" y="84264"/>
                  </a:lnTo>
                  <a:lnTo>
                    <a:pt x="2780919" y="53822"/>
                  </a:lnTo>
                  <a:lnTo>
                    <a:pt x="2796248" y="53822"/>
                  </a:lnTo>
                  <a:lnTo>
                    <a:pt x="2812580" y="84264"/>
                  </a:lnTo>
                  <a:lnTo>
                    <a:pt x="2829382" y="84264"/>
                  </a:lnTo>
                  <a:close/>
                </a:path>
                <a:path w="4119879" h="200025">
                  <a:moveTo>
                    <a:pt x="2889859" y="102743"/>
                  </a:moveTo>
                  <a:lnTo>
                    <a:pt x="2875419" y="102743"/>
                  </a:lnTo>
                  <a:lnTo>
                    <a:pt x="2875419" y="150660"/>
                  </a:lnTo>
                  <a:lnTo>
                    <a:pt x="2875419" y="158724"/>
                  </a:lnTo>
                  <a:lnTo>
                    <a:pt x="2874949" y="161620"/>
                  </a:lnTo>
                  <a:lnTo>
                    <a:pt x="2874848" y="162255"/>
                  </a:lnTo>
                  <a:lnTo>
                    <a:pt x="2872625" y="168148"/>
                  </a:lnTo>
                  <a:lnTo>
                    <a:pt x="2872575" y="168313"/>
                  </a:lnTo>
                  <a:lnTo>
                    <a:pt x="2871000" y="170548"/>
                  </a:lnTo>
                  <a:lnTo>
                    <a:pt x="2870911" y="170688"/>
                  </a:lnTo>
                  <a:lnTo>
                    <a:pt x="2866529" y="174066"/>
                  </a:lnTo>
                  <a:lnTo>
                    <a:pt x="2863875" y="174904"/>
                  </a:lnTo>
                  <a:lnTo>
                    <a:pt x="2857538" y="174904"/>
                  </a:lnTo>
                  <a:lnTo>
                    <a:pt x="2845955" y="158724"/>
                  </a:lnTo>
                  <a:lnTo>
                    <a:pt x="2845968" y="150660"/>
                  </a:lnTo>
                  <a:lnTo>
                    <a:pt x="2857487" y="134759"/>
                  </a:lnTo>
                  <a:lnTo>
                    <a:pt x="2863926" y="134759"/>
                  </a:lnTo>
                  <a:lnTo>
                    <a:pt x="2866618" y="135610"/>
                  </a:lnTo>
                  <a:lnTo>
                    <a:pt x="2870949" y="138887"/>
                  </a:lnTo>
                  <a:lnTo>
                    <a:pt x="2872600" y="141198"/>
                  </a:lnTo>
                  <a:lnTo>
                    <a:pt x="2873705" y="144183"/>
                  </a:lnTo>
                  <a:lnTo>
                    <a:pt x="2874848" y="147154"/>
                  </a:lnTo>
                  <a:lnTo>
                    <a:pt x="2875419" y="150660"/>
                  </a:lnTo>
                  <a:lnTo>
                    <a:pt x="2875419" y="102743"/>
                  </a:lnTo>
                  <a:lnTo>
                    <a:pt x="2875127" y="102743"/>
                  </a:lnTo>
                  <a:lnTo>
                    <a:pt x="2875127" y="133832"/>
                  </a:lnTo>
                  <a:lnTo>
                    <a:pt x="2874518" y="133832"/>
                  </a:lnTo>
                  <a:lnTo>
                    <a:pt x="2873832" y="132448"/>
                  </a:lnTo>
                  <a:lnTo>
                    <a:pt x="2873768" y="132308"/>
                  </a:lnTo>
                  <a:lnTo>
                    <a:pt x="2872702" y="130708"/>
                  </a:lnTo>
                  <a:lnTo>
                    <a:pt x="2869933" y="127266"/>
                  </a:lnTo>
                  <a:lnTo>
                    <a:pt x="2868066" y="125793"/>
                  </a:lnTo>
                  <a:lnTo>
                    <a:pt x="2863354" y="123329"/>
                  </a:lnTo>
                  <a:lnTo>
                    <a:pt x="2860357" y="122707"/>
                  </a:lnTo>
                  <a:lnTo>
                    <a:pt x="2851912" y="122707"/>
                  </a:lnTo>
                  <a:lnTo>
                    <a:pt x="2831084" y="162255"/>
                  </a:lnTo>
                  <a:lnTo>
                    <a:pt x="2832087" y="167436"/>
                  </a:lnTo>
                  <a:lnTo>
                    <a:pt x="2836583" y="177012"/>
                  </a:lnTo>
                  <a:lnTo>
                    <a:pt x="2839643" y="180670"/>
                  </a:lnTo>
                  <a:lnTo>
                    <a:pt x="2847378" y="185699"/>
                  </a:lnTo>
                  <a:lnTo>
                    <a:pt x="2851759" y="186956"/>
                  </a:lnTo>
                  <a:lnTo>
                    <a:pt x="2860230" y="186956"/>
                  </a:lnTo>
                  <a:lnTo>
                    <a:pt x="2874518" y="176047"/>
                  </a:lnTo>
                  <a:lnTo>
                    <a:pt x="2875419" y="176047"/>
                  </a:lnTo>
                  <a:lnTo>
                    <a:pt x="2875419" y="185864"/>
                  </a:lnTo>
                  <a:lnTo>
                    <a:pt x="2889859" y="185864"/>
                  </a:lnTo>
                  <a:lnTo>
                    <a:pt x="2889859" y="176047"/>
                  </a:lnTo>
                  <a:lnTo>
                    <a:pt x="2889859" y="174904"/>
                  </a:lnTo>
                  <a:lnTo>
                    <a:pt x="2889859" y="134759"/>
                  </a:lnTo>
                  <a:lnTo>
                    <a:pt x="2889859" y="133832"/>
                  </a:lnTo>
                  <a:lnTo>
                    <a:pt x="2889859" y="102743"/>
                  </a:lnTo>
                  <a:close/>
                </a:path>
                <a:path w="4119879" h="200025">
                  <a:moveTo>
                    <a:pt x="2892818" y="61125"/>
                  </a:moveTo>
                  <a:lnTo>
                    <a:pt x="2891358" y="57518"/>
                  </a:lnTo>
                  <a:lnTo>
                    <a:pt x="2885592" y="51993"/>
                  </a:lnTo>
                  <a:lnTo>
                    <a:pt x="2881211" y="49974"/>
                  </a:lnTo>
                  <a:lnTo>
                    <a:pt x="2864675" y="46431"/>
                  </a:lnTo>
                  <a:lnTo>
                    <a:pt x="2861513" y="45707"/>
                  </a:lnTo>
                  <a:lnTo>
                    <a:pt x="2859240" y="44767"/>
                  </a:lnTo>
                  <a:lnTo>
                    <a:pt x="2857855" y="43637"/>
                  </a:lnTo>
                  <a:lnTo>
                    <a:pt x="2856509" y="42494"/>
                  </a:lnTo>
                  <a:lnTo>
                    <a:pt x="2855849" y="41021"/>
                  </a:lnTo>
                  <a:lnTo>
                    <a:pt x="2855849" y="37096"/>
                  </a:lnTo>
                  <a:lnTo>
                    <a:pt x="2856865" y="35382"/>
                  </a:lnTo>
                  <a:lnTo>
                    <a:pt x="2860802" y="32854"/>
                  </a:lnTo>
                  <a:lnTo>
                    <a:pt x="2860510" y="32854"/>
                  </a:lnTo>
                  <a:lnTo>
                    <a:pt x="2863570" y="32067"/>
                  </a:lnTo>
                  <a:lnTo>
                    <a:pt x="2868904" y="32067"/>
                  </a:lnTo>
                  <a:lnTo>
                    <a:pt x="2870822" y="32435"/>
                  </a:lnTo>
                  <a:lnTo>
                    <a:pt x="2873959" y="33896"/>
                  </a:lnTo>
                  <a:lnTo>
                    <a:pt x="2875203" y="34848"/>
                  </a:lnTo>
                  <a:lnTo>
                    <a:pt x="2876956" y="37096"/>
                  </a:lnTo>
                  <a:lnTo>
                    <a:pt x="2877070" y="37236"/>
                  </a:lnTo>
                  <a:lnTo>
                    <a:pt x="2877731" y="38506"/>
                  </a:lnTo>
                  <a:lnTo>
                    <a:pt x="2878112" y="39865"/>
                  </a:lnTo>
                  <a:lnTo>
                    <a:pt x="2890469" y="38506"/>
                  </a:lnTo>
                  <a:lnTo>
                    <a:pt x="2891523" y="38506"/>
                  </a:lnTo>
                  <a:lnTo>
                    <a:pt x="2890507" y="33096"/>
                  </a:lnTo>
                  <a:lnTo>
                    <a:pt x="2889859" y="32067"/>
                  </a:lnTo>
                  <a:lnTo>
                    <a:pt x="2887891" y="28892"/>
                  </a:lnTo>
                  <a:lnTo>
                    <a:pt x="2879483" y="22669"/>
                  </a:lnTo>
                  <a:lnTo>
                    <a:pt x="2873730" y="21107"/>
                  </a:lnTo>
                  <a:lnTo>
                    <a:pt x="2861449" y="21107"/>
                  </a:lnTo>
                  <a:lnTo>
                    <a:pt x="2841193" y="36182"/>
                  </a:lnTo>
                  <a:lnTo>
                    <a:pt x="2841269" y="44767"/>
                  </a:lnTo>
                  <a:lnTo>
                    <a:pt x="2842615" y="48323"/>
                  </a:lnTo>
                  <a:lnTo>
                    <a:pt x="2848343" y="54254"/>
                  </a:lnTo>
                  <a:lnTo>
                    <a:pt x="2852775" y="56349"/>
                  </a:lnTo>
                  <a:lnTo>
                    <a:pt x="2872257" y="60452"/>
                  </a:lnTo>
                  <a:lnTo>
                    <a:pt x="2874365" y="61341"/>
                  </a:lnTo>
                  <a:lnTo>
                    <a:pt x="2877096" y="63677"/>
                  </a:lnTo>
                  <a:lnTo>
                    <a:pt x="2877794" y="65151"/>
                  </a:lnTo>
                  <a:lnTo>
                    <a:pt x="2877794" y="69037"/>
                  </a:lnTo>
                  <a:lnTo>
                    <a:pt x="2876715" y="70815"/>
                  </a:lnTo>
                  <a:lnTo>
                    <a:pt x="2872473" y="73685"/>
                  </a:lnTo>
                  <a:lnTo>
                    <a:pt x="2869666" y="74396"/>
                  </a:lnTo>
                  <a:lnTo>
                    <a:pt x="2862796" y="74396"/>
                  </a:lnTo>
                  <a:lnTo>
                    <a:pt x="2860052" y="73685"/>
                  </a:lnTo>
                  <a:lnTo>
                    <a:pt x="2855836" y="70815"/>
                  </a:lnTo>
                  <a:lnTo>
                    <a:pt x="2854452" y="68694"/>
                  </a:lnTo>
                  <a:lnTo>
                    <a:pt x="2853804" y="65874"/>
                  </a:lnTo>
                  <a:lnTo>
                    <a:pt x="2839478" y="67259"/>
                  </a:lnTo>
                  <a:lnTo>
                    <a:pt x="2840367" y="72999"/>
                  </a:lnTo>
                  <a:lnTo>
                    <a:pt x="2843136" y="77470"/>
                  </a:lnTo>
                  <a:lnTo>
                    <a:pt x="2852445" y="83883"/>
                  </a:lnTo>
                  <a:lnTo>
                    <a:pt x="2858592" y="85483"/>
                  </a:lnTo>
                  <a:lnTo>
                    <a:pt x="2871419" y="85483"/>
                  </a:lnTo>
                  <a:lnTo>
                    <a:pt x="2876016" y="84645"/>
                  </a:lnTo>
                  <a:lnTo>
                    <a:pt x="2884030" y="81292"/>
                  </a:lnTo>
                  <a:lnTo>
                    <a:pt x="2887154" y="78955"/>
                  </a:lnTo>
                  <a:lnTo>
                    <a:pt x="2890596" y="74396"/>
                  </a:lnTo>
                  <a:lnTo>
                    <a:pt x="2891663" y="72999"/>
                  </a:lnTo>
                  <a:lnTo>
                    <a:pt x="2892818" y="69519"/>
                  </a:lnTo>
                  <a:lnTo>
                    <a:pt x="2892818" y="61125"/>
                  </a:lnTo>
                  <a:close/>
                </a:path>
                <a:path w="4119879" h="200025">
                  <a:moveTo>
                    <a:pt x="2963888" y="123520"/>
                  </a:moveTo>
                  <a:lnTo>
                    <a:pt x="2948267" y="123520"/>
                  </a:lnTo>
                  <a:lnTo>
                    <a:pt x="2933890" y="169837"/>
                  </a:lnTo>
                  <a:lnTo>
                    <a:pt x="2933242" y="169837"/>
                  </a:lnTo>
                  <a:lnTo>
                    <a:pt x="2918917" y="123520"/>
                  </a:lnTo>
                  <a:lnTo>
                    <a:pt x="2903245" y="123520"/>
                  </a:lnTo>
                  <a:lnTo>
                    <a:pt x="2925457" y="185864"/>
                  </a:lnTo>
                  <a:lnTo>
                    <a:pt x="2941688" y="185864"/>
                  </a:lnTo>
                  <a:lnTo>
                    <a:pt x="2947390" y="169837"/>
                  </a:lnTo>
                  <a:lnTo>
                    <a:pt x="2963888" y="123520"/>
                  </a:lnTo>
                  <a:close/>
                </a:path>
                <a:path w="4119879" h="200025">
                  <a:moveTo>
                    <a:pt x="2997250" y="62445"/>
                  </a:moveTo>
                  <a:lnTo>
                    <a:pt x="2997187" y="51384"/>
                  </a:lnTo>
                  <a:lnTo>
                    <a:pt x="2996107" y="46875"/>
                  </a:lnTo>
                  <a:lnTo>
                    <a:pt x="2992945" y="41122"/>
                  </a:lnTo>
                  <a:lnTo>
                    <a:pt x="2991561" y="38595"/>
                  </a:lnTo>
                  <a:lnTo>
                    <a:pt x="2988830" y="35763"/>
                  </a:lnTo>
                  <a:lnTo>
                    <a:pt x="2988449" y="35356"/>
                  </a:lnTo>
                  <a:lnTo>
                    <a:pt x="2980550" y="30619"/>
                  </a:lnTo>
                  <a:lnTo>
                    <a:pt x="2976054" y="29425"/>
                  </a:lnTo>
                  <a:lnTo>
                    <a:pt x="2967672" y="29425"/>
                  </a:lnTo>
                  <a:lnTo>
                    <a:pt x="2964586" y="30035"/>
                  </a:lnTo>
                  <a:lnTo>
                    <a:pt x="2958960" y="32448"/>
                  </a:lnTo>
                  <a:lnTo>
                    <a:pt x="2956776" y="33947"/>
                  </a:lnTo>
                  <a:lnTo>
                    <a:pt x="2955239" y="35763"/>
                  </a:lnTo>
                  <a:lnTo>
                    <a:pt x="2954744" y="35763"/>
                  </a:lnTo>
                  <a:lnTo>
                    <a:pt x="2957144" y="13716"/>
                  </a:lnTo>
                  <a:lnTo>
                    <a:pt x="2992907" y="13716"/>
                  </a:lnTo>
                  <a:lnTo>
                    <a:pt x="2992907" y="1143"/>
                  </a:lnTo>
                  <a:lnTo>
                    <a:pt x="2944685" y="1143"/>
                  </a:lnTo>
                  <a:lnTo>
                    <a:pt x="2940418" y="43230"/>
                  </a:lnTo>
                  <a:lnTo>
                    <a:pt x="2940342" y="44005"/>
                  </a:lnTo>
                  <a:lnTo>
                    <a:pt x="2953931" y="46228"/>
                  </a:lnTo>
                  <a:lnTo>
                    <a:pt x="2955340" y="44691"/>
                  </a:lnTo>
                  <a:lnTo>
                    <a:pt x="2957245" y="43446"/>
                  </a:lnTo>
                  <a:lnTo>
                    <a:pt x="2962071" y="41554"/>
                  </a:lnTo>
                  <a:lnTo>
                    <a:pt x="2964307" y="41122"/>
                  </a:lnTo>
                  <a:lnTo>
                    <a:pt x="2970060" y="41122"/>
                  </a:lnTo>
                  <a:lnTo>
                    <a:pt x="2982696" y="54178"/>
                  </a:lnTo>
                  <a:lnTo>
                    <a:pt x="2982696" y="60401"/>
                  </a:lnTo>
                  <a:lnTo>
                    <a:pt x="2970365" y="73228"/>
                  </a:lnTo>
                  <a:lnTo>
                    <a:pt x="2963646" y="73228"/>
                  </a:lnTo>
                  <a:lnTo>
                    <a:pt x="2953321" y="61658"/>
                  </a:lnTo>
                  <a:lnTo>
                    <a:pt x="2938716" y="61658"/>
                  </a:lnTo>
                  <a:lnTo>
                    <a:pt x="2961995" y="85394"/>
                  </a:lnTo>
                  <a:lnTo>
                    <a:pt x="2973286" y="85394"/>
                  </a:lnTo>
                  <a:lnTo>
                    <a:pt x="2978454" y="84188"/>
                  </a:lnTo>
                  <a:lnTo>
                    <a:pt x="2987408" y="79286"/>
                  </a:lnTo>
                  <a:lnTo>
                    <a:pt x="2990913" y="75920"/>
                  </a:lnTo>
                  <a:lnTo>
                    <a:pt x="2992488" y="73228"/>
                  </a:lnTo>
                  <a:lnTo>
                    <a:pt x="2995968" y="67335"/>
                  </a:lnTo>
                  <a:lnTo>
                    <a:pt x="2997250" y="62445"/>
                  </a:lnTo>
                  <a:close/>
                </a:path>
                <a:path w="4119879" h="200025">
                  <a:moveTo>
                    <a:pt x="3025813" y="156159"/>
                  </a:moveTo>
                  <a:lnTo>
                    <a:pt x="3025749" y="139725"/>
                  </a:lnTo>
                  <a:lnTo>
                    <a:pt x="3025051" y="136550"/>
                  </a:lnTo>
                  <a:lnTo>
                    <a:pt x="3023616" y="133946"/>
                  </a:lnTo>
                  <a:lnTo>
                    <a:pt x="3022054" y="131025"/>
                  </a:lnTo>
                  <a:lnTo>
                    <a:pt x="3020072" y="128854"/>
                  </a:lnTo>
                  <a:lnTo>
                    <a:pt x="3015145" y="125628"/>
                  </a:lnTo>
                  <a:lnTo>
                    <a:pt x="3012427" y="124460"/>
                  </a:lnTo>
                  <a:lnTo>
                    <a:pt x="3011157" y="124167"/>
                  </a:lnTo>
                  <a:lnTo>
                    <a:pt x="3011157" y="156159"/>
                  </a:lnTo>
                  <a:lnTo>
                    <a:pt x="3011030" y="166230"/>
                  </a:lnTo>
                  <a:lnTo>
                    <a:pt x="3010560" y="167919"/>
                  </a:lnTo>
                  <a:lnTo>
                    <a:pt x="3009366" y="169875"/>
                  </a:lnTo>
                  <a:lnTo>
                    <a:pt x="3008211" y="171818"/>
                  </a:lnTo>
                  <a:lnTo>
                    <a:pt x="3006547" y="173393"/>
                  </a:lnTo>
                  <a:lnTo>
                    <a:pt x="3004375" y="174586"/>
                  </a:lnTo>
                  <a:lnTo>
                    <a:pt x="3002216" y="175742"/>
                  </a:lnTo>
                  <a:lnTo>
                    <a:pt x="2999651" y="176326"/>
                  </a:lnTo>
                  <a:lnTo>
                    <a:pt x="2993644" y="176326"/>
                  </a:lnTo>
                  <a:lnTo>
                    <a:pt x="2991497" y="175742"/>
                  </a:lnTo>
                  <a:lnTo>
                    <a:pt x="2991269" y="175742"/>
                  </a:lnTo>
                  <a:lnTo>
                    <a:pt x="2987179" y="172872"/>
                  </a:lnTo>
                  <a:lnTo>
                    <a:pt x="2986189" y="170827"/>
                  </a:lnTo>
                  <a:lnTo>
                    <a:pt x="2986189" y="166230"/>
                  </a:lnTo>
                  <a:lnTo>
                    <a:pt x="2986633" y="164858"/>
                  </a:lnTo>
                  <a:lnTo>
                    <a:pt x="2986697" y="164693"/>
                  </a:lnTo>
                  <a:lnTo>
                    <a:pt x="2987700" y="163499"/>
                  </a:lnTo>
                  <a:lnTo>
                    <a:pt x="2988691" y="162280"/>
                  </a:lnTo>
                  <a:lnTo>
                    <a:pt x="2990062" y="161340"/>
                  </a:lnTo>
                  <a:lnTo>
                    <a:pt x="2993529" y="159981"/>
                  </a:lnTo>
                  <a:lnTo>
                    <a:pt x="2995485" y="159499"/>
                  </a:lnTo>
                  <a:lnTo>
                    <a:pt x="2998660" y="159067"/>
                  </a:lnTo>
                  <a:lnTo>
                    <a:pt x="3003791" y="158305"/>
                  </a:lnTo>
                  <a:lnTo>
                    <a:pt x="3011157" y="156159"/>
                  </a:lnTo>
                  <a:lnTo>
                    <a:pt x="3011157" y="124167"/>
                  </a:lnTo>
                  <a:lnTo>
                    <a:pt x="3006471" y="123063"/>
                  </a:lnTo>
                  <a:lnTo>
                    <a:pt x="3003486" y="122707"/>
                  </a:lnTo>
                  <a:lnTo>
                    <a:pt x="2996120" y="122707"/>
                  </a:lnTo>
                  <a:lnTo>
                    <a:pt x="2974035" y="139992"/>
                  </a:lnTo>
                  <a:lnTo>
                    <a:pt x="2974594" y="139992"/>
                  </a:lnTo>
                  <a:lnTo>
                    <a:pt x="2987776" y="141871"/>
                  </a:lnTo>
                  <a:lnTo>
                    <a:pt x="2996958" y="133946"/>
                  </a:lnTo>
                  <a:lnTo>
                    <a:pt x="3003969" y="133946"/>
                  </a:lnTo>
                  <a:lnTo>
                    <a:pt x="3006585" y="134785"/>
                  </a:lnTo>
                  <a:lnTo>
                    <a:pt x="3010204" y="138150"/>
                  </a:lnTo>
                  <a:lnTo>
                    <a:pt x="3011119" y="140512"/>
                  </a:lnTo>
                  <a:lnTo>
                    <a:pt x="3011119" y="145224"/>
                  </a:lnTo>
                  <a:lnTo>
                    <a:pt x="2992666" y="149745"/>
                  </a:lnTo>
                  <a:lnTo>
                    <a:pt x="2989719" y="150266"/>
                  </a:lnTo>
                  <a:lnTo>
                    <a:pt x="2986887" y="151003"/>
                  </a:lnTo>
                  <a:lnTo>
                    <a:pt x="2984068" y="151701"/>
                  </a:lnTo>
                  <a:lnTo>
                    <a:pt x="2981541" y="152742"/>
                  </a:lnTo>
                  <a:lnTo>
                    <a:pt x="2977045" y="155498"/>
                  </a:lnTo>
                  <a:lnTo>
                    <a:pt x="2975279" y="157340"/>
                  </a:lnTo>
                  <a:lnTo>
                    <a:pt x="2972676" y="161937"/>
                  </a:lnTo>
                  <a:lnTo>
                    <a:pt x="2972054" y="164693"/>
                  </a:lnTo>
                  <a:lnTo>
                    <a:pt x="2972130" y="172872"/>
                  </a:lnTo>
                  <a:lnTo>
                    <a:pt x="2988945" y="187121"/>
                  </a:lnTo>
                  <a:lnTo>
                    <a:pt x="2996133" y="187121"/>
                  </a:lnTo>
                  <a:lnTo>
                    <a:pt x="3011195" y="177304"/>
                  </a:lnTo>
                  <a:lnTo>
                    <a:pt x="3011690" y="177304"/>
                  </a:lnTo>
                  <a:lnTo>
                    <a:pt x="3011690" y="185864"/>
                  </a:lnTo>
                  <a:lnTo>
                    <a:pt x="3025813" y="185864"/>
                  </a:lnTo>
                  <a:lnTo>
                    <a:pt x="3025813" y="177304"/>
                  </a:lnTo>
                  <a:lnTo>
                    <a:pt x="3025813" y="176326"/>
                  </a:lnTo>
                  <a:lnTo>
                    <a:pt x="3025813" y="156159"/>
                  </a:lnTo>
                  <a:close/>
                </a:path>
                <a:path w="4119879" h="200025">
                  <a:moveTo>
                    <a:pt x="3076270" y="33743"/>
                  </a:moveTo>
                  <a:lnTo>
                    <a:pt x="3074987" y="26035"/>
                  </a:lnTo>
                  <a:lnTo>
                    <a:pt x="3069869" y="13258"/>
                  </a:lnTo>
                  <a:lnTo>
                    <a:pt x="3069323" y="12547"/>
                  </a:lnTo>
                  <a:lnTo>
                    <a:pt x="3066211" y="8394"/>
                  </a:lnTo>
                  <a:lnTo>
                    <a:pt x="3061093" y="4813"/>
                  </a:lnTo>
                  <a:lnTo>
                    <a:pt x="3061093" y="36182"/>
                  </a:lnTo>
                  <a:lnTo>
                    <a:pt x="3061093" y="52768"/>
                  </a:lnTo>
                  <a:lnTo>
                    <a:pt x="3059582" y="60325"/>
                  </a:lnTo>
                  <a:lnTo>
                    <a:pt x="3053537" y="70586"/>
                  </a:lnTo>
                  <a:lnTo>
                    <a:pt x="3049447" y="73139"/>
                  </a:lnTo>
                  <a:lnTo>
                    <a:pt x="3040786" y="73139"/>
                  </a:lnTo>
                  <a:lnTo>
                    <a:pt x="3027413" y="49415"/>
                  </a:lnTo>
                  <a:lnTo>
                    <a:pt x="3027464" y="32880"/>
                  </a:lnTo>
                  <a:lnTo>
                    <a:pt x="3028988" y="25374"/>
                  </a:lnTo>
                  <a:lnTo>
                    <a:pt x="3034995" y="15113"/>
                  </a:lnTo>
                  <a:lnTo>
                    <a:pt x="3039084" y="12547"/>
                  </a:lnTo>
                  <a:lnTo>
                    <a:pt x="3047682" y="12547"/>
                  </a:lnTo>
                  <a:lnTo>
                    <a:pt x="3061093" y="36182"/>
                  </a:lnTo>
                  <a:lnTo>
                    <a:pt x="3061093" y="4813"/>
                  </a:lnTo>
                  <a:lnTo>
                    <a:pt x="3056623" y="1676"/>
                  </a:lnTo>
                  <a:lnTo>
                    <a:pt x="3050908" y="0"/>
                  </a:lnTo>
                  <a:lnTo>
                    <a:pt x="3037586" y="0"/>
                  </a:lnTo>
                  <a:lnTo>
                    <a:pt x="3012236" y="33743"/>
                  </a:lnTo>
                  <a:lnTo>
                    <a:pt x="3012224" y="51879"/>
                  </a:lnTo>
                  <a:lnTo>
                    <a:pt x="3013506" y="59639"/>
                  </a:lnTo>
                  <a:lnTo>
                    <a:pt x="3037560" y="85852"/>
                  </a:lnTo>
                  <a:lnTo>
                    <a:pt x="3050933" y="85852"/>
                  </a:lnTo>
                  <a:lnTo>
                    <a:pt x="3056648" y="84150"/>
                  </a:lnTo>
                  <a:lnTo>
                    <a:pt x="3066211" y="77393"/>
                  </a:lnTo>
                  <a:lnTo>
                    <a:pt x="3069374" y="73139"/>
                  </a:lnTo>
                  <a:lnTo>
                    <a:pt x="3069869" y="72491"/>
                  </a:lnTo>
                  <a:lnTo>
                    <a:pt x="3074987" y="59639"/>
                  </a:lnTo>
                  <a:lnTo>
                    <a:pt x="3076270" y="51879"/>
                  </a:lnTo>
                  <a:lnTo>
                    <a:pt x="3076270" y="33743"/>
                  </a:lnTo>
                  <a:close/>
                </a:path>
                <a:path w="4119879" h="200025">
                  <a:moveTo>
                    <a:pt x="3097974" y="185864"/>
                  </a:moveTo>
                  <a:lnTo>
                    <a:pt x="3097961" y="141008"/>
                  </a:lnTo>
                  <a:lnTo>
                    <a:pt x="3097123" y="136956"/>
                  </a:lnTo>
                  <a:lnTo>
                    <a:pt x="3096183" y="135128"/>
                  </a:lnTo>
                  <a:lnTo>
                    <a:pt x="3095675" y="134112"/>
                  </a:lnTo>
                  <a:lnTo>
                    <a:pt x="3093580" y="129971"/>
                  </a:lnTo>
                  <a:lnTo>
                    <a:pt x="3091091" y="127304"/>
                  </a:lnTo>
                  <a:lnTo>
                    <a:pt x="3084868" y="123736"/>
                  </a:lnTo>
                  <a:lnTo>
                    <a:pt x="3085134" y="123736"/>
                  </a:lnTo>
                  <a:lnTo>
                    <a:pt x="3080931" y="122707"/>
                  </a:lnTo>
                  <a:lnTo>
                    <a:pt x="3071977" y="122707"/>
                  </a:lnTo>
                  <a:lnTo>
                    <a:pt x="3068066" y="123736"/>
                  </a:lnTo>
                  <a:lnTo>
                    <a:pt x="3061754" y="127850"/>
                  </a:lnTo>
                  <a:lnTo>
                    <a:pt x="3059468" y="130619"/>
                  </a:lnTo>
                  <a:lnTo>
                    <a:pt x="3058033" y="134112"/>
                  </a:lnTo>
                  <a:lnTo>
                    <a:pt x="3057309" y="134112"/>
                  </a:lnTo>
                  <a:lnTo>
                    <a:pt x="3057309" y="123736"/>
                  </a:lnTo>
                  <a:lnTo>
                    <a:pt x="3043263" y="123736"/>
                  </a:lnTo>
                  <a:lnTo>
                    <a:pt x="3043263" y="185864"/>
                  </a:lnTo>
                  <a:lnTo>
                    <a:pt x="3057956" y="185864"/>
                  </a:lnTo>
                  <a:lnTo>
                    <a:pt x="3057956" y="146329"/>
                  </a:lnTo>
                  <a:lnTo>
                    <a:pt x="3058401" y="144272"/>
                  </a:lnTo>
                  <a:lnTo>
                    <a:pt x="3068574" y="135128"/>
                  </a:lnTo>
                  <a:lnTo>
                    <a:pt x="3074936" y="135128"/>
                  </a:lnTo>
                  <a:lnTo>
                    <a:pt x="3077895" y="136309"/>
                  </a:lnTo>
                  <a:lnTo>
                    <a:pt x="3082201" y="141008"/>
                  </a:lnTo>
                  <a:lnTo>
                    <a:pt x="3083280" y="144272"/>
                  </a:lnTo>
                  <a:lnTo>
                    <a:pt x="3083280" y="185864"/>
                  </a:lnTo>
                  <a:lnTo>
                    <a:pt x="3097974" y="185864"/>
                  </a:lnTo>
                  <a:close/>
                </a:path>
                <a:path w="4119879" h="200025">
                  <a:moveTo>
                    <a:pt x="3169501" y="145110"/>
                  </a:moveTo>
                  <a:lnTo>
                    <a:pt x="3169399" y="143891"/>
                  </a:lnTo>
                  <a:lnTo>
                    <a:pt x="3169335" y="143014"/>
                  </a:lnTo>
                  <a:lnTo>
                    <a:pt x="3169272" y="142113"/>
                  </a:lnTo>
                  <a:lnTo>
                    <a:pt x="3169170" y="140614"/>
                  </a:lnTo>
                  <a:lnTo>
                    <a:pt x="3167850" y="136702"/>
                  </a:lnTo>
                  <a:lnTo>
                    <a:pt x="3166364" y="134556"/>
                  </a:lnTo>
                  <a:lnTo>
                    <a:pt x="3163189" y="129959"/>
                  </a:lnTo>
                  <a:lnTo>
                    <a:pt x="3160064" y="127342"/>
                  </a:lnTo>
                  <a:lnTo>
                    <a:pt x="3156140" y="125514"/>
                  </a:lnTo>
                  <a:lnTo>
                    <a:pt x="3152241" y="123634"/>
                  </a:lnTo>
                  <a:lnTo>
                    <a:pt x="3147771" y="122707"/>
                  </a:lnTo>
                  <a:lnTo>
                    <a:pt x="3136620" y="122707"/>
                  </a:lnTo>
                  <a:lnTo>
                    <a:pt x="3131337" y="124079"/>
                  </a:lnTo>
                  <a:lnTo>
                    <a:pt x="3122434" y="129514"/>
                  </a:lnTo>
                  <a:lnTo>
                    <a:pt x="3119005" y="133299"/>
                  </a:lnTo>
                  <a:lnTo>
                    <a:pt x="3114129" y="143014"/>
                  </a:lnTo>
                  <a:lnTo>
                    <a:pt x="3112909" y="148602"/>
                  </a:lnTo>
                  <a:lnTo>
                    <a:pt x="3112909" y="161239"/>
                  </a:lnTo>
                  <a:lnTo>
                    <a:pt x="3136569" y="187083"/>
                  </a:lnTo>
                  <a:lnTo>
                    <a:pt x="3148012" y="187083"/>
                  </a:lnTo>
                  <a:lnTo>
                    <a:pt x="3152559" y="186131"/>
                  </a:lnTo>
                  <a:lnTo>
                    <a:pt x="3160293" y="182321"/>
                  </a:lnTo>
                  <a:lnTo>
                    <a:pt x="3163354" y="179666"/>
                  </a:lnTo>
                  <a:lnTo>
                    <a:pt x="3166364" y="175107"/>
                  </a:lnTo>
                  <a:lnTo>
                    <a:pt x="3167723" y="173050"/>
                  </a:lnTo>
                  <a:lnTo>
                    <a:pt x="3167850" y="172872"/>
                  </a:lnTo>
                  <a:lnTo>
                    <a:pt x="3169145" y="168960"/>
                  </a:lnTo>
                  <a:lnTo>
                    <a:pt x="3169501" y="164553"/>
                  </a:lnTo>
                  <a:lnTo>
                    <a:pt x="3155454" y="164553"/>
                  </a:lnTo>
                  <a:lnTo>
                    <a:pt x="3155010" y="166814"/>
                  </a:lnTo>
                  <a:lnTo>
                    <a:pt x="3154222" y="168706"/>
                  </a:lnTo>
                  <a:lnTo>
                    <a:pt x="3151898" y="171843"/>
                  </a:lnTo>
                  <a:lnTo>
                    <a:pt x="3150451" y="173050"/>
                  </a:lnTo>
                  <a:lnTo>
                    <a:pt x="3147009" y="174701"/>
                  </a:lnTo>
                  <a:lnTo>
                    <a:pt x="3145078" y="175107"/>
                  </a:lnTo>
                  <a:lnTo>
                    <a:pt x="3139846" y="175107"/>
                  </a:lnTo>
                  <a:lnTo>
                    <a:pt x="3127806" y="158940"/>
                  </a:lnTo>
                  <a:lnTo>
                    <a:pt x="3127806" y="150495"/>
                  </a:lnTo>
                  <a:lnTo>
                    <a:pt x="3139910" y="134556"/>
                  </a:lnTo>
                  <a:lnTo>
                    <a:pt x="3146450" y="134556"/>
                  </a:lnTo>
                  <a:lnTo>
                    <a:pt x="3149282" y="135572"/>
                  </a:lnTo>
                  <a:lnTo>
                    <a:pt x="3151390" y="137604"/>
                  </a:lnTo>
                  <a:lnTo>
                    <a:pt x="3153537" y="139611"/>
                  </a:lnTo>
                  <a:lnTo>
                    <a:pt x="3154883" y="142113"/>
                  </a:lnTo>
                  <a:lnTo>
                    <a:pt x="3155454" y="145110"/>
                  </a:lnTo>
                  <a:lnTo>
                    <a:pt x="3169501" y="145110"/>
                  </a:lnTo>
                  <a:close/>
                </a:path>
                <a:path w="4119879" h="200025">
                  <a:moveTo>
                    <a:pt x="3239566" y="148805"/>
                  </a:moveTo>
                  <a:lnTo>
                    <a:pt x="3238855" y="144360"/>
                  </a:lnTo>
                  <a:lnTo>
                    <a:pt x="3238804" y="144030"/>
                  </a:lnTo>
                  <a:lnTo>
                    <a:pt x="3235769" y="136105"/>
                  </a:lnTo>
                  <a:lnTo>
                    <a:pt x="3234525" y="134150"/>
                  </a:lnTo>
                  <a:lnTo>
                    <a:pt x="3233686" y="132829"/>
                  </a:lnTo>
                  <a:lnTo>
                    <a:pt x="3228416" y="127685"/>
                  </a:lnTo>
                  <a:lnTo>
                    <a:pt x="3225482" y="125857"/>
                  </a:lnTo>
                  <a:lnTo>
                    <a:pt x="3225482" y="148805"/>
                  </a:lnTo>
                  <a:lnTo>
                    <a:pt x="3196145" y="148805"/>
                  </a:lnTo>
                  <a:lnTo>
                    <a:pt x="3208274" y="134150"/>
                  </a:lnTo>
                  <a:lnTo>
                    <a:pt x="3214090" y="134150"/>
                  </a:lnTo>
                  <a:lnTo>
                    <a:pt x="3216948" y="134886"/>
                  </a:lnTo>
                  <a:lnTo>
                    <a:pt x="3216719" y="134886"/>
                  </a:lnTo>
                  <a:lnTo>
                    <a:pt x="3220796" y="137337"/>
                  </a:lnTo>
                  <a:lnTo>
                    <a:pt x="3222460" y="139077"/>
                  </a:lnTo>
                  <a:lnTo>
                    <a:pt x="3224847" y="143484"/>
                  </a:lnTo>
                  <a:lnTo>
                    <a:pt x="3225457" y="145986"/>
                  </a:lnTo>
                  <a:lnTo>
                    <a:pt x="3225482" y="148805"/>
                  </a:lnTo>
                  <a:lnTo>
                    <a:pt x="3225482" y="125857"/>
                  </a:lnTo>
                  <a:lnTo>
                    <a:pt x="3218535" y="123329"/>
                  </a:lnTo>
                  <a:lnTo>
                    <a:pt x="3214916" y="122707"/>
                  </a:lnTo>
                  <a:lnTo>
                    <a:pt x="3205111" y="122707"/>
                  </a:lnTo>
                  <a:lnTo>
                    <a:pt x="3181566" y="148805"/>
                  </a:lnTo>
                  <a:lnTo>
                    <a:pt x="3181642" y="161975"/>
                  </a:lnTo>
                  <a:lnTo>
                    <a:pt x="3205594" y="187083"/>
                  </a:lnTo>
                  <a:lnTo>
                    <a:pt x="3216681" y="187083"/>
                  </a:lnTo>
                  <a:lnTo>
                    <a:pt x="3236595" y="175641"/>
                  </a:lnTo>
                  <a:lnTo>
                    <a:pt x="3238093" y="172770"/>
                  </a:lnTo>
                  <a:lnTo>
                    <a:pt x="3238893" y="169354"/>
                  </a:lnTo>
                  <a:lnTo>
                    <a:pt x="3238957" y="169138"/>
                  </a:lnTo>
                  <a:lnTo>
                    <a:pt x="3225241" y="167601"/>
                  </a:lnTo>
                  <a:lnTo>
                    <a:pt x="3224657" y="169138"/>
                  </a:lnTo>
                  <a:lnTo>
                    <a:pt x="3224580" y="169354"/>
                  </a:lnTo>
                  <a:lnTo>
                    <a:pt x="3223628" y="170827"/>
                  </a:lnTo>
                  <a:lnTo>
                    <a:pt x="3221088" y="173215"/>
                  </a:lnTo>
                  <a:lnTo>
                    <a:pt x="3219577" y="174117"/>
                  </a:lnTo>
                  <a:lnTo>
                    <a:pt x="3216122" y="175336"/>
                  </a:lnTo>
                  <a:lnTo>
                    <a:pt x="3214179" y="175641"/>
                  </a:lnTo>
                  <a:lnTo>
                    <a:pt x="3208845" y="175641"/>
                  </a:lnTo>
                  <a:lnTo>
                    <a:pt x="3196132" y="161975"/>
                  </a:lnTo>
                  <a:lnTo>
                    <a:pt x="3196132" y="158711"/>
                  </a:lnTo>
                  <a:lnTo>
                    <a:pt x="3239566" y="158711"/>
                  </a:lnTo>
                  <a:lnTo>
                    <a:pt x="3239566" y="148805"/>
                  </a:lnTo>
                  <a:close/>
                </a:path>
                <a:path w="4119879" h="200025">
                  <a:moveTo>
                    <a:pt x="3702469" y="123037"/>
                  </a:moveTo>
                  <a:lnTo>
                    <a:pt x="3701796" y="122897"/>
                  </a:lnTo>
                  <a:lnTo>
                    <a:pt x="3692741" y="122897"/>
                  </a:lnTo>
                  <a:lnTo>
                    <a:pt x="3690442" y="123609"/>
                  </a:lnTo>
                  <a:lnTo>
                    <a:pt x="3684892" y="127533"/>
                  </a:lnTo>
                  <a:lnTo>
                    <a:pt x="3682949" y="130314"/>
                  </a:lnTo>
                  <a:lnTo>
                    <a:pt x="3681806" y="133908"/>
                  </a:lnTo>
                  <a:lnTo>
                    <a:pt x="3681158" y="133908"/>
                  </a:lnTo>
                  <a:lnTo>
                    <a:pt x="3681158" y="123609"/>
                  </a:lnTo>
                  <a:lnTo>
                    <a:pt x="3666909" y="123609"/>
                  </a:lnTo>
                  <a:lnTo>
                    <a:pt x="3666909" y="185864"/>
                  </a:lnTo>
                  <a:lnTo>
                    <a:pt x="3681603" y="185864"/>
                  </a:lnTo>
                  <a:lnTo>
                    <a:pt x="3681603" y="146558"/>
                  </a:lnTo>
                  <a:lnTo>
                    <a:pt x="3682212" y="144221"/>
                  </a:lnTo>
                  <a:lnTo>
                    <a:pt x="3692601" y="135788"/>
                  </a:lnTo>
                  <a:lnTo>
                    <a:pt x="3698176" y="135788"/>
                  </a:lnTo>
                  <a:lnTo>
                    <a:pt x="3699510" y="135978"/>
                  </a:lnTo>
                  <a:lnTo>
                    <a:pt x="3700856" y="136144"/>
                  </a:lnTo>
                  <a:lnTo>
                    <a:pt x="3701846" y="136334"/>
                  </a:lnTo>
                  <a:lnTo>
                    <a:pt x="3702469" y="136550"/>
                  </a:lnTo>
                  <a:lnTo>
                    <a:pt x="3702469" y="135788"/>
                  </a:lnTo>
                  <a:lnTo>
                    <a:pt x="3702469" y="133908"/>
                  </a:lnTo>
                  <a:lnTo>
                    <a:pt x="3702469" y="123037"/>
                  </a:lnTo>
                  <a:close/>
                </a:path>
                <a:path w="4119879" h="200025">
                  <a:moveTo>
                    <a:pt x="3731082" y="84264"/>
                  </a:moveTo>
                  <a:lnTo>
                    <a:pt x="3714445" y="53822"/>
                  </a:lnTo>
                  <a:lnTo>
                    <a:pt x="3713124" y="51396"/>
                  </a:lnTo>
                  <a:lnTo>
                    <a:pt x="3719068" y="48514"/>
                  </a:lnTo>
                  <a:lnTo>
                    <a:pt x="3721176" y="46596"/>
                  </a:lnTo>
                  <a:lnTo>
                    <a:pt x="3722382" y="45504"/>
                  </a:lnTo>
                  <a:lnTo>
                    <a:pt x="3726904" y="37680"/>
                  </a:lnTo>
                  <a:lnTo>
                    <a:pt x="3728021" y="33159"/>
                  </a:lnTo>
                  <a:lnTo>
                    <a:pt x="3728008" y="22263"/>
                  </a:lnTo>
                  <a:lnTo>
                    <a:pt x="3726980" y="18059"/>
                  </a:lnTo>
                  <a:lnTo>
                    <a:pt x="3726916" y="17780"/>
                  </a:lnTo>
                  <a:lnTo>
                    <a:pt x="3724668" y="13804"/>
                  </a:lnTo>
                  <a:lnTo>
                    <a:pt x="3722459" y="9791"/>
                  </a:lnTo>
                  <a:lnTo>
                    <a:pt x="3719169" y="6680"/>
                  </a:lnTo>
                  <a:lnTo>
                    <a:pt x="3712705" y="3390"/>
                  </a:lnTo>
                  <a:lnTo>
                    <a:pt x="3712705" y="24777"/>
                  </a:lnTo>
                  <a:lnTo>
                    <a:pt x="3712705" y="30670"/>
                  </a:lnTo>
                  <a:lnTo>
                    <a:pt x="3700234" y="41325"/>
                  </a:lnTo>
                  <a:lnTo>
                    <a:pt x="3682619" y="41325"/>
                  </a:lnTo>
                  <a:lnTo>
                    <a:pt x="3682619" y="13804"/>
                  </a:lnTo>
                  <a:lnTo>
                    <a:pt x="3700665" y="13804"/>
                  </a:lnTo>
                  <a:lnTo>
                    <a:pt x="3712705" y="24777"/>
                  </a:lnTo>
                  <a:lnTo>
                    <a:pt x="3712705" y="3390"/>
                  </a:lnTo>
                  <a:lnTo>
                    <a:pt x="3710482" y="2247"/>
                  </a:lnTo>
                  <a:lnTo>
                    <a:pt x="3705123" y="1143"/>
                  </a:lnTo>
                  <a:lnTo>
                    <a:pt x="3667569" y="1143"/>
                  </a:lnTo>
                  <a:lnTo>
                    <a:pt x="3667569" y="84264"/>
                  </a:lnTo>
                  <a:lnTo>
                    <a:pt x="3682619" y="84264"/>
                  </a:lnTo>
                  <a:lnTo>
                    <a:pt x="3682619" y="53822"/>
                  </a:lnTo>
                  <a:lnTo>
                    <a:pt x="3697948" y="53822"/>
                  </a:lnTo>
                  <a:lnTo>
                    <a:pt x="3714280" y="84264"/>
                  </a:lnTo>
                  <a:lnTo>
                    <a:pt x="3731082" y="84264"/>
                  </a:lnTo>
                  <a:close/>
                </a:path>
                <a:path w="4119879" h="200025">
                  <a:moveTo>
                    <a:pt x="3767671" y="148805"/>
                  </a:moveTo>
                  <a:lnTo>
                    <a:pt x="3766959" y="144360"/>
                  </a:lnTo>
                  <a:lnTo>
                    <a:pt x="3766909" y="144030"/>
                  </a:lnTo>
                  <a:lnTo>
                    <a:pt x="3763873" y="136105"/>
                  </a:lnTo>
                  <a:lnTo>
                    <a:pt x="3762629" y="134150"/>
                  </a:lnTo>
                  <a:lnTo>
                    <a:pt x="3761790" y="132829"/>
                  </a:lnTo>
                  <a:lnTo>
                    <a:pt x="3756520" y="127685"/>
                  </a:lnTo>
                  <a:lnTo>
                    <a:pt x="3753586" y="125857"/>
                  </a:lnTo>
                  <a:lnTo>
                    <a:pt x="3753586" y="148805"/>
                  </a:lnTo>
                  <a:lnTo>
                    <a:pt x="3724249" y="148805"/>
                  </a:lnTo>
                  <a:lnTo>
                    <a:pt x="3736378" y="134150"/>
                  </a:lnTo>
                  <a:lnTo>
                    <a:pt x="3742194" y="134150"/>
                  </a:lnTo>
                  <a:lnTo>
                    <a:pt x="3745052" y="134886"/>
                  </a:lnTo>
                  <a:lnTo>
                    <a:pt x="3744823" y="134886"/>
                  </a:lnTo>
                  <a:lnTo>
                    <a:pt x="3748900" y="137337"/>
                  </a:lnTo>
                  <a:lnTo>
                    <a:pt x="3750564" y="139077"/>
                  </a:lnTo>
                  <a:lnTo>
                    <a:pt x="3752951" y="143484"/>
                  </a:lnTo>
                  <a:lnTo>
                    <a:pt x="3753561" y="145986"/>
                  </a:lnTo>
                  <a:lnTo>
                    <a:pt x="3753586" y="148805"/>
                  </a:lnTo>
                  <a:lnTo>
                    <a:pt x="3753586" y="125857"/>
                  </a:lnTo>
                  <a:lnTo>
                    <a:pt x="3746639" y="123329"/>
                  </a:lnTo>
                  <a:lnTo>
                    <a:pt x="3743020" y="122707"/>
                  </a:lnTo>
                  <a:lnTo>
                    <a:pt x="3733215" y="122707"/>
                  </a:lnTo>
                  <a:lnTo>
                    <a:pt x="3709670" y="148805"/>
                  </a:lnTo>
                  <a:lnTo>
                    <a:pt x="3709746" y="161975"/>
                  </a:lnTo>
                  <a:lnTo>
                    <a:pt x="3733698" y="187083"/>
                  </a:lnTo>
                  <a:lnTo>
                    <a:pt x="3744785" y="187083"/>
                  </a:lnTo>
                  <a:lnTo>
                    <a:pt x="3764699" y="175641"/>
                  </a:lnTo>
                  <a:lnTo>
                    <a:pt x="3766197" y="172770"/>
                  </a:lnTo>
                  <a:lnTo>
                    <a:pt x="3766997" y="169354"/>
                  </a:lnTo>
                  <a:lnTo>
                    <a:pt x="3767061" y="169138"/>
                  </a:lnTo>
                  <a:lnTo>
                    <a:pt x="3753345" y="167601"/>
                  </a:lnTo>
                  <a:lnTo>
                    <a:pt x="3752761" y="169138"/>
                  </a:lnTo>
                  <a:lnTo>
                    <a:pt x="3752685" y="169354"/>
                  </a:lnTo>
                  <a:lnTo>
                    <a:pt x="3751732" y="170827"/>
                  </a:lnTo>
                  <a:lnTo>
                    <a:pt x="3749192" y="173215"/>
                  </a:lnTo>
                  <a:lnTo>
                    <a:pt x="3747681" y="174117"/>
                  </a:lnTo>
                  <a:lnTo>
                    <a:pt x="3744226" y="175336"/>
                  </a:lnTo>
                  <a:lnTo>
                    <a:pt x="3742283" y="175641"/>
                  </a:lnTo>
                  <a:lnTo>
                    <a:pt x="3736949" y="175641"/>
                  </a:lnTo>
                  <a:lnTo>
                    <a:pt x="3724237" y="161975"/>
                  </a:lnTo>
                  <a:lnTo>
                    <a:pt x="3724237" y="158711"/>
                  </a:lnTo>
                  <a:lnTo>
                    <a:pt x="3767671" y="158711"/>
                  </a:lnTo>
                  <a:lnTo>
                    <a:pt x="3767671" y="148805"/>
                  </a:lnTo>
                  <a:close/>
                </a:path>
                <a:path w="4119879" h="200025">
                  <a:moveTo>
                    <a:pt x="3798366" y="47205"/>
                  </a:moveTo>
                  <a:lnTo>
                    <a:pt x="3797655" y="42760"/>
                  </a:lnTo>
                  <a:lnTo>
                    <a:pt x="3797604" y="42430"/>
                  </a:lnTo>
                  <a:lnTo>
                    <a:pt x="3794569" y="34505"/>
                  </a:lnTo>
                  <a:lnTo>
                    <a:pt x="3793325" y="32550"/>
                  </a:lnTo>
                  <a:lnTo>
                    <a:pt x="3792486" y="31229"/>
                  </a:lnTo>
                  <a:lnTo>
                    <a:pt x="3787216" y="26085"/>
                  </a:lnTo>
                  <a:lnTo>
                    <a:pt x="3784282" y="24257"/>
                  </a:lnTo>
                  <a:lnTo>
                    <a:pt x="3784282" y="47205"/>
                  </a:lnTo>
                  <a:lnTo>
                    <a:pt x="3754945" y="47205"/>
                  </a:lnTo>
                  <a:lnTo>
                    <a:pt x="3767074" y="32550"/>
                  </a:lnTo>
                  <a:lnTo>
                    <a:pt x="3772890" y="32550"/>
                  </a:lnTo>
                  <a:lnTo>
                    <a:pt x="3775748" y="33286"/>
                  </a:lnTo>
                  <a:lnTo>
                    <a:pt x="3775519" y="33286"/>
                  </a:lnTo>
                  <a:lnTo>
                    <a:pt x="3779596" y="35737"/>
                  </a:lnTo>
                  <a:lnTo>
                    <a:pt x="3781260" y="37477"/>
                  </a:lnTo>
                  <a:lnTo>
                    <a:pt x="3783647" y="41884"/>
                  </a:lnTo>
                  <a:lnTo>
                    <a:pt x="3784257" y="44386"/>
                  </a:lnTo>
                  <a:lnTo>
                    <a:pt x="3784282" y="47205"/>
                  </a:lnTo>
                  <a:lnTo>
                    <a:pt x="3784282" y="24257"/>
                  </a:lnTo>
                  <a:lnTo>
                    <a:pt x="3777335" y="21729"/>
                  </a:lnTo>
                  <a:lnTo>
                    <a:pt x="3773716" y="21107"/>
                  </a:lnTo>
                  <a:lnTo>
                    <a:pt x="3763911" y="21107"/>
                  </a:lnTo>
                  <a:lnTo>
                    <a:pt x="3740366" y="47205"/>
                  </a:lnTo>
                  <a:lnTo>
                    <a:pt x="3740442" y="60375"/>
                  </a:lnTo>
                  <a:lnTo>
                    <a:pt x="3764394" y="85483"/>
                  </a:lnTo>
                  <a:lnTo>
                    <a:pt x="3775481" y="85483"/>
                  </a:lnTo>
                  <a:lnTo>
                    <a:pt x="3795395" y="74041"/>
                  </a:lnTo>
                  <a:lnTo>
                    <a:pt x="3796893" y="71170"/>
                  </a:lnTo>
                  <a:lnTo>
                    <a:pt x="3797693" y="67754"/>
                  </a:lnTo>
                  <a:lnTo>
                    <a:pt x="3797757" y="67538"/>
                  </a:lnTo>
                  <a:lnTo>
                    <a:pt x="3784041" y="66001"/>
                  </a:lnTo>
                  <a:lnTo>
                    <a:pt x="3783457" y="67538"/>
                  </a:lnTo>
                  <a:lnTo>
                    <a:pt x="3783380" y="67754"/>
                  </a:lnTo>
                  <a:lnTo>
                    <a:pt x="3782428" y="69227"/>
                  </a:lnTo>
                  <a:lnTo>
                    <a:pt x="3779888" y="71615"/>
                  </a:lnTo>
                  <a:lnTo>
                    <a:pt x="3778377" y="72517"/>
                  </a:lnTo>
                  <a:lnTo>
                    <a:pt x="3774922" y="73736"/>
                  </a:lnTo>
                  <a:lnTo>
                    <a:pt x="3772979" y="74041"/>
                  </a:lnTo>
                  <a:lnTo>
                    <a:pt x="3767645" y="74041"/>
                  </a:lnTo>
                  <a:lnTo>
                    <a:pt x="3754932" y="60375"/>
                  </a:lnTo>
                  <a:lnTo>
                    <a:pt x="3754932" y="57111"/>
                  </a:lnTo>
                  <a:lnTo>
                    <a:pt x="3798366" y="57111"/>
                  </a:lnTo>
                  <a:lnTo>
                    <a:pt x="3798366" y="47205"/>
                  </a:lnTo>
                  <a:close/>
                </a:path>
                <a:path w="4119879" h="200025">
                  <a:moveTo>
                    <a:pt x="3867848" y="123520"/>
                  </a:moveTo>
                  <a:lnTo>
                    <a:pt x="3852824" y="123520"/>
                  </a:lnTo>
                  <a:lnTo>
                    <a:pt x="3842029" y="167106"/>
                  </a:lnTo>
                  <a:lnTo>
                    <a:pt x="3841419" y="167106"/>
                  </a:lnTo>
                  <a:lnTo>
                    <a:pt x="3835412" y="143738"/>
                  </a:lnTo>
                  <a:lnTo>
                    <a:pt x="3830218" y="123520"/>
                  </a:lnTo>
                  <a:lnTo>
                    <a:pt x="3815397" y="123520"/>
                  </a:lnTo>
                  <a:lnTo>
                    <a:pt x="3804259" y="167106"/>
                  </a:lnTo>
                  <a:lnTo>
                    <a:pt x="3804196" y="167360"/>
                  </a:lnTo>
                  <a:lnTo>
                    <a:pt x="3803624" y="167360"/>
                  </a:lnTo>
                  <a:lnTo>
                    <a:pt x="3792677" y="123520"/>
                  </a:lnTo>
                  <a:lnTo>
                    <a:pt x="3777691" y="123520"/>
                  </a:lnTo>
                  <a:lnTo>
                    <a:pt x="3795306" y="185864"/>
                  </a:lnTo>
                  <a:lnTo>
                    <a:pt x="3810647" y="185864"/>
                  </a:lnTo>
                  <a:lnTo>
                    <a:pt x="3815778" y="167360"/>
                  </a:lnTo>
                  <a:lnTo>
                    <a:pt x="3822344" y="143738"/>
                  </a:lnTo>
                  <a:lnTo>
                    <a:pt x="3823195" y="143738"/>
                  </a:lnTo>
                  <a:lnTo>
                    <a:pt x="3834879" y="185864"/>
                  </a:lnTo>
                  <a:lnTo>
                    <a:pt x="3850182" y="185864"/>
                  </a:lnTo>
                  <a:lnTo>
                    <a:pt x="3855415" y="167360"/>
                  </a:lnTo>
                  <a:lnTo>
                    <a:pt x="3855491" y="167106"/>
                  </a:lnTo>
                  <a:lnTo>
                    <a:pt x="3867848" y="123520"/>
                  </a:lnTo>
                  <a:close/>
                </a:path>
                <a:path w="4119879" h="200025">
                  <a:moveTo>
                    <a:pt x="3872204" y="60655"/>
                  </a:moveTo>
                  <a:lnTo>
                    <a:pt x="3872192" y="45554"/>
                  </a:lnTo>
                  <a:lnTo>
                    <a:pt x="3871176" y="40398"/>
                  </a:lnTo>
                  <a:lnTo>
                    <a:pt x="3867696" y="33159"/>
                  </a:lnTo>
                  <a:lnTo>
                    <a:pt x="3867251" y="32232"/>
                  </a:lnTo>
                  <a:lnTo>
                    <a:pt x="3866604" y="30848"/>
                  </a:lnTo>
                  <a:lnTo>
                    <a:pt x="3863517" y="27241"/>
                  </a:lnTo>
                  <a:lnTo>
                    <a:pt x="3859619" y="24803"/>
                  </a:lnTo>
                  <a:lnTo>
                    <a:pt x="3857320" y="23342"/>
                  </a:lnTo>
                  <a:lnTo>
                    <a:pt x="3857320" y="57124"/>
                  </a:lnTo>
                  <a:lnTo>
                    <a:pt x="3856850" y="60020"/>
                  </a:lnTo>
                  <a:lnTo>
                    <a:pt x="3856786" y="60464"/>
                  </a:lnTo>
                  <a:lnTo>
                    <a:pt x="3845788" y="73304"/>
                  </a:lnTo>
                  <a:lnTo>
                    <a:pt x="3839426" y="73304"/>
                  </a:lnTo>
                  <a:lnTo>
                    <a:pt x="3827881" y="57124"/>
                  </a:lnTo>
                  <a:lnTo>
                    <a:pt x="3827881" y="49060"/>
                  </a:lnTo>
                  <a:lnTo>
                    <a:pt x="3839400" y="33159"/>
                  </a:lnTo>
                  <a:lnTo>
                    <a:pt x="3845814" y="33159"/>
                  </a:lnTo>
                  <a:lnTo>
                    <a:pt x="3848544" y="34010"/>
                  </a:lnTo>
                  <a:lnTo>
                    <a:pt x="3852926" y="37426"/>
                  </a:lnTo>
                  <a:lnTo>
                    <a:pt x="3854450" y="39598"/>
                  </a:lnTo>
                  <a:lnTo>
                    <a:pt x="3854577" y="39776"/>
                  </a:lnTo>
                  <a:lnTo>
                    <a:pt x="3856710" y="45554"/>
                  </a:lnTo>
                  <a:lnTo>
                    <a:pt x="3856799" y="45783"/>
                  </a:lnTo>
                  <a:lnTo>
                    <a:pt x="3857307" y="49060"/>
                  </a:lnTo>
                  <a:lnTo>
                    <a:pt x="3857320" y="57124"/>
                  </a:lnTo>
                  <a:lnTo>
                    <a:pt x="3857320" y="23342"/>
                  </a:lnTo>
                  <a:lnTo>
                    <a:pt x="3855758" y="22339"/>
                  </a:lnTo>
                  <a:lnTo>
                    <a:pt x="3851414" y="21107"/>
                  </a:lnTo>
                  <a:lnTo>
                    <a:pt x="3842943" y="21107"/>
                  </a:lnTo>
                  <a:lnTo>
                    <a:pt x="3828770" y="32232"/>
                  </a:lnTo>
                  <a:lnTo>
                    <a:pt x="3827919" y="32232"/>
                  </a:lnTo>
                  <a:lnTo>
                    <a:pt x="3827919" y="21920"/>
                  </a:lnTo>
                  <a:lnTo>
                    <a:pt x="3813467" y="21920"/>
                  </a:lnTo>
                  <a:lnTo>
                    <a:pt x="3813467" y="107645"/>
                  </a:lnTo>
                  <a:lnTo>
                    <a:pt x="3828161" y="107645"/>
                  </a:lnTo>
                  <a:lnTo>
                    <a:pt x="3828161" y="74447"/>
                  </a:lnTo>
                  <a:lnTo>
                    <a:pt x="3828770" y="74447"/>
                  </a:lnTo>
                  <a:lnTo>
                    <a:pt x="3843058" y="85356"/>
                  </a:lnTo>
                  <a:lnTo>
                    <a:pt x="3851529" y="85356"/>
                  </a:lnTo>
                  <a:lnTo>
                    <a:pt x="3855910" y="84099"/>
                  </a:lnTo>
                  <a:lnTo>
                    <a:pt x="3863657" y="79070"/>
                  </a:lnTo>
                  <a:lnTo>
                    <a:pt x="3866718" y="75412"/>
                  </a:lnTo>
                  <a:lnTo>
                    <a:pt x="3867162" y="74447"/>
                  </a:lnTo>
                  <a:lnTo>
                    <a:pt x="3867696" y="73304"/>
                  </a:lnTo>
                  <a:lnTo>
                    <a:pt x="3871201" y="65836"/>
                  </a:lnTo>
                  <a:lnTo>
                    <a:pt x="3872204" y="60655"/>
                  </a:lnTo>
                  <a:close/>
                </a:path>
                <a:path w="4119879" h="200025">
                  <a:moveTo>
                    <a:pt x="3902278" y="1143"/>
                  </a:moveTo>
                  <a:lnTo>
                    <a:pt x="3887584" y="1143"/>
                  </a:lnTo>
                  <a:lnTo>
                    <a:pt x="3887584" y="84264"/>
                  </a:lnTo>
                  <a:lnTo>
                    <a:pt x="3902278" y="84264"/>
                  </a:lnTo>
                  <a:lnTo>
                    <a:pt x="3902278" y="1143"/>
                  </a:lnTo>
                  <a:close/>
                </a:path>
                <a:path w="4119879" h="200025">
                  <a:moveTo>
                    <a:pt x="3931640" y="156159"/>
                  </a:moveTo>
                  <a:lnTo>
                    <a:pt x="3931577" y="139725"/>
                  </a:lnTo>
                  <a:lnTo>
                    <a:pt x="3930878" y="136550"/>
                  </a:lnTo>
                  <a:lnTo>
                    <a:pt x="3929443" y="133946"/>
                  </a:lnTo>
                  <a:lnTo>
                    <a:pt x="3927881" y="131025"/>
                  </a:lnTo>
                  <a:lnTo>
                    <a:pt x="3925900" y="128854"/>
                  </a:lnTo>
                  <a:lnTo>
                    <a:pt x="3920972" y="125628"/>
                  </a:lnTo>
                  <a:lnTo>
                    <a:pt x="3918254" y="124460"/>
                  </a:lnTo>
                  <a:lnTo>
                    <a:pt x="3916984" y="124167"/>
                  </a:lnTo>
                  <a:lnTo>
                    <a:pt x="3916984" y="156159"/>
                  </a:lnTo>
                  <a:lnTo>
                    <a:pt x="3916857" y="166230"/>
                  </a:lnTo>
                  <a:lnTo>
                    <a:pt x="3905491" y="176326"/>
                  </a:lnTo>
                  <a:lnTo>
                    <a:pt x="3899484" y="176326"/>
                  </a:lnTo>
                  <a:lnTo>
                    <a:pt x="3897325" y="175742"/>
                  </a:lnTo>
                  <a:lnTo>
                    <a:pt x="3897096" y="175742"/>
                  </a:lnTo>
                  <a:lnTo>
                    <a:pt x="3893007" y="172872"/>
                  </a:lnTo>
                  <a:lnTo>
                    <a:pt x="3892029" y="170827"/>
                  </a:lnTo>
                  <a:lnTo>
                    <a:pt x="3892029" y="166230"/>
                  </a:lnTo>
                  <a:lnTo>
                    <a:pt x="3904488" y="159067"/>
                  </a:lnTo>
                  <a:lnTo>
                    <a:pt x="3909631" y="158305"/>
                  </a:lnTo>
                  <a:lnTo>
                    <a:pt x="3916984" y="156159"/>
                  </a:lnTo>
                  <a:lnTo>
                    <a:pt x="3916984" y="124167"/>
                  </a:lnTo>
                  <a:lnTo>
                    <a:pt x="3912311" y="123063"/>
                  </a:lnTo>
                  <a:lnTo>
                    <a:pt x="3909314" y="122707"/>
                  </a:lnTo>
                  <a:lnTo>
                    <a:pt x="3901960" y="122707"/>
                  </a:lnTo>
                  <a:lnTo>
                    <a:pt x="3879862" y="139992"/>
                  </a:lnTo>
                  <a:lnTo>
                    <a:pt x="3880421" y="139992"/>
                  </a:lnTo>
                  <a:lnTo>
                    <a:pt x="3893604" y="141871"/>
                  </a:lnTo>
                  <a:lnTo>
                    <a:pt x="3902799" y="133946"/>
                  </a:lnTo>
                  <a:lnTo>
                    <a:pt x="3909796" y="133946"/>
                  </a:lnTo>
                  <a:lnTo>
                    <a:pt x="3912412" y="134785"/>
                  </a:lnTo>
                  <a:lnTo>
                    <a:pt x="3916045" y="138150"/>
                  </a:lnTo>
                  <a:lnTo>
                    <a:pt x="3916946" y="140512"/>
                  </a:lnTo>
                  <a:lnTo>
                    <a:pt x="3916946" y="145224"/>
                  </a:lnTo>
                  <a:lnTo>
                    <a:pt x="3898493" y="149745"/>
                  </a:lnTo>
                  <a:lnTo>
                    <a:pt x="3895560" y="150266"/>
                  </a:lnTo>
                  <a:lnTo>
                    <a:pt x="3892715" y="151003"/>
                  </a:lnTo>
                  <a:lnTo>
                    <a:pt x="3889895" y="151701"/>
                  </a:lnTo>
                  <a:lnTo>
                    <a:pt x="3887368" y="152742"/>
                  </a:lnTo>
                  <a:lnTo>
                    <a:pt x="3882872" y="155498"/>
                  </a:lnTo>
                  <a:lnTo>
                    <a:pt x="3881107" y="157340"/>
                  </a:lnTo>
                  <a:lnTo>
                    <a:pt x="3878503" y="161937"/>
                  </a:lnTo>
                  <a:lnTo>
                    <a:pt x="3877881" y="164693"/>
                  </a:lnTo>
                  <a:lnTo>
                    <a:pt x="3877957" y="172872"/>
                  </a:lnTo>
                  <a:lnTo>
                    <a:pt x="3894772" y="187121"/>
                  </a:lnTo>
                  <a:lnTo>
                    <a:pt x="3901973" y="187121"/>
                  </a:lnTo>
                  <a:lnTo>
                    <a:pt x="3917023" y="177304"/>
                  </a:lnTo>
                  <a:lnTo>
                    <a:pt x="3917518" y="177304"/>
                  </a:lnTo>
                  <a:lnTo>
                    <a:pt x="3917518" y="185864"/>
                  </a:lnTo>
                  <a:lnTo>
                    <a:pt x="3931640" y="185864"/>
                  </a:lnTo>
                  <a:lnTo>
                    <a:pt x="3931640" y="177304"/>
                  </a:lnTo>
                  <a:lnTo>
                    <a:pt x="3931640" y="176326"/>
                  </a:lnTo>
                  <a:lnTo>
                    <a:pt x="3931640" y="156159"/>
                  </a:lnTo>
                  <a:close/>
                </a:path>
                <a:path w="4119879" h="200025">
                  <a:moveTo>
                    <a:pt x="3975760" y="21920"/>
                  </a:moveTo>
                  <a:lnTo>
                    <a:pt x="3960139" y="21920"/>
                  </a:lnTo>
                  <a:lnTo>
                    <a:pt x="3945725" y="68999"/>
                  </a:lnTo>
                  <a:lnTo>
                    <a:pt x="3945077" y="68999"/>
                  </a:lnTo>
                  <a:lnTo>
                    <a:pt x="3930700" y="21920"/>
                  </a:lnTo>
                  <a:lnTo>
                    <a:pt x="3915118" y="21920"/>
                  </a:lnTo>
                  <a:lnTo>
                    <a:pt x="3937724" y="85559"/>
                  </a:lnTo>
                  <a:lnTo>
                    <a:pt x="3935577" y="91287"/>
                  </a:lnTo>
                  <a:lnTo>
                    <a:pt x="3934485" y="92964"/>
                  </a:lnTo>
                  <a:lnTo>
                    <a:pt x="3933177" y="93967"/>
                  </a:lnTo>
                  <a:lnTo>
                    <a:pt x="3931755" y="95110"/>
                  </a:lnTo>
                  <a:lnTo>
                    <a:pt x="3931577" y="95110"/>
                  </a:lnTo>
                  <a:lnTo>
                    <a:pt x="3930243" y="95580"/>
                  </a:lnTo>
                  <a:lnTo>
                    <a:pt x="3927081" y="95580"/>
                  </a:lnTo>
                  <a:lnTo>
                    <a:pt x="3925176" y="95275"/>
                  </a:lnTo>
                  <a:lnTo>
                    <a:pt x="3923030" y="94653"/>
                  </a:lnTo>
                  <a:lnTo>
                    <a:pt x="3919728" y="105740"/>
                  </a:lnTo>
                  <a:lnTo>
                    <a:pt x="3927195" y="107645"/>
                  </a:lnTo>
                  <a:lnTo>
                    <a:pt x="3933050" y="107645"/>
                  </a:lnTo>
                  <a:lnTo>
                    <a:pt x="3936352" y="107010"/>
                  </a:lnTo>
                  <a:lnTo>
                    <a:pt x="3939108" y="105740"/>
                  </a:lnTo>
                  <a:lnTo>
                    <a:pt x="3941889" y="104495"/>
                  </a:lnTo>
                  <a:lnTo>
                    <a:pt x="3944251" y="102679"/>
                  </a:lnTo>
                  <a:lnTo>
                    <a:pt x="3948087" y="97942"/>
                  </a:lnTo>
                  <a:lnTo>
                    <a:pt x="3949369" y="95580"/>
                  </a:lnTo>
                  <a:lnTo>
                    <a:pt x="3949535" y="95275"/>
                  </a:lnTo>
                  <a:lnTo>
                    <a:pt x="3949636" y="95110"/>
                  </a:lnTo>
                  <a:lnTo>
                    <a:pt x="3950792" y="91808"/>
                  </a:lnTo>
                  <a:lnTo>
                    <a:pt x="3958933" y="68999"/>
                  </a:lnTo>
                  <a:lnTo>
                    <a:pt x="3975760" y="21920"/>
                  </a:lnTo>
                  <a:close/>
                </a:path>
                <a:path w="4119879" h="200025">
                  <a:moveTo>
                    <a:pt x="3984650" y="123037"/>
                  </a:moveTo>
                  <a:lnTo>
                    <a:pt x="3983977" y="122897"/>
                  </a:lnTo>
                  <a:lnTo>
                    <a:pt x="3974922" y="122897"/>
                  </a:lnTo>
                  <a:lnTo>
                    <a:pt x="3972623" y="123609"/>
                  </a:lnTo>
                  <a:lnTo>
                    <a:pt x="3967073" y="127533"/>
                  </a:lnTo>
                  <a:lnTo>
                    <a:pt x="3965130" y="130314"/>
                  </a:lnTo>
                  <a:lnTo>
                    <a:pt x="3963987" y="133908"/>
                  </a:lnTo>
                  <a:lnTo>
                    <a:pt x="3963339" y="133908"/>
                  </a:lnTo>
                  <a:lnTo>
                    <a:pt x="3963339" y="123609"/>
                  </a:lnTo>
                  <a:lnTo>
                    <a:pt x="3949090" y="123609"/>
                  </a:lnTo>
                  <a:lnTo>
                    <a:pt x="3949090" y="185864"/>
                  </a:lnTo>
                  <a:lnTo>
                    <a:pt x="3963784" y="185864"/>
                  </a:lnTo>
                  <a:lnTo>
                    <a:pt x="3963784" y="146558"/>
                  </a:lnTo>
                  <a:lnTo>
                    <a:pt x="3964394" y="144221"/>
                  </a:lnTo>
                  <a:lnTo>
                    <a:pt x="3974782" y="135788"/>
                  </a:lnTo>
                  <a:lnTo>
                    <a:pt x="3980357" y="135788"/>
                  </a:lnTo>
                  <a:lnTo>
                    <a:pt x="3981691" y="135978"/>
                  </a:lnTo>
                  <a:lnTo>
                    <a:pt x="3983037" y="136144"/>
                  </a:lnTo>
                  <a:lnTo>
                    <a:pt x="3984028" y="136334"/>
                  </a:lnTo>
                  <a:lnTo>
                    <a:pt x="3984650" y="136550"/>
                  </a:lnTo>
                  <a:lnTo>
                    <a:pt x="3984650" y="135788"/>
                  </a:lnTo>
                  <a:lnTo>
                    <a:pt x="3984650" y="133908"/>
                  </a:lnTo>
                  <a:lnTo>
                    <a:pt x="3984650" y="123037"/>
                  </a:lnTo>
                  <a:close/>
                </a:path>
                <a:path w="4119879" h="200025">
                  <a:moveTo>
                    <a:pt x="4050855" y="102743"/>
                  </a:moveTo>
                  <a:lnTo>
                    <a:pt x="4036415" y="102743"/>
                  </a:lnTo>
                  <a:lnTo>
                    <a:pt x="4036415" y="150660"/>
                  </a:lnTo>
                  <a:lnTo>
                    <a:pt x="4036415" y="158724"/>
                  </a:lnTo>
                  <a:lnTo>
                    <a:pt x="4035945" y="161620"/>
                  </a:lnTo>
                  <a:lnTo>
                    <a:pt x="4035844" y="162255"/>
                  </a:lnTo>
                  <a:lnTo>
                    <a:pt x="4033621" y="168148"/>
                  </a:lnTo>
                  <a:lnTo>
                    <a:pt x="4033570" y="168313"/>
                  </a:lnTo>
                  <a:lnTo>
                    <a:pt x="4031996" y="170548"/>
                  </a:lnTo>
                  <a:lnTo>
                    <a:pt x="4031907" y="170688"/>
                  </a:lnTo>
                  <a:lnTo>
                    <a:pt x="4027525" y="174066"/>
                  </a:lnTo>
                  <a:lnTo>
                    <a:pt x="4024871" y="174904"/>
                  </a:lnTo>
                  <a:lnTo>
                    <a:pt x="4018534" y="174904"/>
                  </a:lnTo>
                  <a:lnTo>
                    <a:pt x="4006951" y="158724"/>
                  </a:lnTo>
                  <a:lnTo>
                    <a:pt x="4006964" y="150660"/>
                  </a:lnTo>
                  <a:lnTo>
                    <a:pt x="4018483" y="134759"/>
                  </a:lnTo>
                  <a:lnTo>
                    <a:pt x="4024922" y="134759"/>
                  </a:lnTo>
                  <a:lnTo>
                    <a:pt x="4027614" y="135610"/>
                  </a:lnTo>
                  <a:lnTo>
                    <a:pt x="4031945" y="138887"/>
                  </a:lnTo>
                  <a:lnTo>
                    <a:pt x="4033596" y="141198"/>
                  </a:lnTo>
                  <a:lnTo>
                    <a:pt x="4034701" y="144183"/>
                  </a:lnTo>
                  <a:lnTo>
                    <a:pt x="4035844" y="147154"/>
                  </a:lnTo>
                  <a:lnTo>
                    <a:pt x="4036415" y="150660"/>
                  </a:lnTo>
                  <a:lnTo>
                    <a:pt x="4036415" y="102743"/>
                  </a:lnTo>
                  <a:lnTo>
                    <a:pt x="4036123" y="102743"/>
                  </a:lnTo>
                  <a:lnTo>
                    <a:pt x="4036123" y="133832"/>
                  </a:lnTo>
                  <a:lnTo>
                    <a:pt x="4035514" y="133832"/>
                  </a:lnTo>
                  <a:lnTo>
                    <a:pt x="4034828" y="132448"/>
                  </a:lnTo>
                  <a:lnTo>
                    <a:pt x="4034764" y="132308"/>
                  </a:lnTo>
                  <a:lnTo>
                    <a:pt x="4033697" y="130708"/>
                  </a:lnTo>
                  <a:lnTo>
                    <a:pt x="4030929" y="127266"/>
                  </a:lnTo>
                  <a:lnTo>
                    <a:pt x="4029062" y="125793"/>
                  </a:lnTo>
                  <a:lnTo>
                    <a:pt x="4024350" y="123329"/>
                  </a:lnTo>
                  <a:lnTo>
                    <a:pt x="4021353" y="122707"/>
                  </a:lnTo>
                  <a:lnTo>
                    <a:pt x="4012908" y="122707"/>
                  </a:lnTo>
                  <a:lnTo>
                    <a:pt x="3992080" y="162255"/>
                  </a:lnTo>
                  <a:lnTo>
                    <a:pt x="3993083" y="167436"/>
                  </a:lnTo>
                  <a:lnTo>
                    <a:pt x="3997579" y="177012"/>
                  </a:lnTo>
                  <a:lnTo>
                    <a:pt x="4000639" y="180670"/>
                  </a:lnTo>
                  <a:lnTo>
                    <a:pt x="4008374" y="185699"/>
                  </a:lnTo>
                  <a:lnTo>
                    <a:pt x="4012755" y="186956"/>
                  </a:lnTo>
                  <a:lnTo>
                    <a:pt x="4021226" y="186956"/>
                  </a:lnTo>
                  <a:lnTo>
                    <a:pt x="4035514" y="176047"/>
                  </a:lnTo>
                  <a:lnTo>
                    <a:pt x="4036415" y="176047"/>
                  </a:lnTo>
                  <a:lnTo>
                    <a:pt x="4036415" y="185864"/>
                  </a:lnTo>
                  <a:lnTo>
                    <a:pt x="4050855" y="185864"/>
                  </a:lnTo>
                  <a:lnTo>
                    <a:pt x="4050855" y="176047"/>
                  </a:lnTo>
                  <a:lnTo>
                    <a:pt x="4050855" y="174904"/>
                  </a:lnTo>
                  <a:lnTo>
                    <a:pt x="4050855" y="134759"/>
                  </a:lnTo>
                  <a:lnTo>
                    <a:pt x="4050855" y="133832"/>
                  </a:lnTo>
                  <a:lnTo>
                    <a:pt x="4050855" y="102743"/>
                  </a:lnTo>
                  <a:close/>
                </a:path>
                <a:path w="4119879" h="200025">
                  <a:moveTo>
                    <a:pt x="4119791" y="162725"/>
                  </a:moveTo>
                  <a:lnTo>
                    <a:pt x="4118318" y="159118"/>
                  </a:lnTo>
                  <a:lnTo>
                    <a:pt x="4112564" y="153593"/>
                  </a:lnTo>
                  <a:lnTo>
                    <a:pt x="4108170" y="151574"/>
                  </a:lnTo>
                  <a:lnTo>
                    <a:pt x="4091648" y="148031"/>
                  </a:lnTo>
                  <a:lnTo>
                    <a:pt x="4088473" y="147307"/>
                  </a:lnTo>
                  <a:lnTo>
                    <a:pt x="4086199" y="146367"/>
                  </a:lnTo>
                  <a:lnTo>
                    <a:pt x="4083469" y="144094"/>
                  </a:lnTo>
                  <a:lnTo>
                    <a:pt x="4082808" y="142621"/>
                  </a:lnTo>
                  <a:lnTo>
                    <a:pt x="4082808" y="138696"/>
                  </a:lnTo>
                  <a:lnTo>
                    <a:pt x="4083824" y="136982"/>
                  </a:lnTo>
                  <a:lnTo>
                    <a:pt x="4087761" y="134454"/>
                  </a:lnTo>
                  <a:lnTo>
                    <a:pt x="4087469" y="134454"/>
                  </a:lnTo>
                  <a:lnTo>
                    <a:pt x="4090530" y="133667"/>
                  </a:lnTo>
                  <a:lnTo>
                    <a:pt x="4095864" y="133667"/>
                  </a:lnTo>
                  <a:lnTo>
                    <a:pt x="4097782" y="134035"/>
                  </a:lnTo>
                  <a:lnTo>
                    <a:pt x="4100919" y="135496"/>
                  </a:lnTo>
                  <a:lnTo>
                    <a:pt x="4102163" y="136448"/>
                  </a:lnTo>
                  <a:lnTo>
                    <a:pt x="4103916" y="138696"/>
                  </a:lnTo>
                  <a:lnTo>
                    <a:pt x="4104030" y="138836"/>
                  </a:lnTo>
                  <a:lnTo>
                    <a:pt x="4104703" y="140106"/>
                  </a:lnTo>
                  <a:lnTo>
                    <a:pt x="4105084" y="141465"/>
                  </a:lnTo>
                  <a:lnTo>
                    <a:pt x="4117429" y="140106"/>
                  </a:lnTo>
                  <a:lnTo>
                    <a:pt x="4118483" y="140106"/>
                  </a:lnTo>
                  <a:lnTo>
                    <a:pt x="4117467" y="134696"/>
                  </a:lnTo>
                  <a:lnTo>
                    <a:pt x="4116819" y="133667"/>
                  </a:lnTo>
                  <a:lnTo>
                    <a:pt x="4114863" y="130492"/>
                  </a:lnTo>
                  <a:lnTo>
                    <a:pt x="4106443" y="124269"/>
                  </a:lnTo>
                  <a:lnTo>
                    <a:pt x="4100690" y="122707"/>
                  </a:lnTo>
                  <a:lnTo>
                    <a:pt x="4088409" y="122707"/>
                  </a:lnTo>
                  <a:lnTo>
                    <a:pt x="4068153" y="137782"/>
                  </a:lnTo>
                  <a:lnTo>
                    <a:pt x="4068229" y="146367"/>
                  </a:lnTo>
                  <a:lnTo>
                    <a:pt x="4099217" y="162052"/>
                  </a:lnTo>
                  <a:lnTo>
                    <a:pt x="4101325" y="162941"/>
                  </a:lnTo>
                  <a:lnTo>
                    <a:pt x="4104068" y="165277"/>
                  </a:lnTo>
                  <a:lnTo>
                    <a:pt x="4104754" y="166751"/>
                  </a:lnTo>
                  <a:lnTo>
                    <a:pt x="4104754" y="170637"/>
                  </a:lnTo>
                  <a:lnTo>
                    <a:pt x="4103687" y="172415"/>
                  </a:lnTo>
                  <a:lnTo>
                    <a:pt x="4099433" y="175285"/>
                  </a:lnTo>
                  <a:lnTo>
                    <a:pt x="4096639" y="175996"/>
                  </a:lnTo>
                  <a:lnTo>
                    <a:pt x="4089768" y="175996"/>
                  </a:lnTo>
                  <a:lnTo>
                    <a:pt x="4087012" y="175285"/>
                  </a:lnTo>
                  <a:lnTo>
                    <a:pt x="4082796" y="172415"/>
                  </a:lnTo>
                  <a:lnTo>
                    <a:pt x="4081411" y="170294"/>
                  </a:lnTo>
                  <a:lnTo>
                    <a:pt x="4080764" y="167474"/>
                  </a:lnTo>
                  <a:lnTo>
                    <a:pt x="4066438" y="168859"/>
                  </a:lnTo>
                  <a:lnTo>
                    <a:pt x="4085552" y="187083"/>
                  </a:lnTo>
                  <a:lnTo>
                    <a:pt x="4098379" y="187083"/>
                  </a:lnTo>
                  <a:lnTo>
                    <a:pt x="4102976" y="186245"/>
                  </a:lnTo>
                  <a:lnTo>
                    <a:pt x="4110990" y="182892"/>
                  </a:lnTo>
                  <a:lnTo>
                    <a:pt x="4114114" y="180555"/>
                  </a:lnTo>
                  <a:lnTo>
                    <a:pt x="4117556" y="175996"/>
                  </a:lnTo>
                  <a:lnTo>
                    <a:pt x="4118622" y="174599"/>
                  </a:lnTo>
                  <a:lnTo>
                    <a:pt x="4119791" y="171119"/>
                  </a:lnTo>
                  <a:lnTo>
                    <a:pt x="4119791" y="162725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6172200" y="7137400"/>
              <a:ext cx="4483100" cy="495300"/>
            </a:xfrm>
            <a:custGeom>
              <a:avLst/>
              <a:gdLst/>
              <a:ahLst/>
              <a:cxnLst/>
              <a:rect l="l" t="t" r="r" b="b"/>
              <a:pathLst>
                <a:path w="4483100" h="495300">
                  <a:moveTo>
                    <a:pt x="76200" y="0"/>
                  </a:moveTo>
                  <a:lnTo>
                    <a:pt x="4406900" y="0"/>
                  </a:lnTo>
                  <a:lnTo>
                    <a:pt x="4436562" y="5987"/>
                  </a:lnTo>
                  <a:lnTo>
                    <a:pt x="4460782" y="22317"/>
                  </a:lnTo>
                  <a:lnTo>
                    <a:pt x="4477112" y="46537"/>
                  </a:lnTo>
                  <a:lnTo>
                    <a:pt x="4483100" y="76200"/>
                  </a:lnTo>
                  <a:lnTo>
                    <a:pt x="4483100" y="419100"/>
                  </a:lnTo>
                  <a:lnTo>
                    <a:pt x="4477112" y="448762"/>
                  </a:lnTo>
                  <a:lnTo>
                    <a:pt x="4460782" y="472982"/>
                  </a:lnTo>
                  <a:lnTo>
                    <a:pt x="4436562" y="489312"/>
                  </a:lnTo>
                  <a:lnTo>
                    <a:pt x="4406900" y="495300"/>
                  </a:lnTo>
                  <a:lnTo>
                    <a:pt x="76200" y="495300"/>
                  </a:lnTo>
                  <a:lnTo>
                    <a:pt x="46537" y="489312"/>
                  </a:lnTo>
                  <a:lnTo>
                    <a:pt x="22317" y="472982"/>
                  </a:lnTo>
                  <a:lnTo>
                    <a:pt x="5987" y="448762"/>
                  </a:lnTo>
                  <a:lnTo>
                    <a:pt x="0" y="419100"/>
                  </a:lnTo>
                  <a:lnTo>
                    <a:pt x="0" y="76200"/>
                  </a:ln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DD4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6172200" y="7137400"/>
              <a:ext cx="4483100" cy="495300"/>
            </a:xfrm>
            <a:custGeom>
              <a:avLst/>
              <a:gdLst/>
              <a:ahLst/>
              <a:cxnLst/>
              <a:rect l="l" t="t" r="r" b="b"/>
              <a:pathLst>
                <a:path w="4483100" h="495300">
                  <a:moveTo>
                    <a:pt x="4420538" y="487616"/>
                  </a:moveTo>
                  <a:lnTo>
                    <a:pt x="4421476" y="492357"/>
                  </a:lnTo>
                  <a:lnTo>
                    <a:pt x="4406899" y="495300"/>
                  </a:lnTo>
                  <a:lnTo>
                    <a:pt x="4406900" y="488950"/>
                  </a:lnTo>
                  <a:lnTo>
                    <a:pt x="4411573" y="488950"/>
                  </a:lnTo>
                  <a:lnTo>
                    <a:pt x="4416132" y="488492"/>
                  </a:lnTo>
                  <a:lnTo>
                    <a:pt x="4420538" y="487616"/>
                  </a:lnTo>
                  <a:close/>
                </a:path>
                <a:path w="4483100" h="495300">
                  <a:moveTo>
                    <a:pt x="4394174" y="482600"/>
                  </a:moveTo>
                  <a:lnTo>
                    <a:pt x="4406900" y="482600"/>
                  </a:lnTo>
                  <a:lnTo>
                    <a:pt x="4406900" y="495300"/>
                  </a:lnTo>
                  <a:lnTo>
                    <a:pt x="4394174" y="495300"/>
                  </a:lnTo>
                  <a:lnTo>
                    <a:pt x="4394174" y="482600"/>
                  </a:lnTo>
                  <a:close/>
                </a:path>
                <a:path w="4483100" h="495300">
                  <a:moveTo>
                    <a:pt x="4419307" y="481393"/>
                  </a:moveTo>
                  <a:lnTo>
                    <a:pt x="4420538" y="487616"/>
                  </a:lnTo>
                  <a:lnTo>
                    <a:pt x="4416132" y="488492"/>
                  </a:lnTo>
                  <a:lnTo>
                    <a:pt x="4411573" y="488950"/>
                  </a:lnTo>
                  <a:lnTo>
                    <a:pt x="4406900" y="488950"/>
                  </a:lnTo>
                  <a:lnTo>
                    <a:pt x="4406900" y="482600"/>
                  </a:lnTo>
                  <a:lnTo>
                    <a:pt x="4411154" y="482600"/>
                  </a:lnTo>
                  <a:lnTo>
                    <a:pt x="4415307" y="482180"/>
                  </a:lnTo>
                  <a:lnTo>
                    <a:pt x="4419307" y="481393"/>
                  </a:lnTo>
                  <a:close/>
                </a:path>
                <a:path w="4483100" h="495300">
                  <a:moveTo>
                    <a:pt x="4464989" y="457911"/>
                  </a:moveTo>
                  <a:lnTo>
                    <a:pt x="4469091" y="460658"/>
                  </a:lnTo>
                  <a:lnTo>
                    <a:pt x="4461508" y="471906"/>
                  </a:lnTo>
                  <a:lnTo>
                    <a:pt x="4460616" y="473095"/>
                  </a:lnTo>
                  <a:lnTo>
                    <a:pt x="4448458" y="481291"/>
                  </a:lnTo>
                  <a:lnTo>
                    <a:pt x="4445711" y="477190"/>
                  </a:lnTo>
                  <a:lnTo>
                    <a:pt x="4451220" y="473095"/>
                  </a:lnTo>
                  <a:lnTo>
                    <a:pt x="4456293" y="468493"/>
                  </a:lnTo>
                  <a:lnTo>
                    <a:pt x="4460895" y="463420"/>
                  </a:lnTo>
                  <a:lnTo>
                    <a:pt x="4464989" y="457911"/>
                  </a:lnTo>
                  <a:close/>
                </a:path>
                <a:path w="4483100" h="495300">
                  <a:moveTo>
                    <a:pt x="4459706" y="454367"/>
                  </a:moveTo>
                  <a:lnTo>
                    <a:pt x="4464989" y="457911"/>
                  </a:lnTo>
                  <a:lnTo>
                    <a:pt x="4460895" y="463420"/>
                  </a:lnTo>
                  <a:lnTo>
                    <a:pt x="4456293" y="468493"/>
                  </a:lnTo>
                  <a:lnTo>
                    <a:pt x="4451220" y="473095"/>
                  </a:lnTo>
                  <a:lnTo>
                    <a:pt x="4445709" y="477190"/>
                  </a:lnTo>
                  <a:lnTo>
                    <a:pt x="4442167" y="471906"/>
                  </a:lnTo>
                  <a:lnTo>
                    <a:pt x="4449102" y="467271"/>
                  </a:lnTo>
                  <a:lnTo>
                    <a:pt x="4455071" y="461302"/>
                  </a:lnTo>
                  <a:lnTo>
                    <a:pt x="4459706" y="454367"/>
                  </a:lnTo>
                  <a:close/>
                </a:path>
                <a:path w="4483100" h="495300">
                  <a:moveTo>
                    <a:pt x="4476750" y="406857"/>
                  </a:moveTo>
                  <a:lnTo>
                    <a:pt x="4483100" y="406857"/>
                  </a:lnTo>
                  <a:lnTo>
                    <a:pt x="4483100" y="419100"/>
                  </a:lnTo>
                  <a:lnTo>
                    <a:pt x="4480157" y="433676"/>
                  </a:lnTo>
                  <a:lnTo>
                    <a:pt x="4475422" y="432739"/>
                  </a:lnTo>
                  <a:lnTo>
                    <a:pt x="4476292" y="428332"/>
                  </a:lnTo>
                  <a:lnTo>
                    <a:pt x="4476750" y="423773"/>
                  </a:lnTo>
                  <a:lnTo>
                    <a:pt x="4476750" y="406857"/>
                  </a:lnTo>
                  <a:close/>
                </a:path>
                <a:path w="4483100" h="495300">
                  <a:moveTo>
                    <a:pt x="4470400" y="406857"/>
                  </a:moveTo>
                  <a:lnTo>
                    <a:pt x="4476750" y="406857"/>
                  </a:lnTo>
                  <a:lnTo>
                    <a:pt x="4476750" y="423773"/>
                  </a:lnTo>
                  <a:lnTo>
                    <a:pt x="4476375" y="427507"/>
                  </a:lnTo>
                  <a:lnTo>
                    <a:pt x="4476292" y="428332"/>
                  </a:lnTo>
                  <a:lnTo>
                    <a:pt x="4475416" y="432739"/>
                  </a:lnTo>
                  <a:lnTo>
                    <a:pt x="4469193" y="431507"/>
                  </a:lnTo>
                  <a:lnTo>
                    <a:pt x="4469980" y="427507"/>
                  </a:lnTo>
                  <a:lnTo>
                    <a:pt x="4470357" y="423773"/>
                  </a:lnTo>
                  <a:lnTo>
                    <a:pt x="4470400" y="406857"/>
                  </a:lnTo>
                  <a:close/>
                </a:path>
                <a:path w="4483100" h="495300">
                  <a:moveTo>
                    <a:pt x="4476750" y="357873"/>
                  </a:moveTo>
                  <a:lnTo>
                    <a:pt x="4483100" y="357873"/>
                  </a:lnTo>
                  <a:lnTo>
                    <a:pt x="4483100" y="382358"/>
                  </a:lnTo>
                  <a:lnTo>
                    <a:pt x="4476750" y="382358"/>
                  </a:lnTo>
                  <a:lnTo>
                    <a:pt x="4476750" y="357873"/>
                  </a:lnTo>
                  <a:close/>
                </a:path>
                <a:path w="4483100" h="495300">
                  <a:moveTo>
                    <a:pt x="4470400" y="357873"/>
                  </a:moveTo>
                  <a:lnTo>
                    <a:pt x="4476750" y="357873"/>
                  </a:lnTo>
                  <a:lnTo>
                    <a:pt x="4476750" y="382358"/>
                  </a:lnTo>
                  <a:lnTo>
                    <a:pt x="4470400" y="382358"/>
                  </a:lnTo>
                  <a:lnTo>
                    <a:pt x="4470400" y="357873"/>
                  </a:lnTo>
                  <a:close/>
                </a:path>
                <a:path w="4483100" h="495300">
                  <a:moveTo>
                    <a:pt x="4476750" y="308876"/>
                  </a:moveTo>
                  <a:lnTo>
                    <a:pt x="4483100" y="308876"/>
                  </a:lnTo>
                  <a:lnTo>
                    <a:pt x="4483100" y="333375"/>
                  </a:lnTo>
                  <a:lnTo>
                    <a:pt x="4476750" y="333375"/>
                  </a:lnTo>
                  <a:lnTo>
                    <a:pt x="4476750" y="308876"/>
                  </a:lnTo>
                  <a:close/>
                </a:path>
                <a:path w="4483100" h="495300">
                  <a:moveTo>
                    <a:pt x="4470400" y="308876"/>
                  </a:moveTo>
                  <a:lnTo>
                    <a:pt x="4476750" y="308876"/>
                  </a:lnTo>
                  <a:lnTo>
                    <a:pt x="4476750" y="333375"/>
                  </a:lnTo>
                  <a:lnTo>
                    <a:pt x="4470400" y="333375"/>
                  </a:lnTo>
                  <a:lnTo>
                    <a:pt x="4470400" y="308876"/>
                  </a:lnTo>
                  <a:close/>
                </a:path>
                <a:path w="4483100" h="495300">
                  <a:moveTo>
                    <a:pt x="4476750" y="259892"/>
                  </a:moveTo>
                  <a:lnTo>
                    <a:pt x="4483100" y="259892"/>
                  </a:lnTo>
                  <a:lnTo>
                    <a:pt x="4483100" y="284391"/>
                  </a:lnTo>
                  <a:lnTo>
                    <a:pt x="4476750" y="284391"/>
                  </a:lnTo>
                  <a:lnTo>
                    <a:pt x="4476750" y="259892"/>
                  </a:lnTo>
                  <a:close/>
                </a:path>
                <a:path w="4483100" h="495300">
                  <a:moveTo>
                    <a:pt x="4470400" y="259892"/>
                  </a:moveTo>
                  <a:lnTo>
                    <a:pt x="4476750" y="259892"/>
                  </a:lnTo>
                  <a:lnTo>
                    <a:pt x="4476750" y="284391"/>
                  </a:lnTo>
                  <a:lnTo>
                    <a:pt x="4470400" y="284391"/>
                  </a:lnTo>
                  <a:lnTo>
                    <a:pt x="4470400" y="259892"/>
                  </a:lnTo>
                  <a:close/>
                </a:path>
                <a:path w="4483100" h="495300">
                  <a:moveTo>
                    <a:pt x="4476750" y="210908"/>
                  </a:moveTo>
                  <a:lnTo>
                    <a:pt x="4483100" y="210908"/>
                  </a:lnTo>
                  <a:lnTo>
                    <a:pt x="4483100" y="235407"/>
                  </a:lnTo>
                  <a:lnTo>
                    <a:pt x="4476750" y="235407"/>
                  </a:lnTo>
                  <a:lnTo>
                    <a:pt x="4476750" y="210908"/>
                  </a:lnTo>
                  <a:close/>
                </a:path>
                <a:path w="4483100" h="495300">
                  <a:moveTo>
                    <a:pt x="4470400" y="210908"/>
                  </a:moveTo>
                  <a:lnTo>
                    <a:pt x="4476750" y="210908"/>
                  </a:lnTo>
                  <a:lnTo>
                    <a:pt x="4476750" y="235407"/>
                  </a:lnTo>
                  <a:lnTo>
                    <a:pt x="4470400" y="235407"/>
                  </a:lnTo>
                  <a:lnTo>
                    <a:pt x="4470400" y="210908"/>
                  </a:lnTo>
                  <a:close/>
                </a:path>
                <a:path w="4483100" h="495300">
                  <a:moveTo>
                    <a:pt x="4476750" y="161925"/>
                  </a:moveTo>
                  <a:lnTo>
                    <a:pt x="4483100" y="161925"/>
                  </a:lnTo>
                  <a:lnTo>
                    <a:pt x="4483100" y="186423"/>
                  </a:lnTo>
                  <a:lnTo>
                    <a:pt x="4476750" y="186423"/>
                  </a:lnTo>
                  <a:lnTo>
                    <a:pt x="4476750" y="161925"/>
                  </a:lnTo>
                  <a:close/>
                </a:path>
                <a:path w="4483100" h="495300">
                  <a:moveTo>
                    <a:pt x="4470400" y="161925"/>
                  </a:moveTo>
                  <a:lnTo>
                    <a:pt x="4476750" y="161925"/>
                  </a:lnTo>
                  <a:lnTo>
                    <a:pt x="4476750" y="186423"/>
                  </a:lnTo>
                  <a:lnTo>
                    <a:pt x="4470400" y="186423"/>
                  </a:lnTo>
                  <a:lnTo>
                    <a:pt x="4470400" y="161925"/>
                  </a:lnTo>
                  <a:close/>
                </a:path>
                <a:path w="4483100" h="495300">
                  <a:moveTo>
                    <a:pt x="4476750" y="112941"/>
                  </a:moveTo>
                  <a:lnTo>
                    <a:pt x="4483100" y="112941"/>
                  </a:lnTo>
                  <a:lnTo>
                    <a:pt x="4483100" y="137426"/>
                  </a:lnTo>
                  <a:lnTo>
                    <a:pt x="4476750" y="137426"/>
                  </a:lnTo>
                  <a:lnTo>
                    <a:pt x="4476750" y="112941"/>
                  </a:lnTo>
                  <a:close/>
                </a:path>
                <a:path w="4483100" h="495300">
                  <a:moveTo>
                    <a:pt x="4470400" y="112941"/>
                  </a:moveTo>
                  <a:lnTo>
                    <a:pt x="4476750" y="112941"/>
                  </a:lnTo>
                  <a:lnTo>
                    <a:pt x="4476750" y="137426"/>
                  </a:lnTo>
                  <a:lnTo>
                    <a:pt x="4470400" y="137426"/>
                  </a:lnTo>
                  <a:lnTo>
                    <a:pt x="4470400" y="112941"/>
                  </a:lnTo>
                  <a:close/>
                </a:path>
                <a:path w="4483100" h="495300">
                  <a:moveTo>
                    <a:pt x="4480157" y="61623"/>
                  </a:moveTo>
                  <a:lnTo>
                    <a:pt x="4483100" y="76200"/>
                  </a:lnTo>
                  <a:lnTo>
                    <a:pt x="4483100" y="88442"/>
                  </a:lnTo>
                  <a:lnTo>
                    <a:pt x="4476750" y="88442"/>
                  </a:lnTo>
                  <a:lnTo>
                    <a:pt x="4476750" y="71526"/>
                  </a:lnTo>
                  <a:lnTo>
                    <a:pt x="4476375" y="67792"/>
                  </a:lnTo>
                  <a:lnTo>
                    <a:pt x="4476292" y="66967"/>
                  </a:lnTo>
                  <a:lnTo>
                    <a:pt x="4475416" y="62561"/>
                  </a:lnTo>
                  <a:lnTo>
                    <a:pt x="4480157" y="61623"/>
                  </a:lnTo>
                  <a:close/>
                </a:path>
                <a:path w="4483100" h="495300">
                  <a:moveTo>
                    <a:pt x="4475416" y="62561"/>
                  </a:moveTo>
                  <a:lnTo>
                    <a:pt x="4476292" y="66967"/>
                  </a:lnTo>
                  <a:lnTo>
                    <a:pt x="4476750" y="71526"/>
                  </a:lnTo>
                  <a:lnTo>
                    <a:pt x="4476750" y="88442"/>
                  </a:lnTo>
                  <a:lnTo>
                    <a:pt x="4470400" y="88442"/>
                  </a:lnTo>
                  <a:lnTo>
                    <a:pt x="4470357" y="71526"/>
                  </a:lnTo>
                  <a:lnTo>
                    <a:pt x="4469980" y="67792"/>
                  </a:lnTo>
                  <a:lnTo>
                    <a:pt x="4469193" y="63792"/>
                  </a:lnTo>
                  <a:lnTo>
                    <a:pt x="4475416" y="62561"/>
                  </a:lnTo>
                  <a:close/>
                </a:path>
                <a:path w="4483100" h="495300">
                  <a:moveTo>
                    <a:pt x="4445709" y="18110"/>
                  </a:moveTo>
                  <a:lnTo>
                    <a:pt x="4451344" y="22317"/>
                  </a:lnTo>
                  <a:lnTo>
                    <a:pt x="4456293" y="26806"/>
                  </a:lnTo>
                  <a:lnTo>
                    <a:pt x="4460895" y="31879"/>
                  </a:lnTo>
                  <a:lnTo>
                    <a:pt x="4464990" y="37390"/>
                  </a:lnTo>
                  <a:lnTo>
                    <a:pt x="4459706" y="40932"/>
                  </a:lnTo>
                  <a:lnTo>
                    <a:pt x="4455071" y="33997"/>
                  </a:lnTo>
                  <a:lnTo>
                    <a:pt x="4449102" y="28028"/>
                  </a:lnTo>
                  <a:lnTo>
                    <a:pt x="4442167" y="23393"/>
                  </a:lnTo>
                  <a:lnTo>
                    <a:pt x="4445709" y="18110"/>
                  </a:lnTo>
                  <a:close/>
                </a:path>
                <a:path w="4483100" h="495300">
                  <a:moveTo>
                    <a:pt x="4448458" y="14008"/>
                  </a:moveTo>
                  <a:lnTo>
                    <a:pt x="4460782" y="22317"/>
                  </a:lnTo>
                  <a:lnTo>
                    <a:pt x="4469091" y="34641"/>
                  </a:lnTo>
                  <a:lnTo>
                    <a:pt x="4464987" y="37390"/>
                  </a:lnTo>
                  <a:lnTo>
                    <a:pt x="4460895" y="31879"/>
                  </a:lnTo>
                  <a:lnTo>
                    <a:pt x="4456293" y="26806"/>
                  </a:lnTo>
                  <a:lnTo>
                    <a:pt x="4451344" y="22317"/>
                  </a:lnTo>
                  <a:lnTo>
                    <a:pt x="4445711" y="18110"/>
                  </a:lnTo>
                  <a:lnTo>
                    <a:pt x="4448458" y="14008"/>
                  </a:lnTo>
                  <a:close/>
                </a:path>
                <a:path w="4483100" h="495300">
                  <a:moveTo>
                    <a:pt x="4406900" y="6350"/>
                  </a:moveTo>
                  <a:lnTo>
                    <a:pt x="4411573" y="6350"/>
                  </a:lnTo>
                  <a:lnTo>
                    <a:pt x="4416132" y="6807"/>
                  </a:lnTo>
                  <a:lnTo>
                    <a:pt x="4420538" y="7683"/>
                  </a:lnTo>
                  <a:lnTo>
                    <a:pt x="4419307" y="13906"/>
                  </a:lnTo>
                  <a:lnTo>
                    <a:pt x="4415307" y="13119"/>
                  </a:lnTo>
                  <a:lnTo>
                    <a:pt x="4411154" y="12700"/>
                  </a:lnTo>
                  <a:lnTo>
                    <a:pt x="4406900" y="12700"/>
                  </a:lnTo>
                  <a:lnTo>
                    <a:pt x="4406900" y="6350"/>
                  </a:lnTo>
                  <a:close/>
                </a:path>
                <a:path w="4483100" h="495300">
                  <a:moveTo>
                    <a:pt x="4394161" y="0"/>
                  </a:moveTo>
                  <a:lnTo>
                    <a:pt x="4406900" y="0"/>
                  </a:lnTo>
                  <a:lnTo>
                    <a:pt x="4406900" y="12700"/>
                  </a:lnTo>
                  <a:lnTo>
                    <a:pt x="4394161" y="12700"/>
                  </a:lnTo>
                  <a:lnTo>
                    <a:pt x="4394161" y="0"/>
                  </a:lnTo>
                  <a:close/>
                </a:path>
                <a:path w="4483100" h="495300">
                  <a:moveTo>
                    <a:pt x="4406900" y="0"/>
                  </a:moveTo>
                  <a:lnTo>
                    <a:pt x="4421476" y="2942"/>
                  </a:lnTo>
                  <a:lnTo>
                    <a:pt x="4420538" y="7683"/>
                  </a:lnTo>
                  <a:lnTo>
                    <a:pt x="4416132" y="6807"/>
                  </a:lnTo>
                  <a:lnTo>
                    <a:pt x="4411573" y="6350"/>
                  </a:lnTo>
                  <a:lnTo>
                    <a:pt x="4406900" y="6350"/>
                  </a:lnTo>
                  <a:lnTo>
                    <a:pt x="4406900" y="0"/>
                  </a:lnTo>
                  <a:close/>
                </a:path>
                <a:path w="4483100" h="495300">
                  <a:moveTo>
                    <a:pt x="4343209" y="0"/>
                  </a:moveTo>
                  <a:lnTo>
                    <a:pt x="4368685" y="0"/>
                  </a:lnTo>
                  <a:lnTo>
                    <a:pt x="4368685" y="12700"/>
                  </a:lnTo>
                  <a:lnTo>
                    <a:pt x="4343209" y="12700"/>
                  </a:lnTo>
                  <a:lnTo>
                    <a:pt x="4343209" y="0"/>
                  </a:lnTo>
                  <a:close/>
                </a:path>
                <a:path w="4483100" h="495300">
                  <a:moveTo>
                    <a:pt x="4292269" y="0"/>
                  </a:moveTo>
                  <a:lnTo>
                    <a:pt x="4317733" y="0"/>
                  </a:lnTo>
                  <a:lnTo>
                    <a:pt x="4317733" y="12700"/>
                  </a:lnTo>
                  <a:lnTo>
                    <a:pt x="4292269" y="12700"/>
                  </a:lnTo>
                  <a:lnTo>
                    <a:pt x="4292269" y="0"/>
                  </a:lnTo>
                  <a:close/>
                </a:path>
                <a:path w="4483100" h="495300">
                  <a:moveTo>
                    <a:pt x="4241317" y="0"/>
                  </a:moveTo>
                  <a:lnTo>
                    <a:pt x="4266793" y="0"/>
                  </a:lnTo>
                  <a:lnTo>
                    <a:pt x="4266793" y="12700"/>
                  </a:lnTo>
                  <a:lnTo>
                    <a:pt x="4241317" y="12700"/>
                  </a:lnTo>
                  <a:lnTo>
                    <a:pt x="4241317" y="0"/>
                  </a:lnTo>
                  <a:close/>
                </a:path>
                <a:path w="4483100" h="495300">
                  <a:moveTo>
                    <a:pt x="4190365" y="0"/>
                  </a:moveTo>
                  <a:lnTo>
                    <a:pt x="4215841" y="0"/>
                  </a:lnTo>
                  <a:lnTo>
                    <a:pt x="4215841" y="12700"/>
                  </a:lnTo>
                  <a:lnTo>
                    <a:pt x="4190365" y="12700"/>
                  </a:lnTo>
                  <a:lnTo>
                    <a:pt x="4190365" y="0"/>
                  </a:lnTo>
                  <a:close/>
                </a:path>
                <a:path w="4483100" h="495300">
                  <a:moveTo>
                    <a:pt x="4139412" y="0"/>
                  </a:moveTo>
                  <a:lnTo>
                    <a:pt x="4164888" y="0"/>
                  </a:lnTo>
                  <a:lnTo>
                    <a:pt x="4164888" y="12700"/>
                  </a:lnTo>
                  <a:lnTo>
                    <a:pt x="4139412" y="12700"/>
                  </a:lnTo>
                  <a:lnTo>
                    <a:pt x="4139412" y="0"/>
                  </a:lnTo>
                  <a:close/>
                </a:path>
                <a:path w="4483100" h="495300">
                  <a:moveTo>
                    <a:pt x="4088460" y="0"/>
                  </a:moveTo>
                  <a:lnTo>
                    <a:pt x="4113936" y="0"/>
                  </a:lnTo>
                  <a:lnTo>
                    <a:pt x="4113936" y="12700"/>
                  </a:lnTo>
                  <a:lnTo>
                    <a:pt x="4088460" y="12700"/>
                  </a:lnTo>
                  <a:lnTo>
                    <a:pt x="4088460" y="0"/>
                  </a:lnTo>
                  <a:close/>
                </a:path>
                <a:path w="4483100" h="495300">
                  <a:moveTo>
                    <a:pt x="4037520" y="0"/>
                  </a:moveTo>
                  <a:lnTo>
                    <a:pt x="4062996" y="0"/>
                  </a:lnTo>
                  <a:lnTo>
                    <a:pt x="4062996" y="12700"/>
                  </a:lnTo>
                  <a:lnTo>
                    <a:pt x="4037520" y="12700"/>
                  </a:lnTo>
                  <a:lnTo>
                    <a:pt x="4037520" y="0"/>
                  </a:lnTo>
                  <a:close/>
                </a:path>
                <a:path w="4483100" h="495300">
                  <a:moveTo>
                    <a:pt x="3986568" y="0"/>
                  </a:moveTo>
                  <a:lnTo>
                    <a:pt x="4012044" y="0"/>
                  </a:lnTo>
                  <a:lnTo>
                    <a:pt x="4012044" y="12700"/>
                  </a:lnTo>
                  <a:lnTo>
                    <a:pt x="3986568" y="12700"/>
                  </a:lnTo>
                  <a:lnTo>
                    <a:pt x="3986568" y="0"/>
                  </a:lnTo>
                  <a:close/>
                </a:path>
                <a:path w="4483100" h="495300">
                  <a:moveTo>
                    <a:pt x="3935615" y="0"/>
                  </a:moveTo>
                  <a:lnTo>
                    <a:pt x="3961091" y="0"/>
                  </a:lnTo>
                  <a:lnTo>
                    <a:pt x="3961091" y="12700"/>
                  </a:lnTo>
                  <a:lnTo>
                    <a:pt x="3935615" y="12700"/>
                  </a:lnTo>
                  <a:lnTo>
                    <a:pt x="3935615" y="0"/>
                  </a:lnTo>
                  <a:close/>
                </a:path>
                <a:path w="4483100" h="495300">
                  <a:moveTo>
                    <a:pt x="3884663" y="0"/>
                  </a:moveTo>
                  <a:lnTo>
                    <a:pt x="3910139" y="0"/>
                  </a:lnTo>
                  <a:lnTo>
                    <a:pt x="3910139" y="12700"/>
                  </a:lnTo>
                  <a:lnTo>
                    <a:pt x="3884663" y="12700"/>
                  </a:lnTo>
                  <a:lnTo>
                    <a:pt x="3884663" y="0"/>
                  </a:lnTo>
                  <a:close/>
                </a:path>
                <a:path w="4483100" h="495300">
                  <a:moveTo>
                    <a:pt x="3833723" y="0"/>
                  </a:moveTo>
                  <a:lnTo>
                    <a:pt x="3859199" y="0"/>
                  </a:lnTo>
                  <a:lnTo>
                    <a:pt x="3859199" y="12700"/>
                  </a:lnTo>
                  <a:lnTo>
                    <a:pt x="3833723" y="12700"/>
                  </a:lnTo>
                  <a:lnTo>
                    <a:pt x="3833723" y="0"/>
                  </a:lnTo>
                  <a:close/>
                </a:path>
                <a:path w="4483100" h="495300">
                  <a:moveTo>
                    <a:pt x="3782771" y="0"/>
                  </a:moveTo>
                  <a:lnTo>
                    <a:pt x="3808247" y="0"/>
                  </a:lnTo>
                  <a:lnTo>
                    <a:pt x="3808247" y="12700"/>
                  </a:lnTo>
                  <a:lnTo>
                    <a:pt x="3782771" y="12700"/>
                  </a:lnTo>
                  <a:lnTo>
                    <a:pt x="3782771" y="0"/>
                  </a:lnTo>
                  <a:close/>
                </a:path>
                <a:path w="4483100" h="495300">
                  <a:moveTo>
                    <a:pt x="3731818" y="0"/>
                  </a:moveTo>
                  <a:lnTo>
                    <a:pt x="3757295" y="0"/>
                  </a:lnTo>
                  <a:lnTo>
                    <a:pt x="3757295" y="12700"/>
                  </a:lnTo>
                  <a:lnTo>
                    <a:pt x="3731818" y="12700"/>
                  </a:lnTo>
                  <a:lnTo>
                    <a:pt x="3731818" y="0"/>
                  </a:lnTo>
                  <a:close/>
                </a:path>
                <a:path w="4483100" h="495300">
                  <a:moveTo>
                    <a:pt x="3680866" y="0"/>
                  </a:moveTo>
                  <a:lnTo>
                    <a:pt x="3706342" y="0"/>
                  </a:lnTo>
                  <a:lnTo>
                    <a:pt x="3706342" y="12700"/>
                  </a:lnTo>
                  <a:lnTo>
                    <a:pt x="3680866" y="12700"/>
                  </a:lnTo>
                  <a:lnTo>
                    <a:pt x="3680866" y="0"/>
                  </a:lnTo>
                  <a:close/>
                </a:path>
                <a:path w="4483100" h="495300">
                  <a:moveTo>
                    <a:pt x="3629926" y="0"/>
                  </a:moveTo>
                  <a:lnTo>
                    <a:pt x="3655390" y="0"/>
                  </a:lnTo>
                  <a:lnTo>
                    <a:pt x="3655390" y="12700"/>
                  </a:lnTo>
                  <a:lnTo>
                    <a:pt x="3629926" y="12700"/>
                  </a:lnTo>
                  <a:lnTo>
                    <a:pt x="3629926" y="0"/>
                  </a:lnTo>
                  <a:close/>
                </a:path>
                <a:path w="4483100" h="495300">
                  <a:moveTo>
                    <a:pt x="3578974" y="0"/>
                  </a:moveTo>
                  <a:lnTo>
                    <a:pt x="3604450" y="0"/>
                  </a:lnTo>
                  <a:lnTo>
                    <a:pt x="3604450" y="12700"/>
                  </a:lnTo>
                  <a:lnTo>
                    <a:pt x="3578974" y="12700"/>
                  </a:lnTo>
                  <a:lnTo>
                    <a:pt x="3578974" y="0"/>
                  </a:lnTo>
                  <a:close/>
                </a:path>
                <a:path w="4483100" h="495300">
                  <a:moveTo>
                    <a:pt x="3528021" y="0"/>
                  </a:moveTo>
                  <a:lnTo>
                    <a:pt x="3553498" y="0"/>
                  </a:lnTo>
                  <a:lnTo>
                    <a:pt x="3553498" y="12700"/>
                  </a:lnTo>
                  <a:lnTo>
                    <a:pt x="3528021" y="12700"/>
                  </a:lnTo>
                  <a:lnTo>
                    <a:pt x="3528021" y="0"/>
                  </a:lnTo>
                  <a:close/>
                </a:path>
                <a:path w="4483100" h="495300">
                  <a:moveTo>
                    <a:pt x="3477069" y="0"/>
                  </a:moveTo>
                  <a:lnTo>
                    <a:pt x="3502545" y="0"/>
                  </a:lnTo>
                  <a:lnTo>
                    <a:pt x="3502545" y="12700"/>
                  </a:lnTo>
                  <a:lnTo>
                    <a:pt x="3477069" y="12700"/>
                  </a:lnTo>
                  <a:lnTo>
                    <a:pt x="3477069" y="0"/>
                  </a:lnTo>
                  <a:close/>
                </a:path>
                <a:path w="4483100" h="495300">
                  <a:moveTo>
                    <a:pt x="3426129" y="0"/>
                  </a:moveTo>
                  <a:lnTo>
                    <a:pt x="3451593" y="0"/>
                  </a:lnTo>
                  <a:lnTo>
                    <a:pt x="3451593" y="12700"/>
                  </a:lnTo>
                  <a:lnTo>
                    <a:pt x="3426129" y="12700"/>
                  </a:lnTo>
                  <a:lnTo>
                    <a:pt x="3426129" y="0"/>
                  </a:lnTo>
                  <a:close/>
                </a:path>
                <a:path w="4483100" h="495300">
                  <a:moveTo>
                    <a:pt x="3375177" y="0"/>
                  </a:moveTo>
                  <a:lnTo>
                    <a:pt x="3400653" y="0"/>
                  </a:lnTo>
                  <a:lnTo>
                    <a:pt x="3400653" y="12700"/>
                  </a:lnTo>
                  <a:lnTo>
                    <a:pt x="3375177" y="12700"/>
                  </a:lnTo>
                  <a:lnTo>
                    <a:pt x="3375177" y="0"/>
                  </a:lnTo>
                  <a:close/>
                </a:path>
                <a:path w="4483100" h="495300">
                  <a:moveTo>
                    <a:pt x="3324225" y="0"/>
                  </a:moveTo>
                  <a:lnTo>
                    <a:pt x="3349701" y="0"/>
                  </a:lnTo>
                  <a:lnTo>
                    <a:pt x="3349701" y="12700"/>
                  </a:lnTo>
                  <a:lnTo>
                    <a:pt x="3324225" y="12700"/>
                  </a:lnTo>
                  <a:lnTo>
                    <a:pt x="3324225" y="0"/>
                  </a:lnTo>
                  <a:close/>
                </a:path>
                <a:path w="4483100" h="495300">
                  <a:moveTo>
                    <a:pt x="3273272" y="0"/>
                  </a:moveTo>
                  <a:lnTo>
                    <a:pt x="3298748" y="0"/>
                  </a:lnTo>
                  <a:lnTo>
                    <a:pt x="3298748" y="12700"/>
                  </a:lnTo>
                  <a:lnTo>
                    <a:pt x="3273272" y="12700"/>
                  </a:lnTo>
                  <a:lnTo>
                    <a:pt x="3273272" y="0"/>
                  </a:lnTo>
                  <a:close/>
                </a:path>
                <a:path w="4483100" h="495300">
                  <a:moveTo>
                    <a:pt x="3222320" y="0"/>
                  </a:moveTo>
                  <a:lnTo>
                    <a:pt x="3247796" y="0"/>
                  </a:lnTo>
                  <a:lnTo>
                    <a:pt x="3247796" y="12700"/>
                  </a:lnTo>
                  <a:lnTo>
                    <a:pt x="3222320" y="12700"/>
                  </a:lnTo>
                  <a:lnTo>
                    <a:pt x="3222320" y="0"/>
                  </a:lnTo>
                  <a:close/>
                </a:path>
                <a:path w="4483100" h="495300">
                  <a:moveTo>
                    <a:pt x="3171380" y="0"/>
                  </a:moveTo>
                  <a:lnTo>
                    <a:pt x="3196856" y="0"/>
                  </a:lnTo>
                  <a:lnTo>
                    <a:pt x="3196856" y="12700"/>
                  </a:lnTo>
                  <a:lnTo>
                    <a:pt x="3171380" y="12700"/>
                  </a:lnTo>
                  <a:lnTo>
                    <a:pt x="3171380" y="0"/>
                  </a:lnTo>
                  <a:close/>
                </a:path>
                <a:path w="4483100" h="495300">
                  <a:moveTo>
                    <a:pt x="3120428" y="0"/>
                  </a:moveTo>
                  <a:lnTo>
                    <a:pt x="3145904" y="0"/>
                  </a:lnTo>
                  <a:lnTo>
                    <a:pt x="3145904" y="12700"/>
                  </a:lnTo>
                  <a:lnTo>
                    <a:pt x="3120428" y="12700"/>
                  </a:lnTo>
                  <a:lnTo>
                    <a:pt x="3120428" y="0"/>
                  </a:lnTo>
                  <a:close/>
                </a:path>
                <a:path w="4483100" h="495300">
                  <a:moveTo>
                    <a:pt x="3069475" y="0"/>
                  </a:moveTo>
                  <a:lnTo>
                    <a:pt x="3094951" y="0"/>
                  </a:lnTo>
                  <a:lnTo>
                    <a:pt x="3094951" y="12700"/>
                  </a:lnTo>
                  <a:lnTo>
                    <a:pt x="3069475" y="12700"/>
                  </a:lnTo>
                  <a:lnTo>
                    <a:pt x="3069475" y="0"/>
                  </a:lnTo>
                  <a:close/>
                </a:path>
                <a:path w="4483100" h="495300">
                  <a:moveTo>
                    <a:pt x="3018523" y="0"/>
                  </a:moveTo>
                  <a:lnTo>
                    <a:pt x="3043999" y="0"/>
                  </a:lnTo>
                  <a:lnTo>
                    <a:pt x="3043999" y="12700"/>
                  </a:lnTo>
                  <a:lnTo>
                    <a:pt x="3018523" y="12700"/>
                  </a:lnTo>
                  <a:lnTo>
                    <a:pt x="3018523" y="0"/>
                  </a:lnTo>
                  <a:close/>
                </a:path>
                <a:path w="4483100" h="495300">
                  <a:moveTo>
                    <a:pt x="2967583" y="0"/>
                  </a:moveTo>
                  <a:lnTo>
                    <a:pt x="2993059" y="0"/>
                  </a:lnTo>
                  <a:lnTo>
                    <a:pt x="2993059" y="12700"/>
                  </a:lnTo>
                  <a:lnTo>
                    <a:pt x="2967583" y="12700"/>
                  </a:lnTo>
                  <a:lnTo>
                    <a:pt x="2967583" y="0"/>
                  </a:lnTo>
                  <a:close/>
                </a:path>
                <a:path w="4483100" h="495300">
                  <a:moveTo>
                    <a:pt x="2916631" y="0"/>
                  </a:moveTo>
                  <a:lnTo>
                    <a:pt x="2942107" y="0"/>
                  </a:lnTo>
                  <a:lnTo>
                    <a:pt x="2942107" y="12700"/>
                  </a:lnTo>
                  <a:lnTo>
                    <a:pt x="2916631" y="12700"/>
                  </a:lnTo>
                  <a:lnTo>
                    <a:pt x="2916631" y="0"/>
                  </a:lnTo>
                  <a:close/>
                </a:path>
                <a:path w="4483100" h="495300">
                  <a:moveTo>
                    <a:pt x="2865678" y="0"/>
                  </a:moveTo>
                  <a:lnTo>
                    <a:pt x="2891154" y="0"/>
                  </a:lnTo>
                  <a:lnTo>
                    <a:pt x="2891154" y="12700"/>
                  </a:lnTo>
                  <a:lnTo>
                    <a:pt x="2865678" y="12700"/>
                  </a:lnTo>
                  <a:lnTo>
                    <a:pt x="2865678" y="0"/>
                  </a:lnTo>
                  <a:close/>
                </a:path>
                <a:path w="4483100" h="495300">
                  <a:moveTo>
                    <a:pt x="2814726" y="0"/>
                  </a:moveTo>
                  <a:lnTo>
                    <a:pt x="2840202" y="0"/>
                  </a:lnTo>
                  <a:lnTo>
                    <a:pt x="2840202" y="12700"/>
                  </a:lnTo>
                  <a:lnTo>
                    <a:pt x="2814726" y="12700"/>
                  </a:lnTo>
                  <a:lnTo>
                    <a:pt x="2814726" y="0"/>
                  </a:lnTo>
                  <a:close/>
                </a:path>
                <a:path w="4483100" h="495300">
                  <a:moveTo>
                    <a:pt x="2763786" y="0"/>
                  </a:moveTo>
                  <a:lnTo>
                    <a:pt x="2789250" y="0"/>
                  </a:lnTo>
                  <a:lnTo>
                    <a:pt x="2789250" y="12700"/>
                  </a:lnTo>
                  <a:lnTo>
                    <a:pt x="2763786" y="12700"/>
                  </a:lnTo>
                  <a:lnTo>
                    <a:pt x="2763786" y="0"/>
                  </a:lnTo>
                  <a:close/>
                </a:path>
                <a:path w="4483100" h="495300">
                  <a:moveTo>
                    <a:pt x="2712834" y="0"/>
                  </a:moveTo>
                  <a:lnTo>
                    <a:pt x="2738310" y="0"/>
                  </a:lnTo>
                  <a:lnTo>
                    <a:pt x="2738310" y="12700"/>
                  </a:lnTo>
                  <a:lnTo>
                    <a:pt x="2712834" y="12700"/>
                  </a:lnTo>
                  <a:lnTo>
                    <a:pt x="2712834" y="0"/>
                  </a:lnTo>
                  <a:close/>
                </a:path>
                <a:path w="4483100" h="495300">
                  <a:moveTo>
                    <a:pt x="2661881" y="0"/>
                  </a:moveTo>
                  <a:lnTo>
                    <a:pt x="2687358" y="0"/>
                  </a:lnTo>
                  <a:lnTo>
                    <a:pt x="2687358" y="12700"/>
                  </a:lnTo>
                  <a:lnTo>
                    <a:pt x="2661881" y="12700"/>
                  </a:lnTo>
                  <a:lnTo>
                    <a:pt x="2661881" y="0"/>
                  </a:lnTo>
                  <a:close/>
                </a:path>
                <a:path w="4483100" h="495300">
                  <a:moveTo>
                    <a:pt x="2610929" y="0"/>
                  </a:moveTo>
                  <a:lnTo>
                    <a:pt x="2636405" y="0"/>
                  </a:lnTo>
                  <a:lnTo>
                    <a:pt x="2636405" y="12700"/>
                  </a:lnTo>
                  <a:lnTo>
                    <a:pt x="2610929" y="12700"/>
                  </a:lnTo>
                  <a:lnTo>
                    <a:pt x="2610929" y="0"/>
                  </a:lnTo>
                  <a:close/>
                </a:path>
                <a:path w="4483100" h="495300">
                  <a:moveTo>
                    <a:pt x="2559977" y="0"/>
                  </a:moveTo>
                  <a:lnTo>
                    <a:pt x="2585453" y="0"/>
                  </a:lnTo>
                  <a:lnTo>
                    <a:pt x="2585453" y="12700"/>
                  </a:lnTo>
                  <a:lnTo>
                    <a:pt x="2559977" y="12700"/>
                  </a:lnTo>
                  <a:lnTo>
                    <a:pt x="2559977" y="0"/>
                  </a:lnTo>
                  <a:close/>
                </a:path>
                <a:path w="4483100" h="495300">
                  <a:moveTo>
                    <a:pt x="2509037" y="0"/>
                  </a:moveTo>
                  <a:lnTo>
                    <a:pt x="2534513" y="0"/>
                  </a:lnTo>
                  <a:lnTo>
                    <a:pt x="2534513" y="12700"/>
                  </a:lnTo>
                  <a:lnTo>
                    <a:pt x="2509037" y="12700"/>
                  </a:lnTo>
                  <a:lnTo>
                    <a:pt x="2509037" y="0"/>
                  </a:lnTo>
                  <a:close/>
                </a:path>
                <a:path w="4483100" h="495300">
                  <a:moveTo>
                    <a:pt x="2458084" y="0"/>
                  </a:moveTo>
                  <a:lnTo>
                    <a:pt x="2483561" y="0"/>
                  </a:lnTo>
                  <a:lnTo>
                    <a:pt x="2483561" y="12700"/>
                  </a:lnTo>
                  <a:lnTo>
                    <a:pt x="2458084" y="12700"/>
                  </a:lnTo>
                  <a:lnTo>
                    <a:pt x="2458084" y="0"/>
                  </a:lnTo>
                  <a:close/>
                </a:path>
                <a:path w="4483100" h="495300">
                  <a:moveTo>
                    <a:pt x="2407132" y="0"/>
                  </a:moveTo>
                  <a:lnTo>
                    <a:pt x="2432608" y="0"/>
                  </a:lnTo>
                  <a:lnTo>
                    <a:pt x="2432608" y="12700"/>
                  </a:lnTo>
                  <a:lnTo>
                    <a:pt x="2407132" y="12700"/>
                  </a:lnTo>
                  <a:lnTo>
                    <a:pt x="2407132" y="0"/>
                  </a:lnTo>
                  <a:close/>
                </a:path>
                <a:path w="4483100" h="495300">
                  <a:moveTo>
                    <a:pt x="2356180" y="0"/>
                  </a:moveTo>
                  <a:lnTo>
                    <a:pt x="2381656" y="0"/>
                  </a:lnTo>
                  <a:lnTo>
                    <a:pt x="2381656" y="12700"/>
                  </a:lnTo>
                  <a:lnTo>
                    <a:pt x="2356180" y="12700"/>
                  </a:lnTo>
                  <a:lnTo>
                    <a:pt x="2356180" y="0"/>
                  </a:lnTo>
                  <a:close/>
                </a:path>
                <a:path w="4483100" h="495300">
                  <a:moveTo>
                    <a:pt x="2305240" y="0"/>
                  </a:moveTo>
                  <a:lnTo>
                    <a:pt x="2330704" y="0"/>
                  </a:lnTo>
                  <a:lnTo>
                    <a:pt x="2330704" y="12700"/>
                  </a:lnTo>
                  <a:lnTo>
                    <a:pt x="2305240" y="12700"/>
                  </a:lnTo>
                  <a:lnTo>
                    <a:pt x="2305240" y="0"/>
                  </a:lnTo>
                  <a:close/>
                </a:path>
                <a:path w="4483100" h="495300">
                  <a:moveTo>
                    <a:pt x="2254288" y="0"/>
                  </a:moveTo>
                  <a:lnTo>
                    <a:pt x="2279764" y="0"/>
                  </a:lnTo>
                  <a:lnTo>
                    <a:pt x="2279764" y="12700"/>
                  </a:lnTo>
                  <a:lnTo>
                    <a:pt x="2254288" y="12700"/>
                  </a:lnTo>
                  <a:lnTo>
                    <a:pt x="2254288" y="0"/>
                  </a:lnTo>
                  <a:close/>
                </a:path>
                <a:path w="4483100" h="495300">
                  <a:moveTo>
                    <a:pt x="2203335" y="0"/>
                  </a:moveTo>
                  <a:lnTo>
                    <a:pt x="2228811" y="0"/>
                  </a:lnTo>
                  <a:lnTo>
                    <a:pt x="2228811" y="12700"/>
                  </a:lnTo>
                  <a:lnTo>
                    <a:pt x="2203335" y="12700"/>
                  </a:lnTo>
                  <a:lnTo>
                    <a:pt x="2203335" y="0"/>
                  </a:lnTo>
                  <a:close/>
                </a:path>
                <a:path w="4483100" h="495300">
                  <a:moveTo>
                    <a:pt x="2152383" y="0"/>
                  </a:moveTo>
                  <a:lnTo>
                    <a:pt x="2177859" y="0"/>
                  </a:lnTo>
                  <a:lnTo>
                    <a:pt x="2177859" y="12700"/>
                  </a:lnTo>
                  <a:lnTo>
                    <a:pt x="2152383" y="12700"/>
                  </a:lnTo>
                  <a:lnTo>
                    <a:pt x="2152383" y="0"/>
                  </a:lnTo>
                  <a:close/>
                </a:path>
                <a:path w="4483100" h="495300">
                  <a:moveTo>
                    <a:pt x="2101430" y="0"/>
                  </a:moveTo>
                  <a:lnTo>
                    <a:pt x="2126907" y="0"/>
                  </a:lnTo>
                  <a:lnTo>
                    <a:pt x="2126907" y="12700"/>
                  </a:lnTo>
                  <a:lnTo>
                    <a:pt x="2101430" y="12700"/>
                  </a:lnTo>
                  <a:lnTo>
                    <a:pt x="2101430" y="0"/>
                  </a:lnTo>
                  <a:close/>
                </a:path>
                <a:path w="4483100" h="495300">
                  <a:moveTo>
                    <a:pt x="2050491" y="0"/>
                  </a:moveTo>
                  <a:lnTo>
                    <a:pt x="2075967" y="0"/>
                  </a:lnTo>
                  <a:lnTo>
                    <a:pt x="2075967" y="12700"/>
                  </a:lnTo>
                  <a:lnTo>
                    <a:pt x="2050491" y="12700"/>
                  </a:lnTo>
                  <a:lnTo>
                    <a:pt x="2050491" y="0"/>
                  </a:lnTo>
                  <a:close/>
                </a:path>
                <a:path w="4483100" h="495300">
                  <a:moveTo>
                    <a:pt x="1999538" y="0"/>
                  </a:moveTo>
                  <a:lnTo>
                    <a:pt x="2025015" y="0"/>
                  </a:lnTo>
                  <a:lnTo>
                    <a:pt x="2025015" y="12700"/>
                  </a:lnTo>
                  <a:lnTo>
                    <a:pt x="1999538" y="12700"/>
                  </a:lnTo>
                  <a:lnTo>
                    <a:pt x="1999538" y="0"/>
                  </a:lnTo>
                  <a:close/>
                </a:path>
                <a:path w="4483100" h="495300">
                  <a:moveTo>
                    <a:pt x="1948586" y="0"/>
                  </a:moveTo>
                  <a:lnTo>
                    <a:pt x="1974062" y="0"/>
                  </a:lnTo>
                  <a:lnTo>
                    <a:pt x="1974062" y="12700"/>
                  </a:lnTo>
                  <a:lnTo>
                    <a:pt x="1948586" y="12700"/>
                  </a:lnTo>
                  <a:lnTo>
                    <a:pt x="1948586" y="0"/>
                  </a:lnTo>
                  <a:close/>
                </a:path>
                <a:path w="4483100" h="495300">
                  <a:moveTo>
                    <a:pt x="1897633" y="0"/>
                  </a:moveTo>
                  <a:lnTo>
                    <a:pt x="1923110" y="0"/>
                  </a:lnTo>
                  <a:lnTo>
                    <a:pt x="1923110" y="12700"/>
                  </a:lnTo>
                  <a:lnTo>
                    <a:pt x="1897633" y="12700"/>
                  </a:lnTo>
                  <a:lnTo>
                    <a:pt x="1897633" y="0"/>
                  </a:lnTo>
                  <a:close/>
                </a:path>
                <a:path w="4483100" h="495300">
                  <a:moveTo>
                    <a:pt x="1846694" y="0"/>
                  </a:moveTo>
                  <a:lnTo>
                    <a:pt x="1872157" y="0"/>
                  </a:lnTo>
                  <a:lnTo>
                    <a:pt x="1872157" y="12700"/>
                  </a:lnTo>
                  <a:lnTo>
                    <a:pt x="1846694" y="12700"/>
                  </a:lnTo>
                  <a:lnTo>
                    <a:pt x="1846694" y="0"/>
                  </a:lnTo>
                  <a:close/>
                </a:path>
                <a:path w="4483100" h="495300">
                  <a:moveTo>
                    <a:pt x="1795741" y="0"/>
                  </a:moveTo>
                  <a:lnTo>
                    <a:pt x="1821218" y="0"/>
                  </a:lnTo>
                  <a:lnTo>
                    <a:pt x="1821218" y="12700"/>
                  </a:lnTo>
                  <a:lnTo>
                    <a:pt x="1795741" y="12700"/>
                  </a:lnTo>
                  <a:lnTo>
                    <a:pt x="1795741" y="0"/>
                  </a:lnTo>
                  <a:close/>
                </a:path>
                <a:path w="4483100" h="495300">
                  <a:moveTo>
                    <a:pt x="1744789" y="0"/>
                  </a:moveTo>
                  <a:lnTo>
                    <a:pt x="1770265" y="0"/>
                  </a:lnTo>
                  <a:lnTo>
                    <a:pt x="1770265" y="12700"/>
                  </a:lnTo>
                  <a:lnTo>
                    <a:pt x="1744789" y="12700"/>
                  </a:lnTo>
                  <a:lnTo>
                    <a:pt x="1744789" y="0"/>
                  </a:lnTo>
                  <a:close/>
                </a:path>
                <a:path w="4483100" h="495300">
                  <a:moveTo>
                    <a:pt x="1693837" y="0"/>
                  </a:moveTo>
                  <a:lnTo>
                    <a:pt x="1719313" y="0"/>
                  </a:lnTo>
                  <a:lnTo>
                    <a:pt x="1719313" y="12700"/>
                  </a:lnTo>
                  <a:lnTo>
                    <a:pt x="1693837" y="12700"/>
                  </a:lnTo>
                  <a:lnTo>
                    <a:pt x="1693837" y="0"/>
                  </a:lnTo>
                  <a:close/>
                </a:path>
                <a:path w="4483100" h="495300">
                  <a:moveTo>
                    <a:pt x="1642884" y="0"/>
                  </a:moveTo>
                  <a:lnTo>
                    <a:pt x="1668360" y="0"/>
                  </a:lnTo>
                  <a:lnTo>
                    <a:pt x="1668360" y="12700"/>
                  </a:lnTo>
                  <a:lnTo>
                    <a:pt x="1642884" y="12700"/>
                  </a:lnTo>
                  <a:lnTo>
                    <a:pt x="1642884" y="0"/>
                  </a:lnTo>
                  <a:close/>
                </a:path>
                <a:path w="4483100" h="495300">
                  <a:moveTo>
                    <a:pt x="1591945" y="0"/>
                  </a:moveTo>
                  <a:lnTo>
                    <a:pt x="1617421" y="0"/>
                  </a:lnTo>
                  <a:lnTo>
                    <a:pt x="1617421" y="12700"/>
                  </a:lnTo>
                  <a:lnTo>
                    <a:pt x="1591945" y="12700"/>
                  </a:lnTo>
                  <a:lnTo>
                    <a:pt x="1591945" y="0"/>
                  </a:lnTo>
                  <a:close/>
                </a:path>
                <a:path w="4483100" h="495300">
                  <a:moveTo>
                    <a:pt x="1540992" y="0"/>
                  </a:moveTo>
                  <a:lnTo>
                    <a:pt x="1566468" y="0"/>
                  </a:lnTo>
                  <a:lnTo>
                    <a:pt x="1566468" y="12700"/>
                  </a:lnTo>
                  <a:lnTo>
                    <a:pt x="1540992" y="12700"/>
                  </a:lnTo>
                  <a:lnTo>
                    <a:pt x="1540992" y="0"/>
                  </a:lnTo>
                  <a:close/>
                </a:path>
                <a:path w="4483100" h="495300">
                  <a:moveTo>
                    <a:pt x="1490040" y="0"/>
                  </a:moveTo>
                  <a:lnTo>
                    <a:pt x="1515516" y="0"/>
                  </a:lnTo>
                  <a:lnTo>
                    <a:pt x="1515516" y="12700"/>
                  </a:lnTo>
                  <a:lnTo>
                    <a:pt x="1490040" y="12700"/>
                  </a:lnTo>
                  <a:lnTo>
                    <a:pt x="1490040" y="0"/>
                  </a:lnTo>
                  <a:close/>
                </a:path>
                <a:path w="4483100" h="495300">
                  <a:moveTo>
                    <a:pt x="1439087" y="0"/>
                  </a:moveTo>
                  <a:lnTo>
                    <a:pt x="1464563" y="0"/>
                  </a:lnTo>
                  <a:lnTo>
                    <a:pt x="1464563" y="12700"/>
                  </a:lnTo>
                  <a:lnTo>
                    <a:pt x="1439087" y="12700"/>
                  </a:lnTo>
                  <a:lnTo>
                    <a:pt x="1439087" y="0"/>
                  </a:lnTo>
                  <a:close/>
                </a:path>
                <a:path w="4483100" h="495300">
                  <a:moveTo>
                    <a:pt x="1388148" y="0"/>
                  </a:moveTo>
                  <a:lnTo>
                    <a:pt x="1413611" y="0"/>
                  </a:lnTo>
                  <a:lnTo>
                    <a:pt x="1413611" y="12700"/>
                  </a:lnTo>
                  <a:lnTo>
                    <a:pt x="1388148" y="12700"/>
                  </a:lnTo>
                  <a:lnTo>
                    <a:pt x="1388148" y="0"/>
                  </a:lnTo>
                  <a:close/>
                </a:path>
                <a:path w="4483100" h="495300">
                  <a:moveTo>
                    <a:pt x="1337195" y="0"/>
                  </a:moveTo>
                  <a:lnTo>
                    <a:pt x="1362671" y="0"/>
                  </a:lnTo>
                  <a:lnTo>
                    <a:pt x="1362671" y="12700"/>
                  </a:lnTo>
                  <a:lnTo>
                    <a:pt x="1337195" y="12700"/>
                  </a:lnTo>
                  <a:lnTo>
                    <a:pt x="1337195" y="0"/>
                  </a:lnTo>
                  <a:close/>
                </a:path>
                <a:path w="4483100" h="495300">
                  <a:moveTo>
                    <a:pt x="1286243" y="0"/>
                  </a:moveTo>
                  <a:lnTo>
                    <a:pt x="1311719" y="0"/>
                  </a:lnTo>
                  <a:lnTo>
                    <a:pt x="1311719" y="12700"/>
                  </a:lnTo>
                  <a:lnTo>
                    <a:pt x="1286243" y="12700"/>
                  </a:lnTo>
                  <a:lnTo>
                    <a:pt x="1286243" y="0"/>
                  </a:lnTo>
                  <a:close/>
                </a:path>
                <a:path w="4483100" h="495300">
                  <a:moveTo>
                    <a:pt x="1235290" y="0"/>
                  </a:moveTo>
                  <a:lnTo>
                    <a:pt x="1260767" y="0"/>
                  </a:lnTo>
                  <a:lnTo>
                    <a:pt x="1260767" y="12700"/>
                  </a:lnTo>
                  <a:lnTo>
                    <a:pt x="1235290" y="12700"/>
                  </a:lnTo>
                  <a:lnTo>
                    <a:pt x="1235290" y="0"/>
                  </a:lnTo>
                  <a:close/>
                </a:path>
                <a:path w="4483100" h="495300">
                  <a:moveTo>
                    <a:pt x="1184338" y="0"/>
                  </a:moveTo>
                  <a:lnTo>
                    <a:pt x="1209814" y="0"/>
                  </a:lnTo>
                  <a:lnTo>
                    <a:pt x="1209814" y="12700"/>
                  </a:lnTo>
                  <a:lnTo>
                    <a:pt x="1184338" y="12700"/>
                  </a:lnTo>
                  <a:lnTo>
                    <a:pt x="1184338" y="0"/>
                  </a:lnTo>
                  <a:close/>
                </a:path>
                <a:path w="4483100" h="495300">
                  <a:moveTo>
                    <a:pt x="1133398" y="0"/>
                  </a:moveTo>
                  <a:lnTo>
                    <a:pt x="1158875" y="0"/>
                  </a:lnTo>
                  <a:lnTo>
                    <a:pt x="1158875" y="12700"/>
                  </a:lnTo>
                  <a:lnTo>
                    <a:pt x="1133398" y="12700"/>
                  </a:lnTo>
                  <a:lnTo>
                    <a:pt x="1133398" y="0"/>
                  </a:lnTo>
                  <a:close/>
                </a:path>
                <a:path w="4483100" h="495300">
                  <a:moveTo>
                    <a:pt x="1082446" y="0"/>
                  </a:moveTo>
                  <a:lnTo>
                    <a:pt x="1107922" y="0"/>
                  </a:lnTo>
                  <a:lnTo>
                    <a:pt x="1107922" y="12700"/>
                  </a:lnTo>
                  <a:lnTo>
                    <a:pt x="1082446" y="12700"/>
                  </a:lnTo>
                  <a:lnTo>
                    <a:pt x="1082446" y="0"/>
                  </a:lnTo>
                  <a:close/>
                </a:path>
                <a:path w="4483100" h="495300">
                  <a:moveTo>
                    <a:pt x="1031494" y="0"/>
                  </a:moveTo>
                  <a:lnTo>
                    <a:pt x="1056970" y="0"/>
                  </a:lnTo>
                  <a:lnTo>
                    <a:pt x="1056970" y="12700"/>
                  </a:lnTo>
                  <a:lnTo>
                    <a:pt x="1031494" y="12700"/>
                  </a:lnTo>
                  <a:lnTo>
                    <a:pt x="1031494" y="0"/>
                  </a:lnTo>
                  <a:close/>
                </a:path>
                <a:path w="4483100" h="495300">
                  <a:moveTo>
                    <a:pt x="980541" y="0"/>
                  </a:moveTo>
                  <a:lnTo>
                    <a:pt x="1006017" y="0"/>
                  </a:lnTo>
                  <a:lnTo>
                    <a:pt x="1006017" y="12700"/>
                  </a:lnTo>
                  <a:lnTo>
                    <a:pt x="980541" y="12700"/>
                  </a:lnTo>
                  <a:lnTo>
                    <a:pt x="980541" y="0"/>
                  </a:lnTo>
                  <a:close/>
                </a:path>
                <a:path w="4483100" h="495300">
                  <a:moveTo>
                    <a:pt x="929601" y="0"/>
                  </a:moveTo>
                  <a:lnTo>
                    <a:pt x="955065" y="0"/>
                  </a:lnTo>
                  <a:lnTo>
                    <a:pt x="955065" y="12700"/>
                  </a:lnTo>
                  <a:lnTo>
                    <a:pt x="929601" y="12700"/>
                  </a:lnTo>
                  <a:lnTo>
                    <a:pt x="929601" y="0"/>
                  </a:lnTo>
                  <a:close/>
                </a:path>
                <a:path w="4483100" h="495300">
                  <a:moveTo>
                    <a:pt x="878649" y="0"/>
                  </a:moveTo>
                  <a:lnTo>
                    <a:pt x="904125" y="0"/>
                  </a:lnTo>
                  <a:lnTo>
                    <a:pt x="904125" y="12700"/>
                  </a:lnTo>
                  <a:lnTo>
                    <a:pt x="878649" y="12700"/>
                  </a:lnTo>
                  <a:lnTo>
                    <a:pt x="878649" y="0"/>
                  </a:lnTo>
                  <a:close/>
                </a:path>
                <a:path w="4483100" h="495300">
                  <a:moveTo>
                    <a:pt x="827697" y="0"/>
                  </a:moveTo>
                  <a:lnTo>
                    <a:pt x="853173" y="0"/>
                  </a:lnTo>
                  <a:lnTo>
                    <a:pt x="853173" y="12700"/>
                  </a:lnTo>
                  <a:lnTo>
                    <a:pt x="827697" y="12700"/>
                  </a:lnTo>
                  <a:lnTo>
                    <a:pt x="827697" y="0"/>
                  </a:lnTo>
                  <a:close/>
                </a:path>
                <a:path w="4483100" h="495300">
                  <a:moveTo>
                    <a:pt x="776744" y="0"/>
                  </a:moveTo>
                  <a:lnTo>
                    <a:pt x="802220" y="0"/>
                  </a:lnTo>
                  <a:lnTo>
                    <a:pt x="802220" y="12700"/>
                  </a:lnTo>
                  <a:lnTo>
                    <a:pt x="776744" y="12700"/>
                  </a:lnTo>
                  <a:lnTo>
                    <a:pt x="776744" y="0"/>
                  </a:lnTo>
                  <a:close/>
                </a:path>
                <a:path w="4483100" h="495300">
                  <a:moveTo>
                    <a:pt x="725792" y="0"/>
                  </a:moveTo>
                  <a:lnTo>
                    <a:pt x="751268" y="0"/>
                  </a:lnTo>
                  <a:lnTo>
                    <a:pt x="751268" y="12700"/>
                  </a:lnTo>
                  <a:lnTo>
                    <a:pt x="725792" y="12700"/>
                  </a:lnTo>
                  <a:lnTo>
                    <a:pt x="725792" y="0"/>
                  </a:lnTo>
                  <a:close/>
                </a:path>
                <a:path w="4483100" h="495300">
                  <a:moveTo>
                    <a:pt x="674852" y="0"/>
                  </a:moveTo>
                  <a:lnTo>
                    <a:pt x="700328" y="0"/>
                  </a:lnTo>
                  <a:lnTo>
                    <a:pt x="700328" y="12700"/>
                  </a:lnTo>
                  <a:lnTo>
                    <a:pt x="674852" y="12700"/>
                  </a:lnTo>
                  <a:lnTo>
                    <a:pt x="674852" y="0"/>
                  </a:lnTo>
                  <a:close/>
                </a:path>
                <a:path w="4483100" h="495300">
                  <a:moveTo>
                    <a:pt x="623900" y="0"/>
                  </a:moveTo>
                  <a:lnTo>
                    <a:pt x="649376" y="0"/>
                  </a:lnTo>
                  <a:lnTo>
                    <a:pt x="649376" y="12700"/>
                  </a:lnTo>
                  <a:lnTo>
                    <a:pt x="623900" y="12700"/>
                  </a:lnTo>
                  <a:lnTo>
                    <a:pt x="623900" y="0"/>
                  </a:lnTo>
                  <a:close/>
                </a:path>
                <a:path w="4483100" h="495300">
                  <a:moveTo>
                    <a:pt x="572947" y="0"/>
                  </a:moveTo>
                  <a:lnTo>
                    <a:pt x="598424" y="0"/>
                  </a:lnTo>
                  <a:lnTo>
                    <a:pt x="598424" y="12700"/>
                  </a:lnTo>
                  <a:lnTo>
                    <a:pt x="572947" y="12700"/>
                  </a:lnTo>
                  <a:lnTo>
                    <a:pt x="572947" y="0"/>
                  </a:lnTo>
                  <a:close/>
                </a:path>
                <a:path w="4483100" h="495300">
                  <a:moveTo>
                    <a:pt x="521995" y="0"/>
                  </a:moveTo>
                  <a:lnTo>
                    <a:pt x="547471" y="0"/>
                  </a:lnTo>
                  <a:lnTo>
                    <a:pt x="547471" y="12700"/>
                  </a:lnTo>
                  <a:lnTo>
                    <a:pt x="521995" y="12700"/>
                  </a:lnTo>
                  <a:lnTo>
                    <a:pt x="521995" y="0"/>
                  </a:lnTo>
                  <a:close/>
                </a:path>
                <a:path w="4483100" h="495300">
                  <a:moveTo>
                    <a:pt x="471055" y="0"/>
                  </a:moveTo>
                  <a:lnTo>
                    <a:pt x="496519" y="0"/>
                  </a:lnTo>
                  <a:lnTo>
                    <a:pt x="496519" y="12700"/>
                  </a:lnTo>
                  <a:lnTo>
                    <a:pt x="471055" y="12700"/>
                  </a:lnTo>
                  <a:lnTo>
                    <a:pt x="471055" y="0"/>
                  </a:lnTo>
                  <a:close/>
                </a:path>
                <a:path w="4483100" h="495300">
                  <a:moveTo>
                    <a:pt x="420103" y="0"/>
                  </a:moveTo>
                  <a:lnTo>
                    <a:pt x="445579" y="0"/>
                  </a:lnTo>
                  <a:lnTo>
                    <a:pt x="445579" y="12700"/>
                  </a:lnTo>
                  <a:lnTo>
                    <a:pt x="420103" y="12700"/>
                  </a:lnTo>
                  <a:lnTo>
                    <a:pt x="420103" y="0"/>
                  </a:lnTo>
                  <a:close/>
                </a:path>
                <a:path w="4483100" h="495300">
                  <a:moveTo>
                    <a:pt x="369150" y="0"/>
                  </a:moveTo>
                  <a:lnTo>
                    <a:pt x="394627" y="0"/>
                  </a:lnTo>
                  <a:lnTo>
                    <a:pt x="394627" y="12700"/>
                  </a:lnTo>
                  <a:lnTo>
                    <a:pt x="369150" y="12700"/>
                  </a:lnTo>
                  <a:lnTo>
                    <a:pt x="369150" y="0"/>
                  </a:lnTo>
                  <a:close/>
                </a:path>
                <a:path w="4483100" h="495300">
                  <a:moveTo>
                    <a:pt x="318198" y="0"/>
                  </a:moveTo>
                  <a:lnTo>
                    <a:pt x="343674" y="0"/>
                  </a:lnTo>
                  <a:lnTo>
                    <a:pt x="343674" y="12700"/>
                  </a:lnTo>
                  <a:lnTo>
                    <a:pt x="318198" y="12700"/>
                  </a:lnTo>
                  <a:lnTo>
                    <a:pt x="318198" y="0"/>
                  </a:lnTo>
                  <a:close/>
                </a:path>
                <a:path w="4483100" h="495300">
                  <a:moveTo>
                    <a:pt x="267246" y="0"/>
                  </a:moveTo>
                  <a:lnTo>
                    <a:pt x="292722" y="0"/>
                  </a:lnTo>
                  <a:lnTo>
                    <a:pt x="292722" y="12700"/>
                  </a:lnTo>
                  <a:lnTo>
                    <a:pt x="267246" y="12700"/>
                  </a:lnTo>
                  <a:lnTo>
                    <a:pt x="267246" y="0"/>
                  </a:lnTo>
                  <a:close/>
                </a:path>
                <a:path w="4483100" h="495300">
                  <a:moveTo>
                    <a:pt x="216306" y="0"/>
                  </a:moveTo>
                  <a:lnTo>
                    <a:pt x="241782" y="0"/>
                  </a:lnTo>
                  <a:lnTo>
                    <a:pt x="241782" y="12700"/>
                  </a:lnTo>
                  <a:lnTo>
                    <a:pt x="216306" y="12700"/>
                  </a:lnTo>
                  <a:lnTo>
                    <a:pt x="216306" y="0"/>
                  </a:lnTo>
                  <a:close/>
                </a:path>
                <a:path w="4483100" h="495300">
                  <a:moveTo>
                    <a:pt x="165354" y="0"/>
                  </a:moveTo>
                  <a:lnTo>
                    <a:pt x="190830" y="0"/>
                  </a:lnTo>
                  <a:lnTo>
                    <a:pt x="190830" y="12700"/>
                  </a:lnTo>
                  <a:lnTo>
                    <a:pt x="165353" y="12700"/>
                  </a:lnTo>
                  <a:lnTo>
                    <a:pt x="165354" y="0"/>
                  </a:lnTo>
                  <a:close/>
                </a:path>
                <a:path w="4483100" h="495300">
                  <a:moveTo>
                    <a:pt x="114401" y="0"/>
                  </a:moveTo>
                  <a:lnTo>
                    <a:pt x="139877" y="0"/>
                  </a:lnTo>
                  <a:lnTo>
                    <a:pt x="139877" y="12700"/>
                  </a:lnTo>
                  <a:lnTo>
                    <a:pt x="114401" y="12700"/>
                  </a:lnTo>
                  <a:lnTo>
                    <a:pt x="114401" y="0"/>
                  </a:lnTo>
                  <a:close/>
                </a:path>
                <a:path w="4483100" h="495300">
                  <a:moveTo>
                    <a:pt x="76199" y="0"/>
                  </a:moveTo>
                  <a:lnTo>
                    <a:pt x="76200" y="12700"/>
                  </a:lnTo>
                  <a:lnTo>
                    <a:pt x="71945" y="12700"/>
                  </a:lnTo>
                  <a:lnTo>
                    <a:pt x="67792" y="13119"/>
                  </a:lnTo>
                  <a:lnTo>
                    <a:pt x="63792" y="13906"/>
                  </a:lnTo>
                  <a:lnTo>
                    <a:pt x="62561" y="7683"/>
                  </a:lnTo>
                  <a:lnTo>
                    <a:pt x="66967" y="6807"/>
                  </a:lnTo>
                  <a:lnTo>
                    <a:pt x="71526" y="6350"/>
                  </a:lnTo>
                  <a:lnTo>
                    <a:pt x="62297" y="6350"/>
                  </a:lnTo>
                  <a:lnTo>
                    <a:pt x="61623" y="2942"/>
                  </a:lnTo>
                  <a:lnTo>
                    <a:pt x="76199" y="0"/>
                  </a:lnTo>
                  <a:close/>
                </a:path>
                <a:path w="4483100" h="495300">
                  <a:moveTo>
                    <a:pt x="76199" y="0"/>
                  </a:moveTo>
                  <a:lnTo>
                    <a:pt x="88925" y="0"/>
                  </a:lnTo>
                  <a:lnTo>
                    <a:pt x="88925" y="12700"/>
                  </a:lnTo>
                  <a:lnTo>
                    <a:pt x="76200" y="12700"/>
                  </a:lnTo>
                  <a:lnTo>
                    <a:pt x="76199" y="0"/>
                  </a:lnTo>
                  <a:close/>
                </a:path>
                <a:path w="4483100" h="495300">
                  <a:moveTo>
                    <a:pt x="62297" y="6350"/>
                  </a:moveTo>
                  <a:lnTo>
                    <a:pt x="71526" y="6350"/>
                  </a:lnTo>
                  <a:lnTo>
                    <a:pt x="66967" y="6807"/>
                  </a:lnTo>
                  <a:lnTo>
                    <a:pt x="62560" y="7683"/>
                  </a:lnTo>
                  <a:lnTo>
                    <a:pt x="62388" y="6807"/>
                  </a:lnTo>
                  <a:lnTo>
                    <a:pt x="62297" y="6350"/>
                  </a:lnTo>
                  <a:close/>
                </a:path>
                <a:path w="4483100" h="495300">
                  <a:moveTo>
                    <a:pt x="37388" y="18110"/>
                  </a:moveTo>
                  <a:lnTo>
                    <a:pt x="40932" y="23393"/>
                  </a:lnTo>
                  <a:lnTo>
                    <a:pt x="33997" y="28028"/>
                  </a:lnTo>
                  <a:lnTo>
                    <a:pt x="28028" y="33997"/>
                  </a:lnTo>
                  <a:lnTo>
                    <a:pt x="23393" y="40932"/>
                  </a:lnTo>
                  <a:lnTo>
                    <a:pt x="18109" y="37390"/>
                  </a:lnTo>
                  <a:lnTo>
                    <a:pt x="22204" y="31879"/>
                  </a:lnTo>
                  <a:lnTo>
                    <a:pt x="26806" y="26806"/>
                  </a:lnTo>
                  <a:lnTo>
                    <a:pt x="31755" y="22317"/>
                  </a:lnTo>
                  <a:lnTo>
                    <a:pt x="37388" y="18110"/>
                  </a:lnTo>
                  <a:close/>
                </a:path>
                <a:path w="4483100" h="495300">
                  <a:moveTo>
                    <a:pt x="34641" y="14008"/>
                  </a:moveTo>
                  <a:lnTo>
                    <a:pt x="37388" y="18110"/>
                  </a:lnTo>
                  <a:lnTo>
                    <a:pt x="31755" y="22317"/>
                  </a:lnTo>
                  <a:lnTo>
                    <a:pt x="26806" y="26806"/>
                  </a:lnTo>
                  <a:lnTo>
                    <a:pt x="22204" y="31879"/>
                  </a:lnTo>
                  <a:lnTo>
                    <a:pt x="18109" y="37390"/>
                  </a:lnTo>
                  <a:lnTo>
                    <a:pt x="14008" y="34641"/>
                  </a:lnTo>
                  <a:lnTo>
                    <a:pt x="22317" y="22317"/>
                  </a:lnTo>
                  <a:lnTo>
                    <a:pt x="34641" y="14008"/>
                  </a:lnTo>
                  <a:close/>
                </a:path>
                <a:path w="4483100" h="495300">
                  <a:moveTo>
                    <a:pt x="7683" y="62561"/>
                  </a:moveTo>
                  <a:lnTo>
                    <a:pt x="13906" y="63792"/>
                  </a:lnTo>
                  <a:lnTo>
                    <a:pt x="13119" y="67792"/>
                  </a:lnTo>
                  <a:lnTo>
                    <a:pt x="12742" y="71526"/>
                  </a:lnTo>
                  <a:lnTo>
                    <a:pt x="12700" y="88442"/>
                  </a:lnTo>
                  <a:lnTo>
                    <a:pt x="6350" y="88442"/>
                  </a:lnTo>
                  <a:lnTo>
                    <a:pt x="6350" y="71526"/>
                  </a:lnTo>
                  <a:lnTo>
                    <a:pt x="6724" y="67792"/>
                  </a:lnTo>
                  <a:lnTo>
                    <a:pt x="6807" y="66967"/>
                  </a:lnTo>
                  <a:lnTo>
                    <a:pt x="7683" y="62561"/>
                  </a:lnTo>
                  <a:close/>
                </a:path>
                <a:path w="4483100" h="495300">
                  <a:moveTo>
                    <a:pt x="2942" y="61623"/>
                  </a:moveTo>
                  <a:lnTo>
                    <a:pt x="7683" y="62561"/>
                  </a:lnTo>
                  <a:lnTo>
                    <a:pt x="6807" y="66967"/>
                  </a:lnTo>
                  <a:lnTo>
                    <a:pt x="6350" y="71526"/>
                  </a:lnTo>
                  <a:lnTo>
                    <a:pt x="6350" y="88442"/>
                  </a:lnTo>
                  <a:lnTo>
                    <a:pt x="0" y="88442"/>
                  </a:lnTo>
                  <a:lnTo>
                    <a:pt x="0" y="76200"/>
                  </a:lnTo>
                  <a:lnTo>
                    <a:pt x="2942" y="61623"/>
                  </a:lnTo>
                  <a:close/>
                </a:path>
                <a:path w="4483100" h="495300">
                  <a:moveTo>
                    <a:pt x="6350" y="112941"/>
                  </a:moveTo>
                  <a:lnTo>
                    <a:pt x="12700" y="112941"/>
                  </a:lnTo>
                  <a:lnTo>
                    <a:pt x="12700" y="137426"/>
                  </a:lnTo>
                  <a:lnTo>
                    <a:pt x="6350" y="137426"/>
                  </a:lnTo>
                  <a:lnTo>
                    <a:pt x="6350" y="112941"/>
                  </a:lnTo>
                  <a:close/>
                </a:path>
                <a:path w="4483100" h="495300">
                  <a:moveTo>
                    <a:pt x="0" y="112941"/>
                  </a:moveTo>
                  <a:lnTo>
                    <a:pt x="6350" y="112941"/>
                  </a:lnTo>
                  <a:lnTo>
                    <a:pt x="6350" y="137426"/>
                  </a:lnTo>
                  <a:lnTo>
                    <a:pt x="0" y="137426"/>
                  </a:lnTo>
                  <a:lnTo>
                    <a:pt x="0" y="112941"/>
                  </a:lnTo>
                  <a:close/>
                </a:path>
                <a:path w="4483100" h="495300">
                  <a:moveTo>
                    <a:pt x="6350" y="161925"/>
                  </a:moveTo>
                  <a:lnTo>
                    <a:pt x="12700" y="161925"/>
                  </a:lnTo>
                  <a:lnTo>
                    <a:pt x="12700" y="186423"/>
                  </a:lnTo>
                  <a:lnTo>
                    <a:pt x="6350" y="186423"/>
                  </a:lnTo>
                  <a:lnTo>
                    <a:pt x="6350" y="161925"/>
                  </a:lnTo>
                  <a:close/>
                </a:path>
                <a:path w="4483100" h="495300">
                  <a:moveTo>
                    <a:pt x="0" y="161925"/>
                  </a:moveTo>
                  <a:lnTo>
                    <a:pt x="6350" y="161925"/>
                  </a:lnTo>
                  <a:lnTo>
                    <a:pt x="6350" y="186423"/>
                  </a:lnTo>
                  <a:lnTo>
                    <a:pt x="0" y="186423"/>
                  </a:lnTo>
                  <a:lnTo>
                    <a:pt x="0" y="161925"/>
                  </a:lnTo>
                  <a:close/>
                </a:path>
                <a:path w="4483100" h="495300">
                  <a:moveTo>
                    <a:pt x="6350" y="210908"/>
                  </a:moveTo>
                  <a:lnTo>
                    <a:pt x="12700" y="210908"/>
                  </a:lnTo>
                  <a:lnTo>
                    <a:pt x="12700" y="235407"/>
                  </a:lnTo>
                  <a:lnTo>
                    <a:pt x="6350" y="235407"/>
                  </a:lnTo>
                  <a:lnTo>
                    <a:pt x="6350" y="210908"/>
                  </a:lnTo>
                  <a:close/>
                </a:path>
                <a:path w="4483100" h="495300">
                  <a:moveTo>
                    <a:pt x="0" y="210908"/>
                  </a:moveTo>
                  <a:lnTo>
                    <a:pt x="6350" y="210908"/>
                  </a:lnTo>
                  <a:lnTo>
                    <a:pt x="6350" y="235407"/>
                  </a:lnTo>
                  <a:lnTo>
                    <a:pt x="0" y="235407"/>
                  </a:lnTo>
                  <a:lnTo>
                    <a:pt x="0" y="210908"/>
                  </a:lnTo>
                  <a:close/>
                </a:path>
                <a:path w="4483100" h="495300">
                  <a:moveTo>
                    <a:pt x="6350" y="259892"/>
                  </a:moveTo>
                  <a:lnTo>
                    <a:pt x="12700" y="259892"/>
                  </a:lnTo>
                  <a:lnTo>
                    <a:pt x="12700" y="284391"/>
                  </a:lnTo>
                  <a:lnTo>
                    <a:pt x="6350" y="284391"/>
                  </a:lnTo>
                  <a:lnTo>
                    <a:pt x="6350" y="259892"/>
                  </a:lnTo>
                  <a:close/>
                </a:path>
                <a:path w="4483100" h="495300">
                  <a:moveTo>
                    <a:pt x="0" y="259892"/>
                  </a:moveTo>
                  <a:lnTo>
                    <a:pt x="6350" y="259892"/>
                  </a:lnTo>
                  <a:lnTo>
                    <a:pt x="6350" y="284391"/>
                  </a:lnTo>
                  <a:lnTo>
                    <a:pt x="0" y="284391"/>
                  </a:lnTo>
                  <a:lnTo>
                    <a:pt x="0" y="259892"/>
                  </a:lnTo>
                  <a:close/>
                </a:path>
                <a:path w="4483100" h="495300">
                  <a:moveTo>
                    <a:pt x="6350" y="308876"/>
                  </a:moveTo>
                  <a:lnTo>
                    <a:pt x="12700" y="308876"/>
                  </a:lnTo>
                  <a:lnTo>
                    <a:pt x="12700" y="333375"/>
                  </a:lnTo>
                  <a:lnTo>
                    <a:pt x="6350" y="333375"/>
                  </a:lnTo>
                  <a:lnTo>
                    <a:pt x="6350" y="308876"/>
                  </a:lnTo>
                  <a:close/>
                </a:path>
                <a:path w="4483100" h="495300">
                  <a:moveTo>
                    <a:pt x="0" y="308876"/>
                  </a:moveTo>
                  <a:lnTo>
                    <a:pt x="6350" y="308876"/>
                  </a:lnTo>
                  <a:lnTo>
                    <a:pt x="6350" y="333375"/>
                  </a:lnTo>
                  <a:lnTo>
                    <a:pt x="0" y="333375"/>
                  </a:lnTo>
                  <a:lnTo>
                    <a:pt x="0" y="308876"/>
                  </a:lnTo>
                  <a:close/>
                </a:path>
                <a:path w="4483100" h="495300">
                  <a:moveTo>
                    <a:pt x="6350" y="357873"/>
                  </a:moveTo>
                  <a:lnTo>
                    <a:pt x="12700" y="357873"/>
                  </a:lnTo>
                  <a:lnTo>
                    <a:pt x="12700" y="382358"/>
                  </a:lnTo>
                  <a:lnTo>
                    <a:pt x="6350" y="382358"/>
                  </a:lnTo>
                  <a:lnTo>
                    <a:pt x="6350" y="357873"/>
                  </a:lnTo>
                  <a:close/>
                </a:path>
                <a:path w="4483100" h="495300">
                  <a:moveTo>
                    <a:pt x="0" y="357873"/>
                  </a:moveTo>
                  <a:lnTo>
                    <a:pt x="6350" y="357873"/>
                  </a:lnTo>
                  <a:lnTo>
                    <a:pt x="6350" y="382358"/>
                  </a:lnTo>
                  <a:lnTo>
                    <a:pt x="0" y="382358"/>
                  </a:lnTo>
                  <a:lnTo>
                    <a:pt x="0" y="357873"/>
                  </a:lnTo>
                  <a:close/>
                </a:path>
                <a:path w="4483100" h="495300">
                  <a:moveTo>
                    <a:pt x="0" y="406857"/>
                  </a:moveTo>
                  <a:lnTo>
                    <a:pt x="6350" y="406857"/>
                  </a:lnTo>
                  <a:lnTo>
                    <a:pt x="6350" y="423773"/>
                  </a:lnTo>
                  <a:lnTo>
                    <a:pt x="6724" y="427507"/>
                  </a:lnTo>
                  <a:lnTo>
                    <a:pt x="6807" y="428332"/>
                  </a:lnTo>
                  <a:lnTo>
                    <a:pt x="7677" y="432739"/>
                  </a:lnTo>
                  <a:lnTo>
                    <a:pt x="2940" y="433676"/>
                  </a:lnTo>
                  <a:lnTo>
                    <a:pt x="0" y="419100"/>
                  </a:lnTo>
                  <a:lnTo>
                    <a:pt x="0" y="406857"/>
                  </a:lnTo>
                  <a:close/>
                </a:path>
                <a:path w="4483100" h="495300">
                  <a:moveTo>
                    <a:pt x="6350" y="406857"/>
                  </a:moveTo>
                  <a:lnTo>
                    <a:pt x="12700" y="406857"/>
                  </a:lnTo>
                  <a:lnTo>
                    <a:pt x="12742" y="423773"/>
                  </a:lnTo>
                  <a:lnTo>
                    <a:pt x="13119" y="427507"/>
                  </a:lnTo>
                  <a:lnTo>
                    <a:pt x="13906" y="431507"/>
                  </a:lnTo>
                  <a:lnTo>
                    <a:pt x="7677" y="432739"/>
                  </a:lnTo>
                  <a:lnTo>
                    <a:pt x="6807" y="428332"/>
                  </a:lnTo>
                  <a:lnTo>
                    <a:pt x="6350" y="423773"/>
                  </a:lnTo>
                  <a:lnTo>
                    <a:pt x="6350" y="406857"/>
                  </a:lnTo>
                  <a:close/>
                </a:path>
                <a:path w="4483100" h="495300">
                  <a:moveTo>
                    <a:pt x="18110" y="457911"/>
                  </a:moveTo>
                  <a:lnTo>
                    <a:pt x="22204" y="463420"/>
                  </a:lnTo>
                  <a:lnTo>
                    <a:pt x="26806" y="468493"/>
                  </a:lnTo>
                  <a:lnTo>
                    <a:pt x="31879" y="473095"/>
                  </a:lnTo>
                  <a:lnTo>
                    <a:pt x="37388" y="477190"/>
                  </a:lnTo>
                  <a:lnTo>
                    <a:pt x="34640" y="481291"/>
                  </a:lnTo>
                  <a:lnTo>
                    <a:pt x="22483" y="473095"/>
                  </a:lnTo>
                  <a:lnTo>
                    <a:pt x="21591" y="471906"/>
                  </a:lnTo>
                  <a:lnTo>
                    <a:pt x="14008" y="460658"/>
                  </a:lnTo>
                  <a:lnTo>
                    <a:pt x="18110" y="457911"/>
                  </a:lnTo>
                  <a:close/>
                </a:path>
                <a:path w="4483100" h="495300">
                  <a:moveTo>
                    <a:pt x="23393" y="454367"/>
                  </a:moveTo>
                  <a:lnTo>
                    <a:pt x="28028" y="461302"/>
                  </a:lnTo>
                  <a:lnTo>
                    <a:pt x="33997" y="467271"/>
                  </a:lnTo>
                  <a:lnTo>
                    <a:pt x="40932" y="471906"/>
                  </a:lnTo>
                  <a:lnTo>
                    <a:pt x="37390" y="477190"/>
                  </a:lnTo>
                  <a:lnTo>
                    <a:pt x="31879" y="473095"/>
                  </a:lnTo>
                  <a:lnTo>
                    <a:pt x="26806" y="468493"/>
                  </a:lnTo>
                  <a:lnTo>
                    <a:pt x="22204" y="463420"/>
                  </a:lnTo>
                  <a:lnTo>
                    <a:pt x="18110" y="457911"/>
                  </a:lnTo>
                  <a:lnTo>
                    <a:pt x="23393" y="454367"/>
                  </a:lnTo>
                  <a:close/>
                </a:path>
                <a:path w="4483100" h="495300">
                  <a:moveTo>
                    <a:pt x="76200" y="482600"/>
                  </a:moveTo>
                  <a:lnTo>
                    <a:pt x="88938" y="482600"/>
                  </a:lnTo>
                  <a:lnTo>
                    <a:pt x="88938" y="495300"/>
                  </a:lnTo>
                  <a:lnTo>
                    <a:pt x="76200" y="495300"/>
                  </a:lnTo>
                  <a:lnTo>
                    <a:pt x="76200" y="482600"/>
                  </a:lnTo>
                  <a:close/>
                </a:path>
                <a:path w="4483100" h="495300">
                  <a:moveTo>
                    <a:pt x="63792" y="481393"/>
                  </a:moveTo>
                  <a:lnTo>
                    <a:pt x="67792" y="482180"/>
                  </a:lnTo>
                  <a:lnTo>
                    <a:pt x="71945" y="482600"/>
                  </a:lnTo>
                  <a:lnTo>
                    <a:pt x="76200" y="482600"/>
                  </a:lnTo>
                  <a:lnTo>
                    <a:pt x="76200" y="495300"/>
                  </a:lnTo>
                  <a:lnTo>
                    <a:pt x="61623" y="492357"/>
                  </a:lnTo>
                  <a:lnTo>
                    <a:pt x="62297" y="488950"/>
                  </a:lnTo>
                  <a:lnTo>
                    <a:pt x="71526" y="488950"/>
                  </a:lnTo>
                  <a:lnTo>
                    <a:pt x="66967" y="488492"/>
                  </a:lnTo>
                  <a:lnTo>
                    <a:pt x="62561" y="487616"/>
                  </a:lnTo>
                  <a:lnTo>
                    <a:pt x="63792" y="481393"/>
                  </a:lnTo>
                  <a:close/>
                </a:path>
                <a:path w="4483100" h="495300">
                  <a:moveTo>
                    <a:pt x="62561" y="487616"/>
                  </a:moveTo>
                  <a:lnTo>
                    <a:pt x="66967" y="488492"/>
                  </a:lnTo>
                  <a:lnTo>
                    <a:pt x="71526" y="488950"/>
                  </a:lnTo>
                  <a:lnTo>
                    <a:pt x="62297" y="488950"/>
                  </a:lnTo>
                  <a:lnTo>
                    <a:pt x="62561" y="487616"/>
                  </a:lnTo>
                  <a:close/>
                </a:path>
                <a:path w="4483100" h="495300">
                  <a:moveTo>
                    <a:pt x="114414" y="482600"/>
                  </a:moveTo>
                  <a:lnTo>
                    <a:pt x="139890" y="482600"/>
                  </a:lnTo>
                  <a:lnTo>
                    <a:pt x="139890" y="495300"/>
                  </a:lnTo>
                  <a:lnTo>
                    <a:pt x="114414" y="495300"/>
                  </a:lnTo>
                  <a:lnTo>
                    <a:pt x="114414" y="482600"/>
                  </a:lnTo>
                  <a:close/>
                </a:path>
                <a:path w="4483100" h="495300">
                  <a:moveTo>
                    <a:pt x="165366" y="482600"/>
                  </a:moveTo>
                  <a:lnTo>
                    <a:pt x="190830" y="482600"/>
                  </a:lnTo>
                  <a:lnTo>
                    <a:pt x="190830" y="495300"/>
                  </a:lnTo>
                  <a:lnTo>
                    <a:pt x="165366" y="495300"/>
                  </a:lnTo>
                  <a:lnTo>
                    <a:pt x="165366" y="482600"/>
                  </a:lnTo>
                  <a:close/>
                </a:path>
                <a:path w="4483100" h="495300">
                  <a:moveTo>
                    <a:pt x="216306" y="482600"/>
                  </a:moveTo>
                  <a:lnTo>
                    <a:pt x="241782" y="482600"/>
                  </a:lnTo>
                  <a:lnTo>
                    <a:pt x="241782" y="495300"/>
                  </a:lnTo>
                  <a:lnTo>
                    <a:pt x="216306" y="495300"/>
                  </a:lnTo>
                  <a:lnTo>
                    <a:pt x="216306" y="482600"/>
                  </a:lnTo>
                  <a:close/>
                </a:path>
                <a:path w="4483100" h="495300">
                  <a:moveTo>
                    <a:pt x="267258" y="482600"/>
                  </a:moveTo>
                  <a:lnTo>
                    <a:pt x="292735" y="482600"/>
                  </a:lnTo>
                  <a:lnTo>
                    <a:pt x="292735" y="495300"/>
                  </a:lnTo>
                  <a:lnTo>
                    <a:pt x="267258" y="495300"/>
                  </a:lnTo>
                  <a:lnTo>
                    <a:pt x="267258" y="482600"/>
                  </a:lnTo>
                  <a:close/>
                </a:path>
                <a:path w="4483100" h="495300">
                  <a:moveTo>
                    <a:pt x="318211" y="482600"/>
                  </a:moveTo>
                  <a:lnTo>
                    <a:pt x="343687" y="482600"/>
                  </a:lnTo>
                  <a:lnTo>
                    <a:pt x="343687" y="495300"/>
                  </a:lnTo>
                  <a:lnTo>
                    <a:pt x="318211" y="495300"/>
                  </a:lnTo>
                  <a:lnTo>
                    <a:pt x="318211" y="482600"/>
                  </a:lnTo>
                  <a:close/>
                </a:path>
                <a:path w="4483100" h="495300">
                  <a:moveTo>
                    <a:pt x="369163" y="482600"/>
                  </a:moveTo>
                  <a:lnTo>
                    <a:pt x="394639" y="482600"/>
                  </a:lnTo>
                  <a:lnTo>
                    <a:pt x="394639" y="495300"/>
                  </a:lnTo>
                  <a:lnTo>
                    <a:pt x="369163" y="495300"/>
                  </a:lnTo>
                  <a:lnTo>
                    <a:pt x="369163" y="482600"/>
                  </a:lnTo>
                  <a:close/>
                </a:path>
                <a:path w="4483100" h="495300">
                  <a:moveTo>
                    <a:pt x="420103" y="482600"/>
                  </a:moveTo>
                  <a:lnTo>
                    <a:pt x="445579" y="482600"/>
                  </a:lnTo>
                  <a:lnTo>
                    <a:pt x="445579" y="495300"/>
                  </a:lnTo>
                  <a:lnTo>
                    <a:pt x="420103" y="495300"/>
                  </a:lnTo>
                  <a:lnTo>
                    <a:pt x="420103" y="482600"/>
                  </a:lnTo>
                  <a:close/>
                </a:path>
                <a:path w="4483100" h="495300">
                  <a:moveTo>
                    <a:pt x="471055" y="482600"/>
                  </a:moveTo>
                  <a:lnTo>
                    <a:pt x="496531" y="482600"/>
                  </a:lnTo>
                  <a:lnTo>
                    <a:pt x="496531" y="495300"/>
                  </a:lnTo>
                  <a:lnTo>
                    <a:pt x="471055" y="495300"/>
                  </a:lnTo>
                  <a:lnTo>
                    <a:pt x="471055" y="482600"/>
                  </a:lnTo>
                  <a:close/>
                </a:path>
                <a:path w="4483100" h="495300">
                  <a:moveTo>
                    <a:pt x="522008" y="482600"/>
                  </a:moveTo>
                  <a:lnTo>
                    <a:pt x="547484" y="482600"/>
                  </a:lnTo>
                  <a:lnTo>
                    <a:pt x="547484" y="495300"/>
                  </a:lnTo>
                  <a:lnTo>
                    <a:pt x="522008" y="495300"/>
                  </a:lnTo>
                  <a:lnTo>
                    <a:pt x="522008" y="482600"/>
                  </a:lnTo>
                  <a:close/>
                </a:path>
                <a:path w="4483100" h="495300">
                  <a:moveTo>
                    <a:pt x="572960" y="482600"/>
                  </a:moveTo>
                  <a:lnTo>
                    <a:pt x="598436" y="482600"/>
                  </a:lnTo>
                  <a:lnTo>
                    <a:pt x="598436" y="495300"/>
                  </a:lnTo>
                  <a:lnTo>
                    <a:pt x="572960" y="495300"/>
                  </a:lnTo>
                  <a:lnTo>
                    <a:pt x="572960" y="482600"/>
                  </a:lnTo>
                  <a:close/>
                </a:path>
                <a:path w="4483100" h="495300">
                  <a:moveTo>
                    <a:pt x="623900" y="482600"/>
                  </a:moveTo>
                  <a:lnTo>
                    <a:pt x="649376" y="482600"/>
                  </a:lnTo>
                  <a:lnTo>
                    <a:pt x="649376" y="495300"/>
                  </a:lnTo>
                  <a:lnTo>
                    <a:pt x="623900" y="495300"/>
                  </a:lnTo>
                  <a:lnTo>
                    <a:pt x="623900" y="482600"/>
                  </a:lnTo>
                  <a:close/>
                </a:path>
                <a:path w="4483100" h="495300">
                  <a:moveTo>
                    <a:pt x="674852" y="482600"/>
                  </a:moveTo>
                  <a:lnTo>
                    <a:pt x="700328" y="482600"/>
                  </a:lnTo>
                  <a:lnTo>
                    <a:pt x="700328" y="495300"/>
                  </a:lnTo>
                  <a:lnTo>
                    <a:pt x="674852" y="495300"/>
                  </a:lnTo>
                  <a:lnTo>
                    <a:pt x="674852" y="482600"/>
                  </a:lnTo>
                  <a:close/>
                </a:path>
                <a:path w="4483100" h="495300">
                  <a:moveTo>
                    <a:pt x="725804" y="482600"/>
                  </a:moveTo>
                  <a:lnTo>
                    <a:pt x="751281" y="482600"/>
                  </a:lnTo>
                  <a:lnTo>
                    <a:pt x="751281" y="495300"/>
                  </a:lnTo>
                  <a:lnTo>
                    <a:pt x="725804" y="495300"/>
                  </a:lnTo>
                  <a:lnTo>
                    <a:pt x="725804" y="482600"/>
                  </a:lnTo>
                  <a:close/>
                </a:path>
                <a:path w="4483100" h="495300">
                  <a:moveTo>
                    <a:pt x="776757" y="482600"/>
                  </a:moveTo>
                  <a:lnTo>
                    <a:pt x="802233" y="482600"/>
                  </a:lnTo>
                  <a:lnTo>
                    <a:pt x="802233" y="495300"/>
                  </a:lnTo>
                  <a:lnTo>
                    <a:pt x="776757" y="495300"/>
                  </a:lnTo>
                  <a:lnTo>
                    <a:pt x="776757" y="482600"/>
                  </a:lnTo>
                  <a:close/>
                </a:path>
                <a:path w="4483100" h="495300">
                  <a:moveTo>
                    <a:pt x="827709" y="482600"/>
                  </a:moveTo>
                  <a:lnTo>
                    <a:pt x="853173" y="482600"/>
                  </a:lnTo>
                  <a:lnTo>
                    <a:pt x="853173" y="495300"/>
                  </a:lnTo>
                  <a:lnTo>
                    <a:pt x="827709" y="495300"/>
                  </a:lnTo>
                  <a:lnTo>
                    <a:pt x="827709" y="482600"/>
                  </a:lnTo>
                  <a:close/>
                </a:path>
                <a:path w="4483100" h="495300">
                  <a:moveTo>
                    <a:pt x="878649" y="482600"/>
                  </a:moveTo>
                  <a:lnTo>
                    <a:pt x="904125" y="482600"/>
                  </a:lnTo>
                  <a:lnTo>
                    <a:pt x="904125" y="495300"/>
                  </a:lnTo>
                  <a:lnTo>
                    <a:pt x="878649" y="495300"/>
                  </a:lnTo>
                  <a:lnTo>
                    <a:pt x="878649" y="482600"/>
                  </a:lnTo>
                  <a:close/>
                </a:path>
                <a:path w="4483100" h="495300">
                  <a:moveTo>
                    <a:pt x="929601" y="482600"/>
                  </a:moveTo>
                  <a:lnTo>
                    <a:pt x="955078" y="482600"/>
                  </a:lnTo>
                  <a:lnTo>
                    <a:pt x="955078" y="495300"/>
                  </a:lnTo>
                  <a:lnTo>
                    <a:pt x="929601" y="495300"/>
                  </a:lnTo>
                  <a:lnTo>
                    <a:pt x="929601" y="482600"/>
                  </a:lnTo>
                  <a:close/>
                </a:path>
                <a:path w="4483100" h="495300">
                  <a:moveTo>
                    <a:pt x="980554" y="482600"/>
                  </a:moveTo>
                  <a:lnTo>
                    <a:pt x="1006030" y="482600"/>
                  </a:lnTo>
                  <a:lnTo>
                    <a:pt x="1006030" y="495300"/>
                  </a:lnTo>
                  <a:lnTo>
                    <a:pt x="980554" y="495300"/>
                  </a:lnTo>
                  <a:lnTo>
                    <a:pt x="980554" y="482600"/>
                  </a:lnTo>
                  <a:close/>
                </a:path>
                <a:path w="4483100" h="495300">
                  <a:moveTo>
                    <a:pt x="1031506" y="482600"/>
                  </a:moveTo>
                  <a:lnTo>
                    <a:pt x="1056970" y="482600"/>
                  </a:lnTo>
                  <a:lnTo>
                    <a:pt x="1056970" y="495300"/>
                  </a:lnTo>
                  <a:lnTo>
                    <a:pt x="1031506" y="495300"/>
                  </a:lnTo>
                  <a:lnTo>
                    <a:pt x="1031506" y="482600"/>
                  </a:lnTo>
                  <a:close/>
                </a:path>
                <a:path w="4483100" h="495300">
                  <a:moveTo>
                    <a:pt x="1082446" y="482600"/>
                  </a:moveTo>
                  <a:lnTo>
                    <a:pt x="1107922" y="482600"/>
                  </a:lnTo>
                  <a:lnTo>
                    <a:pt x="1107922" y="495300"/>
                  </a:lnTo>
                  <a:lnTo>
                    <a:pt x="1082446" y="495300"/>
                  </a:lnTo>
                  <a:lnTo>
                    <a:pt x="1082446" y="482600"/>
                  </a:lnTo>
                  <a:close/>
                </a:path>
                <a:path w="4483100" h="495300">
                  <a:moveTo>
                    <a:pt x="1133398" y="482600"/>
                  </a:moveTo>
                  <a:lnTo>
                    <a:pt x="1158875" y="482600"/>
                  </a:lnTo>
                  <a:lnTo>
                    <a:pt x="1158875" y="495300"/>
                  </a:lnTo>
                  <a:lnTo>
                    <a:pt x="1133398" y="495300"/>
                  </a:lnTo>
                  <a:lnTo>
                    <a:pt x="1133398" y="482600"/>
                  </a:lnTo>
                  <a:close/>
                </a:path>
                <a:path w="4483100" h="495300">
                  <a:moveTo>
                    <a:pt x="1184351" y="482600"/>
                  </a:moveTo>
                  <a:lnTo>
                    <a:pt x="1209827" y="482600"/>
                  </a:lnTo>
                  <a:lnTo>
                    <a:pt x="1209827" y="495300"/>
                  </a:lnTo>
                  <a:lnTo>
                    <a:pt x="1184351" y="495300"/>
                  </a:lnTo>
                  <a:lnTo>
                    <a:pt x="1184351" y="482600"/>
                  </a:lnTo>
                  <a:close/>
                </a:path>
                <a:path w="4483100" h="495300">
                  <a:moveTo>
                    <a:pt x="1235303" y="482600"/>
                  </a:moveTo>
                  <a:lnTo>
                    <a:pt x="1260779" y="482600"/>
                  </a:lnTo>
                  <a:lnTo>
                    <a:pt x="1260779" y="495300"/>
                  </a:lnTo>
                  <a:lnTo>
                    <a:pt x="1235303" y="495300"/>
                  </a:lnTo>
                  <a:lnTo>
                    <a:pt x="1235303" y="482600"/>
                  </a:lnTo>
                  <a:close/>
                </a:path>
                <a:path w="4483100" h="495300">
                  <a:moveTo>
                    <a:pt x="1286243" y="482600"/>
                  </a:moveTo>
                  <a:lnTo>
                    <a:pt x="1311719" y="482600"/>
                  </a:lnTo>
                  <a:lnTo>
                    <a:pt x="1311719" y="495300"/>
                  </a:lnTo>
                  <a:lnTo>
                    <a:pt x="1286243" y="495300"/>
                  </a:lnTo>
                  <a:lnTo>
                    <a:pt x="1286243" y="482600"/>
                  </a:lnTo>
                  <a:close/>
                </a:path>
                <a:path w="4483100" h="495300">
                  <a:moveTo>
                    <a:pt x="1337195" y="482600"/>
                  </a:moveTo>
                  <a:lnTo>
                    <a:pt x="1362671" y="482600"/>
                  </a:lnTo>
                  <a:lnTo>
                    <a:pt x="1362671" y="495300"/>
                  </a:lnTo>
                  <a:lnTo>
                    <a:pt x="1337195" y="495300"/>
                  </a:lnTo>
                  <a:lnTo>
                    <a:pt x="1337195" y="482600"/>
                  </a:lnTo>
                  <a:close/>
                </a:path>
                <a:path w="4483100" h="495300">
                  <a:moveTo>
                    <a:pt x="1388148" y="482600"/>
                  </a:moveTo>
                  <a:lnTo>
                    <a:pt x="1413624" y="482600"/>
                  </a:lnTo>
                  <a:lnTo>
                    <a:pt x="1413624" y="495300"/>
                  </a:lnTo>
                  <a:lnTo>
                    <a:pt x="1388148" y="495300"/>
                  </a:lnTo>
                  <a:lnTo>
                    <a:pt x="1388148" y="482600"/>
                  </a:lnTo>
                  <a:close/>
                </a:path>
                <a:path w="4483100" h="495300">
                  <a:moveTo>
                    <a:pt x="1439100" y="482600"/>
                  </a:moveTo>
                  <a:lnTo>
                    <a:pt x="1464576" y="482600"/>
                  </a:lnTo>
                  <a:lnTo>
                    <a:pt x="1464576" y="495300"/>
                  </a:lnTo>
                  <a:lnTo>
                    <a:pt x="1439100" y="495300"/>
                  </a:lnTo>
                  <a:lnTo>
                    <a:pt x="1439100" y="482600"/>
                  </a:lnTo>
                  <a:close/>
                </a:path>
                <a:path w="4483100" h="495300">
                  <a:moveTo>
                    <a:pt x="1490040" y="482600"/>
                  </a:moveTo>
                  <a:lnTo>
                    <a:pt x="1515516" y="482600"/>
                  </a:lnTo>
                  <a:lnTo>
                    <a:pt x="1515516" y="495300"/>
                  </a:lnTo>
                  <a:lnTo>
                    <a:pt x="1490040" y="495300"/>
                  </a:lnTo>
                  <a:lnTo>
                    <a:pt x="1490040" y="482600"/>
                  </a:lnTo>
                  <a:close/>
                </a:path>
                <a:path w="4483100" h="495300">
                  <a:moveTo>
                    <a:pt x="1540992" y="482600"/>
                  </a:moveTo>
                  <a:lnTo>
                    <a:pt x="1566468" y="482600"/>
                  </a:lnTo>
                  <a:lnTo>
                    <a:pt x="1566468" y="495300"/>
                  </a:lnTo>
                  <a:lnTo>
                    <a:pt x="1540992" y="495300"/>
                  </a:lnTo>
                  <a:lnTo>
                    <a:pt x="1540992" y="482600"/>
                  </a:lnTo>
                  <a:close/>
                </a:path>
                <a:path w="4483100" h="495300">
                  <a:moveTo>
                    <a:pt x="1591945" y="482600"/>
                  </a:moveTo>
                  <a:lnTo>
                    <a:pt x="1617421" y="482600"/>
                  </a:lnTo>
                  <a:lnTo>
                    <a:pt x="1617421" y="495300"/>
                  </a:lnTo>
                  <a:lnTo>
                    <a:pt x="1591945" y="495300"/>
                  </a:lnTo>
                  <a:lnTo>
                    <a:pt x="1591945" y="482600"/>
                  </a:lnTo>
                  <a:close/>
                </a:path>
                <a:path w="4483100" h="495300">
                  <a:moveTo>
                    <a:pt x="1642897" y="482600"/>
                  </a:moveTo>
                  <a:lnTo>
                    <a:pt x="1668373" y="482600"/>
                  </a:lnTo>
                  <a:lnTo>
                    <a:pt x="1668373" y="495300"/>
                  </a:lnTo>
                  <a:lnTo>
                    <a:pt x="1642897" y="495300"/>
                  </a:lnTo>
                  <a:lnTo>
                    <a:pt x="1642897" y="482600"/>
                  </a:lnTo>
                  <a:close/>
                </a:path>
                <a:path w="4483100" h="495300">
                  <a:moveTo>
                    <a:pt x="1693849" y="482600"/>
                  </a:moveTo>
                  <a:lnTo>
                    <a:pt x="1719313" y="482600"/>
                  </a:lnTo>
                  <a:lnTo>
                    <a:pt x="1719313" y="495300"/>
                  </a:lnTo>
                  <a:lnTo>
                    <a:pt x="1693849" y="495300"/>
                  </a:lnTo>
                  <a:lnTo>
                    <a:pt x="1693849" y="482600"/>
                  </a:lnTo>
                  <a:close/>
                </a:path>
                <a:path w="4483100" h="495300">
                  <a:moveTo>
                    <a:pt x="1744789" y="482600"/>
                  </a:moveTo>
                  <a:lnTo>
                    <a:pt x="1770265" y="482600"/>
                  </a:lnTo>
                  <a:lnTo>
                    <a:pt x="1770265" y="495300"/>
                  </a:lnTo>
                  <a:lnTo>
                    <a:pt x="1744789" y="495300"/>
                  </a:lnTo>
                  <a:lnTo>
                    <a:pt x="1744789" y="482600"/>
                  </a:lnTo>
                  <a:close/>
                </a:path>
                <a:path w="4483100" h="495300">
                  <a:moveTo>
                    <a:pt x="1795741" y="482600"/>
                  </a:moveTo>
                  <a:lnTo>
                    <a:pt x="1821218" y="482600"/>
                  </a:lnTo>
                  <a:lnTo>
                    <a:pt x="1821218" y="495300"/>
                  </a:lnTo>
                  <a:lnTo>
                    <a:pt x="1795741" y="495300"/>
                  </a:lnTo>
                  <a:lnTo>
                    <a:pt x="1795741" y="482600"/>
                  </a:lnTo>
                  <a:close/>
                </a:path>
                <a:path w="4483100" h="495300">
                  <a:moveTo>
                    <a:pt x="1846694" y="482600"/>
                  </a:moveTo>
                  <a:lnTo>
                    <a:pt x="1872170" y="482600"/>
                  </a:lnTo>
                  <a:lnTo>
                    <a:pt x="1872170" y="495300"/>
                  </a:lnTo>
                  <a:lnTo>
                    <a:pt x="1846694" y="495300"/>
                  </a:lnTo>
                  <a:lnTo>
                    <a:pt x="1846694" y="482600"/>
                  </a:lnTo>
                  <a:close/>
                </a:path>
                <a:path w="4483100" h="495300">
                  <a:moveTo>
                    <a:pt x="1897646" y="482600"/>
                  </a:moveTo>
                  <a:lnTo>
                    <a:pt x="1923122" y="482600"/>
                  </a:lnTo>
                  <a:lnTo>
                    <a:pt x="1923122" y="495300"/>
                  </a:lnTo>
                  <a:lnTo>
                    <a:pt x="1897646" y="495300"/>
                  </a:lnTo>
                  <a:lnTo>
                    <a:pt x="1897646" y="482600"/>
                  </a:lnTo>
                  <a:close/>
                </a:path>
                <a:path w="4483100" h="495300">
                  <a:moveTo>
                    <a:pt x="1948586" y="482600"/>
                  </a:moveTo>
                  <a:lnTo>
                    <a:pt x="1974062" y="482600"/>
                  </a:lnTo>
                  <a:lnTo>
                    <a:pt x="1974062" y="495300"/>
                  </a:lnTo>
                  <a:lnTo>
                    <a:pt x="1948586" y="495300"/>
                  </a:lnTo>
                  <a:lnTo>
                    <a:pt x="1948586" y="482600"/>
                  </a:lnTo>
                  <a:close/>
                </a:path>
                <a:path w="4483100" h="495300">
                  <a:moveTo>
                    <a:pt x="1999538" y="482600"/>
                  </a:moveTo>
                  <a:lnTo>
                    <a:pt x="2025015" y="482600"/>
                  </a:lnTo>
                  <a:lnTo>
                    <a:pt x="2025015" y="495300"/>
                  </a:lnTo>
                  <a:lnTo>
                    <a:pt x="1999538" y="495300"/>
                  </a:lnTo>
                  <a:lnTo>
                    <a:pt x="1999538" y="482600"/>
                  </a:lnTo>
                  <a:close/>
                </a:path>
                <a:path w="4483100" h="495300">
                  <a:moveTo>
                    <a:pt x="2050491" y="482600"/>
                  </a:moveTo>
                  <a:lnTo>
                    <a:pt x="2075967" y="482600"/>
                  </a:lnTo>
                  <a:lnTo>
                    <a:pt x="2075967" y="495300"/>
                  </a:lnTo>
                  <a:lnTo>
                    <a:pt x="2050491" y="495300"/>
                  </a:lnTo>
                  <a:lnTo>
                    <a:pt x="2050491" y="482600"/>
                  </a:lnTo>
                  <a:close/>
                </a:path>
                <a:path w="4483100" h="495300">
                  <a:moveTo>
                    <a:pt x="2101443" y="482600"/>
                  </a:moveTo>
                  <a:lnTo>
                    <a:pt x="2126919" y="482600"/>
                  </a:lnTo>
                  <a:lnTo>
                    <a:pt x="2126919" y="495300"/>
                  </a:lnTo>
                  <a:lnTo>
                    <a:pt x="2101443" y="495300"/>
                  </a:lnTo>
                  <a:lnTo>
                    <a:pt x="2101443" y="482600"/>
                  </a:lnTo>
                  <a:close/>
                </a:path>
                <a:path w="4483100" h="495300">
                  <a:moveTo>
                    <a:pt x="2152396" y="482600"/>
                  </a:moveTo>
                  <a:lnTo>
                    <a:pt x="2177859" y="482600"/>
                  </a:lnTo>
                  <a:lnTo>
                    <a:pt x="2177859" y="495300"/>
                  </a:lnTo>
                  <a:lnTo>
                    <a:pt x="2152396" y="495300"/>
                  </a:lnTo>
                  <a:lnTo>
                    <a:pt x="2152396" y="482600"/>
                  </a:lnTo>
                  <a:close/>
                </a:path>
                <a:path w="4483100" h="495300">
                  <a:moveTo>
                    <a:pt x="2203335" y="482600"/>
                  </a:moveTo>
                  <a:lnTo>
                    <a:pt x="2228811" y="482600"/>
                  </a:lnTo>
                  <a:lnTo>
                    <a:pt x="2228811" y="495300"/>
                  </a:lnTo>
                  <a:lnTo>
                    <a:pt x="2203335" y="495300"/>
                  </a:lnTo>
                  <a:lnTo>
                    <a:pt x="2203335" y="482600"/>
                  </a:lnTo>
                  <a:close/>
                </a:path>
                <a:path w="4483100" h="495300">
                  <a:moveTo>
                    <a:pt x="2254288" y="482600"/>
                  </a:moveTo>
                  <a:lnTo>
                    <a:pt x="2279764" y="482600"/>
                  </a:lnTo>
                  <a:lnTo>
                    <a:pt x="2279764" y="495300"/>
                  </a:lnTo>
                  <a:lnTo>
                    <a:pt x="2254288" y="495300"/>
                  </a:lnTo>
                  <a:lnTo>
                    <a:pt x="2254288" y="482600"/>
                  </a:lnTo>
                  <a:close/>
                </a:path>
                <a:path w="4483100" h="495300">
                  <a:moveTo>
                    <a:pt x="2305240" y="482600"/>
                  </a:moveTo>
                  <a:lnTo>
                    <a:pt x="2330716" y="482600"/>
                  </a:lnTo>
                  <a:lnTo>
                    <a:pt x="2330716" y="495300"/>
                  </a:lnTo>
                  <a:lnTo>
                    <a:pt x="2305240" y="495300"/>
                  </a:lnTo>
                  <a:lnTo>
                    <a:pt x="2305240" y="482600"/>
                  </a:lnTo>
                  <a:close/>
                </a:path>
                <a:path w="4483100" h="495300">
                  <a:moveTo>
                    <a:pt x="2356192" y="482600"/>
                  </a:moveTo>
                  <a:lnTo>
                    <a:pt x="2381669" y="482600"/>
                  </a:lnTo>
                  <a:lnTo>
                    <a:pt x="2381669" y="495300"/>
                  </a:lnTo>
                  <a:lnTo>
                    <a:pt x="2356192" y="495300"/>
                  </a:lnTo>
                  <a:lnTo>
                    <a:pt x="2356192" y="482600"/>
                  </a:lnTo>
                  <a:close/>
                </a:path>
                <a:path w="4483100" h="495300">
                  <a:moveTo>
                    <a:pt x="2407132" y="482600"/>
                  </a:moveTo>
                  <a:lnTo>
                    <a:pt x="2432608" y="482600"/>
                  </a:lnTo>
                  <a:lnTo>
                    <a:pt x="2432608" y="495300"/>
                  </a:lnTo>
                  <a:lnTo>
                    <a:pt x="2407132" y="495300"/>
                  </a:lnTo>
                  <a:lnTo>
                    <a:pt x="2407132" y="482600"/>
                  </a:lnTo>
                  <a:close/>
                </a:path>
                <a:path w="4483100" h="495300">
                  <a:moveTo>
                    <a:pt x="2458084" y="482600"/>
                  </a:moveTo>
                  <a:lnTo>
                    <a:pt x="2483561" y="482600"/>
                  </a:lnTo>
                  <a:lnTo>
                    <a:pt x="2483561" y="495300"/>
                  </a:lnTo>
                  <a:lnTo>
                    <a:pt x="2458084" y="495300"/>
                  </a:lnTo>
                  <a:lnTo>
                    <a:pt x="2458084" y="482600"/>
                  </a:lnTo>
                  <a:close/>
                </a:path>
                <a:path w="4483100" h="495300">
                  <a:moveTo>
                    <a:pt x="2509037" y="482600"/>
                  </a:moveTo>
                  <a:lnTo>
                    <a:pt x="2534513" y="482600"/>
                  </a:lnTo>
                  <a:lnTo>
                    <a:pt x="2534513" y="495300"/>
                  </a:lnTo>
                  <a:lnTo>
                    <a:pt x="2509037" y="495300"/>
                  </a:lnTo>
                  <a:lnTo>
                    <a:pt x="2509037" y="482600"/>
                  </a:lnTo>
                  <a:close/>
                </a:path>
                <a:path w="4483100" h="495300">
                  <a:moveTo>
                    <a:pt x="2559989" y="482600"/>
                  </a:moveTo>
                  <a:lnTo>
                    <a:pt x="2585466" y="482600"/>
                  </a:lnTo>
                  <a:lnTo>
                    <a:pt x="2585466" y="495300"/>
                  </a:lnTo>
                  <a:lnTo>
                    <a:pt x="2559989" y="495300"/>
                  </a:lnTo>
                  <a:lnTo>
                    <a:pt x="2559989" y="482600"/>
                  </a:lnTo>
                  <a:close/>
                </a:path>
                <a:path w="4483100" h="495300">
                  <a:moveTo>
                    <a:pt x="2610942" y="482600"/>
                  </a:moveTo>
                  <a:lnTo>
                    <a:pt x="2636405" y="482600"/>
                  </a:lnTo>
                  <a:lnTo>
                    <a:pt x="2636405" y="495300"/>
                  </a:lnTo>
                  <a:lnTo>
                    <a:pt x="2610942" y="495300"/>
                  </a:lnTo>
                  <a:lnTo>
                    <a:pt x="2610942" y="482600"/>
                  </a:lnTo>
                  <a:close/>
                </a:path>
                <a:path w="4483100" h="495300">
                  <a:moveTo>
                    <a:pt x="2661881" y="482600"/>
                  </a:moveTo>
                  <a:lnTo>
                    <a:pt x="2687358" y="482600"/>
                  </a:lnTo>
                  <a:lnTo>
                    <a:pt x="2687358" y="495300"/>
                  </a:lnTo>
                  <a:lnTo>
                    <a:pt x="2661881" y="495300"/>
                  </a:lnTo>
                  <a:lnTo>
                    <a:pt x="2661881" y="482600"/>
                  </a:lnTo>
                  <a:close/>
                </a:path>
                <a:path w="4483100" h="495300">
                  <a:moveTo>
                    <a:pt x="2712834" y="482600"/>
                  </a:moveTo>
                  <a:lnTo>
                    <a:pt x="2738310" y="482600"/>
                  </a:lnTo>
                  <a:lnTo>
                    <a:pt x="2738310" y="495300"/>
                  </a:lnTo>
                  <a:lnTo>
                    <a:pt x="2712834" y="495300"/>
                  </a:lnTo>
                  <a:lnTo>
                    <a:pt x="2712834" y="482600"/>
                  </a:lnTo>
                  <a:close/>
                </a:path>
                <a:path w="4483100" h="495300">
                  <a:moveTo>
                    <a:pt x="2763786" y="482600"/>
                  </a:moveTo>
                  <a:lnTo>
                    <a:pt x="2789262" y="482600"/>
                  </a:lnTo>
                  <a:lnTo>
                    <a:pt x="2789262" y="495300"/>
                  </a:lnTo>
                  <a:lnTo>
                    <a:pt x="2763786" y="495300"/>
                  </a:lnTo>
                  <a:lnTo>
                    <a:pt x="2763786" y="482600"/>
                  </a:lnTo>
                  <a:close/>
                </a:path>
                <a:path w="4483100" h="495300">
                  <a:moveTo>
                    <a:pt x="2814739" y="482600"/>
                  </a:moveTo>
                  <a:lnTo>
                    <a:pt x="2840215" y="482600"/>
                  </a:lnTo>
                  <a:lnTo>
                    <a:pt x="2840215" y="495300"/>
                  </a:lnTo>
                  <a:lnTo>
                    <a:pt x="2814739" y="495300"/>
                  </a:lnTo>
                  <a:lnTo>
                    <a:pt x="2814739" y="482600"/>
                  </a:lnTo>
                  <a:close/>
                </a:path>
                <a:path w="4483100" h="495300">
                  <a:moveTo>
                    <a:pt x="2865678" y="482600"/>
                  </a:moveTo>
                  <a:lnTo>
                    <a:pt x="2891154" y="482600"/>
                  </a:lnTo>
                  <a:lnTo>
                    <a:pt x="2891154" y="495300"/>
                  </a:lnTo>
                  <a:lnTo>
                    <a:pt x="2865678" y="495300"/>
                  </a:lnTo>
                  <a:lnTo>
                    <a:pt x="2865678" y="482600"/>
                  </a:lnTo>
                  <a:close/>
                </a:path>
                <a:path w="4483100" h="495300">
                  <a:moveTo>
                    <a:pt x="2916631" y="482600"/>
                  </a:moveTo>
                  <a:lnTo>
                    <a:pt x="2942107" y="482600"/>
                  </a:lnTo>
                  <a:lnTo>
                    <a:pt x="2942107" y="495300"/>
                  </a:lnTo>
                  <a:lnTo>
                    <a:pt x="2916631" y="495300"/>
                  </a:lnTo>
                  <a:lnTo>
                    <a:pt x="2916631" y="482600"/>
                  </a:lnTo>
                  <a:close/>
                </a:path>
                <a:path w="4483100" h="495300">
                  <a:moveTo>
                    <a:pt x="2967583" y="482600"/>
                  </a:moveTo>
                  <a:lnTo>
                    <a:pt x="2993059" y="482600"/>
                  </a:lnTo>
                  <a:lnTo>
                    <a:pt x="2993059" y="495300"/>
                  </a:lnTo>
                  <a:lnTo>
                    <a:pt x="2967583" y="495300"/>
                  </a:lnTo>
                  <a:lnTo>
                    <a:pt x="2967583" y="482600"/>
                  </a:lnTo>
                  <a:close/>
                </a:path>
                <a:path w="4483100" h="495300">
                  <a:moveTo>
                    <a:pt x="3018536" y="482600"/>
                  </a:moveTo>
                  <a:lnTo>
                    <a:pt x="3044012" y="482600"/>
                  </a:lnTo>
                  <a:lnTo>
                    <a:pt x="3044012" y="495300"/>
                  </a:lnTo>
                  <a:lnTo>
                    <a:pt x="3018536" y="495300"/>
                  </a:lnTo>
                  <a:lnTo>
                    <a:pt x="3018536" y="482600"/>
                  </a:lnTo>
                  <a:close/>
                </a:path>
                <a:path w="4483100" h="495300">
                  <a:moveTo>
                    <a:pt x="3069488" y="482600"/>
                  </a:moveTo>
                  <a:lnTo>
                    <a:pt x="3094951" y="482600"/>
                  </a:lnTo>
                  <a:lnTo>
                    <a:pt x="3094951" y="495300"/>
                  </a:lnTo>
                  <a:lnTo>
                    <a:pt x="3069488" y="495300"/>
                  </a:lnTo>
                  <a:lnTo>
                    <a:pt x="3069488" y="482600"/>
                  </a:lnTo>
                  <a:close/>
                </a:path>
                <a:path w="4483100" h="495300">
                  <a:moveTo>
                    <a:pt x="3120428" y="482600"/>
                  </a:moveTo>
                  <a:lnTo>
                    <a:pt x="3145904" y="482600"/>
                  </a:lnTo>
                  <a:lnTo>
                    <a:pt x="3145904" y="495300"/>
                  </a:lnTo>
                  <a:lnTo>
                    <a:pt x="3120428" y="495300"/>
                  </a:lnTo>
                  <a:lnTo>
                    <a:pt x="3120428" y="482600"/>
                  </a:lnTo>
                  <a:close/>
                </a:path>
                <a:path w="4483100" h="495300">
                  <a:moveTo>
                    <a:pt x="3171380" y="482600"/>
                  </a:moveTo>
                  <a:lnTo>
                    <a:pt x="3196856" y="482600"/>
                  </a:lnTo>
                  <a:lnTo>
                    <a:pt x="3196856" y="495300"/>
                  </a:lnTo>
                  <a:lnTo>
                    <a:pt x="3171380" y="495300"/>
                  </a:lnTo>
                  <a:lnTo>
                    <a:pt x="3171380" y="482600"/>
                  </a:lnTo>
                  <a:close/>
                </a:path>
                <a:path w="4483100" h="495300">
                  <a:moveTo>
                    <a:pt x="3222332" y="482600"/>
                  </a:moveTo>
                  <a:lnTo>
                    <a:pt x="3247809" y="482600"/>
                  </a:lnTo>
                  <a:lnTo>
                    <a:pt x="3247809" y="495300"/>
                  </a:lnTo>
                  <a:lnTo>
                    <a:pt x="3222332" y="495300"/>
                  </a:lnTo>
                  <a:lnTo>
                    <a:pt x="3222332" y="482600"/>
                  </a:lnTo>
                  <a:close/>
                </a:path>
                <a:path w="4483100" h="495300">
                  <a:moveTo>
                    <a:pt x="3273285" y="482600"/>
                  </a:moveTo>
                  <a:lnTo>
                    <a:pt x="3298761" y="482600"/>
                  </a:lnTo>
                  <a:lnTo>
                    <a:pt x="3298761" y="495300"/>
                  </a:lnTo>
                  <a:lnTo>
                    <a:pt x="3273285" y="495300"/>
                  </a:lnTo>
                  <a:lnTo>
                    <a:pt x="3273285" y="482600"/>
                  </a:lnTo>
                  <a:close/>
                </a:path>
                <a:path w="4483100" h="495300">
                  <a:moveTo>
                    <a:pt x="3324225" y="482600"/>
                  </a:moveTo>
                  <a:lnTo>
                    <a:pt x="3349701" y="482600"/>
                  </a:lnTo>
                  <a:lnTo>
                    <a:pt x="3349701" y="495300"/>
                  </a:lnTo>
                  <a:lnTo>
                    <a:pt x="3324225" y="495300"/>
                  </a:lnTo>
                  <a:lnTo>
                    <a:pt x="3324225" y="482600"/>
                  </a:lnTo>
                  <a:close/>
                </a:path>
                <a:path w="4483100" h="495300">
                  <a:moveTo>
                    <a:pt x="3375177" y="482600"/>
                  </a:moveTo>
                  <a:lnTo>
                    <a:pt x="3400653" y="482600"/>
                  </a:lnTo>
                  <a:lnTo>
                    <a:pt x="3400653" y="495300"/>
                  </a:lnTo>
                  <a:lnTo>
                    <a:pt x="3375177" y="495300"/>
                  </a:lnTo>
                  <a:lnTo>
                    <a:pt x="3375177" y="482600"/>
                  </a:lnTo>
                  <a:close/>
                </a:path>
                <a:path w="4483100" h="495300">
                  <a:moveTo>
                    <a:pt x="3426129" y="482600"/>
                  </a:moveTo>
                  <a:lnTo>
                    <a:pt x="3451605" y="482600"/>
                  </a:lnTo>
                  <a:lnTo>
                    <a:pt x="3451605" y="495300"/>
                  </a:lnTo>
                  <a:lnTo>
                    <a:pt x="3426129" y="495300"/>
                  </a:lnTo>
                  <a:lnTo>
                    <a:pt x="3426129" y="482600"/>
                  </a:lnTo>
                  <a:close/>
                </a:path>
                <a:path w="4483100" h="495300">
                  <a:moveTo>
                    <a:pt x="3477082" y="482600"/>
                  </a:moveTo>
                  <a:lnTo>
                    <a:pt x="3502558" y="482600"/>
                  </a:lnTo>
                  <a:lnTo>
                    <a:pt x="3502558" y="495300"/>
                  </a:lnTo>
                  <a:lnTo>
                    <a:pt x="3477082" y="495300"/>
                  </a:lnTo>
                  <a:lnTo>
                    <a:pt x="3477082" y="482600"/>
                  </a:lnTo>
                  <a:close/>
                </a:path>
                <a:path w="4483100" h="495300">
                  <a:moveTo>
                    <a:pt x="3528034" y="482600"/>
                  </a:moveTo>
                  <a:lnTo>
                    <a:pt x="3553498" y="482600"/>
                  </a:lnTo>
                  <a:lnTo>
                    <a:pt x="3553498" y="495300"/>
                  </a:lnTo>
                  <a:lnTo>
                    <a:pt x="3528034" y="495300"/>
                  </a:lnTo>
                  <a:lnTo>
                    <a:pt x="3528034" y="482600"/>
                  </a:lnTo>
                  <a:close/>
                </a:path>
                <a:path w="4483100" h="495300">
                  <a:moveTo>
                    <a:pt x="3578974" y="482600"/>
                  </a:moveTo>
                  <a:lnTo>
                    <a:pt x="3604450" y="482600"/>
                  </a:lnTo>
                  <a:lnTo>
                    <a:pt x="3604450" y="495300"/>
                  </a:lnTo>
                  <a:lnTo>
                    <a:pt x="3578974" y="495300"/>
                  </a:lnTo>
                  <a:lnTo>
                    <a:pt x="3578974" y="482600"/>
                  </a:lnTo>
                  <a:close/>
                </a:path>
                <a:path w="4483100" h="495300">
                  <a:moveTo>
                    <a:pt x="3629926" y="482600"/>
                  </a:moveTo>
                  <a:lnTo>
                    <a:pt x="3655402" y="482600"/>
                  </a:lnTo>
                  <a:lnTo>
                    <a:pt x="3655402" y="495300"/>
                  </a:lnTo>
                  <a:lnTo>
                    <a:pt x="3629926" y="495300"/>
                  </a:lnTo>
                  <a:lnTo>
                    <a:pt x="3629926" y="482600"/>
                  </a:lnTo>
                  <a:close/>
                </a:path>
                <a:path w="4483100" h="495300">
                  <a:moveTo>
                    <a:pt x="3680879" y="482600"/>
                  </a:moveTo>
                  <a:lnTo>
                    <a:pt x="3706355" y="482600"/>
                  </a:lnTo>
                  <a:lnTo>
                    <a:pt x="3706355" y="495300"/>
                  </a:lnTo>
                  <a:lnTo>
                    <a:pt x="3680879" y="495300"/>
                  </a:lnTo>
                  <a:lnTo>
                    <a:pt x="3680879" y="482600"/>
                  </a:lnTo>
                  <a:close/>
                </a:path>
                <a:path w="4483100" h="495300">
                  <a:moveTo>
                    <a:pt x="3731831" y="482600"/>
                  </a:moveTo>
                  <a:lnTo>
                    <a:pt x="3757307" y="482600"/>
                  </a:lnTo>
                  <a:lnTo>
                    <a:pt x="3757307" y="495300"/>
                  </a:lnTo>
                  <a:lnTo>
                    <a:pt x="3731831" y="495300"/>
                  </a:lnTo>
                  <a:lnTo>
                    <a:pt x="3731831" y="482600"/>
                  </a:lnTo>
                  <a:close/>
                </a:path>
                <a:path w="4483100" h="495300">
                  <a:moveTo>
                    <a:pt x="3782771" y="482600"/>
                  </a:moveTo>
                  <a:lnTo>
                    <a:pt x="3808247" y="482600"/>
                  </a:lnTo>
                  <a:lnTo>
                    <a:pt x="3808247" y="495300"/>
                  </a:lnTo>
                  <a:lnTo>
                    <a:pt x="3782771" y="495300"/>
                  </a:lnTo>
                  <a:lnTo>
                    <a:pt x="3782771" y="482600"/>
                  </a:lnTo>
                  <a:close/>
                </a:path>
                <a:path w="4483100" h="495300">
                  <a:moveTo>
                    <a:pt x="3833723" y="482600"/>
                  </a:moveTo>
                  <a:lnTo>
                    <a:pt x="3859199" y="482600"/>
                  </a:lnTo>
                  <a:lnTo>
                    <a:pt x="3859199" y="495300"/>
                  </a:lnTo>
                  <a:lnTo>
                    <a:pt x="3833723" y="495300"/>
                  </a:lnTo>
                  <a:lnTo>
                    <a:pt x="3833723" y="482600"/>
                  </a:lnTo>
                  <a:close/>
                </a:path>
                <a:path w="4483100" h="495300">
                  <a:moveTo>
                    <a:pt x="3884676" y="482600"/>
                  </a:moveTo>
                  <a:lnTo>
                    <a:pt x="3910152" y="482600"/>
                  </a:lnTo>
                  <a:lnTo>
                    <a:pt x="3910152" y="495300"/>
                  </a:lnTo>
                  <a:lnTo>
                    <a:pt x="3884676" y="495300"/>
                  </a:lnTo>
                  <a:lnTo>
                    <a:pt x="3884676" y="482600"/>
                  </a:lnTo>
                  <a:close/>
                </a:path>
                <a:path w="4483100" h="495300">
                  <a:moveTo>
                    <a:pt x="3935628" y="482600"/>
                  </a:moveTo>
                  <a:lnTo>
                    <a:pt x="3961104" y="482600"/>
                  </a:lnTo>
                  <a:lnTo>
                    <a:pt x="3961104" y="495300"/>
                  </a:lnTo>
                  <a:lnTo>
                    <a:pt x="3935628" y="495300"/>
                  </a:lnTo>
                  <a:lnTo>
                    <a:pt x="3935628" y="482600"/>
                  </a:lnTo>
                  <a:close/>
                </a:path>
                <a:path w="4483100" h="495300">
                  <a:moveTo>
                    <a:pt x="3986580" y="482600"/>
                  </a:moveTo>
                  <a:lnTo>
                    <a:pt x="4012044" y="482600"/>
                  </a:lnTo>
                  <a:lnTo>
                    <a:pt x="4012044" y="495300"/>
                  </a:lnTo>
                  <a:lnTo>
                    <a:pt x="3986580" y="495300"/>
                  </a:lnTo>
                  <a:lnTo>
                    <a:pt x="3986580" y="482600"/>
                  </a:lnTo>
                  <a:close/>
                </a:path>
                <a:path w="4483100" h="495300">
                  <a:moveTo>
                    <a:pt x="4037520" y="482600"/>
                  </a:moveTo>
                  <a:lnTo>
                    <a:pt x="4062996" y="482600"/>
                  </a:lnTo>
                  <a:lnTo>
                    <a:pt x="4062996" y="495300"/>
                  </a:lnTo>
                  <a:lnTo>
                    <a:pt x="4037520" y="495300"/>
                  </a:lnTo>
                  <a:lnTo>
                    <a:pt x="4037520" y="482600"/>
                  </a:lnTo>
                  <a:close/>
                </a:path>
                <a:path w="4483100" h="495300">
                  <a:moveTo>
                    <a:pt x="4088472" y="482600"/>
                  </a:moveTo>
                  <a:lnTo>
                    <a:pt x="4113949" y="482600"/>
                  </a:lnTo>
                  <a:lnTo>
                    <a:pt x="4113949" y="495300"/>
                  </a:lnTo>
                  <a:lnTo>
                    <a:pt x="4088472" y="495300"/>
                  </a:lnTo>
                  <a:lnTo>
                    <a:pt x="4088472" y="482600"/>
                  </a:lnTo>
                  <a:close/>
                </a:path>
                <a:path w="4483100" h="495300">
                  <a:moveTo>
                    <a:pt x="4139425" y="482600"/>
                  </a:moveTo>
                  <a:lnTo>
                    <a:pt x="4164901" y="482600"/>
                  </a:lnTo>
                  <a:lnTo>
                    <a:pt x="4164901" y="495300"/>
                  </a:lnTo>
                  <a:lnTo>
                    <a:pt x="4139425" y="495300"/>
                  </a:lnTo>
                  <a:lnTo>
                    <a:pt x="4139425" y="482600"/>
                  </a:lnTo>
                  <a:close/>
                </a:path>
                <a:path w="4483100" h="495300">
                  <a:moveTo>
                    <a:pt x="4190377" y="482600"/>
                  </a:moveTo>
                  <a:lnTo>
                    <a:pt x="4215853" y="482600"/>
                  </a:lnTo>
                  <a:lnTo>
                    <a:pt x="4215853" y="495300"/>
                  </a:lnTo>
                  <a:lnTo>
                    <a:pt x="4190377" y="495300"/>
                  </a:lnTo>
                  <a:lnTo>
                    <a:pt x="4190377" y="482600"/>
                  </a:lnTo>
                  <a:close/>
                </a:path>
                <a:path w="4483100" h="495300">
                  <a:moveTo>
                    <a:pt x="4241317" y="482600"/>
                  </a:moveTo>
                  <a:lnTo>
                    <a:pt x="4266793" y="482600"/>
                  </a:lnTo>
                  <a:lnTo>
                    <a:pt x="4266793" y="495300"/>
                  </a:lnTo>
                  <a:lnTo>
                    <a:pt x="4241317" y="495300"/>
                  </a:lnTo>
                  <a:lnTo>
                    <a:pt x="4241317" y="482600"/>
                  </a:lnTo>
                  <a:close/>
                </a:path>
                <a:path w="4483100" h="495300">
                  <a:moveTo>
                    <a:pt x="4292269" y="482600"/>
                  </a:moveTo>
                  <a:lnTo>
                    <a:pt x="4317746" y="482600"/>
                  </a:lnTo>
                  <a:lnTo>
                    <a:pt x="4317746" y="495300"/>
                  </a:lnTo>
                  <a:lnTo>
                    <a:pt x="4292269" y="495300"/>
                  </a:lnTo>
                  <a:lnTo>
                    <a:pt x="4292269" y="482600"/>
                  </a:lnTo>
                  <a:close/>
                </a:path>
                <a:path w="4483100" h="495300">
                  <a:moveTo>
                    <a:pt x="4343222" y="482600"/>
                  </a:moveTo>
                  <a:lnTo>
                    <a:pt x="4368698" y="482600"/>
                  </a:lnTo>
                  <a:lnTo>
                    <a:pt x="4368698" y="495300"/>
                  </a:lnTo>
                  <a:lnTo>
                    <a:pt x="4343222" y="495300"/>
                  </a:lnTo>
                  <a:lnTo>
                    <a:pt x="4343222" y="482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6237528" y="7179119"/>
              <a:ext cx="2951480" cy="431800"/>
            </a:xfrm>
            <a:custGeom>
              <a:avLst/>
              <a:gdLst/>
              <a:ahLst/>
              <a:cxnLst/>
              <a:rect l="l" t="t" r="r" b="b"/>
              <a:pathLst>
                <a:path w="2951479" h="431800">
                  <a:moveTo>
                    <a:pt x="10261" y="7924"/>
                  </a:moveTo>
                  <a:lnTo>
                    <a:pt x="0" y="7924"/>
                  </a:lnTo>
                  <a:lnTo>
                    <a:pt x="17932" y="72580"/>
                  </a:lnTo>
                  <a:lnTo>
                    <a:pt x="27787" y="72580"/>
                  </a:lnTo>
                  <a:lnTo>
                    <a:pt x="31875" y="58026"/>
                  </a:lnTo>
                  <a:lnTo>
                    <a:pt x="23463" y="58026"/>
                  </a:lnTo>
                  <a:lnTo>
                    <a:pt x="10261" y="7924"/>
                  </a:lnTo>
                  <a:close/>
                </a:path>
                <a:path w="2951479" h="431800">
                  <a:moveTo>
                    <a:pt x="51162" y="24155"/>
                  </a:moveTo>
                  <a:lnTo>
                    <a:pt x="41389" y="24155"/>
                  </a:lnTo>
                  <a:lnTo>
                    <a:pt x="55499" y="72580"/>
                  </a:lnTo>
                  <a:lnTo>
                    <a:pt x="65316" y="72580"/>
                  </a:lnTo>
                  <a:lnTo>
                    <a:pt x="69361" y="58026"/>
                  </a:lnTo>
                  <a:lnTo>
                    <a:pt x="60426" y="58026"/>
                  </a:lnTo>
                  <a:lnTo>
                    <a:pt x="51162" y="24155"/>
                  </a:lnTo>
                  <a:close/>
                </a:path>
                <a:path w="2951479" h="431800">
                  <a:moveTo>
                    <a:pt x="46723" y="7924"/>
                  </a:moveTo>
                  <a:lnTo>
                    <a:pt x="36563" y="7924"/>
                  </a:lnTo>
                  <a:lnTo>
                    <a:pt x="23450" y="58026"/>
                  </a:lnTo>
                  <a:lnTo>
                    <a:pt x="31875" y="58026"/>
                  </a:lnTo>
                  <a:lnTo>
                    <a:pt x="41389" y="24155"/>
                  </a:lnTo>
                  <a:lnTo>
                    <a:pt x="51162" y="24155"/>
                  </a:lnTo>
                  <a:lnTo>
                    <a:pt x="46723" y="7924"/>
                  </a:lnTo>
                  <a:close/>
                </a:path>
                <a:path w="2951479" h="431800">
                  <a:moveTo>
                    <a:pt x="83286" y="7924"/>
                  </a:moveTo>
                  <a:lnTo>
                    <a:pt x="72986" y="7924"/>
                  </a:lnTo>
                  <a:lnTo>
                    <a:pt x="60426" y="58026"/>
                  </a:lnTo>
                  <a:lnTo>
                    <a:pt x="69361" y="58026"/>
                  </a:lnTo>
                  <a:lnTo>
                    <a:pt x="83286" y="7924"/>
                  </a:lnTo>
                  <a:close/>
                </a:path>
                <a:path w="2951479" h="431800">
                  <a:moveTo>
                    <a:pt x="98958" y="7924"/>
                  </a:moveTo>
                  <a:lnTo>
                    <a:pt x="89636" y="7924"/>
                  </a:lnTo>
                  <a:lnTo>
                    <a:pt x="89636" y="72580"/>
                  </a:lnTo>
                  <a:lnTo>
                    <a:pt x="99085" y="72580"/>
                  </a:lnTo>
                  <a:lnTo>
                    <a:pt x="99085" y="41224"/>
                  </a:lnTo>
                  <a:lnTo>
                    <a:pt x="116509" y="32626"/>
                  </a:lnTo>
                  <a:lnTo>
                    <a:pt x="128075" y="32626"/>
                  </a:lnTo>
                  <a:lnTo>
                    <a:pt x="127901" y="31978"/>
                  </a:lnTo>
                  <a:lnTo>
                    <a:pt x="99555" y="31978"/>
                  </a:lnTo>
                  <a:lnTo>
                    <a:pt x="98958" y="7924"/>
                  </a:lnTo>
                  <a:close/>
                </a:path>
                <a:path w="2951479" h="431800">
                  <a:moveTo>
                    <a:pt x="128075" y="32626"/>
                  </a:moveTo>
                  <a:lnTo>
                    <a:pt x="116509" y="32626"/>
                  </a:lnTo>
                  <a:lnTo>
                    <a:pt x="121081" y="72580"/>
                  </a:lnTo>
                  <a:lnTo>
                    <a:pt x="130530" y="72580"/>
                  </a:lnTo>
                  <a:lnTo>
                    <a:pt x="130530" y="41732"/>
                  </a:lnTo>
                  <a:lnTo>
                    <a:pt x="128075" y="32626"/>
                  </a:lnTo>
                  <a:close/>
                </a:path>
                <a:path w="2951479" h="431800">
                  <a:moveTo>
                    <a:pt x="110147" y="23456"/>
                  </a:moveTo>
                  <a:lnTo>
                    <a:pt x="99555" y="31978"/>
                  </a:lnTo>
                  <a:lnTo>
                    <a:pt x="127901" y="31978"/>
                  </a:lnTo>
                  <a:lnTo>
                    <a:pt x="127076" y="28917"/>
                  </a:lnTo>
                  <a:lnTo>
                    <a:pt x="110147" y="23456"/>
                  </a:lnTo>
                  <a:close/>
                </a:path>
                <a:path w="2951479" h="431800">
                  <a:moveTo>
                    <a:pt x="153136" y="24523"/>
                  </a:moveTo>
                  <a:lnTo>
                    <a:pt x="140093" y="39306"/>
                  </a:lnTo>
                  <a:lnTo>
                    <a:pt x="143814" y="65544"/>
                  </a:lnTo>
                  <a:lnTo>
                    <a:pt x="162242" y="73558"/>
                  </a:lnTo>
                  <a:lnTo>
                    <a:pt x="165773" y="73558"/>
                  </a:lnTo>
                  <a:lnTo>
                    <a:pt x="175694" y="65760"/>
                  </a:lnTo>
                  <a:lnTo>
                    <a:pt x="159575" y="65760"/>
                  </a:lnTo>
                  <a:lnTo>
                    <a:pt x="151857" y="51180"/>
                  </a:lnTo>
                  <a:lnTo>
                    <a:pt x="144500" y="51180"/>
                  </a:lnTo>
                  <a:lnTo>
                    <a:pt x="144500" y="44107"/>
                  </a:lnTo>
                  <a:lnTo>
                    <a:pt x="149120" y="44107"/>
                  </a:lnTo>
                  <a:lnTo>
                    <a:pt x="156679" y="31902"/>
                  </a:lnTo>
                  <a:lnTo>
                    <a:pt x="175231" y="31902"/>
                  </a:lnTo>
                  <a:lnTo>
                    <a:pt x="153136" y="24523"/>
                  </a:lnTo>
                  <a:close/>
                </a:path>
                <a:path w="2951479" h="431800">
                  <a:moveTo>
                    <a:pt x="173507" y="58851"/>
                  </a:moveTo>
                  <a:lnTo>
                    <a:pt x="159575" y="65760"/>
                  </a:lnTo>
                  <a:lnTo>
                    <a:pt x="175694" y="65760"/>
                  </a:lnTo>
                  <a:lnTo>
                    <a:pt x="182448" y="60451"/>
                  </a:lnTo>
                  <a:lnTo>
                    <a:pt x="173507" y="58851"/>
                  </a:lnTo>
                  <a:close/>
                </a:path>
                <a:path w="2951479" h="431800">
                  <a:moveTo>
                    <a:pt x="149120" y="44107"/>
                  </a:moveTo>
                  <a:lnTo>
                    <a:pt x="144500" y="44107"/>
                  </a:lnTo>
                  <a:lnTo>
                    <a:pt x="144500" y="51180"/>
                  </a:lnTo>
                  <a:lnTo>
                    <a:pt x="151857" y="51180"/>
                  </a:lnTo>
                  <a:lnTo>
                    <a:pt x="148577" y="44983"/>
                  </a:lnTo>
                  <a:lnTo>
                    <a:pt x="149120" y="44107"/>
                  </a:lnTo>
                  <a:close/>
                </a:path>
                <a:path w="2951479" h="431800">
                  <a:moveTo>
                    <a:pt x="175231" y="31902"/>
                  </a:moveTo>
                  <a:lnTo>
                    <a:pt x="156679" y="31902"/>
                  </a:lnTo>
                  <a:lnTo>
                    <a:pt x="173799" y="44107"/>
                  </a:lnTo>
                  <a:lnTo>
                    <a:pt x="149120" y="44107"/>
                  </a:lnTo>
                  <a:lnTo>
                    <a:pt x="148577" y="44983"/>
                  </a:lnTo>
                  <a:lnTo>
                    <a:pt x="151857" y="51180"/>
                  </a:lnTo>
                  <a:lnTo>
                    <a:pt x="183045" y="51180"/>
                  </a:lnTo>
                  <a:lnTo>
                    <a:pt x="180098" y="33527"/>
                  </a:lnTo>
                  <a:lnTo>
                    <a:pt x="175231" y="31902"/>
                  </a:lnTo>
                  <a:close/>
                </a:path>
                <a:path w="2951479" h="431800">
                  <a:moveTo>
                    <a:pt x="200863" y="24091"/>
                  </a:moveTo>
                  <a:lnTo>
                    <a:pt x="191744" y="24091"/>
                  </a:lnTo>
                  <a:lnTo>
                    <a:pt x="191744" y="72580"/>
                  </a:lnTo>
                  <a:lnTo>
                    <a:pt x="201180" y="72580"/>
                  </a:lnTo>
                  <a:lnTo>
                    <a:pt x="201180" y="42964"/>
                  </a:lnTo>
                  <a:lnTo>
                    <a:pt x="210701" y="31788"/>
                  </a:lnTo>
                  <a:lnTo>
                    <a:pt x="201371" y="31788"/>
                  </a:lnTo>
                  <a:lnTo>
                    <a:pt x="200863" y="24091"/>
                  </a:lnTo>
                  <a:close/>
                </a:path>
                <a:path w="2951479" h="431800">
                  <a:moveTo>
                    <a:pt x="217690" y="23583"/>
                  </a:moveTo>
                  <a:lnTo>
                    <a:pt x="201371" y="31788"/>
                  </a:lnTo>
                  <a:lnTo>
                    <a:pt x="210701" y="31788"/>
                  </a:lnTo>
                  <a:lnTo>
                    <a:pt x="217690" y="23583"/>
                  </a:lnTo>
                  <a:close/>
                </a:path>
                <a:path w="2951479" h="431800">
                  <a:moveTo>
                    <a:pt x="234137" y="24523"/>
                  </a:moveTo>
                  <a:lnTo>
                    <a:pt x="221094" y="39306"/>
                  </a:lnTo>
                  <a:lnTo>
                    <a:pt x="224815" y="65544"/>
                  </a:lnTo>
                  <a:lnTo>
                    <a:pt x="243243" y="73558"/>
                  </a:lnTo>
                  <a:lnTo>
                    <a:pt x="246786" y="73558"/>
                  </a:lnTo>
                  <a:lnTo>
                    <a:pt x="256699" y="65760"/>
                  </a:lnTo>
                  <a:lnTo>
                    <a:pt x="240588" y="65760"/>
                  </a:lnTo>
                  <a:lnTo>
                    <a:pt x="232862" y="51180"/>
                  </a:lnTo>
                  <a:lnTo>
                    <a:pt x="225501" y="51180"/>
                  </a:lnTo>
                  <a:lnTo>
                    <a:pt x="225501" y="44107"/>
                  </a:lnTo>
                  <a:lnTo>
                    <a:pt x="230120" y="44107"/>
                  </a:lnTo>
                  <a:lnTo>
                    <a:pt x="237680" y="31902"/>
                  </a:lnTo>
                  <a:lnTo>
                    <a:pt x="256231" y="31902"/>
                  </a:lnTo>
                  <a:lnTo>
                    <a:pt x="234137" y="24523"/>
                  </a:lnTo>
                  <a:close/>
                </a:path>
                <a:path w="2951479" h="431800">
                  <a:moveTo>
                    <a:pt x="254520" y="58851"/>
                  </a:moveTo>
                  <a:lnTo>
                    <a:pt x="240588" y="65760"/>
                  </a:lnTo>
                  <a:lnTo>
                    <a:pt x="256699" y="65760"/>
                  </a:lnTo>
                  <a:lnTo>
                    <a:pt x="263448" y="60451"/>
                  </a:lnTo>
                  <a:lnTo>
                    <a:pt x="254520" y="58851"/>
                  </a:lnTo>
                  <a:close/>
                </a:path>
                <a:path w="2951479" h="431800">
                  <a:moveTo>
                    <a:pt x="230120" y="44107"/>
                  </a:moveTo>
                  <a:lnTo>
                    <a:pt x="225501" y="44107"/>
                  </a:lnTo>
                  <a:lnTo>
                    <a:pt x="225501" y="51180"/>
                  </a:lnTo>
                  <a:lnTo>
                    <a:pt x="232862" y="51180"/>
                  </a:lnTo>
                  <a:lnTo>
                    <a:pt x="229577" y="44983"/>
                  </a:lnTo>
                  <a:lnTo>
                    <a:pt x="230120" y="44107"/>
                  </a:lnTo>
                  <a:close/>
                </a:path>
                <a:path w="2951479" h="431800">
                  <a:moveTo>
                    <a:pt x="256231" y="31902"/>
                  </a:moveTo>
                  <a:lnTo>
                    <a:pt x="237680" y="31902"/>
                  </a:lnTo>
                  <a:lnTo>
                    <a:pt x="254800" y="44107"/>
                  </a:lnTo>
                  <a:lnTo>
                    <a:pt x="230120" y="44107"/>
                  </a:lnTo>
                  <a:lnTo>
                    <a:pt x="229577" y="44983"/>
                  </a:lnTo>
                  <a:lnTo>
                    <a:pt x="232862" y="51180"/>
                  </a:lnTo>
                  <a:lnTo>
                    <a:pt x="264045" y="51180"/>
                  </a:lnTo>
                  <a:lnTo>
                    <a:pt x="261099" y="33527"/>
                  </a:lnTo>
                  <a:lnTo>
                    <a:pt x="256231" y="31902"/>
                  </a:lnTo>
                  <a:close/>
                </a:path>
                <a:path w="2951479" h="431800">
                  <a:moveTo>
                    <a:pt x="329692" y="24523"/>
                  </a:moveTo>
                  <a:lnTo>
                    <a:pt x="316636" y="39281"/>
                  </a:lnTo>
                  <a:lnTo>
                    <a:pt x="320243" y="65265"/>
                  </a:lnTo>
                  <a:lnTo>
                    <a:pt x="338315" y="73558"/>
                  </a:lnTo>
                  <a:lnTo>
                    <a:pt x="342150" y="73558"/>
                  </a:lnTo>
                  <a:lnTo>
                    <a:pt x="353495" y="62052"/>
                  </a:lnTo>
                  <a:lnTo>
                    <a:pt x="329450" y="62052"/>
                  </a:lnTo>
                  <a:lnTo>
                    <a:pt x="333451" y="32105"/>
                  </a:lnTo>
                  <a:lnTo>
                    <a:pt x="354789" y="32105"/>
                  </a:lnTo>
                  <a:lnTo>
                    <a:pt x="353275" y="28752"/>
                  </a:lnTo>
                  <a:lnTo>
                    <a:pt x="329692" y="24523"/>
                  </a:lnTo>
                  <a:close/>
                </a:path>
                <a:path w="2951479" h="431800">
                  <a:moveTo>
                    <a:pt x="358241" y="57238"/>
                  </a:moveTo>
                  <a:lnTo>
                    <a:pt x="329450" y="62052"/>
                  </a:lnTo>
                  <a:lnTo>
                    <a:pt x="353495" y="62052"/>
                  </a:lnTo>
                  <a:lnTo>
                    <a:pt x="358241" y="57238"/>
                  </a:lnTo>
                  <a:close/>
                </a:path>
                <a:path w="2951479" h="431800">
                  <a:moveTo>
                    <a:pt x="354789" y="32105"/>
                  </a:moveTo>
                  <a:lnTo>
                    <a:pt x="333451" y="32105"/>
                  </a:lnTo>
                  <a:lnTo>
                    <a:pt x="349046" y="39750"/>
                  </a:lnTo>
                  <a:lnTo>
                    <a:pt x="358241" y="39750"/>
                  </a:lnTo>
                  <a:lnTo>
                    <a:pt x="354789" y="32105"/>
                  </a:lnTo>
                  <a:close/>
                </a:path>
                <a:path w="2951479" h="431800">
                  <a:moveTo>
                    <a:pt x="431774" y="26390"/>
                  </a:moveTo>
                  <a:lnTo>
                    <a:pt x="391337" y="26390"/>
                  </a:lnTo>
                  <a:lnTo>
                    <a:pt x="391337" y="34670"/>
                  </a:lnTo>
                  <a:lnTo>
                    <a:pt x="431774" y="34670"/>
                  </a:lnTo>
                  <a:lnTo>
                    <a:pt x="431774" y="26390"/>
                  </a:lnTo>
                  <a:close/>
                </a:path>
                <a:path w="2951479" h="431800">
                  <a:moveTo>
                    <a:pt x="431774" y="45846"/>
                  </a:moveTo>
                  <a:lnTo>
                    <a:pt x="391337" y="45846"/>
                  </a:lnTo>
                  <a:lnTo>
                    <a:pt x="391337" y="54114"/>
                  </a:lnTo>
                  <a:lnTo>
                    <a:pt x="431774" y="54114"/>
                  </a:lnTo>
                  <a:lnTo>
                    <a:pt x="431774" y="45846"/>
                  </a:lnTo>
                  <a:close/>
                </a:path>
                <a:path w="2951479" h="431800">
                  <a:moveTo>
                    <a:pt x="489661" y="7035"/>
                  </a:moveTo>
                  <a:lnTo>
                    <a:pt x="472478" y="17513"/>
                  </a:lnTo>
                  <a:lnTo>
                    <a:pt x="466153" y="47129"/>
                  </a:lnTo>
                  <a:lnTo>
                    <a:pt x="475894" y="66814"/>
                  </a:lnTo>
                  <a:lnTo>
                    <a:pt x="498792" y="73469"/>
                  </a:lnTo>
                  <a:lnTo>
                    <a:pt x="516156" y="57200"/>
                  </a:lnTo>
                  <a:lnTo>
                    <a:pt x="480085" y="57200"/>
                  </a:lnTo>
                  <a:lnTo>
                    <a:pt x="480085" y="23367"/>
                  </a:lnTo>
                  <a:lnTo>
                    <a:pt x="495325" y="15938"/>
                  </a:lnTo>
                  <a:lnTo>
                    <a:pt x="507451" y="15938"/>
                  </a:lnTo>
                  <a:lnTo>
                    <a:pt x="489661" y="7035"/>
                  </a:lnTo>
                  <a:close/>
                </a:path>
                <a:path w="2951479" h="431800">
                  <a:moveTo>
                    <a:pt x="521944" y="51777"/>
                  </a:moveTo>
                  <a:lnTo>
                    <a:pt x="512082" y="51777"/>
                  </a:lnTo>
                  <a:lnTo>
                    <a:pt x="511695" y="53809"/>
                  </a:lnTo>
                  <a:lnTo>
                    <a:pt x="480085" y="57200"/>
                  </a:lnTo>
                  <a:lnTo>
                    <a:pt x="516156" y="57200"/>
                  </a:lnTo>
                  <a:lnTo>
                    <a:pt x="521944" y="51777"/>
                  </a:lnTo>
                  <a:close/>
                </a:path>
                <a:path w="2951479" h="431800">
                  <a:moveTo>
                    <a:pt x="507451" y="15938"/>
                  </a:moveTo>
                  <a:lnTo>
                    <a:pt x="495325" y="15938"/>
                  </a:lnTo>
                  <a:lnTo>
                    <a:pt x="512089" y="28955"/>
                  </a:lnTo>
                  <a:lnTo>
                    <a:pt x="521944" y="28955"/>
                  </a:lnTo>
                  <a:lnTo>
                    <a:pt x="520344" y="22390"/>
                  </a:lnTo>
                  <a:lnTo>
                    <a:pt x="507451" y="15938"/>
                  </a:lnTo>
                  <a:close/>
                </a:path>
                <a:path w="2951479" h="431800">
                  <a:moveTo>
                    <a:pt x="553288" y="7035"/>
                  </a:moveTo>
                  <a:lnTo>
                    <a:pt x="536067" y="17513"/>
                  </a:lnTo>
                  <a:lnTo>
                    <a:pt x="529755" y="47129"/>
                  </a:lnTo>
                  <a:lnTo>
                    <a:pt x="539521" y="66814"/>
                  </a:lnTo>
                  <a:lnTo>
                    <a:pt x="564464" y="73469"/>
                  </a:lnTo>
                  <a:lnTo>
                    <a:pt x="580640" y="63639"/>
                  </a:lnTo>
                  <a:lnTo>
                    <a:pt x="565911" y="63639"/>
                  </a:lnTo>
                  <a:lnTo>
                    <a:pt x="545985" y="59905"/>
                  </a:lnTo>
                  <a:lnTo>
                    <a:pt x="539445" y="34988"/>
                  </a:lnTo>
                  <a:lnTo>
                    <a:pt x="551840" y="16878"/>
                  </a:lnTo>
                  <a:lnTo>
                    <a:pt x="579798" y="16878"/>
                  </a:lnTo>
                  <a:lnTo>
                    <a:pt x="578218" y="13703"/>
                  </a:lnTo>
                  <a:lnTo>
                    <a:pt x="553288" y="7035"/>
                  </a:lnTo>
                  <a:close/>
                </a:path>
                <a:path w="2951479" h="431800">
                  <a:moveTo>
                    <a:pt x="579798" y="16878"/>
                  </a:moveTo>
                  <a:lnTo>
                    <a:pt x="551840" y="16878"/>
                  </a:lnTo>
                  <a:lnTo>
                    <a:pt x="571779" y="20612"/>
                  </a:lnTo>
                  <a:lnTo>
                    <a:pt x="578332" y="40258"/>
                  </a:lnTo>
                  <a:lnTo>
                    <a:pt x="578332" y="45516"/>
                  </a:lnTo>
                  <a:lnTo>
                    <a:pt x="565911" y="63639"/>
                  </a:lnTo>
                  <a:lnTo>
                    <a:pt x="580640" y="63639"/>
                  </a:lnTo>
                  <a:lnTo>
                    <a:pt x="581685" y="63004"/>
                  </a:lnTo>
                  <a:lnTo>
                    <a:pt x="587997" y="40258"/>
                  </a:lnTo>
                  <a:lnTo>
                    <a:pt x="587997" y="33350"/>
                  </a:lnTo>
                  <a:lnTo>
                    <a:pt x="579798" y="16878"/>
                  </a:lnTo>
                  <a:close/>
                </a:path>
                <a:path w="2951479" h="431800">
                  <a:moveTo>
                    <a:pt x="598385" y="7924"/>
                  </a:moveTo>
                  <a:lnTo>
                    <a:pt x="598385" y="72580"/>
                  </a:lnTo>
                  <a:lnTo>
                    <a:pt x="619315" y="72580"/>
                  </a:lnTo>
                  <a:lnTo>
                    <a:pt x="640740" y="66090"/>
                  </a:lnTo>
                  <a:lnTo>
                    <a:pt x="641763" y="64058"/>
                  </a:lnTo>
                  <a:lnTo>
                    <a:pt x="608139" y="64058"/>
                  </a:lnTo>
                  <a:lnTo>
                    <a:pt x="608139" y="16446"/>
                  </a:lnTo>
                  <a:lnTo>
                    <a:pt x="642012" y="16446"/>
                  </a:lnTo>
                  <a:lnTo>
                    <a:pt x="631748" y="9220"/>
                  </a:lnTo>
                  <a:lnTo>
                    <a:pt x="598385" y="7924"/>
                  </a:lnTo>
                  <a:close/>
                </a:path>
                <a:path w="2951479" h="431800">
                  <a:moveTo>
                    <a:pt x="642012" y="16446"/>
                  </a:moveTo>
                  <a:lnTo>
                    <a:pt x="608139" y="16446"/>
                  </a:lnTo>
                  <a:lnTo>
                    <a:pt x="628040" y="17360"/>
                  </a:lnTo>
                  <a:lnTo>
                    <a:pt x="640003" y="30784"/>
                  </a:lnTo>
                  <a:lnTo>
                    <a:pt x="634314" y="59410"/>
                  </a:lnTo>
                  <a:lnTo>
                    <a:pt x="608139" y="64058"/>
                  </a:lnTo>
                  <a:lnTo>
                    <a:pt x="641763" y="64058"/>
                  </a:lnTo>
                  <a:lnTo>
                    <a:pt x="650405" y="46888"/>
                  </a:lnTo>
                  <a:lnTo>
                    <a:pt x="644321" y="18072"/>
                  </a:lnTo>
                  <a:lnTo>
                    <a:pt x="642012" y="16446"/>
                  </a:lnTo>
                  <a:close/>
                </a:path>
                <a:path w="2951479" h="431800">
                  <a:moveTo>
                    <a:pt x="709117" y="24599"/>
                  </a:moveTo>
                  <a:lnTo>
                    <a:pt x="687235" y="26492"/>
                  </a:lnTo>
                  <a:lnTo>
                    <a:pt x="682104" y="44119"/>
                  </a:lnTo>
                  <a:lnTo>
                    <a:pt x="704811" y="53632"/>
                  </a:lnTo>
                  <a:lnTo>
                    <a:pt x="688733" y="58750"/>
                  </a:lnTo>
                  <a:lnTo>
                    <a:pt x="679602" y="60147"/>
                  </a:lnTo>
                  <a:lnTo>
                    <a:pt x="680389" y="64439"/>
                  </a:lnTo>
                  <a:lnTo>
                    <a:pt x="689355" y="72402"/>
                  </a:lnTo>
                  <a:lnTo>
                    <a:pt x="712520" y="70345"/>
                  </a:lnTo>
                  <a:lnTo>
                    <a:pt x="717943" y="52349"/>
                  </a:lnTo>
                  <a:lnTo>
                    <a:pt x="695401" y="43027"/>
                  </a:lnTo>
                  <a:lnTo>
                    <a:pt x="718096" y="35928"/>
                  </a:lnTo>
                  <a:lnTo>
                    <a:pt x="709117" y="24599"/>
                  </a:lnTo>
                  <a:close/>
                </a:path>
                <a:path w="2951479" h="431800">
                  <a:moveTo>
                    <a:pt x="736955" y="7924"/>
                  </a:moveTo>
                  <a:lnTo>
                    <a:pt x="727633" y="7924"/>
                  </a:lnTo>
                  <a:lnTo>
                    <a:pt x="727633" y="72580"/>
                  </a:lnTo>
                  <a:lnTo>
                    <a:pt x="737082" y="72580"/>
                  </a:lnTo>
                  <a:lnTo>
                    <a:pt x="737082" y="41224"/>
                  </a:lnTo>
                  <a:lnTo>
                    <a:pt x="754506" y="32626"/>
                  </a:lnTo>
                  <a:lnTo>
                    <a:pt x="766069" y="32626"/>
                  </a:lnTo>
                  <a:lnTo>
                    <a:pt x="765895" y="31978"/>
                  </a:lnTo>
                  <a:lnTo>
                    <a:pt x="737552" y="31978"/>
                  </a:lnTo>
                  <a:lnTo>
                    <a:pt x="736955" y="7924"/>
                  </a:lnTo>
                  <a:close/>
                </a:path>
                <a:path w="2951479" h="431800">
                  <a:moveTo>
                    <a:pt x="766069" y="32626"/>
                  </a:moveTo>
                  <a:lnTo>
                    <a:pt x="754506" y="32626"/>
                  </a:lnTo>
                  <a:lnTo>
                    <a:pt x="759078" y="72580"/>
                  </a:lnTo>
                  <a:lnTo>
                    <a:pt x="768515" y="72580"/>
                  </a:lnTo>
                  <a:lnTo>
                    <a:pt x="768515" y="41732"/>
                  </a:lnTo>
                  <a:lnTo>
                    <a:pt x="766069" y="32626"/>
                  </a:lnTo>
                  <a:close/>
                </a:path>
                <a:path w="2951479" h="431800">
                  <a:moveTo>
                    <a:pt x="748144" y="23456"/>
                  </a:moveTo>
                  <a:lnTo>
                    <a:pt x="737552" y="31978"/>
                  </a:lnTo>
                  <a:lnTo>
                    <a:pt x="765895" y="31978"/>
                  </a:lnTo>
                  <a:lnTo>
                    <a:pt x="765073" y="28917"/>
                  </a:lnTo>
                  <a:lnTo>
                    <a:pt x="748144" y="23456"/>
                  </a:lnTo>
                  <a:close/>
                </a:path>
                <a:path w="2951479" h="431800">
                  <a:moveTo>
                    <a:pt x="814324" y="29527"/>
                  </a:moveTo>
                  <a:lnTo>
                    <a:pt x="802146" y="31675"/>
                  </a:lnTo>
                  <a:lnTo>
                    <a:pt x="807910" y="39776"/>
                  </a:lnTo>
                  <a:lnTo>
                    <a:pt x="777062" y="62052"/>
                  </a:lnTo>
                  <a:lnTo>
                    <a:pt x="793445" y="73659"/>
                  </a:lnTo>
                  <a:lnTo>
                    <a:pt x="808164" y="72580"/>
                  </a:lnTo>
                  <a:lnTo>
                    <a:pt x="817384" y="72580"/>
                  </a:lnTo>
                  <a:lnTo>
                    <a:pt x="817384" y="66078"/>
                  </a:lnTo>
                  <a:lnTo>
                    <a:pt x="795502" y="66078"/>
                  </a:lnTo>
                  <a:lnTo>
                    <a:pt x="786320" y="59004"/>
                  </a:lnTo>
                  <a:lnTo>
                    <a:pt x="807935" y="55092"/>
                  </a:lnTo>
                  <a:lnTo>
                    <a:pt x="817384" y="55092"/>
                  </a:lnTo>
                  <a:lnTo>
                    <a:pt x="817384" y="40373"/>
                  </a:lnTo>
                  <a:lnTo>
                    <a:pt x="814324" y="29527"/>
                  </a:lnTo>
                  <a:close/>
                </a:path>
                <a:path w="2951479" h="431800">
                  <a:moveTo>
                    <a:pt x="817384" y="55092"/>
                  </a:moveTo>
                  <a:lnTo>
                    <a:pt x="807935" y="55092"/>
                  </a:lnTo>
                  <a:lnTo>
                    <a:pt x="795502" y="66078"/>
                  </a:lnTo>
                  <a:lnTo>
                    <a:pt x="817384" y="66078"/>
                  </a:lnTo>
                  <a:lnTo>
                    <a:pt x="817384" y="55092"/>
                  </a:lnTo>
                  <a:close/>
                </a:path>
                <a:path w="2951479" h="431800">
                  <a:moveTo>
                    <a:pt x="799554" y="32133"/>
                  </a:moveTo>
                  <a:lnTo>
                    <a:pt x="778548" y="35839"/>
                  </a:lnTo>
                  <a:lnTo>
                    <a:pt x="787425" y="37858"/>
                  </a:lnTo>
                  <a:lnTo>
                    <a:pt x="799554" y="32133"/>
                  </a:lnTo>
                  <a:close/>
                </a:path>
                <a:path w="2951479" h="431800">
                  <a:moveTo>
                    <a:pt x="801738" y="31102"/>
                  </a:moveTo>
                  <a:lnTo>
                    <a:pt x="799554" y="32133"/>
                  </a:lnTo>
                  <a:lnTo>
                    <a:pt x="802146" y="31675"/>
                  </a:lnTo>
                  <a:lnTo>
                    <a:pt x="801738" y="31102"/>
                  </a:lnTo>
                  <a:close/>
                </a:path>
                <a:path w="2951479" h="431800">
                  <a:moveTo>
                    <a:pt x="837298" y="24091"/>
                  </a:moveTo>
                  <a:lnTo>
                    <a:pt x="828179" y="24091"/>
                  </a:lnTo>
                  <a:lnTo>
                    <a:pt x="828179" y="72580"/>
                  </a:lnTo>
                  <a:lnTo>
                    <a:pt x="837615" y="72580"/>
                  </a:lnTo>
                  <a:lnTo>
                    <a:pt x="837615" y="42964"/>
                  </a:lnTo>
                  <a:lnTo>
                    <a:pt x="847136" y="31788"/>
                  </a:lnTo>
                  <a:lnTo>
                    <a:pt x="837806" y="31788"/>
                  </a:lnTo>
                  <a:lnTo>
                    <a:pt x="837298" y="24091"/>
                  </a:lnTo>
                  <a:close/>
                </a:path>
                <a:path w="2951479" h="431800">
                  <a:moveTo>
                    <a:pt x="854125" y="23583"/>
                  </a:moveTo>
                  <a:lnTo>
                    <a:pt x="837806" y="31788"/>
                  </a:lnTo>
                  <a:lnTo>
                    <a:pt x="847136" y="31788"/>
                  </a:lnTo>
                  <a:lnTo>
                    <a:pt x="854125" y="23583"/>
                  </a:lnTo>
                  <a:close/>
                </a:path>
                <a:path w="2951479" h="431800">
                  <a:moveTo>
                    <a:pt x="870572" y="24523"/>
                  </a:moveTo>
                  <a:lnTo>
                    <a:pt x="857529" y="39306"/>
                  </a:lnTo>
                  <a:lnTo>
                    <a:pt x="861250" y="65544"/>
                  </a:lnTo>
                  <a:lnTo>
                    <a:pt x="879678" y="73558"/>
                  </a:lnTo>
                  <a:lnTo>
                    <a:pt x="883208" y="73558"/>
                  </a:lnTo>
                  <a:lnTo>
                    <a:pt x="893129" y="65760"/>
                  </a:lnTo>
                  <a:lnTo>
                    <a:pt x="877011" y="65760"/>
                  </a:lnTo>
                  <a:lnTo>
                    <a:pt x="869293" y="51180"/>
                  </a:lnTo>
                  <a:lnTo>
                    <a:pt x="861936" y="51180"/>
                  </a:lnTo>
                  <a:lnTo>
                    <a:pt x="861936" y="44107"/>
                  </a:lnTo>
                  <a:lnTo>
                    <a:pt x="866555" y="44107"/>
                  </a:lnTo>
                  <a:lnTo>
                    <a:pt x="874115" y="31902"/>
                  </a:lnTo>
                  <a:lnTo>
                    <a:pt x="892666" y="31902"/>
                  </a:lnTo>
                  <a:lnTo>
                    <a:pt x="870572" y="24523"/>
                  </a:lnTo>
                  <a:close/>
                </a:path>
                <a:path w="2951479" h="431800">
                  <a:moveTo>
                    <a:pt x="890943" y="58851"/>
                  </a:moveTo>
                  <a:lnTo>
                    <a:pt x="877011" y="65760"/>
                  </a:lnTo>
                  <a:lnTo>
                    <a:pt x="893129" y="65760"/>
                  </a:lnTo>
                  <a:lnTo>
                    <a:pt x="899883" y="60451"/>
                  </a:lnTo>
                  <a:lnTo>
                    <a:pt x="890943" y="58851"/>
                  </a:lnTo>
                  <a:close/>
                </a:path>
                <a:path w="2951479" h="431800">
                  <a:moveTo>
                    <a:pt x="866555" y="44107"/>
                  </a:moveTo>
                  <a:lnTo>
                    <a:pt x="861936" y="44107"/>
                  </a:lnTo>
                  <a:lnTo>
                    <a:pt x="861936" y="51180"/>
                  </a:lnTo>
                  <a:lnTo>
                    <a:pt x="869293" y="51180"/>
                  </a:lnTo>
                  <a:lnTo>
                    <a:pt x="866013" y="44983"/>
                  </a:lnTo>
                  <a:lnTo>
                    <a:pt x="866555" y="44107"/>
                  </a:lnTo>
                  <a:close/>
                </a:path>
                <a:path w="2951479" h="431800">
                  <a:moveTo>
                    <a:pt x="892666" y="31902"/>
                  </a:moveTo>
                  <a:lnTo>
                    <a:pt x="874115" y="31902"/>
                  </a:lnTo>
                  <a:lnTo>
                    <a:pt x="891235" y="44107"/>
                  </a:lnTo>
                  <a:lnTo>
                    <a:pt x="866555" y="44107"/>
                  </a:lnTo>
                  <a:lnTo>
                    <a:pt x="866013" y="44983"/>
                  </a:lnTo>
                  <a:lnTo>
                    <a:pt x="869293" y="51180"/>
                  </a:lnTo>
                  <a:lnTo>
                    <a:pt x="900480" y="51180"/>
                  </a:lnTo>
                  <a:lnTo>
                    <a:pt x="897534" y="33527"/>
                  </a:lnTo>
                  <a:lnTo>
                    <a:pt x="892666" y="31902"/>
                  </a:lnTo>
                  <a:close/>
                </a:path>
                <a:path w="2951479" h="431800">
                  <a:moveTo>
                    <a:pt x="954570" y="0"/>
                  </a:moveTo>
                  <a:lnTo>
                    <a:pt x="945921" y="0"/>
                  </a:lnTo>
                  <a:lnTo>
                    <a:pt x="941920" y="5626"/>
                  </a:lnTo>
                  <a:lnTo>
                    <a:pt x="933678" y="40258"/>
                  </a:lnTo>
                  <a:lnTo>
                    <a:pt x="933678" y="48183"/>
                  </a:lnTo>
                  <a:lnTo>
                    <a:pt x="945921" y="80530"/>
                  </a:lnTo>
                  <a:lnTo>
                    <a:pt x="954570" y="80530"/>
                  </a:lnTo>
                  <a:lnTo>
                    <a:pt x="947267" y="65366"/>
                  </a:lnTo>
                  <a:lnTo>
                    <a:pt x="954570" y="0"/>
                  </a:lnTo>
                  <a:close/>
                </a:path>
                <a:path w="2951479" h="431800">
                  <a:moveTo>
                    <a:pt x="970711" y="10782"/>
                  </a:moveTo>
                  <a:lnTo>
                    <a:pt x="963828" y="27749"/>
                  </a:lnTo>
                  <a:lnTo>
                    <a:pt x="974458" y="38671"/>
                  </a:lnTo>
                  <a:lnTo>
                    <a:pt x="972019" y="39471"/>
                  </a:lnTo>
                  <a:lnTo>
                    <a:pt x="962405" y="61950"/>
                  </a:lnTo>
                  <a:lnTo>
                    <a:pt x="984465" y="73469"/>
                  </a:lnTo>
                  <a:lnTo>
                    <a:pt x="999845" y="69570"/>
                  </a:lnTo>
                  <a:lnTo>
                    <a:pt x="1002040" y="65481"/>
                  </a:lnTo>
                  <a:lnTo>
                    <a:pt x="984465" y="65481"/>
                  </a:lnTo>
                  <a:lnTo>
                    <a:pt x="971308" y="52463"/>
                  </a:lnTo>
                  <a:lnTo>
                    <a:pt x="993152" y="45656"/>
                  </a:lnTo>
                  <a:lnTo>
                    <a:pt x="999744" y="45656"/>
                  </a:lnTo>
                  <a:lnTo>
                    <a:pt x="994473" y="39052"/>
                  </a:lnTo>
                  <a:lnTo>
                    <a:pt x="998740" y="35394"/>
                  </a:lnTo>
                  <a:lnTo>
                    <a:pt x="984465" y="35394"/>
                  </a:lnTo>
                  <a:lnTo>
                    <a:pt x="980338" y="34963"/>
                  </a:lnTo>
                  <a:lnTo>
                    <a:pt x="988580" y="15455"/>
                  </a:lnTo>
                  <a:lnTo>
                    <a:pt x="1001086" y="15455"/>
                  </a:lnTo>
                  <a:lnTo>
                    <a:pt x="1000582" y="12865"/>
                  </a:lnTo>
                  <a:lnTo>
                    <a:pt x="970711" y="10782"/>
                  </a:lnTo>
                  <a:close/>
                </a:path>
                <a:path w="2951479" h="431800">
                  <a:moveTo>
                    <a:pt x="999744" y="45656"/>
                  </a:moveTo>
                  <a:lnTo>
                    <a:pt x="993152" y="45656"/>
                  </a:lnTo>
                  <a:lnTo>
                    <a:pt x="984465" y="65481"/>
                  </a:lnTo>
                  <a:lnTo>
                    <a:pt x="1002040" y="65481"/>
                  </a:lnTo>
                  <a:lnTo>
                    <a:pt x="1007478" y="55346"/>
                  </a:lnTo>
                  <a:lnTo>
                    <a:pt x="999744" y="45656"/>
                  </a:lnTo>
                  <a:close/>
                </a:path>
                <a:path w="2951479" h="431800">
                  <a:moveTo>
                    <a:pt x="1001086" y="15455"/>
                  </a:moveTo>
                  <a:lnTo>
                    <a:pt x="988580" y="15455"/>
                  </a:lnTo>
                  <a:lnTo>
                    <a:pt x="984555" y="34963"/>
                  </a:lnTo>
                  <a:lnTo>
                    <a:pt x="984465" y="35394"/>
                  </a:lnTo>
                  <a:lnTo>
                    <a:pt x="998740" y="35394"/>
                  </a:lnTo>
                  <a:lnTo>
                    <a:pt x="1004074" y="30822"/>
                  </a:lnTo>
                  <a:lnTo>
                    <a:pt x="1001086" y="15455"/>
                  </a:lnTo>
                  <a:close/>
                </a:path>
                <a:path w="2951479" h="431800">
                  <a:moveTo>
                    <a:pt x="1048715" y="8356"/>
                  </a:moveTo>
                  <a:lnTo>
                    <a:pt x="1030316" y="8356"/>
                  </a:lnTo>
                  <a:lnTo>
                    <a:pt x="1016751" y="27304"/>
                  </a:lnTo>
                  <a:lnTo>
                    <a:pt x="1023200" y="67094"/>
                  </a:lnTo>
                  <a:lnTo>
                    <a:pt x="1039520" y="73659"/>
                  </a:lnTo>
                  <a:lnTo>
                    <a:pt x="1044486" y="73659"/>
                  </a:lnTo>
                  <a:lnTo>
                    <a:pt x="1055919" y="65227"/>
                  </a:lnTo>
                  <a:lnTo>
                    <a:pt x="1039520" y="65227"/>
                  </a:lnTo>
                  <a:lnTo>
                    <a:pt x="1034097" y="64274"/>
                  </a:lnTo>
                  <a:lnTo>
                    <a:pt x="1025525" y="32219"/>
                  </a:lnTo>
                  <a:lnTo>
                    <a:pt x="1031748" y="17462"/>
                  </a:lnTo>
                  <a:lnTo>
                    <a:pt x="1044892" y="16281"/>
                  </a:lnTo>
                  <a:lnTo>
                    <a:pt x="1054377" y="16281"/>
                  </a:lnTo>
                  <a:lnTo>
                    <a:pt x="1048715" y="8356"/>
                  </a:lnTo>
                  <a:close/>
                </a:path>
                <a:path w="2951479" h="431800">
                  <a:moveTo>
                    <a:pt x="1054377" y="16281"/>
                  </a:moveTo>
                  <a:lnTo>
                    <a:pt x="1044892" y="16281"/>
                  </a:lnTo>
                  <a:lnTo>
                    <a:pt x="1053503" y="48361"/>
                  </a:lnTo>
                  <a:lnTo>
                    <a:pt x="1047318" y="63093"/>
                  </a:lnTo>
                  <a:lnTo>
                    <a:pt x="1039520" y="65227"/>
                  </a:lnTo>
                  <a:lnTo>
                    <a:pt x="1055919" y="65227"/>
                  </a:lnTo>
                  <a:lnTo>
                    <a:pt x="1058519" y="63309"/>
                  </a:lnTo>
                  <a:lnTo>
                    <a:pt x="1062253" y="27304"/>
                  </a:lnTo>
                  <a:lnTo>
                    <a:pt x="1054377" y="16281"/>
                  </a:lnTo>
                  <a:close/>
                </a:path>
                <a:path w="2951479" h="431800">
                  <a:moveTo>
                    <a:pt x="1116736" y="43599"/>
                  </a:moveTo>
                  <a:lnTo>
                    <a:pt x="1106373" y="60451"/>
                  </a:lnTo>
                  <a:lnTo>
                    <a:pt x="1122349" y="73901"/>
                  </a:lnTo>
                  <a:lnTo>
                    <a:pt x="1130559" y="60451"/>
                  </a:lnTo>
                  <a:lnTo>
                    <a:pt x="1125245" y="60451"/>
                  </a:lnTo>
                  <a:lnTo>
                    <a:pt x="1113726" y="57048"/>
                  </a:lnTo>
                  <a:lnTo>
                    <a:pt x="1121727" y="49910"/>
                  </a:lnTo>
                  <a:lnTo>
                    <a:pt x="1124198" y="49910"/>
                  </a:lnTo>
                  <a:lnTo>
                    <a:pt x="1116736" y="43599"/>
                  </a:lnTo>
                  <a:close/>
                </a:path>
                <a:path w="2951479" h="431800">
                  <a:moveTo>
                    <a:pt x="1128852" y="7924"/>
                  </a:moveTo>
                  <a:lnTo>
                    <a:pt x="1121295" y="7924"/>
                  </a:lnTo>
                  <a:lnTo>
                    <a:pt x="1076845" y="72580"/>
                  </a:lnTo>
                  <a:lnTo>
                    <a:pt x="1084402" y="72580"/>
                  </a:lnTo>
                  <a:lnTo>
                    <a:pt x="1128852" y="7924"/>
                  </a:lnTo>
                  <a:close/>
                </a:path>
                <a:path w="2951479" h="431800">
                  <a:moveTo>
                    <a:pt x="1124198" y="49910"/>
                  </a:moveTo>
                  <a:lnTo>
                    <a:pt x="1121727" y="49910"/>
                  </a:lnTo>
                  <a:lnTo>
                    <a:pt x="1125245" y="60451"/>
                  </a:lnTo>
                  <a:lnTo>
                    <a:pt x="1130559" y="60451"/>
                  </a:lnTo>
                  <a:lnTo>
                    <a:pt x="1132636" y="57048"/>
                  </a:lnTo>
                  <a:lnTo>
                    <a:pt x="1124198" y="49910"/>
                  </a:lnTo>
                  <a:close/>
                </a:path>
                <a:path w="2951479" h="431800">
                  <a:moveTo>
                    <a:pt x="1084211" y="6603"/>
                  </a:moveTo>
                  <a:lnTo>
                    <a:pt x="1073848" y="23456"/>
                  </a:lnTo>
                  <a:lnTo>
                    <a:pt x="1089837" y="36906"/>
                  </a:lnTo>
                  <a:lnTo>
                    <a:pt x="1098016" y="23456"/>
                  </a:lnTo>
                  <a:lnTo>
                    <a:pt x="1092733" y="23456"/>
                  </a:lnTo>
                  <a:lnTo>
                    <a:pt x="1081239" y="20053"/>
                  </a:lnTo>
                  <a:lnTo>
                    <a:pt x="1089190" y="12915"/>
                  </a:lnTo>
                  <a:lnTo>
                    <a:pt x="1091662" y="12915"/>
                  </a:lnTo>
                  <a:lnTo>
                    <a:pt x="1084211" y="6603"/>
                  </a:lnTo>
                  <a:close/>
                </a:path>
                <a:path w="2951479" h="431800">
                  <a:moveTo>
                    <a:pt x="1091662" y="12915"/>
                  </a:moveTo>
                  <a:lnTo>
                    <a:pt x="1089190" y="12915"/>
                  </a:lnTo>
                  <a:lnTo>
                    <a:pt x="1092733" y="23456"/>
                  </a:lnTo>
                  <a:lnTo>
                    <a:pt x="1098016" y="23456"/>
                  </a:lnTo>
                  <a:lnTo>
                    <a:pt x="1100086" y="20053"/>
                  </a:lnTo>
                  <a:lnTo>
                    <a:pt x="1091662" y="12915"/>
                  </a:lnTo>
                  <a:close/>
                </a:path>
                <a:path w="2951479" h="431800">
                  <a:moveTo>
                    <a:pt x="1150493" y="0"/>
                  </a:moveTo>
                  <a:lnTo>
                    <a:pt x="1141844" y="0"/>
                  </a:lnTo>
                  <a:lnTo>
                    <a:pt x="1149146" y="15163"/>
                  </a:lnTo>
                  <a:lnTo>
                    <a:pt x="1141844" y="80530"/>
                  </a:lnTo>
                  <a:lnTo>
                    <a:pt x="1150493" y="80530"/>
                  </a:lnTo>
                  <a:lnTo>
                    <a:pt x="1154493" y="74917"/>
                  </a:lnTo>
                  <a:lnTo>
                    <a:pt x="1162748" y="40258"/>
                  </a:lnTo>
                  <a:lnTo>
                    <a:pt x="1162748" y="32334"/>
                  </a:lnTo>
                  <a:lnTo>
                    <a:pt x="1150493" y="0"/>
                  </a:lnTo>
                  <a:close/>
                </a:path>
                <a:path w="2951479" h="431800">
                  <a:moveTo>
                    <a:pt x="1188694" y="63741"/>
                  </a:moveTo>
                  <a:lnTo>
                    <a:pt x="1179601" y="63741"/>
                  </a:lnTo>
                  <a:lnTo>
                    <a:pt x="1176337" y="85293"/>
                  </a:lnTo>
                  <a:lnTo>
                    <a:pt x="1182370" y="88366"/>
                  </a:lnTo>
                  <a:lnTo>
                    <a:pt x="1188694" y="63741"/>
                  </a:lnTo>
                  <a:close/>
                </a:path>
                <a:path w="2951479" h="431800">
                  <a:moveTo>
                    <a:pt x="1235278" y="23456"/>
                  </a:moveTo>
                  <a:lnTo>
                    <a:pt x="1219707" y="38709"/>
                  </a:lnTo>
                  <a:lnTo>
                    <a:pt x="1225575" y="68503"/>
                  </a:lnTo>
                  <a:lnTo>
                    <a:pt x="1244447" y="73037"/>
                  </a:lnTo>
                  <a:lnTo>
                    <a:pt x="1253693" y="90766"/>
                  </a:lnTo>
                  <a:lnTo>
                    <a:pt x="1263129" y="90766"/>
                  </a:lnTo>
                  <a:lnTo>
                    <a:pt x="1263129" y="65481"/>
                  </a:lnTo>
                  <a:lnTo>
                    <a:pt x="1238389" y="65481"/>
                  </a:lnTo>
                  <a:lnTo>
                    <a:pt x="1228369" y="45135"/>
                  </a:lnTo>
                  <a:lnTo>
                    <a:pt x="1243939" y="31470"/>
                  </a:lnTo>
                  <a:lnTo>
                    <a:pt x="1252850" y="31470"/>
                  </a:lnTo>
                  <a:lnTo>
                    <a:pt x="1235278" y="23456"/>
                  </a:lnTo>
                  <a:close/>
                </a:path>
                <a:path w="2951479" h="431800">
                  <a:moveTo>
                    <a:pt x="1252850" y="31470"/>
                  </a:moveTo>
                  <a:lnTo>
                    <a:pt x="1243939" y="31470"/>
                  </a:lnTo>
                  <a:lnTo>
                    <a:pt x="1253845" y="51739"/>
                  </a:lnTo>
                  <a:lnTo>
                    <a:pt x="1241183" y="65481"/>
                  </a:lnTo>
                  <a:lnTo>
                    <a:pt x="1263129" y="65481"/>
                  </a:lnTo>
                  <a:lnTo>
                    <a:pt x="1263129" y="31953"/>
                  </a:lnTo>
                  <a:lnTo>
                    <a:pt x="1253909" y="31953"/>
                  </a:lnTo>
                  <a:lnTo>
                    <a:pt x="1252850" y="31470"/>
                  </a:lnTo>
                  <a:close/>
                </a:path>
                <a:path w="2951479" h="431800">
                  <a:moveTo>
                    <a:pt x="1263129" y="24091"/>
                  </a:moveTo>
                  <a:lnTo>
                    <a:pt x="1253909" y="24091"/>
                  </a:lnTo>
                  <a:lnTo>
                    <a:pt x="1253909" y="31953"/>
                  </a:lnTo>
                  <a:lnTo>
                    <a:pt x="1263129" y="31953"/>
                  </a:lnTo>
                  <a:lnTo>
                    <a:pt x="1263129" y="24091"/>
                  </a:lnTo>
                  <a:close/>
                </a:path>
                <a:path w="2951479" h="431800">
                  <a:moveTo>
                    <a:pt x="1339265" y="33248"/>
                  </a:moveTo>
                  <a:lnTo>
                    <a:pt x="1298816" y="33248"/>
                  </a:lnTo>
                  <a:lnTo>
                    <a:pt x="1298816" y="41541"/>
                  </a:lnTo>
                  <a:lnTo>
                    <a:pt x="1339265" y="41541"/>
                  </a:lnTo>
                  <a:lnTo>
                    <a:pt x="1339265" y="33248"/>
                  </a:lnTo>
                  <a:close/>
                </a:path>
                <a:path w="2951479" h="431800">
                  <a:moveTo>
                    <a:pt x="1339265" y="52692"/>
                  </a:moveTo>
                  <a:lnTo>
                    <a:pt x="1298816" y="52692"/>
                  </a:lnTo>
                  <a:lnTo>
                    <a:pt x="1298816" y="60998"/>
                  </a:lnTo>
                  <a:lnTo>
                    <a:pt x="1339265" y="60998"/>
                  </a:lnTo>
                  <a:lnTo>
                    <a:pt x="1339265" y="52692"/>
                  </a:lnTo>
                  <a:close/>
                </a:path>
                <a:path w="2951479" h="431800">
                  <a:moveTo>
                    <a:pt x="1384096" y="24091"/>
                  </a:moveTo>
                  <a:lnTo>
                    <a:pt x="1374965" y="24091"/>
                  </a:lnTo>
                  <a:lnTo>
                    <a:pt x="1374965" y="72580"/>
                  </a:lnTo>
                  <a:lnTo>
                    <a:pt x="1384414" y="72580"/>
                  </a:lnTo>
                  <a:lnTo>
                    <a:pt x="1384414" y="42964"/>
                  </a:lnTo>
                  <a:lnTo>
                    <a:pt x="1393935" y="31788"/>
                  </a:lnTo>
                  <a:lnTo>
                    <a:pt x="1384592" y="31788"/>
                  </a:lnTo>
                  <a:lnTo>
                    <a:pt x="1384096" y="24091"/>
                  </a:lnTo>
                  <a:close/>
                </a:path>
                <a:path w="2951479" h="431800">
                  <a:moveTo>
                    <a:pt x="1400924" y="23583"/>
                  </a:moveTo>
                  <a:lnTo>
                    <a:pt x="1384592" y="31788"/>
                  </a:lnTo>
                  <a:lnTo>
                    <a:pt x="1393935" y="31788"/>
                  </a:lnTo>
                  <a:lnTo>
                    <a:pt x="1400924" y="23583"/>
                  </a:lnTo>
                  <a:close/>
                </a:path>
                <a:path w="2951479" h="431800">
                  <a:moveTo>
                    <a:pt x="1417370" y="24523"/>
                  </a:moveTo>
                  <a:lnTo>
                    <a:pt x="1404315" y="39306"/>
                  </a:lnTo>
                  <a:lnTo>
                    <a:pt x="1408049" y="65544"/>
                  </a:lnTo>
                  <a:lnTo>
                    <a:pt x="1426476" y="73558"/>
                  </a:lnTo>
                  <a:lnTo>
                    <a:pt x="1430007" y="73558"/>
                  </a:lnTo>
                  <a:lnTo>
                    <a:pt x="1439928" y="65760"/>
                  </a:lnTo>
                  <a:lnTo>
                    <a:pt x="1423809" y="65760"/>
                  </a:lnTo>
                  <a:lnTo>
                    <a:pt x="1416083" y="51180"/>
                  </a:lnTo>
                  <a:lnTo>
                    <a:pt x="1408734" y="51180"/>
                  </a:lnTo>
                  <a:lnTo>
                    <a:pt x="1408734" y="44107"/>
                  </a:lnTo>
                  <a:lnTo>
                    <a:pt x="1413341" y="44107"/>
                  </a:lnTo>
                  <a:lnTo>
                    <a:pt x="1420901" y="31902"/>
                  </a:lnTo>
                  <a:lnTo>
                    <a:pt x="1439465" y="31902"/>
                  </a:lnTo>
                  <a:lnTo>
                    <a:pt x="1417370" y="24523"/>
                  </a:lnTo>
                  <a:close/>
                </a:path>
                <a:path w="2951479" h="431800">
                  <a:moveTo>
                    <a:pt x="1437741" y="58851"/>
                  </a:moveTo>
                  <a:lnTo>
                    <a:pt x="1423809" y="65760"/>
                  </a:lnTo>
                  <a:lnTo>
                    <a:pt x="1439928" y="65760"/>
                  </a:lnTo>
                  <a:lnTo>
                    <a:pt x="1446682" y="60451"/>
                  </a:lnTo>
                  <a:lnTo>
                    <a:pt x="1437741" y="58851"/>
                  </a:lnTo>
                  <a:close/>
                </a:path>
                <a:path w="2951479" h="431800">
                  <a:moveTo>
                    <a:pt x="1413341" y="44107"/>
                  </a:moveTo>
                  <a:lnTo>
                    <a:pt x="1408734" y="44107"/>
                  </a:lnTo>
                  <a:lnTo>
                    <a:pt x="1408734" y="51180"/>
                  </a:lnTo>
                  <a:lnTo>
                    <a:pt x="1416083" y="51180"/>
                  </a:lnTo>
                  <a:lnTo>
                    <a:pt x="1412798" y="44983"/>
                  </a:lnTo>
                  <a:lnTo>
                    <a:pt x="1413341" y="44107"/>
                  </a:lnTo>
                  <a:close/>
                </a:path>
                <a:path w="2951479" h="431800">
                  <a:moveTo>
                    <a:pt x="1439465" y="31902"/>
                  </a:moveTo>
                  <a:lnTo>
                    <a:pt x="1420901" y="31902"/>
                  </a:lnTo>
                  <a:lnTo>
                    <a:pt x="1438021" y="44107"/>
                  </a:lnTo>
                  <a:lnTo>
                    <a:pt x="1413341" y="44107"/>
                  </a:lnTo>
                  <a:lnTo>
                    <a:pt x="1412798" y="44983"/>
                  </a:lnTo>
                  <a:lnTo>
                    <a:pt x="1416083" y="51180"/>
                  </a:lnTo>
                  <a:lnTo>
                    <a:pt x="1447279" y="51180"/>
                  </a:lnTo>
                  <a:lnTo>
                    <a:pt x="1444332" y="33527"/>
                  </a:lnTo>
                  <a:lnTo>
                    <a:pt x="1439465" y="31902"/>
                  </a:lnTo>
                  <a:close/>
                </a:path>
                <a:path w="2951479" h="431800">
                  <a:moveTo>
                    <a:pt x="1481416" y="6184"/>
                  </a:moveTo>
                  <a:lnTo>
                    <a:pt x="1464233" y="7404"/>
                  </a:lnTo>
                  <a:lnTo>
                    <a:pt x="1459166" y="72580"/>
                  </a:lnTo>
                  <a:lnTo>
                    <a:pt x="1468602" y="72580"/>
                  </a:lnTo>
                  <a:lnTo>
                    <a:pt x="1468602" y="19735"/>
                  </a:lnTo>
                  <a:lnTo>
                    <a:pt x="1481416" y="6184"/>
                  </a:lnTo>
                  <a:close/>
                </a:path>
                <a:path w="2951479" h="431800">
                  <a:moveTo>
                    <a:pt x="1462936" y="24091"/>
                  </a:moveTo>
                  <a:lnTo>
                    <a:pt x="1451648" y="24091"/>
                  </a:lnTo>
                  <a:lnTo>
                    <a:pt x="1451648" y="31661"/>
                  </a:lnTo>
                  <a:lnTo>
                    <a:pt x="1462347" y="31661"/>
                  </a:lnTo>
                  <a:lnTo>
                    <a:pt x="1462936" y="24091"/>
                  </a:lnTo>
                  <a:close/>
                </a:path>
                <a:path w="2951479" h="431800">
                  <a:moveTo>
                    <a:pt x="1479054" y="24091"/>
                  </a:moveTo>
                  <a:lnTo>
                    <a:pt x="1468602" y="24091"/>
                  </a:lnTo>
                  <a:lnTo>
                    <a:pt x="1468602" y="31661"/>
                  </a:lnTo>
                  <a:lnTo>
                    <a:pt x="1479054" y="31661"/>
                  </a:lnTo>
                  <a:lnTo>
                    <a:pt x="1479054" y="24091"/>
                  </a:lnTo>
                  <a:close/>
                </a:path>
                <a:path w="2951479" h="431800">
                  <a:moveTo>
                    <a:pt x="1496453" y="24091"/>
                  </a:moveTo>
                  <a:lnTo>
                    <a:pt x="1487004" y="24091"/>
                  </a:lnTo>
                  <a:lnTo>
                    <a:pt x="1487514" y="52476"/>
                  </a:lnTo>
                  <a:lnTo>
                    <a:pt x="1487563" y="55232"/>
                  </a:lnTo>
                  <a:lnTo>
                    <a:pt x="1487690" y="62293"/>
                  </a:lnTo>
                  <a:lnTo>
                    <a:pt x="1506562" y="73215"/>
                  </a:lnTo>
                  <a:lnTo>
                    <a:pt x="1517408" y="64185"/>
                  </a:lnTo>
                  <a:lnTo>
                    <a:pt x="1527200" y="64185"/>
                  </a:lnTo>
                  <a:lnTo>
                    <a:pt x="1527200" y="63652"/>
                  </a:lnTo>
                  <a:lnTo>
                    <a:pt x="1501025" y="63652"/>
                  </a:lnTo>
                  <a:lnTo>
                    <a:pt x="1496453" y="24091"/>
                  </a:lnTo>
                  <a:close/>
                </a:path>
                <a:path w="2951479" h="431800">
                  <a:moveTo>
                    <a:pt x="1527200" y="64185"/>
                  </a:moveTo>
                  <a:lnTo>
                    <a:pt x="1517408" y="64185"/>
                  </a:lnTo>
                  <a:lnTo>
                    <a:pt x="1517916" y="72580"/>
                  </a:lnTo>
                  <a:lnTo>
                    <a:pt x="1527200" y="72580"/>
                  </a:lnTo>
                  <a:lnTo>
                    <a:pt x="1527200" y="64185"/>
                  </a:lnTo>
                  <a:close/>
                </a:path>
                <a:path w="2951479" h="431800">
                  <a:moveTo>
                    <a:pt x="1527200" y="24091"/>
                  </a:moveTo>
                  <a:lnTo>
                    <a:pt x="1517726" y="24091"/>
                  </a:lnTo>
                  <a:lnTo>
                    <a:pt x="1517751" y="55232"/>
                  </a:lnTo>
                  <a:lnTo>
                    <a:pt x="1501025" y="63652"/>
                  </a:lnTo>
                  <a:lnTo>
                    <a:pt x="1527200" y="63652"/>
                  </a:lnTo>
                  <a:lnTo>
                    <a:pt x="1527200" y="24091"/>
                  </a:lnTo>
                  <a:close/>
                </a:path>
                <a:path w="2951479" h="431800">
                  <a:moveTo>
                    <a:pt x="1565465" y="24599"/>
                  </a:moveTo>
                  <a:lnTo>
                    <a:pt x="1543583" y="26492"/>
                  </a:lnTo>
                  <a:lnTo>
                    <a:pt x="1538452" y="44119"/>
                  </a:lnTo>
                  <a:lnTo>
                    <a:pt x="1561160" y="53632"/>
                  </a:lnTo>
                  <a:lnTo>
                    <a:pt x="1545081" y="58750"/>
                  </a:lnTo>
                  <a:lnTo>
                    <a:pt x="1535963" y="60147"/>
                  </a:lnTo>
                  <a:lnTo>
                    <a:pt x="1536738" y="64439"/>
                  </a:lnTo>
                  <a:lnTo>
                    <a:pt x="1545704" y="72402"/>
                  </a:lnTo>
                  <a:lnTo>
                    <a:pt x="1568869" y="70345"/>
                  </a:lnTo>
                  <a:lnTo>
                    <a:pt x="1574292" y="52349"/>
                  </a:lnTo>
                  <a:lnTo>
                    <a:pt x="1551749" y="43027"/>
                  </a:lnTo>
                  <a:lnTo>
                    <a:pt x="1574444" y="35928"/>
                  </a:lnTo>
                  <a:lnTo>
                    <a:pt x="1565465" y="24599"/>
                  </a:lnTo>
                  <a:close/>
                </a:path>
                <a:path w="2951479" h="431800">
                  <a:moveTo>
                    <a:pt x="1595780" y="24523"/>
                  </a:moveTo>
                  <a:lnTo>
                    <a:pt x="1582737" y="39306"/>
                  </a:lnTo>
                  <a:lnTo>
                    <a:pt x="1586458" y="65544"/>
                  </a:lnTo>
                  <a:lnTo>
                    <a:pt x="1604886" y="73558"/>
                  </a:lnTo>
                  <a:lnTo>
                    <a:pt x="1608429" y="73558"/>
                  </a:lnTo>
                  <a:lnTo>
                    <a:pt x="1618343" y="65760"/>
                  </a:lnTo>
                  <a:lnTo>
                    <a:pt x="1602219" y="65760"/>
                  </a:lnTo>
                  <a:lnTo>
                    <a:pt x="1594501" y="51180"/>
                  </a:lnTo>
                  <a:lnTo>
                    <a:pt x="1587144" y="51180"/>
                  </a:lnTo>
                  <a:lnTo>
                    <a:pt x="1587144" y="44107"/>
                  </a:lnTo>
                  <a:lnTo>
                    <a:pt x="1591763" y="44107"/>
                  </a:lnTo>
                  <a:lnTo>
                    <a:pt x="1599323" y="31902"/>
                  </a:lnTo>
                  <a:lnTo>
                    <a:pt x="1617874" y="31902"/>
                  </a:lnTo>
                  <a:lnTo>
                    <a:pt x="1595780" y="24523"/>
                  </a:lnTo>
                  <a:close/>
                </a:path>
                <a:path w="2951479" h="431800">
                  <a:moveTo>
                    <a:pt x="1616163" y="58851"/>
                  </a:moveTo>
                  <a:lnTo>
                    <a:pt x="1602219" y="65760"/>
                  </a:lnTo>
                  <a:lnTo>
                    <a:pt x="1618343" y="65760"/>
                  </a:lnTo>
                  <a:lnTo>
                    <a:pt x="1625092" y="60451"/>
                  </a:lnTo>
                  <a:lnTo>
                    <a:pt x="1616163" y="58851"/>
                  </a:lnTo>
                  <a:close/>
                </a:path>
                <a:path w="2951479" h="431800">
                  <a:moveTo>
                    <a:pt x="1591763" y="44107"/>
                  </a:moveTo>
                  <a:lnTo>
                    <a:pt x="1587144" y="44107"/>
                  </a:lnTo>
                  <a:lnTo>
                    <a:pt x="1587144" y="51180"/>
                  </a:lnTo>
                  <a:lnTo>
                    <a:pt x="1594501" y="51180"/>
                  </a:lnTo>
                  <a:lnTo>
                    <a:pt x="1591221" y="44983"/>
                  </a:lnTo>
                  <a:lnTo>
                    <a:pt x="1591763" y="44107"/>
                  </a:lnTo>
                  <a:close/>
                </a:path>
                <a:path w="2951479" h="431800">
                  <a:moveTo>
                    <a:pt x="1617874" y="31902"/>
                  </a:moveTo>
                  <a:lnTo>
                    <a:pt x="1599323" y="31902"/>
                  </a:lnTo>
                  <a:lnTo>
                    <a:pt x="1616443" y="44107"/>
                  </a:lnTo>
                  <a:lnTo>
                    <a:pt x="1591763" y="44107"/>
                  </a:lnTo>
                  <a:lnTo>
                    <a:pt x="1591221" y="44983"/>
                  </a:lnTo>
                  <a:lnTo>
                    <a:pt x="1594501" y="51180"/>
                  </a:lnTo>
                  <a:lnTo>
                    <a:pt x="1625688" y="51180"/>
                  </a:lnTo>
                  <a:lnTo>
                    <a:pt x="1622742" y="33527"/>
                  </a:lnTo>
                  <a:lnTo>
                    <a:pt x="1617874" y="31902"/>
                  </a:lnTo>
                  <a:close/>
                </a:path>
                <a:path w="2951479" h="431800">
                  <a:moveTo>
                    <a:pt x="1643506" y="24091"/>
                  </a:moveTo>
                  <a:lnTo>
                    <a:pt x="1634388" y="24091"/>
                  </a:lnTo>
                  <a:lnTo>
                    <a:pt x="1634388" y="72580"/>
                  </a:lnTo>
                  <a:lnTo>
                    <a:pt x="1643824" y="72580"/>
                  </a:lnTo>
                  <a:lnTo>
                    <a:pt x="1643824" y="42964"/>
                  </a:lnTo>
                  <a:lnTo>
                    <a:pt x="1653345" y="31788"/>
                  </a:lnTo>
                  <a:lnTo>
                    <a:pt x="1644015" y="31788"/>
                  </a:lnTo>
                  <a:lnTo>
                    <a:pt x="1643506" y="24091"/>
                  </a:lnTo>
                  <a:close/>
                </a:path>
                <a:path w="2951479" h="431800">
                  <a:moveTo>
                    <a:pt x="1660334" y="23583"/>
                  </a:moveTo>
                  <a:lnTo>
                    <a:pt x="1644015" y="31788"/>
                  </a:lnTo>
                  <a:lnTo>
                    <a:pt x="1653345" y="31788"/>
                  </a:lnTo>
                  <a:lnTo>
                    <a:pt x="1660334" y="23583"/>
                  </a:lnTo>
                  <a:close/>
                </a:path>
                <a:path w="2951479" h="431800">
                  <a:moveTo>
                    <a:pt x="1694091" y="24599"/>
                  </a:moveTo>
                  <a:lnTo>
                    <a:pt x="1672208" y="26492"/>
                  </a:lnTo>
                  <a:lnTo>
                    <a:pt x="1667078" y="44119"/>
                  </a:lnTo>
                  <a:lnTo>
                    <a:pt x="1689785" y="53632"/>
                  </a:lnTo>
                  <a:lnTo>
                    <a:pt x="1673707" y="58750"/>
                  </a:lnTo>
                  <a:lnTo>
                    <a:pt x="1664576" y="60147"/>
                  </a:lnTo>
                  <a:lnTo>
                    <a:pt x="1665363" y="64439"/>
                  </a:lnTo>
                  <a:lnTo>
                    <a:pt x="1674329" y="72402"/>
                  </a:lnTo>
                  <a:lnTo>
                    <a:pt x="1697494" y="70345"/>
                  </a:lnTo>
                  <a:lnTo>
                    <a:pt x="1702917" y="52349"/>
                  </a:lnTo>
                  <a:lnTo>
                    <a:pt x="1680375" y="43027"/>
                  </a:lnTo>
                  <a:lnTo>
                    <a:pt x="1703070" y="35928"/>
                  </a:lnTo>
                  <a:lnTo>
                    <a:pt x="1694091" y="24599"/>
                  </a:lnTo>
                  <a:close/>
                </a:path>
                <a:path w="2951479" h="431800">
                  <a:moveTo>
                    <a:pt x="1719783" y="7924"/>
                  </a:moveTo>
                  <a:lnTo>
                    <a:pt x="1711947" y="7924"/>
                  </a:lnTo>
                  <a:lnTo>
                    <a:pt x="1711947" y="30937"/>
                  </a:lnTo>
                  <a:lnTo>
                    <a:pt x="1719783" y="30937"/>
                  </a:lnTo>
                  <a:lnTo>
                    <a:pt x="1719783" y="7924"/>
                  </a:lnTo>
                  <a:close/>
                </a:path>
                <a:path w="2951479" h="431800">
                  <a:moveTo>
                    <a:pt x="1779308" y="24599"/>
                  </a:moveTo>
                  <a:lnTo>
                    <a:pt x="1757426" y="26492"/>
                  </a:lnTo>
                  <a:lnTo>
                    <a:pt x="1752295" y="44119"/>
                  </a:lnTo>
                  <a:lnTo>
                    <a:pt x="1775002" y="53632"/>
                  </a:lnTo>
                  <a:lnTo>
                    <a:pt x="1758924" y="58750"/>
                  </a:lnTo>
                  <a:lnTo>
                    <a:pt x="1749793" y="60147"/>
                  </a:lnTo>
                  <a:lnTo>
                    <a:pt x="1750580" y="64439"/>
                  </a:lnTo>
                  <a:lnTo>
                    <a:pt x="1759546" y="72402"/>
                  </a:lnTo>
                  <a:lnTo>
                    <a:pt x="1782711" y="70345"/>
                  </a:lnTo>
                  <a:lnTo>
                    <a:pt x="1788134" y="52349"/>
                  </a:lnTo>
                  <a:lnTo>
                    <a:pt x="1765592" y="43027"/>
                  </a:lnTo>
                  <a:lnTo>
                    <a:pt x="1788274" y="35928"/>
                  </a:lnTo>
                  <a:lnTo>
                    <a:pt x="1779308" y="24599"/>
                  </a:lnTo>
                  <a:close/>
                </a:path>
                <a:path w="2951479" h="431800">
                  <a:moveTo>
                    <a:pt x="1807146" y="7924"/>
                  </a:moveTo>
                  <a:lnTo>
                    <a:pt x="1797824" y="7924"/>
                  </a:lnTo>
                  <a:lnTo>
                    <a:pt x="1797824" y="72580"/>
                  </a:lnTo>
                  <a:lnTo>
                    <a:pt x="1807260" y="72580"/>
                  </a:lnTo>
                  <a:lnTo>
                    <a:pt x="1807260" y="41224"/>
                  </a:lnTo>
                  <a:lnTo>
                    <a:pt x="1824697" y="32626"/>
                  </a:lnTo>
                  <a:lnTo>
                    <a:pt x="1836260" y="32626"/>
                  </a:lnTo>
                  <a:lnTo>
                    <a:pt x="1836086" y="31978"/>
                  </a:lnTo>
                  <a:lnTo>
                    <a:pt x="1807743" y="31978"/>
                  </a:lnTo>
                  <a:lnTo>
                    <a:pt x="1807146" y="7924"/>
                  </a:lnTo>
                  <a:close/>
                </a:path>
                <a:path w="2951479" h="431800">
                  <a:moveTo>
                    <a:pt x="1836260" y="32626"/>
                  </a:moveTo>
                  <a:lnTo>
                    <a:pt x="1824697" y="32626"/>
                  </a:lnTo>
                  <a:lnTo>
                    <a:pt x="1829269" y="72580"/>
                  </a:lnTo>
                  <a:lnTo>
                    <a:pt x="1838705" y="72580"/>
                  </a:lnTo>
                  <a:lnTo>
                    <a:pt x="1838705" y="41732"/>
                  </a:lnTo>
                  <a:lnTo>
                    <a:pt x="1836260" y="32626"/>
                  </a:lnTo>
                  <a:close/>
                </a:path>
                <a:path w="2951479" h="431800">
                  <a:moveTo>
                    <a:pt x="1818335" y="23456"/>
                  </a:moveTo>
                  <a:lnTo>
                    <a:pt x="1807743" y="31978"/>
                  </a:lnTo>
                  <a:lnTo>
                    <a:pt x="1836086" y="31978"/>
                  </a:lnTo>
                  <a:lnTo>
                    <a:pt x="1835264" y="28917"/>
                  </a:lnTo>
                  <a:lnTo>
                    <a:pt x="1818335" y="23456"/>
                  </a:lnTo>
                  <a:close/>
                </a:path>
                <a:path w="2951479" h="431800">
                  <a:moveTo>
                    <a:pt x="1884514" y="29527"/>
                  </a:moveTo>
                  <a:lnTo>
                    <a:pt x="1872337" y="31675"/>
                  </a:lnTo>
                  <a:lnTo>
                    <a:pt x="1878101" y="39776"/>
                  </a:lnTo>
                  <a:lnTo>
                    <a:pt x="1847253" y="62052"/>
                  </a:lnTo>
                  <a:lnTo>
                    <a:pt x="1863636" y="73659"/>
                  </a:lnTo>
                  <a:lnTo>
                    <a:pt x="1878355" y="72580"/>
                  </a:lnTo>
                  <a:lnTo>
                    <a:pt x="1887575" y="72580"/>
                  </a:lnTo>
                  <a:lnTo>
                    <a:pt x="1887575" y="66078"/>
                  </a:lnTo>
                  <a:lnTo>
                    <a:pt x="1865693" y="66078"/>
                  </a:lnTo>
                  <a:lnTo>
                    <a:pt x="1856511" y="59004"/>
                  </a:lnTo>
                  <a:lnTo>
                    <a:pt x="1878126" y="55092"/>
                  </a:lnTo>
                  <a:lnTo>
                    <a:pt x="1887575" y="55092"/>
                  </a:lnTo>
                  <a:lnTo>
                    <a:pt x="1887575" y="40373"/>
                  </a:lnTo>
                  <a:lnTo>
                    <a:pt x="1884514" y="29527"/>
                  </a:lnTo>
                  <a:close/>
                </a:path>
                <a:path w="2951479" h="431800">
                  <a:moveTo>
                    <a:pt x="1887575" y="55092"/>
                  </a:moveTo>
                  <a:lnTo>
                    <a:pt x="1878126" y="55092"/>
                  </a:lnTo>
                  <a:lnTo>
                    <a:pt x="1865693" y="66078"/>
                  </a:lnTo>
                  <a:lnTo>
                    <a:pt x="1887575" y="66078"/>
                  </a:lnTo>
                  <a:lnTo>
                    <a:pt x="1887575" y="55092"/>
                  </a:lnTo>
                  <a:close/>
                </a:path>
                <a:path w="2951479" h="431800">
                  <a:moveTo>
                    <a:pt x="1869745" y="32133"/>
                  </a:moveTo>
                  <a:lnTo>
                    <a:pt x="1848738" y="35839"/>
                  </a:lnTo>
                  <a:lnTo>
                    <a:pt x="1857616" y="37858"/>
                  </a:lnTo>
                  <a:lnTo>
                    <a:pt x="1869745" y="32133"/>
                  </a:lnTo>
                  <a:close/>
                </a:path>
                <a:path w="2951479" h="431800">
                  <a:moveTo>
                    <a:pt x="1871929" y="31102"/>
                  </a:moveTo>
                  <a:lnTo>
                    <a:pt x="1869745" y="32133"/>
                  </a:lnTo>
                  <a:lnTo>
                    <a:pt x="1872337" y="31675"/>
                  </a:lnTo>
                  <a:lnTo>
                    <a:pt x="1871929" y="31102"/>
                  </a:lnTo>
                  <a:close/>
                </a:path>
                <a:path w="2951479" h="431800">
                  <a:moveTo>
                    <a:pt x="1907489" y="24091"/>
                  </a:moveTo>
                  <a:lnTo>
                    <a:pt x="1898370" y="24091"/>
                  </a:lnTo>
                  <a:lnTo>
                    <a:pt x="1898370" y="72580"/>
                  </a:lnTo>
                  <a:lnTo>
                    <a:pt x="1907806" y="72580"/>
                  </a:lnTo>
                  <a:lnTo>
                    <a:pt x="1907806" y="42964"/>
                  </a:lnTo>
                  <a:lnTo>
                    <a:pt x="1917327" y="31788"/>
                  </a:lnTo>
                  <a:lnTo>
                    <a:pt x="1907997" y="31788"/>
                  </a:lnTo>
                  <a:lnTo>
                    <a:pt x="1907489" y="24091"/>
                  </a:lnTo>
                  <a:close/>
                </a:path>
                <a:path w="2951479" h="431800">
                  <a:moveTo>
                    <a:pt x="1924316" y="23583"/>
                  </a:moveTo>
                  <a:lnTo>
                    <a:pt x="1907997" y="31788"/>
                  </a:lnTo>
                  <a:lnTo>
                    <a:pt x="1917327" y="31788"/>
                  </a:lnTo>
                  <a:lnTo>
                    <a:pt x="1924316" y="23583"/>
                  </a:lnTo>
                  <a:close/>
                </a:path>
                <a:path w="2951479" h="431800">
                  <a:moveTo>
                    <a:pt x="1940763" y="24523"/>
                  </a:moveTo>
                  <a:lnTo>
                    <a:pt x="1927720" y="39306"/>
                  </a:lnTo>
                  <a:lnTo>
                    <a:pt x="1931441" y="65544"/>
                  </a:lnTo>
                  <a:lnTo>
                    <a:pt x="1949869" y="73558"/>
                  </a:lnTo>
                  <a:lnTo>
                    <a:pt x="1953399" y="73558"/>
                  </a:lnTo>
                  <a:lnTo>
                    <a:pt x="1963320" y="65760"/>
                  </a:lnTo>
                  <a:lnTo>
                    <a:pt x="1947202" y="65760"/>
                  </a:lnTo>
                  <a:lnTo>
                    <a:pt x="1939484" y="51180"/>
                  </a:lnTo>
                  <a:lnTo>
                    <a:pt x="1932127" y="51180"/>
                  </a:lnTo>
                  <a:lnTo>
                    <a:pt x="1932127" y="44107"/>
                  </a:lnTo>
                  <a:lnTo>
                    <a:pt x="1936746" y="44107"/>
                  </a:lnTo>
                  <a:lnTo>
                    <a:pt x="1944306" y="31902"/>
                  </a:lnTo>
                  <a:lnTo>
                    <a:pt x="1962857" y="31902"/>
                  </a:lnTo>
                  <a:lnTo>
                    <a:pt x="1940763" y="24523"/>
                  </a:lnTo>
                  <a:close/>
                </a:path>
                <a:path w="2951479" h="431800">
                  <a:moveTo>
                    <a:pt x="1961133" y="58851"/>
                  </a:moveTo>
                  <a:lnTo>
                    <a:pt x="1947202" y="65760"/>
                  </a:lnTo>
                  <a:lnTo>
                    <a:pt x="1963320" y="65760"/>
                  </a:lnTo>
                  <a:lnTo>
                    <a:pt x="1970074" y="60451"/>
                  </a:lnTo>
                  <a:lnTo>
                    <a:pt x="1961133" y="58851"/>
                  </a:lnTo>
                  <a:close/>
                </a:path>
                <a:path w="2951479" h="431800">
                  <a:moveTo>
                    <a:pt x="1936746" y="44107"/>
                  </a:moveTo>
                  <a:lnTo>
                    <a:pt x="1932127" y="44107"/>
                  </a:lnTo>
                  <a:lnTo>
                    <a:pt x="1932127" y="51180"/>
                  </a:lnTo>
                  <a:lnTo>
                    <a:pt x="1939484" y="51180"/>
                  </a:lnTo>
                  <a:lnTo>
                    <a:pt x="1936203" y="44983"/>
                  </a:lnTo>
                  <a:lnTo>
                    <a:pt x="1936746" y="44107"/>
                  </a:lnTo>
                  <a:close/>
                </a:path>
                <a:path w="2951479" h="431800">
                  <a:moveTo>
                    <a:pt x="1962857" y="31902"/>
                  </a:moveTo>
                  <a:lnTo>
                    <a:pt x="1944306" y="31902"/>
                  </a:lnTo>
                  <a:lnTo>
                    <a:pt x="1961426" y="44107"/>
                  </a:lnTo>
                  <a:lnTo>
                    <a:pt x="1936746" y="44107"/>
                  </a:lnTo>
                  <a:lnTo>
                    <a:pt x="1936203" y="44983"/>
                  </a:lnTo>
                  <a:lnTo>
                    <a:pt x="1939484" y="51180"/>
                  </a:lnTo>
                  <a:lnTo>
                    <a:pt x="1970671" y="51180"/>
                  </a:lnTo>
                  <a:lnTo>
                    <a:pt x="1967725" y="33527"/>
                  </a:lnTo>
                  <a:lnTo>
                    <a:pt x="1962857" y="31902"/>
                  </a:lnTo>
                  <a:close/>
                </a:path>
                <a:path w="2951479" h="431800">
                  <a:moveTo>
                    <a:pt x="2013026" y="24498"/>
                  </a:moveTo>
                  <a:lnTo>
                    <a:pt x="1999869" y="39128"/>
                  </a:lnTo>
                  <a:lnTo>
                    <a:pt x="2003615" y="65430"/>
                  </a:lnTo>
                  <a:lnTo>
                    <a:pt x="2021547" y="73558"/>
                  </a:lnTo>
                  <a:lnTo>
                    <a:pt x="2026094" y="73558"/>
                  </a:lnTo>
                  <a:lnTo>
                    <a:pt x="2034779" y="65633"/>
                  </a:lnTo>
                  <a:lnTo>
                    <a:pt x="2018601" y="65633"/>
                  </a:lnTo>
                  <a:lnTo>
                    <a:pt x="2008466" y="45427"/>
                  </a:lnTo>
                  <a:lnTo>
                    <a:pt x="2024519" y="31356"/>
                  </a:lnTo>
                  <a:lnTo>
                    <a:pt x="2037425" y="31356"/>
                  </a:lnTo>
                  <a:lnTo>
                    <a:pt x="2036838" y="28663"/>
                  </a:lnTo>
                  <a:lnTo>
                    <a:pt x="2013026" y="24498"/>
                  </a:lnTo>
                  <a:close/>
                </a:path>
                <a:path w="2951479" h="431800">
                  <a:moveTo>
                    <a:pt x="2037425" y="31356"/>
                  </a:moveTo>
                  <a:lnTo>
                    <a:pt x="2024519" y="31356"/>
                  </a:lnTo>
                  <a:lnTo>
                    <a:pt x="2034133" y="42583"/>
                  </a:lnTo>
                  <a:lnTo>
                    <a:pt x="2021684" y="65430"/>
                  </a:lnTo>
                  <a:lnTo>
                    <a:pt x="2021573" y="65633"/>
                  </a:lnTo>
                  <a:lnTo>
                    <a:pt x="2034779" y="65633"/>
                  </a:lnTo>
                  <a:lnTo>
                    <a:pt x="2043214" y="57937"/>
                  </a:lnTo>
                  <a:lnTo>
                    <a:pt x="2037425" y="31356"/>
                  </a:lnTo>
                  <a:close/>
                </a:path>
                <a:path w="2951479" h="431800">
                  <a:moveTo>
                    <a:pt x="2078354" y="6184"/>
                  </a:moveTo>
                  <a:lnTo>
                    <a:pt x="2061159" y="7404"/>
                  </a:lnTo>
                  <a:lnTo>
                    <a:pt x="2056091" y="72580"/>
                  </a:lnTo>
                  <a:lnTo>
                    <a:pt x="2065527" y="72580"/>
                  </a:lnTo>
                  <a:lnTo>
                    <a:pt x="2065527" y="19735"/>
                  </a:lnTo>
                  <a:lnTo>
                    <a:pt x="2078354" y="6184"/>
                  </a:lnTo>
                  <a:close/>
                </a:path>
                <a:path w="2951479" h="431800">
                  <a:moveTo>
                    <a:pt x="2059861" y="24091"/>
                  </a:moveTo>
                  <a:lnTo>
                    <a:pt x="2048573" y="24091"/>
                  </a:lnTo>
                  <a:lnTo>
                    <a:pt x="2048573" y="31661"/>
                  </a:lnTo>
                  <a:lnTo>
                    <a:pt x="2059273" y="31661"/>
                  </a:lnTo>
                  <a:lnTo>
                    <a:pt x="2059861" y="24091"/>
                  </a:lnTo>
                  <a:close/>
                </a:path>
                <a:path w="2951479" h="431800">
                  <a:moveTo>
                    <a:pt x="2075980" y="24091"/>
                  </a:moveTo>
                  <a:lnTo>
                    <a:pt x="2065527" y="24091"/>
                  </a:lnTo>
                  <a:lnTo>
                    <a:pt x="2065527" y="31661"/>
                  </a:lnTo>
                  <a:lnTo>
                    <a:pt x="2075980" y="31661"/>
                  </a:lnTo>
                  <a:lnTo>
                    <a:pt x="2075980" y="24091"/>
                  </a:lnTo>
                  <a:close/>
                </a:path>
                <a:path w="2951479" h="431800">
                  <a:moveTo>
                    <a:pt x="2127859" y="7035"/>
                  </a:moveTo>
                  <a:lnTo>
                    <a:pt x="2110676" y="17513"/>
                  </a:lnTo>
                  <a:lnTo>
                    <a:pt x="2104364" y="47129"/>
                  </a:lnTo>
                  <a:lnTo>
                    <a:pt x="2114105" y="66814"/>
                  </a:lnTo>
                  <a:lnTo>
                    <a:pt x="2137003" y="73469"/>
                  </a:lnTo>
                  <a:lnTo>
                    <a:pt x="2154367" y="57200"/>
                  </a:lnTo>
                  <a:lnTo>
                    <a:pt x="2118283" y="57200"/>
                  </a:lnTo>
                  <a:lnTo>
                    <a:pt x="2118283" y="23367"/>
                  </a:lnTo>
                  <a:lnTo>
                    <a:pt x="2133536" y="15938"/>
                  </a:lnTo>
                  <a:lnTo>
                    <a:pt x="2145657" y="15938"/>
                  </a:lnTo>
                  <a:lnTo>
                    <a:pt x="2127859" y="7035"/>
                  </a:lnTo>
                  <a:close/>
                </a:path>
                <a:path w="2951479" h="431800">
                  <a:moveTo>
                    <a:pt x="2160155" y="51777"/>
                  </a:moveTo>
                  <a:lnTo>
                    <a:pt x="2150293" y="51777"/>
                  </a:lnTo>
                  <a:lnTo>
                    <a:pt x="2149906" y="53809"/>
                  </a:lnTo>
                  <a:lnTo>
                    <a:pt x="2118283" y="57200"/>
                  </a:lnTo>
                  <a:lnTo>
                    <a:pt x="2154367" y="57200"/>
                  </a:lnTo>
                  <a:lnTo>
                    <a:pt x="2160155" y="51777"/>
                  </a:lnTo>
                  <a:close/>
                </a:path>
                <a:path w="2951479" h="431800">
                  <a:moveTo>
                    <a:pt x="2145657" y="15938"/>
                  </a:moveTo>
                  <a:lnTo>
                    <a:pt x="2133536" y="15938"/>
                  </a:lnTo>
                  <a:lnTo>
                    <a:pt x="2150300" y="28955"/>
                  </a:lnTo>
                  <a:lnTo>
                    <a:pt x="2160155" y="28955"/>
                  </a:lnTo>
                  <a:lnTo>
                    <a:pt x="2158555" y="22390"/>
                  </a:lnTo>
                  <a:lnTo>
                    <a:pt x="2145657" y="15938"/>
                  </a:lnTo>
                  <a:close/>
                </a:path>
                <a:path w="2951479" h="431800">
                  <a:moveTo>
                    <a:pt x="2191499" y="7035"/>
                  </a:moveTo>
                  <a:lnTo>
                    <a:pt x="2174278" y="17513"/>
                  </a:lnTo>
                  <a:lnTo>
                    <a:pt x="2167966" y="47129"/>
                  </a:lnTo>
                  <a:lnTo>
                    <a:pt x="2177732" y="66814"/>
                  </a:lnTo>
                  <a:lnTo>
                    <a:pt x="2202675" y="73469"/>
                  </a:lnTo>
                  <a:lnTo>
                    <a:pt x="2218851" y="63639"/>
                  </a:lnTo>
                  <a:lnTo>
                    <a:pt x="2204123" y="63639"/>
                  </a:lnTo>
                  <a:lnTo>
                    <a:pt x="2184196" y="59905"/>
                  </a:lnTo>
                  <a:lnTo>
                    <a:pt x="2177656" y="34988"/>
                  </a:lnTo>
                  <a:lnTo>
                    <a:pt x="2190051" y="16878"/>
                  </a:lnTo>
                  <a:lnTo>
                    <a:pt x="2218009" y="16878"/>
                  </a:lnTo>
                  <a:lnTo>
                    <a:pt x="2216429" y="13703"/>
                  </a:lnTo>
                  <a:lnTo>
                    <a:pt x="2191499" y="7035"/>
                  </a:lnTo>
                  <a:close/>
                </a:path>
                <a:path w="2951479" h="431800">
                  <a:moveTo>
                    <a:pt x="2218009" y="16878"/>
                  </a:moveTo>
                  <a:lnTo>
                    <a:pt x="2190051" y="16878"/>
                  </a:lnTo>
                  <a:lnTo>
                    <a:pt x="2209990" y="20612"/>
                  </a:lnTo>
                  <a:lnTo>
                    <a:pt x="2216543" y="40258"/>
                  </a:lnTo>
                  <a:lnTo>
                    <a:pt x="2216543" y="45516"/>
                  </a:lnTo>
                  <a:lnTo>
                    <a:pt x="2204123" y="63639"/>
                  </a:lnTo>
                  <a:lnTo>
                    <a:pt x="2218851" y="63639"/>
                  </a:lnTo>
                  <a:lnTo>
                    <a:pt x="2219896" y="63004"/>
                  </a:lnTo>
                  <a:lnTo>
                    <a:pt x="2226208" y="40258"/>
                  </a:lnTo>
                  <a:lnTo>
                    <a:pt x="2226208" y="33350"/>
                  </a:lnTo>
                  <a:lnTo>
                    <a:pt x="2218009" y="16878"/>
                  </a:lnTo>
                  <a:close/>
                </a:path>
                <a:path w="2951479" h="431800">
                  <a:moveTo>
                    <a:pt x="2236597" y="7924"/>
                  </a:moveTo>
                  <a:lnTo>
                    <a:pt x="2236597" y="72580"/>
                  </a:lnTo>
                  <a:lnTo>
                    <a:pt x="2257526" y="72580"/>
                  </a:lnTo>
                  <a:lnTo>
                    <a:pt x="2278951" y="66090"/>
                  </a:lnTo>
                  <a:lnTo>
                    <a:pt x="2279974" y="64058"/>
                  </a:lnTo>
                  <a:lnTo>
                    <a:pt x="2246350" y="64058"/>
                  </a:lnTo>
                  <a:lnTo>
                    <a:pt x="2246350" y="16446"/>
                  </a:lnTo>
                  <a:lnTo>
                    <a:pt x="2280223" y="16446"/>
                  </a:lnTo>
                  <a:lnTo>
                    <a:pt x="2269959" y="9220"/>
                  </a:lnTo>
                  <a:lnTo>
                    <a:pt x="2236597" y="7924"/>
                  </a:lnTo>
                  <a:close/>
                </a:path>
                <a:path w="2951479" h="431800">
                  <a:moveTo>
                    <a:pt x="2280223" y="16446"/>
                  </a:moveTo>
                  <a:lnTo>
                    <a:pt x="2246350" y="16446"/>
                  </a:lnTo>
                  <a:lnTo>
                    <a:pt x="2266251" y="17360"/>
                  </a:lnTo>
                  <a:lnTo>
                    <a:pt x="2278214" y="30784"/>
                  </a:lnTo>
                  <a:lnTo>
                    <a:pt x="2272525" y="59410"/>
                  </a:lnTo>
                  <a:lnTo>
                    <a:pt x="2246350" y="64058"/>
                  </a:lnTo>
                  <a:lnTo>
                    <a:pt x="2279974" y="64058"/>
                  </a:lnTo>
                  <a:lnTo>
                    <a:pt x="2288616" y="46888"/>
                  </a:lnTo>
                  <a:lnTo>
                    <a:pt x="2282532" y="18072"/>
                  </a:lnTo>
                  <a:lnTo>
                    <a:pt x="2280223" y="16446"/>
                  </a:lnTo>
                  <a:close/>
                </a:path>
                <a:path w="2951479" h="431800">
                  <a:moveTo>
                    <a:pt x="2331872" y="24498"/>
                  </a:moveTo>
                  <a:lnTo>
                    <a:pt x="2318715" y="39128"/>
                  </a:lnTo>
                  <a:lnTo>
                    <a:pt x="2322461" y="65430"/>
                  </a:lnTo>
                  <a:lnTo>
                    <a:pt x="2340394" y="73558"/>
                  </a:lnTo>
                  <a:lnTo>
                    <a:pt x="2348903" y="72516"/>
                  </a:lnTo>
                  <a:lnTo>
                    <a:pt x="2355114" y="65633"/>
                  </a:lnTo>
                  <a:lnTo>
                    <a:pt x="2337447" y="65633"/>
                  </a:lnTo>
                  <a:lnTo>
                    <a:pt x="2327313" y="45427"/>
                  </a:lnTo>
                  <a:lnTo>
                    <a:pt x="2343365" y="31356"/>
                  </a:lnTo>
                  <a:lnTo>
                    <a:pt x="2356259" y="31356"/>
                  </a:lnTo>
                  <a:lnTo>
                    <a:pt x="2355672" y="28663"/>
                  </a:lnTo>
                  <a:lnTo>
                    <a:pt x="2331872" y="24498"/>
                  </a:lnTo>
                  <a:close/>
                </a:path>
                <a:path w="2951479" h="431800">
                  <a:moveTo>
                    <a:pt x="2356259" y="31356"/>
                  </a:moveTo>
                  <a:lnTo>
                    <a:pt x="2343365" y="31356"/>
                  </a:lnTo>
                  <a:lnTo>
                    <a:pt x="2352979" y="42583"/>
                  </a:lnTo>
                  <a:lnTo>
                    <a:pt x="2340530" y="65430"/>
                  </a:lnTo>
                  <a:lnTo>
                    <a:pt x="2340419" y="65633"/>
                  </a:lnTo>
                  <a:lnTo>
                    <a:pt x="2355114" y="65633"/>
                  </a:lnTo>
                  <a:lnTo>
                    <a:pt x="2362060" y="57937"/>
                  </a:lnTo>
                  <a:lnTo>
                    <a:pt x="2356259" y="31356"/>
                  </a:lnTo>
                  <a:close/>
                </a:path>
                <a:path w="2951479" h="431800">
                  <a:moveTo>
                    <a:pt x="2380869" y="24091"/>
                  </a:moveTo>
                  <a:lnTo>
                    <a:pt x="2371750" y="24091"/>
                  </a:lnTo>
                  <a:lnTo>
                    <a:pt x="2371750" y="72580"/>
                  </a:lnTo>
                  <a:lnTo>
                    <a:pt x="2381186" y="72580"/>
                  </a:lnTo>
                  <a:lnTo>
                    <a:pt x="2381186" y="42964"/>
                  </a:lnTo>
                  <a:lnTo>
                    <a:pt x="2390707" y="31788"/>
                  </a:lnTo>
                  <a:lnTo>
                    <a:pt x="2381377" y="31788"/>
                  </a:lnTo>
                  <a:lnTo>
                    <a:pt x="2380869" y="24091"/>
                  </a:lnTo>
                  <a:close/>
                </a:path>
                <a:path w="2951479" h="431800">
                  <a:moveTo>
                    <a:pt x="2397696" y="23583"/>
                  </a:moveTo>
                  <a:lnTo>
                    <a:pt x="2381377" y="31788"/>
                  </a:lnTo>
                  <a:lnTo>
                    <a:pt x="2390707" y="31788"/>
                  </a:lnTo>
                  <a:lnTo>
                    <a:pt x="2397696" y="23583"/>
                  </a:lnTo>
                  <a:close/>
                </a:path>
                <a:path w="2951479" h="431800">
                  <a:moveTo>
                    <a:pt x="2416682" y="23456"/>
                  </a:moveTo>
                  <a:lnTo>
                    <a:pt x="2401112" y="38709"/>
                  </a:lnTo>
                  <a:lnTo>
                    <a:pt x="2404560" y="65481"/>
                  </a:lnTo>
                  <a:lnTo>
                    <a:pt x="2404579" y="65633"/>
                  </a:lnTo>
                  <a:lnTo>
                    <a:pt x="2420505" y="73532"/>
                  </a:lnTo>
                  <a:lnTo>
                    <a:pt x="2435313" y="72580"/>
                  </a:lnTo>
                  <a:lnTo>
                    <a:pt x="2444534" y="72580"/>
                  </a:lnTo>
                  <a:lnTo>
                    <a:pt x="2444534" y="65481"/>
                  </a:lnTo>
                  <a:lnTo>
                    <a:pt x="2419794" y="65481"/>
                  </a:lnTo>
                  <a:lnTo>
                    <a:pt x="2409774" y="45135"/>
                  </a:lnTo>
                  <a:lnTo>
                    <a:pt x="2425344" y="31470"/>
                  </a:lnTo>
                  <a:lnTo>
                    <a:pt x="2434052" y="31470"/>
                  </a:lnTo>
                  <a:lnTo>
                    <a:pt x="2416682" y="23456"/>
                  </a:lnTo>
                  <a:close/>
                </a:path>
                <a:path w="2951479" h="431800">
                  <a:moveTo>
                    <a:pt x="2434052" y="31470"/>
                  </a:moveTo>
                  <a:lnTo>
                    <a:pt x="2425344" y="31470"/>
                  </a:lnTo>
                  <a:lnTo>
                    <a:pt x="2435250" y="51739"/>
                  </a:lnTo>
                  <a:lnTo>
                    <a:pt x="2422588" y="65481"/>
                  </a:lnTo>
                  <a:lnTo>
                    <a:pt x="2444534" y="65481"/>
                  </a:lnTo>
                  <a:lnTo>
                    <a:pt x="2444534" y="31953"/>
                  </a:lnTo>
                  <a:lnTo>
                    <a:pt x="2435098" y="31953"/>
                  </a:lnTo>
                  <a:lnTo>
                    <a:pt x="2434052" y="31470"/>
                  </a:lnTo>
                  <a:close/>
                </a:path>
                <a:path w="2951479" h="431800">
                  <a:moveTo>
                    <a:pt x="2444534" y="7924"/>
                  </a:moveTo>
                  <a:lnTo>
                    <a:pt x="2435098" y="7924"/>
                  </a:lnTo>
                  <a:lnTo>
                    <a:pt x="2435098" y="31953"/>
                  </a:lnTo>
                  <a:lnTo>
                    <a:pt x="2444534" y="31953"/>
                  </a:lnTo>
                  <a:lnTo>
                    <a:pt x="2444534" y="7924"/>
                  </a:lnTo>
                  <a:close/>
                </a:path>
                <a:path w="2951479" h="431800">
                  <a:moveTo>
                    <a:pt x="2468016" y="24523"/>
                  </a:moveTo>
                  <a:lnTo>
                    <a:pt x="2454973" y="39306"/>
                  </a:lnTo>
                  <a:lnTo>
                    <a:pt x="2458694" y="65544"/>
                  </a:lnTo>
                  <a:lnTo>
                    <a:pt x="2477122" y="73558"/>
                  </a:lnTo>
                  <a:lnTo>
                    <a:pt x="2480665" y="73558"/>
                  </a:lnTo>
                  <a:lnTo>
                    <a:pt x="2490579" y="65760"/>
                  </a:lnTo>
                  <a:lnTo>
                    <a:pt x="2474468" y="65760"/>
                  </a:lnTo>
                  <a:lnTo>
                    <a:pt x="2466741" y="51180"/>
                  </a:lnTo>
                  <a:lnTo>
                    <a:pt x="2459380" y="51180"/>
                  </a:lnTo>
                  <a:lnTo>
                    <a:pt x="2459380" y="44107"/>
                  </a:lnTo>
                  <a:lnTo>
                    <a:pt x="2463999" y="44107"/>
                  </a:lnTo>
                  <a:lnTo>
                    <a:pt x="2471559" y="31902"/>
                  </a:lnTo>
                  <a:lnTo>
                    <a:pt x="2490110" y="31902"/>
                  </a:lnTo>
                  <a:lnTo>
                    <a:pt x="2468016" y="24523"/>
                  </a:lnTo>
                  <a:close/>
                </a:path>
                <a:path w="2951479" h="431800">
                  <a:moveTo>
                    <a:pt x="2488399" y="58851"/>
                  </a:moveTo>
                  <a:lnTo>
                    <a:pt x="2474468" y="65760"/>
                  </a:lnTo>
                  <a:lnTo>
                    <a:pt x="2490579" y="65760"/>
                  </a:lnTo>
                  <a:lnTo>
                    <a:pt x="2497328" y="60451"/>
                  </a:lnTo>
                  <a:lnTo>
                    <a:pt x="2488399" y="58851"/>
                  </a:lnTo>
                  <a:close/>
                </a:path>
                <a:path w="2951479" h="431800">
                  <a:moveTo>
                    <a:pt x="2463999" y="44107"/>
                  </a:moveTo>
                  <a:lnTo>
                    <a:pt x="2459380" y="44107"/>
                  </a:lnTo>
                  <a:lnTo>
                    <a:pt x="2459380" y="51180"/>
                  </a:lnTo>
                  <a:lnTo>
                    <a:pt x="2466741" y="51180"/>
                  </a:lnTo>
                  <a:lnTo>
                    <a:pt x="2463457" y="44983"/>
                  </a:lnTo>
                  <a:lnTo>
                    <a:pt x="2463999" y="44107"/>
                  </a:lnTo>
                  <a:close/>
                </a:path>
                <a:path w="2951479" h="431800">
                  <a:moveTo>
                    <a:pt x="2490110" y="31902"/>
                  </a:moveTo>
                  <a:lnTo>
                    <a:pt x="2471559" y="31902"/>
                  </a:lnTo>
                  <a:lnTo>
                    <a:pt x="2488679" y="44107"/>
                  </a:lnTo>
                  <a:lnTo>
                    <a:pt x="2463999" y="44107"/>
                  </a:lnTo>
                  <a:lnTo>
                    <a:pt x="2463457" y="44983"/>
                  </a:lnTo>
                  <a:lnTo>
                    <a:pt x="2466741" y="51180"/>
                  </a:lnTo>
                  <a:lnTo>
                    <a:pt x="2497924" y="51180"/>
                  </a:lnTo>
                  <a:lnTo>
                    <a:pt x="2494978" y="33527"/>
                  </a:lnTo>
                  <a:lnTo>
                    <a:pt x="2490110" y="31902"/>
                  </a:lnTo>
                  <a:close/>
                </a:path>
                <a:path w="2951479" h="431800">
                  <a:moveTo>
                    <a:pt x="2515743" y="24091"/>
                  </a:moveTo>
                  <a:lnTo>
                    <a:pt x="2506624" y="24091"/>
                  </a:lnTo>
                  <a:lnTo>
                    <a:pt x="2506624" y="72580"/>
                  </a:lnTo>
                  <a:lnTo>
                    <a:pt x="2516060" y="72580"/>
                  </a:lnTo>
                  <a:lnTo>
                    <a:pt x="2516060" y="42964"/>
                  </a:lnTo>
                  <a:lnTo>
                    <a:pt x="2525581" y="31788"/>
                  </a:lnTo>
                  <a:lnTo>
                    <a:pt x="2516251" y="31788"/>
                  </a:lnTo>
                  <a:lnTo>
                    <a:pt x="2515743" y="24091"/>
                  </a:lnTo>
                  <a:close/>
                </a:path>
                <a:path w="2951479" h="431800">
                  <a:moveTo>
                    <a:pt x="2532570" y="23583"/>
                  </a:moveTo>
                  <a:lnTo>
                    <a:pt x="2516251" y="31788"/>
                  </a:lnTo>
                  <a:lnTo>
                    <a:pt x="2525581" y="31788"/>
                  </a:lnTo>
                  <a:lnTo>
                    <a:pt x="2532570" y="23583"/>
                  </a:lnTo>
                  <a:close/>
                </a:path>
                <a:path w="2951479" h="431800">
                  <a:moveTo>
                    <a:pt x="2566327" y="24599"/>
                  </a:moveTo>
                  <a:lnTo>
                    <a:pt x="2544445" y="26492"/>
                  </a:lnTo>
                  <a:lnTo>
                    <a:pt x="2539314" y="44119"/>
                  </a:lnTo>
                  <a:lnTo>
                    <a:pt x="2562021" y="53632"/>
                  </a:lnTo>
                  <a:lnTo>
                    <a:pt x="2545943" y="58750"/>
                  </a:lnTo>
                  <a:lnTo>
                    <a:pt x="2536825" y="60147"/>
                  </a:lnTo>
                  <a:lnTo>
                    <a:pt x="2537599" y="64439"/>
                  </a:lnTo>
                  <a:lnTo>
                    <a:pt x="2546565" y="72402"/>
                  </a:lnTo>
                  <a:lnTo>
                    <a:pt x="2569730" y="70345"/>
                  </a:lnTo>
                  <a:lnTo>
                    <a:pt x="2575153" y="52349"/>
                  </a:lnTo>
                  <a:lnTo>
                    <a:pt x="2552611" y="43027"/>
                  </a:lnTo>
                  <a:lnTo>
                    <a:pt x="2575305" y="35928"/>
                  </a:lnTo>
                  <a:lnTo>
                    <a:pt x="2566327" y="24599"/>
                  </a:lnTo>
                  <a:close/>
                </a:path>
                <a:path w="2951479" h="431800">
                  <a:moveTo>
                    <a:pt x="2630246" y="0"/>
                  </a:moveTo>
                  <a:lnTo>
                    <a:pt x="2621597" y="0"/>
                  </a:lnTo>
                  <a:lnTo>
                    <a:pt x="2617597" y="5626"/>
                  </a:lnTo>
                  <a:lnTo>
                    <a:pt x="2609342" y="40258"/>
                  </a:lnTo>
                  <a:lnTo>
                    <a:pt x="2609342" y="48183"/>
                  </a:lnTo>
                  <a:lnTo>
                    <a:pt x="2621597" y="80530"/>
                  </a:lnTo>
                  <a:lnTo>
                    <a:pt x="2630246" y="80530"/>
                  </a:lnTo>
                  <a:lnTo>
                    <a:pt x="2622943" y="65366"/>
                  </a:lnTo>
                  <a:lnTo>
                    <a:pt x="2630246" y="0"/>
                  </a:lnTo>
                  <a:close/>
                </a:path>
                <a:path w="2951479" h="431800">
                  <a:moveTo>
                    <a:pt x="2647924" y="55727"/>
                  </a:moveTo>
                  <a:lnTo>
                    <a:pt x="2638450" y="55727"/>
                  </a:lnTo>
                  <a:lnTo>
                    <a:pt x="2639580" y="62204"/>
                  </a:lnTo>
                  <a:lnTo>
                    <a:pt x="2659633" y="73469"/>
                  </a:lnTo>
                  <a:lnTo>
                    <a:pt x="2663964" y="73469"/>
                  </a:lnTo>
                  <a:lnTo>
                    <a:pt x="2674040" y="65252"/>
                  </a:lnTo>
                  <a:lnTo>
                    <a:pt x="2656522" y="65252"/>
                  </a:lnTo>
                  <a:lnTo>
                    <a:pt x="2647924" y="55727"/>
                  </a:lnTo>
                  <a:close/>
                </a:path>
                <a:path w="2951479" h="431800">
                  <a:moveTo>
                    <a:pt x="2675855" y="38188"/>
                  </a:moveTo>
                  <a:lnTo>
                    <a:pt x="2661793" y="38188"/>
                  </a:lnTo>
                  <a:lnTo>
                    <a:pt x="2672448" y="54457"/>
                  </a:lnTo>
                  <a:lnTo>
                    <a:pt x="2656522" y="65252"/>
                  </a:lnTo>
                  <a:lnTo>
                    <a:pt x="2674040" y="65252"/>
                  </a:lnTo>
                  <a:lnTo>
                    <a:pt x="2680970" y="59601"/>
                  </a:lnTo>
                  <a:lnTo>
                    <a:pt x="2675855" y="38188"/>
                  </a:lnTo>
                  <a:close/>
                </a:path>
                <a:path w="2951479" h="431800">
                  <a:moveTo>
                    <a:pt x="2678760" y="7924"/>
                  </a:moveTo>
                  <a:lnTo>
                    <a:pt x="2643212" y="7924"/>
                  </a:lnTo>
                  <a:lnTo>
                    <a:pt x="2639580" y="40500"/>
                  </a:lnTo>
                  <a:lnTo>
                    <a:pt x="2648521" y="41833"/>
                  </a:lnTo>
                  <a:lnTo>
                    <a:pt x="2661793" y="38188"/>
                  </a:lnTo>
                  <a:lnTo>
                    <a:pt x="2675855" y="38188"/>
                  </a:lnTo>
                  <a:lnTo>
                    <a:pt x="2675039" y="34772"/>
                  </a:lnTo>
                  <a:lnTo>
                    <a:pt x="2652598" y="32143"/>
                  </a:lnTo>
                  <a:lnTo>
                    <a:pt x="2651328" y="16294"/>
                  </a:lnTo>
                  <a:lnTo>
                    <a:pt x="2678760" y="16294"/>
                  </a:lnTo>
                  <a:lnTo>
                    <a:pt x="2678760" y="7924"/>
                  </a:lnTo>
                  <a:close/>
                </a:path>
                <a:path w="2951479" h="431800">
                  <a:moveTo>
                    <a:pt x="2735757" y="43599"/>
                  </a:moveTo>
                  <a:lnTo>
                    <a:pt x="2725394" y="60451"/>
                  </a:lnTo>
                  <a:lnTo>
                    <a:pt x="2741371" y="73901"/>
                  </a:lnTo>
                  <a:lnTo>
                    <a:pt x="2749580" y="60451"/>
                  </a:lnTo>
                  <a:lnTo>
                    <a:pt x="2744266" y="60451"/>
                  </a:lnTo>
                  <a:lnTo>
                    <a:pt x="2732747" y="57048"/>
                  </a:lnTo>
                  <a:lnTo>
                    <a:pt x="2740748" y="49910"/>
                  </a:lnTo>
                  <a:lnTo>
                    <a:pt x="2743220" y="49910"/>
                  </a:lnTo>
                  <a:lnTo>
                    <a:pt x="2735757" y="43599"/>
                  </a:lnTo>
                  <a:close/>
                </a:path>
                <a:path w="2951479" h="431800">
                  <a:moveTo>
                    <a:pt x="2747873" y="7924"/>
                  </a:moveTo>
                  <a:lnTo>
                    <a:pt x="2740317" y="7924"/>
                  </a:lnTo>
                  <a:lnTo>
                    <a:pt x="2695867" y="72580"/>
                  </a:lnTo>
                  <a:lnTo>
                    <a:pt x="2703423" y="72580"/>
                  </a:lnTo>
                  <a:lnTo>
                    <a:pt x="2747873" y="7924"/>
                  </a:lnTo>
                  <a:close/>
                </a:path>
                <a:path w="2951479" h="431800">
                  <a:moveTo>
                    <a:pt x="2743220" y="49910"/>
                  </a:moveTo>
                  <a:lnTo>
                    <a:pt x="2740748" y="49910"/>
                  </a:lnTo>
                  <a:lnTo>
                    <a:pt x="2744266" y="60451"/>
                  </a:lnTo>
                  <a:lnTo>
                    <a:pt x="2749580" y="60451"/>
                  </a:lnTo>
                  <a:lnTo>
                    <a:pt x="2751658" y="57048"/>
                  </a:lnTo>
                  <a:lnTo>
                    <a:pt x="2743220" y="49910"/>
                  </a:lnTo>
                  <a:close/>
                </a:path>
                <a:path w="2951479" h="431800">
                  <a:moveTo>
                    <a:pt x="2703233" y="6603"/>
                  </a:moveTo>
                  <a:lnTo>
                    <a:pt x="2692869" y="23456"/>
                  </a:lnTo>
                  <a:lnTo>
                    <a:pt x="2708859" y="36906"/>
                  </a:lnTo>
                  <a:lnTo>
                    <a:pt x="2717038" y="23456"/>
                  </a:lnTo>
                  <a:lnTo>
                    <a:pt x="2711754" y="23456"/>
                  </a:lnTo>
                  <a:lnTo>
                    <a:pt x="2700261" y="20053"/>
                  </a:lnTo>
                  <a:lnTo>
                    <a:pt x="2708211" y="12915"/>
                  </a:lnTo>
                  <a:lnTo>
                    <a:pt x="2710683" y="12915"/>
                  </a:lnTo>
                  <a:lnTo>
                    <a:pt x="2703233" y="6603"/>
                  </a:lnTo>
                  <a:close/>
                </a:path>
                <a:path w="2951479" h="431800">
                  <a:moveTo>
                    <a:pt x="2710683" y="12915"/>
                  </a:moveTo>
                  <a:lnTo>
                    <a:pt x="2708211" y="12915"/>
                  </a:lnTo>
                  <a:lnTo>
                    <a:pt x="2711754" y="23456"/>
                  </a:lnTo>
                  <a:lnTo>
                    <a:pt x="2717038" y="23456"/>
                  </a:lnTo>
                  <a:lnTo>
                    <a:pt x="2719108" y="20053"/>
                  </a:lnTo>
                  <a:lnTo>
                    <a:pt x="2710683" y="12915"/>
                  </a:lnTo>
                  <a:close/>
                </a:path>
                <a:path w="2951479" h="431800">
                  <a:moveTo>
                    <a:pt x="2769514" y="0"/>
                  </a:moveTo>
                  <a:lnTo>
                    <a:pt x="2760865" y="0"/>
                  </a:lnTo>
                  <a:lnTo>
                    <a:pt x="2768168" y="15163"/>
                  </a:lnTo>
                  <a:lnTo>
                    <a:pt x="2760865" y="80530"/>
                  </a:lnTo>
                  <a:lnTo>
                    <a:pt x="2769514" y="80530"/>
                  </a:lnTo>
                  <a:lnTo>
                    <a:pt x="2773514" y="74917"/>
                  </a:lnTo>
                  <a:lnTo>
                    <a:pt x="2781769" y="40258"/>
                  </a:lnTo>
                  <a:lnTo>
                    <a:pt x="2781769" y="32334"/>
                  </a:lnTo>
                  <a:lnTo>
                    <a:pt x="2769514" y="0"/>
                  </a:lnTo>
                  <a:close/>
                </a:path>
                <a:path w="2951479" h="431800">
                  <a:moveTo>
                    <a:pt x="2807715" y="63741"/>
                  </a:moveTo>
                  <a:lnTo>
                    <a:pt x="2798622" y="63741"/>
                  </a:lnTo>
                  <a:lnTo>
                    <a:pt x="2795358" y="85293"/>
                  </a:lnTo>
                  <a:lnTo>
                    <a:pt x="2801404" y="88366"/>
                  </a:lnTo>
                  <a:lnTo>
                    <a:pt x="2807715" y="63741"/>
                  </a:lnTo>
                  <a:close/>
                </a:path>
                <a:path w="2951479" h="431800">
                  <a:moveTo>
                    <a:pt x="2867329" y="24599"/>
                  </a:moveTo>
                  <a:lnTo>
                    <a:pt x="2845460" y="26492"/>
                  </a:lnTo>
                  <a:lnTo>
                    <a:pt x="2840316" y="44119"/>
                  </a:lnTo>
                  <a:lnTo>
                    <a:pt x="2863024" y="53632"/>
                  </a:lnTo>
                  <a:lnTo>
                    <a:pt x="2846946" y="58750"/>
                  </a:lnTo>
                  <a:lnTo>
                    <a:pt x="2837827" y="60147"/>
                  </a:lnTo>
                  <a:lnTo>
                    <a:pt x="2838602" y="64439"/>
                  </a:lnTo>
                  <a:lnTo>
                    <a:pt x="2847568" y="72402"/>
                  </a:lnTo>
                  <a:lnTo>
                    <a:pt x="2870746" y="70345"/>
                  </a:lnTo>
                  <a:lnTo>
                    <a:pt x="2876156" y="52349"/>
                  </a:lnTo>
                  <a:lnTo>
                    <a:pt x="2853626" y="43027"/>
                  </a:lnTo>
                  <a:lnTo>
                    <a:pt x="2876308" y="35928"/>
                  </a:lnTo>
                  <a:lnTo>
                    <a:pt x="2867329" y="24599"/>
                  </a:lnTo>
                  <a:close/>
                </a:path>
                <a:path w="2951479" h="431800">
                  <a:moveTo>
                    <a:pt x="2951073" y="33248"/>
                  </a:moveTo>
                  <a:lnTo>
                    <a:pt x="2910636" y="33248"/>
                  </a:lnTo>
                  <a:lnTo>
                    <a:pt x="2910636" y="41541"/>
                  </a:lnTo>
                  <a:lnTo>
                    <a:pt x="2951073" y="41541"/>
                  </a:lnTo>
                  <a:lnTo>
                    <a:pt x="2951073" y="33248"/>
                  </a:lnTo>
                  <a:close/>
                </a:path>
                <a:path w="2951479" h="431800">
                  <a:moveTo>
                    <a:pt x="2951073" y="52692"/>
                  </a:moveTo>
                  <a:lnTo>
                    <a:pt x="2910636" y="52692"/>
                  </a:lnTo>
                  <a:lnTo>
                    <a:pt x="2910636" y="60998"/>
                  </a:lnTo>
                  <a:lnTo>
                    <a:pt x="2951073" y="60998"/>
                  </a:lnTo>
                  <a:lnTo>
                    <a:pt x="2951073" y="52692"/>
                  </a:lnTo>
                  <a:close/>
                </a:path>
                <a:path w="2951479" h="431800">
                  <a:moveTo>
                    <a:pt x="31876" y="138899"/>
                  </a:moveTo>
                  <a:lnTo>
                    <a:pt x="9994" y="140792"/>
                  </a:lnTo>
                  <a:lnTo>
                    <a:pt x="4864" y="158419"/>
                  </a:lnTo>
                  <a:lnTo>
                    <a:pt x="27571" y="167932"/>
                  </a:lnTo>
                  <a:lnTo>
                    <a:pt x="11493" y="173050"/>
                  </a:lnTo>
                  <a:lnTo>
                    <a:pt x="2374" y="174447"/>
                  </a:lnTo>
                  <a:lnTo>
                    <a:pt x="3149" y="178739"/>
                  </a:lnTo>
                  <a:lnTo>
                    <a:pt x="12115" y="186702"/>
                  </a:lnTo>
                  <a:lnTo>
                    <a:pt x="35280" y="184645"/>
                  </a:lnTo>
                  <a:lnTo>
                    <a:pt x="40703" y="166649"/>
                  </a:lnTo>
                  <a:lnTo>
                    <a:pt x="18161" y="157327"/>
                  </a:lnTo>
                  <a:lnTo>
                    <a:pt x="40855" y="150228"/>
                  </a:lnTo>
                  <a:lnTo>
                    <a:pt x="31876" y="138899"/>
                  </a:lnTo>
                  <a:close/>
                </a:path>
                <a:path w="2951479" h="431800">
                  <a:moveTo>
                    <a:pt x="56400" y="138391"/>
                  </a:moveTo>
                  <a:lnTo>
                    <a:pt x="46647" y="138391"/>
                  </a:lnTo>
                  <a:lnTo>
                    <a:pt x="60909" y="186880"/>
                  </a:lnTo>
                  <a:lnTo>
                    <a:pt x="70510" y="186880"/>
                  </a:lnTo>
                  <a:lnTo>
                    <a:pt x="74135" y="174002"/>
                  </a:lnTo>
                  <a:lnTo>
                    <a:pt x="66370" y="174002"/>
                  </a:lnTo>
                  <a:lnTo>
                    <a:pt x="56400" y="138391"/>
                  </a:lnTo>
                  <a:close/>
                </a:path>
                <a:path w="2951479" h="431800">
                  <a:moveTo>
                    <a:pt x="89441" y="151866"/>
                  </a:moveTo>
                  <a:lnTo>
                    <a:pt x="80365" y="151866"/>
                  </a:lnTo>
                  <a:lnTo>
                    <a:pt x="90931" y="186880"/>
                  </a:lnTo>
                  <a:lnTo>
                    <a:pt x="100571" y="186880"/>
                  </a:lnTo>
                  <a:lnTo>
                    <a:pt x="104352" y="174002"/>
                  </a:lnTo>
                  <a:lnTo>
                    <a:pt x="104400" y="173837"/>
                  </a:lnTo>
                  <a:lnTo>
                    <a:pt x="95605" y="173837"/>
                  </a:lnTo>
                  <a:lnTo>
                    <a:pt x="89441" y="151866"/>
                  </a:lnTo>
                  <a:close/>
                </a:path>
                <a:path w="2951479" h="431800">
                  <a:moveTo>
                    <a:pt x="85661" y="138391"/>
                  </a:moveTo>
                  <a:lnTo>
                    <a:pt x="75907" y="138391"/>
                  </a:lnTo>
                  <a:lnTo>
                    <a:pt x="66414" y="173837"/>
                  </a:lnTo>
                  <a:lnTo>
                    <a:pt x="66370" y="174002"/>
                  </a:lnTo>
                  <a:lnTo>
                    <a:pt x="74135" y="174002"/>
                  </a:lnTo>
                  <a:lnTo>
                    <a:pt x="80365" y="151866"/>
                  </a:lnTo>
                  <a:lnTo>
                    <a:pt x="89441" y="151866"/>
                  </a:lnTo>
                  <a:lnTo>
                    <a:pt x="85661" y="138391"/>
                  </a:lnTo>
                  <a:close/>
                </a:path>
                <a:path w="2951479" h="431800">
                  <a:moveTo>
                    <a:pt x="114808" y="138391"/>
                  </a:moveTo>
                  <a:lnTo>
                    <a:pt x="105041" y="138391"/>
                  </a:lnTo>
                  <a:lnTo>
                    <a:pt x="95605" y="173837"/>
                  </a:lnTo>
                  <a:lnTo>
                    <a:pt x="104400" y="173837"/>
                  </a:lnTo>
                  <a:lnTo>
                    <a:pt x="114808" y="138391"/>
                  </a:lnTo>
                  <a:close/>
                </a:path>
                <a:path w="2951479" h="431800">
                  <a:moveTo>
                    <a:pt x="131419" y="138391"/>
                  </a:moveTo>
                  <a:lnTo>
                    <a:pt x="121983" y="138391"/>
                  </a:lnTo>
                  <a:lnTo>
                    <a:pt x="121983" y="186880"/>
                  </a:lnTo>
                  <a:lnTo>
                    <a:pt x="131419" y="186880"/>
                  </a:lnTo>
                  <a:lnTo>
                    <a:pt x="131419" y="138391"/>
                  </a:lnTo>
                  <a:close/>
                </a:path>
                <a:path w="2951479" h="431800">
                  <a:moveTo>
                    <a:pt x="155028" y="126771"/>
                  </a:moveTo>
                  <a:lnTo>
                    <a:pt x="145592" y="126771"/>
                  </a:lnTo>
                  <a:lnTo>
                    <a:pt x="145592" y="177520"/>
                  </a:lnTo>
                  <a:lnTo>
                    <a:pt x="159740" y="187515"/>
                  </a:lnTo>
                  <a:lnTo>
                    <a:pt x="155028" y="126771"/>
                  </a:lnTo>
                  <a:close/>
                </a:path>
                <a:path w="2951479" h="431800">
                  <a:moveTo>
                    <a:pt x="145592" y="138391"/>
                  </a:moveTo>
                  <a:lnTo>
                    <a:pt x="138493" y="138391"/>
                  </a:lnTo>
                  <a:lnTo>
                    <a:pt x="138493" y="145961"/>
                  </a:lnTo>
                  <a:lnTo>
                    <a:pt x="145592" y="145961"/>
                  </a:lnTo>
                  <a:lnTo>
                    <a:pt x="145592" y="138391"/>
                  </a:lnTo>
                  <a:close/>
                </a:path>
                <a:path w="2951479" h="431800">
                  <a:moveTo>
                    <a:pt x="164973" y="138391"/>
                  </a:moveTo>
                  <a:lnTo>
                    <a:pt x="155930" y="138391"/>
                  </a:lnTo>
                  <a:lnTo>
                    <a:pt x="156517" y="145961"/>
                  </a:lnTo>
                  <a:lnTo>
                    <a:pt x="164973" y="145961"/>
                  </a:lnTo>
                  <a:lnTo>
                    <a:pt x="164973" y="138391"/>
                  </a:lnTo>
                  <a:close/>
                </a:path>
                <a:path w="2951479" h="431800">
                  <a:moveTo>
                    <a:pt x="184912" y="138823"/>
                  </a:moveTo>
                  <a:lnTo>
                    <a:pt x="171869" y="153581"/>
                  </a:lnTo>
                  <a:lnTo>
                    <a:pt x="175463" y="179565"/>
                  </a:lnTo>
                  <a:lnTo>
                    <a:pt x="193548" y="187858"/>
                  </a:lnTo>
                  <a:lnTo>
                    <a:pt x="197383" y="187858"/>
                  </a:lnTo>
                  <a:lnTo>
                    <a:pt x="208719" y="176352"/>
                  </a:lnTo>
                  <a:lnTo>
                    <a:pt x="184670" y="176352"/>
                  </a:lnTo>
                  <a:lnTo>
                    <a:pt x="188671" y="146405"/>
                  </a:lnTo>
                  <a:lnTo>
                    <a:pt x="210018" y="146405"/>
                  </a:lnTo>
                  <a:lnTo>
                    <a:pt x="208508" y="143052"/>
                  </a:lnTo>
                  <a:lnTo>
                    <a:pt x="184912" y="138823"/>
                  </a:lnTo>
                  <a:close/>
                </a:path>
                <a:path w="2951479" h="431800">
                  <a:moveTo>
                    <a:pt x="213461" y="171538"/>
                  </a:moveTo>
                  <a:lnTo>
                    <a:pt x="184670" y="176352"/>
                  </a:lnTo>
                  <a:lnTo>
                    <a:pt x="208719" y="176352"/>
                  </a:lnTo>
                  <a:lnTo>
                    <a:pt x="213461" y="171538"/>
                  </a:lnTo>
                  <a:close/>
                </a:path>
                <a:path w="2951479" h="431800">
                  <a:moveTo>
                    <a:pt x="210018" y="146405"/>
                  </a:moveTo>
                  <a:lnTo>
                    <a:pt x="188671" y="146405"/>
                  </a:lnTo>
                  <a:lnTo>
                    <a:pt x="204279" y="154050"/>
                  </a:lnTo>
                  <a:lnTo>
                    <a:pt x="213461" y="154050"/>
                  </a:lnTo>
                  <a:lnTo>
                    <a:pt x="210018" y="146405"/>
                  </a:lnTo>
                  <a:close/>
                </a:path>
                <a:path w="2951479" h="431800">
                  <a:moveTo>
                    <a:pt x="231101" y="122224"/>
                  </a:moveTo>
                  <a:lnTo>
                    <a:pt x="221780" y="122224"/>
                  </a:lnTo>
                  <a:lnTo>
                    <a:pt x="221780" y="186880"/>
                  </a:lnTo>
                  <a:lnTo>
                    <a:pt x="231228" y="186880"/>
                  </a:lnTo>
                  <a:lnTo>
                    <a:pt x="231228" y="155524"/>
                  </a:lnTo>
                  <a:lnTo>
                    <a:pt x="248653" y="146926"/>
                  </a:lnTo>
                  <a:lnTo>
                    <a:pt x="260215" y="146926"/>
                  </a:lnTo>
                  <a:lnTo>
                    <a:pt x="260041" y="146278"/>
                  </a:lnTo>
                  <a:lnTo>
                    <a:pt x="231698" y="146278"/>
                  </a:lnTo>
                  <a:lnTo>
                    <a:pt x="231101" y="122224"/>
                  </a:lnTo>
                  <a:close/>
                </a:path>
                <a:path w="2951479" h="431800">
                  <a:moveTo>
                    <a:pt x="260215" y="146926"/>
                  </a:moveTo>
                  <a:lnTo>
                    <a:pt x="248653" y="146926"/>
                  </a:lnTo>
                  <a:lnTo>
                    <a:pt x="253225" y="186880"/>
                  </a:lnTo>
                  <a:lnTo>
                    <a:pt x="262661" y="186880"/>
                  </a:lnTo>
                  <a:lnTo>
                    <a:pt x="262661" y="156032"/>
                  </a:lnTo>
                  <a:lnTo>
                    <a:pt x="260215" y="146926"/>
                  </a:lnTo>
                  <a:close/>
                </a:path>
                <a:path w="2951479" h="431800">
                  <a:moveTo>
                    <a:pt x="242290" y="137756"/>
                  </a:moveTo>
                  <a:lnTo>
                    <a:pt x="231698" y="146278"/>
                  </a:lnTo>
                  <a:lnTo>
                    <a:pt x="260041" y="146278"/>
                  </a:lnTo>
                  <a:lnTo>
                    <a:pt x="259219" y="143217"/>
                  </a:lnTo>
                  <a:lnTo>
                    <a:pt x="242290" y="137756"/>
                  </a:lnTo>
                  <a:close/>
                </a:path>
                <a:path w="2951479" h="431800">
                  <a:moveTo>
                    <a:pt x="304355" y="138391"/>
                  </a:moveTo>
                  <a:lnTo>
                    <a:pt x="295236" y="138391"/>
                  </a:lnTo>
                  <a:lnTo>
                    <a:pt x="295236" y="186880"/>
                  </a:lnTo>
                  <a:lnTo>
                    <a:pt x="304673" y="186880"/>
                  </a:lnTo>
                  <a:lnTo>
                    <a:pt x="304673" y="157264"/>
                  </a:lnTo>
                  <a:lnTo>
                    <a:pt x="314193" y="146088"/>
                  </a:lnTo>
                  <a:lnTo>
                    <a:pt x="304863" y="146088"/>
                  </a:lnTo>
                  <a:lnTo>
                    <a:pt x="304355" y="138391"/>
                  </a:lnTo>
                  <a:close/>
                </a:path>
                <a:path w="2951479" h="431800">
                  <a:moveTo>
                    <a:pt x="321182" y="137883"/>
                  </a:moveTo>
                  <a:lnTo>
                    <a:pt x="304863" y="146088"/>
                  </a:lnTo>
                  <a:lnTo>
                    <a:pt x="314193" y="146088"/>
                  </a:lnTo>
                  <a:lnTo>
                    <a:pt x="321182" y="137883"/>
                  </a:lnTo>
                  <a:close/>
                </a:path>
                <a:path w="2951479" h="431800">
                  <a:moveTo>
                    <a:pt x="362127" y="143827"/>
                  </a:moveTo>
                  <a:lnTo>
                    <a:pt x="349950" y="145975"/>
                  </a:lnTo>
                  <a:lnTo>
                    <a:pt x="355714" y="154076"/>
                  </a:lnTo>
                  <a:lnTo>
                    <a:pt x="324866" y="176352"/>
                  </a:lnTo>
                  <a:lnTo>
                    <a:pt x="341249" y="187959"/>
                  </a:lnTo>
                  <a:lnTo>
                    <a:pt x="355968" y="186880"/>
                  </a:lnTo>
                  <a:lnTo>
                    <a:pt x="365175" y="186880"/>
                  </a:lnTo>
                  <a:lnTo>
                    <a:pt x="365175" y="180378"/>
                  </a:lnTo>
                  <a:lnTo>
                    <a:pt x="343306" y="180378"/>
                  </a:lnTo>
                  <a:lnTo>
                    <a:pt x="334111" y="173304"/>
                  </a:lnTo>
                  <a:lnTo>
                    <a:pt x="355739" y="169392"/>
                  </a:lnTo>
                  <a:lnTo>
                    <a:pt x="365175" y="169392"/>
                  </a:lnTo>
                  <a:lnTo>
                    <a:pt x="365175" y="154673"/>
                  </a:lnTo>
                  <a:lnTo>
                    <a:pt x="362127" y="143827"/>
                  </a:lnTo>
                  <a:close/>
                </a:path>
                <a:path w="2951479" h="431800">
                  <a:moveTo>
                    <a:pt x="365175" y="169392"/>
                  </a:moveTo>
                  <a:lnTo>
                    <a:pt x="355739" y="169392"/>
                  </a:lnTo>
                  <a:lnTo>
                    <a:pt x="343306" y="180378"/>
                  </a:lnTo>
                  <a:lnTo>
                    <a:pt x="365175" y="180378"/>
                  </a:lnTo>
                  <a:lnTo>
                    <a:pt x="365175" y="169392"/>
                  </a:lnTo>
                  <a:close/>
                </a:path>
                <a:path w="2951479" h="431800">
                  <a:moveTo>
                    <a:pt x="347354" y="146433"/>
                  </a:moveTo>
                  <a:lnTo>
                    <a:pt x="326351" y="150139"/>
                  </a:lnTo>
                  <a:lnTo>
                    <a:pt x="335216" y="152158"/>
                  </a:lnTo>
                  <a:lnTo>
                    <a:pt x="347354" y="146433"/>
                  </a:lnTo>
                  <a:close/>
                </a:path>
                <a:path w="2951479" h="431800">
                  <a:moveTo>
                    <a:pt x="349542" y="145402"/>
                  </a:moveTo>
                  <a:lnTo>
                    <a:pt x="347354" y="146433"/>
                  </a:lnTo>
                  <a:lnTo>
                    <a:pt x="349950" y="145975"/>
                  </a:lnTo>
                  <a:lnTo>
                    <a:pt x="349542" y="145402"/>
                  </a:lnTo>
                  <a:close/>
                </a:path>
                <a:path w="2951479" h="431800">
                  <a:moveTo>
                    <a:pt x="388670" y="126771"/>
                  </a:moveTo>
                  <a:lnTo>
                    <a:pt x="379222" y="126771"/>
                  </a:lnTo>
                  <a:lnTo>
                    <a:pt x="379222" y="177520"/>
                  </a:lnTo>
                  <a:lnTo>
                    <a:pt x="393369" y="187515"/>
                  </a:lnTo>
                  <a:lnTo>
                    <a:pt x="388670" y="126771"/>
                  </a:lnTo>
                  <a:close/>
                </a:path>
                <a:path w="2951479" h="431800">
                  <a:moveTo>
                    <a:pt x="379222" y="138391"/>
                  </a:moveTo>
                  <a:lnTo>
                    <a:pt x="372122" y="138391"/>
                  </a:lnTo>
                  <a:lnTo>
                    <a:pt x="372122" y="145961"/>
                  </a:lnTo>
                  <a:lnTo>
                    <a:pt x="379222" y="145961"/>
                  </a:lnTo>
                  <a:lnTo>
                    <a:pt x="379222" y="138391"/>
                  </a:lnTo>
                  <a:close/>
                </a:path>
                <a:path w="2951479" h="431800">
                  <a:moveTo>
                    <a:pt x="398614" y="138391"/>
                  </a:moveTo>
                  <a:lnTo>
                    <a:pt x="389569" y="138391"/>
                  </a:lnTo>
                  <a:lnTo>
                    <a:pt x="390155" y="145961"/>
                  </a:lnTo>
                  <a:lnTo>
                    <a:pt x="398614" y="145961"/>
                  </a:lnTo>
                  <a:lnTo>
                    <a:pt x="398614" y="138391"/>
                  </a:lnTo>
                  <a:close/>
                </a:path>
                <a:path w="2951479" h="431800">
                  <a:moveTo>
                    <a:pt x="418553" y="138823"/>
                  </a:moveTo>
                  <a:lnTo>
                    <a:pt x="405498" y="153606"/>
                  </a:lnTo>
                  <a:lnTo>
                    <a:pt x="409232" y="179844"/>
                  </a:lnTo>
                  <a:lnTo>
                    <a:pt x="427659" y="187858"/>
                  </a:lnTo>
                  <a:lnTo>
                    <a:pt x="431190" y="187858"/>
                  </a:lnTo>
                  <a:lnTo>
                    <a:pt x="441103" y="180060"/>
                  </a:lnTo>
                  <a:lnTo>
                    <a:pt x="424992" y="180060"/>
                  </a:lnTo>
                  <a:lnTo>
                    <a:pt x="417266" y="165480"/>
                  </a:lnTo>
                  <a:lnTo>
                    <a:pt x="409905" y="165480"/>
                  </a:lnTo>
                  <a:lnTo>
                    <a:pt x="409905" y="158407"/>
                  </a:lnTo>
                  <a:lnTo>
                    <a:pt x="414524" y="158407"/>
                  </a:lnTo>
                  <a:lnTo>
                    <a:pt x="422084" y="146202"/>
                  </a:lnTo>
                  <a:lnTo>
                    <a:pt x="440648" y="146202"/>
                  </a:lnTo>
                  <a:lnTo>
                    <a:pt x="418553" y="138823"/>
                  </a:lnTo>
                  <a:close/>
                </a:path>
                <a:path w="2951479" h="431800">
                  <a:moveTo>
                    <a:pt x="438924" y="173151"/>
                  </a:moveTo>
                  <a:lnTo>
                    <a:pt x="424992" y="180060"/>
                  </a:lnTo>
                  <a:lnTo>
                    <a:pt x="441103" y="180060"/>
                  </a:lnTo>
                  <a:lnTo>
                    <a:pt x="447852" y="174751"/>
                  </a:lnTo>
                  <a:lnTo>
                    <a:pt x="438924" y="173151"/>
                  </a:lnTo>
                  <a:close/>
                </a:path>
                <a:path w="2951479" h="431800">
                  <a:moveTo>
                    <a:pt x="414524" y="158407"/>
                  </a:moveTo>
                  <a:lnTo>
                    <a:pt x="409905" y="158407"/>
                  </a:lnTo>
                  <a:lnTo>
                    <a:pt x="409905" y="165480"/>
                  </a:lnTo>
                  <a:lnTo>
                    <a:pt x="417266" y="165480"/>
                  </a:lnTo>
                  <a:lnTo>
                    <a:pt x="413981" y="159283"/>
                  </a:lnTo>
                  <a:lnTo>
                    <a:pt x="414524" y="158407"/>
                  </a:lnTo>
                  <a:close/>
                </a:path>
                <a:path w="2951479" h="431800">
                  <a:moveTo>
                    <a:pt x="440648" y="146202"/>
                  </a:moveTo>
                  <a:lnTo>
                    <a:pt x="422084" y="146202"/>
                  </a:lnTo>
                  <a:lnTo>
                    <a:pt x="439204" y="158407"/>
                  </a:lnTo>
                  <a:lnTo>
                    <a:pt x="414524" y="158407"/>
                  </a:lnTo>
                  <a:lnTo>
                    <a:pt x="413981" y="159283"/>
                  </a:lnTo>
                  <a:lnTo>
                    <a:pt x="417266" y="165480"/>
                  </a:lnTo>
                  <a:lnTo>
                    <a:pt x="448462" y="165480"/>
                  </a:lnTo>
                  <a:lnTo>
                    <a:pt x="445516" y="147827"/>
                  </a:lnTo>
                  <a:lnTo>
                    <a:pt x="440648" y="146202"/>
                  </a:lnTo>
                  <a:close/>
                </a:path>
                <a:path w="2951479" h="431800">
                  <a:moveTo>
                    <a:pt x="502551" y="114299"/>
                  </a:moveTo>
                  <a:lnTo>
                    <a:pt x="493902" y="114299"/>
                  </a:lnTo>
                  <a:lnTo>
                    <a:pt x="489902" y="119926"/>
                  </a:lnTo>
                  <a:lnTo>
                    <a:pt x="481647" y="154558"/>
                  </a:lnTo>
                  <a:lnTo>
                    <a:pt x="481647" y="162483"/>
                  </a:lnTo>
                  <a:lnTo>
                    <a:pt x="493902" y="194830"/>
                  </a:lnTo>
                  <a:lnTo>
                    <a:pt x="502551" y="194830"/>
                  </a:lnTo>
                  <a:lnTo>
                    <a:pt x="495249" y="179666"/>
                  </a:lnTo>
                  <a:lnTo>
                    <a:pt x="502551" y="114299"/>
                  </a:lnTo>
                  <a:close/>
                </a:path>
                <a:path w="2951479" h="431800">
                  <a:moveTo>
                    <a:pt x="551103" y="122224"/>
                  </a:moveTo>
                  <a:lnTo>
                    <a:pt x="508355" y="122224"/>
                  </a:lnTo>
                  <a:lnTo>
                    <a:pt x="508355" y="130594"/>
                  </a:lnTo>
                  <a:lnTo>
                    <a:pt x="540994" y="130594"/>
                  </a:lnTo>
                  <a:lnTo>
                    <a:pt x="512775" y="186880"/>
                  </a:lnTo>
                  <a:lnTo>
                    <a:pt x="522973" y="186880"/>
                  </a:lnTo>
                  <a:lnTo>
                    <a:pt x="551103" y="130873"/>
                  </a:lnTo>
                  <a:lnTo>
                    <a:pt x="551103" y="122224"/>
                  </a:lnTo>
                  <a:close/>
                </a:path>
                <a:path w="2951479" h="431800">
                  <a:moveTo>
                    <a:pt x="604418" y="157899"/>
                  </a:moveTo>
                  <a:lnTo>
                    <a:pt x="594042" y="174751"/>
                  </a:lnTo>
                  <a:lnTo>
                    <a:pt x="610031" y="188201"/>
                  </a:lnTo>
                  <a:lnTo>
                    <a:pt x="618241" y="174751"/>
                  </a:lnTo>
                  <a:lnTo>
                    <a:pt x="612927" y="174751"/>
                  </a:lnTo>
                  <a:lnTo>
                    <a:pt x="601408" y="171348"/>
                  </a:lnTo>
                  <a:lnTo>
                    <a:pt x="609396" y="164210"/>
                  </a:lnTo>
                  <a:lnTo>
                    <a:pt x="611880" y="164210"/>
                  </a:lnTo>
                  <a:lnTo>
                    <a:pt x="604418" y="157899"/>
                  </a:lnTo>
                  <a:close/>
                </a:path>
                <a:path w="2951479" h="431800">
                  <a:moveTo>
                    <a:pt x="616521" y="122224"/>
                  </a:moveTo>
                  <a:lnTo>
                    <a:pt x="608977" y="122224"/>
                  </a:lnTo>
                  <a:lnTo>
                    <a:pt x="564527" y="186880"/>
                  </a:lnTo>
                  <a:lnTo>
                    <a:pt x="572071" y="186880"/>
                  </a:lnTo>
                  <a:lnTo>
                    <a:pt x="616521" y="122224"/>
                  </a:lnTo>
                  <a:close/>
                </a:path>
                <a:path w="2951479" h="431800">
                  <a:moveTo>
                    <a:pt x="611880" y="164210"/>
                  </a:moveTo>
                  <a:lnTo>
                    <a:pt x="609396" y="164210"/>
                  </a:lnTo>
                  <a:lnTo>
                    <a:pt x="612927" y="174751"/>
                  </a:lnTo>
                  <a:lnTo>
                    <a:pt x="618241" y="174751"/>
                  </a:lnTo>
                  <a:lnTo>
                    <a:pt x="620318" y="171348"/>
                  </a:lnTo>
                  <a:lnTo>
                    <a:pt x="611880" y="164210"/>
                  </a:lnTo>
                  <a:close/>
                </a:path>
                <a:path w="2951479" h="431800">
                  <a:moveTo>
                    <a:pt x="571893" y="120903"/>
                  </a:moveTo>
                  <a:lnTo>
                    <a:pt x="561530" y="137756"/>
                  </a:lnTo>
                  <a:lnTo>
                    <a:pt x="577519" y="151206"/>
                  </a:lnTo>
                  <a:lnTo>
                    <a:pt x="585698" y="137756"/>
                  </a:lnTo>
                  <a:lnTo>
                    <a:pt x="580415" y="137756"/>
                  </a:lnTo>
                  <a:lnTo>
                    <a:pt x="568921" y="134353"/>
                  </a:lnTo>
                  <a:lnTo>
                    <a:pt x="587768" y="134353"/>
                  </a:lnTo>
                  <a:lnTo>
                    <a:pt x="571893" y="120903"/>
                  </a:lnTo>
                  <a:close/>
                </a:path>
                <a:path w="2951479" h="431800">
                  <a:moveTo>
                    <a:pt x="587768" y="134353"/>
                  </a:moveTo>
                  <a:lnTo>
                    <a:pt x="568921" y="134353"/>
                  </a:lnTo>
                  <a:lnTo>
                    <a:pt x="580415" y="137756"/>
                  </a:lnTo>
                  <a:lnTo>
                    <a:pt x="585698" y="137756"/>
                  </a:lnTo>
                  <a:lnTo>
                    <a:pt x="587768" y="134353"/>
                  </a:lnTo>
                  <a:close/>
                </a:path>
                <a:path w="2951479" h="431800">
                  <a:moveTo>
                    <a:pt x="638175" y="114299"/>
                  </a:moveTo>
                  <a:lnTo>
                    <a:pt x="629526" y="114299"/>
                  </a:lnTo>
                  <a:lnTo>
                    <a:pt x="636828" y="129463"/>
                  </a:lnTo>
                  <a:lnTo>
                    <a:pt x="629526" y="194830"/>
                  </a:lnTo>
                  <a:lnTo>
                    <a:pt x="638175" y="194830"/>
                  </a:lnTo>
                  <a:lnTo>
                    <a:pt x="642175" y="189217"/>
                  </a:lnTo>
                  <a:lnTo>
                    <a:pt x="650417" y="154558"/>
                  </a:lnTo>
                  <a:lnTo>
                    <a:pt x="650417" y="146634"/>
                  </a:lnTo>
                  <a:lnTo>
                    <a:pt x="638175" y="114299"/>
                  </a:lnTo>
                  <a:close/>
                </a:path>
                <a:path w="2951479" h="431800">
                  <a:moveTo>
                    <a:pt x="676363" y="178041"/>
                  </a:moveTo>
                  <a:lnTo>
                    <a:pt x="667283" y="178041"/>
                  </a:lnTo>
                  <a:lnTo>
                    <a:pt x="664019" y="199593"/>
                  </a:lnTo>
                  <a:lnTo>
                    <a:pt x="670051" y="202666"/>
                  </a:lnTo>
                  <a:lnTo>
                    <a:pt x="676363" y="178041"/>
                  </a:lnTo>
                  <a:close/>
                </a:path>
                <a:path w="2951479" h="431800">
                  <a:moveTo>
                    <a:pt x="775601" y="186880"/>
                  </a:moveTo>
                  <a:lnTo>
                    <a:pt x="734529" y="186880"/>
                  </a:lnTo>
                  <a:lnTo>
                    <a:pt x="734529" y="194894"/>
                  </a:lnTo>
                  <a:lnTo>
                    <a:pt x="775601" y="194894"/>
                  </a:lnTo>
                  <a:lnTo>
                    <a:pt x="775601" y="186880"/>
                  </a:lnTo>
                  <a:close/>
                </a:path>
                <a:path w="2951479" h="431800">
                  <a:moveTo>
                    <a:pt x="717753" y="138391"/>
                  </a:moveTo>
                  <a:lnTo>
                    <a:pt x="708634" y="138391"/>
                  </a:lnTo>
                  <a:lnTo>
                    <a:pt x="708634" y="186880"/>
                  </a:lnTo>
                  <a:lnTo>
                    <a:pt x="718070" y="186880"/>
                  </a:lnTo>
                  <a:lnTo>
                    <a:pt x="718070" y="157264"/>
                  </a:lnTo>
                  <a:lnTo>
                    <a:pt x="727591" y="146088"/>
                  </a:lnTo>
                  <a:lnTo>
                    <a:pt x="718261" y="146088"/>
                  </a:lnTo>
                  <a:lnTo>
                    <a:pt x="717753" y="138391"/>
                  </a:lnTo>
                  <a:close/>
                </a:path>
                <a:path w="2951479" h="431800">
                  <a:moveTo>
                    <a:pt x="734580" y="137883"/>
                  </a:moveTo>
                  <a:lnTo>
                    <a:pt x="718261" y="146088"/>
                  </a:lnTo>
                  <a:lnTo>
                    <a:pt x="727591" y="146088"/>
                  </a:lnTo>
                  <a:lnTo>
                    <a:pt x="734580" y="137883"/>
                  </a:lnTo>
                  <a:close/>
                </a:path>
                <a:path w="2951479" h="431800">
                  <a:moveTo>
                    <a:pt x="793234" y="138455"/>
                  </a:moveTo>
                  <a:lnTo>
                    <a:pt x="784161" y="138455"/>
                  </a:lnTo>
                  <a:lnTo>
                    <a:pt x="784161" y="186880"/>
                  </a:lnTo>
                  <a:lnTo>
                    <a:pt x="793597" y="186880"/>
                  </a:lnTo>
                  <a:lnTo>
                    <a:pt x="793597" y="155524"/>
                  </a:lnTo>
                  <a:lnTo>
                    <a:pt x="810615" y="146938"/>
                  </a:lnTo>
                  <a:lnTo>
                    <a:pt x="820762" y="146938"/>
                  </a:lnTo>
                  <a:lnTo>
                    <a:pt x="820260" y="146278"/>
                  </a:lnTo>
                  <a:lnTo>
                    <a:pt x="793826" y="146278"/>
                  </a:lnTo>
                  <a:lnTo>
                    <a:pt x="793234" y="138455"/>
                  </a:lnTo>
                  <a:close/>
                </a:path>
                <a:path w="2951479" h="431800">
                  <a:moveTo>
                    <a:pt x="820762" y="146938"/>
                  </a:moveTo>
                  <a:lnTo>
                    <a:pt x="810615" y="146938"/>
                  </a:lnTo>
                  <a:lnTo>
                    <a:pt x="815200" y="186880"/>
                  </a:lnTo>
                  <a:lnTo>
                    <a:pt x="824636" y="186880"/>
                  </a:lnTo>
                  <a:lnTo>
                    <a:pt x="824636" y="152044"/>
                  </a:lnTo>
                  <a:lnTo>
                    <a:pt x="820762" y="146938"/>
                  </a:lnTo>
                  <a:close/>
                </a:path>
                <a:path w="2951479" h="431800">
                  <a:moveTo>
                    <a:pt x="814324" y="138455"/>
                  </a:moveTo>
                  <a:lnTo>
                    <a:pt x="793826" y="146278"/>
                  </a:lnTo>
                  <a:lnTo>
                    <a:pt x="820260" y="146278"/>
                  </a:lnTo>
                  <a:lnTo>
                    <a:pt x="814324" y="138455"/>
                  </a:lnTo>
                  <a:close/>
                </a:path>
                <a:path w="2951479" h="431800">
                  <a:moveTo>
                    <a:pt x="860958" y="120484"/>
                  </a:moveTo>
                  <a:lnTo>
                    <a:pt x="843775" y="121704"/>
                  </a:lnTo>
                  <a:lnTo>
                    <a:pt x="838707" y="186880"/>
                  </a:lnTo>
                  <a:lnTo>
                    <a:pt x="848144" y="186880"/>
                  </a:lnTo>
                  <a:lnTo>
                    <a:pt x="848144" y="134035"/>
                  </a:lnTo>
                  <a:lnTo>
                    <a:pt x="860958" y="120484"/>
                  </a:lnTo>
                  <a:close/>
                </a:path>
                <a:path w="2951479" h="431800">
                  <a:moveTo>
                    <a:pt x="842477" y="138391"/>
                  </a:moveTo>
                  <a:lnTo>
                    <a:pt x="831189" y="138391"/>
                  </a:lnTo>
                  <a:lnTo>
                    <a:pt x="831189" y="145961"/>
                  </a:lnTo>
                  <a:lnTo>
                    <a:pt x="841889" y="145961"/>
                  </a:lnTo>
                  <a:lnTo>
                    <a:pt x="842477" y="138391"/>
                  </a:lnTo>
                  <a:close/>
                </a:path>
                <a:path w="2951479" h="431800">
                  <a:moveTo>
                    <a:pt x="858596" y="138391"/>
                  </a:moveTo>
                  <a:lnTo>
                    <a:pt x="848144" y="138391"/>
                  </a:lnTo>
                  <a:lnTo>
                    <a:pt x="848144" y="145961"/>
                  </a:lnTo>
                  <a:lnTo>
                    <a:pt x="858596" y="145961"/>
                  </a:lnTo>
                  <a:lnTo>
                    <a:pt x="858596" y="138391"/>
                  </a:lnTo>
                  <a:close/>
                </a:path>
                <a:path w="2951479" h="431800">
                  <a:moveTo>
                    <a:pt x="931773" y="140690"/>
                  </a:moveTo>
                  <a:lnTo>
                    <a:pt x="891336" y="140690"/>
                  </a:lnTo>
                  <a:lnTo>
                    <a:pt x="891336" y="148970"/>
                  </a:lnTo>
                  <a:lnTo>
                    <a:pt x="931773" y="148970"/>
                  </a:lnTo>
                  <a:lnTo>
                    <a:pt x="931773" y="140690"/>
                  </a:lnTo>
                  <a:close/>
                </a:path>
                <a:path w="2951479" h="431800">
                  <a:moveTo>
                    <a:pt x="931773" y="160146"/>
                  </a:moveTo>
                  <a:lnTo>
                    <a:pt x="891336" y="160146"/>
                  </a:lnTo>
                  <a:lnTo>
                    <a:pt x="891336" y="168414"/>
                  </a:lnTo>
                  <a:lnTo>
                    <a:pt x="931773" y="168414"/>
                  </a:lnTo>
                  <a:lnTo>
                    <a:pt x="931773" y="160146"/>
                  </a:lnTo>
                  <a:close/>
                </a:path>
                <a:path w="2951479" h="431800">
                  <a:moveTo>
                    <a:pt x="968248" y="122224"/>
                  </a:moveTo>
                  <a:lnTo>
                    <a:pt x="968248" y="186880"/>
                  </a:lnTo>
                  <a:lnTo>
                    <a:pt x="978001" y="186880"/>
                  </a:lnTo>
                  <a:lnTo>
                    <a:pt x="978001" y="162420"/>
                  </a:lnTo>
                  <a:lnTo>
                    <a:pt x="973797" y="162420"/>
                  </a:lnTo>
                  <a:lnTo>
                    <a:pt x="973797" y="154012"/>
                  </a:lnTo>
                  <a:lnTo>
                    <a:pt x="978001" y="152741"/>
                  </a:lnTo>
                  <a:lnTo>
                    <a:pt x="978001" y="130594"/>
                  </a:lnTo>
                  <a:lnTo>
                    <a:pt x="1008080" y="130594"/>
                  </a:lnTo>
                  <a:lnTo>
                    <a:pt x="1007084" y="126542"/>
                  </a:lnTo>
                  <a:lnTo>
                    <a:pt x="968248" y="122224"/>
                  </a:lnTo>
                  <a:close/>
                </a:path>
                <a:path w="2951479" h="431800">
                  <a:moveTo>
                    <a:pt x="1000163" y="157708"/>
                  </a:moveTo>
                  <a:lnTo>
                    <a:pt x="989368" y="157708"/>
                  </a:lnTo>
                  <a:lnTo>
                    <a:pt x="1005014" y="186880"/>
                  </a:lnTo>
                  <a:lnTo>
                    <a:pt x="1016126" y="186880"/>
                  </a:lnTo>
                  <a:lnTo>
                    <a:pt x="1002741" y="162420"/>
                  </a:lnTo>
                  <a:lnTo>
                    <a:pt x="996264" y="162420"/>
                  </a:lnTo>
                  <a:lnTo>
                    <a:pt x="1000850" y="158965"/>
                  </a:lnTo>
                  <a:lnTo>
                    <a:pt x="1000163" y="157708"/>
                  </a:lnTo>
                  <a:close/>
                </a:path>
                <a:path w="2951479" h="431800">
                  <a:moveTo>
                    <a:pt x="978001" y="152741"/>
                  </a:moveTo>
                  <a:lnTo>
                    <a:pt x="973797" y="154012"/>
                  </a:lnTo>
                  <a:lnTo>
                    <a:pt x="973797" y="162420"/>
                  </a:lnTo>
                  <a:lnTo>
                    <a:pt x="978001" y="162420"/>
                  </a:lnTo>
                  <a:lnTo>
                    <a:pt x="978001" y="152741"/>
                  </a:lnTo>
                  <a:close/>
                </a:path>
                <a:path w="2951479" h="431800">
                  <a:moveTo>
                    <a:pt x="1008080" y="130594"/>
                  </a:moveTo>
                  <a:lnTo>
                    <a:pt x="993470" y="130594"/>
                  </a:lnTo>
                  <a:lnTo>
                    <a:pt x="1003858" y="144919"/>
                  </a:lnTo>
                  <a:lnTo>
                    <a:pt x="978001" y="152741"/>
                  </a:lnTo>
                  <a:lnTo>
                    <a:pt x="978001" y="162420"/>
                  </a:lnTo>
                  <a:lnTo>
                    <a:pt x="991895" y="162420"/>
                  </a:lnTo>
                  <a:lnTo>
                    <a:pt x="989368" y="157708"/>
                  </a:lnTo>
                  <a:lnTo>
                    <a:pt x="1002519" y="157708"/>
                  </a:lnTo>
                  <a:lnTo>
                    <a:pt x="1012837" y="149936"/>
                  </a:lnTo>
                  <a:lnTo>
                    <a:pt x="1008080" y="130594"/>
                  </a:lnTo>
                  <a:close/>
                </a:path>
                <a:path w="2951479" h="431800">
                  <a:moveTo>
                    <a:pt x="1000850" y="158965"/>
                  </a:moveTo>
                  <a:lnTo>
                    <a:pt x="996264" y="162420"/>
                  </a:lnTo>
                  <a:lnTo>
                    <a:pt x="1002741" y="162420"/>
                  </a:lnTo>
                  <a:lnTo>
                    <a:pt x="1000850" y="158965"/>
                  </a:lnTo>
                  <a:close/>
                </a:path>
                <a:path w="2951479" h="431800">
                  <a:moveTo>
                    <a:pt x="1002519" y="157708"/>
                  </a:moveTo>
                  <a:lnTo>
                    <a:pt x="1000163" y="157708"/>
                  </a:lnTo>
                  <a:lnTo>
                    <a:pt x="1000850" y="158965"/>
                  </a:lnTo>
                  <a:lnTo>
                    <a:pt x="1002519" y="157708"/>
                  </a:lnTo>
                  <a:close/>
                </a:path>
                <a:path w="2951479" h="431800">
                  <a:moveTo>
                    <a:pt x="1050442" y="130619"/>
                  </a:moveTo>
                  <a:lnTo>
                    <a:pt x="1040714" y="130619"/>
                  </a:lnTo>
                  <a:lnTo>
                    <a:pt x="1040714" y="186880"/>
                  </a:lnTo>
                  <a:lnTo>
                    <a:pt x="1050442" y="186880"/>
                  </a:lnTo>
                  <a:lnTo>
                    <a:pt x="1050442" y="130619"/>
                  </a:lnTo>
                  <a:close/>
                </a:path>
                <a:path w="2951479" h="431800">
                  <a:moveTo>
                    <a:pt x="1070609" y="122224"/>
                  </a:moveTo>
                  <a:lnTo>
                    <a:pt x="1020572" y="122224"/>
                  </a:lnTo>
                  <a:lnTo>
                    <a:pt x="1020572" y="130619"/>
                  </a:lnTo>
                  <a:lnTo>
                    <a:pt x="1070609" y="130619"/>
                  </a:lnTo>
                  <a:lnTo>
                    <a:pt x="1070609" y="122224"/>
                  </a:lnTo>
                  <a:close/>
                </a:path>
                <a:path w="2951479" h="431800">
                  <a:moveTo>
                    <a:pt x="1098575" y="121335"/>
                  </a:moveTo>
                  <a:lnTo>
                    <a:pt x="1081341" y="131813"/>
                  </a:lnTo>
                  <a:lnTo>
                    <a:pt x="1075029" y="161429"/>
                  </a:lnTo>
                  <a:lnTo>
                    <a:pt x="1084795" y="181114"/>
                  </a:lnTo>
                  <a:lnTo>
                    <a:pt x="1109751" y="187769"/>
                  </a:lnTo>
                  <a:lnTo>
                    <a:pt x="1125915" y="177939"/>
                  </a:lnTo>
                  <a:lnTo>
                    <a:pt x="1111186" y="177939"/>
                  </a:lnTo>
                  <a:lnTo>
                    <a:pt x="1091272" y="174205"/>
                  </a:lnTo>
                  <a:lnTo>
                    <a:pt x="1084719" y="149288"/>
                  </a:lnTo>
                  <a:lnTo>
                    <a:pt x="1097114" y="131178"/>
                  </a:lnTo>
                  <a:lnTo>
                    <a:pt x="1125083" y="131178"/>
                  </a:lnTo>
                  <a:lnTo>
                    <a:pt x="1123505" y="128003"/>
                  </a:lnTo>
                  <a:lnTo>
                    <a:pt x="1098575" y="121335"/>
                  </a:lnTo>
                  <a:close/>
                </a:path>
                <a:path w="2951479" h="431800">
                  <a:moveTo>
                    <a:pt x="1125083" y="131178"/>
                  </a:moveTo>
                  <a:lnTo>
                    <a:pt x="1097114" y="131178"/>
                  </a:lnTo>
                  <a:lnTo>
                    <a:pt x="1117053" y="134912"/>
                  </a:lnTo>
                  <a:lnTo>
                    <a:pt x="1123619" y="154558"/>
                  </a:lnTo>
                  <a:lnTo>
                    <a:pt x="1123619" y="159816"/>
                  </a:lnTo>
                  <a:lnTo>
                    <a:pt x="1111186" y="177939"/>
                  </a:lnTo>
                  <a:lnTo>
                    <a:pt x="1125915" y="177939"/>
                  </a:lnTo>
                  <a:lnTo>
                    <a:pt x="1126959" y="177304"/>
                  </a:lnTo>
                  <a:lnTo>
                    <a:pt x="1133271" y="154558"/>
                  </a:lnTo>
                  <a:lnTo>
                    <a:pt x="1133271" y="147650"/>
                  </a:lnTo>
                  <a:lnTo>
                    <a:pt x="1125083" y="131178"/>
                  </a:lnTo>
                  <a:close/>
                </a:path>
                <a:path w="2951479" h="431800">
                  <a:moveTo>
                    <a:pt x="1176566" y="138798"/>
                  </a:moveTo>
                  <a:lnTo>
                    <a:pt x="1163408" y="153428"/>
                  </a:lnTo>
                  <a:lnTo>
                    <a:pt x="1167155" y="179730"/>
                  </a:lnTo>
                  <a:lnTo>
                    <a:pt x="1185075" y="187858"/>
                  </a:lnTo>
                  <a:lnTo>
                    <a:pt x="1189621" y="187858"/>
                  </a:lnTo>
                  <a:lnTo>
                    <a:pt x="1198306" y="179933"/>
                  </a:lnTo>
                  <a:lnTo>
                    <a:pt x="1182141" y="179933"/>
                  </a:lnTo>
                  <a:lnTo>
                    <a:pt x="1172006" y="159727"/>
                  </a:lnTo>
                  <a:lnTo>
                    <a:pt x="1188059" y="145656"/>
                  </a:lnTo>
                  <a:lnTo>
                    <a:pt x="1200952" y="145656"/>
                  </a:lnTo>
                  <a:lnTo>
                    <a:pt x="1200365" y="142963"/>
                  </a:lnTo>
                  <a:lnTo>
                    <a:pt x="1176566" y="138798"/>
                  </a:lnTo>
                  <a:close/>
                </a:path>
                <a:path w="2951479" h="431800">
                  <a:moveTo>
                    <a:pt x="1200952" y="145656"/>
                  </a:moveTo>
                  <a:lnTo>
                    <a:pt x="1188059" y="145656"/>
                  </a:lnTo>
                  <a:lnTo>
                    <a:pt x="1197673" y="156883"/>
                  </a:lnTo>
                  <a:lnTo>
                    <a:pt x="1185223" y="179730"/>
                  </a:lnTo>
                  <a:lnTo>
                    <a:pt x="1185113" y="179933"/>
                  </a:lnTo>
                  <a:lnTo>
                    <a:pt x="1198306" y="179933"/>
                  </a:lnTo>
                  <a:lnTo>
                    <a:pt x="1206741" y="172237"/>
                  </a:lnTo>
                  <a:lnTo>
                    <a:pt x="1200952" y="145656"/>
                  </a:lnTo>
                  <a:close/>
                </a:path>
                <a:path w="2951479" h="431800">
                  <a:moveTo>
                    <a:pt x="1241882" y="120484"/>
                  </a:moveTo>
                  <a:lnTo>
                    <a:pt x="1224699" y="121704"/>
                  </a:lnTo>
                  <a:lnTo>
                    <a:pt x="1219631" y="186880"/>
                  </a:lnTo>
                  <a:lnTo>
                    <a:pt x="1229067" y="186880"/>
                  </a:lnTo>
                  <a:lnTo>
                    <a:pt x="1229067" y="134035"/>
                  </a:lnTo>
                  <a:lnTo>
                    <a:pt x="1241882" y="120484"/>
                  </a:lnTo>
                  <a:close/>
                </a:path>
                <a:path w="2951479" h="431800">
                  <a:moveTo>
                    <a:pt x="1223401" y="138391"/>
                  </a:moveTo>
                  <a:lnTo>
                    <a:pt x="1212113" y="138391"/>
                  </a:lnTo>
                  <a:lnTo>
                    <a:pt x="1212113" y="145961"/>
                  </a:lnTo>
                  <a:lnTo>
                    <a:pt x="1222813" y="145961"/>
                  </a:lnTo>
                  <a:lnTo>
                    <a:pt x="1223401" y="138391"/>
                  </a:lnTo>
                  <a:close/>
                </a:path>
                <a:path w="2951479" h="431800">
                  <a:moveTo>
                    <a:pt x="1239520" y="138391"/>
                  </a:moveTo>
                  <a:lnTo>
                    <a:pt x="1229067" y="138391"/>
                  </a:lnTo>
                  <a:lnTo>
                    <a:pt x="1229067" y="145961"/>
                  </a:lnTo>
                  <a:lnTo>
                    <a:pt x="1239520" y="145961"/>
                  </a:lnTo>
                  <a:lnTo>
                    <a:pt x="1239520" y="138391"/>
                  </a:lnTo>
                  <a:close/>
                </a:path>
                <a:path w="2951479" h="431800">
                  <a:moveTo>
                    <a:pt x="1278297" y="138455"/>
                  </a:moveTo>
                  <a:lnTo>
                    <a:pt x="1269225" y="138455"/>
                  </a:lnTo>
                  <a:lnTo>
                    <a:pt x="1269225" y="186880"/>
                  </a:lnTo>
                  <a:lnTo>
                    <a:pt x="1278661" y="186880"/>
                  </a:lnTo>
                  <a:lnTo>
                    <a:pt x="1278661" y="155524"/>
                  </a:lnTo>
                  <a:lnTo>
                    <a:pt x="1295679" y="146938"/>
                  </a:lnTo>
                  <a:lnTo>
                    <a:pt x="1305825" y="146938"/>
                  </a:lnTo>
                  <a:lnTo>
                    <a:pt x="1305324" y="146278"/>
                  </a:lnTo>
                  <a:lnTo>
                    <a:pt x="1278890" y="146278"/>
                  </a:lnTo>
                  <a:lnTo>
                    <a:pt x="1278297" y="138455"/>
                  </a:lnTo>
                  <a:close/>
                </a:path>
                <a:path w="2951479" h="431800">
                  <a:moveTo>
                    <a:pt x="1305825" y="146938"/>
                  </a:moveTo>
                  <a:lnTo>
                    <a:pt x="1295679" y="146938"/>
                  </a:lnTo>
                  <a:lnTo>
                    <a:pt x="1300264" y="186880"/>
                  </a:lnTo>
                  <a:lnTo>
                    <a:pt x="1309700" y="186880"/>
                  </a:lnTo>
                  <a:lnTo>
                    <a:pt x="1309700" y="152044"/>
                  </a:lnTo>
                  <a:lnTo>
                    <a:pt x="1305825" y="146938"/>
                  </a:lnTo>
                  <a:close/>
                </a:path>
                <a:path w="2951479" h="431800">
                  <a:moveTo>
                    <a:pt x="1299387" y="138455"/>
                  </a:moveTo>
                  <a:lnTo>
                    <a:pt x="1278890" y="146278"/>
                  </a:lnTo>
                  <a:lnTo>
                    <a:pt x="1305324" y="146278"/>
                  </a:lnTo>
                  <a:lnTo>
                    <a:pt x="1299387" y="138455"/>
                  </a:lnTo>
                  <a:close/>
                </a:path>
                <a:path w="2951479" h="431800">
                  <a:moveTo>
                    <a:pt x="1332496" y="138798"/>
                  </a:moveTo>
                  <a:lnTo>
                    <a:pt x="1319339" y="153428"/>
                  </a:lnTo>
                  <a:lnTo>
                    <a:pt x="1323085" y="179730"/>
                  </a:lnTo>
                  <a:lnTo>
                    <a:pt x="1341005" y="187858"/>
                  </a:lnTo>
                  <a:lnTo>
                    <a:pt x="1345552" y="187858"/>
                  </a:lnTo>
                  <a:lnTo>
                    <a:pt x="1354237" y="179933"/>
                  </a:lnTo>
                  <a:lnTo>
                    <a:pt x="1338072" y="179933"/>
                  </a:lnTo>
                  <a:lnTo>
                    <a:pt x="1327937" y="159727"/>
                  </a:lnTo>
                  <a:lnTo>
                    <a:pt x="1343990" y="145656"/>
                  </a:lnTo>
                  <a:lnTo>
                    <a:pt x="1356882" y="145656"/>
                  </a:lnTo>
                  <a:lnTo>
                    <a:pt x="1356296" y="142963"/>
                  </a:lnTo>
                  <a:lnTo>
                    <a:pt x="1332496" y="138798"/>
                  </a:lnTo>
                  <a:close/>
                </a:path>
                <a:path w="2951479" h="431800">
                  <a:moveTo>
                    <a:pt x="1356882" y="145656"/>
                  </a:moveTo>
                  <a:lnTo>
                    <a:pt x="1343990" y="145656"/>
                  </a:lnTo>
                  <a:lnTo>
                    <a:pt x="1353604" y="156883"/>
                  </a:lnTo>
                  <a:lnTo>
                    <a:pt x="1341154" y="179730"/>
                  </a:lnTo>
                  <a:lnTo>
                    <a:pt x="1341043" y="179933"/>
                  </a:lnTo>
                  <a:lnTo>
                    <a:pt x="1354237" y="179933"/>
                  </a:lnTo>
                  <a:lnTo>
                    <a:pt x="1362671" y="172237"/>
                  </a:lnTo>
                  <a:lnTo>
                    <a:pt x="1356882" y="145656"/>
                  </a:lnTo>
                  <a:close/>
                </a:path>
                <a:path w="2951479" h="431800">
                  <a:moveTo>
                    <a:pt x="1381434" y="138455"/>
                  </a:moveTo>
                  <a:lnTo>
                    <a:pt x="1372361" y="138455"/>
                  </a:lnTo>
                  <a:lnTo>
                    <a:pt x="1372361" y="186880"/>
                  </a:lnTo>
                  <a:lnTo>
                    <a:pt x="1381810" y="186880"/>
                  </a:lnTo>
                  <a:lnTo>
                    <a:pt x="1381810" y="155524"/>
                  </a:lnTo>
                  <a:lnTo>
                    <a:pt x="1398828" y="146938"/>
                  </a:lnTo>
                  <a:lnTo>
                    <a:pt x="1408962" y="146938"/>
                  </a:lnTo>
                  <a:lnTo>
                    <a:pt x="1408461" y="146278"/>
                  </a:lnTo>
                  <a:lnTo>
                    <a:pt x="1382026" y="146278"/>
                  </a:lnTo>
                  <a:lnTo>
                    <a:pt x="1381434" y="138455"/>
                  </a:lnTo>
                  <a:close/>
                </a:path>
                <a:path w="2951479" h="431800">
                  <a:moveTo>
                    <a:pt x="1408962" y="146938"/>
                  </a:moveTo>
                  <a:lnTo>
                    <a:pt x="1398828" y="146938"/>
                  </a:lnTo>
                  <a:lnTo>
                    <a:pt x="1403400" y="186880"/>
                  </a:lnTo>
                  <a:lnTo>
                    <a:pt x="1412836" y="186880"/>
                  </a:lnTo>
                  <a:lnTo>
                    <a:pt x="1412836" y="152044"/>
                  </a:lnTo>
                  <a:lnTo>
                    <a:pt x="1408962" y="146938"/>
                  </a:lnTo>
                  <a:close/>
                </a:path>
                <a:path w="2951479" h="431800">
                  <a:moveTo>
                    <a:pt x="1402524" y="138455"/>
                  </a:moveTo>
                  <a:lnTo>
                    <a:pt x="1382026" y="146278"/>
                  </a:lnTo>
                  <a:lnTo>
                    <a:pt x="1408461" y="146278"/>
                  </a:lnTo>
                  <a:lnTo>
                    <a:pt x="1402524" y="138455"/>
                  </a:lnTo>
                  <a:close/>
                </a:path>
                <a:path w="2951479" h="431800">
                  <a:moveTo>
                    <a:pt x="1452295" y="155473"/>
                  </a:moveTo>
                  <a:lnTo>
                    <a:pt x="1423631" y="155473"/>
                  </a:lnTo>
                  <a:lnTo>
                    <a:pt x="1423631" y="163639"/>
                  </a:lnTo>
                  <a:lnTo>
                    <a:pt x="1452295" y="163639"/>
                  </a:lnTo>
                  <a:lnTo>
                    <a:pt x="1452295" y="155473"/>
                  </a:lnTo>
                  <a:close/>
                </a:path>
                <a:path w="2951479" h="431800">
                  <a:moveTo>
                    <a:pt x="1472222" y="138391"/>
                  </a:moveTo>
                  <a:lnTo>
                    <a:pt x="1463090" y="138391"/>
                  </a:lnTo>
                  <a:lnTo>
                    <a:pt x="1463090" y="186880"/>
                  </a:lnTo>
                  <a:lnTo>
                    <a:pt x="1472539" y="186880"/>
                  </a:lnTo>
                  <a:lnTo>
                    <a:pt x="1472539" y="157264"/>
                  </a:lnTo>
                  <a:lnTo>
                    <a:pt x="1482060" y="146088"/>
                  </a:lnTo>
                  <a:lnTo>
                    <a:pt x="1472717" y="146088"/>
                  </a:lnTo>
                  <a:lnTo>
                    <a:pt x="1472222" y="138391"/>
                  </a:lnTo>
                  <a:close/>
                </a:path>
                <a:path w="2951479" h="431800">
                  <a:moveTo>
                    <a:pt x="1489049" y="137883"/>
                  </a:moveTo>
                  <a:lnTo>
                    <a:pt x="1472717" y="146088"/>
                  </a:lnTo>
                  <a:lnTo>
                    <a:pt x="1482060" y="146088"/>
                  </a:lnTo>
                  <a:lnTo>
                    <a:pt x="1489049" y="137883"/>
                  </a:lnTo>
                  <a:close/>
                </a:path>
                <a:path w="2951479" h="431800">
                  <a:moveTo>
                    <a:pt x="1505496" y="138823"/>
                  </a:moveTo>
                  <a:lnTo>
                    <a:pt x="1492453" y="153606"/>
                  </a:lnTo>
                  <a:lnTo>
                    <a:pt x="1496174" y="179844"/>
                  </a:lnTo>
                  <a:lnTo>
                    <a:pt x="1514602" y="187858"/>
                  </a:lnTo>
                  <a:lnTo>
                    <a:pt x="1518132" y="187858"/>
                  </a:lnTo>
                  <a:lnTo>
                    <a:pt x="1528053" y="180060"/>
                  </a:lnTo>
                  <a:lnTo>
                    <a:pt x="1511934" y="180060"/>
                  </a:lnTo>
                  <a:lnTo>
                    <a:pt x="1504208" y="165480"/>
                  </a:lnTo>
                  <a:lnTo>
                    <a:pt x="1496860" y="165480"/>
                  </a:lnTo>
                  <a:lnTo>
                    <a:pt x="1496860" y="158407"/>
                  </a:lnTo>
                  <a:lnTo>
                    <a:pt x="1501466" y="158407"/>
                  </a:lnTo>
                  <a:lnTo>
                    <a:pt x="1509026" y="146202"/>
                  </a:lnTo>
                  <a:lnTo>
                    <a:pt x="1527590" y="146202"/>
                  </a:lnTo>
                  <a:lnTo>
                    <a:pt x="1505496" y="138823"/>
                  </a:lnTo>
                  <a:close/>
                </a:path>
                <a:path w="2951479" h="431800">
                  <a:moveTo>
                    <a:pt x="1525866" y="173151"/>
                  </a:moveTo>
                  <a:lnTo>
                    <a:pt x="1511934" y="180060"/>
                  </a:lnTo>
                  <a:lnTo>
                    <a:pt x="1528053" y="180060"/>
                  </a:lnTo>
                  <a:lnTo>
                    <a:pt x="1534807" y="174751"/>
                  </a:lnTo>
                  <a:lnTo>
                    <a:pt x="1525866" y="173151"/>
                  </a:lnTo>
                  <a:close/>
                </a:path>
                <a:path w="2951479" h="431800">
                  <a:moveTo>
                    <a:pt x="1501466" y="158407"/>
                  </a:moveTo>
                  <a:lnTo>
                    <a:pt x="1496860" y="158407"/>
                  </a:lnTo>
                  <a:lnTo>
                    <a:pt x="1496860" y="165480"/>
                  </a:lnTo>
                  <a:lnTo>
                    <a:pt x="1504208" y="165480"/>
                  </a:lnTo>
                  <a:lnTo>
                    <a:pt x="1500924" y="159283"/>
                  </a:lnTo>
                  <a:lnTo>
                    <a:pt x="1501466" y="158407"/>
                  </a:lnTo>
                  <a:close/>
                </a:path>
                <a:path w="2951479" h="431800">
                  <a:moveTo>
                    <a:pt x="1527590" y="146202"/>
                  </a:moveTo>
                  <a:lnTo>
                    <a:pt x="1509026" y="146202"/>
                  </a:lnTo>
                  <a:lnTo>
                    <a:pt x="1526158" y="158407"/>
                  </a:lnTo>
                  <a:lnTo>
                    <a:pt x="1501466" y="158407"/>
                  </a:lnTo>
                  <a:lnTo>
                    <a:pt x="1500924" y="159283"/>
                  </a:lnTo>
                  <a:lnTo>
                    <a:pt x="1504208" y="165480"/>
                  </a:lnTo>
                  <a:lnTo>
                    <a:pt x="1535404" y="165480"/>
                  </a:lnTo>
                  <a:lnTo>
                    <a:pt x="1532458" y="147827"/>
                  </a:lnTo>
                  <a:lnTo>
                    <a:pt x="1527590" y="146202"/>
                  </a:lnTo>
                  <a:close/>
                </a:path>
                <a:path w="2951479" h="431800">
                  <a:moveTo>
                    <a:pt x="1569542" y="120484"/>
                  </a:moveTo>
                  <a:lnTo>
                    <a:pt x="1552359" y="121704"/>
                  </a:lnTo>
                  <a:lnTo>
                    <a:pt x="1547291" y="186880"/>
                  </a:lnTo>
                  <a:lnTo>
                    <a:pt x="1556727" y="186880"/>
                  </a:lnTo>
                  <a:lnTo>
                    <a:pt x="1556727" y="134035"/>
                  </a:lnTo>
                  <a:lnTo>
                    <a:pt x="1569542" y="120484"/>
                  </a:lnTo>
                  <a:close/>
                </a:path>
                <a:path w="2951479" h="431800">
                  <a:moveTo>
                    <a:pt x="1551061" y="138391"/>
                  </a:moveTo>
                  <a:lnTo>
                    <a:pt x="1539773" y="138391"/>
                  </a:lnTo>
                  <a:lnTo>
                    <a:pt x="1539773" y="145961"/>
                  </a:lnTo>
                  <a:lnTo>
                    <a:pt x="1550473" y="145961"/>
                  </a:lnTo>
                  <a:lnTo>
                    <a:pt x="1551061" y="138391"/>
                  </a:lnTo>
                  <a:close/>
                </a:path>
                <a:path w="2951479" h="431800">
                  <a:moveTo>
                    <a:pt x="1567179" y="138391"/>
                  </a:moveTo>
                  <a:lnTo>
                    <a:pt x="1556727" y="138391"/>
                  </a:lnTo>
                  <a:lnTo>
                    <a:pt x="1556727" y="145961"/>
                  </a:lnTo>
                  <a:lnTo>
                    <a:pt x="1567179" y="145961"/>
                  </a:lnTo>
                  <a:lnTo>
                    <a:pt x="1567179" y="138391"/>
                  </a:lnTo>
                  <a:close/>
                </a:path>
                <a:path w="2951479" h="431800">
                  <a:moveTo>
                    <a:pt x="1584578" y="138391"/>
                  </a:moveTo>
                  <a:lnTo>
                    <a:pt x="1575142" y="138391"/>
                  </a:lnTo>
                  <a:lnTo>
                    <a:pt x="1575643" y="166776"/>
                  </a:lnTo>
                  <a:lnTo>
                    <a:pt x="1575691" y="169532"/>
                  </a:lnTo>
                  <a:lnTo>
                    <a:pt x="1575816" y="176593"/>
                  </a:lnTo>
                  <a:lnTo>
                    <a:pt x="1594688" y="187515"/>
                  </a:lnTo>
                  <a:lnTo>
                    <a:pt x="1605533" y="178485"/>
                  </a:lnTo>
                  <a:lnTo>
                    <a:pt x="1615325" y="178485"/>
                  </a:lnTo>
                  <a:lnTo>
                    <a:pt x="1615325" y="177952"/>
                  </a:lnTo>
                  <a:lnTo>
                    <a:pt x="1589151" y="177952"/>
                  </a:lnTo>
                  <a:lnTo>
                    <a:pt x="1584578" y="138391"/>
                  </a:lnTo>
                  <a:close/>
                </a:path>
                <a:path w="2951479" h="431800">
                  <a:moveTo>
                    <a:pt x="1615325" y="178485"/>
                  </a:moveTo>
                  <a:lnTo>
                    <a:pt x="1605533" y="178485"/>
                  </a:lnTo>
                  <a:lnTo>
                    <a:pt x="1606042" y="186880"/>
                  </a:lnTo>
                  <a:lnTo>
                    <a:pt x="1615325" y="186880"/>
                  </a:lnTo>
                  <a:lnTo>
                    <a:pt x="1615325" y="178485"/>
                  </a:lnTo>
                  <a:close/>
                </a:path>
                <a:path w="2951479" h="431800">
                  <a:moveTo>
                    <a:pt x="1615325" y="138391"/>
                  </a:moveTo>
                  <a:lnTo>
                    <a:pt x="1605851" y="138391"/>
                  </a:lnTo>
                  <a:lnTo>
                    <a:pt x="1605876" y="169532"/>
                  </a:lnTo>
                  <a:lnTo>
                    <a:pt x="1589151" y="177952"/>
                  </a:lnTo>
                  <a:lnTo>
                    <a:pt x="1615325" y="177952"/>
                  </a:lnTo>
                  <a:lnTo>
                    <a:pt x="1615325" y="138391"/>
                  </a:lnTo>
                  <a:close/>
                </a:path>
                <a:path w="2951479" h="431800">
                  <a:moveTo>
                    <a:pt x="1653590" y="138899"/>
                  </a:moveTo>
                  <a:lnTo>
                    <a:pt x="1631708" y="140792"/>
                  </a:lnTo>
                  <a:lnTo>
                    <a:pt x="1626577" y="158419"/>
                  </a:lnTo>
                  <a:lnTo>
                    <a:pt x="1649285" y="167932"/>
                  </a:lnTo>
                  <a:lnTo>
                    <a:pt x="1633207" y="173050"/>
                  </a:lnTo>
                  <a:lnTo>
                    <a:pt x="1624088" y="174447"/>
                  </a:lnTo>
                  <a:lnTo>
                    <a:pt x="1624863" y="178739"/>
                  </a:lnTo>
                  <a:lnTo>
                    <a:pt x="1633829" y="186702"/>
                  </a:lnTo>
                  <a:lnTo>
                    <a:pt x="1656994" y="184645"/>
                  </a:lnTo>
                  <a:lnTo>
                    <a:pt x="1662417" y="166649"/>
                  </a:lnTo>
                  <a:lnTo>
                    <a:pt x="1639874" y="157327"/>
                  </a:lnTo>
                  <a:lnTo>
                    <a:pt x="1662569" y="150228"/>
                  </a:lnTo>
                  <a:lnTo>
                    <a:pt x="1653590" y="138899"/>
                  </a:lnTo>
                  <a:close/>
                </a:path>
                <a:path w="2951479" h="431800">
                  <a:moveTo>
                    <a:pt x="1683905" y="138823"/>
                  </a:moveTo>
                  <a:lnTo>
                    <a:pt x="1670862" y="153606"/>
                  </a:lnTo>
                  <a:lnTo>
                    <a:pt x="1674583" y="179844"/>
                  </a:lnTo>
                  <a:lnTo>
                    <a:pt x="1693011" y="187858"/>
                  </a:lnTo>
                  <a:lnTo>
                    <a:pt x="1696554" y="187858"/>
                  </a:lnTo>
                  <a:lnTo>
                    <a:pt x="1706468" y="180060"/>
                  </a:lnTo>
                  <a:lnTo>
                    <a:pt x="1690344" y="180060"/>
                  </a:lnTo>
                  <a:lnTo>
                    <a:pt x="1682627" y="165480"/>
                  </a:lnTo>
                  <a:lnTo>
                    <a:pt x="1675269" y="165480"/>
                  </a:lnTo>
                  <a:lnTo>
                    <a:pt x="1675269" y="158407"/>
                  </a:lnTo>
                  <a:lnTo>
                    <a:pt x="1679889" y="158407"/>
                  </a:lnTo>
                  <a:lnTo>
                    <a:pt x="1687449" y="146202"/>
                  </a:lnTo>
                  <a:lnTo>
                    <a:pt x="1706000" y="146202"/>
                  </a:lnTo>
                  <a:lnTo>
                    <a:pt x="1683905" y="138823"/>
                  </a:lnTo>
                  <a:close/>
                </a:path>
                <a:path w="2951479" h="431800">
                  <a:moveTo>
                    <a:pt x="1704289" y="173151"/>
                  </a:moveTo>
                  <a:lnTo>
                    <a:pt x="1690344" y="180060"/>
                  </a:lnTo>
                  <a:lnTo>
                    <a:pt x="1706468" y="180060"/>
                  </a:lnTo>
                  <a:lnTo>
                    <a:pt x="1713217" y="174751"/>
                  </a:lnTo>
                  <a:lnTo>
                    <a:pt x="1704289" y="173151"/>
                  </a:lnTo>
                  <a:close/>
                </a:path>
                <a:path w="2951479" h="431800">
                  <a:moveTo>
                    <a:pt x="1679889" y="158407"/>
                  </a:moveTo>
                  <a:lnTo>
                    <a:pt x="1675269" y="158407"/>
                  </a:lnTo>
                  <a:lnTo>
                    <a:pt x="1675269" y="165480"/>
                  </a:lnTo>
                  <a:lnTo>
                    <a:pt x="1682627" y="165480"/>
                  </a:lnTo>
                  <a:lnTo>
                    <a:pt x="1679346" y="159283"/>
                  </a:lnTo>
                  <a:lnTo>
                    <a:pt x="1679889" y="158407"/>
                  </a:lnTo>
                  <a:close/>
                </a:path>
                <a:path w="2951479" h="431800">
                  <a:moveTo>
                    <a:pt x="1706000" y="146202"/>
                  </a:moveTo>
                  <a:lnTo>
                    <a:pt x="1687449" y="146202"/>
                  </a:lnTo>
                  <a:lnTo>
                    <a:pt x="1704568" y="158407"/>
                  </a:lnTo>
                  <a:lnTo>
                    <a:pt x="1679889" y="158407"/>
                  </a:lnTo>
                  <a:lnTo>
                    <a:pt x="1679346" y="159283"/>
                  </a:lnTo>
                  <a:lnTo>
                    <a:pt x="1682627" y="165480"/>
                  </a:lnTo>
                  <a:lnTo>
                    <a:pt x="1713814" y="165480"/>
                  </a:lnTo>
                  <a:lnTo>
                    <a:pt x="1710867" y="147827"/>
                  </a:lnTo>
                  <a:lnTo>
                    <a:pt x="1706000" y="146202"/>
                  </a:lnTo>
                  <a:close/>
                </a:path>
                <a:path w="2951479" h="431800">
                  <a:moveTo>
                    <a:pt x="1731632" y="138391"/>
                  </a:moveTo>
                  <a:lnTo>
                    <a:pt x="1722513" y="138391"/>
                  </a:lnTo>
                  <a:lnTo>
                    <a:pt x="1722513" y="186880"/>
                  </a:lnTo>
                  <a:lnTo>
                    <a:pt x="1731949" y="186880"/>
                  </a:lnTo>
                  <a:lnTo>
                    <a:pt x="1731949" y="157264"/>
                  </a:lnTo>
                  <a:lnTo>
                    <a:pt x="1741470" y="146088"/>
                  </a:lnTo>
                  <a:lnTo>
                    <a:pt x="1732140" y="146088"/>
                  </a:lnTo>
                  <a:lnTo>
                    <a:pt x="1731632" y="138391"/>
                  </a:lnTo>
                  <a:close/>
                </a:path>
                <a:path w="2951479" h="431800">
                  <a:moveTo>
                    <a:pt x="1748459" y="137883"/>
                  </a:moveTo>
                  <a:lnTo>
                    <a:pt x="1732140" y="146088"/>
                  </a:lnTo>
                  <a:lnTo>
                    <a:pt x="1741470" y="146088"/>
                  </a:lnTo>
                  <a:lnTo>
                    <a:pt x="1748459" y="137883"/>
                  </a:lnTo>
                  <a:close/>
                </a:path>
                <a:path w="2951479" h="431800">
                  <a:moveTo>
                    <a:pt x="1798777" y="121335"/>
                  </a:moveTo>
                  <a:lnTo>
                    <a:pt x="1781594" y="131813"/>
                  </a:lnTo>
                  <a:lnTo>
                    <a:pt x="1775282" y="161429"/>
                  </a:lnTo>
                  <a:lnTo>
                    <a:pt x="1785010" y="181114"/>
                  </a:lnTo>
                  <a:lnTo>
                    <a:pt x="1807908" y="187769"/>
                  </a:lnTo>
                  <a:lnTo>
                    <a:pt x="1825272" y="171500"/>
                  </a:lnTo>
                  <a:lnTo>
                    <a:pt x="1789201" y="171500"/>
                  </a:lnTo>
                  <a:lnTo>
                    <a:pt x="1789201" y="137667"/>
                  </a:lnTo>
                  <a:lnTo>
                    <a:pt x="1804441" y="130238"/>
                  </a:lnTo>
                  <a:lnTo>
                    <a:pt x="1816567" y="130238"/>
                  </a:lnTo>
                  <a:lnTo>
                    <a:pt x="1798777" y="121335"/>
                  </a:lnTo>
                  <a:close/>
                </a:path>
                <a:path w="2951479" h="431800">
                  <a:moveTo>
                    <a:pt x="1831060" y="166077"/>
                  </a:moveTo>
                  <a:lnTo>
                    <a:pt x="1821198" y="166077"/>
                  </a:lnTo>
                  <a:lnTo>
                    <a:pt x="1820811" y="168109"/>
                  </a:lnTo>
                  <a:lnTo>
                    <a:pt x="1789201" y="171500"/>
                  </a:lnTo>
                  <a:lnTo>
                    <a:pt x="1825272" y="171500"/>
                  </a:lnTo>
                  <a:lnTo>
                    <a:pt x="1831060" y="166077"/>
                  </a:lnTo>
                  <a:close/>
                </a:path>
                <a:path w="2951479" h="431800">
                  <a:moveTo>
                    <a:pt x="1816567" y="130238"/>
                  </a:moveTo>
                  <a:lnTo>
                    <a:pt x="1804441" y="130238"/>
                  </a:lnTo>
                  <a:lnTo>
                    <a:pt x="1821205" y="143255"/>
                  </a:lnTo>
                  <a:lnTo>
                    <a:pt x="1831060" y="143255"/>
                  </a:lnTo>
                  <a:lnTo>
                    <a:pt x="1829460" y="136690"/>
                  </a:lnTo>
                  <a:lnTo>
                    <a:pt x="1816567" y="130238"/>
                  </a:lnTo>
                  <a:close/>
                </a:path>
                <a:path w="2951479" h="431800">
                  <a:moveTo>
                    <a:pt x="1862416" y="121335"/>
                  </a:moveTo>
                  <a:lnTo>
                    <a:pt x="1845182" y="131813"/>
                  </a:lnTo>
                  <a:lnTo>
                    <a:pt x="1838871" y="161429"/>
                  </a:lnTo>
                  <a:lnTo>
                    <a:pt x="1848637" y="181114"/>
                  </a:lnTo>
                  <a:lnTo>
                    <a:pt x="1873592" y="187769"/>
                  </a:lnTo>
                  <a:lnTo>
                    <a:pt x="1889757" y="177939"/>
                  </a:lnTo>
                  <a:lnTo>
                    <a:pt x="1875027" y="177939"/>
                  </a:lnTo>
                  <a:lnTo>
                    <a:pt x="1855114" y="174205"/>
                  </a:lnTo>
                  <a:lnTo>
                    <a:pt x="1848561" y="149288"/>
                  </a:lnTo>
                  <a:lnTo>
                    <a:pt x="1860956" y="131178"/>
                  </a:lnTo>
                  <a:lnTo>
                    <a:pt x="1888925" y="131178"/>
                  </a:lnTo>
                  <a:lnTo>
                    <a:pt x="1887347" y="128003"/>
                  </a:lnTo>
                  <a:lnTo>
                    <a:pt x="1862416" y="121335"/>
                  </a:lnTo>
                  <a:close/>
                </a:path>
                <a:path w="2951479" h="431800">
                  <a:moveTo>
                    <a:pt x="1888925" y="131178"/>
                  </a:moveTo>
                  <a:lnTo>
                    <a:pt x="1860956" y="131178"/>
                  </a:lnTo>
                  <a:lnTo>
                    <a:pt x="1880895" y="134912"/>
                  </a:lnTo>
                  <a:lnTo>
                    <a:pt x="1887461" y="154558"/>
                  </a:lnTo>
                  <a:lnTo>
                    <a:pt x="1887461" y="159816"/>
                  </a:lnTo>
                  <a:lnTo>
                    <a:pt x="1875027" y="177939"/>
                  </a:lnTo>
                  <a:lnTo>
                    <a:pt x="1889757" y="177939"/>
                  </a:lnTo>
                  <a:lnTo>
                    <a:pt x="1890801" y="177304"/>
                  </a:lnTo>
                  <a:lnTo>
                    <a:pt x="1897113" y="154558"/>
                  </a:lnTo>
                  <a:lnTo>
                    <a:pt x="1897113" y="147650"/>
                  </a:lnTo>
                  <a:lnTo>
                    <a:pt x="1888925" y="131178"/>
                  </a:lnTo>
                  <a:close/>
                </a:path>
                <a:path w="2951479" h="431800">
                  <a:moveTo>
                    <a:pt x="1907501" y="122224"/>
                  </a:moveTo>
                  <a:lnTo>
                    <a:pt x="1907501" y="186880"/>
                  </a:lnTo>
                  <a:lnTo>
                    <a:pt x="1928431" y="186880"/>
                  </a:lnTo>
                  <a:lnTo>
                    <a:pt x="1949856" y="180390"/>
                  </a:lnTo>
                  <a:lnTo>
                    <a:pt x="1950880" y="178358"/>
                  </a:lnTo>
                  <a:lnTo>
                    <a:pt x="1917255" y="178358"/>
                  </a:lnTo>
                  <a:lnTo>
                    <a:pt x="1917255" y="130746"/>
                  </a:lnTo>
                  <a:lnTo>
                    <a:pt x="1951139" y="130746"/>
                  </a:lnTo>
                  <a:lnTo>
                    <a:pt x="1940864" y="123520"/>
                  </a:lnTo>
                  <a:lnTo>
                    <a:pt x="1907501" y="122224"/>
                  </a:lnTo>
                  <a:close/>
                </a:path>
                <a:path w="2951479" h="431800">
                  <a:moveTo>
                    <a:pt x="1951139" y="130746"/>
                  </a:moveTo>
                  <a:lnTo>
                    <a:pt x="1917255" y="130746"/>
                  </a:lnTo>
                  <a:lnTo>
                    <a:pt x="1937156" y="131660"/>
                  </a:lnTo>
                  <a:lnTo>
                    <a:pt x="1949119" y="145084"/>
                  </a:lnTo>
                  <a:lnTo>
                    <a:pt x="1943442" y="173710"/>
                  </a:lnTo>
                  <a:lnTo>
                    <a:pt x="1917255" y="178358"/>
                  </a:lnTo>
                  <a:lnTo>
                    <a:pt x="1950880" y="178358"/>
                  </a:lnTo>
                  <a:lnTo>
                    <a:pt x="1959533" y="161188"/>
                  </a:lnTo>
                  <a:lnTo>
                    <a:pt x="1953450" y="132372"/>
                  </a:lnTo>
                  <a:lnTo>
                    <a:pt x="1951139" y="130746"/>
                  </a:lnTo>
                  <a:close/>
                </a:path>
                <a:path w="2951479" h="431800">
                  <a:moveTo>
                    <a:pt x="2002790" y="138798"/>
                  </a:moveTo>
                  <a:lnTo>
                    <a:pt x="1989632" y="153428"/>
                  </a:lnTo>
                  <a:lnTo>
                    <a:pt x="1993379" y="179730"/>
                  </a:lnTo>
                  <a:lnTo>
                    <a:pt x="2011299" y="187858"/>
                  </a:lnTo>
                  <a:lnTo>
                    <a:pt x="2015845" y="187858"/>
                  </a:lnTo>
                  <a:lnTo>
                    <a:pt x="2024530" y="179933"/>
                  </a:lnTo>
                  <a:lnTo>
                    <a:pt x="2008365" y="179933"/>
                  </a:lnTo>
                  <a:lnTo>
                    <a:pt x="1998230" y="159727"/>
                  </a:lnTo>
                  <a:lnTo>
                    <a:pt x="2014270" y="145656"/>
                  </a:lnTo>
                  <a:lnTo>
                    <a:pt x="2027176" y="145656"/>
                  </a:lnTo>
                  <a:lnTo>
                    <a:pt x="2026589" y="142963"/>
                  </a:lnTo>
                  <a:lnTo>
                    <a:pt x="2002790" y="138798"/>
                  </a:lnTo>
                  <a:close/>
                </a:path>
                <a:path w="2951479" h="431800">
                  <a:moveTo>
                    <a:pt x="2027176" y="145656"/>
                  </a:moveTo>
                  <a:lnTo>
                    <a:pt x="2014270" y="145656"/>
                  </a:lnTo>
                  <a:lnTo>
                    <a:pt x="2023897" y="156883"/>
                  </a:lnTo>
                  <a:lnTo>
                    <a:pt x="2011435" y="179730"/>
                  </a:lnTo>
                  <a:lnTo>
                    <a:pt x="2011324" y="179933"/>
                  </a:lnTo>
                  <a:lnTo>
                    <a:pt x="2024530" y="179933"/>
                  </a:lnTo>
                  <a:lnTo>
                    <a:pt x="2032965" y="172237"/>
                  </a:lnTo>
                  <a:lnTo>
                    <a:pt x="2027176" y="145656"/>
                  </a:lnTo>
                  <a:close/>
                </a:path>
                <a:path w="2951479" h="431800">
                  <a:moveTo>
                    <a:pt x="2051786" y="138391"/>
                  </a:moveTo>
                  <a:lnTo>
                    <a:pt x="2042655" y="138391"/>
                  </a:lnTo>
                  <a:lnTo>
                    <a:pt x="2042655" y="186880"/>
                  </a:lnTo>
                  <a:lnTo>
                    <a:pt x="2052104" y="186880"/>
                  </a:lnTo>
                  <a:lnTo>
                    <a:pt x="2052104" y="157264"/>
                  </a:lnTo>
                  <a:lnTo>
                    <a:pt x="2061624" y="146088"/>
                  </a:lnTo>
                  <a:lnTo>
                    <a:pt x="2052294" y="146088"/>
                  </a:lnTo>
                  <a:lnTo>
                    <a:pt x="2051786" y="138391"/>
                  </a:lnTo>
                  <a:close/>
                </a:path>
                <a:path w="2951479" h="431800">
                  <a:moveTo>
                    <a:pt x="2068614" y="137883"/>
                  </a:moveTo>
                  <a:lnTo>
                    <a:pt x="2052294" y="146088"/>
                  </a:lnTo>
                  <a:lnTo>
                    <a:pt x="2061624" y="146088"/>
                  </a:lnTo>
                  <a:lnTo>
                    <a:pt x="2068614" y="137883"/>
                  </a:lnTo>
                  <a:close/>
                </a:path>
                <a:path w="2951479" h="431800">
                  <a:moveTo>
                    <a:pt x="2087587" y="137756"/>
                  </a:moveTo>
                  <a:lnTo>
                    <a:pt x="2072017" y="153009"/>
                  </a:lnTo>
                  <a:lnTo>
                    <a:pt x="2075465" y="179781"/>
                  </a:lnTo>
                  <a:lnTo>
                    <a:pt x="2075484" y="179933"/>
                  </a:lnTo>
                  <a:lnTo>
                    <a:pt x="2091423" y="187832"/>
                  </a:lnTo>
                  <a:lnTo>
                    <a:pt x="2106218" y="186880"/>
                  </a:lnTo>
                  <a:lnTo>
                    <a:pt x="2115438" y="186880"/>
                  </a:lnTo>
                  <a:lnTo>
                    <a:pt x="2115438" y="179781"/>
                  </a:lnTo>
                  <a:lnTo>
                    <a:pt x="2090699" y="179781"/>
                  </a:lnTo>
                  <a:lnTo>
                    <a:pt x="2080679" y="159435"/>
                  </a:lnTo>
                  <a:lnTo>
                    <a:pt x="2096261" y="145770"/>
                  </a:lnTo>
                  <a:lnTo>
                    <a:pt x="2104956" y="145770"/>
                  </a:lnTo>
                  <a:lnTo>
                    <a:pt x="2087587" y="137756"/>
                  </a:lnTo>
                  <a:close/>
                </a:path>
                <a:path w="2951479" h="431800">
                  <a:moveTo>
                    <a:pt x="2104956" y="145770"/>
                  </a:moveTo>
                  <a:lnTo>
                    <a:pt x="2096261" y="145770"/>
                  </a:lnTo>
                  <a:lnTo>
                    <a:pt x="2106155" y="166039"/>
                  </a:lnTo>
                  <a:lnTo>
                    <a:pt x="2093506" y="179781"/>
                  </a:lnTo>
                  <a:lnTo>
                    <a:pt x="2115438" y="179781"/>
                  </a:lnTo>
                  <a:lnTo>
                    <a:pt x="2115438" y="146253"/>
                  </a:lnTo>
                  <a:lnTo>
                    <a:pt x="2106002" y="146253"/>
                  </a:lnTo>
                  <a:lnTo>
                    <a:pt x="2104956" y="145770"/>
                  </a:lnTo>
                  <a:close/>
                </a:path>
                <a:path w="2951479" h="431800">
                  <a:moveTo>
                    <a:pt x="2115438" y="122224"/>
                  </a:moveTo>
                  <a:lnTo>
                    <a:pt x="2106002" y="122224"/>
                  </a:lnTo>
                  <a:lnTo>
                    <a:pt x="2106002" y="146253"/>
                  </a:lnTo>
                  <a:lnTo>
                    <a:pt x="2115438" y="146253"/>
                  </a:lnTo>
                  <a:lnTo>
                    <a:pt x="2115438" y="122224"/>
                  </a:lnTo>
                  <a:close/>
                </a:path>
                <a:path w="2951479" h="431800">
                  <a:moveTo>
                    <a:pt x="2138933" y="138823"/>
                  </a:moveTo>
                  <a:lnTo>
                    <a:pt x="2125878" y="153606"/>
                  </a:lnTo>
                  <a:lnTo>
                    <a:pt x="2129612" y="179844"/>
                  </a:lnTo>
                  <a:lnTo>
                    <a:pt x="2148039" y="187858"/>
                  </a:lnTo>
                  <a:lnTo>
                    <a:pt x="2151570" y="187858"/>
                  </a:lnTo>
                  <a:lnTo>
                    <a:pt x="2161491" y="180060"/>
                  </a:lnTo>
                  <a:lnTo>
                    <a:pt x="2145372" y="180060"/>
                  </a:lnTo>
                  <a:lnTo>
                    <a:pt x="2137646" y="165480"/>
                  </a:lnTo>
                  <a:lnTo>
                    <a:pt x="2130298" y="165480"/>
                  </a:lnTo>
                  <a:lnTo>
                    <a:pt x="2130298" y="158407"/>
                  </a:lnTo>
                  <a:lnTo>
                    <a:pt x="2134904" y="158407"/>
                  </a:lnTo>
                  <a:lnTo>
                    <a:pt x="2142464" y="146202"/>
                  </a:lnTo>
                  <a:lnTo>
                    <a:pt x="2161028" y="146202"/>
                  </a:lnTo>
                  <a:lnTo>
                    <a:pt x="2138933" y="138823"/>
                  </a:lnTo>
                  <a:close/>
                </a:path>
                <a:path w="2951479" h="431800">
                  <a:moveTo>
                    <a:pt x="2159304" y="173151"/>
                  </a:moveTo>
                  <a:lnTo>
                    <a:pt x="2145372" y="180060"/>
                  </a:lnTo>
                  <a:lnTo>
                    <a:pt x="2161491" y="180060"/>
                  </a:lnTo>
                  <a:lnTo>
                    <a:pt x="2168245" y="174751"/>
                  </a:lnTo>
                  <a:lnTo>
                    <a:pt x="2159304" y="173151"/>
                  </a:lnTo>
                  <a:close/>
                </a:path>
                <a:path w="2951479" h="431800">
                  <a:moveTo>
                    <a:pt x="2134904" y="158407"/>
                  </a:moveTo>
                  <a:lnTo>
                    <a:pt x="2130298" y="158407"/>
                  </a:lnTo>
                  <a:lnTo>
                    <a:pt x="2130298" y="165480"/>
                  </a:lnTo>
                  <a:lnTo>
                    <a:pt x="2137646" y="165480"/>
                  </a:lnTo>
                  <a:lnTo>
                    <a:pt x="2134361" y="159283"/>
                  </a:lnTo>
                  <a:lnTo>
                    <a:pt x="2134904" y="158407"/>
                  </a:lnTo>
                  <a:close/>
                </a:path>
                <a:path w="2951479" h="431800">
                  <a:moveTo>
                    <a:pt x="2161028" y="146202"/>
                  </a:moveTo>
                  <a:lnTo>
                    <a:pt x="2142464" y="146202"/>
                  </a:lnTo>
                  <a:lnTo>
                    <a:pt x="2159584" y="158407"/>
                  </a:lnTo>
                  <a:lnTo>
                    <a:pt x="2134904" y="158407"/>
                  </a:lnTo>
                  <a:lnTo>
                    <a:pt x="2134361" y="159283"/>
                  </a:lnTo>
                  <a:lnTo>
                    <a:pt x="2137646" y="165480"/>
                  </a:lnTo>
                  <a:lnTo>
                    <a:pt x="2168842" y="165480"/>
                  </a:lnTo>
                  <a:lnTo>
                    <a:pt x="2165896" y="147827"/>
                  </a:lnTo>
                  <a:lnTo>
                    <a:pt x="2161028" y="146202"/>
                  </a:lnTo>
                  <a:close/>
                </a:path>
                <a:path w="2951479" h="431800">
                  <a:moveTo>
                    <a:pt x="2186660" y="138391"/>
                  </a:moveTo>
                  <a:lnTo>
                    <a:pt x="2177529" y="138391"/>
                  </a:lnTo>
                  <a:lnTo>
                    <a:pt x="2177529" y="186880"/>
                  </a:lnTo>
                  <a:lnTo>
                    <a:pt x="2186978" y="186880"/>
                  </a:lnTo>
                  <a:lnTo>
                    <a:pt x="2186978" y="157264"/>
                  </a:lnTo>
                  <a:lnTo>
                    <a:pt x="2196498" y="146088"/>
                  </a:lnTo>
                  <a:lnTo>
                    <a:pt x="2187168" y="146088"/>
                  </a:lnTo>
                  <a:lnTo>
                    <a:pt x="2186660" y="138391"/>
                  </a:lnTo>
                  <a:close/>
                </a:path>
                <a:path w="2951479" h="431800">
                  <a:moveTo>
                    <a:pt x="2203488" y="137883"/>
                  </a:moveTo>
                  <a:lnTo>
                    <a:pt x="2187168" y="146088"/>
                  </a:lnTo>
                  <a:lnTo>
                    <a:pt x="2196498" y="146088"/>
                  </a:lnTo>
                  <a:lnTo>
                    <a:pt x="2203488" y="137883"/>
                  </a:lnTo>
                  <a:close/>
                </a:path>
                <a:path w="2951479" h="431800">
                  <a:moveTo>
                    <a:pt x="2237231" y="138899"/>
                  </a:moveTo>
                  <a:lnTo>
                    <a:pt x="2215362" y="140792"/>
                  </a:lnTo>
                  <a:lnTo>
                    <a:pt x="2210219" y="158419"/>
                  </a:lnTo>
                  <a:lnTo>
                    <a:pt x="2232926" y="167932"/>
                  </a:lnTo>
                  <a:lnTo>
                    <a:pt x="2216848" y="173050"/>
                  </a:lnTo>
                  <a:lnTo>
                    <a:pt x="2207729" y="174447"/>
                  </a:lnTo>
                  <a:lnTo>
                    <a:pt x="2208504" y="178739"/>
                  </a:lnTo>
                  <a:lnTo>
                    <a:pt x="2217470" y="186702"/>
                  </a:lnTo>
                  <a:lnTo>
                    <a:pt x="2240648" y="184645"/>
                  </a:lnTo>
                  <a:lnTo>
                    <a:pt x="2246071" y="166649"/>
                  </a:lnTo>
                  <a:lnTo>
                    <a:pt x="2223528" y="157327"/>
                  </a:lnTo>
                  <a:lnTo>
                    <a:pt x="2246210" y="150228"/>
                  </a:lnTo>
                  <a:lnTo>
                    <a:pt x="2237231" y="138899"/>
                  </a:lnTo>
                  <a:close/>
                </a:path>
                <a:path w="2951479" h="431800">
                  <a:moveTo>
                    <a:pt x="2301151" y="114299"/>
                  </a:moveTo>
                  <a:lnTo>
                    <a:pt x="2292502" y="114299"/>
                  </a:lnTo>
                  <a:lnTo>
                    <a:pt x="2288501" y="119926"/>
                  </a:lnTo>
                  <a:lnTo>
                    <a:pt x="2280259" y="154558"/>
                  </a:lnTo>
                  <a:lnTo>
                    <a:pt x="2280259" y="162483"/>
                  </a:lnTo>
                  <a:lnTo>
                    <a:pt x="2292502" y="194830"/>
                  </a:lnTo>
                  <a:lnTo>
                    <a:pt x="2301151" y="194830"/>
                  </a:lnTo>
                  <a:lnTo>
                    <a:pt x="2293848" y="179666"/>
                  </a:lnTo>
                  <a:lnTo>
                    <a:pt x="2301151" y="114299"/>
                  </a:lnTo>
                  <a:close/>
                </a:path>
                <a:path w="2951479" h="431800">
                  <a:moveTo>
                    <a:pt x="2333726" y="132016"/>
                  </a:moveTo>
                  <a:lnTo>
                    <a:pt x="2323566" y="132016"/>
                  </a:lnTo>
                  <a:lnTo>
                    <a:pt x="2323947" y="186880"/>
                  </a:lnTo>
                  <a:lnTo>
                    <a:pt x="2333726" y="186880"/>
                  </a:lnTo>
                  <a:lnTo>
                    <a:pt x="2333726" y="132016"/>
                  </a:lnTo>
                  <a:close/>
                </a:path>
                <a:path w="2951479" h="431800">
                  <a:moveTo>
                    <a:pt x="2333726" y="122224"/>
                  </a:moveTo>
                  <a:lnTo>
                    <a:pt x="2324227" y="122224"/>
                  </a:lnTo>
                  <a:lnTo>
                    <a:pt x="2308098" y="132765"/>
                  </a:lnTo>
                  <a:lnTo>
                    <a:pt x="2308098" y="142112"/>
                  </a:lnTo>
                  <a:lnTo>
                    <a:pt x="2323566" y="132016"/>
                  </a:lnTo>
                  <a:lnTo>
                    <a:pt x="2333726" y="132016"/>
                  </a:lnTo>
                  <a:lnTo>
                    <a:pt x="2333726" y="122224"/>
                  </a:lnTo>
                  <a:close/>
                </a:path>
                <a:path w="2951479" h="431800">
                  <a:moveTo>
                    <a:pt x="2357539" y="125082"/>
                  </a:moveTo>
                  <a:lnTo>
                    <a:pt x="2350655" y="142049"/>
                  </a:lnTo>
                  <a:lnTo>
                    <a:pt x="2361285" y="152971"/>
                  </a:lnTo>
                  <a:lnTo>
                    <a:pt x="2358847" y="153771"/>
                  </a:lnTo>
                  <a:lnTo>
                    <a:pt x="2349220" y="176250"/>
                  </a:lnTo>
                  <a:lnTo>
                    <a:pt x="2371293" y="187769"/>
                  </a:lnTo>
                  <a:lnTo>
                    <a:pt x="2386660" y="183870"/>
                  </a:lnTo>
                  <a:lnTo>
                    <a:pt x="2388858" y="179781"/>
                  </a:lnTo>
                  <a:lnTo>
                    <a:pt x="2371293" y="179781"/>
                  </a:lnTo>
                  <a:lnTo>
                    <a:pt x="2358136" y="166763"/>
                  </a:lnTo>
                  <a:lnTo>
                    <a:pt x="2379967" y="159956"/>
                  </a:lnTo>
                  <a:lnTo>
                    <a:pt x="2386571" y="159956"/>
                  </a:lnTo>
                  <a:lnTo>
                    <a:pt x="2381300" y="153352"/>
                  </a:lnTo>
                  <a:lnTo>
                    <a:pt x="2385562" y="149694"/>
                  </a:lnTo>
                  <a:lnTo>
                    <a:pt x="2371293" y="149694"/>
                  </a:lnTo>
                  <a:lnTo>
                    <a:pt x="2367165" y="149263"/>
                  </a:lnTo>
                  <a:lnTo>
                    <a:pt x="2375407" y="129755"/>
                  </a:lnTo>
                  <a:lnTo>
                    <a:pt x="2387900" y="129755"/>
                  </a:lnTo>
                  <a:lnTo>
                    <a:pt x="2387396" y="127165"/>
                  </a:lnTo>
                  <a:lnTo>
                    <a:pt x="2357539" y="125082"/>
                  </a:lnTo>
                  <a:close/>
                </a:path>
                <a:path w="2951479" h="431800">
                  <a:moveTo>
                    <a:pt x="2386571" y="159956"/>
                  </a:moveTo>
                  <a:lnTo>
                    <a:pt x="2379967" y="159956"/>
                  </a:lnTo>
                  <a:lnTo>
                    <a:pt x="2371293" y="179781"/>
                  </a:lnTo>
                  <a:lnTo>
                    <a:pt x="2388858" y="179781"/>
                  </a:lnTo>
                  <a:lnTo>
                    <a:pt x="2394305" y="169646"/>
                  </a:lnTo>
                  <a:lnTo>
                    <a:pt x="2386571" y="159956"/>
                  </a:lnTo>
                  <a:close/>
                </a:path>
                <a:path w="2951479" h="431800">
                  <a:moveTo>
                    <a:pt x="2387900" y="129755"/>
                  </a:moveTo>
                  <a:lnTo>
                    <a:pt x="2375407" y="129755"/>
                  </a:lnTo>
                  <a:lnTo>
                    <a:pt x="2371382" y="149263"/>
                  </a:lnTo>
                  <a:lnTo>
                    <a:pt x="2371293" y="149694"/>
                  </a:lnTo>
                  <a:lnTo>
                    <a:pt x="2385562" y="149694"/>
                  </a:lnTo>
                  <a:lnTo>
                    <a:pt x="2390889" y="145122"/>
                  </a:lnTo>
                  <a:lnTo>
                    <a:pt x="2387900" y="129755"/>
                  </a:lnTo>
                  <a:close/>
                </a:path>
                <a:path w="2951479" h="431800">
                  <a:moveTo>
                    <a:pt x="2458123" y="122224"/>
                  </a:moveTo>
                  <a:lnTo>
                    <a:pt x="2454681" y="122224"/>
                  </a:lnTo>
                  <a:lnTo>
                    <a:pt x="2454617" y="186880"/>
                  </a:lnTo>
                  <a:lnTo>
                    <a:pt x="2463939" y="186880"/>
                  </a:lnTo>
                  <a:lnTo>
                    <a:pt x="2463939" y="133845"/>
                  </a:lnTo>
                  <a:lnTo>
                    <a:pt x="2458123" y="133845"/>
                  </a:lnTo>
                  <a:lnTo>
                    <a:pt x="2458123" y="122224"/>
                  </a:lnTo>
                  <a:close/>
                </a:path>
                <a:path w="2951479" h="431800">
                  <a:moveTo>
                    <a:pt x="2454681" y="122224"/>
                  </a:moveTo>
                  <a:lnTo>
                    <a:pt x="2451912" y="122224"/>
                  </a:lnTo>
                  <a:lnTo>
                    <a:pt x="2423972" y="166357"/>
                  </a:lnTo>
                  <a:lnTo>
                    <a:pt x="2423972" y="174256"/>
                  </a:lnTo>
                  <a:lnTo>
                    <a:pt x="2454630" y="174256"/>
                  </a:lnTo>
                  <a:lnTo>
                    <a:pt x="2454638" y="165976"/>
                  </a:lnTo>
                  <a:lnTo>
                    <a:pt x="2434196" y="165976"/>
                  </a:lnTo>
                  <a:lnTo>
                    <a:pt x="2454173" y="133845"/>
                  </a:lnTo>
                  <a:lnTo>
                    <a:pt x="2454669" y="133845"/>
                  </a:lnTo>
                  <a:lnTo>
                    <a:pt x="2454681" y="122224"/>
                  </a:lnTo>
                  <a:close/>
                </a:path>
                <a:path w="2951479" h="431800">
                  <a:moveTo>
                    <a:pt x="2472486" y="165976"/>
                  </a:moveTo>
                  <a:lnTo>
                    <a:pt x="2463939" y="165976"/>
                  </a:lnTo>
                  <a:lnTo>
                    <a:pt x="2463939" y="174256"/>
                  </a:lnTo>
                  <a:lnTo>
                    <a:pt x="2472486" y="174256"/>
                  </a:lnTo>
                  <a:lnTo>
                    <a:pt x="2472486" y="165976"/>
                  </a:lnTo>
                  <a:close/>
                </a:path>
                <a:path w="2951479" h="431800">
                  <a:moveTo>
                    <a:pt x="2463939" y="122224"/>
                  </a:moveTo>
                  <a:lnTo>
                    <a:pt x="2458123" y="122224"/>
                  </a:lnTo>
                  <a:lnTo>
                    <a:pt x="2458123" y="133845"/>
                  </a:lnTo>
                  <a:lnTo>
                    <a:pt x="2463939" y="133845"/>
                  </a:lnTo>
                  <a:lnTo>
                    <a:pt x="2463939" y="122224"/>
                  </a:lnTo>
                  <a:close/>
                </a:path>
                <a:path w="2951479" h="431800">
                  <a:moveTo>
                    <a:pt x="2525826" y="157899"/>
                  </a:moveTo>
                  <a:lnTo>
                    <a:pt x="2515463" y="174751"/>
                  </a:lnTo>
                  <a:lnTo>
                    <a:pt x="2531452" y="188201"/>
                  </a:lnTo>
                  <a:lnTo>
                    <a:pt x="2539652" y="174751"/>
                  </a:lnTo>
                  <a:lnTo>
                    <a:pt x="2534335" y="174751"/>
                  </a:lnTo>
                  <a:lnTo>
                    <a:pt x="2522816" y="171348"/>
                  </a:lnTo>
                  <a:lnTo>
                    <a:pt x="2530817" y="164210"/>
                  </a:lnTo>
                  <a:lnTo>
                    <a:pt x="2533289" y="164210"/>
                  </a:lnTo>
                  <a:lnTo>
                    <a:pt x="2525826" y="157899"/>
                  </a:lnTo>
                  <a:close/>
                </a:path>
                <a:path w="2951479" h="431800">
                  <a:moveTo>
                    <a:pt x="2537942" y="122224"/>
                  </a:moveTo>
                  <a:lnTo>
                    <a:pt x="2530398" y="122224"/>
                  </a:lnTo>
                  <a:lnTo>
                    <a:pt x="2485948" y="186880"/>
                  </a:lnTo>
                  <a:lnTo>
                    <a:pt x="2493492" y="186880"/>
                  </a:lnTo>
                  <a:lnTo>
                    <a:pt x="2537942" y="122224"/>
                  </a:lnTo>
                  <a:close/>
                </a:path>
                <a:path w="2951479" h="431800">
                  <a:moveTo>
                    <a:pt x="2533289" y="164210"/>
                  </a:moveTo>
                  <a:lnTo>
                    <a:pt x="2530817" y="164210"/>
                  </a:lnTo>
                  <a:lnTo>
                    <a:pt x="2534335" y="174751"/>
                  </a:lnTo>
                  <a:lnTo>
                    <a:pt x="2539652" y="174751"/>
                  </a:lnTo>
                  <a:lnTo>
                    <a:pt x="2541727" y="171348"/>
                  </a:lnTo>
                  <a:lnTo>
                    <a:pt x="2533289" y="164210"/>
                  </a:lnTo>
                  <a:close/>
                </a:path>
                <a:path w="2951479" h="431800">
                  <a:moveTo>
                    <a:pt x="2493314" y="120903"/>
                  </a:moveTo>
                  <a:lnTo>
                    <a:pt x="2482951" y="137756"/>
                  </a:lnTo>
                  <a:lnTo>
                    <a:pt x="2498928" y="151206"/>
                  </a:lnTo>
                  <a:lnTo>
                    <a:pt x="2507107" y="137756"/>
                  </a:lnTo>
                  <a:lnTo>
                    <a:pt x="2501823" y="137756"/>
                  </a:lnTo>
                  <a:lnTo>
                    <a:pt x="2490330" y="134353"/>
                  </a:lnTo>
                  <a:lnTo>
                    <a:pt x="2498280" y="127215"/>
                  </a:lnTo>
                  <a:lnTo>
                    <a:pt x="2500759" y="127215"/>
                  </a:lnTo>
                  <a:lnTo>
                    <a:pt x="2493314" y="120903"/>
                  </a:lnTo>
                  <a:close/>
                </a:path>
                <a:path w="2951479" h="431800">
                  <a:moveTo>
                    <a:pt x="2500759" y="127215"/>
                  </a:moveTo>
                  <a:lnTo>
                    <a:pt x="2498280" y="127215"/>
                  </a:lnTo>
                  <a:lnTo>
                    <a:pt x="2501823" y="137756"/>
                  </a:lnTo>
                  <a:lnTo>
                    <a:pt x="2507107" y="137756"/>
                  </a:lnTo>
                  <a:lnTo>
                    <a:pt x="2509177" y="134353"/>
                  </a:lnTo>
                  <a:lnTo>
                    <a:pt x="2500759" y="127215"/>
                  </a:lnTo>
                  <a:close/>
                </a:path>
                <a:path w="2951479" h="431800">
                  <a:moveTo>
                    <a:pt x="2559583" y="114299"/>
                  </a:moveTo>
                  <a:lnTo>
                    <a:pt x="2550934" y="114299"/>
                  </a:lnTo>
                  <a:lnTo>
                    <a:pt x="2558237" y="129463"/>
                  </a:lnTo>
                  <a:lnTo>
                    <a:pt x="2550934" y="194830"/>
                  </a:lnTo>
                  <a:lnTo>
                    <a:pt x="2559583" y="194830"/>
                  </a:lnTo>
                  <a:lnTo>
                    <a:pt x="2563583" y="189217"/>
                  </a:lnTo>
                  <a:lnTo>
                    <a:pt x="2571838" y="154558"/>
                  </a:lnTo>
                  <a:lnTo>
                    <a:pt x="2571838" y="146634"/>
                  </a:lnTo>
                  <a:lnTo>
                    <a:pt x="2559583" y="114299"/>
                  </a:lnTo>
                  <a:close/>
                </a:path>
                <a:path w="2951479" h="431800">
                  <a:moveTo>
                    <a:pt x="2597784" y="178041"/>
                  </a:moveTo>
                  <a:lnTo>
                    <a:pt x="2588691" y="178041"/>
                  </a:lnTo>
                  <a:lnTo>
                    <a:pt x="2585427" y="199593"/>
                  </a:lnTo>
                  <a:lnTo>
                    <a:pt x="2591473" y="202666"/>
                  </a:lnTo>
                  <a:lnTo>
                    <a:pt x="2597784" y="178041"/>
                  </a:lnTo>
                  <a:close/>
                </a:path>
                <a:path w="2951479" h="431800">
                  <a:moveTo>
                    <a:pt x="2697010" y="186880"/>
                  </a:moveTo>
                  <a:lnTo>
                    <a:pt x="2655938" y="186880"/>
                  </a:lnTo>
                  <a:lnTo>
                    <a:pt x="2655938" y="194894"/>
                  </a:lnTo>
                  <a:lnTo>
                    <a:pt x="2697010" y="194894"/>
                  </a:lnTo>
                  <a:lnTo>
                    <a:pt x="2697010" y="186880"/>
                  </a:lnTo>
                  <a:close/>
                </a:path>
                <a:path w="2951479" h="431800">
                  <a:moveTo>
                    <a:pt x="2639161" y="138391"/>
                  </a:moveTo>
                  <a:lnTo>
                    <a:pt x="2630043" y="138391"/>
                  </a:lnTo>
                  <a:lnTo>
                    <a:pt x="2630043" y="186880"/>
                  </a:lnTo>
                  <a:lnTo>
                    <a:pt x="2639479" y="186880"/>
                  </a:lnTo>
                  <a:lnTo>
                    <a:pt x="2639479" y="157264"/>
                  </a:lnTo>
                  <a:lnTo>
                    <a:pt x="2648999" y="146088"/>
                  </a:lnTo>
                  <a:lnTo>
                    <a:pt x="2639669" y="146088"/>
                  </a:lnTo>
                  <a:lnTo>
                    <a:pt x="2639161" y="138391"/>
                  </a:lnTo>
                  <a:close/>
                </a:path>
                <a:path w="2951479" h="431800">
                  <a:moveTo>
                    <a:pt x="2655989" y="137883"/>
                  </a:moveTo>
                  <a:lnTo>
                    <a:pt x="2639669" y="146088"/>
                  </a:lnTo>
                  <a:lnTo>
                    <a:pt x="2648999" y="146088"/>
                  </a:lnTo>
                  <a:lnTo>
                    <a:pt x="2655989" y="137883"/>
                  </a:lnTo>
                  <a:close/>
                </a:path>
                <a:path w="2951479" h="431800">
                  <a:moveTo>
                    <a:pt x="2728861" y="138899"/>
                  </a:moveTo>
                  <a:lnTo>
                    <a:pt x="2706979" y="140792"/>
                  </a:lnTo>
                  <a:lnTo>
                    <a:pt x="2701848" y="158419"/>
                  </a:lnTo>
                  <a:lnTo>
                    <a:pt x="2724556" y="167932"/>
                  </a:lnTo>
                  <a:lnTo>
                    <a:pt x="2708478" y="173050"/>
                  </a:lnTo>
                  <a:lnTo>
                    <a:pt x="2699346" y="174447"/>
                  </a:lnTo>
                  <a:lnTo>
                    <a:pt x="2700134" y="178739"/>
                  </a:lnTo>
                  <a:lnTo>
                    <a:pt x="2709087" y="186702"/>
                  </a:lnTo>
                  <a:lnTo>
                    <a:pt x="2732265" y="184645"/>
                  </a:lnTo>
                  <a:lnTo>
                    <a:pt x="2737688" y="166649"/>
                  </a:lnTo>
                  <a:lnTo>
                    <a:pt x="2715145" y="157327"/>
                  </a:lnTo>
                  <a:lnTo>
                    <a:pt x="2737827" y="150228"/>
                  </a:lnTo>
                  <a:lnTo>
                    <a:pt x="2728861" y="138899"/>
                  </a:lnTo>
                  <a:close/>
                </a:path>
                <a:path w="2951479" h="431800">
                  <a:moveTo>
                    <a:pt x="2753372" y="138391"/>
                  </a:moveTo>
                  <a:lnTo>
                    <a:pt x="2743619" y="138391"/>
                  </a:lnTo>
                  <a:lnTo>
                    <a:pt x="2757893" y="186880"/>
                  </a:lnTo>
                  <a:lnTo>
                    <a:pt x="2767495" y="186880"/>
                  </a:lnTo>
                  <a:lnTo>
                    <a:pt x="2771115" y="174002"/>
                  </a:lnTo>
                  <a:lnTo>
                    <a:pt x="2763354" y="174002"/>
                  </a:lnTo>
                  <a:lnTo>
                    <a:pt x="2753372" y="138391"/>
                  </a:lnTo>
                  <a:close/>
                </a:path>
                <a:path w="2951479" h="431800">
                  <a:moveTo>
                    <a:pt x="2786426" y="151866"/>
                  </a:moveTo>
                  <a:lnTo>
                    <a:pt x="2777337" y="151866"/>
                  </a:lnTo>
                  <a:lnTo>
                    <a:pt x="2787916" y="186880"/>
                  </a:lnTo>
                  <a:lnTo>
                    <a:pt x="2797543" y="186880"/>
                  </a:lnTo>
                  <a:lnTo>
                    <a:pt x="2801324" y="174002"/>
                  </a:lnTo>
                  <a:lnTo>
                    <a:pt x="2801372" y="173837"/>
                  </a:lnTo>
                  <a:lnTo>
                    <a:pt x="2792590" y="173837"/>
                  </a:lnTo>
                  <a:lnTo>
                    <a:pt x="2786426" y="151866"/>
                  </a:lnTo>
                  <a:close/>
                </a:path>
                <a:path w="2951479" h="431800">
                  <a:moveTo>
                    <a:pt x="2782646" y="138391"/>
                  </a:moveTo>
                  <a:lnTo>
                    <a:pt x="2772892" y="138391"/>
                  </a:lnTo>
                  <a:lnTo>
                    <a:pt x="2763399" y="173837"/>
                  </a:lnTo>
                  <a:lnTo>
                    <a:pt x="2763354" y="174002"/>
                  </a:lnTo>
                  <a:lnTo>
                    <a:pt x="2771115" y="174002"/>
                  </a:lnTo>
                  <a:lnTo>
                    <a:pt x="2777337" y="151866"/>
                  </a:lnTo>
                  <a:lnTo>
                    <a:pt x="2786426" y="151866"/>
                  </a:lnTo>
                  <a:lnTo>
                    <a:pt x="2782646" y="138391"/>
                  </a:lnTo>
                  <a:close/>
                </a:path>
                <a:path w="2951479" h="431800">
                  <a:moveTo>
                    <a:pt x="2811779" y="138391"/>
                  </a:moveTo>
                  <a:lnTo>
                    <a:pt x="2802026" y="138391"/>
                  </a:lnTo>
                  <a:lnTo>
                    <a:pt x="2792590" y="173837"/>
                  </a:lnTo>
                  <a:lnTo>
                    <a:pt x="2801372" y="173837"/>
                  </a:lnTo>
                  <a:lnTo>
                    <a:pt x="2811779" y="138391"/>
                  </a:lnTo>
                  <a:close/>
                </a:path>
                <a:path w="2951479" h="431800">
                  <a:moveTo>
                    <a:pt x="2884182" y="140690"/>
                  </a:moveTo>
                  <a:lnTo>
                    <a:pt x="2843745" y="140690"/>
                  </a:lnTo>
                  <a:lnTo>
                    <a:pt x="2843745" y="148970"/>
                  </a:lnTo>
                  <a:lnTo>
                    <a:pt x="2884182" y="148970"/>
                  </a:lnTo>
                  <a:lnTo>
                    <a:pt x="2884182" y="140690"/>
                  </a:lnTo>
                  <a:close/>
                </a:path>
                <a:path w="2951479" h="431800">
                  <a:moveTo>
                    <a:pt x="2884182" y="160146"/>
                  </a:moveTo>
                  <a:lnTo>
                    <a:pt x="2843745" y="160146"/>
                  </a:lnTo>
                  <a:lnTo>
                    <a:pt x="2843745" y="168414"/>
                  </a:lnTo>
                  <a:lnTo>
                    <a:pt x="2884182" y="168414"/>
                  </a:lnTo>
                  <a:lnTo>
                    <a:pt x="2884182" y="160146"/>
                  </a:lnTo>
                  <a:close/>
                </a:path>
                <a:path w="2951479" h="431800">
                  <a:moveTo>
                    <a:pt x="5270" y="236524"/>
                  </a:moveTo>
                  <a:lnTo>
                    <a:pt x="5270" y="301180"/>
                  </a:lnTo>
                  <a:lnTo>
                    <a:pt x="15024" y="301180"/>
                  </a:lnTo>
                  <a:lnTo>
                    <a:pt x="15024" y="276720"/>
                  </a:lnTo>
                  <a:lnTo>
                    <a:pt x="10833" y="276720"/>
                  </a:lnTo>
                  <a:lnTo>
                    <a:pt x="10833" y="268312"/>
                  </a:lnTo>
                  <a:lnTo>
                    <a:pt x="15024" y="267044"/>
                  </a:lnTo>
                  <a:lnTo>
                    <a:pt x="15024" y="244894"/>
                  </a:lnTo>
                  <a:lnTo>
                    <a:pt x="45116" y="244894"/>
                  </a:lnTo>
                  <a:lnTo>
                    <a:pt x="44119" y="240842"/>
                  </a:lnTo>
                  <a:lnTo>
                    <a:pt x="5270" y="236524"/>
                  </a:lnTo>
                  <a:close/>
                </a:path>
                <a:path w="2951479" h="431800">
                  <a:moveTo>
                    <a:pt x="37185" y="272008"/>
                  </a:moveTo>
                  <a:lnTo>
                    <a:pt x="26390" y="272008"/>
                  </a:lnTo>
                  <a:lnTo>
                    <a:pt x="42049" y="301180"/>
                  </a:lnTo>
                  <a:lnTo>
                    <a:pt x="53162" y="301180"/>
                  </a:lnTo>
                  <a:lnTo>
                    <a:pt x="39766" y="276720"/>
                  </a:lnTo>
                  <a:lnTo>
                    <a:pt x="33299" y="276720"/>
                  </a:lnTo>
                  <a:lnTo>
                    <a:pt x="37877" y="273271"/>
                  </a:lnTo>
                  <a:lnTo>
                    <a:pt x="37185" y="272008"/>
                  </a:lnTo>
                  <a:close/>
                </a:path>
                <a:path w="2951479" h="431800">
                  <a:moveTo>
                    <a:pt x="15024" y="267044"/>
                  </a:moveTo>
                  <a:lnTo>
                    <a:pt x="10833" y="268312"/>
                  </a:lnTo>
                  <a:lnTo>
                    <a:pt x="10833" y="276720"/>
                  </a:lnTo>
                  <a:lnTo>
                    <a:pt x="15024" y="276720"/>
                  </a:lnTo>
                  <a:lnTo>
                    <a:pt x="15024" y="267044"/>
                  </a:lnTo>
                  <a:close/>
                </a:path>
                <a:path w="2951479" h="431800">
                  <a:moveTo>
                    <a:pt x="45116" y="244894"/>
                  </a:moveTo>
                  <a:lnTo>
                    <a:pt x="30492" y="244894"/>
                  </a:lnTo>
                  <a:lnTo>
                    <a:pt x="40881" y="259219"/>
                  </a:lnTo>
                  <a:lnTo>
                    <a:pt x="15024" y="267044"/>
                  </a:lnTo>
                  <a:lnTo>
                    <a:pt x="15024" y="276720"/>
                  </a:lnTo>
                  <a:lnTo>
                    <a:pt x="28919" y="276720"/>
                  </a:lnTo>
                  <a:lnTo>
                    <a:pt x="26390" y="272008"/>
                  </a:lnTo>
                  <a:lnTo>
                    <a:pt x="39554" y="272008"/>
                  </a:lnTo>
                  <a:lnTo>
                    <a:pt x="49872" y="264236"/>
                  </a:lnTo>
                  <a:lnTo>
                    <a:pt x="45116" y="244894"/>
                  </a:lnTo>
                  <a:close/>
                </a:path>
                <a:path w="2951479" h="431800">
                  <a:moveTo>
                    <a:pt x="37877" y="273271"/>
                  </a:moveTo>
                  <a:lnTo>
                    <a:pt x="33299" y="276720"/>
                  </a:lnTo>
                  <a:lnTo>
                    <a:pt x="39766" y="276720"/>
                  </a:lnTo>
                  <a:lnTo>
                    <a:pt x="37877" y="273271"/>
                  </a:lnTo>
                  <a:close/>
                </a:path>
                <a:path w="2951479" h="431800">
                  <a:moveTo>
                    <a:pt x="39554" y="272008"/>
                  </a:moveTo>
                  <a:lnTo>
                    <a:pt x="37185" y="272008"/>
                  </a:lnTo>
                  <a:lnTo>
                    <a:pt x="37877" y="273271"/>
                  </a:lnTo>
                  <a:lnTo>
                    <a:pt x="39554" y="272008"/>
                  </a:lnTo>
                  <a:close/>
                </a:path>
                <a:path w="2951479" h="431800">
                  <a:moveTo>
                    <a:pt x="87477" y="244919"/>
                  </a:moveTo>
                  <a:lnTo>
                    <a:pt x="77749" y="244919"/>
                  </a:lnTo>
                  <a:lnTo>
                    <a:pt x="77749" y="301180"/>
                  </a:lnTo>
                  <a:lnTo>
                    <a:pt x="87477" y="301180"/>
                  </a:lnTo>
                  <a:lnTo>
                    <a:pt x="87477" y="244919"/>
                  </a:lnTo>
                  <a:close/>
                </a:path>
                <a:path w="2951479" h="431800">
                  <a:moveTo>
                    <a:pt x="107645" y="236524"/>
                  </a:moveTo>
                  <a:lnTo>
                    <a:pt x="57607" y="236524"/>
                  </a:lnTo>
                  <a:lnTo>
                    <a:pt x="57607" y="244919"/>
                  </a:lnTo>
                  <a:lnTo>
                    <a:pt x="107645" y="244919"/>
                  </a:lnTo>
                  <a:lnTo>
                    <a:pt x="107645" y="236524"/>
                  </a:lnTo>
                  <a:close/>
                </a:path>
                <a:path w="2951479" h="431800">
                  <a:moveTo>
                    <a:pt x="135597" y="235635"/>
                  </a:moveTo>
                  <a:lnTo>
                    <a:pt x="118376" y="246113"/>
                  </a:lnTo>
                  <a:lnTo>
                    <a:pt x="112064" y="275729"/>
                  </a:lnTo>
                  <a:lnTo>
                    <a:pt x="121831" y="295414"/>
                  </a:lnTo>
                  <a:lnTo>
                    <a:pt x="146773" y="302069"/>
                  </a:lnTo>
                  <a:lnTo>
                    <a:pt x="162950" y="292239"/>
                  </a:lnTo>
                  <a:lnTo>
                    <a:pt x="148221" y="292239"/>
                  </a:lnTo>
                  <a:lnTo>
                    <a:pt x="128295" y="288505"/>
                  </a:lnTo>
                  <a:lnTo>
                    <a:pt x="121754" y="263588"/>
                  </a:lnTo>
                  <a:lnTo>
                    <a:pt x="134150" y="245478"/>
                  </a:lnTo>
                  <a:lnTo>
                    <a:pt x="162108" y="245478"/>
                  </a:lnTo>
                  <a:lnTo>
                    <a:pt x="160527" y="242303"/>
                  </a:lnTo>
                  <a:lnTo>
                    <a:pt x="135597" y="235635"/>
                  </a:lnTo>
                  <a:close/>
                </a:path>
                <a:path w="2951479" h="431800">
                  <a:moveTo>
                    <a:pt x="162108" y="245478"/>
                  </a:moveTo>
                  <a:lnTo>
                    <a:pt x="134150" y="245478"/>
                  </a:lnTo>
                  <a:lnTo>
                    <a:pt x="154089" y="249212"/>
                  </a:lnTo>
                  <a:lnTo>
                    <a:pt x="160642" y="268858"/>
                  </a:lnTo>
                  <a:lnTo>
                    <a:pt x="160642" y="274116"/>
                  </a:lnTo>
                  <a:lnTo>
                    <a:pt x="148221" y="292239"/>
                  </a:lnTo>
                  <a:lnTo>
                    <a:pt x="162950" y="292239"/>
                  </a:lnTo>
                  <a:lnTo>
                    <a:pt x="163995" y="291604"/>
                  </a:lnTo>
                  <a:lnTo>
                    <a:pt x="170306" y="268858"/>
                  </a:lnTo>
                  <a:lnTo>
                    <a:pt x="170306" y="261950"/>
                  </a:lnTo>
                  <a:lnTo>
                    <a:pt x="162108" y="245478"/>
                  </a:lnTo>
                  <a:close/>
                </a:path>
                <a:path w="2951479" h="431800">
                  <a:moveTo>
                    <a:pt x="236677" y="258127"/>
                  </a:moveTo>
                  <a:lnTo>
                    <a:pt x="224498" y="260275"/>
                  </a:lnTo>
                  <a:lnTo>
                    <a:pt x="230250" y="268376"/>
                  </a:lnTo>
                  <a:lnTo>
                    <a:pt x="199415" y="290652"/>
                  </a:lnTo>
                  <a:lnTo>
                    <a:pt x="215798" y="302259"/>
                  </a:lnTo>
                  <a:lnTo>
                    <a:pt x="230504" y="301180"/>
                  </a:lnTo>
                  <a:lnTo>
                    <a:pt x="239725" y="301180"/>
                  </a:lnTo>
                  <a:lnTo>
                    <a:pt x="239725" y="294678"/>
                  </a:lnTo>
                  <a:lnTo>
                    <a:pt x="217843" y="294678"/>
                  </a:lnTo>
                  <a:lnTo>
                    <a:pt x="208661" y="287604"/>
                  </a:lnTo>
                  <a:lnTo>
                    <a:pt x="230289" y="283692"/>
                  </a:lnTo>
                  <a:lnTo>
                    <a:pt x="239725" y="283692"/>
                  </a:lnTo>
                  <a:lnTo>
                    <a:pt x="239725" y="268973"/>
                  </a:lnTo>
                  <a:lnTo>
                    <a:pt x="236677" y="258127"/>
                  </a:lnTo>
                  <a:close/>
                </a:path>
                <a:path w="2951479" h="431800">
                  <a:moveTo>
                    <a:pt x="239725" y="283692"/>
                  </a:moveTo>
                  <a:lnTo>
                    <a:pt x="230289" y="283692"/>
                  </a:lnTo>
                  <a:lnTo>
                    <a:pt x="217843" y="294678"/>
                  </a:lnTo>
                  <a:lnTo>
                    <a:pt x="239725" y="294678"/>
                  </a:lnTo>
                  <a:lnTo>
                    <a:pt x="239725" y="283692"/>
                  </a:lnTo>
                  <a:close/>
                </a:path>
                <a:path w="2951479" h="431800">
                  <a:moveTo>
                    <a:pt x="221907" y="260732"/>
                  </a:moveTo>
                  <a:lnTo>
                    <a:pt x="200888" y="264439"/>
                  </a:lnTo>
                  <a:lnTo>
                    <a:pt x="209765" y="266458"/>
                  </a:lnTo>
                  <a:lnTo>
                    <a:pt x="221907" y="260732"/>
                  </a:lnTo>
                  <a:close/>
                </a:path>
                <a:path w="2951479" h="431800">
                  <a:moveTo>
                    <a:pt x="224091" y="259702"/>
                  </a:moveTo>
                  <a:lnTo>
                    <a:pt x="221907" y="260732"/>
                  </a:lnTo>
                  <a:lnTo>
                    <a:pt x="224498" y="260275"/>
                  </a:lnTo>
                  <a:lnTo>
                    <a:pt x="224091" y="259702"/>
                  </a:lnTo>
                  <a:close/>
                </a:path>
                <a:path w="2951479" h="431800">
                  <a:moveTo>
                    <a:pt x="275971" y="234784"/>
                  </a:moveTo>
                  <a:lnTo>
                    <a:pt x="258775" y="236004"/>
                  </a:lnTo>
                  <a:lnTo>
                    <a:pt x="253707" y="301180"/>
                  </a:lnTo>
                  <a:lnTo>
                    <a:pt x="263143" y="301180"/>
                  </a:lnTo>
                  <a:lnTo>
                    <a:pt x="263143" y="248335"/>
                  </a:lnTo>
                  <a:lnTo>
                    <a:pt x="275971" y="234784"/>
                  </a:lnTo>
                  <a:close/>
                </a:path>
                <a:path w="2951479" h="431800">
                  <a:moveTo>
                    <a:pt x="257477" y="252691"/>
                  </a:moveTo>
                  <a:lnTo>
                    <a:pt x="246189" y="252691"/>
                  </a:lnTo>
                  <a:lnTo>
                    <a:pt x="246189" y="260261"/>
                  </a:lnTo>
                  <a:lnTo>
                    <a:pt x="256889" y="260261"/>
                  </a:lnTo>
                  <a:lnTo>
                    <a:pt x="257477" y="252691"/>
                  </a:lnTo>
                  <a:close/>
                </a:path>
                <a:path w="2951479" h="431800">
                  <a:moveTo>
                    <a:pt x="273596" y="252691"/>
                  </a:moveTo>
                  <a:lnTo>
                    <a:pt x="263143" y="252691"/>
                  </a:lnTo>
                  <a:lnTo>
                    <a:pt x="263143" y="260261"/>
                  </a:lnTo>
                  <a:lnTo>
                    <a:pt x="273596" y="260261"/>
                  </a:lnTo>
                  <a:lnTo>
                    <a:pt x="273596" y="252691"/>
                  </a:lnTo>
                  <a:close/>
                </a:path>
                <a:path w="2951479" h="431800">
                  <a:moveTo>
                    <a:pt x="294246" y="241071"/>
                  </a:moveTo>
                  <a:lnTo>
                    <a:pt x="284810" y="241071"/>
                  </a:lnTo>
                  <a:lnTo>
                    <a:pt x="284810" y="291820"/>
                  </a:lnTo>
                  <a:lnTo>
                    <a:pt x="298957" y="301815"/>
                  </a:lnTo>
                  <a:lnTo>
                    <a:pt x="294246" y="241071"/>
                  </a:lnTo>
                  <a:close/>
                </a:path>
                <a:path w="2951479" h="431800">
                  <a:moveTo>
                    <a:pt x="284810" y="252691"/>
                  </a:moveTo>
                  <a:lnTo>
                    <a:pt x="277710" y="252691"/>
                  </a:lnTo>
                  <a:lnTo>
                    <a:pt x="277710" y="260261"/>
                  </a:lnTo>
                  <a:lnTo>
                    <a:pt x="284810" y="260261"/>
                  </a:lnTo>
                  <a:lnTo>
                    <a:pt x="284810" y="252691"/>
                  </a:lnTo>
                  <a:close/>
                </a:path>
                <a:path w="2951479" h="431800">
                  <a:moveTo>
                    <a:pt x="304190" y="252691"/>
                  </a:moveTo>
                  <a:lnTo>
                    <a:pt x="295147" y="252691"/>
                  </a:lnTo>
                  <a:lnTo>
                    <a:pt x="295734" y="260261"/>
                  </a:lnTo>
                  <a:lnTo>
                    <a:pt x="304190" y="260261"/>
                  </a:lnTo>
                  <a:lnTo>
                    <a:pt x="304190" y="252691"/>
                  </a:lnTo>
                  <a:close/>
                </a:path>
                <a:path w="2951479" h="431800">
                  <a:moveTo>
                    <a:pt x="324129" y="253123"/>
                  </a:moveTo>
                  <a:lnTo>
                    <a:pt x="311086" y="267906"/>
                  </a:lnTo>
                  <a:lnTo>
                    <a:pt x="314807" y="294144"/>
                  </a:lnTo>
                  <a:lnTo>
                    <a:pt x="333235" y="302158"/>
                  </a:lnTo>
                  <a:lnTo>
                    <a:pt x="336765" y="302158"/>
                  </a:lnTo>
                  <a:lnTo>
                    <a:pt x="346686" y="294360"/>
                  </a:lnTo>
                  <a:lnTo>
                    <a:pt x="330568" y="294360"/>
                  </a:lnTo>
                  <a:lnTo>
                    <a:pt x="322850" y="279780"/>
                  </a:lnTo>
                  <a:lnTo>
                    <a:pt x="315493" y="279780"/>
                  </a:lnTo>
                  <a:lnTo>
                    <a:pt x="315493" y="272707"/>
                  </a:lnTo>
                  <a:lnTo>
                    <a:pt x="320112" y="272707"/>
                  </a:lnTo>
                  <a:lnTo>
                    <a:pt x="327672" y="260502"/>
                  </a:lnTo>
                  <a:lnTo>
                    <a:pt x="346223" y="260502"/>
                  </a:lnTo>
                  <a:lnTo>
                    <a:pt x="324129" y="253123"/>
                  </a:lnTo>
                  <a:close/>
                </a:path>
                <a:path w="2951479" h="431800">
                  <a:moveTo>
                    <a:pt x="344500" y="287451"/>
                  </a:moveTo>
                  <a:lnTo>
                    <a:pt x="330568" y="294360"/>
                  </a:lnTo>
                  <a:lnTo>
                    <a:pt x="346686" y="294360"/>
                  </a:lnTo>
                  <a:lnTo>
                    <a:pt x="353441" y="289051"/>
                  </a:lnTo>
                  <a:lnTo>
                    <a:pt x="344500" y="287451"/>
                  </a:lnTo>
                  <a:close/>
                </a:path>
                <a:path w="2951479" h="431800">
                  <a:moveTo>
                    <a:pt x="320112" y="272707"/>
                  </a:moveTo>
                  <a:lnTo>
                    <a:pt x="315493" y="272707"/>
                  </a:lnTo>
                  <a:lnTo>
                    <a:pt x="315493" y="279780"/>
                  </a:lnTo>
                  <a:lnTo>
                    <a:pt x="322850" y="279780"/>
                  </a:lnTo>
                  <a:lnTo>
                    <a:pt x="319570" y="273583"/>
                  </a:lnTo>
                  <a:lnTo>
                    <a:pt x="320112" y="272707"/>
                  </a:lnTo>
                  <a:close/>
                </a:path>
                <a:path w="2951479" h="431800">
                  <a:moveTo>
                    <a:pt x="346223" y="260502"/>
                  </a:moveTo>
                  <a:lnTo>
                    <a:pt x="327672" y="260502"/>
                  </a:lnTo>
                  <a:lnTo>
                    <a:pt x="344792" y="272707"/>
                  </a:lnTo>
                  <a:lnTo>
                    <a:pt x="320112" y="272707"/>
                  </a:lnTo>
                  <a:lnTo>
                    <a:pt x="319570" y="273583"/>
                  </a:lnTo>
                  <a:lnTo>
                    <a:pt x="322850" y="279780"/>
                  </a:lnTo>
                  <a:lnTo>
                    <a:pt x="354037" y="279780"/>
                  </a:lnTo>
                  <a:lnTo>
                    <a:pt x="351091" y="262127"/>
                  </a:lnTo>
                  <a:lnTo>
                    <a:pt x="346223" y="260502"/>
                  </a:lnTo>
                  <a:close/>
                </a:path>
                <a:path w="2951479" h="431800">
                  <a:moveTo>
                    <a:pt x="371855" y="252691"/>
                  </a:moveTo>
                  <a:lnTo>
                    <a:pt x="362737" y="252691"/>
                  </a:lnTo>
                  <a:lnTo>
                    <a:pt x="362737" y="301180"/>
                  </a:lnTo>
                  <a:lnTo>
                    <a:pt x="372173" y="301180"/>
                  </a:lnTo>
                  <a:lnTo>
                    <a:pt x="372173" y="271564"/>
                  </a:lnTo>
                  <a:lnTo>
                    <a:pt x="381694" y="260388"/>
                  </a:lnTo>
                  <a:lnTo>
                    <a:pt x="372363" y="260388"/>
                  </a:lnTo>
                  <a:lnTo>
                    <a:pt x="371855" y="252691"/>
                  </a:lnTo>
                  <a:close/>
                </a:path>
                <a:path w="2951479" h="431800">
                  <a:moveTo>
                    <a:pt x="388683" y="252183"/>
                  </a:moveTo>
                  <a:lnTo>
                    <a:pt x="372363" y="260388"/>
                  </a:lnTo>
                  <a:lnTo>
                    <a:pt x="381694" y="260388"/>
                  </a:lnTo>
                  <a:lnTo>
                    <a:pt x="388683" y="252183"/>
                  </a:lnTo>
                  <a:close/>
                </a:path>
                <a:path w="2951479" h="431800">
                  <a:moveTo>
                    <a:pt x="444182" y="253199"/>
                  </a:moveTo>
                  <a:lnTo>
                    <a:pt x="422313" y="255092"/>
                  </a:lnTo>
                  <a:lnTo>
                    <a:pt x="417169" y="272719"/>
                  </a:lnTo>
                  <a:lnTo>
                    <a:pt x="439877" y="282232"/>
                  </a:lnTo>
                  <a:lnTo>
                    <a:pt x="423799" y="287350"/>
                  </a:lnTo>
                  <a:lnTo>
                    <a:pt x="414680" y="288747"/>
                  </a:lnTo>
                  <a:lnTo>
                    <a:pt x="415455" y="293039"/>
                  </a:lnTo>
                  <a:lnTo>
                    <a:pt x="424421" y="301002"/>
                  </a:lnTo>
                  <a:lnTo>
                    <a:pt x="447598" y="298945"/>
                  </a:lnTo>
                  <a:lnTo>
                    <a:pt x="453008" y="280949"/>
                  </a:lnTo>
                  <a:lnTo>
                    <a:pt x="430479" y="271627"/>
                  </a:lnTo>
                  <a:lnTo>
                    <a:pt x="453161" y="264528"/>
                  </a:lnTo>
                  <a:lnTo>
                    <a:pt x="444182" y="253199"/>
                  </a:lnTo>
                  <a:close/>
                </a:path>
                <a:path w="2951479" h="431800">
                  <a:moveTo>
                    <a:pt x="468706" y="252691"/>
                  </a:moveTo>
                  <a:lnTo>
                    <a:pt x="458952" y="252691"/>
                  </a:lnTo>
                  <a:lnTo>
                    <a:pt x="473227" y="301180"/>
                  </a:lnTo>
                  <a:lnTo>
                    <a:pt x="482815" y="301180"/>
                  </a:lnTo>
                  <a:lnTo>
                    <a:pt x="486440" y="288302"/>
                  </a:lnTo>
                  <a:lnTo>
                    <a:pt x="478688" y="288302"/>
                  </a:lnTo>
                  <a:lnTo>
                    <a:pt x="468706" y="252691"/>
                  </a:lnTo>
                  <a:close/>
                </a:path>
                <a:path w="2951479" h="431800">
                  <a:moveTo>
                    <a:pt x="501747" y="266166"/>
                  </a:moveTo>
                  <a:lnTo>
                    <a:pt x="492671" y="266166"/>
                  </a:lnTo>
                  <a:lnTo>
                    <a:pt x="503250" y="301180"/>
                  </a:lnTo>
                  <a:lnTo>
                    <a:pt x="512876" y="301180"/>
                  </a:lnTo>
                  <a:lnTo>
                    <a:pt x="516657" y="288302"/>
                  </a:lnTo>
                  <a:lnTo>
                    <a:pt x="516706" y="288137"/>
                  </a:lnTo>
                  <a:lnTo>
                    <a:pt x="507911" y="288137"/>
                  </a:lnTo>
                  <a:lnTo>
                    <a:pt x="501747" y="266166"/>
                  </a:lnTo>
                  <a:close/>
                </a:path>
                <a:path w="2951479" h="431800">
                  <a:moveTo>
                    <a:pt x="497967" y="252691"/>
                  </a:moveTo>
                  <a:lnTo>
                    <a:pt x="488213" y="252691"/>
                  </a:lnTo>
                  <a:lnTo>
                    <a:pt x="478732" y="288137"/>
                  </a:lnTo>
                  <a:lnTo>
                    <a:pt x="478688" y="288302"/>
                  </a:lnTo>
                  <a:lnTo>
                    <a:pt x="486440" y="288302"/>
                  </a:lnTo>
                  <a:lnTo>
                    <a:pt x="492671" y="266166"/>
                  </a:lnTo>
                  <a:lnTo>
                    <a:pt x="501747" y="266166"/>
                  </a:lnTo>
                  <a:lnTo>
                    <a:pt x="497967" y="252691"/>
                  </a:lnTo>
                  <a:close/>
                </a:path>
                <a:path w="2951479" h="431800">
                  <a:moveTo>
                    <a:pt x="527113" y="252691"/>
                  </a:moveTo>
                  <a:lnTo>
                    <a:pt x="517359" y="252691"/>
                  </a:lnTo>
                  <a:lnTo>
                    <a:pt x="507911" y="288137"/>
                  </a:lnTo>
                  <a:lnTo>
                    <a:pt x="516706" y="288137"/>
                  </a:lnTo>
                  <a:lnTo>
                    <a:pt x="527113" y="252691"/>
                  </a:lnTo>
                  <a:close/>
                </a:path>
                <a:path w="2951479" h="431800">
                  <a:moveTo>
                    <a:pt x="543725" y="252691"/>
                  </a:moveTo>
                  <a:lnTo>
                    <a:pt x="534288" y="252691"/>
                  </a:lnTo>
                  <a:lnTo>
                    <a:pt x="534288" y="301180"/>
                  </a:lnTo>
                  <a:lnTo>
                    <a:pt x="543725" y="301180"/>
                  </a:lnTo>
                  <a:lnTo>
                    <a:pt x="543725" y="252691"/>
                  </a:lnTo>
                  <a:close/>
                </a:path>
                <a:path w="2951479" h="431800">
                  <a:moveTo>
                    <a:pt x="567347" y="241071"/>
                  </a:moveTo>
                  <a:lnTo>
                    <a:pt x="557898" y="241071"/>
                  </a:lnTo>
                  <a:lnTo>
                    <a:pt x="557898" y="291820"/>
                  </a:lnTo>
                  <a:lnTo>
                    <a:pt x="572046" y="301815"/>
                  </a:lnTo>
                  <a:lnTo>
                    <a:pt x="567347" y="241071"/>
                  </a:lnTo>
                  <a:close/>
                </a:path>
                <a:path w="2951479" h="431800">
                  <a:moveTo>
                    <a:pt x="557898" y="252691"/>
                  </a:moveTo>
                  <a:lnTo>
                    <a:pt x="550799" y="252691"/>
                  </a:lnTo>
                  <a:lnTo>
                    <a:pt x="550799" y="260261"/>
                  </a:lnTo>
                  <a:lnTo>
                    <a:pt x="557898" y="260261"/>
                  </a:lnTo>
                  <a:lnTo>
                    <a:pt x="557898" y="252691"/>
                  </a:lnTo>
                  <a:close/>
                </a:path>
                <a:path w="2951479" h="431800">
                  <a:moveTo>
                    <a:pt x="577291" y="252691"/>
                  </a:moveTo>
                  <a:lnTo>
                    <a:pt x="568246" y="252691"/>
                  </a:lnTo>
                  <a:lnTo>
                    <a:pt x="568831" y="260261"/>
                  </a:lnTo>
                  <a:lnTo>
                    <a:pt x="577291" y="260261"/>
                  </a:lnTo>
                  <a:lnTo>
                    <a:pt x="577291" y="252691"/>
                  </a:lnTo>
                  <a:close/>
                </a:path>
                <a:path w="2951479" h="431800">
                  <a:moveTo>
                    <a:pt x="597230" y="253123"/>
                  </a:moveTo>
                  <a:lnTo>
                    <a:pt x="584174" y="267881"/>
                  </a:lnTo>
                  <a:lnTo>
                    <a:pt x="587781" y="293865"/>
                  </a:lnTo>
                  <a:lnTo>
                    <a:pt x="605853" y="302158"/>
                  </a:lnTo>
                  <a:lnTo>
                    <a:pt x="609688" y="302158"/>
                  </a:lnTo>
                  <a:lnTo>
                    <a:pt x="621033" y="290652"/>
                  </a:lnTo>
                  <a:lnTo>
                    <a:pt x="596988" y="290652"/>
                  </a:lnTo>
                  <a:lnTo>
                    <a:pt x="600976" y="260705"/>
                  </a:lnTo>
                  <a:lnTo>
                    <a:pt x="622327" y="260705"/>
                  </a:lnTo>
                  <a:lnTo>
                    <a:pt x="620814" y="257352"/>
                  </a:lnTo>
                  <a:lnTo>
                    <a:pt x="597230" y="253123"/>
                  </a:lnTo>
                  <a:close/>
                </a:path>
                <a:path w="2951479" h="431800">
                  <a:moveTo>
                    <a:pt x="625779" y="285838"/>
                  </a:moveTo>
                  <a:lnTo>
                    <a:pt x="596988" y="290652"/>
                  </a:lnTo>
                  <a:lnTo>
                    <a:pt x="621033" y="290652"/>
                  </a:lnTo>
                  <a:lnTo>
                    <a:pt x="625779" y="285838"/>
                  </a:lnTo>
                  <a:close/>
                </a:path>
                <a:path w="2951479" h="431800">
                  <a:moveTo>
                    <a:pt x="622327" y="260705"/>
                  </a:moveTo>
                  <a:lnTo>
                    <a:pt x="600976" y="260705"/>
                  </a:lnTo>
                  <a:lnTo>
                    <a:pt x="616584" y="268350"/>
                  </a:lnTo>
                  <a:lnTo>
                    <a:pt x="625779" y="268350"/>
                  </a:lnTo>
                  <a:lnTo>
                    <a:pt x="622327" y="260705"/>
                  </a:lnTo>
                  <a:close/>
                </a:path>
                <a:path w="2951479" h="431800">
                  <a:moveTo>
                    <a:pt x="643407" y="236524"/>
                  </a:moveTo>
                  <a:lnTo>
                    <a:pt x="634085" y="236524"/>
                  </a:lnTo>
                  <a:lnTo>
                    <a:pt x="634085" y="301180"/>
                  </a:lnTo>
                  <a:lnTo>
                    <a:pt x="643534" y="301180"/>
                  </a:lnTo>
                  <a:lnTo>
                    <a:pt x="643534" y="269824"/>
                  </a:lnTo>
                  <a:lnTo>
                    <a:pt x="660958" y="261226"/>
                  </a:lnTo>
                  <a:lnTo>
                    <a:pt x="672524" y="261226"/>
                  </a:lnTo>
                  <a:lnTo>
                    <a:pt x="672350" y="260578"/>
                  </a:lnTo>
                  <a:lnTo>
                    <a:pt x="644004" y="260578"/>
                  </a:lnTo>
                  <a:lnTo>
                    <a:pt x="643407" y="236524"/>
                  </a:lnTo>
                  <a:close/>
                </a:path>
                <a:path w="2951479" h="431800">
                  <a:moveTo>
                    <a:pt x="672524" y="261226"/>
                  </a:moveTo>
                  <a:lnTo>
                    <a:pt x="660958" y="261226"/>
                  </a:lnTo>
                  <a:lnTo>
                    <a:pt x="665530" y="301180"/>
                  </a:lnTo>
                  <a:lnTo>
                    <a:pt x="674979" y="301180"/>
                  </a:lnTo>
                  <a:lnTo>
                    <a:pt x="674979" y="270332"/>
                  </a:lnTo>
                  <a:lnTo>
                    <a:pt x="672524" y="261226"/>
                  </a:lnTo>
                  <a:close/>
                </a:path>
                <a:path w="2951479" h="431800">
                  <a:moveTo>
                    <a:pt x="654596" y="252056"/>
                  </a:moveTo>
                  <a:lnTo>
                    <a:pt x="644004" y="260578"/>
                  </a:lnTo>
                  <a:lnTo>
                    <a:pt x="672350" y="260578"/>
                  </a:lnTo>
                  <a:lnTo>
                    <a:pt x="671525" y="257517"/>
                  </a:lnTo>
                  <a:lnTo>
                    <a:pt x="654596" y="252056"/>
                  </a:lnTo>
                  <a:close/>
                </a:path>
                <a:path w="2951479" h="431800">
                  <a:moveTo>
                    <a:pt x="695236" y="252691"/>
                  </a:moveTo>
                  <a:lnTo>
                    <a:pt x="685787" y="252691"/>
                  </a:lnTo>
                  <a:lnTo>
                    <a:pt x="685787" y="301180"/>
                  </a:lnTo>
                  <a:lnTo>
                    <a:pt x="695236" y="301180"/>
                  </a:lnTo>
                  <a:lnTo>
                    <a:pt x="695236" y="252691"/>
                  </a:lnTo>
                  <a:close/>
                </a:path>
                <a:path w="2951479" h="431800">
                  <a:moveTo>
                    <a:pt x="715218" y="252755"/>
                  </a:moveTo>
                  <a:lnTo>
                    <a:pt x="706158" y="252755"/>
                  </a:lnTo>
                  <a:lnTo>
                    <a:pt x="706158" y="301180"/>
                  </a:lnTo>
                  <a:lnTo>
                    <a:pt x="715594" y="301180"/>
                  </a:lnTo>
                  <a:lnTo>
                    <a:pt x="715594" y="269824"/>
                  </a:lnTo>
                  <a:lnTo>
                    <a:pt x="732612" y="261238"/>
                  </a:lnTo>
                  <a:lnTo>
                    <a:pt x="742745" y="261238"/>
                  </a:lnTo>
                  <a:lnTo>
                    <a:pt x="742244" y="260578"/>
                  </a:lnTo>
                  <a:lnTo>
                    <a:pt x="715810" y="260578"/>
                  </a:lnTo>
                  <a:lnTo>
                    <a:pt x="715218" y="252755"/>
                  </a:lnTo>
                  <a:close/>
                </a:path>
                <a:path w="2951479" h="431800">
                  <a:moveTo>
                    <a:pt x="742745" y="261238"/>
                  </a:moveTo>
                  <a:lnTo>
                    <a:pt x="732612" y="261238"/>
                  </a:lnTo>
                  <a:lnTo>
                    <a:pt x="737184" y="301180"/>
                  </a:lnTo>
                  <a:lnTo>
                    <a:pt x="746620" y="301180"/>
                  </a:lnTo>
                  <a:lnTo>
                    <a:pt x="746620" y="266344"/>
                  </a:lnTo>
                  <a:lnTo>
                    <a:pt x="742745" y="261238"/>
                  </a:lnTo>
                  <a:close/>
                </a:path>
                <a:path w="2951479" h="431800">
                  <a:moveTo>
                    <a:pt x="736307" y="252755"/>
                  </a:moveTo>
                  <a:lnTo>
                    <a:pt x="715810" y="260578"/>
                  </a:lnTo>
                  <a:lnTo>
                    <a:pt x="742244" y="260578"/>
                  </a:lnTo>
                  <a:lnTo>
                    <a:pt x="736307" y="252755"/>
                  </a:lnTo>
                  <a:close/>
                </a:path>
                <a:path w="2951479" h="431800">
                  <a:moveTo>
                    <a:pt x="771829" y="252056"/>
                  </a:moveTo>
                  <a:lnTo>
                    <a:pt x="756259" y="267169"/>
                  </a:lnTo>
                  <a:lnTo>
                    <a:pt x="759736" y="292620"/>
                  </a:lnTo>
                  <a:lnTo>
                    <a:pt x="759828" y="293293"/>
                  </a:lnTo>
                  <a:lnTo>
                    <a:pt x="789139" y="308419"/>
                  </a:lnTo>
                  <a:lnTo>
                    <a:pt x="757224" y="309384"/>
                  </a:lnTo>
                  <a:lnTo>
                    <a:pt x="777836" y="320370"/>
                  </a:lnTo>
                  <a:lnTo>
                    <a:pt x="794880" y="315188"/>
                  </a:lnTo>
                  <a:lnTo>
                    <a:pt x="796575" y="293293"/>
                  </a:lnTo>
                  <a:lnTo>
                    <a:pt x="796627" y="292620"/>
                  </a:lnTo>
                  <a:lnTo>
                    <a:pt x="774941" y="292620"/>
                  </a:lnTo>
                  <a:lnTo>
                    <a:pt x="764921" y="273519"/>
                  </a:lnTo>
                  <a:lnTo>
                    <a:pt x="780503" y="260070"/>
                  </a:lnTo>
                  <a:lnTo>
                    <a:pt x="789402" y="260070"/>
                  </a:lnTo>
                  <a:lnTo>
                    <a:pt x="771829" y="252056"/>
                  </a:lnTo>
                  <a:close/>
                </a:path>
                <a:path w="2951479" h="431800">
                  <a:moveTo>
                    <a:pt x="789402" y="260070"/>
                  </a:moveTo>
                  <a:lnTo>
                    <a:pt x="780503" y="260070"/>
                  </a:lnTo>
                  <a:lnTo>
                    <a:pt x="790397" y="279971"/>
                  </a:lnTo>
                  <a:lnTo>
                    <a:pt x="777748" y="292620"/>
                  </a:lnTo>
                  <a:lnTo>
                    <a:pt x="796627" y="292620"/>
                  </a:lnTo>
                  <a:lnTo>
                    <a:pt x="799110" y="260553"/>
                  </a:lnTo>
                  <a:lnTo>
                    <a:pt x="790460" y="260553"/>
                  </a:lnTo>
                  <a:lnTo>
                    <a:pt x="789402" y="260070"/>
                  </a:lnTo>
                  <a:close/>
                </a:path>
                <a:path w="2951479" h="431800">
                  <a:moveTo>
                    <a:pt x="799719" y="252691"/>
                  </a:moveTo>
                  <a:lnTo>
                    <a:pt x="790460" y="252691"/>
                  </a:lnTo>
                  <a:lnTo>
                    <a:pt x="790460" y="260553"/>
                  </a:lnTo>
                  <a:lnTo>
                    <a:pt x="799110" y="260553"/>
                  </a:lnTo>
                  <a:lnTo>
                    <a:pt x="799719" y="252691"/>
                  </a:lnTo>
                  <a:close/>
                </a:path>
                <a:path w="2951479" h="431800">
                  <a:moveTo>
                    <a:pt x="845032" y="241071"/>
                  </a:moveTo>
                  <a:lnTo>
                    <a:pt x="835596" y="241071"/>
                  </a:lnTo>
                  <a:lnTo>
                    <a:pt x="835596" y="291820"/>
                  </a:lnTo>
                  <a:lnTo>
                    <a:pt x="849744" y="301815"/>
                  </a:lnTo>
                  <a:lnTo>
                    <a:pt x="845032" y="241071"/>
                  </a:lnTo>
                  <a:close/>
                </a:path>
                <a:path w="2951479" h="431800">
                  <a:moveTo>
                    <a:pt x="835596" y="252691"/>
                  </a:moveTo>
                  <a:lnTo>
                    <a:pt x="828497" y="252691"/>
                  </a:lnTo>
                  <a:lnTo>
                    <a:pt x="828497" y="260261"/>
                  </a:lnTo>
                  <a:lnTo>
                    <a:pt x="835596" y="260261"/>
                  </a:lnTo>
                  <a:lnTo>
                    <a:pt x="835596" y="252691"/>
                  </a:lnTo>
                  <a:close/>
                </a:path>
                <a:path w="2951479" h="431800">
                  <a:moveTo>
                    <a:pt x="854976" y="252691"/>
                  </a:moveTo>
                  <a:lnTo>
                    <a:pt x="845933" y="252691"/>
                  </a:lnTo>
                  <a:lnTo>
                    <a:pt x="846521" y="260261"/>
                  </a:lnTo>
                  <a:lnTo>
                    <a:pt x="854976" y="260261"/>
                  </a:lnTo>
                  <a:lnTo>
                    <a:pt x="854976" y="252691"/>
                  </a:lnTo>
                  <a:close/>
                </a:path>
                <a:path w="2951479" h="431800">
                  <a:moveTo>
                    <a:pt x="875029" y="253098"/>
                  </a:moveTo>
                  <a:lnTo>
                    <a:pt x="861885" y="267728"/>
                  </a:lnTo>
                  <a:lnTo>
                    <a:pt x="865631" y="294030"/>
                  </a:lnTo>
                  <a:lnTo>
                    <a:pt x="883551" y="302158"/>
                  </a:lnTo>
                  <a:lnTo>
                    <a:pt x="888098" y="302158"/>
                  </a:lnTo>
                  <a:lnTo>
                    <a:pt x="896783" y="294233"/>
                  </a:lnTo>
                  <a:lnTo>
                    <a:pt x="880618" y="294233"/>
                  </a:lnTo>
                  <a:lnTo>
                    <a:pt x="870483" y="274027"/>
                  </a:lnTo>
                  <a:lnTo>
                    <a:pt x="886523" y="259956"/>
                  </a:lnTo>
                  <a:lnTo>
                    <a:pt x="899428" y="259956"/>
                  </a:lnTo>
                  <a:lnTo>
                    <a:pt x="898842" y="257263"/>
                  </a:lnTo>
                  <a:lnTo>
                    <a:pt x="875029" y="253098"/>
                  </a:lnTo>
                  <a:close/>
                </a:path>
                <a:path w="2951479" h="431800">
                  <a:moveTo>
                    <a:pt x="899428" y="259956"/>
                  </a:moveTo>
                  <a:lnTo>
                    <a:pt x="886523" y="259956"/>
                  </a:lnTo>
                  <a:lnTo>
                    <a:pt x="896150" y="271183"/>
                  </a:lnTo>
                  <a:lnTo>
                    <a:pt x="883687" y="294030"/>
                  </a:lnTo>
                  <a:lnTo>
                    <a:pt x="883577" y="294233"/>
                  </a:lnTo>
                  <a:lnTo>
                    <a:pt x="896783" y="294233"/>
                  </a:lnTo>
                  <a:lnTo>
                    <a:pt x="905217" y="286537"/>
                  </a:lnTo>
                  <a:lnTo>
                    <a:pt x="899428" y="259956"/>
                  </a:lnTo>
                  <a:close/>
                </a:path>
                <a:path w="2951479" h="431800">
                  <a:moveTo>
                    <a:pt x="945883" y="252691"/>
                  </a:moveTo>
                  <a:lnTo>
                    <a:pt x="936663" y="252691"/>
                  </a:lnTo>
                  <a:lnTo>
                    <a:pt x="936663" y="319366"/>
                  </a:lnTo>
                  <a:lnTo>
                    <a:pt x="946099" y="319366"/>
                  </a:lnTo>
                  <a:lnTo>
                    <a:pt x="946099" y="293636"/>
                  </a:lnTo>
                  <a:lnTo>
                    <a:pt x="955594" y="293636"/>
                  </a:lnTo>
                  <a:lnTo>
                    <a:pt x="945908" y="276936"/>
                  </a:lnTo>
                  <a:lnTo>
                    <a:pt x="946391" y="270624"/>
                  </a:lnTo>
                  <a:lnTo>
                    <a:pt x="961415" y="260070"/>
                  </a:lnTo>
                  <a:lnTo>
                    <a:pt x="974752" y="260070"/>
                  </a:lnTo>
                  <a:lnTo>
                    <a:pt x="974140" y="257009"/>
                  </a:lnTo>
                  <a:lnTo>
                    <a:pt x="945883" y="252691"/>
                  </a:lnTo>
                  <a:close/>
                </a:path>
                <a:path w="2951479" h="431800">
                  <a:moveTo>
                    <a:pt x="955594" y="293636"/>
                  </a:moveTo>
                  <a:lnTo>
                    <a:pt x="946099" y="293636"/>
                  </a:lnTo>
                  <a:lnTo>
                    <a:pt x="964603" y="302132"/>
                  </a:lnTo>
                  <a:lnTo>
                    <a:pt x="972714" y="294081"/>
                  </a:lnTo>
                  <a:lnTo>
                    <a:pt x="955852" y="294081"/>
                  </a:lnTo>
                  <a:lnTo>
                    <a:pt x="955594" y="293636"/>
                  </a:lnTo>
                  <a:close/>
                </a:path>
                <a:path w="2951479" h="431800">
                  <a:moveTo>
                    <a:pt x="974752" y="260070"/>
                  </a:moveTo>
                  <a:lnTo>
                    <a:pt x="961415" y="260070"/>
                  </a:lnTo>
                  <a:lnTo>
                    <a:pt x="971423" y="280174"/>
                  </a:lnTo>
                  <a:lnTo>
                    <a:pt x="955852" y="294081"/>
                  </a:lnTo>
                  <a:lnTo>
                    <a:pt x="972714" y="294081"/>
                  </a:lnTo>
                  <a:lnTo>
                    <a:pt x="980084" y="286765"/>
                  </a:lnTo>
                  <a:lnTo>
                    <a:pt x="974752" y="260070"/>
                  </a:lnTo>
                  <a:close/>
                </a:path>
                <a:path w="2951479" h="431800">
                  <a:moveTo>
                    <a:pt x="998880" y="252691"/>
                  </a:moveTo>
                  <a:lnTo>
                    <a:pt x="989749" y="252691"/>
                  </a:lnTo>
                  <a:lnTo>
                    <a:pt x="989749" y="301180"/>
                  </a:lnTo>
                  <a:lnTo>
                    <a:pt x="999185" y="301180"/>
                  </a:lnTo>
                  <a:lnTo>
                    <a:pt x="999185" y="271564"/>
                  </a:lnTo>
                  <a:lnTo>
                    <a:pt x="1008706" y="260388"/>
                  </a:lnTo>
                  <a:lnTo>
                    <a:pt x="999375" y="260388"/>
                  </a:lnTo>
                  <a:lnTo>
                    <a:pt x="998880" y="252691"/>
                  </a:lnTo>
                  <a:close/>
                </a:path>
                <a:path w="2951479" h="431800">
                  <a:moveTo>
                    <a:pt x="1015695" y="252183"/>
                  </a:moveTo>
                  <a:lnTo>
                    <a:pt x="999375" y="260388"/>
                  </a:lnTo>
                  <a:lnTo>
                    <a:pt x="1008706" y="260388"/>
                  </a:lnTo>
                  <a:lnTo>
                    <a:pt x="1015695" y="252183"/>
                  </a:lnTo>
                  <a:close/>
                </a:path>
                <a:path w="2951479" h="431800">
                  <a:moveTo>
                    <a:pt x="1032154" y="253123"/>
                  </a:moveTo>
                  <a:lnTo>
                    <a:pt x="1019098" y="267906"/>
                  </a:lnTo>
                  <a:lnTo>
                    <a:pt x="1022832" y="294144"/>
                  </a:lnTo>
                  <a:lnTo>
                    <a:pt x="1041260" y="302158"/>
                  </a:lnTo>
                  <a:lnTo>
                    <a:pt x="1044790" y="302158"/>
                  </a:lnTo>
                  <a:lnTo>
                    <a:pt x="1054704" y="294360"/>
                  </a:lnTo>
                  <a:lnTo>
                    <a:pt x="1038593" y="294360"/>
                  </a:lnTo>
                  <a:lnTo>
                    <a:pt x="1030866" y="279780"/>
                  </a:lnTo>
                  <a:lnTo>
                    <a:pt x="1023518" y="279780"/>
                  </a:lnTo>
                  <a:lnTo>
                    <a:pt x="1023518" y="272707"/>
                  </a:lnTo>
                  <a:lnTo>
                    <a:pt x="1028125" y="272707"/>
                  </a:lnTo>
                  <a:lnTo>
                    <a:pt x="1035684" y="260502"/>
                  </a:lnTo>
                  <a:lnTo>
                    <a:pt x="1054248" y="260502"/>
                  </a:lnTo>
                  <a:lnTo>
                    <a:pt x="1032154" y="253123"/>
                  </a:lnTo>
                  <a:close/>
                </a:path>
                <a:path w="2951479" h="431800">
                  <a:moveTo>
                    <a:pt x="1052525" y="287451"/>
                  </a:moveTo>
                  <a:lnTo>
                    <a:pt x="1038593" y="294360"/>
                  </a:lnTo>
                  <a:lnTo>
                    <a:pt x="1054704" y="294360"/>
                  </a:lnTo>
                  <a:lnTo>
                    <a:pt x="1061453" y="289051"/>
                  </a:lnTo>
                  <a:lnTo>
                    <a:pt x="1052525" y="287451"/>
                  </a:lnTo>
                  <a:close/>
                </a:path>
                <a:path w="2951479" h="431800">
                  <a:moveTo>
                    <a:pt x="1028125" y="272707"/>
                  </a:moveTo>
                  <a:lnTo>
                    <a:pt x="1023518" y="272707"/>
                  </a:lnTo>
                  <a:lnTo>
                    <a:pt x="1023518" y="279780"/>
                  </a:lnTo>
                  <a:lnTo>
                    <a:pt x="1030866" y="279780"/>
                  </a:lnTo>
                  <a:lnTo>
                    <a:pt x="1027582" y="273583"/>
                  </a:lnTo>
                  <a:lnTo>
                    <a:pt x="1028125" y="272707"/>
                  </a:lnTo>
                  <a:close/>
                </a:path>
                <a:path w="2951479" h="431800">
                  <a:moveTo>
                    <a:pt x="1054248" y="260502"/>
                  </a:moveTo>
                  <a:lnTo>
                    <a:pt x="1035684" y="260502"/>
                  </a:lnTo>
                  <a:lnTo>
                    <a:pt x="1052804" y="272707"/>
                  </a:lnTo>
                  <a:lnTo>
                    <a:pt x="1028125" y="272707"/>
                  </a:lnTo>
                  <a:lnTo>
                    <a:pt x="1027582" y="273583"/>
                  </a:lnTo>
                  <a:lnTo>
                    <a:pt x="1030866" y="279780"/>
                  </a:lnTo>
                  <a:lnTo>
                    <a:pt x="1062062" y="279780"/>
                  </a:lnTo>
                  <a:lnTo>
                    <a:pt x="1059116" y="262127"/>
                  </a:lnTo>
                  <a:lnTo>
                    <a:pt x="1054248" y="260502"/>
                  </a:lnTo>
                  <a:close/>
                </a:path>
                <a:path w="2951479" h="431800">
                  <a:moveTo>
                    <a:pt x="1079969" y="252691"/>
                  </a:moveTo>
                  <a:lnTo>
                    <a:pt x="1070749" y="252691"/>
                  </a:lnTo>
                  <a:lnTo>
                    <a:pt x="1070749" y="319366"/>
                  </a:lnTo>
                  <a:lnTo>
                    <a:pt x="1080198" y="319366"/>
                  </a:lnTo>
                  <a:lnTo>
                    <a:pt x="1080198" y="293636"/>
                  </a:lnTo>
                  <a:lnTo>
                    <a:pt x="1089694" y="293636"/>
                  </a:lnTo>
                  <a:lnTo>
                    <a:pt x="1080007" y="276936"/>
                  </a:lnTo>
                  <a:lnTo>
                    <a:pt x="1080007" y="273570"/>
                  </a:lnTo>
                  <a:lnTo>
                    <a:pt x="1095502" y="260070"/>
                  </a:lnTo>
                  <a:lnTo>
                    <a:pt x="1108850" y="260070"/>
                  </a:lnTo>
                  <a:lnTo>
                    <a:pt x="1108240" y="257009"/>
                  </a:lnTo>
                  <a:lnTo>
                    <a:pt x="1079969" y="252691"/>
                  </a:lnTo>
                  <a:close/>
                </a:path>
                <a:path w="2951479" h="431800">
                  <a:moveTo>
                    <a:pt x="1089694" y="293636"/>
                  </a:moveTo>
                  <a:lnTo>
                    <a:pt x="1080198" y="293636"/>
                  </a:lnTo>
                  <a:lnTo>
                    <a:pt x="1098689" y="302132"/>
                  </a:lnTo>
                  <a:lnTo>
                    <a:pt x="1106801" y="294081"/>
                  </a:lnTo>
                  <a:lnTo>
                    <a:pt x="1089952" y="294081"/>
                  </a:lnTo>
                  <a:lnTo>
                    <a:pt x="1089694" y="293636"/>
                  </a:lnTo>
                  <a:close/>
                </a:path>
                <a:path w="2951479" h="431800">
                  <a:moveTo>
                    <a:pt x="1108850" y="260070"/>
                  </a:moveTo>
                  <a:lnTo>
                    <a:pt x="1095502" y="260070"/>
                  </a:lnTo>
                  <a:lnTo>
                    <a:pt x="1105509" y="280174"/>
                  </a:lnTo>
                  <a:lnTo>
                    <a:pt x="1089952" y="294081"/>
                  </a:lnTo>
                  <a:lnTo>
                    <a:pt x="1106801" y="294081"/>
                  </a:lnTo>
                  <a:lnTo>
                    <a:pt x="1114171" y="286765"/>
                  </a:lnTo>
                  <a:lnTo>
                    <a:pt x="1108850" y="260070"/>
                  </a:lnTo>
                  <a:close/>
                </a:path>
                <a:path w="2951479" h="431800">
                  <a:moveTo>
                    <a:pt x="1158836" y="258127"/>
                  </a:moveTo>
                  <a:lnTo>
                    <a:pt x="1146658" y="260276"/>
                  </a:lnTo>
                  <a:lnTo>
                    <a:pt x="1152410" y="268376"/>
                  </a:lnTo>
                  <a:lnTo>
                    <a:pt x="1121575" y="290652"/>
                  </a:lnTo>
                  <a:lnTo>
                    <a:pt x="1137958" y="302259"/>
                  </a:lnTo>
                  <a:lnTo>
                    <a:pt x="1152664" y="301180"/>
                  </a:lnTo>
                  <a:lnTo>
                    <a:pt x="1161884" y="301180"/>
                  </a:lnTo>
                  <a:lnTo>
                    <a:pt x="1161884" y="294678"/>
                  </a:lnTo>
                  <a:lnTo>
                    <a:pt x="1140002" y="294678"/>
                  </a:lnTo>
                  <a:lnTo>
                    <a:pt x="1130820" y="287604"/>
                  </a:lnTo>
                  <a:lnTo>
                    <a:pt x="1152448" y="283692"/>
                  </a:lnTo>
                  <a:lnTo>
                    <a:pt x="1161884" y="283692"/>
                  </a:lnTo>
                  <a:lnTo>
                    <a:pt x="1161884" y="268973"/>
                  </a:lnTo>
                  <a:lnTo>
                    <a:pt x="1158836" y="258127"/>
                  </a:lnTo>
                  <a:close/>
                </a:path>
                <a:path w="2951479" h="431800">
                  <a:moveTo>
                    <a:pt x="1161884" y="283692"/>
                  </a:moveTo>
                  <a:lnTo>
                    <a:pt x="1152448" y="283692"/>
                  </a:lnTo>
                  <a:lnTo>
                    <a:pt x="1140002" y="294678"/>
                  </a:lnTo>
                  <a:lnTo>
                    <a:pt x="1161884" y="294678"/>
                  </a:lnTo>
                  <a:lnTo>
                    <a:pt x="1161884" y="283692"/>
                  </a:lnTo>
                  <a:close/>
                </a:path>
                <a:path w="2951479" h="431800">
                  <a:moveTo>
                    <a:pt x="1144063" y="260733"/>
                  </a:moveTo>
                  <a:lnTo>
                    <a:pt x="1123060" y="264439"/>
                  </a:lnTo>
                  <a:lnTo>
                    <a:pt x="1131925" y="266458"/>
                  </a:lnTo>
                  <a:lnTo>
                    <a:pt x="1144063" y="260733"/>
                  </a:lnTo>
                  <a:close/>
                </a:path>
                <a:path w="2951479" h="431800">
                  <a:moveTo>
                    <a:pt x="1146251" y="259702"/>
                  </a:moveTo>
                  <a:lnTo>
                    <a:pt x="1144063" y="260733"/>
                  </a:lnTo>
                  <a:lnTo>
                    <a:pt x="1146658" y="260276"/>
                  </a:lnTo>
                  <a:lnTo>
                    <a:pt x="1146251" y="259702"/>
                  </a:lnTo>
                  <a:close/>
                </a:path>
                <a:path w="2951479" h="431800">
                  <a:moveTo>
                    <a:pt x="1182116" y="252691"/>
                  </a:moveTo>
                  <a:lnTo>
                    <a:pt x="1172679" y="252691"/>
                  </a:lnTo>
                  <a:lnTo>
                    <a:pt x="1172679" y="301180"/>
                  </a:lnTo>
                  <a:lnTo>
                    <a:pt x="1182116" y="301180"/>
                  </a:lnTo>
                  <a:lnTo>
                    <a:pt x="1182116" y="252691"/>
                  </a:lnTo>
                  <a:close/>
                </a:path>
                <a:path w="2951479" h="431800">
                  <a:moveTo>
                    <a:pt x="1207363" y="252056"/>
                  </a:moveTo>
                  <a:lnTo>
                    <a:pt x="1191793" y="267309"/>
                  </a:lnTo>
                  <a:lnTo>
                    <a:pt x="1195240" y="294081"/>
                  </a:lnTo>
                  <a:lnTo>
                    <a:pt x="1195260" y="294233"/>
                  </a:lnTo>
                  <a:lnTo>
                    <a:pt x="1211199" y="302132"/>
                  </a:lnTo>
                  <a:lnTo>
                    <a:pt x="1225994" y="301180"/>
                  </a:lnTo>
                  <a:lnTo>
                    <a:pt x="1235214" y="301180"/>
                  </a:lnTo>
                  <a:lnTo>
                    <a:pt x="1235214" y="294081"/>
                  </a:lnTo>
                  <a:lnTo>
                    <a:pt x="1210475" y="294081"/>
                  </a:lnTo>
                  <a:lnTo>
                    <a:pt x="1200454" y="273735"/>
                  </a:lnTo>
                  <a:lnTo>
                    <a:pt x="1216037" y="260070"/>
                  </a:lnTo>
                  <a:lnTo>
                    <a:pt x="1224732" y="260070"/>
                  </a:lnTo>
                  <a:lnTo>
                    <a:pt x="1207363" y="252056"/>
                  </a:lnTo>
                  <a:close/>
                </a:path>
                <a:path w="2951479" h="431800">
                  <a:moveTo>
                    <a:pt x="1224732" y="260070"/>
                  </a:moveTo>
                  <a:lnTo>
                    <a:pt x="1216037" y="260070"/>
                  </a:lnTo>
                  <a:lnTo>
                    <a:pt x="1225930" y="280339"/>
                  </a:lnTo>
                  <a:lnTo>
                    <a:pt x="1213281" y="294081"/>
                  </a:lnTo>
                  <a:lnTo>
                    <a:pt x="1235214" y="294081"/>
                  </a:lnTo>
                  <a:lnTo>
                    <a:pt x="1235214" y="260553"/>
                  </a:lnTo>
                  <a:lnTo>
                    <a:pt x="1225778" y="260553"/>
                  </a:lnTo>
                  <a:lnTo>
                    <a:pt x="1224732" y="260070"/>
                  </a:lnTo>
                  <a:close/>
                </a:path>
                <a:path w="2951479" h="431800">
                  <a:moveTo>
                    <a:pt x="1235214" y="236524"/>
                  </a:moveTo>
                  <a:lnTo>
                    <a:pt x="1225778" y="236524"/>
                  </a:lnTo>
                  <a:lnTo>
                    <a:pt x="1225778" y="260553"/>
                  </a:lnTo>
                  <a:lnTo>
                    <a:pt x="1235214" y="260553"/>
                  </a:lnTo>
                  <a:lnTo>
                    <a:pt x="1235214" y="236524"/>
                  </a:lnTo>
                  <a:close/>
                </a:path>
                <a:path w="2951479" h="431800">
                  <a:moveTo>
                    <a:pt x="1292301" y="228599"/>
                  </a:moveTo>
                  <a:lnTo>
                    <a:pt x="1283652" y="228599"/>
                  </a:lnTo>
                  <a:lnTo>
                    <a:pt x="1279652" y="234226"/>
                  </a:lnTo>
                  <a:lnTo>
                    <a:pt x="1271409" y="268858"/>
                  </a:lnTo>
                  <a:lnTo>
                    <a:pt x="1271409" y="276783"/>
                  </a:lnTo>
                  <a:lnTo>
                    <a:pt x="1283652" y="309130"/>
                  </a:lnTo>
                  <a:lnTo>
                    <a:pt x="1292301" y="309130"/>
                  </a:lnTo>
                  <a:lnTo>
                    <a:pt x="1284998" y="293966"/>
                  </a:lnTo>
                  <a:lnTo>
                    <a:pt x="1292301" y="228599"/>
                  </a:lnTo>
                  <a:close/>
                </a:path>
                <a:path w="2951479" h="431800">
                  <a:moveTo>
                    <a:pt x="1319999" y="235635"/>
                  </a:moveTo>
                  <a:lnTo>
                    <a:pt x="1303781" y="247929"/>
                  </a:lnTo>
                  <a:lnTo>
                    <a:pt x="1302777" y="287921"/>
                  </a:lnTo>
                  <a:lnTo>
                    <a:pt x="1302727" y="289915"/>
                  </a:lnTo>
                  <a:lnTo>
                    <a:pt x="1322984" y="302107"/>
                  </a:lnTo>
                  <a:lnTo>
                    <a:pt x="1327429" y="302107"/>
                  </a:lnTo>
                  <a:lnTo>
                    <a:pt x="1337325" y="293852"/>
                  </a:lnTo>
                  <a:lnTo>
                    <a:pt x="1322895" y="293852"/>
                  </a:lnTo>
                  <a:lnTo>
                    <a:pt x="1309890" y="280276"/>
                  </a:lnTo>
                  <a:lnTo>
                    <a:pt x="1335341" y="275437"/>
                  </a:lnTo>
                  <a:lnTo>
                    <a:pt x="1341373" y="275437"/>
                  </a:lnTo>
                  <a:lnTo>
                    <a:pt x="1338414" y="263372"/>
                  </a:lnTo>
                  <a:lnTo>
                    <a:pt x="1308709" y="260210"/>
                  </a:lnTo>
                  <a:lnTo>
                    <a:pt x="1315313" y="246227"/>
                  </a:lnTo>
                  <a:lnTo>
                    <a:pt x="1326857" y="244170"/>
                  </a:lnTo>
                  <a:lnTo>
                    <a:pt x="1337570" y="244170"/>
                  </a:lnTo>
                  <a:lnTo>
                    <a:pt x="1319999" y="235635"/>
                  </a:lnTo>
                  <a:close/>
                </a:path>
                <a:path w="2951479" h="431800">
                  <a:moveTo>
                    <a:pt x="1341373" y="275437"/>
                  </a:moveTo>
                  <a:lnTo>
                    <a:pt x="1335341" y="275437"/>
                  </a:lnTo>
                  <a:lnTo>
                    <a:pt x="1322895" y="293852"/>
                  </a:lnTo>
                  <a:lnTo>
                    <a:pt x="1337325" y="293852"/>
                  </a:lnTo>
                  <a:lnTo>
                    <a:pt x="1344434" y="287921"/>
                  </a:lnTo>
                  <a:lnTo>
                    <a:pt x="1341373" y="275437"/>
                  </a:lnTo>
                  <a:close/>
                </a:path>
                <a:path w="2951479" h="431800">
                  <a:moveTo>
                    <a:pt x="1337570" y="244170"/>
                  </a:moveTo>
                  <a:lnTo>
                    <a:pt x="1326857" y="244170"/>
                  </a:lnTo>
                  <a:lnTo>
                    <a:pt x="1335201" y="253326"/>
                  </a:lnTo>
                  <a:lnTo>
                    <a:pt x="1344841" y="253326"/>
                  </a:lnTo>
                  <a:lnTo>
                    <a:pt x="1343139" y="246875"/>
                  </a:lnTo>
                  <a:lnTo>
                    <a:pt x="1337570" y="244170"/>
                  </a:lnTo>
                  <a:close/>
                </a:path>
                <a:path w="2951479" h="431800">
                  <a:moveTo>
                    <a:pt x="1399209" y="272199"/>
                  </a:moveTo>
                  <a:lnTo>
                    <a:pt x="1388846" y="289051"/>
                  </a:lnTo>
                  <a:lnTo>
                    <a:pt x="1404823" y="302501"/>
                  </a:lnTo>
                  <a:lnTo>
                    <a:pt x="1413032" y="289051"/>
                  </a:lnTo>
                  <a:lnTo>
                    <a:pt x="1407718" y="289051"/>
                  </a:lnTo>
                  <a:lnTo>
                    <a:pt x="1396199" y="285648"/>
                  </a:lnTo>
                  <a:lnTo>
                    <a:pt x="1404200" y="278510"/>
                  </a:lnTo>
                  <a:lnTo>
                    <a:pt x="1406672" y="278510"/>
                  </a:lnTo>
                  <a:lnTo>
                    <a:pt x="1399209" y="272199"/>
                  </a:lnTo>
                  <a:close/>
                </a:path>
                <a:path w="2951479" h="431800">
                  <a:moveTo>
                    <a:pt x="1411325" y="236524"/>
                  </a:moveTo>
                  <a:lnTo>
                    <a:pt x="1403769" y="236524"/>
                  </a:lnTo>
                  <a:lnTo>
                    <a:pt x="1359319" y="301180"/>
                  </a:lnTo>
                  <a:lnTo>
                    <a:pt x="1366875" y="301180"/>
                  </a:lnTo>
                  <a:lnTo>
                    <a:pt x="1411325" y="236524"/>
                  </a:lnTo>
                  <a:close/>
                </a:path>
                <a:path w="2951479" h="431800">
                  <a:moveTo>
                    <a:pt x="1406672" y="278510"/>
                  </a:moveTo>
                  <a:lnTo>
                    <a:pt x="1404200" y="278510"/>
                  </a:lnTo>
                  <a:lnTo>
                    <a:pt x="1407718" y="289051"/>
                  </a:lnTo>
                  <a:lnTo>
                    <a:pt x="1413032" y="289051"/>
                  </a:lnTo>
                  <a:lnTo>
                    <a:pt x="1415110" y="285648"/>
                  </a:lnTo>
                  <a:lnTo>
                    <a:pt x="1406672" y="278510"/>
                  </a:lnTo>
                  <a:close/>
                </a:path>
                <a:path w="2951479" h="431800">
                  <a:moveTo>
                    <a:pt x="1366685" y="235203"/>
                  </a:moveTo>
                  <a:lnTo>
                    <a:pt x="1356321" y="252056"/>
                  </a:lnTo>
                  <a:lnTo>
                    <a:pt x="1372311" y="265506"/>
                  </a:lnTo>
                  <a:lnTo>
                    <a:pt x="1380490" y="252056"/>
                  </a:lnTo>
                  <a:lnTo>
                    <a:pt x="1375206" y="252056"/>
                  </a:lnTo>
                  <a:lnTo>
                    <a:pt x="1363713" y="248653"/>
                  </a:lnTo>
                  <a:lnTo>
                    <a:pt x="1371663" y="241515"/>
                  </a:lnTo>
                  <a:lnTo>
                    <a:pt x="1374135" y="241515"/>
                  </a:lnTo>
                  <a:lnTo>
                    <a:pt x="1366685" y="235203"/>
                  </a:lnTo>
                  <a:close/>
                </a:path>
                <a:path w="2951479" h="431800">
                  <a:moveTo>
                    <a:pt x="1374135" y="241515"/>
                  </a:moveTo>
                  <a:lnTo>
                    <a:pt x="1371663" y="241515"/>
                  </a:lnTo>
                  <a:lnTo>
                    <a:pt x="1375206" y="252056"/>
                  </a:lnTo>
                  <a:lnTo>
                    <a:pt x="1380490" y="252056"/>
                  </a:lnTo>
                  <a:lnTo>
                    <a:pt x="1382560" y="248653"/>
                  </a:lnTo>
                  <a:lnTo>
                    <a:pt x="1374135" y="241515"/>
                  </a:lnTo>
                  <a:close/>
                </a:path>
                <a:path w="2951479" h="431800">
                  <a:moveTo>
                    <a:pt x="1432966" y="228599"/>
                  </a:moveTo>
                  <a:lnTo>
                    <a:pt x="1424317" y="228599"/>
                  </a:lnTo>
                  <a:lnTo>
                    <a:pt x="1431620" y="243763"/>
                  </a:lnTo>
                  <a:lnTo>
                    <a:pt x="1424317" y="309130"/>
                  </a:lnTo>
                  <a:lnTo>
                    <a:pt x="1432966" y="309130"/>
                  </a:lnTo>
                  <a:lnTo>
                    <a:pt x="1436966" y="303517"/>
                  </a:lnTo>
                  <a:lnTo>
                    <a:pt x="1445209" y="268858"/>
                  </a:lnTo>
                  <a:lnTo>
                    <a:pt x="1445209" y="260934"/>
                  </a:lnTo>
                  <a:lnTo>
                    <a:pt x="1432966" y="228599"/>
                  </a:lnTo>
                  <a:close/>
                </a:path>
                <a:path w="2951479" h="431800">
                  <a:moveTo>
                    <a:pt x="1471168" y="292341"/>
                  </a:moveTo>
                  <a:lnTo>
                    <a:pt x="1462074" y="292341"/>
                  </a:lnTo>
                  <a:lnTo>
                    <a:pt x="1458810" y="313893"/>
                  </a:lnTo>
                  <a:lnTo>
                    <a:pt x="1464843" y="316966"/>
                  </a:lnTo>
                  <a:lnTo>
                    <a:pt x="1471168" y="292341"/>
                  </a:lnTo>
                  <a:close/>
                </a:path>
                <a:path w="2951479" h="431800">
                  <a:moveTo>
                    <a:pt x="1570393" y="301180"/>
                  </a:moveTo>
                  <a:lnTo>
                    <a:pt x="1529321" y="301180"/>
                  </a:lnTo>
                  <a:lnTo>
                    <a:pt x="1529321" y="309194"/>
                  </a:lnTo>
                  <a:lnTo>
                    <a:pt x="1570393" y="309194"/>
                  </a:lnTo>
                  <a:lnTo>
                    <a:pt x="1570393" y="301180"/>
                  </a:lnTo>
                  <a:close/>
                </a:path>
                <a:path w="2951479" h="431800">
                  <a:moveTo>
                    <a:pt x="1512544" y="252691"/>
                  </a:moveTo>
                  <a:lnTo>
                    <a:pt x="1503426" y="252691"/>
                  </a:lnTo>
                  <a:lnTo>
                    <a:pt x="1503426" y="301180"/>
                  </a:lnTo>
                  <a:lnTo>
                    <a:pt x="1512862" y="301180"/>
                  </a:lnTo>
                  <a:lnTo>
                    <a:pt x="1512862" y="271564"/>
                  </a:lnTo>
                  <a:lnTo>
                    <a:pt x="1522382" y="260388"/>
                  </a:lnTo>
                  <a:lnTo>
                    <a:pt x="1513052" y="260388"/>
                  </a:lnTo>
                  <a:lnTo>
                    <a:pt x="1512544" y="252691"/>
                  </a:lnTo>
                  <a:close/>
                </a:path>
                <a:path w="2951479" h="431800">
                  <a:moveTo>
                    <a:pt x="1529372" y="252183"/>
                  </a:moveTo>
                  <a:lnTo>
                    <a:pt x="1513052" y="260388"/>
                  </a:lnTo>
                  <a:lnTo>
                    <a:pt x="1522382" y="260388"/>
                  </a:lnTo>
                  <a:lnTo>
                    <a:pt x="1529372" y="252183"/>
                  </a:lnTo>
                  <a:close/>
                </a:path>
                <a:path w="2951479" h="431800">
                  <a:moveTo>
                    <a:pt x="1600327" y="234784"/>
                  </a:moveTo>
                  <a:lnTo>
                    <a:pt x="1583131" y="236004"/>
                  </a:lnTo>
                  <a:lnTo>
                    <a:pt x="1578063" y="301180"/>
                  </a:lnTo>
                  <a:lnTo>
                    <a:pt x="1587500" y="301180"/>
                  </a:lnTo>
                  <a:lnTo>
                    <a:pt x="1587500" y="248335"/>
                  </a:lnTo>
                  <a:lnTo>
                    <a:pt x="1600327" y="234784"/>
                  </a:lnTo>
                  <a:close/>
                </a:path>
                <a:path w="2951479" h="431800">
                  <a:moveTo>
                    <a:pt x="1581833" y="252691"/>
                  </a:moveTo>
                  <a:lnTo>
                    <a:pt x="1570545" y="252691"/>
                  </a:lnTo>
                  <a:lnTo>
                    <a:pt x="1570545" y="260261"/>
                  </a:lnTo>
                  <a:lnTo>
                    <a:pt x="1581245" y="260261"/>
                  </a:lnTo>
                  <a:lnTo>
                    <a:pt x="1581833" y="252691"/>
                  </a:lnTo>
                  <a:close/>
                </a:path>
                <a:path w="2951479" h="431800">
                  <a:moveTo>
                    <a:pt x="1597952" y="252691"/>
                  </a:moveTo>
                  <a:lnTo>
                    <a:pt x="1587500" y="252691"/>
                  </a:lnTo>
                  <a:lnTo>
                    <a:pt x="1587500" y="260261"/>
                  </a:lnTo>
                  <a:lnTo>
                    <a:pt x="1597952" y="260261"/>
                  </a:lnTo>
                  <a:lnTo>
                    <a:pt x="1597952" y="252691"/>
                  </a:lnTo>
                  <a:close/>
                </a:path>
                <a:path w="2951479" h="431800">
                  <a:moveTo>
                    <a:pt x="1652282" y="233489"/>
                  </a:moveTo>
                  <a:lnTo>
                    <a:pt x="1643862" y="233489"/>
                  </a:lnTo>
                  <a:lnTo>
                    <a:pt x="1623021" y="310908"/>
                  </a:lnTo>
                  <a:lnTo>
                    <a:pt x="1631454" y="310908"/>
                  </a:lnTo>
                  <a:lnTo>
                    <a:pt x="1652282" y="233489"/>
                  </a:lnTo>
                  <a:close/>
                </a:path>
                <a:path w="2951479" h="431800">
                  <a:moveTo>
                    <a:pt x="1747253" y="301180"/>
                  </a:moveTo>
                  <a:lnTo>
                    <a:pt x="1706181" y="301180"/>
                  </a:lnTo>
                  <a:lnTo>
                    <a:pt x="1706181" y="309194"/>
                  </a:lnTo>
                  <a:lnTo>
                    <a:pt x="1747253" y="309194"/>
                  </a:lnTo>
                  <a:lnTo>
                    <a:pt x="1747253" y="301180"/>
                  </a:lnTo>
                  <a:close/>
                </a:path>
                <a:path w="2951479" h="431800">
                  <a:moveTo>
                    <a:pt x="1689404" y="252691"/>
                  </a:moveTo>
                  <a:lnTo>
                    <a:pt x="1680273" y="252691"/>
                  </a:lnTo>
                  <a:lnTo>
                    <a:pt x="1680273" y="301180"/>
                  </a:lnTo>
                  <a:lnTo>
                    <a:pt x="1689722" y="301180"/>
                  </a:lnTo>
                  <a:lnTo>
                    <a:pt x="1689722" y="271564"/>
                  </a:lnTo>
                  <a:lnTo>
                    <a:pt x="1699243" y="260388"/>
                  </a:lnTo>
                  <a:lnTo>
                    <a:pt x="1689912" y="260388"/>
                  </a:lnTo>
                  <a:lnTo>
                    <a:pt x="1689404" y="252691"/>
                  </a:lnTo>
                  <a:close/>
                </a:path>
                <a:path w="2951479" h="431800">
                  <a:moveTo>
                    <a:pt x="1706232" y="252183"/>
                  </a:moveTo>
                  <a:lnTo>
                    <a:pt x="1689912" y="260388"/>
                  </a:lnTo>
                  <a:lnTo>
                    <a:pt x="1699243" y="260388"/>
                  </a:lnTo>
                  <a:lnTo>
                    <a:pt x="1706232" y="252183"/>
                  </a:lnTo>
                  <a:close/>
                </a:path>
                <a:path w="2951479" h="431800">
                  <a:moveTo>
                    <a:pt x="1777174" y="234784"/>
                  </a:moveTo>
                  <a:lnTo>
                    <a:pt x="1759991" y="236004"/>
                  </a:lnTo>
                  <a:lnTo>
                    <a:pt x="1754924" y="301180"/>
                  </a:lnTo>
                  <a:lnTo>
                    <a:pt x="1764360" y="301180"/>
                  </a:lnTo>
                  <a:lnTo>
                    <a:pt x="1764360" y="248335"/>
                  </a:lnTo>
                  <a:lnTo>
                    <a:pt x="1777174" y="234784"/>
                  </a:lnTo>
                  <a:close/>
                </a:path>
                <a:path w="2951479" h="431800">
                  <a:moveTo>
                    <a:pt x="1758693" y="252691"/>
                  </a:moveTo>
                  <a:lnTo>
                    <a:pt x="1747405" y="252691"/>
                  </a:lnTo>
                  <a:lnTo>
                    <a:pt x="1747405" y="260261"/>
                  </a:lnTo>
                  <a:lnTo>
                    <a:pt x="1758105" y="260261"/>
                  </a:lnTo>
                  <a:lnTo>
                    <a:pt x="1758693" y="252691"/>
                  </a:lnTo>
                  <a:close/>
                </a:path>
                <a:path w="2951479" h="431800">
                  <a:moveTo>
                    <a:pt x="1774812" y="252691"/>
                  </a:moveTo>
                  <a:lnTo>
                    <a:pt x="1764360" y="252691"/>
                  </a:lnTo>
                  <a:lnTo>
                    <a:pt x="1764360" y="260261"/>
                  </a:lnTo>
                  <a:lnTo>
                    <a:pt x="1774812" y="260261"/>
                  </a:lnTo>
                  <a:lnTo>
                    <a:pt x="1774812" y="252691"/>
                  </a:lnTo>
                  <a:close/>
                </a:path>
                <a:path w="2951479" h="431800">
                  <a:moveTo>
                    <a:pt x="1789938" y="236524"/>
                  </a:moveTo>
                  <a:lnTo>
                    <a:pt x="1782102" y="236524"/>
                  </a:lnTo>
                  <a:lnTo>
                    <a:pt x="1782102" y="259537"/>
                  </a:lnTo>
                  <a:lnTo>
                    <a:pt x="1789938" y="259537"/>
                  </a:lnTo>
                  <a:lnTo>
                    <a:pt x="1789938" y="236524"/>
                  </a:lnTo>
                  <a:close/>
                </a:path>
                <a:path w="2951479" h="431800">
                  <a:moveTo>
                    <a:pt x="1865579" y="261848"/>
                  </a:moveTo>
                  <a:lnTo>
                    <a:pt x="1825129" y="261848"/>
                  </a:lnTo>
                  <a:lnTo>
                    <a:pt x="1825129" y="270141"/>
                  </a:lnTo>
                  <a:lnTo>
                    <a:pt x="1865579" y="270141"/>
                  </a:lnTo>
                  <a:lnTo>
                    <a:pt x="1865579" y="261848"/>
                  </a:lnTo>
                  <a:close/>
                </a:path>
                <a:path w="2951479" h="431800">
                  <a:moveTo>
                    <a:pt x="1865579" y="281292"/>
                  </a:moveTo>
                  <a:lnTo>
                    <a:pt x="1825129" y="281292"/>
                  </a:lnTo>
                  <a:lnTo>
                    <a:pt x="1825129" y="289598"/>
                  </a:lnTo>
                  <a:lnTo>
                    <a:pt x="1865579" y="289598"/>
                  </a:lnTo>
                  <a:lnTo>
                    <a:pt x="1865579" y="281292"/>
                  </a:lnTo>
                  <a:close/>
                </a:path>
                <a:path w="2951479" h="431800">
                  <a:moveTo>
                    <a:pt x="1910410" y="252691"/>
                  </a:moveTo>
                  <a:lnTo>
                    <a:pt x="1901278" y="252691"/>
                  </a:lnTo>
                  <a:lnTo>
                    <a:pt x="1901278" y="301180"/>
                  </a:lnTo>
                  <a:lnTo>
                    <a:pt x="1910715" y="301180"/>
                  </a:lnTo>
                  <a:lnTo>
                    <a:pt x="1910715" y="271564"/>
                  </a:lnTo>
                  <a:lnTo>
                    <a:pt x="1920243" y="260388"/>
                  </a:lnTo>
                  <a:lnTo>
                    <a:pt x="1910905" y="260388"/>
                  </a:lnTo>
                  <a:lnTo>
                    <a:pt x="1910410" y="252691"/>
                  </a:lnTo>
                  <a:close/>
                </a:path>
                <a:path w="2951479" h="431800">
                  <a:moveTo>
                    <a:pt x="1927237" y="252183"/>
                  </a:moveTo>
                  <a:lnTo>
                    <a:pt x="1910905" y="260388"/>
                  </a:lnTo>
                  <a:lnTo>
                    <a:pt x="1920243" y="260388"/>
                  </a:lnTo>
                  <a:lnTo>
                    <a:pt x="1927237" y="252183"/>
                  </a:lnTo>
                  <a:close/>
                </a:path>
                <a:path w="2951479" h="431800">
                  <a:moveTo>
                    <a:pt x="1943684" y="253123"/>
                  </a:moveTo>
                  <a:lnTo>
                    <a:pt x="1930628" y="267906"/>
                  </a:lnTo>
                  <a:lnTo>
                    <a:pt x="1934362" y="294144"/>
                  </a:lnTo>
                  <a:lnTo>
                    <a:pt x="1952790" y="302158"/>
                  </a:lnTo>
                  <a:lnTo>
                    <a:pt x="1956320" y="302158"/>
                  </a:lnTo>
                  <a:lnTo>
                    <a:pt x="1966241" y="294360"/>
                  </a:lnTo>
                  <a:lnTo>
                    <a:pt x="1950123" y="294360"/>
                  </a:lnTo>
                  <a:lnTo>
                    <a:pt x="1942396" y="279780"/>
                  </a:lnTo>
                  <a:lnTo>
                    <a:pt x="1935048" y="279780"/>
                  </a:lnTo>
                  <a:lnTo>
                    <a:pt x="1935048" y="272707"/>
                  </a:lnTo>
                  <a:lnTo>
                    <a:pt x="1939654" y="272707"/>
                  </a:lnTo>
                  <a:lnTo>
                    <a:pt x="1947214" y="260502"/>
                  </a:lnTo>
                  <a:lnTo>
                    <a:pt x="1965778" y="260502"/>
                  </a:lnTo>
                  <a:lnTo>
                    <a:pt x="1943684" y="253123"/>
                  </a:lnTo>
                  <a:close/>
                </a:path>
                <a:path w="2951479" h="431800">
                  <a:moveTo>
                    <a:pt x="1964054" y="287451"/>
                  </a:moveTo>
                  <a:lnTo>
                    <a:pt x="1950123" y="294360"/>
                  </a:lnTo>
                  <a:lnTo>
                    <a:pt x="1966241" y="294360"/>
                  </a:lnTo>
                  <a:lnTo>
                    <a:pt x="1972995" y="289051"/>
                  </a:lnTo>
                  <a:lnTo>
                    <a:pt x="1964054" y="287451"/>
                  </a:lnTo>
                  <a:close/>
                </a:path>
                <a:path w="2951479" h="431800">
                  <a:moveTo>
                    <a:pt x="1939654" y="272707"/>
                  </a:moveTo>
                  <a:lnTo>
                    <a:pt x="1935048" y="272707"/>
                  </a:lnTo>
                  <a:lnTo>
                    <a:pt x="1935048" y="279780"/>
                  </a:lnTo>
                  <a:lnTo>
                    <a:pt x="1942396" y="279780"/>
                  </a:lnTo>
                  <a:lnTo>
                    <a:pt x="1939112" y="273583"/>
                  </a:lnTo>
                  <a:lnTo>
                    <a:pt x="1939654" y="272707"/>
                  </a:lnTo>
                  <a:close/>
                </a:path>
                <a:path w="2951479" h="431800">
                  <a:moveTo>
                    <a:pt x="1965778" y="260502"/>
                  </a:moveTo>
                  <a:lnTo>
                    <a:pt x="1947214" y="260502"/>
                  </a:lnTo>
                  <a:lnTo>
                    <a:pt x="1964334" y="272707"/>
                  </a:lnTo>
                  <a:lnTo>
                    <a:pt x="1939654" y="272707"/>
                  </a:lnTo>
                  <a:lnTo>
                    <a:pt x="1939112" y="273583"/>
                  </a:lnTo>
                  <a:lnTo>
                    <a:pt x="1942396" y="279780"/>
                  </a:lnTo>
                  <a:lnTo>
                    <a:pt x="1973592" y="279780"/>
                  </a:lnTo>
                  <a:lnTo>
                    <a:pt x="1970646" y="262127"/>
                  </a:lnTo>
                  <a:lnTo>
                    <a:pt x="1965778" y="260502"/>
                  </a:lnTo>
                  <a:close/>
                </a:path>
                <a:path w="2951479" h="431800">
                  <a:moveTo>
                    <a:pt x="2007730" y="234784"/>
                  </a:moveTo>
                  <a:lnTo>
                    <a:pt x="1990547" y="236004"/>
                  </a:lnTo>
                  <a:lnTo>
                    <a:pt x="1985467" y="301180"/>
                  </a:lnTo>
                  <a:lnTo>
                    <a:pt x="1994915" y="301180"/>
                  </a:lnTo>
                  <a:lnTo>
                    <a:pt x="1994915" y="248335"/>
                  </a:lnTo>
                  <a:lnTo>
                    <a:pt x="2007730" y="234784"/>
                  </a:lnTo>
                  <a:close/>
                </a:path>
                <a:path w="2951479" h="431800">
                  <a:moveTo>
                    <a:pt x="1989246" y="252691"/>
                  </a:moveTo>
                  <a:lnTo>
                    <a:pt x="1977961" y="252691"/>
                  </a:lnTo>
                  <a:lnTo>
                    <a:pt x="1977961" y="260261"/>
                  </a:lnTo>
                  <a:lnTo>
                    <a:pt x="1988656" y="260261"/>
                  </a:lnTo>
                  <a:lnTo>
                    <a:pt x="1989246" y="252691"/>
                  </a:lnTo>
                  <a:close/>
                </a:path>
                <a:path w="2951479" h="431800">
                  <a:moveTo>
                    <a:pt x="2005368" y="252691"/>
                  </a:moveTo>
                  <a:lnTo>
                    <a:pt x="1994915" y="252691"/>
                  </a:lnTo>
                  <a:lnTo>
                    <a:pt x="1994915" y="260261"/>
                  </a:lnTo>
                  <a:lnTo>
                    <a:pt x="2005368" y="260261"/>
                  </a:lnTo>
                  <a:lnTo>
                    <a:pt x="2005368" y="252691"/>
                  </a:lnTo>
                  <a:close/>
                </a:path>
                <a:path w="2951479" h="431800">
                  <a:moveTo>
                    <a:pt x="2022767" y="252691"/>
                  </a:moveTo>
                  <a:lnTo>
                    <a:pt x="2013318" y="252691"/>
                  </a:lnTo>
                  <a:lnTo>
                    <a:pt x="2013818" y="281076"/>
                  </a:lnTo>
                  <a:lnTo>
                    <a:pt x="2013866" y="283832"/>
                  </a:lnTo>
                  <a:lnTo>
                    <a:pt x="2013991" y="290893"/>
                  </a:lnTo>
                  <a:lnTo>
                    <a:pt x="2032876" y="301815"/>
                  </a:lnTo>
                  <a:lnTo>
                    <a:pt x="2043722" y="292785"/>
                  </a:lnTo>
                  <a:lnTo>
                    <a:pt x="2053513" y="292785"/>
                  </a:lnTo>
                  <a:lnTo>
                    <a:pt x="2053513" y="292252"/>
                  </a:lnTo>
                  <a:lnTo>
                    <a:pt x="2027339" y="292252"/>
                  </a:lnTo>
                  <a:lnTo>
                    <a:pt x="2022767" y="252691"/>
                  </a:lnTo>
                  <a:close/>
                </a:path>
                <a:path w="2951479" h="431800">
                  <a:moveTo>
                    <a:pt x="2053513" y="292785"/>
                  </a:moveTo>
                  <a:lnTo>
                    <a:pt x="2043722" y="292785"/>
                  </a:lnTo>
                  <a:lnTo>
                    <a:pt x="2044230" y="301180"/>
                  </a:lnTo>
                  <a:lnTo>
                    <a:pt x="2053513" y="301180"/>
                  </a:lnTo>
                  <a:lnTo>
                    <a:pt x="2053513" y="292785"/>
                  </a:lnTo>
                  <a:close/>
                </a:path>
                <a:path w="2951479" h="431800">
                  <a:moveTo>
                    <a:pt x="2053513" y="252691"/>
                  </a:moveTo>
                  <a:lnTo>
                    <a:pt x="2044039" y="252691"/>
                  </a:lnTo>
                  <a:lnTo>
                    <a:pt x="2044065" y="283832"/>
                  </a:lnTo>
                  <a:lnTo>
                    <a:pt x="2027339" y="292252"/>
                  </a:lnTo>
                  <a:lnTo>
                    <a:pt x="2053513" y="292252"/>
                  </a:lnTo>
                  <a:lnTo>
                    <a:pt x="2053513" y="252691"/>
                  </a:lnTo>
                  <a:close/>
                </a:path>
                <a:path w="2951479" h="431800">
                  <a:moveTo>
                    <a:pt x="2091778" y="253199"/>
                  </a:moveTo>
                  <a:lnTo>
                    <a:pt x="2069896" y="255092"/>
                  </a:lnTo>
                  <a:lnTo>
                    <a:pt x="2064765" y="272719"/>
                  </a:lnTo>
                  <a:lnTo>
                    <a:pt x="2087473" y="282232"/>
                  </a:lnTo>
                  <a:lnTo>
                    <a:pt x="2071395" y="287350"/>
                  </a:lnTo>
                  <a:lnTo>
                    <a:pt x="2062264" y="288747"/>
                  </a:lnTo>
                  <a:lnTo>
                    <a:pt x="2063051" y="293039"/>
                  </a:lnTo>
                  <a:lnTo>
                    <a:pt x="2072017" y="301002"/>
                  </a:lnTo>
                  <a:lnTo>
                    <a:pt x="2095182" y="298945"/>
                  </a:lnTo>
                  <a:lnTo>
                    <a:pt x="2100605" y="280949"/>
                  </a:lnTo>
                  <a:lnTo>
                    <a:pt x="2078062" y="271627"/>
                  </a:lnTo>
                  <a:lnTo>
                    <a:pt x="2100757" y="264528"/>
                  </a:lnTo>
                  <a:lnTo>
                    <a:pt x="2091778" y="253199"/>
                  </a:lnTo>
                  <a:close/>
                </a:path>
                <a:path w="2951479" h="431800">
                  <a:moveTo>
                    <a:pt x="2122093" y="253123"/>
                  </a:moveTo>
                  <a:lnTo>
                    <a:pt x="2109050" y="267906"/>
                  </a:lnTo>
                  <a:lnTo>
                    <a:pt x="2112772" y="294144"/>
                  </a:lnTo>
                  <a:lnTo>
                    <a:pt x="2131199" y="302158"/>
                  </a:lnTo>
                  <a:lnTo>
                    <a:pt x="2134730" y="302158"/>
                  </a:lnTo>
                  <a:lnTo>
                    <a:pt x="2144651" y="294360"/>
                  </a:lnTo>
                  <a:lnTo>
                    <a:pt x="2128532" y="294360"/>
                  </a:lnTo>
                  <a:lnTo>
                    <a:pt x="2120815" y="279780"/>
                  </a:lnTo>
                  <a:lnTo>
                    <a:pt x="2113457" y="279780"/>
                  </a:lnTo>
                  <a:lnTo>
                    <a:pt x="2113457" y="272707"/>
                  </a:lnTo>
                  <a:lnTo>
                    <a:pt x="2118077" y="272707"/>
                  </a:lnTo>
                  <a:lnTo>
                    <a:pt x="2125637" y="260502"/>
                  </a:lnTo>
                  <a:lnTo>
                    <a:pt x="2144188" y="260502"/>
                  </a:lnTo>
                  <a:lnTo>
                    <a:pt x="2122093" y="253123"/>
                  </a:lnTo>
                  <a:close/>
                </a:path>
                <a:path w="2951479" h="431800">
                  <a:moveTo>
                    <a:pt x="2142464" y="287451"/>
                  </a:moveTo>
                  <a:lnTo>
                    <a:pt x="2128532" y="294360"/>
                  </a:lnTo>
                  <a:lnTo>
                    <a:pt x="2144651" y="294360"/>
                  </a:lnTo>
                  <a:lnTo>
                    <a:pt x="2151405" y="289051"/>
                  </a:lnTo>
                  <a:lnTo>
                    <a:pt x="2142464" y="287451"/>
                  </a:lnTo>
                  <a:close/>
                </a:path>
                <a:path w="2951479" h="431800">
                  <a:moveTo>
                    <a:pt x="2118077" y="272707"/>
                  </a:moveTo>
                  <a:lnTo>
                    <a:pt x="2113457" y="272707"/>
                  </a:lnTo>
                  <a:lnTo>
                    <a:pt x="2113457" y="279780"/>
                  </a:lnTo>
                  <a:lnTo>
                    <a:pt x="2120815" y="279780"/>
                  </a:lnTo>
                  <a:lnTo>
                    <a:pt x="2117534" y="273583"/>
                  </a:lnTo>
                  <a:lnTo>
                    <a:pt x="2118077" y="272707"/>
                  </a:lnTo>
                  <a:close/>
                </a:path>
                <a:path w="2951479" h="431800">
                  <a:moveTo>
                    <a:pt x="2144188" y="260502"/>
                  </a:moveTo>
                  <a:lnTo>
                    <a:pt x="2125637" y="260502"/>
                  </a:lnTo>
                  <a:lnTo>
                    <a:pt x="2142756" y="272707"/>
                  </a:lnTo>
                  <a:lnTo>
                    <a:pt x="2118077" y="272707"/>
                  </a:lnTo>
                  <a:lnTo>
                    <a:pt x="2117534" y="273583"/>
                  </a:lnTo>
                  <a:lnTo>
                    <a:pt x="2120815" y="279780"/>
                  </a:lnTo>
                  <a:lnTo>
                    <a:pt x="2152002" y="279780"/>
                  </a:lnTo>
                  <a:lnTo>
                    <a:pt x="2149055" y="262127"/>
                  </a:lnTo>
                  <a:lnTo>
                    <a:pt x="2144188" y="260502"/>
                  </a:lnTo>
                  <a:close/>
                </a:path>
                <a:path w="2951479" h="431800">
                  <a:moveTo>
                    <a:pt x="2169820" y="252691"/>
                  </a:moveTo>
                  <a:lnTo>
                    <a:pt x="2160701" y="252691"/>
                  </a:lnTo>
                  <a:lnTo>
                    <a:pt x="2160701" y="301180"/>
                  </a:lnTo>
                  <a:lnTo>
                    <a:pt x="2170137" y="301180"/>
                  </a:lnTo>
                  <a:lnTo>
                    <a:pt x="2170137" y="271564"/>
                  </a:lnTo>
                  <a:lnTo>
                    <a:pt x="2179658" y="260388"/>
                  </a:lnTo>
                  <a:lnTo>
                    <a:pt x="2170328" y="260388"/>
                  </a:lnTo>
                  <a:lnTo>
                    <a:pt x="2169820" y="252691"/>
                  </a:lnTo>
                  <a:close/>
                </a:path>
                <a:path w="2951479" h="431800">
                  <a:moveTo>
                    <a:pt x="2186647" y="252183"/>
                  </a:moveTo>
                  <a:lnTo>
                    <a:pt x="2170328" y="260388"/>
                  </a:lnTo>
                  <a:lnTo>
                    <a:pt x="2179658" y="260388"/>
                  </a:lnTo>
                  <a:lnTo>
                    <a:pt x="2186647" y="252183"/>
                  </a:lnTo>
                  <a:close/>
                </a:path>
                <a:path w="2951479" h="431800">
                  <a:moveTo>
                    <a:pt x="2215553" y="236524"/>
                  </a:moveTo>
                  <a:lnTo>
                    <a:pt x="2215553" y="301180"/>
                  </a:lnTo>
                  <a:lnTo>
                    <a:pt x="2225306" y="301180"/>
                  </a:lnTo>
                  <a:lnTo>
                    <a:pt x="2225306" y="276720"/>
                  </a:lnTo>
                  <a:lnTo>
                    <a:pt x="2221103" y="276720"/>
                  </a:lnTo>
                  <a:lnTo>
                    <a:pt x="2221103" y="268312"/>
                  </a:lnTo>
                  <a:lnTo>
                    <a:pt x="2225306" y="267041"/>
                  </a:lnTo>
                  <a:lnTo>
                    <a:pt x="2225306" y="244894"/>
                  </a:lnTo>
                  <a:lnTo>
                    <a:pt x="2255386" y="244894"/>
                  </a:lnTo>
                  <a:lnTo>
                    <a:pt x="2254389" y="240842"/>
                  </a:lnTo>
                  <a:lnTo>
                    <a:pt x="2215553" y="236524"/>
                  </a:lnTo>
                  <a:close/>
                </a:path>
                <a:path w="2951479" h="431800">
                  <a:moveTo>
                    <a:pt x="2247468" y="272008"/>
                  </a:moveTo>
                  <a:lnTo>
                    <a:pt x="2236673" y="272008"/>
                  </a:lnTo>
                  <a:lnTo>
                    <a:pt x="2252319" y="301180"/>
                  </a:lnTo>
                  <a:lnTo>
                    <a:pt x="2263432" y="301180"/>
                  </a:lnTo>
                  <a:lnTo>
                    <a:pt x="2250046" y="276720"/>
                  </a:lnTo>
                  <a:lnTo>
                    <a:pt x="2243569" y="276720"/>
                  </a:lnTo>
                  <a:lnTo>
                    <a:pt x="2248155" y="273265"/>
                  </a:lnTo>
                  <a:lnTo>
                    <a:pt x="2247468" y="272008"/>
                  </a:lnTo>
                  <a:close/>
                </a:path>
                <a:path w="2951479" h="431800">
                  <a:moveTo>
                    <a:pt x="2225306" y="267041"/>
                  </a:moveTo>
                  <a:lnTo>
                    <a:pt x="2221103" y="268312"/>
                  </a:lnTo>
                  <a:lnTo>
                    <a:pt x="2221103" y="276720"/>
                  </a:lnTo>
                  <a:lnTo>
                    <a:pt x="2225306" y="276720"/>
                  </a:lnTo>
                  <a:lnTo>
                    <a:pt x="2225306" y="267041"/>
                  </a:lnTo>
                  <a:close/>
                </a:path>
                <a:path w="2951479" h="431800">
                  <a:moveTo>
                    <a:pt x="2255386" y="244894"/>
                  </a:moveTo>
                  <a:lnTo>
                    <a:pt x="2240775" y="244894"/>
                  </a:lnTo>
                  <a:lnTo>
                    <a:pt x="2251163" y="259219"/>
                  </a:lnTo>
                  <a:lnTo>
                    <a:pt x="2225306" y="267041"/>
                  </a:lnTo>
                  <a:lnTo>
                    <a:pt x="2225306" y="276720"/>
                  </a:lnTo>
                  <a:lnTo>
                    <a:pt x="2239200" y="276720"/>
                  </a:lnTo>
                  <a:lnTo>
                    <a:pt x="2236673" y="272008"/>
                  </a:lnTo>
                  <a:lnTo>
                    <a:pt x="2249824" y="272008"/>
                  </a:lnTo>
                  <a:lnTo>
                    <a:pt x="2260142" y="264236"/>
                  </a:lnTo>
                  <a:lnTo>
                    <a:pt x="2255386" y="244894"/>
                  </a:lnTo>
                  <a:close/>
                </a:path>
                <a:path w="2951479" h="431800">
                  <a:moveTo>
                    <a:pt x="2248155" y="273265"/>
                  </a:moveTo>
                  <a:lnTo>
                    <a:pt x="2243569" y="276720"/>
                  </a:lnTo>
                  <a:lnTo>
                    <a:pt x="2250046" y="276720"/>
                  </a:lnTo>
                  <a:lnTo>
                    <a:pt x="2248155" y="273265"/>
                  </a:lnTo>
                  <a:close/>
                </a:path>
                <a:path w="2951479" h="431800">
                  <a:moveTo>
                    <a:pt x="2249824" y="272008"/>
                  </a:moveTo>
                  <a:lnTo>
                    <a:pt x="2247468" y="272008"/>
                  </a:lnTo>
                  <a:lnTo>
                    <a:pt x="2248155" y="273265"/>
                  </a:lnTo>
                  <a:lnTo>
                    <a:pt x="2249824" y="272008"/>
                  </a:lnTo>
                  <a:close/>
                </a:path>
                <a:path w="2951479" h="431800">
                  <a:moveTo>
                    <a:pt x="2297747" y="244919"/>
                  </a:moveTo>
                  <a:lnTo>
                    <a:pt x="2288019" y="244919"/>
                  </a:lnTo>
                  <a:lnTo>
                    <a:pt x="2288019" y="301180"/>
                  </a:lnTo>
                  <a:lnTo>
                    <a:pt x="2297747" y="301180"/>
                  </a:lnTo>
                  <a:lnTo>
                    <a:pt x="2297747" y="244919"/>
                  </a:lnTo>
                  <a:close/>
                </a:path>
                <a:path w="2951479" h="431800">
                  <a:moveTo>
                    <a:pt x="2317915" y="236524"/>
                  </a:moveTo>
                  <a:lnTo>
                    <a:pt x="2267877" y="236524"/>
                  </a:lnTo>
                  <a:lnTo>
                    <a:pt x="2267877" y="244919"/>
                  </a:lnTo>
                  <a:lnTo>
                    <a:pt x="2317915" y="244919"/>
                  </a:lnTo>
                  <a:lnTo>
                    <a:pt x="2317915" y="236524"/>
                  </a:lnTo>
                  <a:close/>
                </a:path>
                <a:path w="2951479" h="431800">
                  <a:moveTo>
                    <a:pt x="2345880" y="235635"/>
                  </a:moveTo>
                  <a:lnTo>
                    <a:pt x="2328646" y="246113"/>
                  </a:lnTo>
                  <a:lnTo>
                    <a:pt x="2322334" y="275729"/>
                  </a:lnTo>
                  <a:lnTo>
                    <a:pt x="2332101" y="295414"/>
                  </a:lnTo>
                  <a:lnTo>
                    <a:pt x="2357056" y="302069"/>
                  </a:lnTo>
                  <a:lnTo>
                    <a:pt x="2373220" y="292239"/>
                  </a:lnTo>
                  <a:lnTo>
                    <a:pt x="2358491" y="292239"/>
                  </a:lnTo>
                  <a:lnTo>
                    <a:pt x="2338578" y="288505"/>
                  </a:lnTo>
                  <a:lnTo>
                    <a:pt x="2332024" y="263588"/>
                  </a:lnTo>
                  <a:lnTo>
                    <a:pt x="2344420" y="245478"/>
                  </a:lnTo>
                  <a:lnTo>
                    <a:pt x="2372388" y="245478"/>
                  </a:lnTo>
                  <a:lnTo>
                    <a:pt x="2370810" y="242303"/>
                  </a:lnTo>
                  <a:lnTo>
                    <a:pt x="2345880" y="235635"/>
                  </a:lnTo>
                  <a:close/>
                </a:path>
                <a:path w="2951479" h="431800">
                  <a:moveTo>
                    <a:pt x="2372388" y="245478"/>
                  </a:moveTo>
                  <a:lnTo>
                    <a:pt x="2344420" y="245478"/>
                  </a:lnTo>
                  <a:lnTo>
                    <a:pt x="2364358" y="249212"/>
                  </a:lnTo>
                  <a:lnTo>
                    <a:pt x="2370924" y="268858"/>
                  </a:lnTo>
                  <a:lnTo>
                    <a:pt x="2370924" y="274116"/>
                  </a:lnTo>
                  <a:lnTo>
                    <a:pt x="2358491" y="292239"/>
                  </a:lnTo>
                  <a:lnTo>
                    <a:pt x="2373220" y="292239"/>
                  </a:lnTo>
                  <a:lnTo>
                    <a:pt x="2374265" y="291604"/>
                  </a:lnTo>
                  <a:lnTo>
                    <a:pt x="2380576" y="268858"/>
                  </a:lnTo>
                  <a:lnTo>
                    <a:pt x="2380576" y="261950"/>
                  </a:lnTo>
                  <a:lnTo>
                    <a:pt x="2372388" y="245478"/>
                  </a:lnTo>
                  <a:close/>
                </a:path>
                <a:path w="2951479" h="431800">
                  <a:moveTo>
                    <a:pt x="2431652" y="293636"/>
                  </a:moveTo>
                  <a:lnTo>
                    <a:pt x="2421928" y="293636"/>
                  </a:lnTo>
                  <a:lnTo>
                    <a:pt x="2440647" y="302132"/>
                  </a:lnTo>
                  <a:lnTo>
                    <a:pt x="2448759" y="294081"/>
                  </a:lnTo>
                  <a:lnTo>
                    <a:pt x="2431910" y="294081"/>
                  </a:lnTo>
                  <a:lnTo>
                    <a:pt x="2431652" y="293636"/>
                  </a:lnTo>
                  <a:close/>
                </a:path>
                <a:path w="2951479" h="431800">
                  <a:moveTo>
                    <a:pt x="2422156" y="236524"/>
                  </a:moveTo>
                  <a:lnTo>
                    <a:pt x="2412720" y="236524"/>
                  </a:lnTo>
                  <a:lnTo>
                    <a:pt x="2412720" y="301180"/>
                  </a:lnTo>
                  <a:lnTo>
                    <a:pt x="2421928" y="301180"/>
                  </a:lnTo>
                  <a:lnTo>
                    <a:pt x="2421928" y="293636"/>
                  </a:lnTo>
                  <a:lnTo>
                    <a:pt x="2431652" y="293636"/>
                  </a:lnTo>
                  <a:lnTo>
                    <a:pt x="2421966" y="276936"/>
                  </a:lnTo>
                  <a:lnTo>
                    <a:pt x="2421966" y="273570"/>
                  </a:lnTo>
                  <a:lnTo>
                    <a:pt x="2437460" y="260070"/>
                  </a:lnTo>
                  <a:lnTo>
                    <a:pt x="2450808" y="260070"/>
                  </a:lnTo>
                  <a:lnTo>
                    <a:pt x="2450198" y="257009"/>
                  </a:lnTo>
                  <a:lnTo>
                    <a:pt x="2431211" y="252564"/>
                  </a:lnTo>
                  <a:lnTo>
                    <a:pt x="2422156" y="236524"/>
                  </a:lnTo>
                  <a:close/>
                </a:path>
                <a:path w="2951479" h="431800">
                  <a:moveTo>
                    <a:pt x="2450808" y="260070"/>
                  </a:moveTo>
                  <a:lnTo>
                    <a:pt x="2437460" y="260070"/>
                  </a:lnTo>
                  <a:lnTo>
                    <a:pt x="2447467" y="280174"/>
                  </a:lnTo>
                  <a:lnTo>
                    <a:pt x="2431910" y="294081"/>
                  </a:lnTo>
                  <a:lnTo>
                    <a:pt x="2448759" y="294081"/>
                  </a:lnTo>
                  <a:lnTo>
                    <a:pt x="2456129" y="286765"/>
                  </a:lnTo>
                  <a:lnTo>
                    <a:pt x="2450808" y="260070"/>
                  </a:lnTo>
                  <a:close/>
                </a:path>
                <a:path w="2951479" h="431800">
                  <a:moveTo>
                    <a:pt x="2481554" y="252056"/>
                  </a:moveTo>
                  <a:lnTo>
                    <a:pt x="2464574" y="267906"/>
                  </a:lnTo>
                  <a:lnTo>
                    <a:pt x="2468295" y="294144"/>
                  </a:lnTo>
                  <a:lnTo>
                    <a:pt x="2486723" y="302158"/>
                  </a:lnTo>
                  <a:lnTo>
                    <a:pt x="2490266" y="302158"/>
                  </a:lnTo>
                  <a:lnTo>
                    <a:pt x="2500180" y="294360"/>
                  </a:lnTo>
                  <a:lnTo>
                    <a:pt x="2484069" y="294360"/>
                  </a:lnTo>
                  <a:lnTo>
                    <a:pt x="2476342" y="279780"/>
                  </a:lnTo>
                  <a:lnTo>
                    <a:pt x="2468981" y="279780"/>
                  </a:lnTo>
                  <a:lnTo>
                    <a:pt x="2468981" y="272707"/>
                  </a:lnTo>
                  <a:lnTo>
                    <a:pt x="2473601" y="272707"/>
                  </a:lnTo>
                  <a:lnTo>
                    <a:pt x="2481160" y="260502"/>
                  </a:lnTo>
                  <a:lnTo>
                    <a:pt x="2500863" y="260502"/>
                  </a:lnTo>
                  <a:lnTo>
                    <a:pt x="2481554" y="252056"/>
                  </a:lnTo>
                  <a:close/>
                </a:path>
                <a:path w="2951479" h="431800">
                  <a:moveTo>
                    <a:pt x="2498001" y="287451"/>
                  </a:moveTo>
                  <a:lnTo>
                    <a:pt x="2484069" y="294360"/>
                  </a:lnTo>
                  <a:lnTo>
                    <a:pt x="2500180" y="294360"/>
                  </a:lnTo>
                  <a:lnTo>
                    <a:pt x="2506929" y="289051"/>
                  </a:lnTo>
                  <a:lnTo>
                    <a:pt x="2498001" y="287451"/>
                  </a:lnTo>
                  <a:close/>
                </a:path>
                <a:path w="2951479" h="431800">
                  <a:moveTo>
                    <a:pt x="2473601" y="272707"/>
                  </a:moveTo>
                  <a:lnTo>
                    <a:pt x="2468981" y="272707"/>
                  </a:lnTo>
                  <a:lnTo>
                    <a:pt x="2468981" y="279780"/>
                  </a:lnTo>
                  <a:lnTo>
                    <a:pt x="2476342" y="279780"/>
                  </a:lnTo>
                  <a:lnTo>
                    <a:pt x="2473058" y="273583"/>
                  </a:lnTo>
                  <a:lnTo>
                    <a:pt x="2473601" y="272707"/>
                  </a:lnTo>
                  <a:close/>
                </a:path>
                <a:path w="2951479" h="431800">
                  <a:moveTo>
                    <a:pt x="2500863" y="260502"/>
                  </a:moveTo>
                  <a:lnTo>
                    <a:pt x="2481160" y="260502"/>
                  </a:lnTo>
                  <a:lnTo>
                    <a:pt x="2498280" y="272707"/>
                  </a:lnTo>
                  <a:lnTo>
                    <a:pt x="2473601" y="272707"/>
                  </a:lnTo>
                  <a:lnTo>
                    <a:pt x="2473058" y="273583"/>
                  </a:lnTo>
                  <a:lnTo>
                    <a:pt x="2476342" y="279780"/>
                  </a:lnTo>
                  <a:lnTo>
                    <a:pt x="2507526" y="279780"/>
                  </a:lnTo>
                  <a:lnTo>
                    <a:pt x="2504579" y="262127"/>
                  </a:lnTo>
                  <a:lnTo>
                    <a:pt x="2500863" y="260502"/>
                  </a:lnTo>
                  <a:close/>
                </a:path>
                <a:path w="2951479" h="431800">
                  <a:moveTo>
                    <a:pt x="2541676" y="234784"/>
                  </a:moveTo>
                  <a:lnTo>
                    <a:pt x="2524493" y="236004"/>
                  </a:lnTo>
                  <a:lnTo>
                    <a:pt x="2519413" y="301180"/>
                  </a:lnTo>
                  <a:lnTo>
                    <a:pt x="2528849" y="301180"/>
                  </a:lnTo>
                  <a:lnTo>
                    <a:pt x="2528849" y="248335"/>
                  </a:lnTo>
                  <a:lnTo>
                    <a:pt x="2541676" y="234784"/>
                  </a:lnTo>
                  <a:close/>
                </a:path>
                <a:path w="2951479" h="431800">
                  <a:moveTo>
                    <a:pt x="2523192" y="252691"/>
                  </a:moveTo>
                  <a:lnTo>
                    <a:pt x="2511907" y="252691"/>
                  </a:lnTo>
                  <a:lnTo>
                    <a:pt x="2511907" y="260261"/>
                  </a:lnTo>
                  <a:lnTo>
                    <a:pt x="2522602" y="260261"/>
                  </a:lnTo>
                  <a:lnTo>
                    <a:pt x="2523192" y="252691"/>
                  </a:lnTo>
                  <a:close/>
                </a:path>
                <a:path w="2951479" h="431800">
                  <a:moveTo>
                    <a:pt x="2539301" y="252691"/>
                  </a:moveTo>
                  <a:lnTo>
                    <a:pt x="2528849" y="252691"/>
                  </a:lnTo>
                  <a:lnTo>
                    <a:pt x="2528849" y="260261"/>
                  </a:lnTo>
                  <a:lnTo>
                    <a:pt x="2539301" y="260261"/>
                  </a:lnTo>
                  <a:lnTo>
                    <a:pt x="2539301" y="252691"/>
                  </a:lnTo>
                  <a:close/>
                </a:path>
                <a:path w="2951479" h="431800">
                  <a:moveTo>
                    <a:pt x="2557272" y="253098"/>
                  </a:moveTo>
                  <a:lnTo>
                    <a:pt x="2544114" y="267728"/>
                  </a:lnTo>
                  <a:lnTo>
                    <a:pt x="2547861" y="294030"/>
                  </a:lnTo>
                  <a:lnTo>
                    <a:pt x="2565780" y="302158"/>
                  </a:lnTo>
                  <a:lnTo>
                    <a:pt x="2570327" y="302158"/>
                  </a:lnTo>
                  <a:lnTo>
                    <a:pt x="2579012" y="294233"/>
                  </a:lnTo>
                  <a:lnTo>
                    <a:pt x="2562847" y="294233"/>
                  </a:lnTo>
                  <a:lnTo>
                    <a:pt x="2552712" y="274027"/>
                  </a:lnTo>
                  <a:lnTo>
                    <a:pt x="2568752" y="259956"/>
                  </a:lnTo>
                  <a:lnTo>
                    <a:pt x="2581658" y="259956"/>
                  </a:lnTo>
                  <a:lnTo>
                    <a:pt x="2581071" y="257263"/>
                  </a:lnTo>
                  <a:lnTo>
                    <a:pt x="2557272" y="253098"/>
                  </a:lnTo>
                  <a:close/>
                </a:path>
                <a:path w="2951479" h="431800">
                  <a:moveTo>
                    <a:pt x="2581658" y="259956"/>
                  </a:moveTo>
                  <a:lnTo>
                    <a:pt x="2568752" y="259956"/>
                  </a:lnTo>
                  <a:lnTo>
                    <a:pt x="2578379" y="271183"/>
                  </a:lnTo>
                  <a:lnTo>
                    <a:pt x="2565917" y="294030"/>
                  </a:lnTo>
                  <a:lnTo>
                    <a:pt x="2565806" y="294233"/>
                  </a:lnTo>
                  <a:lnTo>
                    <a:pt x="2579012" y="294233"/>
                  </a:lnTo>
                  <a:lnTo>
                    <a:pt x="2587447" y="286537"/>
                  </a:lnTo>
                  <a:lnTo>
                    <a:pt x="2581658" y="259956"/>
                  </a:lnTo>
                  <a:close/>
                </a:path>
                <a:path w="2951479" h="431800">
                  <a:moveTo>
                    <a:pt x="2606268" y="252691"/>
                  </a:moveTo>
                  <a:lnTo>
                    <a:pt x="2597137" y="252691"/>
                  </a:lnTo>
                  <a:lnTo>
                    <a:pt x="2597137" y="301180"/>
                  </a:lnTo>
                  <a:lnTo>
                    <a:pt x="2606586" y="301180"/>
                  </a:lnTo>
                  <a:lnTo>
                    <a:pt x="2606586" y="271564"/>
                  </a:lnTo>
                  <a:lnTo>
                    <a:pt x="2616106" y="260388"/>
                  </a:lnTo>
                  <a:lnTo>
                    <a:pt x="2606776" y="260388"/>
                  </a:lnTo>
                  <a:lnTo>
                    <a:pt x="2606268" y="252691"/>
                  </a:lnTo>
                  <a:close/>
                </a:path>
                <a:path w="2951479" h="431800">
                  <a:moveTo>
                    <a:pt x="2623096" y="252183"/>
                  </a:moveTo>
                  <a:lnTo>
                    <a:pt x="2606776" y="260388"/>
                  </a:lnTo>
                  <a:lnTo>
                    <a:pt x="2616106" y="260388"/>
                  </a:lnTo>
                  <a:lnTo>
                    <a:pt x="2623096" y="252183"/>
                  </a:lnTo>
                  <a:close/>
                </a:path>
                <a:path w="2951479" h="431800">
                  <a:moveTo>
                    <a:pt x="2639542" y="253123"/>
                  </a:moveTo>
                  <a:lnTo>
                    <a:pt x="2626499" y="267906"/>
                  </a:lnTo>
                  <a:lnTo>
                    <a:pt x="2630220" y="294144"/>
                  </a:lnTo>
                  <a:lnTo>
                    <a:pt x="2648648" y="302158"/>
                  </a:lnTo>
                  <a:lnTo>
                    <a:pt x="2652179" y="302158"/>
                  </a:lnTo>
                  <a:lnTo>
                    <a:pt x="2662100" y="294360"/>
                  </a:lnTo>
                  <a:lnTo>
                    <a:pt x="2645981" y="294360"/>
                  </a:lnTo>
                  <a:lnTo>
                    <a:pt x="2638255" y="279780"/>
                  </a:lnTo>
                  <a:lnTo>
                    <a:pt x="2630906" y="279780"/>
                  </a:lnTo>
                  <a:lnTo>
                    <a:pt x="2630906" y="272707"/>
                  </a:lnTo>
                  <a:lnTo>
                    <a:pt x="2635513" y="272707"/>
                  </a:lnTo>
                  <a:lnTo>
                    <a:pt x="2643073" y="260502"/>
                  </a:lnTo>
                  <a:lnTo>
                    <a:pt x="2661637" y="260502"/>
                  </a:lnTo>
                  <a:lnTo>
                    <a:pt x="2639542" y="253123"/>
                  </a:lnTo>
                  <a:close/>
                </a:path>
                <a:path w="2951479" h="431800">
                  <a:moveTo>
                    <a:pt x="2659913" y="287451"/>
                  </a:moveTo>
                  <a:lnTo>
                    <a:pt x="2645981" y="294360"/>
                  </a:lnTo>
                  <a:lnTo>
                    <a:pt x="2662100" y="294360"/>
                  </a:lnTo>
                  <a:lnTo>
                    <a:pt x="2668854" y="289051"/>
                  </a:lnTo>
                  <a:lnTo>
                    <a:pt x="2659913" y="287451"/>
                  </a:lnTo>
                  <a:close/>
                </a:path>
                <a:path w="2951479" h="431800">
                  <a:moveTo>
                    <a:pt x="2635513" y="272707"/>
                  </a:moveTo>
                  <a:lnTo>
                    <a:pt x="2630906" y="272707"/>
                  </a:lnTo>
                  <a:lnTo>
                    <a:pt x="2630906" y="279780"/>
                  </a:lnTo>
                  <a:lnTo>
                    <a:pt x="2638255" y="279780"/>
                  </a:lnTo>
                  <a:lnTo>
                    <a:pt x="2634970" y="273583"/>
                  </a:lnTo>
                  <a:lnTo>
                    <a:pt x="2635513" y="272707"/>
                  </a:lnTo>
                  <a:close/>
                </a:path>
                <a:path w="2951479" h="431800">
                  <a:moveTo>
                    <a:pt x="2661637" y="260502"/>
                  </a:moveTo>
                  <a:lnTo>
                    <a:pt x="2643073" y="260502"/>
                  </a:lnTo>
                  <a:lnTo>
                    <a:pt x="2660205" y="272707"/>
                  </a:lnTo>
                  <a:lnTo>
                    <a:pt x="2635513" y="272707"/>
                  </a:lnTo>
                  <a:lnTo>
                    <a:pt x="2634970" y="273583"/>
                  </a:lnTo>
                  <a:lnTo>
                    <a:pt x="2638255" y="279780"/>
                  </a:lnTo>
                  <a:lnTo>
                    <a:pt x="2669451" y="279780"/>
                  </a:lnTo>
                  <a:lnTo>
                    <a:pt x="2666504" y="262127"/>
                  </a:lnTo>
                  <a:lnTo>
                    <a:pt x="2661637" y="260502"/>
                  </a:lnTo>
                  <a:close/>
                </a:path>
                <a:path w="2951479" h="431800">
                  <a:moveTo>
                    <a:pt x="2724518" y="233489"/>
                  </a:moveTo>
                  <a:lnTo>
                    <a:pt x="2716085" y="233489"/>
                  </a:lnTo>
                  <a:lnTo>
                    <a:pt x="2695257" y="310908"/>
                  </a:lnTo>
                  <a:lnTo>
                    <a:pt x="2703677" y="310908"/>
                  </a:lnTo>
                  <a:lnTo>
                    <a:pt x="2724518" y="233489"/>
                  </a:lnTo>
                  <a:close/>
                </a:path>
                <a:path w="2951479" h="431800">
                  <a:moveTo>
                    <a:pt x="2787497" y="258127"/>
                  </a:moveTo>
                  <a:lnTo>
                    <a:pt x="2775320" y="260275"/>
                  </a:lnTo>
                  <a:lnTo>
                    <a:pt x="2781084" y="268376"/>
                  </a:lnTo>
                  <a:lnTo>
                    <a:pt x="2750235" y="290652"/>
                  </a:lnTo>
                  <a:lnTo>
                    <a:pt x="2766618" y="302259"/>
                  </a:lnTo>
                  <a:lnTo>
                    <a:pt x="2781338" y="301180"/>
                  </a:lnTo>
                  <a:lnTo>
                    <a:pt x="2790545" y="301180"/>
                  </a:lnTo>
                  <a:lnTo>
                    <a:pt x="2790545" y="294678"/>
                  </a:lnTo>
                  <a:lnTo>
                    <a:pt x="2768676" y="294678"/>
                  </a:lnTo>
                  <a:lnTo>
                    <a:pt x="2759481" y="287604"/>
                  </a:lnTo>
                  <a:lnTo>
                    <a:pt x="2781109" y="283692"/>
                  </a:lnTo>
                  <a:lnTo>
                    <a:pt x="2790545" y="283692"/>
                  </a:lnTo>
                  <a:lnTo>
                    <a:pt x="2790545" y="268973"/>
                  </a:lnTo>
                  <a:lnTo>
                    <a:pt x="2787497" y="258127"/>
                  </a:lnTo>
                  <a:close/>
                </a:path>
                <a:path w="2951479" h="431800">
                  <a:moveTo>
                    <a:pt x="2790545" y="283692"/>
                  </a:moveTo>
                  <a:lnTo>
                    <a:pt x="2781109" y="283692"/>
                  </a:lnTo>
                  <a:lnTo>
                    <a:pt x="2768676" y="294678"/>
                  </a:lnTo>
                  <a:lnTo>
                    <a:pt x="2790545" y="294678"/>
                  </a:lnTo>
                  <a:lnTo>
                    <a:pt x="2790545" y="283692"/>
                  </a:lnTo>
                  <a:close/>
                </a:path>
                <a:path w="2951479" h="431800">
                  <a:moveTo>
                    <a:pt x="2772724" y="260733"/>
                  </a:moveTo>
                  <a:lnTo>
                    <a:pt x="2751721" y="264439"/>
                  </a:lnTo>
                  <a:lnTo>
                    <a:pt x="2760586" y="266458"/>
                  </a:lnTo>
                  <a:lnTo>
                    <a:pt x="2772724" y="260733"/>
                  </a:lnTo>
                  <a:close/>
                </a:path>
                <a:path w="2951479" h="431800">
                  <a:moveTo>
                    <a:pt x="2774911" y="259702"/>
                  </a:moveTo>
                  <a:lnTo>
                    <a:pt x="2772724" y="260733"/>
                  </a:lnTo>
                  <a:lnTo>
                    <a:pt x="2775320" y="260275"/>
                  </a:lnTo>
                  <a:lnTo>
                    <a:pt x="2774911" y="259702"/>
                  </a:lnTo>
                  <a:close/>
                </a:path>
                <a:path w="2951479" h="431800">
                  <a:moveTo>
                    <a:pt x="2826791" y="234784"/>
                  </a:moveTo>
                  <a:lnTo>
                    <a:pt x="2809608" y="236004"/>
                  </a:lnTo>
                  <a:lnTo>
                    <a:pt x="2804528" y="301180"/>
                  </a:lnTo>
                  <a:lnTo>
                    <a:pt x="2813977" y="301180"/>
                  </a:lnTo>
                  <a:lnTo>
                    <a:pt x="2813977" y="248335"/>
                  </a:lnTo>
                  <a:lnTo>
                    <a:pt x="2826791" y="234784"/>
                  </a:lnTo>
                  <a:close/>
                </a:path>
                <a:path w="2951479" h="431800">
                  <a:moveTo>
                    <a:pt x="2808307" y="252691"/>
                  </a:moveTo>
                  <a:lnTo>
                    <a:pt x="2797022" y="252691"/>
                  </a:lnTo>
                  <a:lnTo>
                    <a:pt x="2797022" y="260261"/>
                  </a:lnTo>
                  <a:lnTo>
                    <a:pt x="2807717" y="260261"/>
                  </a:lnTo>
                  <a:lnTo>
                    <a:pt x="2808307" y="252691"/>
                  </a:lnTo>
                  <a:close/>
                </a:path>
                <a:path w="2951479" h="431800">
                  <a:moveTo>
                    <a:pt x="2824416" y="252691"/>
                  </a:moveTo>
                  <a:lnTo>
                    <a:pt x="2813977" y="252691"/>
                  </a:lnTo>
                  <a:lnTo>
                    <a:pt x="2813977" y="260261"/>
                  </a:lnTo>
                  <a:lnTo>
                    <a:pt x="2824416" y="260261"/>
                  </a:lnTo>
                  <a:lnTo>
                    <a:pt x="2824416" y="252691"/>
                  </a:lnTo>
                  <a:close/>
                </a:path>
                <a:path w="2951479" h="431800">
                  <a:moveTo>
                    <a:pt x="2845079" y="241071"/>
                  </a:moveTo>
                  <a:lnTo>
                    <a:pt x="2835630" y="241071"/>
                  </a:lnTo>
                  <a:lnTo>
                    <a:pt x="2835630" y="291820"/>
                  </a:lnTo>
                  <a:lnTo>
                    <a:pt x="2849778" y="301815"/>
                  </a:lnTo>
                  <a:lnTo>
                    <a:pt x="2845079" y="241071"/>
                  </a:lnTo>
                  <a:close/>
                </a:path>
                <a:path w="2951479" h="431800">
                  <a:moveTo>
                    <a:pt x="2835630" y="252691"/>
                  </a:moveTo>
                  <a:lnTo>
                    <a:pt x="2828531" y="252691"/>
                  </a:lnTo>
                  <a:lnTo>
                    <a:pt x="2828531" y="260261"/>
                  </a:lnTo>
                  <a:lnTo>
                    <a:pt x="2835630" y="260261"/>
                  </a:lnTo>
                  <a:lnTo>
                    <a:pt x="2835630" y="252691"/>
                  </a:lnTo>
                  <a:close/>
                </a:path>
                <a:path w="2951479" h="431800">
                  <a:moveTo>
                    <a:pt x="2855023" y="252691"/>
                  </a:moveTo>
                  <a:lnTo>
                    <a:pt x="2845978" y="252691"/>
                  </a:lnTo>
                  <a:lnTo>
                    <a:pt x="2846563" y="260261"/>
                  </a:lnTo>
                  <a:lnTo>
                    <a:pt x="2855023" y="260261"/>
                  </a:lnTo>
                  <a:lnTo>
                    <a:pt x="2855023" y="252691"/>
                  </a:lnTo>
                  <a:close/>
                </a:path>
                <a:path w="2951479" h="431800">
                  <a:moveTo>
                    <a:pt x="2874962" y="253123"/>
                  </a:moveTo>
                  <a:lnTo>
                    <a:pt x="2861906" y="267906"/>
                  </a:lnTo>
                  <a:lnTo>
                    <a:pt x="2865640" y="294144"/>
                  </a:lnTo>
                  <a:lnTo>
                    <a:pt x="2884055" y="302158"/>
                  </a:lnTo>
                  <a:lnTo>
                    <a:pt x="2887599" y="302158"/>
                  </a:lnTo>
                  <a:lnTo>
                    <a:pt x="2897512" y="294360"/>
                  </a:lnTo>
                  <a:lnTo>
                    <a:pt x="2881401" y="294360"/>
                  </a:lnTo>
                  <a:lnTo>
                    <a:pt x="2873674" y="279780"/>
                  </a:lnTo>
                  <a:lnTo>
                    <a:pt x="2866313" y="279780"/>
                  </a:lnTo>
                  <a:lnTo>
                    <a:pt x="2866313" y="272707"/>
                  </a:lnTo>
                  <a:lnTo>
                    <a:pt x="2870933" y="272707"/>
                  </a:lnTo>
                  <a:lnTo>
                    <a:pt x="2878493" y="260502"/>
                  </a:lnTo>
                  <a:lnTo>
                    <a:pt x="2897056" y="260502"/>
                  </a:lnTo>
                  <a:lnTo>
                    <a:pt x="2874962" y="253123"/>
                  </a:lnTo>
                  <a:close/>
                </a:path>
                <a:path w="2951479" h="431800">
                  <a:moveTo>
                    <a:pt x="2895333" y="287451"/>
                  </a:moveTo>
                  <a:lnTo>
                    <a:pt x="2881401" y="294360"/>
                  </a:lnTo>
                  <a:lnTo>
                    <a:pt x="2897512" y="294360"/>
                  </a:lnTo>
                  <a:lnTo>
                    <a:pt x="2904261" y="289051"/>
                  </a:lnTo>
                  <a:lnTo>
                    <a:pt x="2895333" y="287451"/>
                  </a:lnTo>
                  <a:close/>
                </a:path>
                <a:path w="2951479" h="431800">
                  <a:moveTo>
                    <a:pt x="2870933" y="272707"/>
                  </a:moveTo>
                  <a:lnTo>
                    <a:pt x="2866313" y="272707"/>
                  </a:lnTo>
                  <a:lnTo>
                    <a:pt x="2866313" y="279780"/>
                  </a:lnTo>
                  <a:lnTo>
                    <a:pt x="2873674" y="279780"/>
                  </a:lnTo>
                  <a:lnTo>
                    <a:pt x="2870390" y="273583"/>
                  </a:lnTo>
                  <a:lnTo>
                    <a:pt x="2870933" y="272707"/>
                  </a:lnTo>
                  <a:close/>
                </a:path>
                <a:path w="2951479" h="431800">
                  <a:moveTo>
                    <a:pt x="2897056" y="260502"/>
                  </a:moveTo>
                  <a:lnTo>
                    <a:pt x="2878493" y="260502"/>
                  </a:lnTo>
                  <a:lnTo>
                    <a:pt x="2895612" y="272707"/>
                  </a:lnTo>
                  <a:lnTo>
                    <a:pt x="2870933" y="272707"/>
                  </a:lnTo>
                  <a:lnTo>
                    <a:pt x="2870390" y="273583"/>
                  </a:lnTo>
                  <a:lnTo>
                    <a:pt x="2873674" y="279780"/>
                  </a:lnTo>
                  <a:lnTo>
                    <a:pt x="2904871" y="279780"/>
                  </a:lnTo>
                  <a:lnTo>
                    <a:pt x="2901924" y="262127"/>
                  </a:lnTo>
                  <a:lnTo>
                    <a:pt x="2897056" y="260502"/>
                  </a:lnTo>
                  <a:close/>
                </a:path>
                <a:path w="2951479" h="431800">
                  <a:moveTo>
                    <a:pt x="2922689" y="252691"/>
                  </a:moveTo>
                  <a:lnTo>
                    <a:pt x="2913557" y="252691"/>
                  </a:lnTo>
                  <a:lnTo>
                    <a:pt x="2913557" y="301180"/>
                  </a:lnTo>
                  <a:lnTo>
                    <a:pt x="2922993" y="301180"/>
                  </a:lnTo>
                  <a:lnTo>
                    <a:pt x="2922993" y="271564"/>
                  </a:lnTo>
                  <a:lnTo>
                    <a:pt x="2932522" y="260388"/>
                  </a:lnTo>
                  <a:lnTo>
                    <a:pt x="2923184" y="260388"/>
                  </a:lnTo>
                  <a:lnTo>
                    <a:pt x="2922689" y="252691"/>
                  </a:lnTo>
                  <a:close/>
                </a:path>
                <a:path w="2951479" h="431800">
                  <a:moveTo>
                    <a:pt x="2939516" y="252183"/>
                  </a:moveTo>
                  <a:lnTo>
                    <a:pt x="2923184" y="260388"/>
                  </a:lnTo>
                  <a:lnTo>
                    <a:pt x="2932522" y="260388"/>
                  </a:lnTo>
                  <a:lnTo>
                    <a:pt x="2939516" y="252183"/>
                  </a:lnTo>
                  <a:close/>
                </a:path>
                <a:path w="2951479" h="431800">
                  <a:moveTo>
                    <a:pt x="17208" y="355371"/>
                  </a:moveTo>
                  <a:lnTo>
                    <a:pt x="7772" y="355371"/>
                  </a:lnTo>
                  <a:lnTo>
                    <a:pt x="7772" y="406120"/>
                  </a:lnTo>
                  <a:lnTo>
                    <a:pt x="21907" y="416115"/>
                  </a:lnTo>
                  <a:lnTo>
                    <a:pt x="17208" y="355371"/>
                  </a:lnTo>
                  <a:close/>
                </a:path>
                <a:path w="2951479" h="431800">
                  <a:moveTo>
                    <a:pt x="7772" y="366991"/>
                  </a:moveTo>
                  <a:lnTo>
                    <a:pt x="660" y="366991"/>
                  </a:lnTo>
                  <a:lnTo>
                    <a:pt x="660" y="374561"/>
                  </a:lnTo>
                  <a:lnTo>
                    <a:pt x="7772" y="374561"/>
                  </a:lnTo>
                  <a:lnTo>
                    <a:pt x="7772" y="366991"/>
                  </a:lnTo>
                  <a:close/>
                </a:path>
                <a:path w="2951479" h="431800">
                  <a:moveTo>
                    <a:pt x="27152" y="366991"/>
                  </a:moveTo>
                  <a:lnTo>
                    <a:pt x="18107" y="366991"/>
                  </a:lnTo>
                  <a:lnTo>
                    <a:pt x="18692" y="374561"/>
                  </a:lnTo>
                  <a:lnTo>
                    <a:pt x="27152" y="374561"/>
                  </a:lnTo>
                  <a:lnTo>
                    <a:pt x="27152" y="366991"/>
                  </a:lnTo>
                  <a:close/>
                </a:path>
                <a:path w="2951479" h="431800">
                  <a:moveTo>
                    <a:pt x="46164" y="350824"/>
                  </a:moveTo>
                  <a:lnTo>
                    <a:pt x="36855" y="350824"/>
                  </a:lnTo>
                  <a:lnTo>
                    <a:pt x="36855" y="415480"/>
                  </a:lnTo>
                  <a:lnTo>
                    <a:pt x="46291" y="415480"/>
                  </a:lnTo>
                  <a:lnTo>
                    <a:pt x="46291" y="384124"/>
                  </a:lnTo>
                  <a:lnTo>
                    <a:pt x="63728" y="375526"/>
                  </a:lnTo>
                  <a:lnTo>
                    <a:pt x="75281" y="375526"/>
                  </a:lnTo>
                  <a:lnTo>
                    <a:pt x="75107" y="374878"/>
                  </a:lnTo>
                  <a:lnTo>
                    <a:pt x="46774" y="374878"/>
                  </a:lnTo>
                  <a:lnTo>
                    <a:pt x="46164" y="350824"/>
                  </a:lnTo>
                  <a:close/>
                </a:path>
                <a:path w="2951479" h="431800">
                  <a:moveTo>
                    <a:pt x="75281" y="375526"/>
                  </a:moveTo>
                  <a:lnTo>
                    <a:pt x="63728" y="375526"/>
                  </a:lnTo>
                  <a:lnTo>
                    <a:pt x="68300" y="415480"/>
                  </a:lnTo>
                  <a:lnTo>
                    <a:pt x="77736" y="415480"/>
                  </a:lnTo>
                  <a:lnTo>
                    <a:pt x="77736" y="384632"/>
                  </a:lnTo>
                  <a:lnTo>
                    <a:pt x="75281" y="375526"/>
                  </a:lnTo>
                  <a:close/>
                </a:path>
                <a:path w="2951479" h="431800">
                  <a:moveTo>
                    <a:pt x="57365" y="366356"/>
                  </a:moveTo>
                  <a:lnTo>
                    <a:pt x="46774" y="374878"/>
                  </a:lnTo>
                  <a:lnTo>
                    <a:pt x="75107" y="374878"/>
                  </a:lnTo>
                  <a:lnTo>
                    <a:pt x="74282" y="371817"/>
                  </a:lnTo>
                  <a:lnTo>
                    <a:pt x="57365" y="366356"/>
                  </a:lnTo>
                  <a:close/>
                </a:path>
                <a:path w="2951479" h="431800">
                  <a:moveTo>
                    <a:pt x="100355" y="367423"/>
                  </a:moveTo>
                  <a:lnTo>
                    <a:pt x="87312" y="382206"/>
                  </a:lnTo>
                  <a:lnTo>
                    <a:pt x="91033" y="408444"/>
                  </a:lnTo>
                  <a:lnTo>
                    <a:pt x="109461" y="416458"/>
                  </a:lnTo>
                  <a:lnTo>
                    <a:pt x="112991" y="416458"/>
                  </a:lnTo>
                  <a:lnTo>
                    <a:pt x="122912" y="408660"/>
                  </a:lnTo>
                  <a:lnTo>
                    <a:pt x="106794" y="408660"/>
                  </a:lnTo>
                  <a:lnTo>
                    <a:pt x="99067" y="394080"/>
                  </a:lnTo>
                  <a:lnTo>
                    <a:pt x="91719" y="394080"/>
                  </a:lnTo>
                  <a:lnTo>
                    <a:pt x="91719" y="387007"/>
                  </a:lnTo>
                  <a:lnTo>
                    <a:pt x="96326" y="387007"/>
                  </a:lnTo>
                  <a:lnTo>
                    <a:pt x="103886" y="374802"/>
                  </a:lnTo>
                  <a:lnTo>
                    <a:pt x="122449" y="374802"/>
                  </a:lnTo>
                  <a:lnTo>
                    <a:pt x="100355" y="367423"/>
                  </a:lnTo>
                  <a:close/>
                </a:path>
                <a:path w="2951479" h="431800">
                  <a:moveTo>
                    <a:pt x="120726" y="401751"/>
                  </a:moveTo>
                  <a:lnTo>
                    <a:pt x="106794" y="408660"/>
                  </a:lnTo>
                  <a:lnTo>
                    <a:pt x="122912" y="408660"/>
                  </a:lnTo>
                  <a:lnTo>
                    <a:pt x="129666" y="403351"/>
                  </a:lnTo>
                  <a:lnTo>
                    <a:pt x="120726" y="401751"/>
                  </a:lnTo>
                  <a:close/>
                </a:path>
                <a:path w="2951479" h="431800">
                  <a:moveTo>
                    <a:pt x="96326" y="387007"/>
                  </a:moveTo>
                  <a:lnTo>
                    <a:pt x="91719" y="387007"/>
                  </a:lnTo>
                  <a:lnTo>
                    <a:pt x="91719" y="394080"/>
                  </a:lnTo>
                  <a:lnTo>
                    <a:pt x="99067" y="394080"/>
                  </a:lnTo>
                  <a:lnTo>
                    <a:pt x="95783" y="387883"/>
                  </a:lnTo>
                  <a:lnTo>
                    <a:pt x="96326" y="387007"/>
                  </a:lnTo>
                  <a:close/>
                </a:path>
                <a:path w="2951479" h="431800">
                  <a:moveTo>
                    <a:pt x="122449" y="374802"/>
                  </a:moveTo>
                  <a:lnTo>
                    <a:pt x="103886" y="374802"/>
                  </a:lnTo>
                  <a:lnTo>
                    <a:pt x="121018" y="387007"/>
                  </a:lnTo>
                  <a:lnTo>
                    <a:pt x="96326" y="387007"/>
                  </a:lnTo>
                  <a:lnTo>
                    <a:pt x="95783" y="387883"/>
                  </a:lnTo>
                  <a:lnTo>
                    <a:pt x="99067" y="394080"/>
                  </a:lnTo>
                  <a:lnTo>
                    <a:pt x="130263" y="394080"/>
                  </a:lnTo>
                  <a:lnTo>
                    <a:pt x="127317" y="376427"/>
                  </a:lnTo>
                  <a:lnTo>
                    <a:pt x="122449" y="374802"/>
                  </a:lnTo>
                  <a:close/>
                </a:path>
                <a:path w="2951479" h="431800">
                  <a:moveTo>
                    <a:pt x="195694" y="372427"/>
                  </a:moveTo>
                  <a:lnTo>
                    <a:pt x="183516" y="374575"/>
                  </a:lnTo>
                  <a:lnTo>
                    <a:pt x="189280" y="382676"/>
                  </a:lnTo>
                  <a:lnTo>
                    <a:pt x="158432" y="404952"/>
                  </a:lnTo>
                  <a:lnTo>
                    <a:pt x="174815" y="416559"/>
                  </a:lnTo>
                  <a:lnTo>
                    <a:pt x="189534" y="415480"/>
                  </a:lnTo>
                  <a:lnTo>
                    <a:pt x="198742" y="415480"/>
                  </a:lnTo>
                  <a:lnTo>
                    <a:pt x="198742" y="408978"/>
                  </a:lnTo>
                  <a:lnTo>
                    <a:pt x="176872" y="408978"/>
                  </a:lnTo>
                  <a:lnTo>
                    <a:pt x="167678" y="401904"/>
                  </a:lnTo>
                  <a:lnTo>
                    <a:pt x="189306" y="397992"/>
                  </a:lnTo>
                  <a:lnTo>
                    <a:pt x="198742" y="397992"/>
                  </a:lnTo>
                  <a:lnTo>
                    <a:pt x="198742" y="383273"/>
                  </a:lnTo>
                  <a:lnTo>
                    <a:pt x="195694" y="372427"/>
                  </a:lnTo>
                  <a:close/>
                </a:path>
                <a:path w="2951479" h="431800">
                  <a:moveTo>
                    <a:pt x="198742" y="397992"/>
                  </a:moveTo>
                  <a:lnTo>
                    <a:pt x="189306" y="397992"/>
                  </a:lnTo>
                  <a:lnTo>
                    <a:pt x="176872" y="408978"/>
                  </a:lnTo>
                  <a:lnTo>
                    <a:pt x="198742" y="408978"/>
                  </a:lnTo>
                  <a:lnTo>
                    <a:pt x="198742" y="397992"/>
                  </a:lnTo>
                  <a:close/>
                </a:path>
                <a:path w="2951479" h="431800">
                  <a:moveTo>
                    <a:pt x="180921" y="375033"/>
                  </a:moveTo>
                  <a:lnTo>
                    <a:pt x="159918" y="378739"/>
                  </a:lnTo>
                  <a:lnTo>
                    <a:pt x="168783" y="380758"/>
                  </a:lnTo>
                  <a:lnTo>
                    <a:pt x="180921" y="375033"/>
                  </a:lnTo>
                  <a:close/>
                </a:path>
                <a:path w="2951479" h="431800">
                  <a:moveTo>
                    <a:pt x="183108" y="374002"/>
                  </a:moveTo>
                  <a:lnTo>
                    <a:pt x="180921" y="375033"/>
                  </a:lnTo>
                  <a:lnTo>
                    <a:pt x="183516" y="374575"/>
                  </a:lnTo>
                  <a:lnTo>
                    <a:pt x="183108" y="374002"/>
                  </a:lnTo>
                  <a:close/>
                </a:path>
                <a:path w="2951479" h="431800">
                  <a:moveTo>
                    <a:pt x="223862" y="366356"/>
                  </a:moveTo>
                  <a:lnTo>
                    <a:pt x="208305" y="381609"/>
                  </a:lnTo>
                  <a:lnTo>
                    <a:pt x="211740" y="408381"/>
                  </a:lnTo>
                  <a:lnTo>
                    <a:pt x="211759" y="408533"/>
                  </a:lnTo>
                  <a:lnTo>
                    <a:pt x="227698" y="416432"/>
                  </a:lnTo>
                  <a:lnTo>
                    <a:pt x="242506" y="415480"/>
                  </a:lnTo>
                  <a:lnTo>
                    <a:pt x="251713" y="415480"/>
                  </a:lnTo>
                  <a:lnTo>
                    <a:pt x="251713" y="408381"/>
                  </a:lnTo>
                  <a:lnTo>
                    <a:pt x="226974" y="408381"/>
                  </a:lnTo>
                  <a:lnTo>
                    <a:pt x="216966" y="388035"/>
                  </a:lnTo>
                  <a:lnTo>
                    <a:pt x="232537" y="374370"/>
                  </a:lnTo>
                  <a:lnTo>
                    <a:pt x="241231" y="374370"/>
                  </a:lnTo>
                  <a:lnTo>
                    <a:pt x="223862" y="366356"/>
                  </a:lnTo>
                  <a:close/>
                </a:path>
                <a:path w="2951479" h="431800">
                  <a:moveTo>
                    <a:pt x="241231" y="374370"/>
                  </a:moveTo>
                  <a:lnTo>
                    <a:pt x="232537" y="374370"/>
                  </a:lnTo>
                  <a:lnTo>
                    <a:pt x="242442" y="394639"/>
                  </a:lnTo>
                  <a:lnTo>
                    <a:pt x="229781" y="408381"/>
                  </a:lnTo>
                  <a:lnTo>
                    <a:pt x="251713" y="408381"/>
                  </a:lnTo>
                  <a:lnTo>
                    <a:pt x="251713" y="374853"/>
                  </a:lnTo>
                  <a:lnTo>
                    <a:pt x="242277" y="374853"/>
                  </a:lnTo>
                  <a:lnTo>
                    <a:pt x="241231" y="374370"/>
                  </a:lnTo>
                  <a:close/>
                </a:path>
                <a:path w="2951479" h="431800">
                  <a:moveTo>
                    <a:pt x="251713" y="350824"/>
                  </a:moveTo>
                  <a:lnTo>
                    <a:pt x="242277" y="350824"/>
                  </a:lnTo>
                  <a:lnTo>
                    <a:pt x="242277" y="374853"/>
                  </a:lnTo>
                  <a:lnTo>
                    <a:pt x="251713" y="374853"/>
                  </a:lnTo>
                  <a:lnTo>
                    <a:pt x="251713" y="350824"/>
                  </a:lnTo>
                  <a:close/>
                </a:path>
                <a:path w="2951479" h="431800">
                  <a:moveTo>
                    <a:pt x="269722" y="366991"/>
                  </a:moveTo>
                  <a:lnTo>
                    <a:pt x="259587" y="366991"/>
                  </a:lnTo>
                  <a:lnTo>
                    <a:pt x="277215" y="415480"/>
                  </a:lnTo>
                  <a:lnTo>
                    <a:pt x="287312" y="415480"/>
                  </a:lnTo>
                  <a:lnTo>
                    <a:pt x="291366" y="404304"/>
                  </a:lnTo>
                  <a:lnTo>
                    <a:pt x="282511" y="404304"/>
                  </a:lnTo>
                  <a:lnTo>
                    <a:pt x="269722" y="366991"/>
                  </a:lnTo>
                  <a:close/>
                </a:path>
                <a:path w="2951479" h="431800">
                  <a:moveTo>
                    <a:pt x="304901" y="366991"/>
                  </a:moveTo>
                  <a:lnTo>
                    <a:pt x="294767" y="366991"/>
                  </a:lnTo>
                  <a:lnTo>
                    <a:pt x="282511" y="404304"/>
                  </a:lnTo>
                  <a:lnTo>
                    <a:pt x="291366" y="404304"/>
                  </a:lnTo>
                  <a:lnTo>
                    <a:pt x="304901" y="366991"/>
                  </a:lnTo>
                  <a:close/>
                </a:path>
                <a:path w="2951479" h="431800">
                  <a:moveTo>
                    <a:pt x="345592" y="372427"/>
                  </a:moveTo>
                  <a:lnTo>
                    <a:pt x="333414" y="374576"/>
                  </a:lnTo>
                  <a:lnTo>
                    <a:pt x="339166" y="382676"/>
                  </a:lnTo>
                  <a:lnTo>
                    <a:pt x="308330" y="404952"/>
                  </a:lnTo>
                  <a:lnTo>
                    <a:pt x="324713" y="416559"/>
                  </a:lnTo>
                  <a:lnTo>
                    <a:pt x="339420" y="415480"/>
                  </a:lnTo>
                  <a:lnTo>
                    <a:pt x="348640" y="415480"/>
                  </a:lnTo>
                  <a:lnTo>
                    <a:pt x="348640" y="408978"/>
                  </a:lnTo>
                  <a:lnTo>
                    <a:pt x="326758" y="408978"/>
                  </a:lnTo>
                  <a:lnTo>
                    <a:pt x="317576" y="401904"/>
                  </a:lnTo>
                  <a:lnTo>
                    <a:pt x="339204" y="397992"/>
                  </a:lnTo>
                  <a:lnTo>
                    <a:pt x="348640" y="397992"/>
                  </a:lnTo>
                  <a:lnTo>
                    <a:pt x="348640" y="383273"/>
                  </a:lnTo>
                  <a:lnTo>
                    <a:pt x="345592" y="372427"/>
                  </a:lnTo>
                  <a:close/>
                </a:path>
                <a:path w="2951479" h="431800">
                  <a:moveTo>
                    <a:pt x="348640" y="397992"/>
                  </a:moveTo>
                  <a:lnTo>
                    <a:pt x="339204" y="397992"/>
                  </a:lnTo>
                  <a:lnTo>
                    <a:pt x="326758" y="408978"/>
                  </a:lnTo>
                  <a:lnTo>
                    <a:pt x="348640" y="408978"/>
                  </a:lnTo>
                  <a:lnTo>
                    <a:pt x="348640" y="397992"/>
                  </a:lnTo>
                  <a:close/>
                </a:path>
                <a:path w="2951479" h="431800">
                  <a:moveTo>
                    <a:pt x="330819" y="375033"/>
                  </a:moveTo>
                  <a:lnTo>
                    <a:pt x="309816" y="378739"/>
                  </a:lnTo>
                  <a:lnTo>
                    <a:pt x="318681" y="380758"/>
                  </a:lnTo>
                  <a:lnTo>
                    <a:pt x="330819" y="375033"/>
                  </a:lnTo>
                  <a:close/>
                </a:path>
                <a:path w="2951479" h="431800">
                  <a:moveTo>
                    <a:pt x="333006" y="374002"/>
                  </a:moveTo>
                  <a:lnTo>
                    <a:pt x="330819" y="375033"/>
                  </a:lnTo>
                  <a:lnTo>
                    <a:pt x="333414" y="374576"/>
                  </a:lnTo>
                  <a:lnTo>
                    <a:pt x="333006" y="374002"/>
                  </a:lnTo>
                  <a:close/>
                </a:path>
                <a:path w="2951479" h="431800">
                  <a:moveTo>
                    <a:pt x="368495" y="367055"/>
                  </a:moveTo>
                  <a:lnTo>
                    <a:pt x="359435" y="367055"/>
                  </a:lnTo>
                  <a:lnTo>
                    <a:pt x="359435" y="415480"/>
                  </a:lnTo>
                  <a:lnTo>
                    <a:pt x="368871" y="415480"/>
                  </a:lnTo>
                  <a:lnTo>
                    <a:pt x="368871" y="384124"/>
                  </a:lnTo>
                  <a:lnTo>
                    <a:pt x="385889" y="375538"/>
                  </a:lnTo>
                  <a:lnTo>
                    <a:pt x="396035" y="375538"/>
                  </a:lnTo>
                  <a:lnTo>
                    <a:pt x="395534" y="374878"/>
                  </a:lnTo>
                  <a:lnTo>
                    <a:pt x="369100" y="374878"/>
                  </a:lnTo>
                  <a:lnTo>
                    <a:pt x="368495" y="367055"/>
                  </a:lnTo>
                  <a:close/>
                </a:path>
                <a:path w="2951479" h="431800">
                  <a:moveTo>
                    <a:pt x="396035" y="375538"/>
                  </a:moveTo>
                  <a:lnTo>
                    <a:pt x="385889" y="375538"/>
                  </a:lnTo>
                  <a:lnTo>
                    <a:pt x="390474" y="415480"/>
                  </a:lnTo>
                  <a:lnTo>
                    <a:pt x="399910" y="415480"/>
                  </a:lnTo>
                  <a:lnTo>
                    <a:pt x="399910" y="380644"/>
                  </a:lnTo>
                  <a:lnTo>
                    <a:pt x="396035" y="375538"/>
                  </a:lnTo>
                  <a:close/>
                </a:path>
                <a:path w="2951479" h="431800">
                  <a:moveTo>
                    <a:pt x="389597" y="367055"/>
                  </a:moveTo>
                  <a:lnTo>
                    <a:pt x="369100" y="374878"/>
                  </a:lnTo>
                  <a:lnTo>
                    <a:pt x="395534" y="374878"/>
                  </a:lnTo>
                  <a:lnTo>
                    <a:pt x="389597" y="367055"/>
                  </a:lnTo>
                  <a:close/>
                </a:path>
                <a:path w="2951479" h="431800">
                  <a:moveTo>
                    <a:pt x="422592" y="367423"/>
                  </a:moveTo>
                  <a:lnTo>
                    <a:pt x="409536" y="382181"/>
                  </a:lnTo>
                  <a:lnTo>
                    <a:pt x="413130" y="408165"/>
                  </a:lnTo>
                  <a:lnTo>
                    <a:pt x="431215" y="416458"/>
                  </a:lnTo>
                  <a:lnTo>
                    <a:pt x="435051" y="416458"/>
                  </a:lnTo>
                  <a:lnTo>
                    <a:pt x="446387" y="404952"/>
                  </a:lnTo>
                  <a:lnTo>
                    <a:pt x="422338" y="404952"/>
                  </a:lnTo>
                  <a:lnTo>
                    <a:pt x="426338" y="375005"/>
                  </a:lnTo>
                  <a:lnTo>
                    <a:pt x="447686" y="375005"/>
                  </a:lnTo>
                  <a:lnTo>
                    <a:pt x="446176" y="371652"/>
                  </a:lnTo>
                  <a:lnTo>
                    <a:pt x="422592" y="367423"/>
                  </a:lnTo>
                  <a:close/>
                </a:path>
                <a:path w="2951479" h="431800">
                  <a:moveTo>
                    <a:pt x="451129" y="400138"/>
                  </a:moveTo>
                  <a:lnTo>
                    <a:pt x="422338" y="404952"/>
                  </a:lnTo>
                  <a:lnTo>
                    <a:pt x="446387" y="404952"/>
                  </a:lnTo>
                  <a:lnTo>
                    <a:pt x="451129" y="400138"/>
                  </a:lnTo>
                  <a:close/>
                </a:path>
                <a:path w="2951479" h="431800">
                  <a:moveTo>
                    <a:pt x="447686" y="375005"/>
                  </a:moveTo>
                  <a:lnTo>
                    <a:pt x="426338" y="375005"/>
                  </a:lnTo>
                  <a:lnTo>
                    <a:pt x="441947" y="382650"/>
                  </a:lnTo>
                  <a:lnTo>
                    <a:pt x="451129" y="382650"/>
                  </a:lnTo>
                  <a:lnTo>
                    <a:pt x="447686" y="375005"/>
                  </a:lnTo>
                  <a:close/>
                </a:path>
                <a:path w="2951479" h="431800">
                  <a:moveTo>
                    <a:pt x="471246" y="367423"/>
                  </a:moveTo>
                  <a:lnTo>
                    <a:pt x="458203" y="382206"/>
                  </a:lnTo>
                  <a:lnTo>
                    <a:pt x="461924" y="408444"/>
                  </a:lnTo>
                  <a:lnTo>
                    <a:pt x="480352" y="416458"/>
                  </a:lnTo>
                  <a:lnTo>
                    <a:pt x="483882" y="416458"/>
                  </a:lnTo>
                  <a:lnTo>
                    <a:pt x="493803" y="408660"/>
                  </a:lnTo>
                  <a:lnTo>
                    <a:pt x="477685" y="408660"/>
                  </a:lnTo>
                  <a:lnTo>
                    <a:pt x="469967" y="394080"/>
                  </a:lnTo>
                  <a:lnTo>
                    <a:pt x="462610" y="394080"/>
                  </a:lnTo>
                  <a:lnTo>
                    <a:pt x="462610" y="387007"/>
                  </a:lnTo>
                  <a:lnTo>
                    <a:pt x="467229" y="387007"/>
                  </a:lnTo>
                  <a:lnTo>
                    <a:pt x="474789" y="374802"/>
                  </a:lnTo>
                  <a:lnTo>
                    <a:pt x="493340" y="374802"/>
                  </a:lnTo>
                  <a:lnTo>
                    <a:pt x="471246" y="367423"/>
                  </a:lnTo>
                  <a:close/>
                </a:path>
                <a:path w="2951479" h="431800">
                  <a:moveTo>
                    <a:pt x="491617" y="401751"/>
                  </a:moveTo>
                  <a:lnTo>
                    <a:pt x="477685" y="408660"/>
                  </a:lnTo>
                  <a:lnTo>
                    <a:pt x="493803" y="408660"/>
                  </a:lnTo>
                  <a:lnTo>
                    <a:pt x="500557" y="403351"/>
                  </a:lnTo>
                  <a:lnTo>
                    <a:pt x="491617" y="401751"/>
                  </a:lnTo>
                  <a:close/>
                </a:path>
                <a:path w="2951479" h="431800">
                  <a:moveTo>
                    <a:pt x="467229" y="387007"/>
                  </a:moveTo>
                  <a:lnTo>
                    <a:pt x="462610" y="387007"/>
                  </a:lnTo>
                  <a:lnTo>
                    <a:pt x="462610" y="394080"/>
                  </a:lnTo>
                  <a:lnTo>
                    <a:pt x="469967" y="394080"/>
                  </a:lnTo>
                  <a:lnTo>
                    <a:pt x="466686" y="387883"/>
                  </a:lnTo>
                  <a:lnTo>
                    <a:pt x="467229" y="387007"/>
                  </a:lnTo>
                  <a:close/>
                </a:path>
                <a:path w="2951479" h="431800">
                  <a:moveTo>
                    <a:pt x="493340" y="374802"/>
                  </a:moveTo>
                  <a:lnTo>
                    <a:pt x="474789" y="374802"/>
                  </a:lnTo>
                  <a:lnTo>
                    <a:pt x="491909" y="387007"/>
                  </a:lnTo>
                  <a:lnTo>
                    <a:pt x="467229" y="387007"/>
                  </a:lnTo>
                  <a:lnTo>
                    <a:pt x="466686" y="387883"/>
                  </a:lnTo>
                  <a:lnTo>
                    <a:pt x="469967" y="394080"/>
                  </a:lnTo>
                  <a:lnTo>
                    <a:pt x="501154" y="394080"/>
                  </a:lnTo>
                  <a:lnTo>
                    <a:pt x="498208" y="376427"/>
                  </a:lnTo>
                  <a:lnTo>
                    <a:pt x="493340" y="374802"/>
                  </a:lnTo>
                  <a:close/>
                </a:path>
                <a:path w="2951479" h="431800">
                  <a:moveTo>
                    <a:pt x="555244" y="342899"/>
                  </a:moveTo>
                  <a:lnTo>
                    <a:pt x="546595" y="342899"/>
                  </a:lnTo>
                  <a:lnTo>
                    <a:pt x="542594" y="348526"/>
                  </a:lnTo>
                  <a:lnTo>
                    <a:pt x="534352" y="383158"/>
                  </a:lnTo>
                  <a:lnTo>
                    <a:pt x="534352" y="391083"/>
                  </a:lnTo>
                  <a:lnTo>
                    <a:pt x="546595" y="423430"/>
                  </a:lnTo>
                  <a:lnTo>
                    <a:pt x="555244" y="423430"/>
                  </a:lnTo>
                  <a:lnTo>
                    <a:pt x="547941" y="408266"/>
                  </a:lnTo>
                  <a:lnTo>
                    <a:pt x="555244" y="342899"/>
                  </a:lnTo>
                  <a:close/>
                </a:path>
                <a:path w="2951479" h="431800">
                  <a:moveTo>
                    <a:pt x="572922" y="398627"/>
                  </a:moveTo>
                  <a:lnTo>
                    <a:pt x="563448" y="398627"/>
                  </a:lnTo>
                  <a:lnTo>
                    <a:pt x="564578" y="405104"/>
                  </a:lnTo>
                  <a:lnTo>
                    <a:pt x="584631" y="416369"/>
                  </a:lnTo>
                  <a:lnTo>
                    <a:pt x="588975" y="416369"/>
                  </a:lnTo>
                  <a:lnTo>
                    <a:pt x="599043" y="408152"/>
                  </a:lnTo>
                  <a:lnTo>
                    <a:pt x="581520" y="408152"/>
                  </a:lnTo>
                  <a:lnTo>
                    <a:pt x="572922" y="398627"/>
                  </a:lnTo>
                  <a:close/>
                </a:path>
                <a:path w="2951479" h="431800">
                  <a:moveTo>
                    <a:pt x="600852" y="381088"/>
                  </a:moveTo>
                  <a:lnTo>
                    <a:pt x="586790" y="381088"/>
                  </a:lnTo>
                  <a:lnTo>
                    <a:pt x="597446" y="397357"/>
                  </a:lnTo>
                  <a:lnTo>
                    <a:pt x="581520" y="408152"/>
                  </a:lnTo>
                  <a:lnTo>
                    <a:pt x="599043" y="408152"/>
                  </a:lnTo>
                  <a:lnTo>
                    <a:pt x="605967" y="402501"/>
                  </a:lnTo>
                  <a:lnTo>
                    <a:pt x="600852" y="381088"/>
                  </a:lnTo>
                  <a:close/>
                </a:path>
                <a:path w="2951479" h="431800">
                  <a:moveTo>
                    <a:pt x="603770" y="350824"/>
                  </a:moveTo>
                  <a:lnTo>
                    <a:pt x="568223" y="350824"/>
                  </a:lnTo>
                  <a:lnTo>
                    <a:pt x="564591" y="383400"/>
                  </a:lnTo>
                  <a:lnTo>
                    <a:pt x="573519" y="384733"/>
                  </a:lnTo>
                  <a:lnTo>
                    <a:pt x="586790" y="381088"/>
                  </a:lnTo>
                  <a:lnTo>
                    <a:pt x="600852" y="381088"/>
                  </a:lnTo>
                  <a:lnTo>
                    <a:pt x="600036" y="377672"/>
                  </a:lnTo>
                  <a:lnTo>
                    <a:pt x="577596" y="375043"/>
                  </a:lnTo>
                  <a:lnTo>
                    <a:pt x="576326" y="359194"/>
                  </a:lnTo>
                  <a:lnTo>
                    <a:pt x="603770" y="359194"/>
                  </a:lnTo>
                  <a:lnTo>
                    <a:pt x="603770" y="350824"/>
                  </a:lnTo>
                  <a:close/>
                </a:path>
                <a:path w="2951479" h="431800">
                  <a:moveTo>
                    <a:pt x="648334" y="351256"/>
                  </a:moveTo>
                  <a:lnTo>
                    <a:pt x="629949" y="351256"/>
                  </a:lnTo>
                  <a:lnTo>
                    <a:pt x="616383" y="370204"/>
                  </a:lnTo>
                  <a:lnTo>
                    <a:pt x="622833" y="409994"/>
                  </a:lnTo>
                  <a:lnTo>
                    <a:pt x="639152" y="416559"/>
                  </a:lnTo>
                  <a:lnTo>
                    <a:pt x="644118" y="416559"/>
                  </a:lnTo>
                  <a:lnTo>
                    <a:pt x="655552" y="408127"/>
                  </a:lnTo>
                  <a:lnTo>
                    <a:pt x="639152" y="408127"/>
                  </a:lnTo>
                  <a:lnTo>
                    <a:pt x="633717" y="407174"/>
                  </a:lnTo>
                  <a:lnTo>
                    <a:pt x="625157" y="375119"/>
                  </a:lnTo>
                  <a:lnTo>
                    <a:pt x="631380" y="360362"/>
                  </a:lnTo>
                  <a:lnTo>
                    <a:pt x="644525" y="359181"/>
                  </a:lnTo>
                  <a:lnTo>
                    <a:pt x="654002" y="359181"/>
                  </a:lnTo>
                  <a:lnTo>
                    <a:pt x="648334" y="351256"/>
                  </a:lnTo>
                  <a:close/>
                </a:path>
                <a:path w="2951479" h="431800">
                  <a:moveTo>
                    <a:pt x="654002" y="359181"/>
                  </a:moveTo>
                  <a:lnTo>
                    <a:pt x="644525" y="359181"/>
                  </a:lnTo>
                  <a:lnTo>
                    <a:pt x="653135" y="391261"/>
                  </a:lnTo>
                  <a:lnTo>
                    <a:pt x="646950" y="405993"/>
                  </a:lnTo>
                  <a:lnTo>
                    <a:pt x="639152" y="408127"/>
                  </a:lnTo>
                  <a:lnTo>
                    <a:pt x="655552" y="408127"/>
                  </a:lnTo>
                  <a:lnTo>
                    <a:pt x="658152" y="406209"/>
                  </a:lnTo>
                  <a:lnTo>
                    <a:pt x="661885" y="370204"/>
                  </a:lnTo>
                  <a:lnTo>
                    <a:pt x="654002" y="359181"/>
                  </a:lnTo>
                  <a:close/>
                </a:path>
                <a:path w="2951479" h="431800">
                  <a:moveTo>
                    <a:pt x="716368" y="386499"/>
                  </a:moveTo>
                  <a:lnTo>
                    <a:pt x="706005" y="403351"/>
                  </a:lnTo>
                  <a:lnTo>
                    <a:pt x="721982" y="416801"/>
                  </a:lnTo>
                  <a:lnTo>
                    <a:pt x="730191" y="403351"/>
                  </a:lnTo>
                  <a:lnTo>
                    <a:pt x="724877" y="403351"/>
                  </a:lnTo>
                  <a:lnTo>
                    <a:pt x="713358" y="399948"/>
                  </a:lnTo>
                  <a:lnTo>
                    <a:pt x="721347" y="392810"/>
                  </a:lnTo>
                  <a:lnTo>
                    <a:pt x="723831" y="392810"/>
                  </a:lnTo>
                  <a:lnTo>
                    <a:pt x="716368" y="386499"/>
                  </a:lnTo>
                  <a:close/>
                </a:path>
                <a:path w="2951479" h="431800">
                  <a:moveTo>
                    <a:pt x="728472" y="350824"/>
                  </a:moveTo>
                  <a:lnTo>
                    <a:pt x="720928" y="350824"/>
                  </a:lnTo>
                  <a:lnTo>
                    <a:pt x="676478" y="415480"/>
                  </a:lnTo>
                  <a:lnTo>
                    <a:pt x="684022" y="415480"/>
                  </a:lnTo>
                  <a:lnTo>
                    <a:pt x="728472" y="350824"/>
                  </a:lnTo>
                  <a:close/>
                </a:path>
                <a:path w="2951479" h="431800">
                  <a:moveTo>
                    <a:pt x="723831" y="392810"/>
                  </a:moveTo>
                  <a:lnTo>
                    <a:pt x="721347" y="392810"/>
                  </a:lnTo>
                  <a:lnTo>
                    <a:pt x="724877" y="403351"/>
                  </a:lnTo>
                  <a:lnTo>
                    <a:pt x="730191" y="403351"/>
                  </a:lnTo>
                  <a:lnTo>
                    <a:pt x="732269" y="399948"/>
                  </a:lnTo>
                  <a:lnTo>
                    <a:pt x="723831" y="392810"/>
                  </a:lnTo>
                  <a:close/>
                </a:path>
                <a:path w="2951479" h="431800">
                  <a:moveTo>
                    <a:pt x="683844" y="349503"/>
                  </a:moveTo>
                  <a:lnTo>
                    <a:pt x="673480" y="366356"/>
                  </a:lnTo>
                  <a:lnTo>
                    <a:pt x="689470" y="379806"/>
                  </a:lnTo>
                  <a:lnTo>
                    <a:pt x="697649" y="366356"/>
                  </a:lnTo>
                  <a:lnTo>
                    <a:pt x="692365" y="366356"/>
                  </a:lnTo>
                  <a:lnTo>
                    <a:pt x="680872" y="362953"/>
                  </a:lnTo>
                  <a:lnTo>
                    <a:pt x="699719" y="362953"/>
                  </a:lnTo>
                  <a:lnTo>
                    <a:pt x="683844" y="349503"/>
                  </a:lnTo>
                  <a:close/>
                </a:path>
                <a:path w="2951479" h="431800">
                  <a:moveTo>
                    <a:pt x="699719" y="362953"/>
                  </a:moveTo>
                  <a:lnTo>
                    <a:pt x="680872" y="362953"/>
                  </a:lnTo>
                  <a:lnTo>
                    <a:pt x="692365" y="366356"/>
                  </a:lnTo>
                  <a:lnTo>
                    <a:pt x="697649" y="366356"/>
                  </a:lnTo>
                  <a:lnTo>
                    <a:pt x="699719" y="362953"/>
                  </a:lnTo>
                  <a:close/>
                </a:path>
                <a:path w="2951479" h="431800">
                  <a:moveTo>
                    <a:pt x="790587" y="347789"/>
                  </a:moveTo>
                  <a:lnTo>
                    <a:pt x="782167" y="347789"/>
                  </a:lnTo>
                  <a:lnTo>
                    <a:pt x="761326" y="425208"/>
                  </a:lnTo>
                  <a:lnTo>
                    <a:pt x="769759" y="425208"/>
                  </a:lnTo>
                  <a:lnTo>
                    <a:pt x="790587" y="347789"/>
                  </a:lnTo>
                  <a:close/>
                </a:path>
                <a:path w="2951479" h="431800">
                  <a:moveTo>
                    <a:pt x="855656" y="358520"/>
                  </a:moveTo>
                  <a:lnTo>
                    <a:pt x="843292" y="358520"/>
                  </a:lnTo>
                  <a:lnTo>
                    <a:pt x="818451" y="408406"/>
                  </a:lnTo>
                  <a:lnTo>
                    <a:pt x="818451" y="415480"/>
                  </a:lnTo>
                  <a:lnTo>
                    <a:pt x="861009" y="415480"/>
                  </a:lnTo>
                  <a:lnTo>
                    <a:pt x="861009" y="407111"/>
                  </a:lnTo>
                  <a:lnTo>
                    <a:pt x="831900" y="407111"/>
                  </a:lnTo>
                  <a:lnTo>
                    <a:pt x="856183" y="380174"/>
                  </a:lnTo>
                  <a:lnTo>
                    <a:pt x="855656" y="358520"/>
                  </a:lnTo>
                  <a:close/>
                </a:path>
                <a:path w="2951479" h="431800">
                  <a:moveTo>
                    <a:pt x="831710" y="350761"/>
                  </a:moveTo>
                  <a:lnTo>
                    <a:pt x="818388" y="369582"/>
                  </a:lnTo>
                  <a:lnTo>
                    <a:pt x="827709" y="369582"/>
                  </a:lnTo>
                  <a:lnTo>
                    <a:pt x="843292" y="358520"/>
                  </a:lnTo>
                  <a:lnTo>
                    <a:pt x="855656" y="358520"/>
                  </a:lnTo>
                  <a:lnTo>
                    <a:pt x="855599" y="356158"/>
                  </a:lnTo>
                  <a:lnTo>
                    <a:pt x="831710" y="350761"/>
                  </a:lnTo>
                  <a:close/>
                </a:path>
                <a:path w="2951479" h="431800">
                  <a:moveTo>
                    <a:pt x="880833" y="398627"/>
                  </a:moveTo>
                  <a:lnTo>
                    <a:pt x="871359" y="398627"/>
                  </a:lnTo>
                  <a:lnTo>
                    <a:pt x="872490" y="405104"/>
                  </a:lnTo>
                  <a:lnTo>
                    <a:pt x="892543" y="416369"/>
                  </a:lnTo>
                  <a:lnTo>
                    <a:pt x="896874" y="416369"/>
                  </a:lnTo>
                  <a:lnTo>
                    <a:pt x="906941" y="408152"/>
                  </a:lnTo>
                  <a:lnTo>
                    <a:pt x="889431" y="408152"/>
                  </a:lnTo>
                  <a:lnTo>
                    <a:pt x="880833" y="398627"/>
                  </a:lnTo>
                  <a:close/>
                </a:path>
                <a:path w="2951479" h="431800">
                  <a:moveTo>
                    <a:pt x="908762" y="381088"/>
                  </a:moveTo>
                  <a:lnTo>
                    <a:pt x="894702" y="381088"/>
                  </a:lnTo>
                  <a:lnTo>
                    <a:pt x="905357" y="397357"/>
                  </a:lnTo>
                  <a:lnTo>
                    <a:pt x="889431" y="408152"/>
                  </a:lnTo>
                  <a:lnTo>
                    <a:pt x="906941" y="408152"/>
                  </a:lnTo>
                  <a:lnTo>
                    <a:pt x="913866" y="402501"/>
                  </a:lnTo>
                  <a:lnTo>
                    <a:pt x="908762" y="381088"/>
                  </a:lnTo>
                  <a:close/>
                </a:path>
                <a:path w="2951479" h="431800">
                  <a:moveTo>
                    <a:pt x="911669" y="350824"/>
                  </a:moveTo>
                  <a:lnTo>
                    <a:pt x="876122" y="350824"/>
                  </a:lnTo>
                  <a:lnTo>
                    <a:pt x="872490" y="383400"/>
                  </a:lnTo>
                  <a:lnTo>
                    <a:pt x="881430" y="384733"/>
                  </a:lnTo>
                  <a:lnTo>
                    <a:pt x="894702" y="381088"/>
                  </a:lnTo>
                  <a:lnTo>
                    <a:pt x="908762" y="381088"/>
                  </a:lnTo>
                  <a:lnTo>
                    <a:pt x="907948" y="377672"/>
                  </a:lnTo>
                  <a:lnTo>
                    <a:pt x="885494" y="375043"/>
                  </a:lnTo>
                  <a:lnTo>
                    <a:pt x="884237" y="359194"/>
                  </a:lnTo>
                  <a:lnTo>
                    <a:pt x="911669" y="359194"/>
                  </a:lnTo>
                  <a:lnTo>
                    <a:pt x="911669" y="350824"/>
                  </a:lnTo>
                  <a:close/>
                </a:path>
                <a:path w="2951479" h="431800">
                  <a:moveTo>
                    <a:pt x="968667" y="386499"/>
                  </a:moveTo>
                  <a:lnTo>
                    <a:pt x="958303" y="403351"/>
                  </a:lnTo>
                  <a:lnTo>
                    <a:pt x="974280" y="416801"/>
                  </a:lnTo>
                  <a:lnTo>
                    <a:pt x="982489" y="403351"/>
                  </a:lnTo>
                  <a:lnTo>
                    <a:pt x="977176" y="403351"/>
                  </a:lnTo>
                  <a:lnTo>
                    <a:pt x="965657" y="399948"/>
                  </a:lnTo>
                  <a:lnTo>
                    <a:pt x="973645" y="392810"/>
                  </a:lnTo>
                  <a:lnTo>
                    <a:pt x="976129" y="392810"/>
                  </a:lnTo>
                  <a:lnTo>
                    <a:pt x="968667" y="386499"/>
                  </a:lnTo>
                  <a:close/>
                </a:path>
                <a:path w="2951479" h="431800">
                  <a:moveTo>
                    <a:pt x="980770" y="350824"/>
                  </a:moveTo>
                  <a:lnTo>
                    <a:pt x="973226" y="350824"/>
                  </a:lnTo>
                  <a:lnTo>
                    <a:pt x="928776" y="415480"/>
                  </a:lnTo>
                  <a:lnTo>
                    <a:pt x="936320" y="415480"/>
                  </a:lnTo>
                  <a:lnTo>
                    <a:pt x="980770" y="350824"/>
                  </a:lnTo>
                  <a:close/>
                </a:path>
                <a:path w="2951479" h="431800">
                  <a:moveTo>
                    <a:pt x="976129" y="392810"/>
                  </a:moveTo>
                  <a:lnTo>
                    <a:pt x="973645" y="392810"/>
                  </a:lnTo>
                  <a:lnTo>
                    <a:pt x="977176" y="403351"/>
                  </a:lnTo>
                  <a:lnTo>
                    <a:pt x="982489" y="403351"/>
                  </a:lnTo>
                  <a:lnTo>
                    <a:pt x="984567" y="399948"/>
                  </a:lnTo>
                  <a:lnTo>
                    <a:pt x="976129" y="392810"/>
                  </a:lnTo>
                  <a:close/>
                </a:path>
                <a:path w="2951479" h="431800">
                  <a:moveTo>
                    <a:pt x="936142" y="349503"/>
                  </a:moveTo>
                  <a:lnTo>
                    <a:pt x="925779" y="366356"/>
                  </a:lnTo>
                  <a:lnTo>
                    <a:pt x="941768" y="379806"/>
                  </a:lnTo>
                  <a:lnTo>
                    <a:pt x="949947" y="366356"/>
                  </a:lnTo>
                  <a:lnTo>
                    <a:pt x="944664" y="366356"/>
                  </a:lnTo>
                  <a:lnTo>
                    <a:pt x="933170" y="362953"/>
                  </a:lnTo>
                  <a:lnTo>
                    <a:pt x="952017" y="362953"/>
                  </a:lnTo>
                  <a:lnTo>
                    <a:pt x="936142" y="349503"/>
                  </a:lnTo>
                  <a:close/>
                </a:path>
                <a:path w="2951479" h="431800">
                  <a:moveTo>
                    <a:pt x="952017" y="362953"/>
                  </a:moveTo>
                  <a:lnTo>
                    <a:pt x="933170" y="362953"/>
                  </a:lnTo>
                  <a:lnTo>
                    <a:pt x="944664" y="366356"/>
                  </a:lnTo>
                  <a:lnTo>
                    <a:pt x="949947" y="366356"/>
                  </a:lnTo>
                  <a:lnTo>
                    <a:pt x="952017" y="362953"/>
                  </a:lnTo>
                  <a:close/>
                </a:path>
                <a:path w="2951479" h="431800">
                  <a:moveTo>
                    <a:pt x="1002423" y="342899"/>
                  </a:moveTo>
                  <a:lnTo>
                    <a:pt x="993775" y="342899"/>
                  </a:lnTo>
                  <a:lnTo>
                    <a:pt x="1001077" y="358063"/>
                  </a:lnTo>
                  <a:lnTo>
                    <a:pt x="993775" y="423430"/>
                  </a:lnTo>
                  <a:lnTo>
                    <a:pt x="1002423" y="423430"/>
                  </a:lnTo>
                  <a:lnTo>
                    <a:pt x="1006424" y="417817"/>
                  </a:lnTo>
                  <a:lnTo>
                    <a:pt x="1014666" y="383158"/>
                  </a:lnTo>
                  <a:lnTo>
                    <a:pt x="1014666" y="375234"/>
                  </a:lnTo>
                  <a:lnTo>
                    <a:pt x="1002423" y="342899"/>
                  </a:lnTo>
                  <a:close/>
                </a:path>
                <a:path w="2951479" h="431800">
                  <a:moveTo>
                    <a:pt x="1040625" y="406641"/>
                  </a:moveTo>
                  <a:lnTo>
                    <a:pt x="1031532" y="406641"/>
                  </a:lnTo>
                  <a:lnTo>
                    <a:pt x="1028268" y="428193"/>
                  </a:lnTo>
                  <a:lnTo>
                    <a:pt x="1034300" y="431266"/>
                  </a:lnTo>
                  <a:lnTo>
                    <a:pt x="1040625" y="406641"/>
                  </a:lnTo>
                  <a:close/>
                </a:path>
                <a:path w="2951479" h="431800">
                  <a:moveTo>
                    <a:pt x="1107871" y="372427"/>
                  </a:moveTo>
                  <a:lnTo>
                    <a:pt x="1095693" y="374576"/>
                  </a:lnTo>
                  <a:lnTo>
                    <a:pt x="1101445" y="382676"/>
                  </a:lnTo>
                  <a:lnTo>
                    <a:pt x="1070609" y="404952"/>
                  </a:lnTo>
                  <a:lnTo>
                    <a:pt x="1086993" y="416559"/>
                  </a:lnTo>
                  <a:lnTo>
                    <a:pt x="1101699" y="415480"/>
                  </a:lnTo>
                  <a:lnTo>
                    <a:pt x="1110919" y="415480"/>
                  </a:lnTo>
                  <a:lnTo>
                    <a:pt x="1110919" y="408978"/>
                  </a:lnTo>
                  <a:lnTo>
                    <a:pt x="1089037" y="408978"/>
                  </a:lnTo>
                  <a:lnTo>
                    <a:pt x="1079855" y="401904"/>
                  </a:lnTo>
                  <a:lnTo>
                    <a:pt x="1101483" y="397992"/>
                  </a:lnTo>
                  <a:lnTo>
                    <a:pt x="1110919" y="397992"/>
                  </a:lnTo>
                  <a:lnTo>
                    <a:pt x="1110919" y="383273"/>
                  </a:lnTo>
                  <a:lnTo>
                    <a:pt x="1107871" y="372427"/>
                  </a:lnTo>
                  <a:close/>
                </a:path>
                <a:path w="2951479" h="431800">
                  <a:moveTo>
                    <a:pt x="1110919" y="397992"/>
                  </a:moveTo>
                  <a:lnTo>
                    <a:pt x="1101483" y="397992"/>
                  </a:lnTo>
                  <a:lnTo>
                    <a:pt x="1089037" y="408978"/>
                  </a:lnTo>
                  <a:lnTo>
                    <a:pt x="1110919" y="408978"/>
                  </a:lnTo>
                  <a:lnTo>
                    <a:pt x="1110919" y="397992"/>
                  </a:lnTo>
                  <a:close/>
                </a:path>
                <a:path w="2951479" h="431800">
                  <a:moveTo>
                    <a:pt x="1093098" y="375033"/>
                  </a:moveTo>
                  <a:lnTo>
                    <a:pt x="1072095" y="378739"/>
                  </a:lnTo>
                  <a:lnTo>
                    <a:pt x="1080960" y="380758"/>
                  </a:lnTo>
                  <a:lnTo>
                    <a:pt x="1093098" y="375033"/>
                  </a:lnTo>
                  <a:close/>
                </a:path>
                <a:path w="2951479" h="431800">
                  <a:moveTo>
                    <a:pt x="1095286" y="374002"/>
                  </a:moveTo>
                  <a:lnTo>
                    <a:pt x="1093098" y="375033"/>
                  </a:lnTo>
                  <a:lnTo>
                    <a:pt x="1095693" y="374576"/>
                  </a:lnTo>
                  <a:lnTo>
                    <a:pt x="1095286" y="374002"/>
                  </a:lnTo>
                  <a:close/>
                </a:path>
                <a:path w="2951479" h="431800">
                  <a:moveTo>
                    <a:pt x="1186942" y="376148"/>
                  </a:moveTo>
                  <a:lnTo>
                    <a:pt x="1146492" y="376148"/>
                  </a:lnTo>
                  <a:lnTo>
                    <a:pt x="1146492" y="384441"/>
                  </a:lnTo>
                  <a:lnTo>
                    <a:pt x="1186942" y="384441"/>
                  </a:lnTo>
                  <a:lnTo>
                    <a:pt x="1186942" y="376148"/>
                  </a:lnTo>
                  <a:close/>
                </a:path>
                <a:path w="2951479" h="431800">
                  <a:moveTo>
                    <a:pt x="1186942" y="395592"/>
                  </a:moveTo>
                  <a:lnTo>
                    <a:pt x="1146492" y="395592"/>
                  </a:lnTo>
                  <a:lnTo>
                    <a:pt x="1146492" y="403898"/>
                  </a:lnTo>
                  <a:lnTo>
                    <a:pt x="1186942" y="403898"/>
                  </a:lnTo>
                  <a:lnTo>
                    <a:pt x="1186942" y="395592"/>
                  </a:lnTo>
                  <a:close/>
                </a:path>
                <a:path w="2951479" h="431800">
                  <a:moveTo>
                    <a:pt x="1257630" y="372427"/>
                  </a:moveTo>
                  <a:lnTo>
                    <a:pt x="1245452" y="374575"/>
                  </a:lnTo>
                  <a:lnTo>
                    <a:pt x="1251216" y="382676"/>
                  </a:lnTo>
                  <a:lnTo>
                    <a:pt x="1220368" y="404952"/>
                  </a:lnTo>
                  <a:lnTo>
                    <a:pt x="1236751" y="416559"/>
                  </a:lnTo>
                  <a:lnTo>
                    <a:pt x="1251470" y="415480"/>
                  </a:lnTo>
                  <a:lnTo>
                    <a:pt x="1260690" y="415480"/>
                  </a:lnTo>
                  <a:lnTo>
                    <a:pt x="1260690" y="408978"/>
                  </a:lnTo>
                  <a:lnTo>
                    <a:pt x="1238808" y="408978"/>
                  </a:lnTo>
                  <a:lnTo>
                    <a:pt x="1229626" y="401904"/>
                  </a:lnTo>
                  <a:lnTo>
                    <a:pt x="1251242" y="397992"/>
                  </a:lnTo>
                  <a:lnTo>
                    <a:pt x="1260690" y="397992"/>
                  </a:lnTo>
                  <a:lnTo>
                    <a:pt x="1260690" y="383273"/>
                  </a:lnTo>
                  <a:lnTo>
                    <a:pt x="1257630" y="372427"/>
                  </a:lnTo>
                  <a:close/>
                </a:path>
                <a:path w="2951479" h="431800">
                  <a:moveTo>
                    <a:pt x="1260690" y="397992"/>
                  </a:moveTo>
                  <a:lnTo>
                    <a:pt x="1251242" y="397992"/>
                  </a:lnTo>
                  <a:lnTo>
                    <a:pt x="1238808" y="408978"/>
                  </a:lnTo>
                  <a:lnTo>
                    <a:pt x="1260690" y="408978"/>
                  </a:lnTo>
                  <a:lnTo>
                    <a:pt x="1260690" y="397992"/>
                  </a:lnTo>
                  <a:close/>
                </a:path>
                <a:path w="2951479" h="431800">
                  <a:moveTo>
                    <a:pt x="1242860" y="375033"/>
                  </a:moveTo>
                  <a:lnTo>
                    <a:pt x="1221854" y="378739"/>
                  </a:lnTo>
                  <a:lnTo>
                    <a:pt x="1230731" y="380758"/>
                  </a:lnTo>
                  <a:lnTo>
                    <a:pt x="1242860" y="375033"/>
                  </a:lnTo>
                  <a:close/>
                </a:path>
                <a:path w="2951479" h="431800">
                  <a:moveTo>
                    <a:pt x="1245044" y="374002"/>
                  </a:moveTo>
                  <a:lnTo>
                    <a:pt x="1242860" y="375033"/>
                  </a:lnTo>
                  <a:lnTo>
                    <a:pt x="1245452" y="374575"/>
                  </a:lnTo>
                  <a:lnTo>
                    <a:pt x="1245044" y="374002"/>
                  </a:lnTo>
                  <a:close/>
                </a:path>
                <a:path w="2951479" h="431800">
                  <a:moveTo>
                    <a:pt x="1291179" y="407936"/>
                  </a:moveTo>
                  <a:lnTo>
                    <a:pt x="1281455" y="407936"/>
                  </a:lnTo>
                  <a:lnTo>
                    <a:pt x="1300175" y="416432"/>
                  </a:lnTo>
                  <a:lnTo>
                    <a:pt x="1308286" y="408381"/>
                  </a:lnTo>
                  <a:lnTo>
                    <a:pt x="1291437" y="408381"/>
                  </a:lnTo>
                  <a:lnTo>
                    <a:pt x="1291179" y="407936"/>
                  </a:lnTo>
                  <a:close/>
                </a:path>
                <a:path w="2951479" h="431800">
                  <a:moveTo>
                    <a:pt x="1281671" y="350824"/>
                  </a:moveTo>
                  <a:lnTo>
                    <a:pt x="1272235" y="350824"/>
                  </a:lnTo>
                  <a:lnTo>
                    <a:pt x="1272235" y="415480"/>
                  </a:lnTo>
                  <a:lnTo>
                    <a:pt x="1281455" y="415480"/>
                  </a:lnTo>
                  <a:lnTo>
                    <a:pt x="1281455" y="407936"/>
                  </a:lnTo>
                  <a:lnTo>
                    <a:pt x="1291179" y="407936"/>
                  </a:lnTo>
                  <a:lnTo>
                    <a:pt x="1281493" y="391236"/>
                  </a:lnTo>
                  <a:lnTo>
                    <a:pt x="1281493" y="387870"/>
                  </a:lnTo>
                  <a:lnTo>
                    <a:pt x="1296987" y="374370"/>
                  </a:lnTo>
                  <a:lnTo>
                    <a:pt x="1310335" y="374370"/>
                  </a:lnTo>
                  <a:lnTo>
                    <a:pt x="1309725" y="371309"/>
                  </a:lnTo>
                  <a:lnTo>
                    <a:pt x="1290739" y="366864"/>
                  </a:lnTo>
                  <a:lnTo>
                    <a:pt x="1281671" y="350824"/>
                  </a:lnTo>
                  <a:close/>
                </a:path>
                <a:path w="2951479" h="431800">
                  <a:moveTo>
                    <a:pt x="1310335" y="374370"/>
                  </a:moveTo>
                  <a:lnTo>
                    <a:pt x="1296987" y="374370"/>
                  </a:lnTo>
                  <a:lnTo>
                    <a:pt x="1306995" y="394474"/>
                  </a:lnTo>
                  <a:lnTo>
                    <a:pt x="1291437" y="408381"/>
                  </a:lnTo>
                  <a:lnTo>
                    <a:pt x="1308286" y="408381"/>
                  </a:lnTo>
                  <a:lnTo>
                    <a:pt x="1315656" y="401065"/>
                  </a:lnTo>
                  <a:lnTo>
                    <a:pt x="1310335" y="374370"/>
                  </a:lnTo>
                  <a:close/>
                </a:path>
                <a:path w="2951479" h="431800">
                  <a:moveTo>
                    <a:pt x="1360347" y="372427"/>
                  </a:moveTo>
                  <a:lnTo>
                    <a:pt x="1348169" y="374575"/>
                  </a:lnTo>
                  <a:lnTo>
                    <a:pt x="1353921" y="382676"/>
                  </a:lnTo>
                  <a:lnTo>
                    <a:pt x="1323073" y="404952"/>
                  </a:lnTo>
                  <a:lnTo>
                    <a:pt x="1339469" y="416559"/>
                  </a:lnTo>
                  <a:lnTo>
                    <a:pt x="1354175" y="415480"/>
                  </a:lnTo>
                  <a:lnTo>
                    <a:pt x="1363395" y="415480"/>
                  </a:lnTo>
                  <a:lnTo>
                    <a:pt x="1363395" y="408978"/>
                  </a:lnTo>
                  <a:lnTo>
                    <a:pt x="1341513" y="408978"/>
                  </a:lnTo>
                  <a:lnTo>
                    <a:pt x="1332331" y="401904"/>
                  </a:lnTo>
                  <a:lnTo>
                    <a:pt x="1353959" y="397992"/>
                  </a:lnTo>
                  <a:lnTo>
                    <a:pt x="1363395" y="397992"/>
                  </a:lnTo>
                  <a:lnTo>
                    <a:pt x="1363395" y="383273"/>
                  </a:lnTo>
                  <a:lnTo>
                    <a:pt x="1360347" y="372427"/>
                  </a:lnTo>
                  <a:close/>
                </a:path>
                <a:path w="2951479" h="431800">
                  <a:moveTo>
                    <a:pt x="1363395" y="397992"/>
                  </a:moveTo>
                  <a:lnTo>
                    <a:pt x="1353959" y="397992"/>
                  </a:lnTo>
                  <a:lnTo>
                    <a:pt x="1341513" y="408978"/>
                  </a:lnTo>
                  <a:lnTo>
                    <a:pt x="1363395" y="408978"/>
                  </a:lnTo>
                  <a:lnTo>
                    <a:pt x="1363395" y="397992"/>
                  </a:lnTo>
                  <a:close/>
                </a:path>
                <a:path w="2951479" h="431800">
                  <a:moveTo>
                    <a:pt x="1345577" y="375032"/>
                  </a:moveTo>
                  <a:lnTo>
                    <a:pt x="1324559" y="378739"/>
                  </a:lnTo>
                  <a:lnTo>
                    <a:pt x="1333436" y="380758"/>
                  </a:lnTo>
                  <a:lnTo>
                    <a:pt x="1345577" y="375032"/>
                  </a:lnTo>
                  <a:close/>
                </a:path>
                <a:path w="2951479" h="431800">
                  <a:moveTo>
                    <a:pt x="1347762" y="374002"/>
                  </a:moveTo>
                  <a:lnTo>
                    <a:pt x="1345577" y="375032"/>
                  </a:lnTo>
                  <a:lnTo>
                    <a:pt x="1348169" y="374575"/>
                  </a:lnTo>
                  <a:lnTo>
                    <a:pt x="1347762" y="374002"/>
                  </a:lnTo>
                  <a:close/>
                </a:path>
                <a:path w="2951479" h="431800">
                  <a:moveTo>
                    <a:pt x="1383250" y="367055"/>
                  </a:moveTo>
                  <a:lnTo>
                    <a:pt x="1374190" y="367055"/>
                  </a:lnTo>
                  <a:lnTo>
                    <a:pt x="1374190" y="415480"/>
                  </a:lnTo>
                  <a:lnTo>
                    <a:pt x="1383626" y="415480"/>
                  </a:lnTo>
                  <a:lnTo>
                    <a:pt x="1383626" y="384124"/>
                  </a:lnTo>
                  <a:lnTo>
                    <a:pt x="1400644" y="375538"/>
                  </a:lnTo>
                  <a:lnTo>
                    <a:pt x="1410791" y="375538"/>
                  </a:lnTo>
                  <a:lnTo>
                    <a:pt x="1410290" y="374878"/>
                  </a:lnTo>
                  <a:lnTo>
                    <a:pt x="1383842" y="374878"/>
                  </a:lnTo>
                  <a:lnTo>
                    <a:pt x="1383250" y="367055"/>
                  </a:lnTo>
                  <a:close/>
                </a:path>
                <a:path w="2951479" h="431800">
                  <a:moveTo>
                    <a:pt x="1410791" y="375538"/>
                  </a:moveTo>
                  <a:lnTo>
                    <a:pt x="1400644" y="375538"/>
                  </a:lnTo>
                  <a:lnTo>
                    <a:pt x="1405216" y="415480"/>
                  </a:lnTo>
                  <a:lnTo>
                    <a:pt x="1414665" y="415480"/>
                  </a:lnTo>
                  <a:lnTo>
                    <a:pt x="1414665" y="380644"/>
                  </a:lnTo>
                  <a:lnTo>
                    <a:pt x="1410791" y="375538"/>
                  </a:lnTo>
                  <a:close/>
                </a:path>
                <a:path w="2951479" h="431800">
                  <a:moveTo>
                    <a:pt x="1404353" y="367055"/>
                  </a:moveTo>
                  <a:lnTo>
                    <a:pt x="1383842" y="374878"/>
                  </a:lnTo>
                  <a:lnTo>
                    <a:pt x="1410290" y="374878"/>
                  </a:lnTo>
                  <a:lnTo>
                    <a:pt x="1404353" y="367055"/>
                  </a:lnTo>
                  <a:close/>
                </a:path>
                <a:path w="2951479" h="431800">
                  <a:moveTo>
                    <a:pt x="1439862" y="366356"/>
                  </a:moveTo>
                  <a:lnTo>
                    <a:pt x="1424304" y="381609"/>
                  </a:lnTo>
                  <a:lnTo>
                    <a:pt x="1427739" y="408381"/>
                  </a:lnTo>
                  <a:lnTo>
                    <a:pt x="1427759" y="408533"/>
                  </a:lnTo>
                  <a:lnTo>
                    <a:pt x="1443697" y="416432"/>
                  </a:lnTo>
                  <a:lnTo>
                    <a:pt x="1458506" y="415480"/>
                  </a:lnTo>
                  <a:lnTo>
                    <a:pt x="1467713" y="415480"/>
                  </a:lnTo>
                  <a:lnTo>
                    <a:pt x="1467713" y="408381"/>
                  </a:lnTo>
                  <a:lnTo>
                    <a:pt x="1442974" y="408381"/>
                  </a:lnTo>
                  <a:lnTo>
                    <a:pt x="1432966" y="388035"/>
                  </a:lnTo>
                  <a:lnTo>
                    <a:pt x="1448536" y="374370"/>
                  </a:lnTo>
                  <a:lnTo>
                    <a:pt x="1457231" y="374370"/>
                  </a:lnTo>
                  <a:lnTo>
                    <a:pt x="1439862" y="366356"/>
                  </a:lnTo>
                  <a:close/>
                </a:path>
                <a:path w="2951479" h="431800">
                  <a:moveTo>
                    <a:pt x="1457231" y="374370"/>
                  </a:moveTo>
                  <a:lnTo>
                    <a:pt x="1448536" y="374370"/>
                  </a:lnTo>
                  <a:lnTo>
                    <a:pt x="1458442" y="394639"/>
                  </a:lnTo>
                  <a:lnTo>
                    <a:pt x="1445780" y="408381"/>
                  </a:lnTo>
                  <a:lnTo>
                    <a:pt x="1467713" y="408381"/>
                  </a:lnTo>
                  <a:lnTo>
                    <a:pt x="1467713" y="374853"/>
                  </a:lnTo>
                  <a:lnTo>
                    <a:pt x="1458277" y="374853"/>
                  </a:lnTo>
                  <a:lnTo>
                    <a:pt x="1457231" y="374370"/>
                  </a:lnTo>
                  <a:close/>
                </a:path>
                <a:path w="2951479" h="431800">
                  <a:moveTo>
                    <a:pt x="1467713" y="350824"/>
                  </a:moveTo>
                  <a:lnTo>
                    <a:pt x="1458277" y="350824"/>
                  </a:lnTo>
                  <a:lnTo>
                    <a:pt x="1458277" y="374853"/>
                  </a:lnTo>
                  <a:lnTo>
                    <a:pt x="1467713" y="374853"/>
                  </a:lnTo>
                  <a:lnTo>
                    <a:pt x="1467713" y="350824"/>
                  </a:lnTo>
                  <a:close/>
                </a:path>
                <a:path w="2951479" h="431800">
                  <a:moveTo>
                    <a:pt x="1491322" y="367398"/>
                  </a:moveTo>
                  <a:lnTo>
                    <a:pt x="1478165" y="382028"/>
                  </a:lnTo>
                  <a:lnTo>
                    <a:pt x="1481912" y="408330"/>
                  </a:lnTo>
                  <a:lnTo>
                    <a:pt x="1499844" y="416458"/>
                  </a:lnTo>
                  <a:lnTo>
                    <a:pt x="1508353" y="415416"/>
                  </a:lnTo>
                  <a:lnTo>
                    <a:pt x="1514565" y="408533"/>
                  </a:lnTo>
                  <a:lnTo>
                    <a:pt x="1496898" y="408533"/>
                  </a:lnTo>
                  <a:lnTo>
                    <a:pt x="1486763" y="388327"/>
                  </a:lnTo>
                  <a:lnTo>
                    <a:pt x="1502816" y="374256"/>
                  </a:lnTo>
                  <a:lnTo>
                    <a:pt x="1515710" y="374256"/>
                  </a:lnTo>
                  <a:lnTo>
                    <a:pt x="1515122" y="371563"/>
                  </a:lnTo>
                  <a:lnTo>
                    <a:pt x="1491322" y="367398"/>
                  </a:lnTo>
                  <a:close/>
                </a:path>
                <a:path w="2951479" h="431800">
                  <a:moveTo>
                    <a:pt x="1515710" y="374256"/>
                  </a:moveTo>
                  <a:lnTo>
                    <a:pt x="1502816" y="374256"/>
                  </a:lnTo>
                  <a:lnTo>
                    <a:pt x="1512430" y="385483"/>
                  </a:lnTo>
                  <a:lnTo>
                    <a:pt x="1499980" y="408330"/>
                  </a:lnTo>
                  <a:lnTo>
                    <a:pt x="1499870" y="408533"/>
                  </a:lnTo>
                  <a:lnTo>
                    <a:pt x="1514565" y="408533"/>
                  </a:lnTo>
                  <a:lnTo>
                    <a:pt x="1521510" y="400837"/>
                  </a:lnTo>
                  <a:lnTo>
                    <a:pt x="1515710" y="374256"/>
                  </a:lnTo>
                  <a:close/>
                </a:path>
                <a:path w="2951479" h="431800">
                  <a:moveTo>
                    <a:pt x="1540260" y="367055"/>
                  </a:moveTo>
                  <a:lnTo>
                    <a:pt x="1531200" y="367055"/>
                  </a:lnTo>
                  <a:lnTo>
                    <a:pt x="1531200" y="415480"/>
                  </a:lnTo>
                  <a:lnTo>
                    <a:pt x="1540636" y="415480"/>
                  </a:lnTo>
                  <a:lnTo>
                    <a:pt x="1540636" y="384124"/>
                  </a:lnTo>
                  <a:lnTo>
                    <a:pt x="1557654" y="375538"/>
                  </a:lnTo>
                  <a:lnTo>
                    <a:pt x="1567801" y="375538"/>
                  </a:lnTo>
                  <a:lnTo>
                    <a:pt x="1567300" y="374878"/>
                  </a:lnTo>
                  <a:lnTo>
                    <a:pt x="1540865" y="374878"/>
                  </a:lnTo>
                  <a:lnTo>
                    <a:pt x="1540260" y="367055"/>
                  </a:lnTo>
                  <a:close/>
                </a:path>
                <a:path w="2951479" h="431800">
                  <a:moveTo>
                    <a:pt x="1567801" y="375538"/>
                  </a:moveTo>
                  <a:lnTo>
                    <a:pt x="1557654" y="375538"/>
                  </a:lnTo>
                  <a:lnTo>
                    <a:pt x="1562239" y="415480"/>
                  </a:lnTo>
                  <a:lnTo>
                    <a:pt x="1571675" y="415480"/>
                  </a:lnTo>
                  <a:lnTo>
                    <a:pt x="1571675" y="380644"/>
                  </a:lnTo>
                  <a:lnTo>
                    <a:pt x="1567801" y="375538"/>
                  </a:lnTo>
                  <a:close/>
                </a:path>
                <a:path w="2951479" h="431800">
                  <a:moveTo>
                    <a:pt x="1561363" y="367055"/>
                  </a:moveTo>
                  <a:lnTo>
                    <a:pt x="1540865" y="374878"/>
                  </a:lnTo>
                  <a:lnTo>
                    <a:pt x="1567300" y="374878"/>
                  </a:lnTo>
                  <a:lnTo>
                    <a:pt x="1561363" y="367055"/>
                  </a:lnTo>
                  <a:close/>
                </a:path>
                <a:path w="2951479" h="431800">
                  <a:moveTo>
                    <a:pt x="1591614" y="366991"/>
                  </a:moveTo>
                  <a:lnTo>
                    <a:pt x="1582559" y="366991"/>
                  </a:lnTo>
                  <a:lnTo>
                    <a:pt x="1582559" y="415480"/>
                  </a:lnTo>
                  <a:lnTo>
                    <a:pt x="1591995" y="415480"/>
                  </a:lnTo>
                  <a:lnTo>
                    <a:pt x="1591995" y="385584"/>
                  </a:lnTo>
                  <a:lnTo>
                    <a:pt x="1606702" y="375297"/>
                  </a:lnTo>
                  <a:lnTo>
                    <a:pt x="1646456" y="375297"/>
                  </a:lnTo>
                  <a:lnTo>
                    <a:pt x="1646055" y="374878"/>
                  </a:lnTo>
                  <a:lnTo>
                    <a:pt x="1592211" y="374878"/>
                  </a:lnTo>
                  <a:lnTo>
                    <a:pt x="1591624" y="367118"/>
                  </a:lnTo>
                  <a:lnTo>
                    <a:pt x="1591614" y="366991"/>
                  </a:lnTo>
                  <a:close/>
                </a:path>
                <a:path w="2951479" h="431800">
                  <a:moveTo>
                    <a:pt x="1634423" y="375297"/>
                  </a:moveTo>
                  <a:lnTo>
                    <a:pt x="1606702" y="375297"/>
                  </a:lnTo>
                  <a:lnTo>
                    <a:pt x="1610804" y="415480"/>
                  </a:lnTo>
                  <a:lnTo>
                    <a:pt x="1620215" y="415480"/>
                  </a:lnTo>
                  <a:lnTo>
                    <a:pt x="1620215" y="381622"/>
                  </a:lnTo>
                  <a:lnTo>
                    <a:pt x="1634423" y="375297"/>
                  </a:lnTo>
                  <a:close/>
                </a:path>
                <a:path w="2951479" h="431800">
                  <a:moveTo>
                    <a:pt x="1646456" y="375297"/>
                  </a:moveTo>
                  <a:lnTo>
                    <a:pt x="1634573" y="375297"/>
                  </a:lnTo>
                  <a:lnTo>
                    <a:pt x="1639036" y="415480"/>
                  </a:lnTo>
                  <a:lnTo>
                    <a:pt x="1648472" y="415480"/>
                  </a:lnTo>
                  <a:lnTo>
                    <a:pt x="1648472" y="377405"/>
                  </a:lnTo>
                  <a:lnTo>
                    <a:pt x="1646456" y="375297"/>
                  </a:lnTo>
                  <a:close/>
                </a:path>
                <a:path w="2951479" h="431800">
                  <a:moveTo>
                    <a:pt x="1611363" y="367118"/>
                  </a:moveTo>
                  <a:lnTo>
                    <a:pt x="1592211" y="374878"/>
                  </a:lnTo>
                  <a:lnTo>
                    <a:pt x="1618957" y="374878"/>
                  </a:lnTo>
                  <a:lnTo>
                    <a:pt x="1611363" y="367118"/>
                  </a:lnTo>
                  <a:close/>
                </a:path>
                <a:path w="2951479" h="431800">
                  <a:moveTo>
                    <a:pt x="1637906" y="366356"/>
                  </a:moveTo>
                  <a:lnTo>
                    <a:pt x="1618957" y="374878"/>
                  </a:lnTo>
                  <a:lnTo>
                    <a:pt x="1646055" y="374878"/>
                  </a:lnTo>
                  <a:lnTo>
                    <a:pt x="1637906" y="366356"/>
                  </a:lnTo>
                  <a:close/>
                </a:path>
                <a:path w="2951479" h="431800">
                  <a:moveTo>
                    <a:pt x="1671142" y="367423"/>
                  </a:moveTo>
                  <a:lnTo>
                    <a:pt x="1658086" y="382206"/>
                  </a:lnTo>
                  <a:lnTo>
                    <a:pt x="1661820" y="408444"/>
                  </a:lnTo>
                  <a:lnTo>
                    <a:pt x="1680248" y="416458"/>
                  </a:lnTo>
                  <a:lnTo>
                    <a:pt x="1683778" y="416458"/>
                  </a:lnTo>
                  <a:lnTo>
                    <a:pt x="1693699" y="408660"/>
                  </a:lnTo>
                  <a:lnTo>
                    <a:pt x="1677581" y="408660"/>
                  </a:lnTo>
                  <a:lnTo>
                    <a:pt x="1669854" y="394080"/>
                  </a:lnTo>
                  <a:lnTo>
                    <a:pt x="1662506" y="394080"/>
                  </a:lnTo>
                  <a:lnTo>
                    <a:pt x="1662506" y="387007"/>
                  </a:lnTo>
                  <a:lnTo>
                    <a:pt x="1667112" y="387007"/>
                  </a:lnTo>
                  <a:lnTo>
                    <a:pt x="1674672" y="374802"/>
                  </a:lnTo>
                  <a:lnTo>
                    <a:pt x="1693236" y="374802"/>
                  </a:lnTo>
                  <a:lnTo>
                    <a:pt x="1671142" y="367423"/>
                  </a:lnTo>
                  <a:close/>
                </a:path>
                <a:path w="2951479" h="431800">
                  <a:moveTo>
                    <a:pt x="1691513" y="401751"/>
                  </a:moveTo>
                  <a:lnTo>
                    <a:pt x="1677581" y="408660"/>
                  </a:lnTo>
                  <a:lnTo>
                    <a:pt x="1693699" y="408660"/>
                  </a:lnTo>
                  <a:lnTo>
                    <a:pt x="1700453" y="403351"/>
                  </a:lnTo>
                  <a:lnTo>
                    <a:pt x="1691513" y="401751"/>
                  </a:lnTo>
                  <a:close/>
                </a:path>
                <a:path w="2951479" h="431800">
                  <a:moveTo>
                    <a:pt x="1667112" y="387007"/>
                  </a:moveTo>
                  <a:lnTo>
                    <a:pt x="1662506" y="387007"/>
                  </a:lnTo>
                  <a:lnTo>
                    <a:pt x="1662506" y="394080"/>
                  </a:lnTo>
                  <a:lnTo>
                    <a:pt x="1669854" y="394080"/>
                  </a:lnTo>
                  <a:lnTo>
                    <a:pt x="1666570" y="387883"/>
                  </a:lnTo>
                  <a:lnTo>
                    <a:pt x="1667112" y="387007"/>
                  </a:lnTo>
                  <a:close/>
                </a:path>
                <a:path w="2951479" h="431800">
                  <a:moveTo>
                    <a:pt x="1693236" y="374802"/>
                  </a:moveTo>
                  <a:lnTo>
                    <a:pt x="1674672" y="374802"/>
                  </a:lnTo>
                  <a:lnTo>
                    <a:pt x="1691792" y="387007"/>
                  </a:lnTo>
                  <a:lnTo>
                    <a:pt x="1667112" y="387007"/>
                  </a:lnTo>
                  <a:lnTo>
                    <a:pt x="1666570" y="387883"/>
                  </a:lnTo>
                  <a:lnTo>
                    <a:pt x="1669854" y="394080"/>
                  </a:lnTo>
                  <a:lnTo>
                    <a:pt x="1701050" y="394080"/>
                  </a:lnTo>
                  <a:lnTo>
                    <a:pt x="1698104" y="376427"/>
                  </a:lnTo>
                  <a:lnTo>
                    <a:pt x="1693236" y="374802"/>
                  </a:lnTo>
                  <a:close/>
                </a:path>
                <a:path w="2951479" h="431800">
                  <a:moveTo>
                    <a:pt x="1718810" y="367055"/>
                  </a:moveTo>
                  <a:lnTo>
                    <a:pt x="1709737" y="367055"/>
                  </a:lnTo>
                  <a:lnTo>
                    <a:pt x="1709737" y="415480"/>
                  </a:lnTo>
                  <a:lnTo>
                    <a:pt x="1719186" y="415480"/>
                  </a:lnTo>
                  <a:lnTo>
                    <a:pt x="1719186" y="384124"/>
                  </a:lnTo>
                  <a:lnTo>
                    <a:pt x="1736204" y="375538"/>
                  </a:lnTo>
                  <a:lnTo>
                    <a:pt x="1746338" y="375538"/>
                  </a:lnTo>
                  <a:lnTo>
                    <a:pt x="1745836" y="374878"/>
                  </a:lnTo>
                  <a:lnTo>
                    <a:pt x="1719402" y="374878"/>
                  </a:lnTo>
                  <a:lnTo>
                    <a:pt x="1718810" y="367055"/>
                  </a:lnTo>
                  <a:close/>
                </a:path>
                <a:path w="2951479" h="431800">
                  <a:moveTo>
                    <a:pt x="1746338" y="375538"/>
                  </a:moveTo>
                  <a:lnTo>
                    <a:pt x="1736204" y="375538"/>
                  </a:lnTo>
                  <a:lnTo>
                    <a:pt x="1740776" y="415480"/>
                  </a:lnTo>
                  <a:lnTo>
                    <a:pt x="1750212" y="415480"/>
                  </a:lnTo>
                  <a:lnTo>
                    <a:pt x="1750212" y="380644"/>
                  </a:lnTo>
                  <a:lnTo>
                    <a:pt x="1746338" y="375538"/>
                  </a:lnTo>
                  <a:close/>
                </a:path>
                <a:path w="2951479" h="431800">
                  <a:moveTo>
                    <a:pt x="1739900" y="367055"/>
                  </a:moveTo>
                  <a:lnTo>
                    <a:pt x="1719402" y="374878"/>
                  </a:lnTo>
                  <a:lnTo>
                    <a:pt x="1745836" y="374878"/>
                  </a:lnTo>
                  <a:lnTo>
                    <a:pt x="1739900" y="367055"/>
                  </a:lnTo>
                  <a:close/>
                </a:path>
                <a:path w="2951479" h="431800">
                  <a:moveTo>
                    <a:pt x="1773783" y="355371"/>
                  </a:moveTo>
                  <a:lnTo>
                    <a:pt x="1764347" y="355371"/>
                  </a:lnTo>
                  <a:lnTo>
                    <a:pt x="1764347" y="406120"/>
                  </a:lnTo>
                  <a:lnTo>
                    <a:pt x="1778495" y="416115"/>
                  </a:lnTo>
                  <a:lnTo>
                    <a:pt x="1773783" y="355371"/>
                  </a:lnTo>
                  <a:close/>
                </a:path>
                <a:path w="2951479" h="431800">
                  <a:moveTo>
                    <a:pt x="1764347" y="366991"/>
                  </a:moveTo>
                  <a:lnTo>
                    <a:pt x="1757248" y="366991"/>
                  </a:lnTo>
                  <a:lnTo>
                    <a:pt x="1757248" y="374561"/>
                  </a:lnTo>
                  <a:lnTo>
                    <a:pt x="1764347" y="374561"/>
                  </a:lnTo>
                  <a:lnTo>
                    <a:pt x="1764347" y="366991"/>
                  </a:lnTo>
                  <a:close/>
                </a:path>
                <a:path w="2951479" h="431800">
                  <a:moveTo>
                    <a:pt x="1783727" y="366991"/>
                  </a:moveTo>
                  <a:lnTo>
                    <a:pt x="1774684" y="366991"/>
                  </a:lnTo>
                  <a:lnTo>
                    <a:pt x="1775272" y="374561"/>
                  </a:lnTo>
                  <a:lnTo>
                    <a:pt x="1783727" y="374561"/>
                  </a:lnTo>
                  <a:lnTo>
                    <a:pt x="1783727" y="366991"/>
                  </a:lnTo>
                  <a:close/>
                </a:path>
                <a:path w="2951479" h="431800">
                  <a:moveTo>
                    <a:pt x="1837791" y="342899"/>
                  </a:moveTo>
                  <a:lnTo>
                    <a:pt x="1829142" y="342899"/>
                  </a:lnTo>
                  <a:lnTo>
                    <a:pt x="1825142" y="348526"/>
                  </a:lnTo>
                  <a:lnTo>
                    <a:pt x="1816887" y="383158"/>
                  </a:lnTo>
                  <a:lnTo>
                    <a:pt x="1816887" y="391083"/>
                  </a:lnTo>
                  <a:lnTo>
                    <a:pt x="1829142" y="423430"/>
                  </a:lnTo>
                  <a:lnTo>
                    <a:pt x="1837791" y="423430"/>
                  </a:lnTo>
                  <a:lnTo>
                    <a:pt x="1830489" y="408266"/>
                  </a:lnTo>
                  <a:lnTo>
                    <a:pt x="1837791" y="342899"/>
                  </a:lnTo>
                  <a:close/>
                </a:path>
                <a:path w="2951479" h="431800">
                  <a:moveTo>
                    <a:pt x="1870367" y="360616"/>
                  </a:moveTo>
                  <a:lnTo>
                    <a:pt x="1860207" y="360616"/>
                  </a:lnTo>
                  <a:lnTo>
                    <a:pt x="1860588" y="415480"/>
                  </a:lnTo>
                  <a:lnTo>
                    <a:pt x="1870367" y="415480"/>
                  </a:lnTo>
                  <a:lnTo>
                    <a:pt x="1870367" y="360616"/>
                  </a:lnTo>
                  <a:close/>
                </a:path>
                <a:path w="2951479" h="431800">
                  <a:moveTo>
                    <a:pt x="1870367" y="350824"/>
                  </a:moveTo>
                  <a:lnTo>
                    <a:pt x="1860867" y="350824"/>
                  </a:lnTo>
                  <a:lnTo>
                    <a:pt x="1844738" y="361365"/>
                  </a:lnTo>
                  <a:lnTo>
                    <a:pt x="1844738" y="370712"/>
                  </a:lnTo>
                  <a:lnTo>
                    <a:pt x="1860207" y="360616"/>
                  </a:lnTo>
                  <a:lnTo>
                    <a:pt x="1870367" y="360616"/>
                  </a:lnTo>
                  <a:lnTo>
                    <a:pt x="1870367" y="350824"/>
                  </a:lnTo>
                  <a:close/>
                </a:path>
                <a:path w="2951479" h="431800">
                  <a:moveTo>
                    <a:pt x="1895703" y="398627"/>
                  </a:moveTo>
                  <a:lnTo>
                    <a:pt x="1886242" y="398627"/>
                  </a:lnTo>
                  <a:lnTo>
                    <a:pt x="1887359" y="405104"/>
                  </a:lnTo>
                  <a:lnTo>
                    <a:pt x="1907425" y="416369"/>
                  </a:lnTo>
                  <a:lnTo>
                    <a:pt x="1911756" y="416369"/>
                  </a:lnTo>
                  <a:lnTo>
                    <a:pt x="1921824" y="408152"/>
                  </a:lnTo>
                  <a:lnTo>
                    <a:pt x="1904301" y="408152"/>
                  </a:lnTo>
                  <a:lnTo>
                    <a:pt x="1895703" y="398627"/>
                  </a:lnTo>
                  <a:close/>
                </a:path>
                <a:path w="2951479" h="431800">
                  <a:moveTo>
                    <a:pt x="1923645" y="381088"/>
                  </a:moveTo>
                  <a:lnTo>
                    <a:pt x="1909584" y="381088"/>
                  </a:lnTo>
                  <a:lnTo>
                    <a:pt x="1920240" y="397357"/>
                  </a:lnTo>
                  <a:lnTo>
                    <a:pt x="1904301" y="408152"/>
                  </a:lnTo>
                  <a:lnTo>
                    <a:pt x="1921824" y="408152"/>
                  </a:lnTo>
                  <a:lnTo>
                    <a:pt x="1928749" y="402501"/>
                  </a:lnTo>
                  <a:lnTo>
                    <a:pt x="1923645" y="381088"/>
                  </a:lnTo>
                  <a:close/>
                </a:path>
                <a:path w="2951479" h="431800">
                  <a:moveTo>
                    <a:pt x="1926551" y="350824"/>
                  </a:moveTo>
                  <a:lnTo>
                    <a:pt x="1891004" y="350824"/>
                  </a:lnTo>
                  <a:lnTo>
                    <a:pt x="1887372" y="383400"/>
                  </a:lnTo>
                  <a:lnTo>
                    <a:pt x="1896313" y="384733"/>
                  </a:lnTo>
                  <a:lnTo>
                    <a:pt x="1909584" y="381088"/>
                  </a:lnTo>
                  <a:lnTo>
                    <a:pt x="1923645" y="381088"/>
                  </a:lnTo>
                  <a:lnTo>
                    <a:pt x="1922830" y="377672"/>
                  </a:lnTo>
                  <a:lnTo>
                    <a:pt x="1900377" y="375043"/>
                  </a:lnTo>
                  <a:lnTo>
                    <a:pt x="1899119" y="359194"/>
                  </a:lnTo>
                  <a:lnTo>
                    <a:pt x="1926551" y="359194"/>
                  </a:lnTo>
                  <a:lnTo>
                    <a:pt x="1926551" y="350824"/>
                  </a:lnTo>
                  <a:close/>
                </a:path>
                <a:path w="2951479" h="431800">
                  <a:moveTo>
                    <a:pt x="1983549" y="386499"/>
                  </a:moveTo>
                  <a:lnTo>
                    <a:pt x="1973173" y="403351"/>
                  </a:lnTo>
                  <a:lnTo>
                    <a:pt x="1989162" y="416801"/>
                  </a:lnTo>
                  <a:lnTo>
                    <a:pt x="1997372" y="403351"/>
                  </a:lnTo>
                  <a:lnTo>
                    <a:pt x="1992058" y="403351"/>
                  </a:lnTo>
                  <a:lnTo>
                    <a:pt x="1980539" y="399948"/>
                  </a:lnTo>
                  <a:lnTo>
                    <a:pt x="1988527" y="392810"/>
                  </a:lnTo>
                  <a:lnTo>
                    <a:pt x="1991011" y="392810"/>
                  </a:lnTo>
                  <a:lnTo>
                    <a:pt x="1983549" y="386499"/>
                  </a:lnTo>
                  <a:close/>
                </a:path>
                <a:path w="2951479" h="431800">
                  <a:moveTo>
                    <a:pt x="1995652" y="350824"/>
                  </a:moveTo>
                  <a:lnTo>
                    <a:pt x="1988108" y="350824"/>
                  </a:lnTo>
                  <a:lnTo>
                    <a:pt x="1943658" y="415480"/>
                  </a:lnTo>
                  <a:lnTo>
                    <a:pt x="1951202" y="415480"/>
                  </a:lnTo>
                  <a:lnTo>
                    <a:pt x="1995652" y="350824"/>
                  </a:lnTo>
                  <a:close/>
                </a:path>
                <a:path w="2951479" h="431800">
                  <a:moveTo>
                    <a:pt x="1991011" y="392810"/>
                  </a:moveTo>
                  <a:lnTo>
                    <a:pt x="1988527" y="392810"/>
                  </a:lnTo>
                  <a:lnTo>
                    <a:pt x="1992058" y="403351"/>
                  </a:lnTo>
                  <a:lnTo>
                    <a:pt x="1997372" y="403351"/>
                  </a:lnTo>
                  <a:lnTo>
                    <a:pt x="1999449" y="399948"/>
                  </a:lnTo>
                  <a:lnTo>
                    <a:pt x="1991011" y="392810"/>
                  </a:lnTo>
                  <a:close/>
                </a:path>
                <a:path w="2951479" h="431800">
                  <a:moveTo>
                    <a:pt x="1951024" y="349503"/>
                  </a:moveTo>
                  <a:lnTo>
                    <a:pt x="1940661" y="366356"/>
                  </a:lnTo>
                  <a:lnTo>
                    <a:pt x="1956650" y="379806"/>
                  </a:lnTo>
                  <a:lnTo>
                    <a:pt x="1964829" y="366356"/>
                  </a:lnTo>
                  <a:lnTo>
                    <a:pt x="1959546" y="366356"/>
                  </a:lnTo>
                  <a:lnTo>
                    <a:pt x="1948052" y="362953"/>
                  </a:lnTo>
                  <a:lnTo>
                    <a:pt x="1966899" y="362953"/>
                  </a:lnTo>
                  <a:lnTo>
                    <a:pt x="1951024" y="349503"/>
                  </a:lnTo>
                  <a:close/>
                </a:path>
                <a:path w="2951479" h="431800">
                  <a:moveTo>
                    <a:pt x="1966899" y="362953"/>
                  </a:moveTo>
                  <a:lnTo>
                    <a:pt x="1948052" y="362953"/>
                  </a:lnTo>
                  <a:lnTo>
                    <a:pt x="1959546" y="366356"/>
                  </a:lnTo>
                  <a:lnTo>
                    <a:pt x="1964829" y="366356"/>
                  </a:lnTo>
                  <a:lnTo>
                    <a:pt x="1966899" y="362953"/>
                  </a:lnTo>
                  <a:close/>
                </a:path>
                <a:path w="2951479" h="431800">
                  <a:moveTo>
                    <a:pt x="2017306" y="342899"/>
                  </a:moveTo>
                  <a:lnTo>
                    <a:pt x="2008657" y="342899"/>
                  </a:lnTo>
                  <a:lnTo>
                    <a:pt x="2015959" y="358063"/>
                  </a:lnTo>
                  <a:lnTo>
                    <a:pt x="2008657" y="423430"/>
                  </a:lnTo>
                  <a:lnTo>
                    <a:pt x="2017306" y="423430"/>
                  </a:lnTo>
                  <a:lnTo>
                    <a:pt x="2021306" y="417817"/>
                  </a:lnTo>
                  <a:lnTo>
                    <a:pt x="2029548" y="383158"/>
                  </a:lnTo>
                  <a:lnTo>
                    <a:pt x="2029548" y="375234"/>
                  </a:lnTo>
                  <a:lnTo>
                    <a:pt x="2017306" y="342899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7226300" y="5410200"/>
              <a:ext cx="2120900" cy="317500"/>
            </a:xfrm>
            <a:custGeom>
              <a:avLst/>
              <a:gdLst/>
              <a:ahLst/>
              <a:cxnLst/>
              <a:rect l="l" t="t" r="r" b="b"/>
              <a:pathLst>
                <a:path w="2120900" h="317500">
                  <a:moveTo>
                    <a:pt x="1962150" y="0"/>
                  </a:moveTo>
                  <a:lnTo>
                    <a:pt x="158750" y="0"/>
                  </a:lnTo>
                  <a:lnTo>
                    <a:pt x="108570" y="8092"/>
                  </a:lnTo>
                  <a:lnTo>
                    <a:pt x="64991" y="30627"/>
                  </a:lnTo>
                  <a:lnTo>
                    <a:pt x="30627" y="64991"/>
                  </a:lnTo>
                  <a:lnTo>
                    <a:pt x="8092" y="108570"/>
                  </a:lnTo>
                  <a:lnTo>
                    <a:pt x="0" y="158750"/>
                  </a:lnTo>
                  <a:lnTo>
                    <a:pt x="8092" y="208929"/>
                  </a:lnTo>
                  <a:lnTo>
                    <a:pt x="30627" y="252508"/>
                  </a:lnTo>
                  <a:lnTo>
                    <a:pt x="64991" y="286872"/>
                  </a:lnTo>
                  <a:lnTo>
                    <a:pt x="108570" y="309407"/>
                  </a:lnTo>
                  <a:lnTo>
                    <a:pt x="158750" y="317500"/>
                  </a:lnTo>
                  <a:lnTo>
                    <a:pt x="1962150" y="317500"/>
                  </a:lnTo>
                  <a:lnTo>
                    <a:pt x="2012329" y="309407"/>
                  </a:lnTo>
                  <a:lnTo>
                    <a:pt x="2055908" y="286872"/>
                  </a:lnTo>
                  <a:lnTo>
                    <a:pt x="2090272" y="252508"/>
                  </a:lnTo>
                  <a:lnTo>
                    <a:pt x="2112807" y="208929"/>
                  </a:lnTo>
                  <a:lnTo>
                    <a:pt x="2120900" y="158750"/>
                  </a:lnTo>
                  <a:lnTo>
                    <a:pt x="2112807" y="108570"/>
                  </a:lnTo>
                  <a:lnTo>
                    <a:pt x="2090272" y="64991"/>
                  </a:lnTo>
                  <a:lnTo>
                    <a:pt x="2055908" y="30627"/>
                  </a:lnTo>
                  <a:lnTo>
                    <a:pt x="2012329" y="8092"/>
                  </a:lnTo>
                  <a:lnTo>
                    <a:pt x="1962150" y="0"/>
                  </a:lnTo>
                  <a:close/>
                </a:path>
              </a:pathLst>
            </a:custGeom>
            <a:solidFill>
              <a:srgbClr val="FF57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9283700" y="7175500"/>
              <a:ext cx="1333500" cy="419100"/>
            </a:xfrm>
            <a:custGeom>
              <a:avLst/>
              <a:gdLst/>
              <a:ahLst/>
              <a:cxnLst/>
              <a:rect l="l" t="t" r="r" b="b"/>
              <a:pathLst>
                <a:path w="1333500" h="419100">
                  <a:moveTo>
                    <a:pt x="1244600" y="0"/>
                  </a:moveTo>
                  <a:lnTo>
                    <a:pt x="88900" y="0"/>
                  </a:lnTo>
                  <a:lnTo>
                    <a:pt x="54296" y="6986"/>
                  </a:lnTo>
                  <a:lnTo>
                    <a:pt x="26038" y="26038"/>
                  </a:lnTo>
                  <a:lnTo>
                    <a:pt x="6986" y="54296"/>
                  </a:lnTo>
                  <a:lnTo>
                    <a:pt x="0" y="88900"/>
                  </a:lnTo>
                  <a:lnTo>
                    <a:pt x="0" y="330200"/>
                  </a:lnTo>
                  <a:lnTo>
                    <a:pt x="6986" y="364803"/>
                  </a:lnTo>
                  <a:lnTo>
                    <a:pt x="26038" y="393061"/>
                  </a:lnTo>
                  <a:lnTo>
                    <a:pt x="54296" y="412113"/>
                  </a:lnTo>
                  <a:lnTo>
                    <a:pt x="88900" y="419100"/>
                  </a:lnTo>
                  <a:lnTo>
                    <a:pt x="1244600" y="419100"/>
                  </a:lnTo>
                  <a:lnTo>
                    <a:pt x="1279203" y="412113"/>
                  </a:lnTo>
                  <a:lnTo>
                    <a:pt x="1307461" y="393061"/>
                  </a:lnTo>
                  <a:lnTo>
                    <a:pt x="1326513" y="364803"/>
                  </a:lnTo>
                  <a:lnTo>
                    <a:pt x="1333500" y="330200"/>
                  </a:lnTo>
                  <a:lnTo>
                    <a:pt x="1333500" y="88900"/>
                  </a:lnTo>
                  <a:lnTo>
                    <a:pt x="1326513" y="54296"/>
                  </a:lnTo>
                  <a:lnTo>
                    <a:pt x="1307461" y="26038"/>
                  </a:lnTo>
                  <a:lnTo>
                    <a:pt x="1279203" y="6986"/>
                  </a:lnTo>
                  <a:lnTo>
                    <a:pt x="1244600" y="0"/>
                  </a:lnTo>
                  <a:close/>
                </a:path>
              </a:pathLst>
            </a:custGeom>
            <a:solidFill>
              <a:srgbClr val="F385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7875701" y="5488267"/>
              <a:ext cx="883919" cy="139700"/>
            </a:xfrm>
            <a:custGeom>
              <a:avLst/>
              <a:gdLst/>
              <a:ahLst/>
              <a:cxnLst/>
              <a:rect l="l" t="t" r="r" b="b"/>
              <a:pathLst>
                <a:path w="883920" h="139700">
                  <a:moveTo>
                    <a:pt x="60172" y="8521"/>
                  </a:moveTo>
                  <a:lnTo>
                    <a:pt x="21475" y="8521"/>
                  </a:lnTo>
                  <a:lnTo>
                    <a:pt x="0" y="137833"/>
                  </a:lnTo>
                  <a:lnTo>
                    <a:pt x="30441" y="137833"/>
                  </a:lnTo>
                  <a:lnTo>
                    <a:pt x="43753" y="58407"/>
                  </a:lnTo>
                  <a:lnTo>
                    <a:pt x="43827" y="57962"/>
                  </a:lnTo>
                  <a:lnTo>
                    <a:pt x="72258" y="57962"/>
                  </a:lnTo>
                  <a:lnTo>
                    <a:pt x="60172" y="8521"/>
                  </a:lnTo>
                  <a:close/>
                </a:path>
                <a:path w="883920" h="139700">
                  <a:moveTo>
                    <a:pt x="157780" y="58407"/>
                  </a:moveTo>
                  <a:lnTo>
                    <a:pt x="127355" y="58407"/>
                  </a:lnTo>
                  <a:lnTo>
                    <a:pt x="114160" y="137833"/>
                  </a:lnTo>
                  <a:lnTo>
                    <a:pt x="144589" y="137833"/>
                  </a:lnTo>
                  <a:lnTo>
                    <a:pt x="157780" y="58407"/>
                  </a:lnTo>
                  <a:close/>
                </a:path>
                <a:path w="883920" h="139700">
                  <a:moveTo>
                    <a:pt x="72258" y="57962"/>
                  </a:moveTo>
                  <a:lnTo>
                    <a:pt x="44894" y="57962"/>
                  </a:lnTo>
                  <a:lnTo>
                    <a:pt x="62826" y="137007"/>
                  </a:lnTo>
                  <a:lnTo>
                    <a:pt x="82207" y="137007"/>
                  </a:lnTo>
                  <a:lnTo>
                    <a:pt x="109357" y="88582"/>
                  </a:lnTo>
                  <a:lnTo>
                    <a:pt x="79743" y="88582"/>
                  </a:lnTo>
                  <a:lnTo>
                    <a:pt x="72367" y="58407"/>
                  </a:lnTo>
                  <a:lnTo>
                    <a:pt x="72258" y="57962"/>
                  </a:lnTo>
                  <a:close/>
                </a:path>
                <a:path w="883920" h="139700">
                  <a:moveTo>
                    <a:pt x="166065" y="8521"/>
                  </a:moveTo>
                  <a:lnTo>
                    <a:pt x="127355" y="8521"/>
                  </a:lnTo>
                  <a:lnTo>
                    <a:pt x="81267" y="88582"/>
                  </a:lnTo>
                  <a:lnTo>
                    <a:pt x="109357" y="88582"/>
                  </a:lnTo>
                  <a:lnTo>
                    <a:pt x="126276" y="58407"/>
                  </a:lnTo>
                  <a:lnTo>
                    <a:pt x="157780" y="58407"/>
                  </a:lnTo>
                  <a:lnTo>
                    <a:pt x="166065" y="8521"/>
                  </a:lnTo>
                  <a:close/>
                </a:path>
                <a:path w="883920" h="139700">
                  <a:moveTo>
                    <a:pt x="231787" y="39585"/>
                  </a:moveTo>
                  <a:lnTo>
                    <a:pt x="224891" y="39585"/>
                  </a:lnTo>
                  <a:lnTo>
                    <a:pt x="217766" y="39980"/>
                  </a:lnTo>
                  <a:lnTo>
                    <a:pt x="182906" y="58115"/>
                  </a:lnTo>
                  <a:lnTo>
                    <a:pt x="167607" y="96786"/>
                  </a:lnTo>
                  <a:lnTo>
                    <a:pt x="167508" y="104136"/>
                  </a:lnTo>
                  <a:lnTo>
                    <a:pt x="168174" y="109613"/>
                  </a:lnTo>
                  <a:lnTo>
                    <a:pt x="195243" y="138164"/>
                  </a:lnTo>
                  <a:lnTo>
                    <a:pt x="209168" y="139661"/>
                  </a:lnTo>
                  <a:lnTo>
                    <a:pt x="217665" y="139661"/>
                  </a:lnTo>
                  <a:lnTo>
                    <a:pt x="254330" y="120180"/>
                  </a:lnTo>
                  <a:lnTo>
                    <a:pt x="256113" y="117373"/>
                  </a:lnTo>
                  <a:lnTo>
                    <a:pt x="209422" y="117373"/>
                  </a:lnTo>
                  <a:lnTo>
                    <a:pt x="206120" y="116624"/>
                  </a:lnTo>
                  <a:lnTo>
                    <a:pt x="196875" y="102006"/>
                  </a:lnTo>
                  <a:lnTo>
                    <a:pt x="197682" y="97195"/>
                  </a:lnTo>
                  <a:lnTo>
                    <a:pt x="197757" y="96786"/>
                  </a:lnTo>
                  <a:lnTo>
                    <a:pt x="178104" y="96786"/>
                  </a:lnTo>
                  <a:lnTo>
                    <a:pt x="180949" y="78867"/>
                  </a:lnTo>
                  <a:lnTo>
                    <a:pt x="201039" y="78867"/>
                  </a:lnTo>
                  <a:lnTo>
                    <a:pt x="201523" y="76225"/>
                  </a:lnTo>
                  <a:lnTo>
                    <a:pt x="218643" y="61874"/>
                  </a:lnTo>
                  <a:lnTo>
                    <a:pt x="262429" y="61874"/>
                  </a:lnTo>
                  <a:lnTo>
                    <a:pt x="260019" y="56616"/>
                  </a:lnTo>
                  <a:lnTo>
                    <a:pt x="253022" y="48158"/>
                  </a:lnTo>
                  <a:lnTo>
                    <a:pt x="248602" y="44958"/>
                  </a:lnTo>
                  <a:lnTo>
                    <a:pt x="237921" y="40665"/>
                  </a:lnTo>
                  <a:lnTo>
                    <a:pt x="231787" y="39585"/>
                  </a:lnTo>
                  <a:close/>
                </a:path>
                <a:path w="883920" h="139700">
                  <a:moveTo>
                    <a:pt x="231965" y="107467"/>
                  </a:moveTo>
                  <a:lnTo>
                    <a:pt x="230784" y="109613"/>
                  </a:lnTo>
                  <a:lnTo>
                    <a:pt x="229354" y="111315"/>
                  </a:lnTo>
                  <a:lnTo>
                    <a:pt x="229247" y="111442"/>
                  </a:lnTo>
                  <a:lnTo>
                    <a:pt x="216153" y="117373"/>
                  </a:lnTo>
                  <a:lnTo>
                    <a:pt x="256113" y="117373"/>
                  </a:lnTo>
                  <a:lnTo>
                    <a:pt x="257848" y="114642"/>
                  </a:lnTo>
                  <a:lnTo>
                    <a:pt x="260121" y="108280"/>
                  </a:lnTo>
                  <a:lnTo>
                    <a:pt x="231965" y="107467"/>
                  </a:lnTo>
                  <a:close/>
                </a:path>
                <a:path w="883920" h="139700">
                  <a:moveTo>
                    <a:pt x="201039" y="78867"/>
                  </a:moveTo>
                  <a:lnTo>
                    <a:pt x="180949" y="78867"/>
                  </a:lnTo>
                  <a:lnTo>
                    <a:pt x="178104" y="96786"/>
                  </a:lnTo>
                  <a:lnTo>
                    <a:pt x="197757" y="96786"/>
                  </a:lnTo>
                  <a:lnTo>
                    <a:pt x="201039" y="78867"/>
                  </a:lnTo>
                  <a:close/>
                </a:path>
                <a:path w="883920" h="139700">
                  <a:moveTo>
                    <a:pt x="262410" y="61874"/>
                  </a:moveTo>
                  <a:lnTo>
                    <a:pt x="225412" y="61874"/>
                  </a:lnTo>
                  <a:lnTo>
                    <a:pt x="228502" y="62674"/>
                  </a:lnTo>
                  <a:lnTo>
                    <a:pt x="228356" y="62674"/>
                  </a:lnTo>
                  <a:lnTo>
                    <a:pt x="230568" y="64084"/>
                  </a:lnTo>
                  <a:lnTo>
                    <a:pt x="232930" y="65519"/>
                  </a:lnTo>
                  <a:lnTo>
                    <a:pt x="234632" y="67513"/>
                  </a:lnTo>
                  <a:lnTo>
                    <a:pt x="236740" y="72656"/>
                  </a:lnTo>
                  <a:lnTo>
                    <a:pt x="236794" y="73240"/>
                  </a:lnTo>
                  <a:lnTo>
                    <a:pt x="236909" y="76225"/>
                  </a:lnTo>
                  <a:lnTo>
                    <a:pt x="236512" y="78867"/>
                  </a:lnTo>
                  <a:lnTo>
                    <a:pt x="201039" y="78867"/>
                  </a:lnTo>
                  <a:lnTo>
                    <a:pt x="197757" y="96786"/>
                  </a:lnTo>
                  <a:lnTo>
                    <a:pt x="262331" y="96786"/>
                  </a:lnTo>
                  <a:lnTo>
                    <a:pt x="263426" y="89725"/>
                  </a:lnTo>
                  <a:lnTo>
                    <a:pt x="264871" y="81140"/>
                  </a:lnTo>
                  <a:lnTo>
                    <a:pt x="264921" y="74079"/>
                  </a:lnTo>
                  <a:lnTo>
                    <a:pt x="262410" y="61874"/>
                  </a:lnTo>
                  <a:close/>
                </a:path>
                <a:path w="883920" h="139700">
                  <a:moveTo>
                    <a:pt x="338924" y="39585"/>
                  </a:moveTo>
                  <a:lnTo>
                    <a:pt x="332016" y="39585"/>
                  </a:lnTo>
                  <a:lnTo>
                    <a:pt x="324896" y="39980"/>
                  </a:lnTo>
                  <a:lnTo>
                    <a:pt x="290031" y="58115"/>
                  </a:lnTo>
                  <a:lnTo>
                    <a:pt x="274744" y="96786"/>
                  </a:lnTo>
                  <a:lnTo>
                    <a:pt x="274643" y="104136"/>
                  </a:lnTo>
                  <a:lnTo>
                    <a:pt x="275306" y="109613"/>
                  </a:lnTo>
                  <a:lnTo>
                    <a:pt x="275420" y="110549"/>
                  </a:lnTo>
                  <a:lnTo>
                    <a:pt x="302379" y="138164"/>
                  </a:lnTo>
                  <a:lnTo>
                    <a:pt x="316293" y="139661"/>
                  </a:lnTo>
                  <a:lnTo>
                    <a:pt x="324802" y="139661"/>
                  </a:lnTo>
                  <a:lnTo>
                    <a:pt x="361467" y="120180"/>
                  </a:lnTo>
                  <a:lnTo>
                    <a:pt x="363250" y="117373"/>
                  </a:lnTo>
                  <a:lnTo>
                    <a:pt x="316547" y="117373"/>
                  </a:lnTo>
                  <a:lnTo>
                    <a:pt x="313245" y="116624"/>
                  </a:lnTo>
                  <a:lnTo>
                    <a:pt x="304128" y="104136"/>
                  </a:lnTo>
                  <a:lnTo>
                    <a:pt x="304012" y="102006"/>
                  </a:lnTo>
                  <a:lnTo>
                    <a:pt x="304819" y="97195"/>
                  </a:lnTo>
                  <a:lnTo>
                    <a:pt x="304893" y="96786"/>
                  </a:lnTo>
                  <a:lnTo>
                    <a:pt x="285229" y="96786"/>
                  </a:lnTo>
                  <a:lnTo>
                    <a:pt x="287965" y="79552"/>
                  </a:lnTo>
                  <a:lnTo>
                    <a:pt x="288074" y="78867"/>
                  </a:lnTo>
                  <a:lnTo>
                    <a:pt x="308156" y="78867"/>
                  </a:lnTo>
                  <a:lnTo>
                    <a:pt x="325767" y="61874"/>
                  </a:lnTo>
                  <a:lnTo>
                    <a:pt x="369554" y="61874"/>
                  </a:lnTo>
                  <a:lnTo>
                    <a:pt x="367144" y="56616"/>
                  </a:lnTo>
                  <a:lnTo>
                    <a:pt x="360159" y="48158"/>
                  </a:lnTo>
                  <a:lnTo>
                    <a:pt x="355739" y="44958"/>
                  </a:lnTo>
                  <a:lnTo>
                    <a:pt x="345046" y="40665"/>
                  </a:lnTo>
                  <a:lnTo>
                    <a:pt x="338924" y="39585"/>
                  </a:lnTo>
                  <a:close/>
                </a:path>
                <a:path w="883920" h="139700">
                  <a:moveTo>
                    <a:pt x="339089" y="107467"/>
                  </a:moveTo>
                  <a:lnTo>
                    <a:pt x="337908" y="109613"/>
                  </a:lnTo>
                  <a:lnTo>
                    <a:pt x="336478" y="111315"/>
                  </a:lnTo>
                  <a:lnTo>
                    <a:pt x="336372" y="111442"/>
                  </a:lnTo>
                  <a:lnTo>
                    <a:pt x="323291" y="117373"/>
                  </a:lnTo>
                  <a:lnTo>
                    <a:pt x="363250" y="117373"/>
                  </a:lnTo>
                  <a:lnTo>
                    <a:pt x="364985" y="114642"/>
                  </a:lnTo>
                  <a:lnTo>
                    <a:pt x="367245" y="108280"/>
                  </a:lnTo>
                  <a:lnTo>
                    <a:pt x="339089" y="107467"/>
                  </a:lnTo>
                  <a:close/>
                </a:path>
                <a:path w="883920" h="139700">
                  <a:moveTo>
                    <a:pt x="308156" y="78867"/>
                  </a:moveTo>
                  <a:lnTo>
                    <a:pt x="288074" y="78867"/>
                  </a:lnTo>
                  <a:lnTo>
                    <a:pt x="285229" y="96786"/>
                  </a:lnTo>
                  <a:lnTo>
                    <a:pt x="304893" y="96786"/>
                  </a:lnTo>
                  <a:lnTo>
                    <a:pt x="308156" y="78867"/>
                  </a:lnTo>
                  <a:close/>
                </a:path>
                <a:path w="883920" h="139700">
                  <a:moveTo>
                    <a:pt x="369534" y="61874"/>
                  </a:moveTo>
                  <a:lnTo>
                    <a:pt x="332549" y="61874"/>
                  </a:lnTo>
                  <a:lnTo>
                    <a:pt x="335625" y="62674"/>
                  </a:lnTo>
                  <a:lnTo>
                    <a:pt x="335481" y="62674"/>
                  </a:lnTo>
                  <a:lnTo>
                    <a:pt x="337705" y="64084"/>
                  </a:lnTo>
                  <a:lnTo>
                    <a:pt x="340055" y="65519"/>
                  </a:lnTo>
                  <a:lnTo>
                    <a:pt x="341769" y="67513"/>
                  </a:lnTo>
                  <a:lnTo>
                    <a:pt x="343865" y="72656"/>
                  </a:lnTo>
                  <a:lnTo>
                    <a:pt x="343921" y="73240"/>
                  </a:lnTo>
                  <a:lnTo>
                    <a:pt x="344044" y="76225"/>
                  </a:lnTo>
                  <a:lnTo>
                    <a:pt x="343636" y="78867"/>
                  </a:lnTo>
                  <a:lnTo>
                    <a:pt x="308156" y="78867"/>
                  </a:lnTo>
                  <a:lnTo>
                    <a:pt x="304893" y="96786"/>
                  </a:lnTo>
                  <a:lnTo>
                    <a:pt x="369455" y="96786"/>
                  </a:lnTo>
                  <a:lnTo>
                    <a:pt x="370562" y="89725"/>
                  </a:lnTo>
                  <a:lnTo>
                    <a:pt x="372008" y="81140"/>
                  </a:lnTo>
                  <a:lnTo>
                    <a:pt x="372046" y="74079"/>
                  </a:lnTo>
                  <a:lnTo>
                    <a:pt x="369534" y="61874"/>
                  </a:lnTo>
                  <a:close/>
                </a:path>
                <a:path w="883920" h="139700">
                  <a:moveTo>
                    <a:pt x="466432" y="6756"/>
                  </a:moveTo>
                  <a:lnTo>
                    <a:pt x="458342" y="6756"/>
                  </a:lnTo>
                  <a:lnTo>
                    <a:pt x="450101" y="7218"/>
                  </a:lnTo>
                  <a:lnTo>
                    <a:pt x="413232" y="23280"/>
                  </a:lnTo>
                  <a:lnTo>
                    <a:pt x="401962" y="35775"/>
                  </a:lnTo>
                  <a:lnTo>
                    <a:pt x="401840" y="35928"/>
                  </a:lnTo>
                  <a:lnTo>
                    <a:pt x="386943" y="81804"/>
                  </a:lnTo>
                  <a:lnTo>
                    <a:pt x="387020" y="92367"/>
                  </a:lnTo>
                  <a:lnTo>
                    <a:pt x="402908" y="127124"/>
                  </a:lnTo>
                  <a:lnTo>
                    <a:pt x="439724" y="139598"/>
                  </a:lnTo>
                  <a:lnTo>
                    <a:pt x="448436" y="139598"/>
                  </a:lnTo>
                  <a:lnTo>
                    <a:pt x="487603" y="120027"/>
                  </a:lnTo>
                  <a:lnTo>
                    <a:pt x="493805" y="112204"/>
                  </a:lnTo>
                  <a:lnTo>
                    <a:pt x="435660" y="112204"/>
                  </a:lnTo>
                  <a:lnTo>
                    <a:pt x="431030" y="110871"/>
                  </a:lnTo>
                  <a:lnTo>
                    <a:pt x="418083" y="83261"/>
                  </a:lnTo>
                  <a:lnTo>
                    <a:pt x="419392" y="75006"/>
                  </a:lnTo>
                  <a:lnTo>
                    <a:pt x="445528" y="35775"/>
                  </a:lnTo>
                  <a:lnTo>
                    <a:pt x="451446" y="34163"/>
                  </a:lnTo>
                  <a:lnTo>
                    <a:pt x="506461" y="34163"/>
                  </a:lnTo>
                  <a:lnTo>
                    <a:pt x="504456" y="28702"/>
                  </a:lnTo>
                  <a:lnTo>
                    <a:pt x="501116" y="23634"/>
                  </a:lnTo>
                  <a:lnTo>
                    <a:pt x="492099" y="15341"/>
                  </a:lnTo>
                  <a:lnTo>
                    <a:pt x="486613" y="12192"/>
                  </a:lnTo>
                  <a:lnTo>
                    <a:pt x="473684" y="7848"/>
                  </a:lnTo>
                  <a:lnTo>
                    <a:pt x="466432" y="6756"/>
                  </a:lnTo>
                  <a:close/>
                </a:path>
                <a:path w="883920" h="139700">
                  <a:moveTo>
                    <a:pt x="503300" y="92367"/>
                  </a:moveTo>
                  <a:lnTo>
                    <a:pt x="471855" y="92367"/>
                  </a:lnTo>
                  <a:lnTo>
                    <a:pt x="470801" y="95402"/>
                  </a:lnTo>
                  <a:lnTo>
                    <a:pt x="469315" y="98158"/>
                  </a:lnTo>
                  <a:lnTo>
                    <a:pt x="445173" y="112204"/>
                  </a:lnTo>
                  <a:lnTo>
                    <a:pt x="493805" y="112204"/>
                  </a:lnTo>
                  <a:lnTo>
                    <a:pt x="499173" y="103720"/>
                  </a:lnTo>
                  <a:lnTo>
                    <a:pt x="501692" y="98158"/>
                  </a:lnTo>
                  <a:lnTo>
                    <a:pt x="503300" y="92367"/>
                  </a:lnTo>
                  <a:close/>
                </a:path>
                <a:path w="883920" h="139700">
                  <a:moveTo>
                    <a:pt x="506461" y="34163"/>
                  </a:moveTo>
                  <a:lnTo>
                    <a:pt x="461378" y="34163"/>
                  </a:lnTo>
                  <a:lnTo>
                    <a:pt x="464362" y="34645"/>
                  </a:lnTo>
                  <a:lnTo>
                    <a:pt x="469506" y="36576"/>
                  </a:lnTo>
                  <a:lnTo>
                    <a:pt x="471652" y="38011"/>
                  </a:lnTo>
                  <a:lnTo>
                    <a:pt x="473367" y="39903"/>
                  </a:lnTo>
                  <a:lnTo>
                    <a:pt x="475094" y="41757"/>
                  </a:lnTo>
                  <a:lnTo>
                    <a:pt x="476364" y="43992"/>
                  </a:lnTo>
                  <a:lnTo>
                    <a:pt x="477964" y="49161"/>
                  </a:lnTo>
                  <a:lnTo>
                    <a:pt x="478281" y="52095"/>
                  </a:lnTo>
                  <a:lnTo>
                    <a:pt x="478104" y="55372"/>
                  </a:lnTo>
                  <a:lnTo>
                    <a:pt x="509295" y="55372"/>
                  </a:lnTo>
                  <a:lnTo>
                    <a:pt x="509672" y="49161"/>
                  </a:lnTo>
                  <a:lnTo>
                    <a:pt x="509676" y="46939"/>
                  </a:lnTo>
                  <a:lnTo>
                    <a:pt x="508876" y="40741"/>
                  </a:lnTo>
                  <a:lnTo>
                    <a:pt x="506461" y="34163"/>
                  </a:lnTo>
                  <a:close/>
                </a:path>
                <a:path w="883920" h="139700">
                  <a:moveTo>
                    <a:pt x="575043" y="39585"/>
                  </a:moveTo>
                  <a:lnTo>
                    <a:pt x="536906" y="53341"/>
                  </a:lnTo>
                  <a:lnTo>
                    <a:pt x="521841" y="75260"/>
                  </a:lnTo>
                  <a:lnTo>
                    <a:pt x="521739" y="75484"/>
                  </a:lnTo>
                  <a:lnTo>
                    <a:pt x="519526" y="82249"/>
                  </a:lnTo>
                  <a:lnTo>
                    <a:pt x="517969" y="89471"/>
                  </a:lnTo>
                  <a:lnTo>
                    <a:pt x="517140" y="96722"/>
                  </a:lnTo>
                  <a:lnTo>
                    <a:pt x="517168" y="103835"/>
                  </a:lnTo>
                  <a:lnTo>
                    <a:pt x="538934" y="136147"/>
                  </a:lnTo>
                  <a:lnTo>
                    <a:pt x="558812" y="139661"/>
                  </a:lnTo>
                  <a:lnTo>
                    <a:pt x="566218" y="139271"/>
                  </a:lnTo>
                  <a:lnTo>
                    <a:pt x="601524" y="121265"/>
                  </a:lnTo>
                  <a:lnTo>
                    <a:pt x="605364" y="116370"/>
                  </a:lnTo>
                  <a:lnTo>
                    <a:pt x="558584" y="116370"/>
                  </a:lnTo>
                  <a:lnTo>
                    <a:pt x="555612" y="115252"/>
                  </a:lnTo>
                  <a:lnTo>
                    <a:pt x="551154" y="110744"/>
                  </a:lnTo>
                  <a:lnTo>
                    <a:pt x="549706" y="107607"/>
                  </a:lnTo>
                  <a:lnTo>
                    <a:pt x="548360" y="99618"/>
                  </a:lnTo>
                  <a:lnTo>
                    <a:pt x="548462" y="94957"/>
                  </a:lnTo>
                  <a:lnTo>
                    <a:pt x="549319" y="89852"/>
                  </a:lnTo>
                  <a:lnTo>
                    <a:pt x="550227" y="84226"/>
                  </a:lnTo>
                  <a:lnTo>
                    <a:pt x="567778" y="62445"/>
                  </a:lnTo>
                  <a:lnTo>
                    <a:pt x="613866" y="62445"/>
                  </a:lnTo>
                  <a:lnTo>
                    <a:pt x="611555" y="55981"/>
                  </a:lnTo>
                  <a:lnTo>
                    <a:pt x="582346" y="39980"/>
                  </a:lnTo>
                  <a:lnTo>
                    <a:pt x="575043" y="39585"/>
                  </a:lnTo>
                  <a:close/>
                </a:path>
                <a:path w="883920" h="139700">
                  <a:moveTo>
                    <a:pt x="613866" y="62445"/>
                  </a:moveTo>
                  <a:lnTo>
                    <a:pt x="575322" y="62445"/>
                  </a:lnTo>
                  <a:lnTo>
                    <a:pt x="578306" y="63601"/>
                  </a:lnTo>
                  <a:lnTo>
                    <a:pt x="582709" y="68186"/>
                  </a:lnTo>
                  <a:lnTo>
                    <a:pt x="584098" y="71221"/>
                  </a:lnTo>
                  <a:lnTo>
                    <a:pt x="584771" y="75260"/>
                  </a:lnTo>
                  <a:lnTo>
                    <a:pt x="585482" y="79260"/>
                  </a:lnTo>
                  <a:lnTo>
                    <a:pt x="569392" y="115252"/>
                  </a:lnTo>
                  <a:lnTo>
                    <a:pt x="566077" y="116370"/>
                  </a:lnTo>
                  <a:lnTo>
                    <a:pt x="605364" y="116370"/>
                  </a:lnTo>
                  <a:lnTo>
                    <a:pt x="616718" y="82570"/>
                  </a:lnTo>
                  <a:lnTo>
                    <a:pt x="616652" y="75260"/>
                  </a:lnTo>
                  <a:lnTo>
                    <a:pt x="615893" y="69401"/>
                  </a:lnTo>
                  <a:lnTo>
                    <a:pt x="614273" y="63601"/>
                  </a:lnTo>
                  <a:lnTo>
                    <a:pt x="613866" y="62445"/>
                  </a:lnTo>
                  <a:close/>
                </a:path>
                <a:path w="883920" h="139700">
                  <a:moveTo>
                    <a:pt x="670725" y="40855"/>
                  </a:moveTo>
                  <a:lnTo>
                    <a:pt x="639851" y="40855"/>
                  </a:lnTo>
                  <a:lnTo>
                    <a:pt x="623696" y="137833"/>
                  </a:lnTo>
                  <a:lnTo>
                    <a:pt x="654570" y="137833"/>
                  </a:lnTo>
                  <a:lnTo>
                    <a:pt x="670725" y="40855"/>
                  </a:lnTo>
                  <a:close/>
                </a:path>
                <a:path w="883920" h="139700">
                  <a:moveTo>
                    <a:pt x="665949" y="0"/>
                  </a:moveTo>
                  <a:lnTo>
                    <a:pt x="657237" y="0"/>
                  </a:lnTo>
                  <a:lnTo>
                    <a:pt x="653300" y="1435"/>
                  </a:lnTo>
                  <a:lnTo>
                    <a:pt x="646226" y="7150"/>
                  </a:lnTo>
                  <a:lnTo>
                    <a:pt x="644169" y="10629"/>
                  </a:lnTo>
                  <a:lnTo>
                    <a:pt x="642988" y="18757"/>
                  </a:lnTo>
                  <a:lnTo>
                    <a:pt x="644067" y="22225"/>
                  </a:lnTo>
                  <a:lnTo>
                    <a:pt x="649541" y="28028"/>
                  </a:lnTo>
                  <a:lnTo>
                    <a:pt x="653097" y="29489"/>
                  </a:lnTo>
                  <a:lnTo>
                    <a:pt x="661809" y="29489"/>
                  </a:lnTo>
                  <a:lnTo>
                    <a:pt x="665721" y="28028"/>
                  </a:lnTo>
                  <a:lnTo>
                    <a:pt x="672757" y="22225"/>
                  </a:lnTo>
                  <a:lnTo>
                    <a:pt x="674776" y="18757"/>
                  </a:lnTo>
                  <a:lnTo>
                    <a:pt x="675271" y="14706"/>
                  </a:lnTo>
                  <a:lnTo>
                    <a:pt x="675868" y="10629"/>
                  </a:lnTo>
                  <a:lnTo>
                    <a:pt x="674814" y="7150"/>
                  </a:lnTo>
                  <a:lnTo>
                    <a:pt x="672122" y="4292"/>
                  </a:lnTo>
                  <a:lnTo>
                    <a:pt x="669467" y="1435"/>
                  </a:lnTo>
                  <a:lnTo>
                    <a:pt x="665949" y="0"/>
                  </a:lnTo>
                  <a:close/>
                </a:path>
                <a:path w="883920" h="139700">
                  <a:moveTo>
                    <a:pt x="719937" y="40855"/>
                  </a:moveTo>
                  <a:lnTo>
                    <a:pt x="690575" y="40855"/>
                  </a:lnTo>
                  <a:lnTo>
                    <a:pt x="674408" y="137833"/>
                  </a:lnTo>
                  <a:lnTo>
                    <a:pt x="705281" y="137833"/>
                  </a:lnTo>
                  <a:lnTo>
                    <a:pt x="714501" y="82524"/>
                  </a:lnTo>
                  <a:lnTo>
                    <a:pt x="715136" y="78816"/>
                  </a:lnTo>
                  <a:lnTo>
                    <a:pt x="730453" y="64909"/>
                  </a:lnTo>
                  <a:lnTo>
                    <a:pt x="779413" y="64909"/>
                  </a:lnTo>
                  <a:lnTo>
                    <a:pt x="779284" y="62318"/>
                  </a:lnTo>
                  <a:lnTo>
                    <a:pt x="778014" y="58661"/>
                  </a:lnTo>
                  <a:lnTo>
                    <a:pt x="717029" y="58661"/>
                  </a:lnTo>
                  <a:lnTo>
                    <a:pt x="719867" y="41287"/>
                  </a:lnTo>
                  <a:lnTo>
                    <a:pt x="719937" y="40855"/>
                  </a:lnTo>
                  <a:close/>
                </a:path>
                <a:path w="883920" h="139700">
                  <a:moveTo>
                    <a:pt x="779413" y="64909"/>
                  </a:moveTo>
                  <a:lnTo>
                    <a:pt x="738657" y="64909"/>
                  </a:lnTo>
                  <a:lnTo>
                    <a:pt x="742238" y="66446"/>
                  </a:lnTo>
                  <a:lnTo>
                    <a:pt x="744435" y="69519"/>
                  </a:lnTo>
                  <a:lnTo>
                    <a:pt x="746658" y="72542"/>
                  </a:lnTo>
                  <a:lnTo>
                    <a:pt x="747150" y="75666"/>
                  </a:lnTo>
                  <a:lnTo>
                    <a:pt x="747206" y="76022"/>
                  </a:lnTo>
                  <a:lnTo>
                    <a:pt x="747318" y="76733"/>
                  </a:lnTo>
                  <a:lnTo>
                    <a:pt x="746391" y="82080"/>
                  </a:lnTo>
                  <a:lnTo>
                    <a:pt x="737107" y="137833"/>
                  </a:lnTo>
                  <a:lnTo>
                    <a:pt x="767981" y="137833"/>
                  </a:lnTo>
                  <a:lnTo>
                    <a:pt x="778213" y="76733"/>
                  </a:lnTo>
                  <a:lnTo>
                    <a:pt x="779602" y="68694"/>
                  </a:lnTo>
                  <a:lnTo>
                    <a:pt x="779490" y="66446"/>
                  </a:lnTo>
                  <a:lnTo>
                    <a:pt x="779413" y="64909"/>
                  </a:lnTo>
                  <a:close/>
                </a:path>
                <a:path w="883920" h="139700">
                  <a:moveTo>
                    <a:pt x="757516" y="39585"/>
                  </a:moveTo>
                  <a:lnTo>
                    <a:pt x="743546" y="39585"/>
                  </a:lnTo>
                  <a:lnTo>
                    <a:pt x="737069" y="41287"/>
                  </a:lnTo>
                  <a:lnTo>
                    <a:pt x="725525" y="48069"/>
                  </a:lnTo>
                  <a:lnTo>
                    <a:pt x="721131" y="52717"/>
                  </a:lnTo>
                  <a:lnTo>
                    <a:pt x="718096" y="58661"/>
                  </a:lnTo>
                  <a:lnTo>
                    <a:pt x="778014" y="58661"/>
                  </a:lnTo>
                  <a:lnTo>
                    <a:pt x="775500" y="51422"/>
                  </a:lnTo>
                  <a:lnTo>
                    <a:pt x="772274" y="47167"/>
                  </a:lnTo>
                  <a:lnTo>
                    <a:pt x="763181" y="41109"/>
                  </a:lnTo>
                  <a:lnTo>
                    <a:pt x="757516" y="39585"/>
                  </a:lnTo>
                  <a:close/>
                </a:path>
                <a:path w="883920" h="139700">
                  <a:moveTo>
                    <a:pt x="817905" y="107403"/>
                  </a:moveTo>
                  <a:lnTo>
                    <a:pt x="787857" y="108153"/>
                  </a:lnTo>
                  <a:lnTo>
                    <a:pt x="788155" y="113677"/>
                  </a:lnTo>
                  <a:lnTo>
                    <a:pt x="788223" y="114937"/>
                  </a:lnTo>
                  <a:lnTo>
                    <a:pt x="820140" y="139125"/>
                  </a:lnTo>
                  <a:lnTo>
                    <a:pt x="830160" y="139661"/>
                  </a:lnTo>
                  <a:lnTo>
                    <a:pt x="838580" y="139661"/>
                  </a:lnTo>
                  <a:lnTo>
                    <a:pt x="874991" y="120345"/>
                  </a:lnTo>
                  <a:lnTo>
                    <a:pt x="876013" y="118338"/>
                  </a:lnTo>
                  <a:lnTo>
                    <a:pt x="827519" y="118338"/>
                  </a:lnTo>
                  <a:lnTo>
                    <a:pt x="823823" y="117246"/>
                  </a:lnTo>
                  <a:lnTo>
                    <a:pt x="821512" y="115481"/>
                  </a:lnTo>
                  <a:lnTo>
                    <a:pt x="819238" y="113677"/>
                  </a:lnTo>
                  <a:lnTo>
                    <a:pt x="818032" y="110972"/>
                  </a:lnTo>
                  <a:lnTo>
                    <a:pt x="817932" y="108153"/>
                  </a:lnTo>
                  <a:lnTo>
                    <a:pt x="817905" y="107403"/>
                  </a:lnTo>
                  <a:close/>
                </a:path>
                <a:path w="883920" h="139700">
                  <a:moveTo>
                    <a:pt x="842721" y="39585"/>
                  </a:moveTo>
                  <a:lnTo>
                    <a:pt x="834262" y="39585"/>
                  </a:lnTo>
                  <a:lnTo>
                    <a:pt x="826731" y="40728"/>
                  </a:lnTo>
                  <a:lnTo>
                    <a:pt x="796041" y="71221"/>
                  </a:lnTo>
                  <a:lnTo>
                    <a:pt x="795244" y="77152"/>
                  </a:lnTo>
                  <a:lnTo>
                    <a:pt x="796447" y="82550"/>
                  </a:lnTo>
                  <a:lnTo>
                    <a:pt x="841527" y="102387"/>
                  </a:lnTo>
                  <a:lnTo>
                    <a:pt x="844194" y="103301"/>
                  </a:lnTo>
                  <a:lnTo>
                    <a:pt x="847102" y="105321"/>
                  </a:lnTo>
                  <a:lnTo>
                    <a:pt x="847712" y="106730"/>
                  </a:lnTo>
                  <a:lnTo>
                    <a:pt x="847124" y="110972"/>
                  </a:lnTo>
                  <a:lnTo>
                    <a:pt x="847077" y="111315"/>
                  </a:lnTo>
                  <a:lnTo>
                    <a:pt x="845269" y="113677"/>
                  </a:lnTo>
                  <a:lnTo>
                    <a:pt x="839000" y="117436"/>
                  </a:lnTo>
                  <a:lnTo>
                    <a:pt x="835253" y="118338"/>
                  </a:lnTo>
                  <a:lnTo>
                    <a:pt x="876013" y="118338"/>
                  </a:lnTo>
                  <a:lnTo>
                    <a:pt x="877745" y="114937"/>
                  </a:lnTo>
                  <a:lnTo>
                    <a:pt x="877811" y="114808"/>
                  </a:lnTo>
                  <a:lnTo>
                    <a:pt x="878903" y="108407"/>
                  </a:lnTo>
                  <a:lnTo>
                    <a:pt x="880013" y="101587"/>
                  </a:lnTo>
                  <a:lnTo>
                    <a:pt x="880122" y="100914"/>
                  </a:lnTo>
                  <a:lnTo>
                    <a:pt x="878611" y="94894"/>
                  </a:lnTo>
                  <a:lnTo>
                    <a:pt x="874356" y="90347"/>
                  </a:lnTo>
                  <a:lnTo>
                    <a:pt x="870140" y="85763"/>
                  </a:lnTo>
                  <a:lnTo>
                    <a:pt x="863371" y="82550"/>
                  </a:lnTo>
                  <a:lnTo>
                    <a:pt x="826706" y="71793"/>
                  </a:lnTo>
                  <a:lnTo>
                    <a:pt x="826962" y="70459"/>
                  </a:lnTo>
                  <a:lnTo>
                    <a:pt x="827379" y="67449"/>
                  </a:lnTo>
                  <a:lnTo>
                    <a:pt x="829132" y="65163"/>
                  </a:lnTo>
                  <a:lnTo>
                    <a:pt x="832243" y="63385"/>
                  </a:lnTo>
                  <a:lnTo>
                    <a:pt x="835393" y="61620"/>
                  </a:lnTo>
                  <a:lnTo>
                    <a:pt x="838949" y="60744"/>
                  </a:lnTo>
                  <a:lnTo>
                    <a:pt x="883347" y="60744"/>
                  </a:lnTo>
                  <a:lnTo>
                    <a:pt x="880351" y="53327"/>
                  </a:lnTo>
                  <a:lnTo>
                    <a:pt x="873404" y="47853"/>
                  </a:lnTo>
                  <a:lnTo>
                    <a:pt x="867606" y="44236"/>
                  </a:lnTo>
                  <a:lnTo>
                    <a:pt x="860558" y="41652"/>
                  </a:lnTo>
                  <a:lnTo>
                    <a:pt x="852262" y="40102"/>
                  </a:lnTo>
                  <a:lnTo>
                    <a:pt x="842721" y="39585"/>
                  </a:lnTo>
                  <a:close/>
                </a:path>
                <a:path w="883920" h="139700">
                  <a:moveTo>
                    <a:pt x="883347" y="60744"/>
                  </a:moveTo>
                  <a:lnTo>
                    <a:pt x="845350" y="60744"/>
                  </a:lnTo>
                  <a:lnTo>
                    <a:pt x="847458" y="61175"/>
                  </a:lnTo>
                  <a:lnTo>
                    <a:pt x="850988" y="62953"/>
                  </a:lnTo>
                  <a:lnTo>
                    <a:pt x="852360" y="64185"/>
                  </a:lnTo>
                  <a:lnTo>
                    <a:pt x="854329" y="67449"/>
                  </a:lnTo>
                  <a:lnTo>
                    <a:pt x="854674" y="68821"/>
                  </a:lnTo>
                  <a:lnTo>
                    <a:pt x="854722" y="71221"/>
                  </a:lnTo>
                  <a:lnTo>
                    <a:pt x="882561" y="70459"/>
                  </a:lnTo>
                  <a:lnTo>
                    <a:pt x="882969" y="65786"/>
                  </a:lnTo>
                  <a:lnTo>
                    <a:pt x="883024" y="65163"/>
                  </a:lnTo>
                  <a:lnTo>
                    <a:pt x="883109" y="64185"/>
                  </a:lnTo>
                  <a:lnTo>
                    <a:pt x="883217" y="62953"/>
                  </a:lnTo>
                  <a:lnTo>
                    <a:pt x="883333" y="61620"/>
                  </a:lnTo>
                  <a:lnTo>
                    <a:pt x="883347" y="60744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6159500" y="6019799"/>
              <a:ext cx="1168400" cy="1066800"/>
            </a:xfrm>
            <a:custGeom>
              <a:avLst/>
              <a:gdLst/>
              <a:ahLst/>
              <a:cxnLst/>
              <a:rect l="l" t="t" r="r" b="b"/>
              <a:pathLst>
                <a:path w="1168400" h="1066800">
                  <a:moveTo>
                    <a:pt x="1168400" y="63500"/>
                  </a:moveTo>
                  <a:lnTo>
                    <a:pt x="1163408" y="38785"/>
                  </a:lnTo>
                  <a:lnTo>
                    <a:pt x="1149794" y="18605"/>
                  </a:lnTo>
                  <a:lnTo>
                    <a:pt x="1129614" y="4991"/>
                  </a:lnTo>
                  <a:lnTo>
                    <a:pt x="1104900" y="0"/>
                  </a:lnTo>
                  <a:lnTo>
                    <a:pt x="63500" y="0"/>
                  </a:lnTo>
                  <a:lnTo>
                    <a:pt x="38773" y="4991"/>
                  </a:lnTo>
                  <a:lnTo>
                    <a:pt x="18592" y="18605"/>
                  </a:lnTo>
                  <a:lnTo>
                    <a:pt x="4978" y="38785"/>
                  </a:lnTo>
                  <a:lnTo>
                    <a:pt x="0" y="63500"/>
                  </a:lnTo>
                  <a:lnTo>
                    <a:pt x="0" y="152400"/>
                  </a:lnTo>
                  <a:lnTo>
                    <a:pt x="4978" y="177126"/>
                  </a:lnTo>
                  <a:lnTo>
                    <a:pt x="18592" y="197307"/>
                  </a:lnTo>
                  <a:lnTo>
                    <a:pt x="38773" y="210921"/>
                  </a:lnTo>
                  <a:lnTo>
                    <a:pt x="63500" y="215900"/>
                  </a:lnTo>
                  <a:lnTo>
                    <a:pt x="38773" y="220891"/>
                  </a:lnTo>
                  <a:lnTo>
                    <a:pt x="18592" y="234505"/>
                  </a:lnTo>
                  <a:lnTo>
                    <a:pt x="4978" y="254685"/>
                  </a:lnTo>
                  <a:lnTo>
                    <a:pt x="0" y="279400"/>
                  </a:lnTo>
                  <a:lnTo>
                    <a:pt x="0" y="368300"/>
                  </a:lnTo>
                  <a:lnTo>
                    <a:pt x="4978" y="393026"/>
                  </a:lnTo>
                  <a:lnTo>
                    <a:pt x="18592" y="413207"/>
                  </a:lnTo>
                  <a:lnTo>
                    <a:pt x="38773" y="426821"/>
                  </a:lnTo>
                  <a:lnTo>
                    <a:pt x="63500" y="431800"/>
                  </a:lnTo>
                  <a:lnTo>
                    <a:pt x="38773" y="436791"/>
                  </a:lnTo>
                  <a:lnTo>
                    <a:pt x="18592" y="450405"/>
                  </a:lnTo>
                  <a:lnTo>
                    <a:pt x="4978" y="470585"/>
                  </a:lnTo>
                  <a:lnTo>
                    <a:pt x="0" y="495300"/>
                  </a:lnTo>
                  <a:lnTo>
                    <a:pt x="0" y="584200"/>
                  </a:lnTo>
                  <a:lnTo>
                    <a:pt x="4978" y="608926"/>
                  </a:lnTo>
                  <a:lnTo>
                    <a:pt x="18592" y="629107"/>
                  </a:lnTo>
                  <a:lnTo>
                    <a:pt x="36741" y="641362"/>
                  </a:lnTo>
                  <a:lnTo>
                    <a:pt x="18592" y="653605"/>
                  </a:lnTo>
                  <a:lnTo>
                    <a:pt x="4978" y="673785"/>
                  </a:lnTo>
                  <a:lnTo>
                    <a:pt x="0" y="698500"/>
                  </a:lnTo>
                  <a:lnTo>
                    <a:pt x="0" y="787400"/>
                  </a:lnTo>
                  <a:lnTo>
                    <a:pt x="4978" y="812126"/>
                  </a:lnTo>
                  <a:lnTo>
                    <a:pt x="18592" y="832307"/>
                  </a:lnTo>
                  <a:lnTo>
                    <a:pt x="38773" y="845921"/>
                  </a:lnTo>
                  <a:lnTo>
                    <a:pt x="63500" y="850900"/>
                  </a:lnTo>
                  <a:lnTo>
                    <a:pt x="38773" y="855891"/>
                  </a:lnTo>
                  <a:lnTo>
                    <a:pt x="18592" y="869505"/>
                  </a:lnTo>
                  <a:lnTo>
                    <a:pt x="4978" y="889685"/>
                  </a:lnTo>
                  <a:lnTo>
                    <a:pt x="0" y="914400"/>
                  </a:lnTo>
                  <a:lnTo>
                    <a:pt x="0" y="1003300"/>
                  </a:lnTo>
                  <a:lnTo>
                    <a:pt x="4978" y="1028026"/>
                  </a:lnTo>
                  <a:lnTo>
                    <a:pt x="18592" y="1048207"/>
                  </a:lnTo>
                  <a:lnTo>
                    <a:pt x="38773" y="1061821"/>
                  </a:lnTo>
                  <a:lnTo>
                    <a:pt x="63500" y="1066800"/>
                  </a:lnTo>
                  <a:lnTo>
                    <a:pt x="1104900" y="1066800"/>
                  </a:lnTo>
                  <a:lnTo>
                    <a:pt x="1129614" y="1061821"/>
                  </a:lnTo>
                  <a:lnTo>
                    <a:pt x="1149794" y="1048207"/>
                  </a:lnTo>
                  <a:lnTo>
                    <a:pt x="1163408" y="1028026"/>
                  </a:lnTo>
                  <a:lnTo>
                    <a:pt x="1168400" y="1003300"/>
                  </a:lnTo>
                  <a:lnTo>
                    <a:pt x="1168400" y="914400"/>
                  </a:lnTo>
                  <a:lnTo>
                    <a:pt x="1163408" y="889685"/>
                  </a:lnTo>
                  <a:lnTo>
                    <a:pt x="1149794" y="869505"/>
                  </a:lnTo>
                  <a:lnTo>
                    <a:pt x="1129614" y="855891"/>
                  </a:lnTo>
                  <a:lnTo>
                    <a:pt x="1104900" y="850900"/>
                  </a:lnTo>
                  <a:lnTo>
                    <a:pt x="1129614" y="845921"/>
                  </a:lnTo>
                  <a:lnTo>
                    <a:pt x="1149794" y="832307"/>
                  </a:lnTo>
                  <a:lnTo>
                    <a:pt x="1163408" y="812126"/>
                  </a:lnTo>
                  <a:lnTo>
                    <a:pt x="1168400" y="787400"/>
                  </a:lnTo>
                  <a:lnTo>
                    <a:pt x="1168400" y="698500"/>
                  </a:lnTo>
                  <a:lnTo>
                    <a:pt x="1163408" y="673785"/>
                  </a:lnTo>
                  <a:lnTo>
                    <a:pt x="1149794" y="653605"/>
                  </a:lnTo>
                  <a:lnTo>
                    <a:pt x="1131633" y="641362"/>
                  </a:lnTo>
                  <a:lnTo>
                    <a:pt x="1149794" y="629107"/>
                  </a:lnTo>
                  <a:lnTo>
                    <a:pt x="1163408" y="608926"/>
                  </a:lnTo>
                  <a:lnTo>
                    <a:pt x="1168400" y="584200"/>
                  </a:lnTo>
                  <a:lnTo>
                    <a:pt x="1168400" y="495300"/>
                  </a:lnTo>
                  <a:lnTo>
                    <a:pt x="1163408" y="470585"/>
                  </a:lnTo>
                  <a:lnTo>
                    <a:pt x="1149794" y="450405"/>
                  </a:lnTo>
                  <a:lnTo>
                    <a:pt x="1129614" y="436791"/>
                  </a:lnTo>
                  <a:lnTo>
                    <a:pt x="1104900" y="431800"/>
                  </a:lnTo>
                  <a:lnTo>
                    <a:pt x="1129614" y="426821"/>
                  </a:lnTo>
                  <a:lnTo>
                    <a:pt x="1149794" y="413207"/>
                  </a:lnTo>
                  <a:lnTo>
                    <a:pt x="1163408" y="393026"/>
                  </a:lnTo>
                  <a:lnTo>
                    <a:pt x="1168400" y="368300"/>
                  </a:lnTo>
                  <a:lnTo>
                    <a:pt x="1168400" y="279400"/>
                  </a:lnTo>
                  <a:lnTo>
                    <a:pt x="1163408" y="254685"/>
                  </a:lnTo>
                  <a:lnTo>
                    <a:pt x="1149794" y="234505"/>
                  </a:lnTo>
                  <a:lnTo>
                    <a:pt x="1129614" y="220891"/>
                  </a:lnTo>
                  <a:lnTo>
                    <a:pt x="1104900" y="215900"/>
                  </a:lnTo>
                  <a:lnTo>
                    <a:pt x="1129614" y="210921"/>
                  </a:lnTo>
                  <a:lnTo>
                    <a:pt x="1149794" y="197307"/>
                  </a:lnTo>
                  <a:lnTo>
                    <a:pt x="1163408" y="177126"/>
                  </a:lnTo>
                  <a:lnTo>
                    <a:pt x="1168400" y="152400"/>
                  </a:lnTo>
                  <a:lnTo>
                    <a:pt x="1168400" y="63500"/>
                  </a:lnTo>
                  <a:close/>
                </a:path>
              </a:pathLst>
            </a:custGeom>
            <a:solidFill>
              <a:srgbClr val="FBC9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7061200" y="6019800"/>
              <a:ext cx="3594100" cy="1066800"/>
            </a:xfrm>
            <a:custGeom>
              <a:avLst/>
              <a:gdLst/>
              <a:ahLst/>
              <a:cxnLst/>
              <a:rect l="l" t="t" r="r" b="b"/>
              <a:pathLst>
                <a:path w="3594100" h="1066800">
                  <a:moveTo>
                    <a:pt x="3594100" y="0"/>
                  </a:moveTo>
                  <a:lnTo>
                    <a:pt x="0" y="0"/>
                  </a:lnTo>
                  <a:lnTo>
                    <a:pt x="0" y="1066800"/>
                  </a:lnTo>
                  <a:lnTo>
                    <a:pt x="3594100" y="1066800"/>
                  </a:lnTo>
                  <a:lnTo>
                    <a:pt x="3594100" y="0"/>
                  </a:lnTo>
                  <a:close/>
                </a:path>
              </a:pathLst>
            </a:custGeom>
            <a:solidFill>
              <a:srgbClr val="FCE7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7061200" y="5791199"/>
              <a:ext cx="2882900" cy="1295400"/>
            </a:xfrm>
            <a:custGeom>
              <a:avLst/>
              <a:gdLst/>
              <a:ahLst/>
              <a:cxnLst/>
              <a:rect l="l" t="t" r="r" b="b"/>
              <a:pathLst>
                <a:path w="2882900" h="1295400">
                  <a:moveTo>
                    <a:pt x="12700" y="1251318"/>
                  </a:moveTo>
                  <a:lnTo>
                    <a:pt x="0" y="1251318"/>
                  </a:lnTo>
                  <a:lnTo>
                    <a:pt x="0" y="1270000"/>
                  </a:lnTo>
                  <a:lnTo>
                    <a:pt x="12700" y="1270000"/>
                  </a:lnTo>
                  <a:lnTo>
                    <a:pt x="12700" y="1251318"/>
                  </a:lnTo>
                  <a:close/>
                </a:path>
                <a:path w="2882900" h="1295400">
                  <a:moveTo>
                    <a:pt x="12700" y="1176616"/>
                  </a:moveTo>
                  <a:lnTo>
                    <a:pt x="0" y="1176616"/>
                  </a:lnTo>
                  <a:lnTo>
                    <a:pt x="0" y="1213967"/>
                  </a:lnTo>
                  <a:lnTo>
                    <a:pt x="12700" y="1213967"/>
                  </a:lnTo>
                  <a:lnTo>
                    <a:pt x="12700" y="1176616"/>
                  </a:lnTo>
                  <a:close/>
                </a:path>
                <a:path w="2882900" h="1295400">
                  <a:moveTo>
                    <a:pt x="12700" y="1101915"/>
                  </a:moveTo>
                  <a:lnTo>
                    <a:pt x="0" y="1101915"/>
                  </a:lnTo>
                  <a:lnTo>
                    <a:pt x="0" y="1139266"/>
                  </a:lnTo>
                  <a:lnTo>
                    <a:pt x="12700" y="1139266"/>
                  </a:lnTo>
                  <a:lnTo>
                    <a:pt x="12700" y="1101915"/>
                  </a:lnTo>
                  <a:close/>
                </a:path>
                <a:path w="2882900" h="1295400">
                  <a:moveTo>
                    <a:pt x="12700" y="803084"/>
                  </a:moveTo>
                  <a:lnTo>
                    <a:pt x="0" y="803084"/>
                  </a:lnTo>
                  <a:lnTo>
                    <a:pt x="0" y="840435"/>
                  </a:lnTo>
                  <a:lnTo>
                    <a:pt x="12700" y="840435"/>
                  </a:lnTo>
                  <a:lnTo>
                    <a:pt x="12700" y="803084"/>
                  </a:lnTo>
                  <a:close/>
                </a:path>
                <a:path w="2882900" h="1295400">
                  <a:moveTo>
                    <a:pt x="12700" y="728383"/>
                  </a:moveTo>
                  <a:lnTo>
                    <a:pt x="0" y="728383"/>
                  </a:lnTo>
                  <a:lnTo>
                    <a:pt x="0" y="765733"/>
                  </a:lnTo>
                  <a:lnTo>
                    <a:pt x="12700" y="765733"/>
                  </a:lnTo>
                  <a:lnTo>
                    <a:pt x="12700" y="728383"/>
                  </a:lnTo>
                  <a:close/>
                </a:path>
                <a:path w="2882900" h="1295400">
                  <a:moveTo>
                    <a:pt x="12700" y="653681"/>
                  </a:moveTo>
                  <a:lnTo>
                    <a:pt x="0" y="653681"/>
                  </a:lnTo>
                  <a:lnTo>
                    <a:pt x="0" y="691032"/>
                  </a:lnTo>
                  <a:lnTo>
                    <a:pt x="12700" y="691032"/>
                  </a:lnTo>
                  <a:lnTo>
                    <a:pt x="12700" y="653681"/>
                  </a:lnTo>
                  <a:close/>
                </a:path>
                <a:path w="2882900" h="1295400">
                  <a:moveTo>
                    <a:pt x="12700" y="429564"/>
                  </a:moveTo>
                  <a:lnTo>
                    <a:pt x="0" y="429564"/>
                  </a:lnTo>
                  <a:lnTo>
                    <a:pt x="0" y="466915"/>
                  </a:lnTo>
                  <a:lnTo>
                    <a:pt x="12700" y="466915"/>
                  </a:lnTo>
                  <a:lnTo>
                    <a:pt x="12700" y="429564"/>
                  </a:lnTo>
                  <a:close/>
                </a:path>
                <a:path w="2882900" h="1295400">
                  <a:moveTo>
                    <a:pt x="12700" y="354850"/>
                  </a:moveTo>
                  <a:lnTo>
                    <a:pt x="0" y="354850"/>
                  </a:lnTo>
                  <a:lnTo>
                    <a:pt x="0" y="392201"/>
                  </a:lnTo>
                  <a:lnTo>
                    <a:pt x="12700" y="392201"/>
                  </a:lnTo>
                  <a:lnTo>
                    <a:pt x="12700" y="354850"/>
                  </a:lnTo>
                  <a:close/>
                </a:path>
                <a:path w="2882900" h="1295400">
                  <a:moveTo>
                    <a:pt x="12700" y="280149"/>
                  </a:moveTo>
                  <a:lnTo>
                    <a:pt x="0" y="280149"/>
                  </a:lnTo>
                  <a:lnTo>
                    <a:pt x="0" y="317500"/>
                  </a:lnTo>
                  <a:lnTo>
                    <a:pt x="12700" y="317500"/>
                  </a:lnTo>
                  <a:lnTo>
                    <a:pt x="12700" y="280149"/>
                  </a:lnTo>
                  <a:close/>
                </a:path>
                <a:path w="2882900" h="1295400">
                  <a:moveTo>
                    <a:pt x="12700" y="205435"/>
                  </a:moveTo>
                  <a:lnTo>
                    <a:pt x="0" y="205435"/>
                  </a:lnTo>
                  <a:lnTo>
                    <a:pt x="0" y="242798"/>
                  </a:lnTo>
                  <a:lnTo>
                    <a:pt x="12700" y="242798"/>
                  </a:lnTo>
                  <a:lnTo>
                    <a:pt x="12700" y="205435"/>
                  </a:lnTo>
                  <a:close/>
                </a:path>
                <a:path w="2882900" h="1295400">
                  <a:moveTo>
                    <a:pt x="12700" y="130733"/>
                  </a:moveTo>
                  <a:lnTo>
                    <a:pt x="0" y="130733"/>
                  </a:lnTo>
                  <a:lnTo>
                    <a:pt x="0" y="168084"/>
                  </a:lnTo>
                  <a:lnTo>
                    <a:pt x="12700" y="168084"/>
                  </a:lnTo>
                  <a:lnTo>
                    <a:pt x="12700" y="130733"/>
                  </a:lnTo>
                  <a:close/>
                </a:path>
                <a:path w="2882900" h="1295400">
                  <a:moveTo>
                    <a:pt x="12700" y="56032"/>
                  </a:moveTo>
                  <a:lnTo>
                    <a:pt x="0" y="56032"/>
                  </a:lnTo>
                  <a:lnTo>
                    <a:pt x="0" y="93383"/>
                  </a:lnTo>
                  <a:lnTo>
                    <a:pt x="12700" y="93383"/>
                  </a:lnTo>
                  <a:lnTo>
                    <a:pt x="12700" y="56032"/>
                  </a:lnTo>
                  <a:close/>
                </a:path>
                <a:path w="2882900" h="1295400">
                  <a:moveTo>
                    <a:pt x="12700" y="0"/>
                  </a:moveTo>
                  <a:lnTo>
                    <a:pt x="0" y="0"/>
                  </a:lnTo>
                  <a:lnTo>
                    <a:pt x="0" y="18681"/>
                  </a:lnTo>
                  <a:lnTo>
                    <a:pt x="12700" y="18681"/>
                  </a:lnTo>
                  <a:lnTo>
                    <a:pt x="12700" y="0"/>
                  </a:lnTo>
                  <a:close/>
                </a:path>
                <a:path w="2882900" h="1295400">
                  <a:moveTo>
                    <a:pt x="1079500" y="1276540"/>
                  </a:moveTo>
                  <a:lnTo>
                    <a:pt x="1066800" y="1276540"/>
                  </a:lnTo>
                  <a:lnTo>
                    <a:pt x="1066800" y="1295400"/>
                  </a:lnTo>
                  <a:lnTo>
                    <a:pt x="1079500" y="1295400"/>
                  </a:lnTo>
                  <a:lnTo>
                    <a:pt x="1079500" y="1276540"/>
                  </a:lnTo>
                  <a:close/>
                </a:path>
                <a:path w="2882900" h="1295400">
                  <a:moveTo>
                    <a:pt x="1079500" y="1201089"/>
                  </a:moveTo>
                  <a:lnTo>
                    <a:pt x="1066800" y="1201089"/>
                  </a:lnTo>
                  <a:lnTo>
                    <a:pt x="1066800" y="1238808"/>
                  </a:lnTo>
                  <a:lnTo>
                    <a:pt x="1079500" y="1238808"/>
                  </a:lnTo>
                  <a:lnTo>
                    <a:pt x="1079500" y="1201089"/>
                  </a:lnTo>
                  <a:close/>
                </a:path>
                <a:path w="2882900" h="1295400">
                  <a:moveTo>
                    <a:pt x="1079500" y="1125626"/>
                  </a:moveTo>
                  <a:lnTo>
                    <a:pt x="1066800" y="1125626"/>
                  </a:lnTo>
                  <a:lnTo>
                    <a:pt x="1066800" y="1163358"/>
                  </a:lnTo>
                  <a:lnTo>
                    <a:pt x="1079500" y="1163358"/>
                  </a:lnTo>
                  <a:lnTo>
                    <a:pt x="1079500" y="1125626"/>
                  </a:lnTo>
                  <a:close/>
                </a:path>
                <a:path w="2882900" h="1295400">
                  <a:moveTo>
                    <a:pt x="1079500" y="823823"/>
                  </a:moveTo>
                  <a:lnTo>
                    <a:pt x="1066800" y="823823"/>
                  </a:lnTo>
                  <a:lnTo>
                    <a:pt x="1066800" y="861542"/>
                  </a:lnTo>
                  <a:lnTo>
                    <a:pt x="1079500" y="861542"/>
                  </a:lnTo>
                  <a:lnTo>
                    <a:pt x="1079500" y="823823"/>
                  </a:lnTo>
                  <a:close/>
                </a:path>
                <a:path w="2882900" h="1295400">
                  <a:moveTo>
                    <a:pt x="1079500" y="748360"/>
                  </a:moveTo>
                  <a:lnTo>
                    <a:pt x="1066800" y="748360"/>
                  </a:lnTo>
                  <a:lnTo>
                    <a:pt x="1066800" y="786091"/>
                  </a:lnTo>
                  <a:lnTo>
                    <a:pt x="1079500" y="786091"/>
                  </a:lnTo>
                  <a:lnTo>
                    <a:pt x="1079500" y="748360"/>
                  </a:lnTo>
                  <a:close/>
                </a:path>
                <a:path w="2882900" h="1295400">
                  <a:moveTo>
                    <a:pt x="1079500" y="672909"/>
                  </a:moveTo>
                  <a:lnTo>
                    <a:pt x="1066800" y="672909"/>
                  </a:lnTo>
                  <a:lnTo>
                    <a:pt x="1066800" y="710641"/>
                  </a:lnTo>
                  <a:lnTo>
                    <a:pt x="1079500" y="710641"/>
                  </a:lnTo>
                  <a:lnTo>
                    <a:pt x="1079500" y="672909"/>
                  </a:lnTo>
                  <a:close/>
                </a:path>
                <a:path w="2882900" h="1295400">
                  <a:moveTo>
                    <a:pt x="1079500" y="446557"/>
                  </a:moveTo>
                  <a:lnTo>
                    <a:pt x="1066800" y="446557"/>
                  </a:lnTo>
                  <a:lnTo>
                    <a:pt x="1066800" y="484276"/>
                  </a:lnTo>
                  <a:lnTo>
                    <a:pt x="1079500" y="484276"/>
                  </a:lnTo>
                  <a:lnTo>
                    <a:pt x="1079500" y="446557"/>
                  </a:lnTo>
                  <a:close/>
                </a:path>
                <a:path w="2882900" h="1295400">
                  <a:moveTo>
                    <a:pt x="1079500" y="371106"/>
                  </a:moveTo>
                  <a:lnTo>
                    <a:pt x="1066800" y="371106"/>
                  </a:lnTo>
                  <a:lnTo>
                    <a:pt x="1066800" y="408825"/>
                  </a:lnTo>
                  <a:lnTo>
                    <a:pt x="1079500" y="408825"/>
                  </a:lnTo>
                  <a:lnTo>
                    <a:pt x="1079500" y="371106"/>
                  </a:lnTo>
                  <a:close/>
                </a:path>
                <a:path w="2882900" h="1295400">
                  <a:moveTo>
                    <a:pt x="1079500" y="295643"/>
                  </a:moveTo>
                  <a:lnTo>
                    <a:pt x="1066800" y="295643"/>
                  </a:lnTo>
                  <a:lnTo>
                    <a:pt x="1066800" y="333375"/>
                  </a:lnTo>
                  <a:lnTo>
                    <a:pt x="1079500" y="333375"/>
                  </a:lnTo>
                  <a:lnTo>
                    <a:pt x="1079500" y="295643"/>
                  </a:lnTo>
                  <a:close/>
                </a:path>
                <a:path w="2882900" h="1295400">
                  <a:moveTo>
                    <a:pt x="1079500" y="220192"/>
                  </a:moveTo>
                  <a:lnTo>
                    <a:pt x="1066800" y="220192"/>
                  </a:lnTo>
                  <a:lnTo>
                    <a:pt x="1066800" y="257924"/>
                  </a:lnTo>
                  <a:lnTo>
                    <a:pt x="1079500" y="257924"/>
                  </a:lnTo>
                  <a:lnTo>
                    <a:pt x="1079500" y="220192"/>
                  </a:lnTo>
                  <a:close/>
                </a:path>
                <a:path w="2882900" h="1295400">
                  <a:moveTo>
                    <a:pt x="1079500" y="144741"/>
                  </a:moveTo>
                  <a:lnTo>
                    <a:pt x="1066800" y="144741"/>
                  </a:lnTo>
                  <a:lnTo>
                    <a:pt x="1066800" y="182473"/>
                  </a:lnTo>
                  <a:lnTo>
                    <a:pt x="1079500" y="182473"/>
                  </a:lnTo>
                  <a:lnTo>
                    <a:pt x="1079500" y="144741"/>
                  </a:lnTo>
                  <a:close/>
                </a:path>
                <a:path w="2882900" h="1295400">
                  <a:moveTo>
                    <a:pt x="1079500" y="69291"/>
                  </a:moveTo>
                  <a:lnTo>
                    <a:pt x="1066800" y="69291"/>
                  </a:lnTo>
                  <a:lnTo>
                    <a:pt x="1066800" y="107010"/>
                  </a:lnTo>
                  <a:lnTo>
                    <a:pt x="1079500" y="107010"/>
                  </a:lnTo>
                  <a:lnTo>
                    <a:pt x="1079500" y="69291"/>
                  </a:lnTo>
                  <a:close/>
                </a:path>
                <a:path w="2882900" h="1295400">
                  <a:moveTo>
                    <a:pt x="1079500" y="12700"/>
                  </a:moveTo>
                  <a:lnTo>
                    <a:pt x="1066800" y="12700"/>
                  </a:lnTo>
                  <a:lnTo>
                    <a:pt x="1066800" y="31559"/>
                  </a:lnTo>
                  <a:lnTo>
                    <a:pt x="1079500" y="31559"/>
                  </a:lnTo>
                  <a:lnTo>
                    <a:pt x="1079500" y="12700"/>
                  </a:lnTo>
                  <a:close/>
                </a:path>
                <a:path w="2882900" h="1295400">
                  <a:moveTo>
                    <a:pt x="1879600" y="1276540"/>
                  </a:moveTo>
                  <a:lnTo>
                    <a:pt x="1866900" y="1276540"/>
                  </a:lnTo>
                  <a:lnTo>
                    <a:pt x="1866900" y="1295400"/>
                  </a:lnTo>
                  <a:lnTo>
                    <a:pt x="1879600" y="1295400"/>
                  </a:lnTo>
                  <a:lnTo>
                    <a:pt x="1879600" y="1276540"/>
                  </a:lnTo>
                  <a:close/>
                </a:path>
                <a:path w="2882900" h="1295400">
                  <a:moveTo>
                    <a:pt x="1879600" y="1201089"/>
                  </a:moveTo>
                  <a:lnTo>
                    <a:pt x="1866900" y="1201089"/>
                  </a:lnTo>
                  <a:lnTo>
                    <a:pt x="1866900" y="1238808"/>
                  </a:lnTo>
                  <a:lnTo>
                    <a:pt x="1879600" y="1238808"/>
                  </a:lnTo>
                  <a:lnTo>
                    <a:pt x="1879600" y="1201089"/>
                  </a:lnTo>
                  <a:close/>
                </a:path>
                <a:path w="2882900" h="1295400">
                  <a:moveTo>
                    <a:pt x="1879600" y="1125626"/>
                  </a:moveTo>
                  <a:lnTo>
                    <a:pt x="1866900" y="1125626"/>
                  </a:lnTo>
                  <a:lnTo>
                    <a:pt x="1866900" y="1163358"/>
                  </a:lnTo>
                  <a:lnTo>
                    <a:pt x="1879600" y="1163358"/>
                  </a:lnTo>
                  <a:lnTo>
                    <a:pt x="1879600" y="1125626"/>
                  </a:lnTo>
                  <a:close/>
                </a:path>
                <a:path w="2882900" h="1295400">
                  <a:moveTo>
                    <a:pt x="1879600" y="823823"/>
                  </a:moveTo>
                  <a:lnTo>
                    <a:pt x="1866900" y="823823"/>
                  </a:lnTo>
                  <a:lnTo>
                    <a:pt x="1866900" y="861542"/>
                  </a:lnTo>
                  <a:lnTo>
                    <a:pt x="1879600" y="861542"/>
                  </a:lnTo>
                  <a:lnTo>
                    <a:pt x="1879600" y="823823"/>
                  </a:lnTo>
                  <a:close/>
                </a:path>
                <a:path w="2882900" h="1295400">
                  <a:moveTo>
                    <a:pt x="1879600" y="748360"/>
                  </a:moveTo>
                  <a:lnTo>
                    <a:pt x="1866900" y="748360"/>
                  </a:lnTo>
                  <a:lnTo>
                    <a:pt x="1866900" y="786091"/>
                  </a:lnTo>
                  <a:lnTo>
                    <a:pt x="1879600" y="786091"/>
                  </a:lnTo>
                  <a:lnTo>
                    <a:pt x="1879600" y="748360"/>
                  </a:lnTo>
                  <a:close/>
                </a:path>
                <a:path w="2882900" h="1295400">
                  <a:moveTo>
                    <a:pt x="1879600" y="672909"/>
                  </a:moveTo>
                  <a:lnTo>
                    <a:pt x="1866900" y="672909"/>
                  </a:lnTo>
                  <a:lnTo>
                    <a:pt x="1866900" y="710641"/>
                  </a:lnTo>
                  <a:lnTo>
                    <a:pt x="1879600" y="710641"/>
                  </a:lnTo>
                  <a:lnTo>
                    <a:pt x="1879600" y="672909"/>
                  </a:lnTo>
                  <a:close/>
                </a:path>
                <a:path w="2882900" h="1295400">
                  <a:moveTo>
                    <a:pt x="1879600" y="446557"/>
                  </a:moveTo>
                  <a:lnTo>
                    <a:pt x="1866900" y="446557"/>
                  </a:lnTo>
                  <a:lnTo>
                    <a:pt x="1866900" y="484276"/>
                  </a:lnTo>
                  <a:lnTo>
                    <a:pt x="1879600" y="484276"/>
                  </a:lnTo>
                  <a:lnTo>
                    <a:pt x="1879600" y="446557"/>
                  </a:lnTo>
                  <a:close/>
                </a:path>
                <a:path w="2882900" h="1295400">
                  <a:moveTo>
                    <a:pt x="1879600" y="371106"/>
                  </a:moveTo>
                  <a:lnTo>
                    <a:pt x="1866900" y="371106"/>
                  </a:lnTo>
                  <a:lnTo>
                    <a:pt x="1866900" y="408825"/>
                  </a:lnTo>
                  <a:lnTo>
                    <a:pt x="1879600" y="408825"/>
                  </a:lnTo>
                  <a:lnTo>
                    <a:pt x="1879600" y="371106"/>
                  </a:lnTo>
                  <a:close/>
                </a:path>
                <a:path w="2882900" h="1295400">
                  <a:moveTo>
                    <a:pt x="1879600" y="295643"/>
                  </a:moveTo>
                  <a:lnTo>
                    <a:pt x="1866900" y="295643"/>
                  </a:lnTo>
                  <a:lnTo>
                    <a:pt x="1866900" y="333375"/>
                  </a:lnTo>
                  <a:lnTo>
                    <a:pt x="1879600" y="333375"/>
                  </a:lnTo>
                  <a:lnTo>
                    <a:pt x="1879600" y="295643"/>
                  </a:lnTo>
                  <a:close/>
                </a:path>
                <a:path w="2882900" h="1295400">
                  <a:moveTo>
                    <a:pt x="1879600" y="220192"/>
                  </a:moveTo>
                  <a:lnTo>
                    <a:pt x="1866900" y="220192"/>
                  </a:lnTo>
                  <a:lnTo>
                    <a:pt x="1866900" y="257924"/>
                  </a:lnTo>
                  <a:lnTo>
                    <a:pt x="1879600" y="257924"/>
                  </a:lnTo>
                  <a:lnTo>
                    <a:pt x="1879600" y="220192"/>
                  </a:lnTo>
                  <a:close/>
                </a:path>
                <a:path w="2882900" h="1295400">
                  <a:moveTo>
                    <a:pt x="1879600" y="144741"/>
                  </a:moveTo>
                  <a:lnTo>
                    <a:pt x="1866900" y="144741"/>
                  </a:lnTo>
                  <a:lnTo>
                    <a:pt x="1866900" y="182473"/>
                  </a:lnTo>
                  <a:lnTo>
                    <a:pt x="1879600" y="182473"/>
                  </a:lnTo>
                  <a:lnTo>
                    <a:pt x="1879600" y="144741"/>
                  </a:lnTo>
                  <a:close/>
                </a:path>
                <a:path w="2882900" h="1295400">
                  <a:moveTo>
                    <a:pt x="1879600" y="69291"/>
                  </a:moveTo>
                  <a:lnTo>
                    <a:pt x="1866900" y="69291"/>
                  </a:lnTo>
                  <a:lnTo>
                    <a:pt x="1866900" y="107010"/>
                  </a:lnTo>
                  <a:lnTo>
                    <a:pt x="1879600" y="107010"/>
                  </a:lnTo>
                  <a:lnTo>
                    <a:pt x="1879600" y="69291"/>
                  </a:lnTo>
                  <a:close/>
                </a:path>
                <a:path w="2882900" h="1295400">
                  <a:moveTo>
                    <a:pt x="1879600" y="12700"/>
                  </a:moveTo>
                  <a:lnTo>
                    <a:pt x="1866900" y="12700"/>
                  </a:lnTo>
                  <a:lnTo>
                    <a:pt x="1866900" y="31559"/>
                  </a:lnTo>
                  <a:lnTo>
                    <a:pt x="1879600" y="31559"/>
                  </a:lnTo>
                  <a:lnTo>
                    <a:pt x="1879600" y="12700"/>
                  </a:lnTo>
                  <a:close/>
                </a:path>
                <a:path w="2882900" h="1295400">
                  <a:moveTo>
                    <a:pt x="2882900" y="1276350"/>
                  </a:moveTo>
                  <a:lnTo>
                    <a:pt x="2870200" y="1276350"/>
                  </a:lnTo>
                  <a:lnTo>
                    <a:pt x="2870200" y="1295400"/>
                  </a:lnTo>
                  <a:lnTo>
                    <a:pt x="2882900" y="1295400"/>
                  </a:lnTo>
                  <a:lnTo>
                    <a:pt x="2882900" y="1276350"/>
                  </a:lnTo>
                  <a:close/>
                </a:path>
                <a:path w="2882900" h="1295400">
                  <a:moveTo>
                    <a:pt x="2882900" y="1200150"/>
                  </a:moveTo>
                  <a:lnTo>
                    <a:pt x="2870200" y="1200150"/>
                  </a:lnTo>
                  <a:lnTo>
                    <a:pt x="2870200" y="1238250"/>
                  </a:lnTo>
                  <a:lnTo>
                    <a:pt x="2882900" y="1238250"/>
                  </a:lnTo>
                  <a:lnTo>
                    <a:pt x="2882900" y="1200150"/>
                  </a:lnTo>
                  <a:close/>
                </a:path>
                <a:path w="2882900" h="1295400">
                  <a:moveTo>
                    <a:pt x="2882900" y="1123950"/>
                  </a:moveTo>
                  <a:lnTo>
                    <a:pt x="2870200" y="1123950"/>
                  </a:lnTo>
                  <a:lnTo>
                    <a:pt x="2870200" y="1162050"/>
                  </a:lnTo>
                  <a:lnTo>
                    <a:pt x="2882900" y="1162050"/>
                  </a:lnTo>
                  <a:lnTo>
                    <a:pt x="2882900" y="1123950"/>
                  </a:lnTo>
                  <a:close/>
                </a:path>
                <a:path w="2882900" h="1295400">
                  <a:moveTo>
                    <a:pt x="2882900" y="438150"/>
                  </a:moveTo>
                  <a:lnTo>
                    <a:pt x="2870200" y="438150"/>
                  </a:lnTo>
                  <a:lnTo>
                    <a:pt x="2870200" y="476250"/>
                  </a:lnTo>
                  <a:lnTo>
                    <a:pt x="2882900" y="476250"/>
                  </a:lnTo>
                  <a:lnTo>
                    <a:pt x="2882900" y="438150"/>
                  </a:lnTo>
                  <a:close/>
                </a:path>
                <a:path w="2882900" h="1295400">
                  <a:moveTo>
                    <a:pt x="2882900" y="361950"/>
                  </a:moveTo>
                  <a:lnTo>
                    <a:pt x="2870200" y="361950"/>
                  </a:lnTo>
                  <a:lnTo>
                    <a:pt x="2870200" y="400050"/>
                  </a:lnTo>
                  <a:lnTo>
                    <a:pt x="2882900" y="400050"/>
                  </a:lnTo>
                  <a:lnTo>
                    <a:pt x="2882900" y="361950"/>
                  </a:lnTo>
                  <a:close/>
                </a:path>
                <a:path w="2882900" h="1295400">
                  <a:moveTo>
                    <a:pt x="2882900" y="285750"/>
                  </a:moveTo>
                  <a:lnTo>
                    <a:pt x="2870200" y="285750"/>
                  </a:lnTo>
                  <a:lnTo>
                    <a:pt x="2870200" y="323850"/>
                  </a:lnTo>
                  <a:lnTo>
                    <a:pt x="2882900" y="323850"/>
                  </a:lnTo>
                  <a:lnTo>
                    <a:pt x="2882900" y="285750"/>
                  </a:lnTo>
                  <a:close/>
                </a:path>
                <a:path w="2882900" h="1295400">
                  <a:moveTo>
                    <a:pt x="2882900" y="209550"/>
                  </a:moveTo>
                  <a:lnTo>
                    <a:pt x="2870200" y="209550"/>
                  </a:lnTo>
                  <a:lnTo>
                    <a:pt x="2870200" y="247650"/>
                  </a:lnTo>
                  <a:lnTo>
                    <a:pt x="2882900" y="247650"/>
                  </a:lnTo>
                  <a:lnTo>
                    <a:pt x="2882900" y="209550"/>
                  </a:lnTo>
                  <a:close/>
                </a:path>
                <a:path w="2882900" h="1295400">
                  <a:moveTo>
                    <a:pt x="2882900" y="133350"/>
                  </a:moveTo>
                  <a:lnTo>
                    <a:pt x="2870200" y="133350"/>
                  </a:lnTo>
                  <a:lnTo>
                    <a:pt x="2870200" y="171450"/>
                  </a:lnTo>
                  <a:lnTo>
                    <a:pt x="2882900" y="171450"/>
                  </a:lnTo>
                  <a:lnTo>
                    <a:pt x="2882900" y="133350"/>
                  </a:lnTo>
                  <a:close/>
                </a:path>
                <a:path w="2882900" h="1295400">
                  <a:moveTo>
                    <a:pt x="2882900" y="57150"/>
                  </a:moveTo>
                  <a:lnTo>
                    <a:pt x="2870200" y="57150"/>
                  </a:lnTo>
                  <a:lnTo>
                    <a:pt x="2870200" y="95250"/>
                  </a:lnTo>
                  <a:lnTo>
                    <a:pt x="2882900" y="95250"/>
                  </a:lnTo>
                  <a:lnTo>
                    <a:pt x="2882900" y="57150"/>
                  </a:lnTo>
                  <a:close/>
                </a:path>
                <a:path w="2882900" h="1295400">
                  <a:moveTo>
                    <a:pt x="2882900" y="0"/>
                  </a:moveTo>
                  <a:lnTo>
                    <a:pt x="2870200" y="0"/>
                  </a:lnTo>
                  <a:lnTo>
                    <a:pt x="2870200" y="19050"/>
                  </a:lnTo>
                  <a:lnTo>
                    <a:pt x="2882900" y="19050"/>
                  </a:lnTo>
                  <a:lnTo>
                    <a:pt x="2882900" y="0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9" name="object 139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6198894" y="6079044"/>
              <a:ext cx="4409910" cy="908228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9384047" y="7228052"/>
              <a:ext cx="1118336" cy="317474"/>
            </a:xfrm>
            <a:prstGeom prst="rect">
              <a:avLst/>
            </a:prstGeom>
          </p:spPr>
        </p:pic>
      </p:grpSp>
      <p:grpSp>
        <p:nvGrpSpPr>
          <p:cNvPr id="141" name="object 141"/>
          <p:cNvGrpSpPr/>
          <p:nvPr/>
        </p:nvGrpSpPr>
        <p:grpSpPr>
          <a:xfrm>
            <a:off x="9715500" y="673100"/>
            <a:ext cx="4127500" cy="2286000"/>
            <a:chOff x="9715500" y="673100"/>
            <a:chExt cx="4127500" cy="2286000"/>
          </a:xfrm>
        </p:grpSpPr>
        <p:sp>
          <p:nvSpPr>
            <p:cNvPr id="142" name="object 142"/>
            <p:cNvSpPr/>
            <p:nvPr/>
          </p:nvSpPr>
          <p:spPr>
            <a:xfrm>
              <a:off x="9715500" y="761999"/>
              <a:ext cx="12700" cy="1801495"/>
            </a:xfrm>
            <a:custGeom>
              <a:avLst/>
              <a:gdLst/>
              <a:ahLst/>
              <a:cxnLst/>
              <a:rect l="l" t="t" r="r" b="b"/>
              <a:pathLst>
                <a:path w="12700" h="1801495">
                  <a:moveTo>
                    <a:pt x="6350" y="1775561"/>
                  </a:moveTo>
                  <a:lnTo>
                    <a:pt x="0" y="1775561"/>
                  </a:lnTo>
                  <a:lnTo>
                    <a:pt x="0" y="1801114"/>
                  </a:lnTo>
                  <a:lnTo>
                    <a:pt x="6350" y="1801114"/>
                  </a:lnTo>
                  <a:lnTo>
                    <a:pt x="6350" y="1775561"/>
                  </a:lnTo>
                  <a:close/>
                </a:path>
                <a:path w="12700" h="1801495">
                  <a:moveTo>
                    <a:pt x="12700" y="1724469"/>
                  </a:moveTo>
                  <a:lnTo>
                    <a:pt x="6350" y="1724469"/>
                  </a:lnTo>
                  <a:lnTo>
                    <a:pt x="0" y="1724469"/>
                  </a:lnTo>
                  <a:lnTo>
                    <a:pt x="0" y="1750009"/>
                  </a:lnTo>
                  <a:lnTo>
                    <a:pt x="6350" y="1750009"/>
                  </a:lnTo>
                  <a:lnTo>
                    <a:pt x="12700" y="1750009"/>
                  </a:lnTo>
                  <a:lnTo>
                    <a:pt x="12700" y="1724469"/>
                  </a:lnTo>
                  <a:close/>
                </a:path>
                <a:path w="12700" h="1801495">
                  <a:moveTo>
                    <a:pt x="12700" y="1673377"/>
                  </a:moveTo>
                  <a:lnTo>
                    <a:pt x="6350" y="1673377"/>
                  </a:lnTo>
                  <a:lnTo>
                    <a:pt x="0" y="1673377"/>
                  </a:lnTo>
                  <a:lnTo>
                    <a:pt x="0" y="1698917"/>
                  </a:lnTo>
                  <a:lnTo>
                    <a:pt x="6350" y="1698917"/>
                  </a:lnTo>
                  <a:lnTo>
                    <a:pt x="12700" y="1698917"/>
                  </a:lnTo>
                  <a:lnTo>
                    <a:pt x="12700" y="1673377"/>
                  </a:lnTo>
                  <a:close/>
                </a:path>
                <a:path w="12700" h="1801495">
                  <a:moveTo>
                    <a:pt x="12700" y="1622272"/>
                  </a:moveTo>
                  <a:lnTo>
                    <a:pt x="6350" y="1622272"/>
                  </a:lnTo>
                  <a:lnTo>
                    <a:pt x="0" y="1622272"/>
                  </a:lnTo>
                  <a:lnTo>
                    <a:pt x="0" y="1647825"/>
                  </a:lnTo>
                  <a:lnTo>
                    <a:pt x="6350" y="1647825"/>
                  </a:lnTo>
                  <a:lnTo>
                    <a:pt x="12700" y="1647825"/>
                  </a:lnTo>
                  <a:lnTo>
                    <a:pt x="12700" y="1622272"/>
                  </a:lnTo>
                  <a:close/>
                </a:path>
                <a:path w="12700" h="1801495">
                  <a:moveTo>
                    <a:pt x="12700" y="1571180"/>
                  </a:moveTo>
                  <a:lnTo>
                    <a:pt x="6350" y="1571180"/>
                  </a:lnTo>
                  <a:lnTo>
                    <a:pt x="0" y="1571180"/>
                  </a:lnTo>
                  <a:lnTo>
                    <a:pt x="0" y="1596732"/>
                  </a:lnTo>
                  <a:lnTo>
                    <a:pt x="6350" y="1596732"/>
                  </a:lnTo>
                  <a:lnTo>
                    <a:pt x="12700" y="1596732"/>
                  </a:lnTo>
                  <a:lnTo>
                    <a:pt x="12700" y="1571180"/>
                  </a:lnTo>
                  <a:close/>
                </a:path>
                <a:path w="12700" h="1801495">
                  <a:moveTo>
                    <a:pt x="12700" y="1520088"/>
                  </a:moveTo>
                  <a:lnTo>
                    <a:pt x="6350" y="1520088"/>
                  </a:lnTo>
                  <a:lnTo>
                    <a:pt x="0" y="1520088"/>
                  </a:lnTo>
                  <a:lnTo>
                    <a:pt x="0" y="1545628"/>
                  </a:lnTo>
                  <a:lnTo>
                    <a:pt x="6350" y="1545628"/>
                  </a:lnTo>
                  <a:lnTo>
                    <a:pt x="12700" y="1545628"/>
                  </a:lnTo>
                  <a:lnTo>
                    <a:pt x="12700" y="1520088"/>
                  </a:lnTo>
                  <a:close/>
                </a:path>
                <a:path w="12700" h="1801495">
                  <a:moveTo>
                    <a:pt x="12700" y="1468996"/>
                  </a:moveTo>
                  <a:lnTo>
                    <a:pt x="6350" y="1468996"/>
                  </a:lnTo>
                  <a:lnTo>
                    <a:pt x="0" y="1468996"/>
                  </a:lnTo>
                  <a:lnTo>
                    <a:pt x="0" y="1494536"/>
                  </a:lnTo>
                  <a:lnTo>
                    <a:pt x="6350" y="1494536"/>
                  </a:lnTo>
                  <a:lnTo>
                    <a:pt x="12700" y="1494536"/>
                  </a:lnTo>
                  <a:lnTo>
                    <a:pt x="12700" y="1468996"/>
                  </a:lnTo>
                  <a:close/>
                </a:path>
                <a:path w="12700" h="1801495">
                  <a:moveTo>
                    <a:pt x="12700" y="1417891"/>
                  </a:moveTo>
                  <a:lnTo>
                    <a:pt x="6350" y="1417891"/>
                  </a:lnTo>
                  <a:lnTo>
                    <a:pt x="0" y="1417891"/>
                  </a:lnTo>
                  <a:lnTo>
                    <a:pt x="0" y="1443443"/>
                  </a:lnTo>
                  <a:lnTo>
                    <a:pt x="6350" y="1443443"/>
                  </a:lnTo>
                  <a:lnTo>
                    <a:pt x="12700" y="1443443"/>
                  </a:lnTo>
                  <a:lnTo>
                    <a:pt x="12700" y="1417891"/>
                  </a:lnTo>
                  <a:close/>
                </a:path>
                <a:path w="12700" h="1801495">
                  <a:moveTo>
                    <a:pt x="12700" y="1366799"/>
                  </a:moveTo>
                  <a:lnTo>
                    <a:pt x="6350" y="1366799"/>
                  </a:lnTo>
                  <a:lnTo>
                    <a:pt x="0" y="1366799"/>
                  </a:lnTo>
                  <a:lnTo>
                    <a:pt x="0" y="1392351"/>
                  </a:lnTo>
                  <a:lnTo>
                    <a:pt x="6350" y="1392351"/>
                  </a:lnTo>
                  <a:lnTo>
                    <a:pt x="12700" y="1392351"/>
                  </a:lnTo>
                  <a:lnTo>
                    <a:pt x="12700" y="1366799"/>
                  </a:lnTo>
                  <a:close/>
                </a:path>
                <a:path w="12700" h="1801495">
                  <a:moveTo>
                    <a:pt x="12700" y="1315707"/>
                  </a:moveTo>
                  <a:lnTo>
                    <a:pt x="6350" y="1315707"/>
                  </a:lnTo>
                  <a:lnTo>
                    <a:pt x="0" y="1315707"/>
                  </a:lnTo>
                  <a:lnTo>
                    <a:pt x="0" y="1341247"/>
                  </a:lnTo>
                  <a:lnTo>
                    <a:pt x="6350" y="1341247"/>
                  </a:lnTo>
                  <a:lnTo>
                    <a:pt x="12700" y="1341247"/>
                  </a:lnTo>
                  <a:lnTo>
                    <a:pt x="12700" y="1315707"/>
                  </a:lnTo>
                  <a:close/>
                </a:path>
                <a:path w="12700" h="1801495">
                  <a:moveTo>
                    <a:pt x="12700" y="1264615"/>
                  </a:moveTo>
                  <a:lnTo>
                    <a:pt x="6350" y="1264615"/>
                  </a:lnTo>
                  <a:lnTo>
                    <a:pt x="0" y="1264615"/>
                  </a:lnTo>
                  <a:lnTo>
                    <a:pt x="0" y="1290154"/>
                  </a:lnTo>
                  <a:lnTo>
                    <a:pt x="6350" y="1290154"/>
                  </a:lnTo>
                  <a:lnTo>
                    <a:pt x="12700" y="1290154"/>
                  </a:lnTo>
                  <a:lnTo>
                    <a:pt x="12700" y="1264615"/>
                  </a:lnTo>
                  <a:close/>
                </a:path>
                <a:path w="12700" h="1801495">
                  <a:moveTo>
                    <a:pt x="12700" y="1213510"/>
                  </a:moveTo>
                  <a:lnTo>
                    <a:pt x="6350" y="1213510"/>
                  </a:lnTo>
                  <a:lnTo>
                    <a:pt x="0" y="1213510"/>
                  </a:lnTo>
                  <a:lnTo>
                    <a:pt x="0" y="1239062"/>
                  </a:lnTo>
                  <a:lnTo>
                    <a:pt x="6350" y="1239062"/>
                  </a:lnTo>
                  <a:lnTo>
                    <a:pt x="12700" y="1239062"/>
                  </a:lnTo>
                  <a:lnTo>
                    <a:pt x="12700" y="1213510"/>
                  </a:lnTo>
                  <a:close/>
                </a:path>
                <a:path w="12700" h="1801495">
                  <a:moveTo>
                    <a:pt x="12700" y="1162418"/>
                  </a:moveTo>
                  <a:lnTo>
                    <a:pt x="6350" y="1162418"/>
                  </a:lnTo>
                  <a:lnTo>
                    <a:pt x="0" y="1162418"/>
                  </a:lnTo>
                  <a:lnTo>
                    <a:pt x="0" y="1187970"/>
                  </a:lnTo>
                  <a:lnTo>
                    <a:pt x="6350" y="1187970"/>
                  </a:lnTo>
                  <a:lnTo>
                    <a:pt x="12700" y="1187970"/>
                  </a:lnTo>
                  <a:lnTo>
                    <a:pt x="12700" y="1162418"/>
                  </a:lnTo>
                  <a:close/>
                </a:path>
                <a:path w="12700" h="1801495">
                  <a:moveTo>
                    <a:pt x="12700" y="1111326"/>
                  </a:moveTo>
                  <a:lnTo>
                    <a:pt x="6350" y="1111326"/>
                  </a:lnTo>
                  <a:lnTo>
                    <a:pt x="0" y="1111326"/>
                  </a:lnTo>
                  <a:lnTo>
                    <a:pt x="0" y="1136878"/>
                  </a:lnTo>
                  <a:lnTo>
                    <a:pt x="6350" y="1136878"/>
                  </a:lnTo>
                  <a:lnTo>
                    <a:pt x="12700" y="1136878"/>
                  </a:lnTo>
                  <a:lnTo>
                    <a:pt x="12700" y="1111326"/>
                  </a:lnTo>
                  <a:close/>
                </a:path>
                <a:path w="12700" h="1801495">
                  <a:moveTo>
                    <a:pt x="12700" y="1060234"/>
                  </a:moveTo>
                  <a:lnTo>
                    <a:pt x="6350" y="1060234"/>
                  </a:lnTo>
                  <a:lnTo>
                    <a:pt x="0" y="1060234"/>
                  </a:lnTo>
                  <a:lnTo>
                    <a:pt x="0" y="1085773"/>
                  </a:lnTo>
                  <a:lnTo>
                    <a:pt x="6350" y="1085773"/>
                  </a:lnTo>
                  <a:lnTo>
                    <a:pt x="12700" y="1085773"/>
                  </a:lnTo>
                  <a:lnTo>
                    <a:pt x="12700" y="1060234"/>
                  </a:lnTo>
                  <a:close/>
                </a:path>
                <a:path w="12700" h="1801495">
                  <a:moveTo>
                    <a:pt x="12700" y="1009142"/>
                  </a:moveTo>
                  <a:lnTo>
                    <a:pt x="6350" y="1009142"/>
                  </a:lnTo>
                  <a:lnTo>
                    <a:pt x="0" y="1009142"/>
                  </a:lnTo>
                  <a:lnTo>
                    <a:pt x="0" y="1034694"/>
                  </a:lnTo>
                  <a:lnTo>
                    <a:pt x="6350" y="1034694"/>
                  </a:lnTo>
                  <a:lnTo>
                    <a:pt x="12700" y="1034694"/>
                  </a:lnTo>
                  <a:lnTo>
                    <a:pt x="12700" y="1009142"/>
                  </a:lnTo>
                  <a:close/>
                </a:path>
                <a:path w="12700" h="1801495">
                  <a:moveTo>
                    <a:pt x="12700" y="958037"/>
                  </a:moveTo>
                  <a:lnTo>
                    <a:pt x="6350" y="958037"/>
                  </a:lnTo>
                  <a:lnTo>
                    <a:pt x="0" y="958037"/>
                  </a:lnTo>
                  <a:lnTo>
                    <a:pt x="0" y="983589"/>
                  </a:lnTo>
                  <a:lnTo>
                    <a:pt x="6350" y="983589"/>
                  </a:lnTo>
                  <a:lnTo>
                    <a:pt x="12700" y="983589"/>
                  </a:lnTo>
                  <a:lnTo>
                    <a:pt x="12700" y="958037"/>
                  </a:lnTo>
                  <a:close/>
                </a:path>
                <a:path w="12700" h="1801495">
                  <a:moveTo>
                    <a:pt x="12700" y="906945"/>
                  </a:moveTo>
                  <a:lnTo>
                    <a:pt x="6350" y="906945"/>
                  </a:lnTo>
                  <a:lnTo>
                    <a:pt x="0" y="906945"/>
                  </a:lnTo>
                  <a:lnTo>
                    <a:pt x="0" y="932484"/>
                  </a:lnTo>
                  <a:lnTo>
                    <a:pt x="6350" y="932484"/>
                  </a:lnTo>
                  <a:lnTo>
                    <a:pt x="12700" y="932484"/>
                  </a:lnTo>
                  <a:lnTo>
                    <a:pt x="12700" y="906945"/>
                  </a:lnTo>
                  <a:close/>
                </a:path>
                <a:path w="12700" h="1801495">
                  <a:moveTo>
                    <a:pt x="12700" y="855853"/>
                  </a:moveTo>
                  <a:lnTo>
                    <a:pt x="6350" y="855853"/>
                  </a:lnTo>
                  <a:lnTo>
                    <a:pt x="0" y="855853"/>
                  </a:lnTo>
                  <a:lnTo>
                    <a:pt x="0" y="881405"/>
                  </a:lnTo>
                  <a:lnTo>
                    <a:pt x="6350" y="881405"/>
                  </a:lnTo>
                  <a:lnTo>
                    <a:pt x="12700" y="881405"/>
                  </a:lnTo>
                  <a:lnTo>
                    <a:pt x="12700" y="855853"/>
                  </a:lnTo>
                  <a:close/>
                </a:path>
                <a:path w="12700" h="1801495">
                  <a:moveTo>
                    <a:pt x="12700" y="804748"/>
                  </a:moveTo>
                  <a:lnTo>
                    <a:pt x="6350" y="804748"/>
                  </a:lnTo>
                  <a:lnTo>
                    <a:pt x="0" y="804748"/>
                  </a:lnTo>
                  <a:lnTo>
                    <a:pt x="0" y="830300"/>
                  </a:lnTo>
                  <a:lnTo>
                    <a:pt x="6350" y="830300"/>
                  </a:lnTo>
                  <a:lnTo>
                    <a:pt x="12700" y="830300"/>
                  </a:lnTo>
                  <a:lnTo>
                    <a:pt x="12700" y="804748"/>
                  </a:lnTo>
                  <a:close/>
                </a:path>
                <a:path w="12700" h="1801495">
                  <a:moveTo>
                    <a:pt x="12700" y="753656"/>
                  </a:moveTo>
                  <a:lnTo>
                    <a:pt x="6350" y="753656"/>
                  </a:lnTo>
                  <a:lnTo>
                    <a:pt x="0" y="753656"/>
                  </a:lnTo>
                  <a:lnTo>
                    <a:pt x="0" y="779208"/>
                  </a:lnTo>
                  <a:lnTo>
                    <a:pt x="6350" y="779208"/>
                  </a:lnTo>
                  <a:lnTo>
                    <a:pt x="12700" y="779208"/>
                  </a:lnTo>
                  <a:lnTo>
                    <a:pt x="12700" y="753656"/>
                  </a:lnTo>
                  <a:close/>
                </a:path>
                <a:path w="12700" h="1801495">
                  <a:moveTo>
                    <a:pt x="12700" y="702564"/>
                  </a:moveTo>
                  <a:lnTo>
                    <a:pt x="6350" y="702564"/>
                  </a:lnTo>
                  <a:lnTo>
                    <a:pt x="0" y="702564"/>
                  </a:lnTo>
                  <a:lnTo>
                    <a:pt x="0" y="728103"/>
                  </a:lnTo>
                  <a:lnTo>
                    <a:pt x="6350" y="728103"/>
                  </a:lnTo>
                  <a:lnTo>
                    <a:pt x="12700" y="728103"/>
                  </a:lnTo>
                  <a:lnTo>
                    <a:pt x="12700" y="702564"/>
                  </a:lnTo>
                  <a:close/>
                </a:path>
                <a:path w="12700" h="1801495">
                  <a:moveTo>
                    <a:pt x="12700" y="651471"/>
                  </a:moveTo>
                  <a:lnTo>
                    <a:pt x="6350" y="651471"/>
                  </a:lnTo>
                  <a:lnTo>
                    <a:pt x="0" y="651471"/>
                  </a:lnTo>
                  <a:lnTo>
                    <a:pt x="0" y="677011"/>
                  </a:lnTo>
                  <a:lnTo>
                    <a:pt x="6350" y="677011"/>
                  </a:lnTo>
                  <a:lnTo>
                    <a:pt x="12700" y="677011"/>
                  </a:lnTo>
                  <a:lnTo>
                    <a:pt x="12700" y="651471"/>
                  </a:lnTo>
                  <a:close/>
                </a:path>
                <a:path w="12700" h="1801495">
                  <a:moveTo>
                    <a:pt x="12700" y="600367"/>
                  </a:moveTo>
                  <a:lnTo>
                    <a:pt x="6350" y="600367"/>
                  </a:lnTo>
                  <a:lnTo>
                    <a:pt x="0" y="600367"/>
                  </a:lnTo>
                  <a:lnTo>
                    <a:pt x="0" y="625919"/>
                  </a:lnTo>
                  <a:lnTo>
                    <a:pt x="6350" y="625919"/>
                  </a:lnTo>
                  <a:lnTo>
                    <a:pt x="12700" y="625919"/>
                  </a:lnTo>
                  <a:lnTo>
                    <a:pt x="12700" y="600367"/>
                  </a:lnTo>
                  <a:close/>
                </a:path>
                <a:path w="12700" h="1801495">
                  <a:moveTo>
                    <a:pt x="12700" y="549275"/>
                  </a:moveTo>
                  <a:lnTo>
                    <a:pt x="6350" y="549275"/>
                  </a:lnTo>
                  <a:lnTo>
                    <a:pt x="0" y="549275"/>
                  </a:lnTo>
                  <a:lnTo>
                    <a:pt x="0" y="574827"/>
                  </a:lnTo>
                  <a:lnTo>
                    <a:pt x="6350" y="574827"/>
                  </a:lnTo>
                  <a:lnTo>
                    <a:pt x="12700" y="574827"/>
                  </a:lnTo>
                  <a:lnTo>
                    <a:pt x="12700" y="549275"/>
                  </a:lnTo>
                  <a:close/>
                </a:path>
                <a:path w="12700" h="1801495">
                  <a:moveTo>
                    <a:pt x="12700" y="498182"/>
                  </a:moveTo>
                  <a:lnTo>
                    <a:pt x="6350" y="498182"/>
                  </a:lnTo>
                  <a:lnTo>
                    <a:pt x="0" y="498182"/>
                  </a:lnTo>
                  <a:lnTo>
                    <a:pt x="0" y="523722"/>
                  </a:lnTo>
                  <a:lnTo>
                    <a:pt x="6350" y="523722"/>
                  </a:lnTo>
                  <a:lnTo>
                    <a:pt x="12700" y="523722"/>
                  </a:lnTo>
                  <a:lnTo>
                    <a:pt x="12700" y="498182"/>
                  </a:lnTo>
                  <a:close/>
                </a:path>
                <a:path w="12700" h="1801495">
                  <a:moveTo>
                    <a:pt x="12700" y="447078"/>
                  </a:moveTo>
                  <a:lnTo>
                    <a:pt x="6350" y="447078"/>
                  </a:lnTo>
                  <a:lnTo>
                    <a:pt x="0" y="447078"/>
                  </a:lnTo>
                  <a:lnTo>
                    <a:pt x="0" y="472630"/>
                  </a:lnTo>
                  <a:lnTo>
                    <a:pt x="6350" y="472630"/>
                  </a:lnTo>
                  <a:lnTo>
                    <a:pt x="12700" y="472630"/>
                  </a:lnTo>
                  <a:lnTo>
                    <a:pt x="12700" y="447078"/>
                  </a:lnTo>
                  <a:close/>
                </a:path>
                <a:path w="12700" h="1801495">
                  <a:moveTo>
                    <a:pt x="12700" y="395986"/>
                  </a:moveTo>
                  <a:lnTo>
                    <a:pt x="6350" y="395986"/>
                  </a:lnTo>
                  <a:lnTo>
                    <a:pt x="0" y="395986"/>
                  </a:lnTo>
                  <a:lnTo>
                    <a:pt x="0" y="421538"/>
                  </a:lnTo>
                  <a:lnTo>
                    <a:pt x="6350" y="421538"/>
                  </a:lnTo>
                  <a:lnTo>
                    <a:pt x="12700" y="421538"/>
                  </a:lnTo>
                  <a:lnTo>
                    <a:pt x="12700" y="395986"/>
                  </a:lnTo>
                  <a:close/>
                </a:path>
                <a:path w="12700" h="1801495">
                  <a:moveTo>
                    <a:pt x="12700" y="344906"/>
                  </a:moveTo>
                  <a:lnTo>
                    <a:pt x="6350" y="344906"/>
                  </a:lnTo>
                  <a:lnTo>
                    <a:pt x="0" y="344906"/>
                  </a:lnTo>
                  <a:lnTo>
                    <a:pt x="0" y="370446"/>
                  </a:lnTo>
                  <a:lnTo>
                    <a:pt x="6350" y="370446"/>
                  </a:lnTo>
                  <a:lnTo>
                    <a:pt x="12700" y="370446"/>
                  </a:lnTo>
                  <a:lnTo>
                    <a:pt x="12700" y="344906"/>
                  </a:lnTo>
                  <a:close/>
                </a:path>
                <a:path w="12700" h="1801495">
                  <a:moveTo>
                    <a:pt x="12700" y="293801"/>
                  </a:moveTo>
                  <a:lnTo>
                    <a:pt x="6350" y="293801"/>
                  </a:lnTo>
                  <a:lnTo>
                    <a:pt x="0" y="293801"/>
                  </a:lnTo>
                  <a:lnTo>
                    <a:pt x="0" y="319341"/>
                  </a:lnTo>
                  <a:lnTo>
                    <a:pt x="6350" y="319341"/>
                  </a:lnTo>
                  <a:lnTo>
                    <a:pt x="12700" y="319341"/>
                  </a:lnTo>
                  <a:lnTo>
                    <a:pt x="12700" y="293801"/>
                  </a:lnTo>
                  <a:close/>
                </a:path>
                <a:path w="12700" h="1801495">
                  <a:moveTo>
                    <a:pt x="12700" y="242697"/>
                  </a:moveTo>
                  <a:lnTo>
                    <a:pt x="6350" y="242697"/>
                  </a:lnTo>
                  <a:lnTo>
                    <a:pt x="0" y="242697"/>
                  </a:lnTo>
                  <a:lnTo>
                    <a:pt x="0" y="268249"/>
                  </a:lnTo>
                  <a:lnTo>
                    <a:pt x="6350" y="268249"/>
                  </a:lnTo>
                  <a:lnTo>
                    <a:pt x="12700" y="268249"/>
                  </a:lnTo>
                  <a:lnTo>
                    <a:pt x="12700" y="242697"/>
                  </a:lnTo>
                  <a:close/>
                </a:path>
                <a:path w="12700" h="1801495">
                  <a:moveTo>
                    <a:pt x="12700" y="191604"/>
                  </a:moveTo>
                  <a:lnTo>
                    <a:pt x="6350" y="191604"/>
                  </a:lnTo>
                  <a:lnTo>
                    <a:pt x="0" y="191604"/>
                  </a:lnTo>
                  <a:lnTo>
                    <a:pt x="0" y="217157"/>
                  </a:lnTo>
                  <a:lnTo>
                    <a:pt x="6350" y="217157"/>
                  </a:lnTo>
                  <a:lnTo>
                    <a:pt x="12700" y="217157"/>
                  </a:lnTo>
                  <a:lnTo>
                    <a:pt x="12700" y="191604"/>
                  </a:lnTo>
                  <a:close/>
                </a:path>
                <a:path w="12700" h="1801495">
                  <a:moveTo>
                    <a:pt x="12700" y="140512"/>
                  </a:moveTo>
                  <a:lnTo>
                    <a:pt x="6350" y="140512"/>
                  </a:lnTo>
                  <a:lnTo>
                    <a:pt x="0" y="140512"/>
                  </a:lnTo>
                  <a:lnTo>
                    <a:pt x="0" y="166065"/>
                  </a:lnTo>
                  <a:lnTo>
                    <a:pt x="6350" y="166065"/>
                  </a:lnTo>
                  <a:lnTo>
                    <a:pt x="12700" y="166065"/>
                  </a:lnTo>
                  <a:lnTo>
                    <a:pt x="12700" y="140512"/>
                  </a:lnTo>
                  <a:close/>
                </a:path>
                <a:path w="12700" h="1801495">
                  <a:moveTo>
                    <a:pt x="12700" y="89420"/>
                  </a:moveTo>
                  <a:lnTo>
                    <a:pt x="6350" y="89420"/>
                  </a:lnTo>
                  <a:lnTo>
                    <a:pt x="0" y="89420"/>
                  </a:lnTo>
                  <a:lnTo>
                    <a:pt x="0" y="114960"/>
                  </a:lnTo>
                  <a:lnTo>
                    <a:pt x="6350" y="114960"/>
                  </a:lnTo>
                  <a:lnTo>
                    <a:pt x="12700" y="114960"/>
                  </a:lnTo>
                  <a:lnTo>
                    <a:pt x="12700" y="89420"/>
                  </a:lnTo>
                  <a:close/>
                </a:path>
                <a:path w="12700" h="1801495">
                  <a:moveTo>
                    <a:pt x="12700" y="38315"/>
                  </a:moveTo>
                  <a:lnTo>
                    <a:pt x="6350" y="38315"/>
                  </a:lnTo>
                  <a:lnTo>
                    <a:pt x="0" y="38315"/>
                  </a:lnTo>
                  <a:lnTo>
                    <a:pt x="0" y="63868"/>
                  </a:lnTo>
                  <a:lnTo>
                    <a:pt x="6350" y="63868"/>
                  </a:lnTo>
                  <a:lnTo>
                    <a:pt x="12700" y="63868"/>
                  </a:lnTo>
                  <a:lnTo>
                    <a:pt x="12700" y="38315"/>
                  </a:lnTo>
                  <a:close/>
                </a:path>
                <a:path w="12700" h="1801495">
                  <a:moveTo>
                    <a:pt x="12700" y="0"/>
                  </a:moveTo>
                  <a:lnTo>
                    <a:pt x="6350" y="0"/>
                  </a:lnTo>
                  <a:lnTo>
                    <a:pt x="0" y="0"/>
                  </a:lnTo>
                  <a:lnTo>
                    <a:pt x="0" y="12776"/>
                  </a:lnTo>
                  <a:lnTo>
                    <a:pt x="6350" y="12776"/>
                  </a:lnTo>
                  <a:lnTo>
                    <a:pt x="12700" y="12776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9715500" y="2537561"/>
              <a:ext cx="12700" cy="421640"/>
            </a:xfrm>
            <a:custGeom>
              <a:avLst/>
              <a:gdLst/>
              <a:ahLst/>
              <a:cxnLst/>
              <a:rect l="l" t="t" r="r" b="b"/>
              <a:pathLst>
                <a:path w="12700" h="421639">
                  <a:moveTo>
                    <a:pt x="6350" y="408838"/>
                  </a:moveTo>
                  <a:lnTo>
                    <a:pt x="0" y="408838"/>
                  </a:lnTo>
                  <a:lnTo>
                    <a:pt x="0" y="421538"/>
                  </a:lnTo>
                  <a:lnTo>
                    <a:pt x="6350" y="421538"/>
                  </a:lnTo>
                  <a:lnTo>
                    <a:pt x="6350" y="408838"/>
                  </a:lnTo>
                  <a:close/>
                </a:path>
                <a:path w="12700" h="421639">
                  <a:moveTo>
                    <a:pt x="12700" y="357670"/>
                  </a:moveTo>
                  <a:lnTo>
                    <a:pt x="6350" y="357670"/>
                  </a:lnTo>
                  <a:lnTo>
                    <a:pt x="0" y="357670"/>
                  </a:lnTo>
                  <a:lnTo>
                    <a:pt x="0" y="383222"/>
                  </a:lnTo>
                  <a:lnTo>
                    <a:pt x="6350" y="383222"/>
                  </a:lnTo>
                  <a:lnTo>
                    <a:pt x="12700" y="383222"/>
                  </a:lnTo>
                  <a:lnTo>
                    <a:pt x="12700" y="357670"/>
                  </a:lnTo>
                  <a:close/>
                </a:path>
                <a:path w="12700" h="421639">
                  <a:moveTo>
                    <a:pt x="12700" y="306578"/>
                  </a:moveTo>
                  <a:lnTo>
                    <a:pt x="6350" y="306578"/>
                  </a:lnTo>
                  <a:lnTo>
                    <a:pt x="0" y="306578"/>
                  </a:lnTo>
                  <a:lnTo>
                    <a:pt x="0" y="332130"/>
                  </a:lnTo>
                  <a:lnTo>
                    <a:pt x="6350" y="332130"/>
                  </a:lnTo>
                  <a:lnTo>
                    <a:pt x="12700" y="332130"/>
                  </a:lnTo>
                  <a:lnTo>
                    <a:pt x="12700" y="306578"/>
                  </a:lnTo>
                  <a:close/>
                </a:path>
                <a:path w="12700" h="421639">
                  <a:moveTo>
                    <a:pt x="12700" y="255473"/>
                  </a:moveTo>
                  <a:lnTo>
                    <a:pt x="6350" y="255473"/>
                  </a:lnTo>
                  <a:lnTo>
                    <a:pt x="0" y="255473"/>
                  </a:lnTo>
                  <a:lnTo>
                    <a:pt x="0" y="281025"/>
                  </a:lnTo>
                  <a:lnTo>
                    <a:pt x="6350" y="281025"/>
                  </a:lnTo>
                  <a:lnTo>
                    <a:pt x="12700" y="281025"/>
                  </a:lnTo>
                  <a:lnTo>
                    <a:pt x="12700" y="255473"/>
                  </a:lnTo>
                  <a:close/>
                </a:path>
                <a:path w="12700" h="421639">
                  <a:moveTo>
                    <a:pt x="12700" y="204393"/>
                  </a:moveTo>
                  <a:lnTo>
                    <a:pt x="6350" y="204393"/>
                  </a:lnTo>
                  <a:lnTo>
                    <a:pt x="0" y="204393"/>
                  </a:lnTo>
                  <a:lnTo>
                    <a:pt x="0" y="229933"/>
                  </a:lnTo>
                  <a:lnTo>
                    <a:pt x="6350" y="229933"/>
                  </a:lnTo>
                  <a:lnTo>
                    <a:pt x="12700" y="229933"/>
                  </a:lnTo>
                  <a:lnTo>
                    <a:pt x="12700" y="204393"/>
                  </a:lnTo>
                  <a:close/>
                </a:path>
                <a:path w="12700" h="421639">
                  <a:moveTo>
                    <a:pt x="12700" y="153289"/>
                  </a:moveTo>
                  <a:lnTo>
                    <a:pt x="6350" y="153289"/>
                  </a:lnTo>
                  <a:lnTo>
                    <a:pt x="0" y="153289"/>
                  </a:lnTo>
                  <a:lnTo>
                    <a:pt x="0" y="178828"/>
                  </a:lnTo>
                  <a:lnTo>
                    <a:pt x="6350" y="178828"/>
                  </a:lnTo>
                  <a:lnTo>
                    <a:pt x="12700" y="178828"/>
                  </a:lnTo>
                  <a:lnTo>
                    <a:pt x="12700" y="153289"/>
                  </a:lnTo>
                  <a:close/>
                </a:path>
                <a:path w="12700" h="421639">
                  <a:moveTo>
                    <a:pt x="12700" y="102196"/>
                  </a:moveTo>
                  <a:lnTo>
                    <a:pt x="6350" y="102196"/>
                  </a:lnTo>
                  <a:lnTo>
                    <a:pt x="0" y="102196"/>
                  </a:lnTo>
                  <a:lnTo>
                    <a:pt x="0" y="127736"/>
                  </a:lnTo>
                  <a:lnTo>
                    <a:pt x="6350" y="127736"/>
                  </a:lnTo>
                  <a:lnTo>
                    <a:pt x="12700" y="127736"/>
                  </a:lnTo>
                  <a:lnTo>
                    <a:pt x="12700" y="102196"/>
                  </a:lnTo>
                  <a:close/>
                </a:path>
                <a:path w="12700" h="421639">
                  <a:moveTo>
                    <a:pt x="12700" y="51092"/>
                  </a:moveTo>
                  <a:lnTo>
                    <a:pt x="6350" y="51092"/>
                  </a:lnTo>
                  <a:lnTo>
                    <a:pt x="0" y="51092"/>
                  </a:lnTo>
                  <a:lnTo>
                    <a:pt x="0" y="76644"/>
                  </a:lnTo>
                  <a:lnTo>
                    <a:pt x="6350" y="76644"/>
                  </a:lnTo>
                  <a:lnTo>
                    <a:pt x="12700" y="76644"/>
                  </a:lnTo>
                  <a:lnTo>
                    <a:pt x="12700" y="51092"/>
                  </a:lnTo>
                  <a:close/>
                </a:path>
                <a:path w="12700" h="421639">
                  <a:moveTo>
                    <a:pt x="12700" y="0"/>
                  </a:moveTo>
                  <a:lnTo>
                    <a:pt x="6350" y="0"/>
                  </a:lnTo>
                  <a:lnTo>
                    <a:pt x="0" y="0"/>
                  </a:lnTo>
                  <a:lnTo>
                    <a:pt x="0" y="25552"/>
                  </a:lnTo>
                  <a:lnTo>
                    <a:pt x="6350" y="25552"/>
                  </a:lnTo>
                  <a:lnTo>
                    <a:pt x="12700" y="25552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9721850" y="2952750"/>
              <a:ext cx="4083050" cy="0"/>
            </a:xfrm>
            <a:custGeom>
              <a:avLst/>
              <a:gdLst/>
              <a:ahLst/>
              <a:cxnLst/>
              <a:rect l="l" t="t" r="r" b="b"/>
              <a:pathLst>
                <a:path w="4083050">
                  <a:moveTo>
                    <a:pt x="0" y="0"/>
                  </a:moveTo>
                  <a:lnTo>
                    <a:pt x="4082935" y="0"/>
                  </a:lnTo>
                </a:path>
              </a:pathLst>
            </a:custGeom>
            <a:ln w="127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13830300" y="1157985"/>
              <a:ext cx="12700" cy="1801495"/>
            </a:xfrm>
            <a:custGeom>
              <a:avLst/>
              <a:gdLst/>
              <a:ahLst/>
              <a:cxnLst/>
              <a:rect l="l" t="t" r="r" b="b"/>
              <a:pathLst>
                <a:path w="12700" h="1801495">
                  <a:moveTo>
                    <a:pt x="6350" y="0"/>
                  </a:moveTo>
                  <a:lnTo>
                    <a:pt x="0" y="0"/>
                  </a:lnTo>
                  <a:lnTo>
                    <a:pt x="0" y="25552"/>
                  </a:lnTo>
                  <a:lnTo>
                    <a:pt x="6350" y="25552"/>
                  </a:lnTo>
                  <a:lnTo>
                    <a:pt x="6350" y="0"/>
                  </a:lnTo>
                  <a:close/>
                </a:path>
                <a:path w="12700" h="1801495">
                  <a:moveTo>
                    <a:pt x="12700" y="1788414"/>
                  </a:moveTo>
                  <a:lnTo>
                    <a:pt x="6350" y="1788414"/>
                  </a:lnTo>
                  <a:lnTo>
                    <a:pt x="0" y="1788414"/>
                  </a:lnTo>
                  <a:lnTo>
                    <a:pt x="0" y="1801114"/>
                  </a:lnTo>
                  <a:lnTo>
                    <a:pt x="6350" y="1801114"/>
                  </a:lnTo>
                  <a:lnTo>
                    <a:pt x="12700" y="1801114"/>
                  </a:lnTo>
                  <a:lnTo>
                    <a:pt x="12700" y="1788414"/>
                  </a:lnTo>
                  <a:close/>
                </a:path>
                <a:path w="12700" h="1801495">
                  <a:moveTo>
                    <a:pt x="12700" y="1737258"/>
                  </a:moveTo>
                  <a:lnTo>
                    <a:pt x="6350" y="1737258"/>
                  </a:lnTo>
                  <a:lnTo>
                    <a:pt x="0" y="1737258"/>
                  </a:lnTo>
                  <a:lnTo>
                    <a:pt x="0" y="1762798"/>
                  </a:lnTo>
                  <a:lnTo>
                    <a:pt x="6350" y="1762798"/>
                  </a:lnTo>
                  <a:lnTo>
                    <a:pt x="12700" y="1762798"/>
                  </a:lnTo>
                  <a:lnTo>
                    <a:pt x="12700" y="1737258"/>
                  </a:lnTo>
                  <a:close/>
                </a:path>
                <a:path w="12700" h="1801495">
                  <a:moveTo>
                    <a:pt x="12700" y="1686153"/>
                  </a:moveTo>
                  <a:lnTo>
                    <a:pt x="6350" y="1686153"/>
                  </a:lnTo>
                  <a:lnTo>
                    <a:pt x="0" y="1686153"/>
                  </a:lnTo>
                  <a:lnTo>
                    <a:pt x="0" y="1711706"/>
                  </a:lnTo>
                  <a:lnTo>
                    <a:pt x="6350" y="1711706"/>
                  </a:lnTo>
                  <a:lnTo>
                    <a:pt x="12700" y="1711706"/>
                  </a:lnTo>
                  <a:lnTo>
                    <a:pt x="12700" y="1686153"/>
                  </a:lnTo>
                  <a:close/>
                </a:path>
                <a:path w="12700" h="1801495">
                  <a:moveTo>
                    <a:pt x="12700" y="1635048"/>
                  </a:moveTo>
                  <a:lnTo>
                    <a:pt x="6350" y="1635048"/>
                  </a:lnTo>
                  <a:lnTo>
                    <a:pt x="0" y="1635048"/>
                  </a:lnTo>
                  <a:lnTo>
                    <a:pt x="0" y="1660601"/>
                  </a:lnTo>
                  <a:lnTo>
                    <a:pt x="6350" y="1660601"/>
                  </a:lnTo>
                  <a:lnTo>
                    <a:pt x="12700" y="1660601"/>
                  </a:lnTo>
                  <a:lnTo>
                    <a:pt x="12700" y="1635048"/>
                  </a:lnTo>
                  <a:close/>
                </a:path>
                <a:path w="12700" h="1801495">
                  <a:moveTo>
                    <a:pt x="12700" y="1583969"/>
                  </a:moveTo>
                  <a:lnTo>
                    <a:pt x="6350" y="1583969"/>
                  </a:lnTo>
                  <a:lnTo>
                    <a:pt x="0" y="1583969"/>
                  </a:lnTo>
                  <a:lnTo>
                    <a:pt x="0" y="1609521"/>
                  </a:lnTo>
                  <a:lnTo>
                    <a:pt x="6350" y="1609521"/>
                  </a:lnTo>
                  <a:lnTo>
                    <a:pt x="12700" y="1609521"/>
                  </a:lnTo>
                  <a:lnTo>
                    <a:pt x="12700" y="1583969"/>
                  </a:lnTo>
                  <a:close/>
                </a:path>
                <a:path w="12700" h="1801495">
                  <a:moveTo>
                    <a:pt x="12700" y="1532864"/>
                  </a:moveTo>
                  <a:lnTo>
                    <a:pt x="6350" y="1532864"/>
                  </a:lnTo>
                  <a:lnTo>
                    <a:pt x="0" y="1532864"/>
                  </a:lnTo>
                  <a:lnTo>
                    <a:pt x="0" y="1558417"/>
                  </a:lnTo>
                  <a:lnTo>
                    <a:pt x="6350" y="1558417"/>
                  </a:lnTo>
                  <a:lnTo>
                    <a:pt x="12700" y="1558417"/>
                  </a:lnTo>
                  <a:lnTo>
                    <a:pt x="12700" y="1532864"/>
                  </a:lnTo>
                  <a:close/>
                </a:path>
                <a:path w="12700" h="1801495">
                  <a:moveTo>
                    <a:pt x="12700" y="1481772"/>
                  </a:moveTo>
                  <a:lnTo>
                    <a:pt x="6350" y="1481772"/>
                  </a:lnTo>
                  <a:lnTo>
                    <a:pt x="0" y="1481772"/>
                  </a:lnTo>
                  <a:lnTo>
                    <a:pt x="0" y="1507312"/>
                  </a:lnTo>
                  <a:lnTo>
                    <a:pt x="6350" y="1507312"/>
                  </a:lnTo>
                  <a:lnTo>
                    <a:pt x="12700" y="1507312"/>
                  </a:lnTo>
                  <a:lnTo>
                    <a:pt x="12700" y="1481772"/>
                  </a:lnTo>
                  <a:close/>
                </a:path>
                <a:path w="12700" h="1801495">
                  <a:moveTo>
                    <a:pt x="12700" y="1430667"/>
                  </a:moveTo>
                  <a:lnTo>
                    <a:pt x="6350" y="1430667"/>
                  </a:lnTo>
                  <a:lnTo>
                    <a:pt x="0" y="1430667"/>
                  </a:lnTo>
                  <a:lnTo>
                    <a:pt x="0" y="1456220"/>
                  </a:lnTo>
                  <a:lnTo>
                    <a:pt x="6350" y="1456220"/>
                  </a:lnTo>
                  <a:lnTo>
                    <a:pt x="12700" y="1456220"/>
                  </a:lnTo>
                  <a:lnTo>
                    <a:pt x="12700" y="1430667"/>
                  </a:lnTo>
                  <a:close/>
                </a:path>
                <a:path w="12700" h="1801495">
                  <a:moveTo>
                    <a:pt x="12700" y="1379575"/>
                  </a:moveTo>
                  <a:lnTo>
                    <a:pt x="6350" y="1379575"/>
                  </a:lnTo>
                  <a:lnTo>
                    <a:pt x="0" y="1379575"/>
                  </a:lnTo>
                  <a:lnTo>
                    <a:pt x="0" y="1405128"/>
                  </a:lnTo>
                  <a:lnTo>
                    <a:pt x="6350" y="1405128"/>
                  </a:lnTo>
                  <a:lnTo>
                    <a:pt x="12700" y="1405128"/>
                  </a:lnTo>
                  <a:lnTo>
                    <a:pt x="12700" y="1379575"/>
                  </a:lnTo>
                  <a:close/>
                </a:path>
                <a:path w="12700" h="1801495">
                  <a:moveTo>
                    <a:pt x="12700" y="1328483"/>
                  </a:moveTo>
                  <a:lnTo>
                    <a:pt x="6350" y="1328483"/>
                  </a:lnTo>
                  <a:lnTo>
                    <a:pt x="0" y="1328483"/>
                  </a:lnTo>
                  <a:lnTo>
                    <a:pt x="0" y="1354035"/>
                  </a:lnTo>
                  <a:lnTo>
                    <a:pt x="6350" y="1354035"/>
                  </a:lnTo>
                  <a:lnTo>
                    <a:pt x="12700" y="1354035"/>
                  </a:lnTo>
                  <a:lnTo>
                    <a:pt x="12700" y="1328483"/>
                  </a:lnTo>
                  <a:close/>
                </a:path>
                <a:path w="12700" h="1801495">
                  <a:moveTo>
                    <a:pt x="12700" y="1277391"/>
                  </a:moveTo>
                  <a:lnTo>
                    <a:pt x="6350" y="1277391"/>
                  </a:lnTo>
                  <a:lnTo>
                    <a:pt x="0" y="1277391"/>
                  </a:lnTo>
                  <a:lnTo>
                    <a:pt x="0" y="1302931"/>
                  </a:lnTo>
                  <a:lnTo>
                    <a:pt x="6350" y="1302931"/>
                  </a:lnTo>
                  <a:lnTo>
                    <a:pt x="12700" y="1302931"/>
                  </a:lnTo>
                  <a:lnTo>
                    <a:pt x="12700" y="1277391"/>
                  </a:lnTo>
                  <a:close/>
                </a:path>
                <a:path w="12700" h="1801495">
                  <a:moveTo>
                    <a:pt x="12700" y="1226286"/>
                  </a:moveTo>
                  <a:lnTo>
                    <a:pt x="6350" y="1226286"/>
                  </a:lnTo>
                  <a:lnTo>
                    <a:pt x="0" y="1226286"/>
                  </a:lnTo>
                  <a:lnTo>
                    <a:pt x="0" y="1251839"/>
                  </a:lnTo>
                  <a:lnTo>
                    <a:pt x="6350" y="1251839"/>
                  </a:lnTo>
                  <a:lnTo>
                    <a:pt x="12700" y="1251839"/>
                  </a:lnTo>
                  <a:lnTo>
                    <a:pt x="12700" y="1226286"/>
                  </a:lnTo>
                  <a:close/>
                </a:path>
                <a:path w="12700" h="1801495">
                  <a:moveTo>
                    <a:pt x="12700" y="1175194"/>
                  </a:moveTo>
                  <a:lnTo>
                    <a:pt x="6350" y="1175194"/>
                  </a:lnTo>
                  <a:lnTo>
                    <a:pt x="0" y="1175194"/>
                  </a:lnTo>
                  <a:lnTo>
                    <a:pt x="0" y="1200746"/>
                  </a:lnTo>
                  <a:lnTo>
                    <a:pt x="6350" y="1200746"/>
                  </a:lnTo>
                  <a:lnTo>
                    <a:pt x="12700" y="1200746"/>
                  </a:lnTo>
                  <a:lnTo>
                    <a:pt x="12700" y="1175194"/>
                  </a:lnTo>
                  <a:close/>
                </a:path>
                <a:path w="12700" h="1801495">
                  <a:moveTo>
                    <a:pt x="12700" y="1124102"/>
                  </a:moveTo>
                  <a:lnTo>
                    <a:pt x="6350" y="1124102"/>
                  </a:lnTo>
                  <a:lnTo>
                    <a:pt x="0" y="1124102"/>
                  </a:lnTo>
                  <a:lnTo>
                    <a:pt x="0" y="1149642"/>
                  </a:lnTo>
                  <a:lnTo>
                    <a:pt x="6350" y="1149642"/>
                  </a:lnTo>
                  <a:lnTo>
                    <a:pt x="12700" y="1149642"/>
                  </a:lnTo>
                  <a:lnTo>
                    <a:pt x="12700" y="1124102"/>
                  </a:lnTo>
                  <a:close/>
                </a:path>
                <a:path w="12700" h="1801495">
                  <a:moveTo>
                    <a:pt x="12700" y="1073010"/>
                  </a:moveTo>
                  <a:lnTo>
                    <a:pt x="6350" y="1073010"/>
                  </a:lnTo>
                  <a:lnTo>
                    <a:pt x="0" y="1073010"/>
                  </a:lnTo>
                  <a:lnTo>
                    <a:pt x="0" y="1098550"/>
                  </a:lnTo>
                  <a:lnTo>
                    <a:pt x="6350" y="1098550"/>
                  </a:lnTo>
                  <a:lnTo>
                    <a:pt x="12700" y="1098550"/>
                  </a:lnTo>
                  <a:lnTo>
                    <a:pt x="12700" y="1073010"/>
                  </a:lnTo>
                  <a:close/>
                </a:path>
                <a:path w="12700" h="1801495">
                  <a:moveTo>
                    <a:pt x="12700" y="1021905"/>
                  </a:moveTo>
                  <a:lnTo>
                    <a:pt x="6350" y="1021905"/>
                  </a:lnTo>
                  <a:lnTo>
                    <a:pt x="0" y="1021905"/>
                  </a:lnTo>
                  <a:lnTo>
                    <a:pt x="0" y="1047457"/>
                  </a:lnTo>
                  <a:lnTo>
                    <a:pt x="6350" y="1047457"/>
                  </a:lnTo>
                  <a:lnTo>
                    <a:pt x="12700" y="1047457"/>
                  </a:lnTo>
                  <a:lnTo>
                    <a:pt x="12700" y="1021905"/>
                  </a:lnTo>
                  <a:close/>
                </a:path>
                <a:path w="12700" h="1801495">
                  <a:moveTo>
                    <a:pt x="12700" y="970813"/>
                  </a:moveTo>
                  <a:lnTo>
                    <a:pt x="6350" y="970813"/>
                  </a:lnTo>
                  <a:lnTo>
                    <a:pt x="0" y="970813"/>
                  </a:lnTo>
                  <a:lnTo>
                    <a:pt x="0" y="996365"/>
                  </a:lnTo>
                  <a:lnTo>
                    <a:pt x="6350" y="996365"/>
                  </a:lnTo>
                  <a:lnTo>
                    <a:pt x="12700" y="996365"/>
                  </a:lnTo>
                  <a:lnTo>
                    <a:pt x="12700" y="970813"/>
                  </a:lnTo>
                  <a:close/>
                </a:path>
                <a:path w="12700" h="1801495">
                  <a:moveTo>
                    <a:pt x="12700" y="919721"/>
                  </a:moveTo>
                  <a:lnTo>
                    <a:pt x="6350" y="919721"/>
                  </a:lnTo>
                  <a:lnTo>
                    <a:pt x="0" y="919721"/>
                  </a:lnTo>
                  <a:lnTo>
                    <a:pt x="0" y="945261"/>
                  </a:lnTo>
                  <a:lnTo>
                    <a:pt x="6350" y="945261"/>
                  </a:lnTo>
                  <a:lnTo>
                    <a:pt x="12700" y="945261"/>
                  </a:lnTo>
                  <a:lnTo>
                    <a:pt x="12700" y="919721"/>
                  </a:lnTo>
                  <a:close/>
                </a:path>
                <a:path w="12700" h="1801495">
                  <a:moveTo>
                    <a:pt x="12700" y="868629"/>
                  </a:moveTo>
                  <a:lnTo>
                    <a:pt x="6350" y="868629"/>
                  </a:lnTo>
                  <a:lnTo>
                    <a:pt x="0" y="868629"/>
                  </a:lnTo>
                  <a:lnTo>
                    <a:pt x="0" y="894168"/>
                  </a:lnTo>
                  <a:lnTo>
                    <a:pt x="6350" y="894168"/>
                  </a:lnTo>
                  <a:lnTo>
                    <a:pt x="12700" y="894168"/>
                  </a:lnTo>
                  <a:lnTo>
                    <a:pt x="12700" y="868629"/>
                  </a:lnTo>
                  <a:close/>
                </a:path>
                <a:path w="12700" h="1801495">
                  <a:moveTo>
                    <a:pt x="12700" y="817524"/>
                  </a:moveTo>
                  <a:lnTo>
                    <a:pt x="6350" y="817524"/>
                  </a:lnTo>
                  <a:lnTo>
                    <a:pt x="0" y="817524"/>
                  </a:lnTo>
                  <a:lnTo>
                    <a:pt x="0" y="843076"/>
                  </a:lnTo>
                  <a:lnTo>
                    <a:pt x="6350" y="843076"/>
                  </a:lnTo>
                  <a:lnTo>
                    <a:pt x="12700" y="843076"/>
                  </a:lnTo>
                  <a:lnTo>
                    <a:pt x="12700" y="817524"/>
                  </a:lnTo>
                  <a:close/>
                </a:path>
                <a:path w="12700" h="1801495">
                  <a:moveTo>
                    <a:pt x="12700" y="766432"/>
                  </a:moveTo>
                  <a:lnTo>
                    <a:pt x="6350" y="766432"/>
                  </a:lnTo>
                  <a:lnTo>
                    <a:pt x="0" y="766432"/>
                  </a:lnTo>
                  <a:lnTo>
                    <a:pt x="0" y="791984"/>
                  </a:lnTo>
                  <a:lnTo>
                    <a:pt x="6350" y="791984"/>
                  </a:lnTo>
                  <a:lnTo>
                    <a:pt x="12700" y="791984"/>
                  </a:lnTo>
                  <a:lnTo>
                    <a:pt x="12700" y="766432"/>
                  </a:lnTo>
                  <a:close/>
                </a:path>
                <a:path w="12700" h="1801495">
                  <a:moveTo>
                    <a:pt x="12700" y="715340"/>
                  </a:moveTo>
                  <a:lnTo>
                    <a:pt x="6350" y="715340"/>
                  </a:lnTo>
                  <a:lnTo>
                    <a:pt x="0" y="715340"/>
                  </a:lnTo>
                  <a:lnTo>
                    <a:pt x="0" y="740892"/>
                  </a:lnTo>
                  <a:lnTo>
                    <a:pt x="6350" y="740892"/>
                  </a:lnTo>
                  <a:lnTo>
                    <a:pt x="12700" y="740892"/>
                  </a:lnTo>
                  <a:lnTo>
                    <a:pt x="12700" y="715340"/>
                  </a:lnTo>
                  <a:close/>
                </a:path>
                <a:path w="12700" h="1801495">
                  <a:moveTo>
                    <a:pt x="12700" y="664248"/>
                  </a:moveTo>
                  <a:lnTo>
                    <a:pt x="6350" y="664248"/>
                  </a:lnTo>
                  <a:lnTo>
                    <a:pt x="0" y="664248"/>
                  </a:lnTo>
                  <a:lnTo>
                    <a:pt x="0" y="689787"/>
                  </a:lnTo>
                  <a:lnTo>
                    <a:pt x="6350" y="689787"/>
                  </a:lnTo>
                  <a:lnTo>
                    <a:pt x="12700" y="689787"/>
                  </a:lnTo>
                  <a:lnTo>
                    <a:pt x="12700" y="664248"/>
                  </a:lnTo>
                  <a:close/>
                </a:path>
                <a:path w="12700" h="1801495">
                  <a:moveTo>
                    <a:pt x="12700" y="613156"/>
                  </a:moveTo>
                  <a:lnTo>
                    <a:pt x="6350" y="613156"/>
                  </a:lnTo>
                  <a:lnTo>
                    <a:pt x="0" y="613156"/>
                  </a:lnTo>
                  <a:lnTo>
                    <a:pt x="0" y="638708"/>
                  </a:lnTo>
                  <a:lnTo>
                    <a:pt x="6350" y="638708"/>
                  </a:lnTo>
                  <a:lnTo>
                    <a:pt x="12700" y="638708"/>
                  </a:lnTo>
                  <a:lnTo>
                    <a:pt x="12700" y="613156"/>
                  </a:lnTo>
                  <a:close/>
                </a:path>
                <a:path w="12700" h="1801495">
                  <a:moveTo>
                    <a:pt x="12700" y="562051"/>
                  </a:moveTo>
                  <a:lnTo>
                    <a:pt x="6350" y="562051"/>
                  </a:lnTo>
                  <a:lnTo>
                    <a:pt x="0" y="562051"/>
                  </a:lnTo>
                  <a:lnTo>
                    <a:pt x="0" y="587603"/>
                  </a:lnTo>
                  <a:lnTo>
                    <a:pt x="6350" y="587603"/>
                  </a:lnTo>
                  <a:lnTo>
                    <a:pt x="12700" y="587603"/>
                  </a:lnTo>
                  <a:lnTo>
                    <a:pt x="12700" y="562051"/>
                  </a:lnTo>
                  <a:close/>
                </a:path>
                <a:path w="12700" h="1801495">
                  <a:moveTo>
                    <a:pt x="12700" y="510971"/>
                  </a:moveTo>
                  <a:lnTo>
                    <a:pt x="6350" y="510971"/>
                  </a:lnTo>
                  <a:lnTo>
                    <a:pt x="0" y="510971"/>
                  </a:lnTo>
                  <a:lnTo>
                    <a:pt x="0" y="536498"/>
                  </a:lnTo>
                  <a:lnTo>
                    <a:pt x="6350" y="536498"/>
                  </a:lnTo>
                  <a:lnTo>
                    <a:pt x="12700" y="536498"/>
                  </a:lnTo>
                  <a:lnTo>
                    <a:pt x="12700" y="510971"/>
                  </a:lnTo>
                  <a:close/>
                </a:path>
                <a:path w="12700" h="1801495">
                  <a:moveTo>
                    <a:pt x="12700" y="459867"/>
                  </a:moveTo>
                  <a:lnTo>
                    <a:pt x="6350" y="459867"/>
                  </a:lnTo>
                  <a:lnTo>
                    <a:pt x="0" y="459867"/>
                  </a:lnTo>
                  <a:lnTo>
                    <a:pt x="0" y="485419"/>
                  </a:lnTo>
                  <a:lnTo>
                    <a:pt x="6350" y="485419"/>
                  </a:lnTo>
                  <a:lnTo>
                    <a:pt x="12700" y="485419"/>
                  </a:lnTo>
                  <a:lnTo>
                    <a:pt x="12700" y="459867"/>
                  </a:lnTo>
                  <a:close/>
                </a:path>
                <a:path w="12700" h="1801495">
                  <a:moveTo>
                    <a:pt x="12700" y="408762"/>
                  </a:moveTo>
                  <a:lnTo>
                    <a:pt x="6350" y="408762"/>
                  </a:lnTo>
                  <a:lnTo>
                    <a:pt x="0" y="408762"/>
                  </a:lnTo>
                  <a:lnTo>
                    <a:pt x="0" y="434314"/>
                  </a:lnTo>
                  <a:lnTo>
                    <a:pt x="6350" y="434314"/>
                  </a:lnTo>
                  <a:lnTo>
                    <a:pt x="12700" y="434314"/>
                  </a:lnTo>
                  <a:lnTo>
                    <a:pt x="12700" y="408762"/>
                  </a:lnTo>
                  <a:close/>
                </a:path>
                <a:path w="12700" h="1801495">
                  <a:moveTo>
                    <a:pt x="12700" y="357682"/>
                  </a:moveTo>
                  <a:lnTo>
                    <a:pt x="6350" y="357682"/>
                  </a:lnTo>
                  <a:lnTo>
                    <a:pt x="0" y="357682"/>
                  </a:lnTo>
                  <a:lnTo>
                    <a:pt x="0" y="383222"/>
                  </a:lnTo>
                  <a:lnTo>
                    <a:pt x="6350" y="383222"/>
                  </a:lnTo>
                  <a:lnTo>
                    <a:pt x="12700" y="383222"/>
                  </a:lnTo>
                  <a:lnTo>
                    <a:pt x="12700" y="357682"/>
                  </a:lnTo>
                  <a:close/>
                </a:path>
                <a:path w="12700" h="1801495">
                  <a:moveTo>
                    <a:pt x="12700" y="306578"/>
                  </a:moveTo>
                  <a:lnTo>
                    <a:pt x="6350" y="306578"/>
                  </a:lnTo>
                  <a:lnTo>
                    <a:pt x="0" y="306578"/>
                  </a:lnTo>
                  <a:lnTo>
                    <a:pt x="0" y="332117"/>
                  </a:lnTo>
                  <a:lnTo>
                    <a:pt x="6350" y="332117"/>
                  </a:lnTo>
                  <a:lnTo>
                    <a:pt x="12700" y="332117"/>
                  </a:lnTo>
                  <a:lnTo>
                    <a:pt x="12700" y="306578"/>
                  </a:lnTo>
                  <a:close/>
                </a:path>
                <a:path w="12700" h="1801495">
                  <a:moveTo>
                    <a:pt x="12700" y="255485"/>
                  </a:moveTo>
                  <a:lnTo>
                    <a:pt x="6350" y="255485"/>
                  </a:lnTo>
                  <a:lnTo>
                    <a:pt x="0" y="255485"/>
                  </a:lnTo>
                  <a:lnTo>
                    <a:pt x="0" y="281025"/>
                  </a:lnTo>
                  <a:lnTo>
                    <a:pt x="6350" y="281025"/>
                  </a:lnTo>
                  <a:lnTo>
                    <a:pt x="12700" y="281025"/>
                  </a:lnTo>
                  <a:lnTo>
                    <a:pt x="12700" y="255485"/>
                  </a:lnTo>
                  <a:close/>
                </a:path>
                <a:path w="12700" h="1801495">
                  <a:moveTo>
                    <a:pt x="12700" y="204381"/>
                  </a:moveTo>
                  <a:lnTo>
                    <a:pt x="6350" y="204381"/>
                  </a:lnTo>
                  <a:lnTo>
                    <a:pt x="0" y="204381"/>
                  </a:lnTo>
                  <a:lnTo>
                    <a:pt x="0" y="229933"/>
                  </a:lnTo>
                  <a:lnTo>
                    <a:pt x="6350" y="229933"/>
                  </a:lnTo>
                  <a:lnTo>
                    <a:pt x="12700" y="229933"/>
                  </a:lnTo>
                  <a:lnTo>
                    <a:pt x="12700" y="204381"/>
                  </a:lnTo>
                  <a:close/>
                </a:path>
                <a:path w="12700" h="1801495">
                  <a:moveTo>
                    <a:pt x="12700" y="153289"/>
                  </a:moveTo>
                  <a:lnTo>
                    <a:pt x="6350" y="153289"/>
                  </a:lnTo>
                  <a:lnTo>
                    <a:pt x="0" y="153289"/>
                  </a:lnTo>
                  <a:lnTo>
                    <a:pt x="0" y="178841"/>
                  </a:lnTo>
                  <a:lnTo>
                    <a:pt x="6350" y="178841"/>
                  </a:lnTo>
                  <a:lnTo>
                    <a:pt x="12700" y="178841"/>
                  </a:lnTo>
                  <a:lnTo>
                    <a:pt x="12700" y="153289"/>
                  </a:lnTo>
                  <a:close/>
                </a:path>
                <a:path w="12700" h="1801495">
                  <a:moveTo>
                    <a:pt x="12700" y="102196"/>
                  </a:moveTo>
                  <a:lnTo>
                    <a:pt x="6350" y="102196"/>
                  </a:lnTo>
                  <a:lnTo>
                    <a:pt x="0" y="102196"/>
                  </a:lnTo>
                  <a:lnTo>
                    <a:pt x="0" y="127736"/>
                  </a:lnTo>
                  <a:lnTo>
                    <a:pt x="6350" y="127736"/>
                  </a:lnTo>
                  <a:lnTo>
                    <a:pt x="12700" y="127736"/>
                  </a:lnTo>
                  <a:lnTo>
                    <a:pt x="12700" y="102196"/>
                  </a:lnTo>
                  <a:close/>
                </a:path>
                <a:path w="12700" h="1801495">
                  <a:moveTo>
                    <a:pt x="12700" y="51104"/>
                  </a:moveTo>
                  <a:lnTo>
                    <a:pt x="6350" y="51104"/>
                  </a:lnTo>
                  <a:lnTo>
                    <a:pt x="0" y="51104"/>
                  </a:lnTo>
                  <a:lnTo>
                    <a:pt x="0" y="76644"/>
                  </a:lnTo>
                  <a:lnTo>
                    <a:pt x="6350" y="76644"/>
                  </a:lnTo>
                  <a:lnTo>
                    <a:pt x="12700" y="76644"/>
                  </a:lnTo>
                  <a:lnTo>
                    <a:pt x="12700" y="511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11129543" y="761999"/>
              <a:ext cx="2713990" cy="421640"/>
            </a:xfrm>
            <a:custGeom>
              <a:avLst/>
              <a:gdLst/>
              <a:ahLst/>
              <a:cxnLst/>
              <a:rect l="l" t="t" r="r" b="b"/>
              <a:pathLst>
                <a:path w="2713990" h="421640">
                  <a:moveTo>
                    <a:pt x="25488" y="12700"/>
                  </a:moveTo>
                  <a:lnTo>
                    <a:pt x="25476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25488" y="12700"/>
                  </a:lnTo>
                  <a:close/>
                </a:path>
                <a:path w="2713990" h="421640">
                  <a:moveTo>
                    <a:pt x="76441" y="0"/>
                  </a:moveTo>
                  <a:lnTo>
                    <a:pt x="50965" y="0"/>
                  </a:lnTo>
                  <a:lnTo>
                    <a:pt x="50965" y="12700"/>
                  </a:lnTo>
                  <a:lnTo>
                    <a:pt x="76441" y="12700"/>
                  </a:lnTo>
                  <a:lnTo>
                    <a:pt x="76441" y="0"/>
                  </a:lnTo>
                  <a:close/>
                </a:path>
                <a:path w="2713990" h="421640">
                  <a:moveTo>
                    <a:pt x="127393" y="0"/>
                  </a:moveTo>
                  <a:lnTo>
                    <a:pt x="101917" y="0"/>
                  </a:lnTo>
                  <a:lnTo>
                    <a:pt x="101917" y="12700"/>
                  </a:lnTo>
                  <a:lnTo>
                    <a:pt x="127393" y="12700"/>
                  </a:lnTo>
                  <a:lnTo>
                    <a:pt x="127393" y="0"/>
                  </a:lnTo>
                  <a:close/>
                </a:path>
                <a:path w="2713990" h="421640">
                  <a:moveTo>
                    <a:pt x="178358" y="0"/>
                  </a:moveTo>
                  <a:lnTo>
                    <a:pt x="152857" y="0"/>
                  </a:lnTo>
                  <a:lnTo>
                    <a:pt x="152869" y="12700"/>
                  </a:lnTo>
                  <a:lnTo>
                    <a:pt x="178358" y="12700"/>
                  </a:lnTo>
                  <a:lnTo>
                    <a:pt x="178358" y="0"/>
                  </a:lnTo>
                  <a:close/>
                </a:path>
                <a:path w="2713990" h="421640">
                  <a:moveTo>
                    <a:pt x="229311" y="0"/>
                  </a:moveTo>
                  <a:lnTo>
                    <a:pt x="203835" y="0"/>
                  </a:lnTo>
                  <a:lnTo>
                    <a:pt x="203835" y="12700"/>
                  </a:lnTo>
                  <a:lnTo>
                    <a:pt x="229311" y="12700"/>
                  </a:lnTo>
                  <a:lnTo>
                    <a:pt x="229311" y="0"/>
                  </a:lnTo>
                  <a:close/>
                </a:path>
                <a:path w="2713990" h="421640">
                  <a:moveTo>
                    <a:pt x="280263" y="0"/>
                  </a:moveTo>
                  <a:lnTo>
                    <a:pt x="254787" y="0"/>
                  </a:lnTo>
                  <a:lnTo>
                    <a:pt x="254787" y="12700"/>
                  </a:lnTo>
                  <a:lnTo>
                    <a:pt x="280263" y="12700"/>
                  </a:lnTo>
                  <a:lnTo>
                    <a:pt x="280263" y="0"/>
                  </a:lnTo>
                  <a:close/>
                </a:path>
                <a:path w="2713990" h="421640">
                  <a:moveTo>
                    <a:pt x="331228" y="12700"/>
                  </a:moveTo>
                  <a:lnTo>
                    <a:pt x="331216" y="0"/>
                  </a:lnTo>
                  <a:lnTo>
                    <a:pt x="305727" y="0"/>
                  </a:lnTo>
                  <a:lnTo>
                    <a:pt x="305739" y="12700"/>
                  </a:lnTo>
                  <a:lnTo>
                    <a:pt x="331228" y="12700"/>
                  </a:lnTo>
                  <a:close/>
                </a:path>
                <a:path w="2713990" h="421640">
                  <a:moveTo>
                    <a:pt x="382181" y="0"/>
                  </a:moveTo>
                  <a:lnTo>
                    <a:pt x="356704" y="0"/>
                  </a:lnTo>
                  <a:lnTo>
                    <a:pt x="356704" y="12700"/>
                  </a:lnTo>
                  <a:lnTo>
                    <a:pt x="382181" y="12700"/>
                  </a:lnTo>
                  <a:lnTo>
                    <a:pt x="382181" y="0"/>
                  </a:lnTo>
                  <a:close/>
                </a:path>
                <a:path w="2713990" h="421640">
                  <a:moveTo>
                    <a:pt x="433133" y="0"/>
                  </a:moveTo>
                  <a:lnTo>
                    <a:pt x="407657" y="0"/>
                  </a:lnTo>
                  <a:lnTo>
                    <a:pt x="407657" y="12700"/>
                  </a:lnTo>
                  <a:lnTo>
                    <a:pt x="433133" y="12700"/>
                  </a:lnTo>
                  <a:lnTo>
                    <a:pt x="433133" y="0"/>
                  </a:lnTo>
                  <a:close/>
                </a:path>
                <a:path w="2713990" h="421640">
                  <a:moveTo>
                    <a:pt x="484098" y="0"/>
                  </a:moveTo>
                  <a:lnTo>
                    <a:pt x="458622" y="0"/>
                  </a:lnTo>
                  <a:lnTo>
                    <a:pt x="458622" y="12700"/>
                  </a:lnTo>
                  <a:lnTo>
                    <a:pt x="484098" y="12700"/>
                  </a:lnTo>
                  <a:lnTo>
                    <a:pt x="484098" y="0"/>
                  </a:lnTo>
                  <a:close/>
                </a:path>
                <a:path w="2713990" h="421640">
                  <a:moveTo>
                    <a:pt x="535051" y="12700"/>
                  </a:moveTo>
                  <a:lnTo>
                    <a:pt x="535038" y="0"/>
                  </a:lnTo>
                  <a:lnTo>
                    <a:pt x="509574" y="0"/>
                  </a:lnTo>
                  <a:lnTo>
                    <a:pt x="509574" y="12700"/>
                  </a:lnTo>
                  <a:lnTo>
                    <a:pt x="535051" y="12700"/>
                  </a:lnTo>
                  <a:close/>
                </a:path>
                <a:path w="2713990" h="421640">
                  <a:moveTo>
                    <a:pt x="586003" y="12700"/>
                  </a:moveTo>
                  <a:lnTo>
                    <a:pt x="585990" y="0"/>
                  </a:lnTo>
                  <a:lnTo>
                    <a:pt x="560527" y="0"/>
                  </a:lnTo>
                  <a:lnTo>
                    <a:pt x="560527" y="12700"/>
                  </a:lnTo>
                  <a:lnTo>
                    <a:pt x="586003" y="12700"/>
                  </a:lnTo>
                  <a:close/>
                </a:path>
                <a:path w="2713990" h="421640">
                  <a:moveTo>
                    <a:pt x="636968" y="0"/>
                  </a:moveTo>
                  <a:lnTo>
                    <a:pt x="611492" y="0"/>
                  </a:lnTo>
                  <a:lnTo>
                    <a:pt x="611492" y="12700"/>
                  </a:lnTo>
                  <a:lnTo>
                    <a:pt x="636968" y="12700"/>
                  </a:lnTo>
                  <a:lnTo>
                    <a:pt x="636968" y="0"/>
                  </a:lnTo>
                  <a:close/>
                </a:path>
                <a:path w="2713990" h="421640">
                  <a:moveTo>
                    <a:pt x="687920" y="0"/>
                  </a:moveTo>
                  <a:lnTo>
                    <a:pt x="662444" y="0"/>
                  </a:lnTo>
                  <a:lnTo>
                    <a:pt x="662444" y="12700"/>
                  </a:lnTo>
                  <a:lnTo>
                    <a:pt x="687920" y="12700"/>
                  </a:lnTo>
                  <a:lnTo>
                    <a:pt x="687920" y="0"/>
                  </a:lnTo>
                  <a:close/>
                </a:path>
                <a:path w="2713990" h="421640">
                  <a:moveTo>
                    <a:pt x="738886" y="0"/>
                  </a:moveTo>
                  <a:lnTo>
                    <a:pt x="713397" y="0"/>
                  </a:lnTo>
                  <a:lnTo>
                    <a:pt x="713397" y="12700"/>
                  </a:lnTo>
                  <a:lnTo>
                    <a:pt x="738886" y="12700"/>
                  </a:lnTo>
                  <a:lnTo>
                    <a:pt x="738886" y="0"/>
                  </a:lnTo>
                  <a:close/>
                </a:path>
                <a:path w="2713990" h="421640">
                  <a:moveTo>
                    <a:pt x="789838" y="0"/>
                  </a:moveTo>
                  <a:lnTo>
                    <a:pt x="764362" y="0"/>
                  </a:lnTo>
                  <a:lnTo>
                    <a:pt x="764362" y="12700"/>
                  </a:lnTo>
                  <a:lnTo>
                    <a:pt x="789838" y="12700"/>
                  </a:lnTo>
                  <a:lnTo>
                    <a:pt x="789838" y="0"/>
                  </a:lnTo>
                  <a:close/>
                </a:path>
                <a:path w="2713990" h="421640">
                  <a:moveTo>
                    <a:pt x="840790" y="0"/>
                  </a:moveTo>
                  <a:lnTo>
                    <a:pt x="815314" y="0"/>
                  </a:lnTo>
                  <a:lnTo>
                    <a:pt x="815314" y="12700"/>
                  </a:lnTo>
                  <a:lnTo>
                    <a:pt x="840790" y="12700"/>
                  </a:lnTo>
                  <a:lnTo>
                    <a:pt x="840790" y="0"/>
                  </a:lnTo>
                  <a:close/>
                </a:path>
                <a:path w="2713990" h="421640">
                  <a:moveTo>
                    <a:pt x="891755" y="0"/>
                  </a:moveTo>
                  <a:lnTo>
                    <a:pt x="866267" y="0"/>
                  </a:lnTo>
                  <a:lnTo>
                    <a:pt x="866267" y="12700"/>
                  </a:lnTo>
                  <a:lnTo>
                    <a:pt x="891755" y="12700"/>
                  </a:lnTo>
                  <a:lnTo>
                    <a:pt x="891755" y="0"/>
                  </a:lnTo>
                  <a:close/>
                </a:path>
                <a:path w="2713990" h="421640">
                  <a:moveTo>
                    <a:pt x="942708" y="0"/>
                  </a:moveTo>
                  <a:lnTo>
                    <a:pt x="917232" y="0"/>
                  </a:lnTo>
                  <a:lnTo>
                    <a:pt x="917232" y="12700"/>
                  </a:lnTo>
                  <a:lnTo>
                    <a:pt x="942708" y="12700"/>
                  </a:lnTo>
                  <a:lnTo>
                    <a:pt x="942708" y="0"/>
                  </a:lnTo>
                  <a:close/>
                </a:path>
                <a:path w="2713990" h="421640">
                  <a:moveTo>
                    <a:pt x="993660" y="0"/>
                  </a:moveTo>
                  <a:lnTo>
                    <a:pt x="968184" y="0"/>
                  </a:lnTo>
                  <a:lnTo>
                    <a:pt x="968184" y="12700"/>
                  </a:lnTo>
                  <a:lnTo>
                    <a:pt x="993660" y="12700"/>
                  </a:lnTo>
                  <a:lnTo>
                    <a:pt x="993660" y="0"/>
                  </a:lnTo>
                  <a:close/>
                </a:path>
                <a:path w="2713990" h="421640">
                  <a:moveTo>
                    <a:pt x="1044625" y="0"/>
                  </a:moveTo>
                  <a:lnTo>
                    <a:pt x="1019149" y="0"/>
                  </a:lnTo>
                  <a:lnTo>
                    <a:pt x="1019149" y="12700"/>
                  </a:lnTo>
                  <a:lnTo>
                    <a:pt x="1044625" y="12700"/>
                  </a:lnTo>
                  <a:lnTo>
                    <a:pt x="1044625" y="0"/>
                  </a:lnTo>
                  <a:close/>
                </a:path>
                <a:path w="2713990" h="421640">
                  <a:moveTo>
                    <a:pt x="1095578" y="0"/>
                  </a:moveTo>
                  <a:lnTo>
                    <a:pt x="1070089" y="0"/>
                  </a:lnTo>
                  <a:lnTo>
                    <a:pt x="1070102" y="12700"/>
                  </a:lnTo>
                  <a:lnTo>
                    <a:pt x="1095578" y="12700"/>
                  </a:lnTo>
                  <a:lnTo>
                    <a:pt x="1095578" y="0"/>
                  </a:lnTo>
                  <a:close/>
                </a:path>
                <a:path w="2713990" h="421640">
                  <a:moveTo>
                    <a:pt x="1146530" y="0"/>
                  </a:moveTo>
                  <a:lnTo>
                    <a:pt x="1121041" y="0"/>
                  </a:lnTo>
                  <a:lnTo>
                    <a:pt x="1121054" y="12700"/>
                  </a:lnTo>
                  <a:lnTo>
                    <a:pt x="1146530" y="12700"/>
                  </a:lnTo>
                  <a:lnTo>
                    <a:pt x="1146530" y="0"/>
                  </a:lnTo>
                  <a:close/>
                </a:path>
                <a:path w="2713990" h="421640">
                  <a:moveTo>
                    <a:pt x="1197495" y="0"/>
                  </a:moveTo>
                  <a:lnTo>
                    <a:pt x="1172006" y="0"/>
                  </a:lnTo>
                  <a:lnTo>
                    <a:pt x="1172019" y="12700"/>
                  </a:lnTo>
                  <a:lnTo>
                    <a:pt x="1197495" y="12700"/>
                  </a:lnTo>
                  <a:lnTo>
                    <a:pt x="1197495" y="0"/>
                  </a:lnTo>
                  <a:close/>
                </a:path>
                <a:path w="2713990" h="421640">
                  <a:moveTo>
                    <a:pt x="1248448" y="0"/>
                  </a:moveTo>
                  <a:lnTo>
                    <a:pt x="1222971" y="0"/>
                  </a:lnTo>
                  <a:lnTo>
                    <a:pt x="1222971" y="12700"/>
                  </a:lnTo>
                  <a:lnTo>
                    <a:pt x="1248448" y="12700"/>
                  </a:lnTo>
                  <a:lnTo>
                    <a:pt x="1248448" y="0"/>
                  </a:lnTo>
                  <a:close/>
                </a:path>
                <a:path w="2713990" h="421640">
                  <a:moveTo>
                    <a:pt x="1299400" y="0"/>
                  </a:moveTo>
                  <a:lnTo>
                    <a:pt x="1273924" y="0"/>
                  </a:lnTo>
                  <a:lnTo>
                    <a:pt x="1273924" y="12700"/>
                  </a:lnTo>
                  <a:lnTo>
                    <a:pt x="1299400" y="12700"/>
                  </a:lnTo>
                  <a:lnTo>
                    <a:pt x="1299400" y="0"/>
                  </a:lnTo>
                  <a:close/>
                </a:path>
                <a:path w="2713990" h="421640">
                  <a:moveTo>
                    <a:pt x="1350365" y="0"/>
                  </a:moveTo>
                  <a:lnTo>
                    <a:pt x="1324889" y="0"/>
                  </a:lnTo>
                  <a:lnTo>
                    <a:pt x="1324889" y="12700"/>
                  </a:lnTo>
                  <a:lnTo>
                    <a:pt x="1350365" y="12700"/>
                  </a:lnTo>
                  <a:lnTo>
                    <a:pt x="1350365" y="0"/>
                  </a:lnTo>
                  <a:close/>
                </a:path>
                <a:path w="2713990" h="421640">
                  <a:moveTo>
                    <a:pt x="1401318" y="0"/>
                  </a:moveTo>
                  <a:lnTo>
                    <a:pt x="1375829" y="0"/>
                  </a:lnTo>
                  <a:lnTo>
                    <a:pt x="1375841" y="12700"/>
                  </a:lnTo>
                  <a:lnTo>
                    <a:pt x="1401318" y="12700"/>
                  </a:lnTo>
                  <a:lnTo>
                    <a:pt x="1401318" y="0"/>
                  </a:lnTo>
                  <a:close/>
                </a:path>
                <a:path w="2713990" h="421640">
                  <a:moveTo>
                    <a:pt x="1452270" y="0"/>
                  </a:moveTo>
                  <a:lnTo>
                    <a:pt x="1426781" y="0"/>
                  </a:lnTo>
                  <a:lnTo>
                    <a:pt x="1426794" y="12700"/>
                  </a:lnTo>
                  <a:lnTo>
                    <a:pt x="1452270" y="12700"/>
                  </a:lnTo>
                  <a:lnTo>
                    <a:pt x="1452270" y="0"/>
                  </a:lnTo>
                  <a:close/>
                </a:path>
                <a:path w="2713990" h="421640">
                  <a:moveTo>
                    <a:pt x="1503235" y="0"/>
                  </a:moveTo>
                  <a:lnTo>
                    <a:pt x="1477759" y="0"/>
                  </a:lnTo>
                  <a:lnTo>
                    <a:pt x="1477759" y="12700"/>
                  </a:lnTo>
                  <a:lnTo>
                    <a:pt x="1503235" y="12700"/>
                  </a:lnTo>
                  <a:lnTo>
                    <a:pt x="1503235" y="0"/>
                  </a:lnTo>
                  <a:close/>
                </a:path>
                <a:path w="2713990" h="421640">
                  <a:moveTo>
                    <a:pt x="1554187" y="0"/>
                  </a:moveTo>
                  <a:lnTo>
                    <a:pt x="1528711" y="0"/>
                  </a:lnTo>
                  <a:lnTo>
                    <a:pt x="1528711" y="12700"/>
                  </a:lnTo>
                  <a:lnTo>
                    <a:pt x="1554187" y="12700"/>
                  </a:lnTo>
                  <a:lnTo>
                    <a:pt x="1554187" y="0"/>
                  </a:lnTo>
                  <a:close/>
                </a:path>
                <a:path w="2713990" h="421640">
                  <a:moveTo>
                    <a:pt x="1605140" y="0"/>
                  </a:moveTo>
                  <a:lnTo>
                    <a:pt x="1579664" y="0"/>
                  </a:lnTo>
                  <a:lnTo>
                    <a:pt x="1579664" y="12700"/>
                  </a:lnTo>
                  <a:lnTo>
                    <a:pt x="1605140" y="12700"/>
                  </a:lnTo>
                  <a:lnTo>
                    <a:pt x="1605140" y="0"/>
                  </a:lnTo>
                  <a:close/>
                </a:path>
                <a:path w="2713990" h="421640">
                  <a:moveTo>
                    <a:pt x="1656105" y="12700"/>
                  </a:moveTo>
                  <a:lnTo>
                    <a:pt x="1656092" y="0"/>
                  </a:lnTo>
                  <a:lnTo>
                    <a:pt x="1630629" y="0"/>
                  </a:lnTo>
                  <a:lnTo>
                    <a:pt x="1630629" y="12700"/>
                  </a:lnTo>
                  <a:lnTo>
                    <a:pt x="1656105" y="12700"/>
                  </a:lnTo>
                  <a:close/>
                </a:path>
                <a:path w="2713990" h="421640">
                  <a:moveTo>
                    <a:pt x="1707057" y="0"/>
                  </a:moveTo>
                  <a:lnTo>
                    <a:pt x="1681581" y="0"/>
                  </a:lnTo>
                  <a:lnTo>
                    <a:pt x="1681581" y="12700"/>
                  </a:lnTo>
                  <a:lnTo>
                    <a:pt x="1707057" y="12700"/>
                  </a:lnTo>
                  <a:lnTo>
                    <a:pt x="1707057" y="0"/>
                  </a:lnTo>
                  <a:close/>
                </a:path>
                <a:path w="2713990" h="421640">
                  <a:moveTo>
                    <a:pt x="1758022" y="0"/>
                  </a:moveTo>
                  <a:lnTo>
                    <a:pt x="1732534" y="0"/>
                  </a:lnTo>
                  <a:lnTo>
                    <a:pt x="1732534" y="12700"/>
                  </a:lnTo>
                  <a:lnTo>
                    <a:pt x="1758022" y="12700"/>
                  </a:lnTo>
                  <a:lnTo>
                    <a:pt x="1758022" y="0"/>
                  </a:lnTo>
                  <a:close/>
                </a:path>
                <a:path w="2713990" h="421640">
                  <a:moveTo>
                    <a:pt x="1808975" y="0"/>
                  </a:moveTo>
                  <a:lnTo>
                    <a:pt x="1783499" y="0"/>
                  </a:lnTo>
                  <a:lnTo>
                    <a:pt x="1783499" y="12700"/>
                  </a:lnTo>
                  <a:lnTo>
                    <a:pt x="1808975" y="12700"/>
                  </a:lnTo>
                  <a:lnTo>
                    <a:pt x="1808975" y="0"/>
                  </a:lnTo>
                  <a:close/>
                </a:path>
                <a:path w="2713990" h="421640">
                  <a:moveTo>
                    <a:pt x="1859927" y="12700"/>
                  </a:moveTo>
                  <a:lnTo>
                    <a:pt x="1859915" y="0"/>
                  </a:lnTo>
                  <a:lnTo>
                    <a:pt x="1834451" y="0"/>
                  </a:lnTo>
                  <a:lnTo>
                    <a:pt x="1834451" y="12700"/>
                  </a:lnTo>
                  <a:lnTo>
                    <a:pt x="1859927" y="12700"/>
                  </a:lnTo>
                  <a:close/>
                </a:path>
                <a:path w="2713990" h="421640">
                  <a:moveTo>
                    <a:pt x="1910892" y="0"/>
                  </a:moveTo>
                  <a:lnTo>
                    <a:pt x="1885403" y="0"/>
                  </a:lnTo>
                  <a:lnTo>
                    <a:pt x="1885403" y="12700"/>
                  </a:lnTo>
                  <a:lnTo>
                    <a:pt x="1910892" y="12700"/>
                  </a:lnTo>
                  <a:lnTo>
                    <a:pt x="1910892" y="0"/>
                  </a:lnTo>
                  <a:close/>
                </a:path>
                <a:path w="2713990" h="421640">
                  <a:moveTo>
                    <a:pt x="1961845" y="0"/>
                  </a:moveTo>
                  <a:lnTo>
                    <a:pt x="1936356" y="0"/>
                  </a:lnTo>
                  <a:lnTo>
                    <a:pt x="1936356" y="12700"/>
                  </a:lnTo>
                  <a:lnTo>
                    <a:pt x="1961845" y="12700"/>
                  </a:lnTo>
                  <a:lnTo>
                    <a:pt x="1961845" y="0"/>
                  </a:lnTo>
                  <a:close/>
                </a:path>
                <a:path w="2713990" h="421640">
                  <a:moveTo>
                    <a:pt x="2012797" y="0"/>
                  </a:moveTo>
                  <a:lnTo>
                    <a:pt x="1987321" y="0"/>
                  </a:lnTo>
                  <a:lnTo>
                    <a:pt x="1987321" y="12700"/>
                  </a:lnTo>
                  <a:lnTo>
                    <a:pt x="2012797" y="12700"/>
                  </a:lnTo>
                  <a:lnTo>
                    <a:pt x="2012797" y="0"/>
                  </a:lnTo>
                  <a:close/>
                </a:path>
                <a:path w="2713990" h="421640">
                  <a:moveTo>
                    <a:pt x="2063762" y="0"/>
                  </a:moveTo>
                  <a:lnTo>
                    <a:pt x="2038273" y="0"/>
                  </a:lnTo>
                  <a:lnTo>
                    <a:pt x="2038273" y="12700"/>
                  </a:lnTo>
                  <a:lnTo>
                    <a:pt x="2063762" y="12700"/>
                  </a:lnTo>
                  <a:lnTo>
                    <a:pt x="2063762" y="0"/>
                  </a:lnTo>
                  <a:close/>
                </a:path>
                <a:path w="2713990" h="421640">
                  <a:moveTo>
                    <a:pt x="2114715" y="0"/>
                  </a:moveTo>
                  <a:lnTo>
                    <a:pt x="2089238" y="0"/>
                  </a:lnTo>
                  <a:lnTo>
                    <a:pt x="2089238" y="12700"/>
                  </a:lnTo>
                  <a:lnTo>
                    <a:pt x="2114715" y="12700"/>
                  </a:lnTo>
                  <a:lnTo>
                    <a:pt x="2114715" y="0"/>
                  </a:lnTo>
                  <a:close/>
                </a:path>
                <a:path w="2713990" h="421640">
                  <a:moveTo>
                    <a:pt x="2165667" y="0"/>
                  </a:moveTo>
                  <a:lnTo>
                    <a:pt x="2140178" y="0"/>
                  </a:lnTo>
                  <a:lnTo>
                    <a:pt x="2140178" y="12700"/>
                  </a:lnTo>
                  <a:lnTo>
                    <a:pt x="2165667" y="12700"/>
                  </a:lnTo>
                  <a:lnTo>
                    <a:pt x="2165667" y="0"/>
                  </a:lnTo>
                  <a:close/>
                </a:path>
                <a:path w="2713990" h="421640">
                  <a:moveTo>
                    <a:pt x="2216632" y="0"/>
                  </a:moveTo>
                  <a:lnTo>
                    <a:pt x="2191143" y="0"/>
                  </a:lnTo>
                  <a:lnTo>
                    <a:pt x="2191143" y="12700"/>
                  </a:lnTo>
                  <a:lnTo>
                    <a:pt x="2216632" y="12700"/>
                  </a:lnTo>
                  <a:lnTo>
                    <a:pt x="2216632" y="0"/>
                  </a:lnTo>
                  <a:close/>
                </a:path>
                <a:path w="2713990" h="421640">
                  <a:moveTo>
                    <a:pt x="2267585" y="0"/>
                  </a:moveTo>
                  <a:lnTo>
                    <a:pt x="2242108" y="0"/>
                  </a:lnTo>
                  <a:lnTo>
                    <a:pt x="2242108" y="12700"/>
                  </a:lnTo>
                  <a:lnTo>
                    <a:pt x="2267585" y="12700"/>
                  </a:lnTo>
                  <a:lnTo>
                    <a:pt x="2267585" y="0"/>
                  </a:lnTo>
                  <a:close/>
                </a:path>
                <a:path w="2713990" h="421640">
                  <a:moveTo>
                    <a:pt x="2318537" y="0"/>
                  </a:moveTo>
                  <a:lnTo>
                    <a:pt x="2293061" y="0"/>
                  </a:lnTo>
                  <a:lnTo>
                    <a:pt x="2293061" y="12700"/>
                  </a:lnTo>
                  <a:lnTo>
                    <a:pt x="2318537" y="12700"/>
                  </a:lnTo>
                  <a:lnTo>
                    <a:pt x="2318537" y="0"/>
                  </a:lnTo>
                  <a:close/>
                </a:path>
                <a:path w="2713990" h="421640">
                  <a:moveTo>
                    <a:pt x="2369502" y="0"/>
                  </a:moveTo>
                  <a:lnTo>
                    <a:pt x="2344013" y="0"/>
                  </a:lnTo>
                  <a:lnTo>
                    <a:pt x="2344013" y="12700"/>
                  </a:lnTo>
                  <a:lnTo>
                    <a:pt x="2369502" y="12700"/>
                  </a:lnTo>
                  <a:lnTo>
                    <a:pt x="2369502" y="0"/>
                  </a:lnTo>
                  <a:close/>
                </a:path>
                <a:path w="2713990" h="421640">
                  <a:moveTo>
                    <a:pt x="2420455" y="0"/>
                  </a:moveTo>
                  <a:lnTo>
                    <a:pt x="2394978" y="0"/>
                  </a:lnTo>
                  <a:lnTo>
                    <a:pt x="2394978" y="12700"/>
                  </a:lnTo>
                  <a:lnTo>
                    <a:pt x="2420455" y="12700"/>
                  </a:lnTo>
                  <a:lnTo>
                    <a:pt x="2420455" y="0"/>
                  </a:lnTo>
                  <a:close/>
                </a:path>
                <a:path w="2713990" h="421640">
                  <a:moveTo>
                    <a:pt x="2471407" y="0"/>
                  </a:moveTo>
                  <a:lnTo>
                    <a:pt x="2445931" y="0"/>
                  </a:lnTo>
                  <a:lnTo>
                    <a:pt x="2445931" y="12700"/>
                  </a:lnTo>
                  <a:lnTo>
                    <a:pt x="2471407" y="12700"/>
                  </a:lnTo>
                  <a:lnTo>
                    <a:pt x="2471407" y="0"/>
                  </a:lnTo>
                  <a:close/>
                </a:path>
                <a:path w="2713990" h="421640">
                  <a:moveTo>
                    <a:pt x="2522372" y="0"/>
                  </a:moveTo>
                  <a:lnTo>
                    <a:pt x="2496896" y="0"/>
                  </a:lnTo>
                  <a:lnTo>
                    <a:pt x="2496896" y="12700"/>
                  </a:lnTo>
                  <a:lnTo>
                    <a:pt x="2522372" y="12700"/>
                  </a:lnTo>
                  <a:lnTo>
                    <a:pt x="2522372" y="0"/>
                  </a:lnTo>
                  <a:close/>
                </a:path>
                <a:path w="2713990" h="421640">
                  <a:moveTo>
                    <a:pt x="2573324" y="0"/>
                  </a:moveTo>
                  <a:lnTo>
                    <a:pt x="2547848" y="0"/>
                  </a:lnTo>
                  <a:lnTo>
                    <a:pt x="2547848" y="12700"/>
                  </a:lnTo>
                  <a:lnTo>
                    <a:pt x="2573324" y="12700"/>
                  </a:lnTo>
                  <a:lnTo>
                    <a:pt x="2573324" y="0"/>
                  </a:lnTo>
                  <a:close/>
                </a:path>
                <a:path w="2713990" h="421640">
                  <a:moveTo>
                    <a:pt x="2624277" y="0"/>
                  </a:moveTo>
                  <a:lnTo>
                    <a:pt x="2598801" y="0"/>
                  </a:lnTo>
                  <a:lnTo>
                    <a:pt x="2598801" y="12700"/>
                  </a:lnTo>
                  <a:lnTo>
                    <a:pt x="2624277" y="12700"/>
                  </a:lnTo>
                  <a:lnTo>
                    <a:pt x="2624277" y="0"/>
                  </a:lnTo>
                  <a:close/>
                </a:path>
                <a:path w="2713990" h="421640">
                  <a:moveTo>
                    <a:pt x="2675242" y="0"/>
                  </a:moveTo>
                  <a:lnTo>
                    <a:pt x="2649766" y="0"/>
                  </a:lnTo>
                  <a:lnTo>
                    <a:pt x="2649766" y="12700"/>
                  </a:lnTo>
                  <a:lnTo>
                    <a:pt x="2675242" y="12700"/>
                  </a:lnTo>
                  <a:lnTo>
                    <a:pt x="2675242" y="0"/>
                  </a:lnTo>
                  <a:close/>
                </a:path>
                <a:path w="2713990" h="421640">
                  <a:moveTo>
                    <a:pt x="2713456" y="395986"/>
                  </a:moveTo>
                  <a:lnTo>
                    <a:pt x="2707106" y="395986"/>
                  </a:lnTo>
                  <a:lnTo>
                    <a:pt x="2700756" y="395986"/>
                  </a:lnTo>
                  <a:lnTo>
                    <a:pt x="2700756" y="421538"/>
                  </a:lnTo>
                  <a:lnTo>
                    <a:pt x="2707106" y="421538"/>
                  </a:lnTo>
                  <a:lnTo>
                    <a:pt x="2713456" y="421538"/>
                  </a:lnTo>
                  <a:lnTo>
                    <a:pt x="2713456" y="395986"/>
                  </a:lnTo>
                  <a:close/>
                </a:path>
                <a:path w="2713990" h="421640">
                  <a:moveTo>
                    <a:pt x="2713456" y="344906"/>
                  </a:moveTo>
                  <a:lnTo>
                    <a:pt x="2707106" y="344906"/>
                  </a:lnTo>
                  <a:lnTo>
                    <a:pt x="2700756" y="344906"/>
                  </a:lnTo>
                  <a:lnTo>
                    <a:pt x="2700756" y="370446"/>
                  </a:lnTo>
                  <a:lnTo>
                    <a:pt x="2707106" y="370446"/>
                  </a:lnTo>
                  <a:lnTo>
                    <a:pt x="2713456" y="370446"/>
                  </a:lnTo>
                  <a:lnTo>
                    <a:pt x="2713456" y="344906"/>
                  </a:lnTo>
                  <a:close/>
                </a:path>
                <a:path w="2713990" h="421640">
                  <a:moveTo>
                    <a:pt x="2713456" y="293801"/>
                  </a:moveTo>
                  <a:lnTo>
                    <a:pt x="2707106" y="293801"/>
                  </a:lnTo>
                  <a:lnTo>
                    <a:pt x="2700756" y="293801"/>
                  </a:lnTo>
                  <a:lnTo>
                    <a:pt x="2700756" y="319341"/>
                  </a:lnTo>
                  <a:lnTo>
                    <a:pt x="2707106" y="319341"/>
                  </a:lnTo>
                  <a:lnTo>
                    <a:pt x="2713456" y="319341"/>
                  </a:lnTo>
                  <a:lnTo>
                    <a:pt x="2713456" y="293801"/>
                  </a:lnTo>
                  <a:close/>
                </a:path>
                <a:path w="2713990" h="421640">
                  <a:moveTo>
                    <a:pt x="2713456" y="242709"/>
                  </a:moveTo>
                  <a:lnTo>
                    <a:pt x="2707106" y="242709"/>
                  </a:lnTo>
                  <a:lnTo>
                    <a:pt x="2700756" y="242709"/>
                  </a:lnTo>
                  <a:lnTo>
                    <a:pt x="2700756" y="268262"/>
                  </a:lnTo>
                  <a:lnTo>
                    <a:pt x="2707106" y="268262"/>
                  </a:lnTo>
                  <a:lnTo>
                    <a:pt x="2713456" y="268262"/>
                  </a:lnTo>
                  <a:lnTo>
                    <a:pt x="2713456" y="242709"/>
                  </a:lnTo>
                  <a:close/>
                </a:path>
                <a:path w="2713990" h="421640">
                  <a:moveTo>
                    <a:pt x="2713456" y="191604"/>
                  </a:moveTo>
                  <a:lnTo>
                    <a:pt x="2707106" y="191604"/>
                  </a:lnTo>
                  <a:lnTo>
                    <a:pt x="2700756" y="191604"/>
                  </a:lnTo>
                  <a:lnTo>
                    <a:pt x="2700756" y="217157"/>
                  </a:lnTo>
                  <a:lnTo>
                    <a:pt x="2707106" y="217157"/>
                  </a:lnTo>
                  <a:lnTo>
                    <a:pt x="2713456" y="217157"/>
                  </a:lnTo>
                  <a:lnTo>
                    <a:pt x="2713456" y="191604"/>
                  </a:lnTo>
                  <a:close/>
                </a:path>
                <a:path w="2713990" h="421640">
                  <a:moveTo>
                    <a:pt x="2713456" y="140512"/>
                  </a:moveTo>
                  <a:lnTo>
                    <a:pt x="2707106" y="140512"/>
                  </a:lnTo>
                  <a:lnTo>
                    <a:pt x="2700756" y="140512"/>
                  </a:lnTo>
                  <a:lnTo>
                    <a:pt x="2700756" y="166065"/>
                  </a:lnTo>
                  <a:lnTo>
                    <a:pt x="2707106" y="166065"/>
                  </a:lnTo>
                  <a:lnTo>
                    <a:pt x="2713456" y="166065"/>
                  </a:lnTo>
                  <a:lnTo>
                    <a:pt x="2713456" y="140512"/>
                  </a:lnTo>
                  <a:close/>
                </a:path>
                <a:path w="2713990" h="421640">
                  <a:moveTo>
                    <a:pt x="2713456" y="89420"/>
                  </a:moveTo>
                  <a:lnTo>
                    <a:pt x="2707106" y="89420"/>
                  </a:lnTo>
                  <a:lnTo>
                    <a:pt x="2700756" y="89420"/>
                  </a:lnTo>
                  <a:lnTo>
                    <a:pt x="2700756" y="114960"/>
                  </a:lnTo>
                  <a:lnTo>
                    <a:pt x="2707106" y="114960"/>
                  </a:lnTo>
                  <a:lnTo>
                    <a:pt x="2713456" y="114960"/>
                  </a:lnTo>
                  <a:lnTo>
                    <a:pt x="2713456" y="89420"/>
                  </a:lnTo>
                  <a:close/>
                </a:path>
                <a:path w="2713990" h="421640">
                  <a:moveTo>
                    <a:pt x="2713456" y="38315"/>
                  </a:moveTo>
                  <a:lnTo>
                    <a:pt x="2707106" y="38315"/>
                  </a:lnTo>
                  <a:lnTo>
                    <a:pt x="2700756" y="38315"/>
                  </a:lnTo>
                  <a:lnTo>
                    <a:pt x="2700756" y="63868"/>
                  </a:lnTo>
                  <a:lnTo>
                    <a:pt x="2707106" y="63868"/>
                  </a:lnTo>
                  <a:lnTo>
                    <a:pt x="2713456" y="63868"/>
                  </a:lnTo>
                  <a:lnTo>
                    <a:pt x="2713456" y="38315"/>
                  </a:lnTo>
                  <a:close/>
                </a:path>
                <a:path w="2713990" h="421640">
                  <a:moveTo>
                    <a:pt x="2713456" y="0"/>
                  </a:moveTo>
                  <a:lnTo>
                    <a:pt x="2707106" y="0"/>
                  </a:lnTo>
                  <a:lnTo>
                    <a:pt x="2700756" y="0"/>
                  </a:lnTo>
                  <a:lnTo>
                    <a:pt x="2700756" y="12776"/>
                  </a:lnTo>
                  <a:lnTo>
                    <a:pt x="2707106" y="12776"/>
                  </a:lnTo>
                  <a:lnTo>
                    <a:pt x="2713456" y="12776"/>
                  </a:lnTo>
                  <a:lnTo>
                    <a:pt x="27134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9753714" y="761999"/>
              <a:ext cx="1401445" cy="12700"/>
            </a:xfrm>
            <a:custGeom>
              <a:avLst/>
              <a:gdLst/>
              <a:ahLst/>
              <a:cxnLst/>
              <a:rect l="l" t="t" r="r" b="b"/>
              <a:pathLst>
                <a:path w="1401445" h="12700">
                  <a:moveTo>
                    <a:pt x="25476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25476" y="12700"/>
                  </a:lnTo>
                  <a:lnTo>
                    <a:pt x="25476" y="0"/>
                  </a:lnTo>
                  <a:close/>
                </a:path>
                <a:path w="1401445" h="12700">
                  <a:moveTo>
                    <a:pt x="76441" y="0"/>
                  </a:moveTo>
                  <a:lnTo>
                    <a:pt x="50952" y="0"/>
                  </a:lnTo>
                  <a:lnTo>
                    <a:pt x="50952" y="12700"/>
                  </a:lnTo>
                  <a:lnTo>
                    <a:pt x="76441" y="12700"/>
                  </a:lnTo>
                  <a:lnTo>
                    <a:pt x="76441" y="0"/>
                  </a:lnTo>
                  <a:close/>
                </a:path>
                <a:path w="1401445" h="12700">
                  <a:moveTo>
                    <a:pt x="127393" y="0"/>
                  </a:moveTo>
                  <a:lnTo>
                    <a:pt x="101904" y="0"/>
                  </a:lnTo>
                  <a:lnTo>
                    <a:pt x="101917" y="12700"/>
                  </a:lnTo>
                  <a:lnTo>
                    <a:pt x="127393" y="12700"/>
                  </a:lnTo>
                  <a:lnTo>
                    <a:pt x="127393" y="0"/>
                  </a:lnTo>
                  <a:close/>
                </a:path>
                <a:path w="1401445" h="12700">
                  <a:moveTo>
                    <a:pt x="178346" y="12700"/>
                  </a:moveTo>
                  <a:lnTo>
                    <a:pt x="178333" y="0"/>
                  </a:lnTo>
                  <a:lnTo>
                    <a:pt x="152869" y="0"/>
                  </a:lnTo>
                  <a:lnTo>
                    <a:pt x="152869" y="12700"/>
                  </a:lnTo>
                  <a:lnTo>
                    <a:pt x="178346" y="12700"/>
                  </a:lnTo>
                  <a:close/>
                </a:path>
                <a:path w="1401445" h="12700">
                  <a:moveTo>
                    <a:pt x="229311" y="0"/>
                  </a:moveTo>
                  <a:lnTo>
                    <a:pt x="203822" y="0"/>
                  </a:lnTo>
                  <a:lnTo>
                    <a:pt x="203822" y="12700"/>
                  </a:lnTo>
                  <a:lnTo>
                    <a:pt x="229311" y="12700"/>
                  </a:lnTo>
                  <a:lnTo>
                    <a:pt x="229311" y="0"/>
                  </a:lnTo>
                  <a:close/>
                </a:path>
                <a:path w="1401445" h="12700">
                  <a:moveTo>
                    <a:pt x="280263" y="0"/>
                  </a:moveTo>
                  <a:lnTo>
                    <a:pt x="254787" y="0"/>
                  </a:lnTo>
                  <a:lnTo>
                    <a:pt x="254787" y="12700"/>
                  </a:lnTo>
                  <a:lnTo>
                    <a:pt x="280263" y="12700"/>
                  </a:lnTo>
                  <a:lnTo>
                    <a:pt x="280263" y="0"/>
                  </a:lnTo>
                  <a:close/>
                </a:path>
                <a:path w="1401445" h="12700">
                  <a:moveTo>
                    <a:pt x="331216" y="0"/>
                  </a:moveTo>
                  <a:lnTo>
                    <a:pt x="305727" y="0"/>
                  </a:lnTo>
                  <a:lnTo>
                    <a:pt x="305739" y="12700"/>
                  </a:lnTo>
                  <a:lnTo>
                    <a:pt x="331216" y="12700"/>
                  </a:lnTo>
                  <a:lnTo>
                    <a:pt x="331216" y="0"/>
                  </a:lnTo>
                  <a:close/>
                </a:path>
                <a:path w="1401445" h="12700">
                  <a:moveTo>
                    <a:pt x="382181" y="0"/>
                  </a:moveTo>
                  <a:lnTo>
                    <a:pt x="356692" y="0"/>
                  </a:lnTo>
                  <a:lnTo>
                    <a:pt x="356692" y="12700"/>
                  </a:lnTo>
                  <a:lnTo>
                    <a:pt x="382181" y="12700"/>
                  </a:lnTo>
                  <a:lnTo>
                    <a:pt x="382181" y="0"/>
                  </a:lnTo>
                  <a:close/>
                </a:path>
                <a:path w="1401445" h="12700">
                  <a:moveTo>
                    <a:pt x="433133" y="0"/>
                  </a:moveTo>
                  <a:lnTo>
                    <a:pt x="407657" y="0"/>
                  </a:lnTo>
                  <a:lnTo>
                    <a:pt x="407657" y="12700"/>
                  </a:lnTo>
                  <a:lnTo>
                    <a:pt x="433133" y="12700"/>
                  </a:lnTo>
                  <a:lnTo>
                    <a:pt x="433133" y="0"/>
                  </a:lnTo>
                  <a:close/>
                </a:path>
                <a:path w="1401445" h="12700">
                  <a:moveTo>
                    <a:pt x="484085" y="0"/>
                  </a:moveTo>
                  <a:lnTo>
                    <a:pt x="458609" y="0"/>
                  </a:lnTo>
                  <a:lnTo>
                    <a:pt x="458609" y="12700"/>
                  </a:lnTo>
                  <a:lnTo>
                    <a:pt x="484085" y="12700"/>
                  </a:lnTo>
                  <a:lnTo>
                    <a:pt x="484085" y="0"/>
                  </a:lnTo>
                  <a:close/>
                </a:path>
                <a:path w="1401445" h="12700">
                  <a:moveTo>
                    <a:pt x="535051" y="12700"/>
                  </a:moveTo>
                  <a:lnTo>
                    <a:pt x="535038" y="0"/>
                  </a:lnTo>
                  <a:lnTo>
                    <a:pt x="509549" y="0"/>
                  </a:lnTo>
                  <a:lnTo>
                    <a:pt x="509562" y="12700"/>
                  </a:lnTo>
                  <a:lnTo>
                    <a:pt x="535051" y="12700"/>
                  </a:lnTo>
                  <a:close/>
                </a:path>
                <a:path w="1401445" h="12700">
                  <a:moveTo>
                    <a:pt x="586003" y="0"/>
                  </a:moveTo>
                  <a:lnTo>
                    <a:pt x="560527" y="0"/>
                  </a:lnTo>
                  <a:lnTo>
                    <a:pt x="560527" y="12700"/>
                  </a:lnTo>
                  <a:lnTo>
                    <a:pt x="586003" y="12700"/>
                  </a:lnTo>
                  <a:lnTo>
                    <a:pt x="586003" y="0"/>
                  </a:lnTo>
                  <a:close/>
                </a:path>
                <a:path w="1401445" h="12700">
                  <a:moveTo>
                    <a:pt x="636955" y="0"/>
                  </a:moveTo>
                  <a:lnTo>
                    <a:pt x="611479" y="0"/>
                  </a:lnTo>
                  <a:lnTo>
                    <a:pt x="611479" y="12700"/>
                  </a:lnTo>
                  <a:lnTo>
                    <a:pt x="636955" y="12700"/>
                  </a:lnTo>
                  <a:lnTo>
                    <a:pt x="636955" y="0"/>
                  </a:lnTo>
                  <a:close/>
                </a:path>
                <a:path w="1401445" h="12700">
                  <a:moveTo>
                    <a:pt x="687920" y="0"/>
                  </a:moveTo>
                  <a:lnTo>
                    <a:pt x="662432" y="0"/>
                  </a:lnTo>
                  <a:lnTo>
                    <a:pt x="662432" y="12700"/>
                  </a:lnTo>
                  <a:lnTo>
                    <a:pt x="687920" y="12700"/>
                  </a:lnTo>
                  <a:lnTo>
                    <a:pt x="687920" y="0"/>
                  </a:lnTo>
                  <a:close/>
                </a:path>
                <a:path w="1401445" h="12700">
                  <a:moveTo>
                    <a:pt x="738873" y="12700"/>
                  </a:moveTo>
                  <a:lnTo>
                    <a:pt x="738860" y="0"/>
                  </a:lnTo>
                  <a:lnTo>
                    <a:pt x="713397" y="0"/>
                  </a:lnTo>
                  <a:lnTo>
                    <a:pt x="713397" y="12700"/>
                  </a:lnTo>
                  <a:lnTo>
                    <a:pt x="738873" y="12700"/>
                  </a:lnTo>
                  <a:close/>
                </a:path>
                <a:path w="1401445" h="12700">
                  <a:moveTo>
                    <a:pt x="789825" y="0"/>
                  </a:moveTo>
                  <a:lnTo>
                    <a:pt x="764349" y="0"/>
                  </a:lnTo>
                  <a:lnTo>
                    <a:pt x="764349" y="12700"/>
                  </a:lnTo>
                  <a:lnTo>
                    <a:pt x="789825" y="12700"/>
                  </a:lnTo>
                  <a:lnTo>
                    <a:pt x="789825" y="0"/>
                  </a:lnTo>
                  <a:close/>
                </a:path>
                <a:path w="1401445" h="12700">
                  <a:moveTo>
                    <a:pt x="840790" y="0"/>
                  </a:moveTo>
                  <a:lnTo>
                    <a:pt x="815301" y="0"/>
                  </a:lnTo>
                  <a:lnTo>
                    <a:pt x="815301" y="12700"/>
                  </a:lnTo>
                  <a:lnTo>
                    <a:pt x="840790" y="12700"/>
                  </a:lnTo>
                  <a:lnTo>
                    <a:pt x="840790" y="0"/>
                  </a:lnTo>
                  <a:close/>
                </a:path>
                <a:path w="1401445" h="12700">
                  <a:moveTo>
                    <a:pt x="891743" y="0"/>
                  </a:moveTo>
                  <a:lnTo>
                    <a:pt x="866267" y="0"/>
                  </a:lnTo>
                  <a:lnTo>
                    <a:pt x="866267" y="12700"/>
                  </a:lnTo>
                  <a:lnTo>
                    <a:pt x="891743" y="12700"/>
                  </a:lnTo>
                  <a:lnTo>
                    <a:pt x="891743" y="0"/>
                  </a:lnTo>
                  <a:close/>
                </a:path>
                <a:path w="1401445" h="12700">
                  <a:moveTo>
                    <a:pt x="942695" y="12700"/>
                  </a:moveTo>
                  <a:lnTo>
                    <a:pt x="942682" y="0"/>
                  </a:lnTo>
                  <a:lnTo>
                    <a:pt x="917219" y="0"/>
                  </a:lnTo>
                  <a:lnTo>
                    <a:pt x="917219" y="12700"/>
                  </a:lnTo>
                  <a:lnTo>
                    <a:pt x="942695" y="12700"/>
                  </a:lnTo>
                  <a:close/>
                </a:path>
                <a:path w="1401445" h="12700">
                  <a:moveTo>
                    <a:pt x="993660" y="0"/>
                  </a:moveTo>
                  <a:lnTo>
                    <a:pt x="968171" y="0"/>
                  </a:lnTo>
                  <a:lnTo>
                    <a:pt x="968171" y="12700"/>
                  </a:lnTo>
                  <a:lnTo>
                    <a:pt x="993660" y="12700"/>
                  </a:lnTo>
                  <a:lnTo>
                    <a:pt x="993660" y="0"/>
                  </a:lnTo>
                  <a:close/>
                </a:path>
                <a:path w="1401445" h="12700">
                  <a:moveTo>
                    <a:pt x="1044613" y="0"/>
                  </a:moveTo>
                  <a:lnTo>
                    <a:pt x="1019136" y="0"/>
                  </a:lnTo>
                  <a:lnTo>
                    <a:pt x="1019136" y="12700"/>
                  </a:lnTo>
                  <a:lnTo>
                    <a:pt x="1044613" y="12700"/>
                  </a:lnTo>
                  <a:lnTo>
                    <a:pt x="1044613" y="0"/>
                  </a:lnTo>
                  <a:close/>
                </a:path>
                <a:path w="1401445" h="12700">
                  <a:moveTo>
                    <a:pt x="1095565" y="0"/>
                  </a:moveTo>
                  <a:lnTo>
                    <a:pt x="1070089" y="0"/>
                  </a:lnTo>
                  <a:lnTo>
                    <a:pt x="1070089" y="12700"/>
                  </a:lnTo>
                  <a:lnTo>
                    <a:pt x="1095565" y="12700"/>
                  </a:lnTo>
                  <a:lnTo>
                    <a:pt x="1095565" y="0"/>
                  </a:lnTo>
                  <a:close/>
                </a:path>
                <a:path w="1401445" h="12700">
                  <a:moveTo>
                    <a:pt x="1146530" y="0"/>
                  </a:moveTo>
                  <a:lnTo>
                    <a:pt x="1121054" y="0"/>
                  </a:lnTo>
                  <a:lnTo>
                    <a:pt x="1121054" y="12700"/>
                  </a:lnTo>
                  <a:lnTo>
                    <a:pt x="1146530" y="12700"/>
                  </a:lnTo>
                  <a:lnTo>
                    <a:pt x="1146530" y="0"/>
                  </a:lnTo>
                  <a:close/>
                </a:path>
                <a:path w="1401445" h="12700">
                  <a:moveTo>
                    <a:pt x="1197483" y="0"/>
                  </a:moveTo>
                  <a:lnTo>
                    <a:pt x="1171994" y="0"/>
                  </a:lnTo>
                  <a:lnTo>
                    <a:pt x="1172006" y="12700"/>
                  </a:lnTo>
                  <a:lnTo>
                    <a:pt x="1197483" y="12700"/>
                  </a:lnTo>
                  <a:lnTo>
                    <a:pt x="1197483" y="0"/>
                  </a:lnTo>
                  <a:close/>
                </a:path>
                <a:path w="1401445" h="12700">
                  <a:moveTo>
                    <a:pt x="1248435" y="0"/>
                  </a:moveTo>
                  <a:lnTo>
                    <a:pt x="1222959" y="0"/>
                  </a:lnTo>
                  <a:lnTo>
                    <a:pt x="1222959" y="12700"/>
                  </a:lnTo>
                  <a:lnTo>
                    <a:pt x="1248435" y="12700"/>
                  </a:lnTo>
                  <a:lnTo>
                    <a:pt x="1248435" y="0"/>
                  </a:lnTo>
                  <a:close/>
                </a:path>
                <a:path w="1401445" h="12700">
                  <a:moveTo>
                    <a:pt x="1299400" y="0"/>
                  </a:moveTo>
                  <a:lnTo>
                    <a:pt x="1273924" y="0"/>
                  </a:lnTo>
                  <a:lnTo>
                    <a:pt x="1273924" y="12700"/>
                  </a:lnTo>
                  <a:lnTo>
                    <a:pt x="1299400" y="12700"/>
                  </a:lnTo>
                  <a:lnTo>
                    <a:pt x="1299400" y="0"/>
                  </a:lnTo>
                  <a:close/>
                </a:path>
                <a:path w="1401445" h="12700">
                  <a:moveTo>
                    <a:pt x="1350352" y="0"/>
                  </a:moveTo>
                  <a:lnTo>
                    <a:pt x="1324876" y="0"/>
                  </a:lnTo>
                  <a:lnTo>
                    <a:pt x="1324876" y="12700"/>
                  </a:lnTo>
                  <a:lnTo>
                    <a:pt x="1350352" y="12700"/>
                  </a:lnTo>
                  <a:lnTo>
                    <a:pt x="1350352" y="0"/>
                  </a:lnTo>
                  <a:close/>
                </a:path>
                <a:path w="1401445" h="12700">
                  <a:moveTo>
                    <a:pt x="1401318" y="12700"/>
                  </a:moveTo>
                  <a:lnTo>
                    <a:pt x="1401305" y="0"/>
                  </a:lnTo>
                  <a:lnTo>
                    <a:pt x="1375829" y="0"/>
                  </a:lnTo>
                  <a:lnTo>
                    <a:pt x="1375829" y="12700"/>
                  </a:lnTo>
                  <a:lnTo>
                    <a:pt x="1401318" y="12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9740900" y="1016000"/>
              <a:ext cx="4064000" cy="266700"/>
            </a:xfrm>
            <a:custGeom>
              <a:avLst/>
              <a:gdLst/>
              <a:ahLst/>
              <a:cxnLst/>
              <a:rect l="l" t="t" r="r" b="b"/>
              <a:pathLst>
                <a:path w="4064000" h="266700">
                  <a:moveTo>
                    <a:pt x="0" y="215900"/>
                  </a:moveTo>
                  <a:lnTo>
                    <a:pt x="0" y="50800"/>
                  </a:lnTo>
                  <a:lnTo>
                    <a:pt x="3992" y="31027"/>
                  </a:lnTo>
                  <a:lnTo>
                    <a:pt x="14879" y="14879"/>
                  </a:lnTo>
                  <a:lnTo>
                    <a:pt x="31027" y="3992"/>
                  </a:lnTo>
                  <a:lnTo>
                    <a:pt x="50800" y="0"/>
                  </a:lnTo>
                  <a:lnTo>
                    <a:pt x="4013200" y="0"/>
                  </a:lnTo>
                  <a:lnTo>
                    <a:pt x="4032972" y="3992"/>
                  </a:lnTo>
                  <a:lnTo>
                    <a:pt x="4049120" y="14879"/>
                  </a:lnTo>
                  <a:lnTo>
                    <a:pt x="4060007" y="31027"/>
                  </a:lnTo>
                  <a:lnTo>
                    <a:pt x="4064000" y="50800"/>
                  </a:lnTo>
                  <a:lnTo>
                    <a:pt x="4064000" y="215900"/>
                  </a:lnTo>
                  <a:lnTo>
                    <a:pt x="4060007" y="235672"/>
                  </a:lnTo>
                  <a:lnTo>
                    <a:pt x="4049120" y="251820"/>
                  </a:lnTo>
                  <a:lnTo>
                    <a:pt x="4032972" y="262707"/>
                  </a:lnTo>
                  <a:lnTo>
                    <a:pt x="4013200" y="266700"/>
                  </a:lnTo>
                  <a:lnTo>
                    <a:pt x="50800" y="266700"/>
                  </a:lnTo>
                  <a:lnTo>
                    <a:pt x="31027" y="262707"/>
                  </a:lnTo>
                  <a:lnTo>
                    <a:pt x="14879" y="251820"/>
                  </a:lnTo>
                  <a:lnTo>
                    <a:pt x="3992" y="235672"/>
                  </a:lnTo>
                  <a:lnTo>
                    <a:pt x="0" y="215900"/>
                  </a:lnTo>
                  <a:close/>
                </a:path>
              </a:pathLst>
            </a:custGeom>
            <a:solidFill>
              <a:srgbClr val="FBC5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9955035" y="1059890"/>
              <a:ext cx="3820795" cy="220979"/>
            </a:xfrm>
            <a:custGeom>
              <a:avLst/>
              <a:gdLst/>
              <a:ahLst/>
              <a:cxnLst/>
              <a:rect l="l" t="t" r="r" b="b"/>
              <a:pathLst>
                <a:path w="3820794" h="220980">
                  <a:moveTo>
                    <a:pt x="116243" y="23088"/>
                  </a:moveTo>
                  <a:lnTo>
                    <a:pt x="91681" y="23088"/>
                  </a:lnTo>
                  <a:lnTo>
                    <a:pt x="58775" y="103403"/>
                  </a:lnTo>
                  <a:lnTo>
                    <a:pt x="57467" y="103403"/>
                  </a:lnTo>
                  <a:lnTo>
                    <a:pt x="38760" y="57772"/>
                  </a:lnTo>
                  <a:lnTo>
                    <a:pt x="38696" y="57607"/>
                  </a:lnTo>
                  <a:lnTo>
                    <a:pt x="24561" y="23088"/>
                  </a:lnTo>
                  <a:lnTo>
                    <a:pt x="0" y="23088"/>
                  </a:lnTo>
                  <a:lnTo>
                    <a:pt x="0" y="133921"/>
                  </a:lnTo>
                  <a:lnTo>
                    <a:pt x="19265" y="133921"/>
                  </a:lnTo>
                  <a:lnTo>
                    <a:pt x="19265" y="57607"/>
                  </a:lnTo>
                  <a:lnTo>
                    <a:pt x="20294" y="57607"/>
                  </a:lnTo>
                  <a:lnTo>
                    <a:pt x="50927" y="133591"/>
                  </a:lnTo>
                  <a:lnTo>
                    <a:pt x="65316" y="133591"/>
                  </a:lnTo>
                  <a:lnTo>
                    <a:pt x="77508" y="103403"/>
                  </a:lnTo>
                  <a:lnTo>
                    <a:pt x="95948" y="57772"/>
                  </a:lnTo>
                  <a:lnTo>
                    <a:pt x="96977" y="57772"/>
                  </a:lnTo>
                  <a:lnTo>
                    <a:pt x="96977" y="133921"/>
                  </a:lnTo>
                  <a:lnTo>
                    <a:pt x="116243" y="133921"/>
                  </a:lnTo>
                  <a:lnTo>
                    <a:pt x="116243" y="57772"/>
                  </a:lnTo>
                  <a:lnTo>
                    <a:pt x="116243" y="23088"/>
                  </a:lnTo>
                  <a:close/>
                </a:path>
                <a:path w="3820794" h="220980">
                  <a:moveTo>
                    <a:pt x="214579" y="84505"/>
                  </a:moveTo>
                  <a:lnTo>
                    <a:pt x="213639" y="78574"/>
                  </a:lnTo>
                  <a:lnTo>
                    <a:pt x="213575" y="78143"/>
                  </a:lnTo>
                  <a:lnTo>
                    <a:pt x="209524" y="67576"/>
                  </a:lnTo>
                  <a:lnTo>
                    <a:pt x="207873" y="64973"/>
                  </a:lnTo>
                  <a:lnTo>
                    <a:pt x="206756" y="63207"/>
                  </a:lnTo>
                  <a:lnTo>
                    <a:pt x="203212" y="59778"/>
                  </a:lnTo>
                  <a:lnTo>
                    <a:pt x="199720" y="56349"/>
                  </a:lnTo>
                  <a:lnTo>
                    <a:pt x="195795" y="53911"/>
                  </a:lnTo>
                  <a:lnTo>
                    <a:pt x="195795" y="84505"/>
                  </a:lnTo>
                  <a:lnTo>
                    <a:pt x="156692" y="84505"/>
                  </a:lnTo>
                  <a:lnTo>
                    <a:pt x="172859" y="64973"/>
                  </a:lnTo>
                  <a:lnTo>
                    <a:pt x="180606" y="64973"/>
                  </a:lnTo>
                  <a:lnTo>
                    <a:pt x="184378" y="65951"/>
                  </a:lnTo>
                  <a:lnTo>
                    <a:pt x="184099" y="65951"/>
                  </a:lnTo>
                  <a:lnTo>
                    <a:pt x="189560" y="69215"/>
                  </a:lnTo>
                  <a:lnTo>
                    <a:pt x="191782" y="71539"/>
                  </a:lnTo>
                  <a:lnTo>
                    <a:pt x="194957" y="77419"/>
                  </a:lnTo>
                  <a:lnTo>
                    <a:pt x="195770" y="80759"/>
                  </a:lnTo>
                  <a:lnTo>
                    <a:pt x="195795" y="84505"/>
                  </a:lnTo>
                  <a:lnTo>
                    <a:pt x="195795" y="53911"/>
                  </a:lnTo>
                  <a:lnTo>
                    <a:pt x="195668" y="53822"/>
                  </a:lnTo>
                  <a:lnTo>
                    <a:pt x="186550" y="50546"/>
                  </a:lnTo>
                  <a:lnTo>
                    <a:pt x="181711" y="49707"/>
                  </a:lnTo>
                  <a:lnTo>
                    <a:pt x="168656" y="49707"/>
                  </a:lnTo>
                  <a:lnTo>
                    <a:pt x="138861" y="76784"/>
                  </a:lnTo>
                  <a:lnTo>
                    <a:pt x="137248" y="84505"/>
                  </a:lnTo>
                  <a:lnTo>
                    <a:pt x="137350" y="102057"/>
                  </a:lnTo>
                  <a:lnTo>
                    <a:pt x="162090" y="133807"/>
                  </a:lnTo>
                  <a:lnTo>
                    <a:pt x="169278" y="135547"/>
                  </a:lnTo>
                  <a:lnTo>
                    <a:pt x="184073" y="135547"/>
                  </a:lnTo>
                  <a:lnTo>
                    <a:pt x="210616" y="120281"/>
                  </a:lnTo>
                  <a:lnTo>
                    <a:pt x="212610" y="116459"/>
                  </a:lnTo>
                  <a:lnTo>
                    <a:pt x="213690" y="111912"/>
                  </a:lnTo>
                  <a:lnTo>
                    <a:pt x="213766" y="111620"/>
                  </a:lnTo>
                  <a:lnTo>
                    <a:pt x="195478" y="109562"/>
                  </a:lnTo>
                  <a:lnTo>
                    <a:pt x="194716" y="111620"/>
                  </a:lnTo>
                  <a:lnTo>
                    <a:pt x="194614" y="111912"/>
                  </a:lnTo>
                  <a:lnTo>
                    <a:pt x="193332" y="113880"/>
                  </a:lnTo>
                  <a:lnTo>
                    <a:pt x="189941" y="117055"/>
                  </a:lnTo>
                  <a:lnTo>
                    <a:pt x="187934" y="118262"/>
                  </a:lnTo>
                  <a:lnTo>
                    <a:pt x="183311" y="119888"/>
                  </a:lnTo>
                  <a:lnTo>
                    <a:pt x="180733" y="120281"/>
                  </a:lnTo>
                  <a:lnTo>
                    <a:pt x="173634" y="120281"/>
                  </a:lnTo>
                  <a:lnTo>
                    <a:pt x="156667" y="102057"/>
                  </a:lnTo>
                  <a:lnTo>
                    <a:pt x="156667" y="97713"/>
                  </a:lnTo>
                  <a:lnTo>
                    <a:pt x="214579" y="97713"/>
                  </a:lnTo>
                  <a:lnTo>
                    <a:pt x="214579" y="84505"/>
                  </a:lnTo>
                  <a:close/>
                </a:path>
                <a:path w="3820794" h="220980">
                  <a:moveTo>
                    <a:pt x="240233" y="50800"/>
                  </a:moveTo>
                  <a:lnTo>
                    <a:pt x="228447" y="50800"/>
                  </a:lnTo>
                  <a:lnTo>
                    <a:pt x="228447" y="65951"/>
                  </a:lnTo>
                  <a:lnTo>
                    <a:pt x="240220" y="65951"/>
                  </a:lnTo>
                  <a:lnTo>
                    <a:pt x="240233" y="50800"/>
                  </a:lnTo>
                  <a:close/>
                </a:path>
                <a:path w="3820794" h="220980">
                  <a:moveTo>
                    <a:pt x="277749" y="133108"/>
                  </a:moveTo>
                  <a:lnTo>
                    <a:pt x="274599" y="118554"/>
                  </a:lnTo>
                  <a:lnTo>
                    <a:pt x="274510" y="118097"/>
                  </a:lnTo>
                  <a:lnTo>
                    <a:pt x="274447" y="117792"/>
                  </a:lnTo>
                  <a:lnTo>
                    <a:pt x="273913" y="117932"/>
                  </a:lnTo>
                  <a:lnTo>
                    <a:pt x="273113" y="118097"/>
                  </a:lnTo>
                  <a:lnTo>
                    <a:pt x="270548" y="118554"/>
                  </a:lnTo>
                  <a:lnTo>
                    <a:pt x="267093" y="118554"/>
                  </a:lnTo>
                  <a:lnTo>
                    <a:pt x="259842" y="111556"/>
                  </a:lnTo>
                  <a:lnTo>
                    <a:pt x="259842" y="65951"/>
                  </a:lnTo>
                  <a:lnTo>
                    <a:pt x="276237" y="65951"/>
                  </a:lnTo>
                  <a:lnTo>
                    <a:pt x="276237" y="50800"/>
                  </a:lnTo>
                  <a:lnTo>
                    <a:pt x="259842" y="50800"/>
                  </a:lnTo>
                  <a:lnTo>
                    <a:pt x="259842" y="30873"/>
                  </a:lnTo>
                  <a:lnTo>
                    <a:pt x="240245" y="30873"/>
                  </a:lnTo>
                  <a:lnTo>
                    <a:pt x="240309" y="117792"/>
                  </a:lnTo>
                  <a:lnTo>
                    <a:pt x="261315" y="135204"/>
                  </a:lnTo>
                  <a:lnTo>
                    <a:pt x="266230" y="135051"/>
                  </a:lnTo>
                  <a:lnTo>
                    <a:pt x="268401" y="135051"/>
                  </a:lnTo>
                  <a:lnTo>
                    <a:pt x="271348" y="134734"/>
                  </a:lnTo>
                  <a:lnTo>
                    <a:pt x="275209" y="133870"/>
                  </a:lnTo>
                  <a:lnTo>
                    <a:pt x="276707" y="133464"/>
                  </a:lnTo>
                  <a:lnTo>
                    <a:pt x="277749" y="133108"/>
                  </a:lnTo>
                  <a:close/>
                </a:path>
                <a:path w="3820794" h="220980">
                  <a:moveTo>
                    <a:pt x="330403" y="67157"/>
                  </a:moveTo>
                  <a:lnTo>
                    <a:pt x="296189" y="67157"/>
                  </a:lnTo>
                  <a:lnTo>
                    <a:pt x="296189" y="133921"/>
                  </a:lnTo>
                  <a:lnTo>
                    <a:pt x="315785" y="133921"/>
                  </a:lnTo>
                  <a:lnTo>
                    <a:pt x="315785" y="81521"/>
                  </a:lnTo>
                  <a:lnTo>
                    <a:pt x="316598" y="78397"/>
                  </a:lnTo>
                  <a:lnTo>
                    <a:pt x="319836" y="72986"/>
                  </a:lnTo>
                  <a:lnTo>
                    <a:pt x="322059" y="70878"/>
                  </a:lnTo>
                  <a:lnTo>
                    <a:pt x="327571" y="67881"/>
                  </a:lnTo>
                  <a:lnTo>
                    <a:pt x="327406" y="67881"/>
                  </a:lnTo>
                  <a:lnTo>
                    <a:pt x="330403" y="67157"/>
                  </a:lnTo>
                  <a:close/>
                </a:path>
                <a:path w="3820794" h="220980">
                  <a:moveTo>
                    <a:pt x="343598" y="67157"/>
                  </a:moveTo>
                  <a:lnTo>
                    <a:pt x="337883" y="67157"/>
                  </a:lnTo>
                  <a:lnTo>
                    <a:pt x="339648" y="67411"/>
                  </a:lnTo>
                  <a:lnTo>
                    <a:pt x="341452" y="67627"/>
                  </a:lnTo>
                  <a:lnTo>
                    <a:pt x="342773" y="67881"/>
                  </a:lnTo>
                  <a:lnTo>
                    <a:pt x="343598" y="68160"/>
                  </a:lnTo>
                  <a:lnTo>
                    <a:pt x="343598" y="67157"/>
                  </a:lnTo>
                  <a:close/>
                </a:path>
                <a:path w="3820794" h="220980">
                  <a:moveTo>
                    <a:pt x="343598" y="50139"/>
                  </a:moveTo>
                  <a:lnTo>
                    <a:pt x="342696" y="49961"/>
                  </a:lnTo>
                  <a:lnTo>
                    <a:pt x="341566" y="49834"/>
                  </a:lnTo>
                  <a:lnTo>
                    <a:pt x="331050" y="49834"/>
                  </a:lnTo>
                  <a:lnTo>
                    <a:pt x="327558" y="50914"/>
                  </a:lnTo>
                  <a:lnTo>
                    <a:pt x="320167" y="56146"/>
                  </a:lnTo>
                  <a:lnTo>
                    <a:pt x="317563" y="59855"/>
                  </a:lnTo>
                  <a:lnTo>
                    <a:pt x="316052" y="64643"/>
                  </a:lnTo>
                  <a:lnTo>
                    <a:pt x="315188" y="64643"/>
                  </a:lnTo>
                  <a:lnTo>
                    <a:pt x="315188" y="50914"/>
                  </a:lnTo>
                  <a:lnTo>
                    <a:pt x="296189" y="50914"/>
                  </a:lnTo>
                  <a:lnTo>
                    <a:pt x="296189" y="67030"/>
                  </a:lnTo>
                  <a:lnTo>
                    <a:pt x="330936" y="67030"/>
                  </a:lnTo>
                  <a:lnTo>
                    <a:pt x="330403" y="67157"/>
                  </a:lnTo>
                  <a:lnTo>
                    <a:pt x="337883" y="67157"/>
                  </a:lnTo>
                  <a:lnTo>
                    <a:pt x="336169" y="67030"/>
                  </a:lnTo>
                  <a:lnTo>
                    <a:pt x="343598" y="67030"/>
                  </a:lnTo>
                  <a:lnTo>
                    <a:pt x="343598" y="64643"/>
                  </a:lnTo>
                  <a:lnTo>
                    <a:pt x="343598" y="50139"/>
                  </a:lnTo>
                  <a:close/>
                </a:path>
                <a:path w="3820794" h="220980">
                  <a:moveTo>
                    <a:pt x="379780" y="50800"/>
                  </a:moveTo>
                  <a:lnTo>
                    <a:pt x="360184" y="50800"/>
                  </a:lnTo>
                  <a:lnTo>
                    <a:pt x="360184" y="133921"/>
                  </a:lnTo>
                  <a:lnTo>
                    <a:pt x="379780" y="133921"/>
                  </a:lnTo>
                  <a:lnTo>
                    <a:pt x="379780" y="50800"/>
                  </a:lnTo>
                  <a:close/>
                </a:path>
                <a:path w="3820794" h="220980">
                  <a:moveTo>
                    <a:pt x="381406" y="25425"/>
                  </a:moveTo>
                  <a:lnTo>
                    <a:pt x="380288" y="22923"/>
                  </a:lnTo>
                  <a:lnTo>
                    <a:pt x="378053" y="20866"/>
                  </a:lnTo>
                  <a:lnTo>
                    <a:pt x="375843" y="18770"/>
                  </a:lnTo>
                  <a:lnTo>
                    <a:pt x="373176" y="17729"/>
                  </a:lnTo>
                  <a:lnTo>
                    <a:pt x="366941" y="17729"/>
                  </a:lnTo>
                  <a:lnTo>
                    <a:pt x="364261" y="18770"/>
                  </a:lnTo>
                  <a:lnTo>
                    <a:pt x="362026" y="20866"/>
                  </a:lnTo>
                  <a:lnTo>
                    <a:pt x="359791" y="22923"/>
                  </a:lnTo>
                  <a:lnTo>
                    <a:pt x="358673" y="25425"/>
                  </a:lnTo>
                  <a:lnTo>
                    <a:pt x="358673" y="31305"/>
                  </a:lnTo>
                  <a:lnTo>
                    <a:pt x="359791" y="33820"/>
                  </a:lnTo>
                  <a:lnTo>
                    <a:pt x="362026" y="35915"/>
                  </a:lnTo>
                  <a:lnTo>
                    <a:pt x="364261" y="37973"/>
                  </a:lnTo>
                  <a:lnTo>
                    <a:pt x="366941" y="39001"/>
                  </a:lnTo>
                  <a:lnTo>
                    <a:pt x="373176" y="39001"/>
                  </a:lnTo>
                  <a:lnTo>
                    <a:pt x="375843" y="37973"/>
                  </a:lnTo>
                  <a:lnTo>
                    <a:pt x="380288" y="33820"/>
                  </a:lnTo>
                  <a:lnTo>
                    <a:pt x="381406" y="31305"/>
                  </a:lnTo>
                  <a:lnTo>
                    <a:pt x="381406" y="25425"/>
                  </a:lnTo>
                  <a:close/>
                </a:path>
                <a:path w="3820794" h="220980">
                  <a:moveTo>
                    <a:pt x="475373" y="79590"/>
                  </a:moveTo>
                  <a:lnTo>
                    <a:pt x="475246" y="77965"/>
                  </a:lnTo>
                  <a:lnTo>
                    <a:pt x="475157" y="76784"/>
                  </a:lnTo>
                  <a:lnTo>
                    <a:pt x="475068" y="75577"/>
                  </a:lnTo>
                  <a:lnTo>
                    <a:pt x="474954" y="73952"/>
                  </a:lnTo>
                  <a:lnTo>
                    <a:pt x="474929" y="73596"/>
                  </a:lnTo>
                  <a:lnTo>
                    <a:pt x="473163" y="68364"/>
                  </a:lnTo>
                  <a:lnTo>
                    <a:pt x="471195" y="65519"/>
                  </a:lnTo>
                  <a:lnTo>
                    <a:pt x="466966" y="59385"/>
                  </a:lnTo>
                  <a:lnTo>
                    <a:pt x="462788" y="55905"/>
                  </a:lnTo>
                  <a:lnTo>
                    <a:pt x="452361" y="50952"/>
                  </a:lnTo>
                  <a:lnTo>
                    <a:pt x="446392" y="49707"/>
                  </a:lnTo>
                  <a:lnTo>
                    <a:pt x="431533" y="49707"/>
                  </a:lnTo>
                  <a:lnTo>
                    <a:pt x="424497" y="51536"/>
                  </a:lnTo>
                  <a:lnTo>
                    <a:pt x="412623" y="58788"/>
                  </a:lnTo>
                  <a:lnTo>
                    <a:pt x="408038" y="63842"/>
                  </a:lnTo>
                  <a:lnTo>
                    <a:pt x="404799" y="70332"/>
                  </a:lnTo>
                  <a:lnTo>
                    <a:pt x="401548" y="76784"/>
                  </a:lnTo>
                  <a:lnTo>
                    <a:pt x="399923" y="84239"/>
                  </a:lnTo>
                  <a:lnTo>
                    <a:pt x="399923" y="101092"/>
                  </a:lnTo>
                  <a:lnTo>
                    <a:pt x="424332" y="133718"/>
                  </a:lnTo>
                  <a:lnTo>
                    <a:pt x="431457" y="135547"/>
                  </a:lnTo>
                  <a:lnTo>
                    <a:pt x="446722" y="135547"/>
                  </a:lnTo>
                  <a:lnTo>
                    <a:pt x="452780" y="134277"/>
                  </a:lnTo>
                  <a:lnTo>
                    <a:pt x="463105" y="129197"/>
                  </a:lnTo>
                  <a:lnTo>
                    <a:pt x="467182" y="125653"/>
                  </a:lnTo>
                  <a:lnTo>
                    <a:pt x="471182" y="119583"/>
                  </a:lnTo>
                  <a:lnTo>
                    <a:pt x="473163" y="116598"/>
                  </a:lnTo>
                  <a:lnTo>
                    <a:pt x="474903" y="111391"/>
                  </a:lnTo>
                  <a:lnTo>
                    <a:pt x="475373" y="105511"/>
                  </a:lnTo>
                  <a:lnTo>
                    <a:pt x="456641" y="105511"/>
                  </a:lnTo>
                  <a:lnTo>
                    <a:pt x="456057" y="108521"/>
                  </a:lnTo>
                  <a:lnTo>
                    <a:pt x="455002" y="111048"/>
                  </a:lnTo>
                  <a:lnTo>
                    <a:pt x="451904" y="115227"/>
                  </a:lnTo>
                  <a:lnTo>
                    <a:pt x="449973" y="116840"/>
                  </a:lnTo>
                  <a:lnTo>
                    <a:pt x="445389" y="119037"/>
                  </a:lnTo>
                  <a:lnTo>
                    <a:pt x="442810" y="119583"/>
                  </a:lnTo>
                  <a:lnTo>
                    <a:pt x="435838" y="119583"/>
                  </a:lnTo>
                  <a:lnTo>
                    <a:pt x="419785" y="98018"/>
                  </a:lnTo>
                  <a:lnTo>
                    <a:pt x="419785" y="86766"/>
                  </a:lnTo>
                  <a:lnTo>
                    <a:pt x="435914" y="65519"/>
                  </a:lnTo>
                  <a:lnTo>
                    <a:pt x="444652" y="65519"/>
                  </a:lnTo>
                  <a:lnTo>
                    <a:pt x="448411" y="66865"/>
                  </a:lnTo>
                  <a:lnTo>
                    <a:pt x="451231" y="69570"/>
                  </a:lnTo>
                  <a:lnTo>
                    <a:pt x="454075" y="72237"/>
                  </a:lnTo>
                  <a:lnTo>
                    <a:pt x="455879" y="75577"/>
                  </a:lnTo>
                  <a:lnTo>
                    <a:pt x="456641" y="79590"/>
                  </a:lnTo>
                  <a:lnTo>
                    <a:pt x="475373" y="79590"/>
                  </a:lnTo>
                  <a:close/>
                </a:path>
                <a:path w="3820794" h="220980">
                  <a:moveTo>
                    <a:pt x="885672" y="167703"/>
                  </a:moveTo>
                  <a:lnTo>
                    <a:pt x="885609" y="151269"/>
                  </a:lnTo>
                  <a:lnTo>
                    <a:pt x="884910" y="148094"/>
                  </a:lnTo>
                  <a:lnTo>
                    <a:pt x="883475" y="145491"/>
                  </a:lnTo>
                  <a:lnTo>
                    <a:pt x="881913" y="142570"/>
                  </a:lnTo>
                  <a:lnTo>
                    <a:pt x="879932" y="140398"/>
                  </a:lnTo>
                  <a:lnTo>
                    <a:pt x="877468" y="138798"/>
                  </a:lnTo>
                  <a:lnTo>
                    <a:pt x="875017" y="137172"/>
                  </a:lnTo>
                  <a:lnTo>
                    <a:pt x="872286" y="136004"/>
                  </a:lnTo>
                  <a:lnTo>
                    <a:pt x="871016" y="135712"/>
                  </a:lnTo>
                  <a:lnTo>
                    <a:pt x="871016" y="167703"/>
                  </a:lnTo>
                  <a:lnTo>
                    <a:pt x="870889" y="177774"/>
                  </a:lnTo>
                  <a:lnTo>
                    <a:pt x="859523" y="187871"/>
                  </a:lnTo>
                  <a:lnTo>
                    <a:pt x="853516" y="187871"/>
                  </a:lnTo>
                  <a:lnTo>
                    <a:pt x="851369" y="187286"/>
                  </a:lnTo>
                  <a:lnTo>
                    <a:pt x="851141" y="187286"/>
                  </a:lnTo>
                  <a:lnTo>
                    <a:pt x="847051" y="184416"/>
                  </a:lnTo>
                  <a:lnTo>
                    <a:pt x="846061" y="182372"/>
                  </a:lnTo>
                  <a:lnTo>
                    <a:pt x="846061" y="177774"/>
                  </a:lnTo>
                  <a:lnTo>
                    <a:pt x="858520" y="170611"/>
                  </a:lnTo>
                  <a:lnTo>
                    <a:pt x="863663" y="169849"/>
                  </a:lnTo>
                  <a:lnTo>
                    <a:pt x="871016" y="167703"/>
                  </a:lnTo>
                  <a:lnTo>
                    <a:pt x="871016" y="135712"/>
                  </a:lnTo>
                  <a:lnTo>
                    <a:pt x="866343" y="134607"/>
                  </a:lnTo>
                  <a:lnTo>
                    <a:pt x="863346" y="134251"/>
                  </a:lnTo>
                  <a:lnTo>
                    <a:pt x="855992" y="134251"/>
                  </a:lnTo>
                  <a:lnTo>
                    <a:pt x="833894" y="151536"/>
                  </a:lnTo>
                  <a:lnTo>
                    <a:pt x="834453" y="151536"/>
                  </a:lnTo>
                  <a:lnTo>
                    <a:pt x="847636" y="153416"/>
                  </a:lnTo>
                  <a:lnTo>
                    <a:pt x="856830" y="145491"/>
                  </a:lnTo>
                  <a:lnTo>
                    <a:pt x="863841" y="145491"/>
                  </a:lnTo>
                  <a:lnTo>
                    <a:pt x="866444" y="146329"/>
                  </a:lnTo>
                  <a:lnTo>
                    <a:pt x="870077" y="149694"/>
                  </a:lnTo>
                  <a:lnTo>
                    <a:pt x="870978" y="152057"/>
                  </a:lnTo>
                  <a:lnTo>
                    <a:pt x="870978" y="156768"/>
                  </a:lnTo>
                  <a:lnTo>
                    <a:pt x="852525" y="161290"/>
                  </a:lnTo>
                  <a:lnTo>
                    <a:pt x="849591" y="161810"/>
                  </a:lnTo>
                  <a:lnTo>
                    <a:pt x="846747" y="162547"/>
                  </a:lnTo>
                  <a:lnTo>
                    <a:pt x="843927" y="163245"/>
                  </a:lnTo>
                  <a:lnTo>
                    <a:pt x="841400" y="164287"/>
                  </a:lnTo>
                  <a:lnTo>
                    <a:pt x="836917" y="167043"/>
                  </a:lnTo>
                  <a:lnTo>
                    <a:pt x="835139" y="168884"/>
                  </a:lnTo>
                  <a:lnTo>
                    <a:pt x="832535" y="173482"/>
                  </a:lnTo>
                  <a:lnTo>
                    <a:pt x="831913" y="176237"/>
                  </a:lnTo>
                  <a:lnTo>
                    <a:pt x="831989" y="184416"/>
                  </a:lnTo>
                  <a:lnTo>
                    <a:pt x="848804" y="198666"/>
                  </a:lnTo>
                  <a:lnTo>
                    <a:pt x="856005" y="198666"/>
                  </a:lnTo>
                  <a:lnTo>
                    <a:pt x="871067" y="188849"/>
                  </a:lnTo>
                  <a:lnTo>
                    <a:pt x="871550" y="188849"/>
                  </a:lnTo>
                  <a:lnTo>
                    <a:pt x="871550" y="197408"/>
                  </a:lnTo>
                  <a:lnTo>
                    <a:pt x="885672" y="197408"/>
                  </a:lnTo>
                  <a:lnTo>
                    <a:pt x="885672" y="188849"/>
                  </a:lnTo>
                  <a:lnTo>
                    <a:pt x="885672" y="187871"/>
                  </a:lnTo>
                  <a:lnTo>
                    <a:pt x="885672" y="167703"/>
                  </a:lnTo>
                  <a:close/>
                </a:path>
                <a:path w="3820794" h="220980">
                  <a:moveTo>
                    <a:pt x="888720" y="12687"/>
                  </a:moveTo>
                  <a:lnTo>
                    <a:pt x="835469" y="12687"/>
                  </a:lnTo>
                  <a:lnTo>
                    <a:pt x="835469" y="95808"/>
                  </a:lnTo>
                  <a:lnTo>
                    <a:pt x="850519" y="95808"/>
                  </a:lnTo>
                  <a:lnTo>
                    <a:pt x="850519" y="60490"/>
                  </a:lnTo>
                  <a:lnTo>
                    <a:pt x="885063" y="60490"/>
                  </a:lnTo>
                  <a:lnTo>
                    <a:pt x="885063" y="47866"/>
                  </a:lnTo>
                  <a:lnTo>
                    <a:pt x="850519" y="47866"/>
                  </a:lnTo>
                  <a:lnTo>
                    <a:pt x="850519" y="25311"/>
                  </a:lnTo>
                  <a:lnTo>
                    <a:pt x="888720" y="25311"/>
                  </a:lnTo>
                  <a:lnTo>
                    <a:pt x="888720" y="12687"/>
                  </a:lnTo>
                  <a:close/>
                </a:path>
                <a:path w="3820794" h="220980">
                  <a:moveTo>
                    <a:pt x="935393" y="196799"/>
                  </a:moveTo>
                  <a:lnTo>
                    <a:pt x="933018" y="185813"/>
                  </a:lnTo>
                  <a:lnTo>
                    <a:pt x="932903" y="185331"/>
                  </a:lnTo>
                  <a:lnTo>
                    <a:pt x="930935" y="185813"/>
                  </a:lnTo>
                  <a:lnTo>
                    <a:pt x="926617" y="185813"/>
                  </a:lnTo>
                  <a:lnTo>
                    <a:pt x="921956" y="180632"/>
                  </a:lnTo>
                  <a:lnTo>
                    <a:pt x="921956" y="146431"/>
                  </a:lnTo>
                  <a:lnTo>
                    <a:pt x="934262" y="146431"/>
                  </a:lnTo>
                  <a:lnTo>
                    <a:pt x="934262" y="135064"/>
                  </a:lnTo>
                  <a:lnTo>
                    <a:pt x="921956" y="135064"/>
                  </a:lnTo>
                  <a:lnTo>
                    <a:pt x="921956" y="120129"/>
                  </a:lnTo>
                  <a:lnTo>
                    <a:pt x="907262" y="120129"/>
                  </a:lnTo>
                  <a:lnTo>
                    <a:pt x="907249" y="135064"/>
                  </a:lnTo>
                  <a:lnTo>
                    <a:pt x="898423" y="135064"/>
                  </a:lnTo>
                  <a:lnTo>
                    <a:pt x="898423" y="146431"/>
                  </a:lnTo>
                  <a:lnTo>
                    <a:pt x="907249" y="146431"/>
                  </a:lnTo>
                  <a:lnTo>
                    <a:pt x="907237" y="184988"/>
                  </a:lnTo>
                  <a:lnTo>
                    <a:pt x="908075" y="188239"/>
                  </a:lnTo>
                  <a:lnTo>
                    <a:pt x="923074" y="198374"/>
                  </a:lnTo>
                  <a:lnTo>
                    <a:pt x="927315" y="198374"/>
                  </a:lnTo>
                  <a:lnTo>
                    <a:pt x="930592" y="198018"/>
                  </a:lnTo>
                  <a:lnTo>
                    <a:pt x="933488" y="197370"/>
                  </a:lnTo>
                  <a:lnTo>
                    <a:pt x="934605" y="197065"/>
                  </a:lnTo>
                  <a:lnTo>
                    <a:pt x="935393" y="196799"/>
                  </a:lnTo>
                  <a:close/>
                </a:path>
                <a:path w="3820794" h="220980">
                  <a:moveTo>
                    <a:pt x="954773" y="66103"/>
                  </a:moveTo>
                  <a:lnTo>
                    <a:pt x="954709" y="49669"/>
                  </a:lnTo>
                  <a:lnTo>
                    <a:pt x="954011" y="46494"/>
                  </a:lnTo>
                  <a:lnTo>
                    <a:pt x="952588" y="43891"/>
                  </a:lnTo>
                  <a:lnTo>
                    <a:pt x="951001" y="40970"/>
                  </a:lnTo>
                  <a:lnTo>
                    <a:pt x="949032" y="38798"/>
                  </a:lnTo>
                  <a:lnTo>
                    <a:pt x="944105" y="35572"/>
                  </a:lnTo>
                  <a:lnTo>
                    <a:pt x="941387" y="34404"/>
                  </a:lnTo>
                  <a:lnTo>
                    <a:pt x="940117" y="34112"/>
                  </a:lnTo>
                  <a:lnTo>
                    <a:pt x="940117" y="66103"/>
                  </a:lnTo>
                  <a:lnTo>
                    <a:pt x="939990" y="76174"/>
                  </a:lnTo>
                  <a:lnTo>
                    <a:pt x="928611" y="86271"/>
                  </a:lnTo>
                  <a:lnTo>
                    <a:pt x="922604" y="86271"/>
                  </a:lnTo>
                  <a:lnTo>
                    <a:pt x="920457" y="85686"/>
                  </a:lnTo>
                  <a:lnTo>
                    <a:pt x="920229" y="85686"/>
                  </a:lnTo>
                  <a:lnTo>
                    <a:pt x="916139" y="82816"/>
                  </a:lnTo>
                  <a:lnTo>
                    <a:pt x="915149" y="80772"/>
                  </a:lnTo>
                  <a:lnTo>
                    <a:pt x="915149" y="76174"/>
                  </a:lnTo>
                  <a:lnTo>
                    <a:pt x="927608" y="69011"/>
                  </a:lnTo>
                  <a:lnTo>
                    <a:pt x="932751" y="68249"/>
                  </a:lnTo>
                  <a:lnTo>
                    <a:pt x="940117" y="66103"/>
                  </a:lnTo>
                  <a:lnTo>
                    <a:pt x="940117" y="34112"/>
                  </a:lnTo>
                  <a:lnTo>
                    <a:pt x="935431" y="33007"/>
                  </a:lnTo>
                  <a:lnTo>
                    <a:pt x="932446" y="32651"/>
                  </a:lnTo>
                  <a:lnTo>
                    <a:pt x="925080" y="32651"/>
                  </a:lnTo>
                  <a:lnTo>
                    <a:pt x="902995" y="49936"/>
                  </a:lnTo>
                  <a:lnTo>
                    <a:pt x="903554" y="49936"/>
                  </a:lnTo>
                  <a:lnTo>
                    <a:pt x="916736" y="51816"/>
                  </a:lnTo>
                  <a:lnTo>
                    <a:pt x="925918" y="43891"/>
                  </a:lnTo>
                  <a:lnTo>
                    <a:pt x="932929" y="43891"/>
                  </a:lnTo>
                  <a:lnTo>
                    <a:pt x="935545" y="44729"/>
                  </a:lnTo>
                  <a:lnTo>
                    <a:pt x="939165" y="48094"/>
                  </a:lnTo>
                  <a:lnTo>
                    <a:pt x="940079" y="50457"/>
                  </a:lnTo>
                  <a:lnTo>
                    <a:pt x="940079" y="55168"/>
                  </a:lnTo>
                  <a:lnTo>
                    <a:pt x="921613" y="59690"/>
                  </a:lnTo>
                  <a:lnTo>
                    <a:pt x="918679" y="60210"/>
                  </a:lnTo>
                  <a:lnTo>
                    <a:pt x="915847" y="60947"/>
                  </a:lnTo>
                  <a:lnTo>
                    <a:pt x="913028" y="61645"/>
                  </a:lnTo>
                  <a:lnTo>
                    <a:pt x="910501" y="62687"/>
                  </a:lnTo>
                  <a:lnTo>
                    <a:pt x="906005" y="65443"/>
                  </a:lnTo>
                  <a:lnTo>
                    <a:pt x="904227" y="67284"/>
                  </a:lnTo>
                  <a:lnTo>
                    <a:pt x="901636" y="71882"/>
                  </a:lnTo>
                  <a:lnTo>
                    <a:pt x="901014" y="74637"/>
                  </a:lnTo>
                  <a:lnTo>
                    <a:pt x="901090" y="82816"/>
                  </a:lnTo>
                  <a:lnTo>
                    <a:pt x="917892" y="97066"/>
                  </a:lnTo>
                  <a:lnTo>
                    <a:pt x="925093" y="97066"/>
                  </a:lnTo>
                  <a:lnTo>
                    <a:pt x="940155" y="87249"/>
                  </a:lnTo>
                  <a:lnTo>
                    <a:pt x="940638" y="87249"/>
                  </a:lnTo>
                  <a:lnTo>
                    <a:pt x="940638" y="95808"/>
                  </a:lnTo>
                  <a:lnTo>
                    <a:pt x="954773" y="95808"/>
                  </a:lnTo>
                  <a:lnTo>
                    <a:pt x="954773" y="87249"/>
                  </a:lnTo>
                  <a:lnTo>
                    <a:pt x="954773" y="86271"/>
                  </a:lnTo>
                  <a:lnTo>
                    <a:pt x="954773" y="66103"/>
                  </a:lnTo>
                  <a:close/>
                </a:path>
                <a:path w="3820794" h="220980">
                  <a:moveTo>
                    <a:pt x="981494" y="196799"/>
                  </a:moveTo>
                  <a:lnTo>
                    <a:pt x="979119" y="185813"/>
                  </a:lnTo>
                  <a:lnTo>
                    <a:pt x="979004" y="185331"/>
                  </a:lnTo>
                  <a:lnTo>
                    <a:pt x="977036" y="185813"/>
                  </a:lnTo>
                  <a:lnTo>
                    <a:pt x="972718" y="185813"/>
                  </a:lnTo>
                  <a:lnTo>
                    <a:pt x="968057" y="180632"/>
                  </a:lnTo>
                  <a:lnTo>
                    <a:pt x="968057" y="146431"/>
                  </a:lnTo>
                  <a:lnTo>
                    <a:pt x="980363" y="146431"/>
                  </a:lnTo>
                  <a:lnTo>
                    <a:pt x="980363" y="135064"/>
                  </a:lnTo>
                  <a:lnTo>
                    <a:pt x="968057" y="135064"/>
                  </a:lnTo>
                  <a:lnTo>
                    <a:pt x="968057" y="120129"/>
                  </a:lnTo>
                  <a:lnTo>
                    <a:pt x="953363" y="120129"/>
                  </a:lnTo>
                  <a:lnTo>
                    <a:pt x="953350" y="135064"/>
                  </a:lnTo>
                  <a:lnTo>
                    <a:pt x="944524" y="135064"/>
                  </a:lnTo>
                  <a:lnTo>
                    <a:pt x="944524" y="146431"/>
                  </a:lnTo>
                  <a:lnTo>
                    <a:pt x="953350" y="146431"/>
                  </a:lnTo>
                  <a:lnTo>
                    <a:pt x="953338" y="184988"/>
                  </a:lnTo>
                  <a:lnTo>
                    <a:pt x="954176" y="188239"/>
                  </a:lnTo>
                  <a:lnTo>
                    <a:pt x="969175" y="198374"/>
                  </a:lnTo>
                  <a:lnTo>
                    <a:pt x="973391" y="198374"/>
                  </a:lnTo>
                  <a:lnTo>
                    <a:pt x="976693" y="198018"/>
                  </a:lnTo>
                  <a:lnTo>
                    <a:pt x="979589" y="197370"/>
                  </a:lnTo>
                  <a:lnTo>
                    <a:pt x="980706" y="197065"/>
                  </a:lnTo>
                  <a:lnTo>
                    <a:pt x="981494" y="196799"/>
                  </a:lnTo>
                  <a:close/>
                </a:path>
                <a:path w="3820794" h="220980">
                  <a:moveTo>
                    <a:pt x="1028928" y="95808"/>
                  </a:moveTo>
                  <a:lnTo>
                    <a:pt x="1003325" y="60375"/>
                  </a:lnTo>
                  <a:lnTo>
                    <a:pt x="1006284" y="57086"/>
                  </a:lnTo>
                  <a:lnTo>
                    <a:pt x="1027506" y="33464"/>
                  </a:lnTo>
                  <a:lnTo>
                    <a:pt x="1010335" y="33464"/>
                  </a:lnTo>
                  <a:lnTo>
                    <a:pt x="987933" y="58508"/>
                  </a:lnTo>
                  <a:lnTo>
                    <a:pt x="986917" y="58508"/>
                  </a:lnTo>
                  <a:lnTo>
                    <a:pt x="986917" y="12687"/>
                  </a:lnTo>
                  <a:lnTo>
                    <a:pt x="972223" y="12687"/>
                  </a:lnTo>
                  <a:lnTo>
                    <a:pt x="972223" y="95808"/>
                  </a:lnTo>
                  <a:lnTo>
                    <a:pt x="986917" y="95808"/>
                  </a:lnTo>
                  <a:lnTo>
                    <a:pt x="986917" y="76250"/>
                  </a:lnTo>
                  <a:lnTo>
                    <a:pt x="986917" y="74853"/>
                  </a:lnTo>
                  <a:lnTo>
                    <a:pt x="992251" y="69126"/>
                  </a:lnTo>
                  <a:lnTo>
                    <a:pt x="1011351" y="95808"/>
                  </a:lnTo>
                  <a:lnTo>
                    <a:pt x="1028928" y="95808"/>
                  </a:lnTo>
                  <a:close/>
                </a:path>
                <a:path w="3820794" h="220980">
                  <a:moveTo>
                    <a:pt x="1049985" y="160350"/>
                  </a:moveTo>
                  <a:lnTo>
                    <a:pt x="1049274" y="155905"/>
                  </a:lnTo>
                  <a:lnTo>
                    <a:pt x="1049223" y="155575"/>
                  </a:lnTo>
                  <a:lnTo>
                    <a:pt x="1046187" y="147650"/>
                  </a:lnTo>
                  <a:lnTo>
                    <a:pt x="1044943" y="145694"/>
                  </a:lnTo>
                  <a:lnTo>
                    <a:pt x="1044105" y="144373"/>
                  </a:lnTo>
                  <a:lnTo>
                    <a:pt x="1038834" y="139230"/>
                  </a:lnTo>
                  <a:lnTo>
                    <a:pt x="1035900" y="137401"/>
                  </a:lnTo>
                  <a:lnTo>
                    <a:pt x="1035900" y="160350"/>
                  </a:lnTo>
                  <a:lnTo>
                    <a:pt x="1006563" y="160350"/>
                  </a:lnTo>
                  <a:lnTo>
                    <a:pt x="1018679" y="145694"/>
                  </a:lnTo>
                  <a:lnTo>
                    <a:pt x="1024509" y="145694"/>
                  </a:lnTo>
                  <a:lnTo>
                    <a:pt x="1027341" y="146431"/>
                  </a:lnTo>
                  <a:lnTo>
                    <a:pt x="1027125" y="146431"/>
                  </a:lnTo>
                  <a:lnTo>
                    <a:pt x="1031214" y="148882"/>
                  </a:lnTo>
                  <a:lnTo>
                    <a:pt x="1032878" y="150622"/>
                  </a:lnTo>
                  <a:lnTo>
                    <a:pt x="1035253" y="155028"/>
                  </a:lnTo>
                  <a:lnTo>
                    <a:pt x="1035862" y="157530"/>
                  </a:lnTo>
                  <a:lnTo>
                    <a:pt x="1035900" y="160350"/>
                  </a:lnTo>
                  <a:lnTo>
                    <a:pt x="1035900" y="137401"/>
                  </a:lnTo>
                  <a:lnTo>
                    <a:pt x="1028954" y="134874"/>
                  </a:lnTo>
                  <a:lnTo>
                    <a:pt x="1025334" y="134251"/>
                  </a:lnTo>
                  <a:lnTo>
                    <a:pt x="1015530" y="134251"/>
                  </a:lnTo>
                  <a:lnTo>
                    <a:pt x="991971" y="160350"/>
                  </a:lnTo>
                  <a:lnTo>
                    <a:pt x="992047" y="173520"/>
                  </a:lnTo>
                  <a:lnTo>
                    <a:pt x="1016012" y="198628"/>
                  </a:lnTo>
                  <a:lnTo>
                    <a:pt x="1027099" y="198628"/>
                  </a:lnTo>
                  <a:lnTo>
                    <a:pt x="1047000" y="187185"/>
                  </a:lnTo>
                  <a:lnTo>
                    <a:pt x="1048499" y="184315"/>
                  </a:lnTo>
                  <a:lnTo>
                    <a:pt x="1049312" y="180898"/>
                  </a:lnTo>
                  <a:lnTo>
                    <a:pt x="1049375" y="180682"/>
                  </a:lnTo>
                  <a:lnTo>
                    <a:pt x="1035646" y="179146"/>
                  </a:lnTo>
                  <a:lnTo>
                    <a:pt x="1035075" y="180682"/>
                  </a:lnTo>
                  <a:lnTo>
                    <a:pt x="1034999" y="180898"/>
                  </a:lnTo>
                  <a:lnTo>
                    <a:pt x="1034046" y="182372"/>
                  </a:lnTo>
                  <a:lnTo>
                    <a:pt x="1024597" y="187185"/>
                  </a:lnTo>
                  <a:lnTo>
                    <a:pt x="1019263" y="187185"/>
                  </a:lnTo>
                  <a:lnTo>
                    <a:pt x="1006551" y="173520"/>
                  </a:lnTo>
                  <a:lnTo>
                    <a:pt x="1006551" y="170256"/>
                  </a:lnTo>
                  <a:lnTo>
                    <a:pt x="1049985" y="170256"/>
                  </a:lnTo>
                  <a:lnTo>
                    <a:pt x="1049985" y="160350"/>
                  </a:lnTo>
                  <a:close/>
                </a:path>
                <a:path w="3820794" h="220980">
                  <a:moveTo>
                    <a:pt x="1092733" y="58750"/>
                  </a:moveTo>
                  <a:lnTo>
                    <a:pt x="1092022" y="54305"/>
                  </a:lnTo>
                  <a:lnTo>
                    <a:pt x="1091971" y="53975"/>
                  </a:lnTo>
                  <a:lnTo>
                    <a:pt x="1088936" y="46050"/>
                  </a:lnTo>
                  <a:lnTo>
                    <a:pt x="1087691" y="44094"/>
                  </a:lnTo>
                  <a:lnTo>
                    <a:pt x="1086853" y="42773"/>
                  </a:lnTo>
                  <a:lnTo>
                    <a:pt x="1081582" y="37630"/>
                  </a:lnTo>
                  <a:lnTo>
                    <a:pt x="1078649" y="35801"/>
                  </a:lnTo>
                  <a:lnTo>
                    <a:pt x="1078649" y="58750"/>
                  </a:lnTo>
                  <a:lnTo>
                    <a:pt x="1049312" y="58750"/>
                  </a:lnTo>
                  <a:lnTo>
                    <a:pt x="1061440" y="44094"/>
                  </a:lnTo>
                  <a:lnTo>
                    <a:pt x="1067257" y="44094"/>
                  </a:lnTo>
                  <a:lnTo>
                    <a:pt x="1070114" y="44831"/>
                  </a:lnTo>
                  <a:lnTo>
                    <a:pt x="1069886" y="44831"/>
                  </a:lnTo>
                  <a:lnTo>
                    <a:pt x="1073962" y="47282"/>
                  </a:lnTo>
                  <a:lnTo>
                    <a:pt x="1075626" y="49022"/>
                  </a:lnTo>
                  <a:lnTo>
                    <a:pt x="1078014" y="53428"/>
                  </a:lnTo>
                  <a:lnTo>
                    <a:pt x="1078623" y="55930"/>
                  </a:lnTo>
                  <a:lnTo>
                    <a:pt x="1078649" y="58750"/>
                  </a:lnTo>
                  <a:lnTo>
                    <a:pt x="1078649" y="35801"/>
                  </a:lnTo>
                  <a:lnTo>
                    <a:pt x="1071702" y="33274"/>
                  </a:lnTo>
                  <a:lnTo>
                    <a:pt x="1068082" y="32651"/>
                  </a:lnTo>
                  <a:lnTo>
                    <a:pt x="1058278" y="32651"/>
                  </a:lnTo>
                  <a:lnTo>
                    <a:pt x="1034732" y="58750"/>
                  </a:lnTo>
                  <a:lnTo>
                    <a:pt x="1034808" y="71920"/>
                  </a:lnTo>
                  <a:lnTo>
                    <a:pt x="1058760" y="97028"/>
                  </a:lnTo>
                  <a:lnTo>
                    <a:pt x="1069848" y="97028"/>
                  </a:lnTo>
                  <a:lnTo>
                    <a:pt x="1089761" y="85585"/>
                  </a:lnTo>
                  <a:lnTo>
                    <a:pt x="1091260" y="82715"/>
                  </a:lnTo>
                  <a:lnTo>
                    <a:pt x="1092060" y="79298"/>
                  </a:lnTo>
                  <a:lnTo>
                    <a:pt x="1092123" y="79082"/>
                  </a:lnTo>
                  <a:lnTo>
                    <a:pt x="1078407" y="77546"/>
                  </a:lnTo>
                  <a:lnTo>
                    <a:pt x="1077823" y="79082"/>
                  </a:lnTo>
                  <a:lnTo>
                    <a:pt x="1077747" y="79298"/>
                  </a:lnTo>
                  <a:lnTo>
                    <a:pt x="1076794" y="80772"/>
                  </a:lnTo>
                  <a:lnTo>
                    <a:pt x="1074254" y="83159"/>
                  </a:lnTo>
                  <a:lnTo>
                    <a:pt x="1072743" y="84061"/>
                  </a:lnTo>
                  <a:lnTo>
                    <a:pt x="1069289" y="85280"/>
                  </a:lnTo>
                  <a:lnTo>
                    <a:pt x="1067346" y="85585"/>
                  </a:lnTo>
                  <a:lnTo>
                    <a:pt x="1062012" y="85585"/>
                  </a:lnTo>
                  <a:lnTo>
                    <a:pt x="1049299" y="71920"/>
                  </a:lnTo>
                  <a:lnTo>
                    <a:pt x="1049299" y="68656"/>
                  </a:lnTo>
                  <a:lnTo>
                    <a:pt x="1092733" y="68656"/>
                  </a:lnTo>
                  <a:lnTo>
                    <a:pt x="1092733" y="58750"/>
                  </a:lnTo>
                  <a:close/>
                </a:path>
                <a:path w="3820794" h="220980">
                  <a:moveTo>
                    <a:pt x="1152766" y="197408"/>
                  </a:moveTo>
                  <a:lnTo>
                    <a:pt x="1152639" y="148259"/>
                  </a:lnTo>
                  <a:lnTo>
                    <a:pt x="1152080" y="146634"/>
                  </a:lnTo>
                  <a:lnTo>
                    <a:pt x="1151750" y="145656"/>
                  </a:lnTo>
                  <a:lnTo>
                    <a:pt x="1150950" y="143319"/>
                  </a:lnTo>
                  <a:lnTo>
                    <a:pt x="1143698" y="136067"/>
                  </a:lnTo>
                  <a:lnTo>
                    <a:pt x="1139012" y="134251"/>
                  </a:lnTo>
                  <a:lnTo>
                    <a:pt x="1128763" y="134251"/>
                  </a:lnTo>
                  <a:lnTo>
                    <a:pt x="1124851" y="135293"/>
                  </a:lnTo>
                  <a:lnTo>
                    <a:pt x="1118273" y="139433"/>
                  </a:lnTo>
                  <a:lnTo>
                    <a:pt x="1115949" y="142189"/>
                  </a:lnTo>
                  <a:lnTo>
                    <a:pt x="1114564" y="145656"/>
                  </a:lnTo>
                  <a:lnTo>
                    <a:pt x="1113917" y="145656"/>
                  </a:lnTo>
                  <a:lnTo>
                    <a:pt x="1112735" y="142189"/>
                  </a:lnTo>
                  <a:lnTo>
                    <a:pt x="1110703" y="139433"/>
                  </a:lnTo>
                  <a:lnTo>
                    <a:pt x="1104861" y="135293"/>
                  </a:lnTo>
                  <a:lnTo>
                    <a:pt x="1101293" y="134251"/>
                  </a:lnTo>
                  <a:lnTo>
                    <a:pt x="1092911" y="134251"/>
                  </a:lnTo>
                  <a:lnTo>
                    <a:pt x="1089279" y="135293"/>
                  </a:lnTo>
                  <a:lnTo>
                    <a:pt x="1083195" y="139433"/>
                  </a:lnTo>
                  <a:lnTo>
                    <a:pt x="1081125" y="142189"/>
                  </a:lnTo>
                  <a:lnTo>
                    <a:pt x="1079868" y="145656"/>
                  </a:lnTo>
                  <a:lnTo>
                    <a:pt x="1079131" y="145656"/>
                  </a:lnTo>
                  <a:lnTo>
                    <a:pt x="1079131" y="135064"/>
                  </a:lnTo>
                  <a:lnTo>
                    <a:pt x="1065085" y="135064"/>
                  </a:lnTo>
                  <a:lnTo>
                    <a:pt x="1065085" y="197408"/>
                  </a:lnTo>
                  <a:lnTo>
                    <a:pt x="1079779" y="197408"/>
                  </a:lnTo>
                  <a:lnTo>
                    <a:pt x="1079779" y="156921"/>
                  </a:lnTo>
                  <a:lnTo>
                    <a:pt x="1080223" y="155003"/>
                  </a:lnTo>
                  <a:lnTo>
                    <a:pt x="1080300" y="154686"/>
                  </a:lnTo>
                  <a:lnTo>
                    <a:pt x="1082357" y="150812"/>
                  </a:lnTo>
                  <a:lnTo>
                    <a:pt x="1083729" y="149313"/>
                  </a:lnTo>
                  <a:lnTo>
                    <a:pt x="1085469" y="148259"/>
                  </a:lnTo>
                  <a:lnTo>
                    <a:pt x="1087196" y="147167"/>
                  </a:lnTo>
                  <a:lnTo>
                    <a:pt x="1089113" y="146634"/>
                  </a:lnTo>
                  <a:lnTo>
                    <a:pt x="1094346" y="146634"/>
                  </a:lnTo>
                  <a:lnTo>
                    <a:pt x="1096860" y="147586"/>
                  </a:lnTo>
                  <a:lnTo>
                    <a:pt x="1098778" y="149517"/>
                  </a:lnTo>
                  <a:lnTo>
                    <a:pt x="1100721" y="151434"/>
                  </a:lnTo>
                  <a:lnTo>
                    <a:pt x="1101699" y="154000"/>
                  </a:lnTo>
                  <a:lnTo>
                    <a:pt x="1101699" y="197408"/>
                  </a:lnTo>
                  <a:lnTo>
                    <a:pt x="1116114" y="197408"/>
                  </a:lnTo>
                  <a:lnTo>
                    <a:pt x="1116215" y="154686"/>
                  </a:lnTo>
                  <a:lnTo>
                    <a:pt x="1117092" y="152146"/>
                  </a:lnTo>
                  <a:lnTo>
                    <a:pt x="1121079" y="147739"/>
                  </a:lnTo>
                  <a:lnTo>
                    <a:pt x="1123848" y="146634"/>
                  </a:lnTo>
                  <a:lnTo>
                    <a:pt x="1130376" y="146634"/>
                  </a:lnTo>
                  <a:lnTo>
                    <a:pt x="1131862" y="147167"/>
                  </a:lnTo>
                  <a:lnTo>
                    <a:pt x="1132941" y="147586"/>
                  </a:lnTo>
                  <a:lnTo>
                    <a:pt x="1137005" y="151142"/>
                  </a:lnTo>
                  <a:lnTo>
                    <a:pt x="1138034" y="154000"/>
                  </a:lnTo>
                  <a:lnTo>
                    <a:pt x="1138034" y="197408"/>
                  </a:lnTo>
                  <a:lnTo>
                    <a:pt x="1152766" y="197408"/>
                  </a:lnTo>
                  <a:close/>
                </a:path>
                <a:path w="3820794" h="220980">
                  <a:moveTo>
                    <a:pt x="1229080" y="173799"/>
                  </a:moveTo>
                  <a:lnTo>
                    <a:pt x="1229067" y="158699"/>
                  </a:lnTo>
                  <a:lnTo>
                    <a:pt x="1228051" y="153543"/>
                  </a:lnTo>
                  <a:lnTo>
                    <a:pt x="1224572" y="146304"/>
                  </a:lnTo>
                  <a:lnTo>
                    <a:pt x="1224127" y="145376"/>
                  </a:lnTo>
                  <a:lnTo>
                    <a:pt x="1223479" y="143992"/>
                  </a:lnTo>
                  <a:lnTo>
                    <a:pt x="1220393" y="140385"/>
                  </a:lnTo>
                  <a:lnTo>
                    <a:pt x="1216494" y="137947"/>
                  </a:lnTo>
                  <a:lnTo>
                    <a:pt x="1214196" y="136486"/>
                  </a:lnTo>
                  <a:lnTo>
                    <a:pt x="1214196" y="170268"/>
                  </a:lnTo>
                  <a:lnTo>
                    <a:pt x="1213726" y="173164"/>
                  </a:lnTo>
                  <a:lnTo>
                    <a:pt x="1213662" y="173609"/>
                  </a:lnTo>
                  <a:lnTo>
                    <a:pt x="1202651" y="186448"/>
                  </a:lnTo>
                  <a:lnTo>
                    <a:pt x="1196301" y="186448"/>
                  </a:lnTo>
                  <a:lnTo>
                    <a:pt x="1184757" y="170268"/>
                  </a:lnTo>
                  <a:lnTo>
                    <a:pt x="1184757" y="162204"/>
                  </a:lnTo>
                  <a:lnTo>
                    <a:pt x="1196276" y="146304"/>
                  </a:lnTo>
                  <a:lnTo>
                    <a:pt x="1202690" y="146304"/>
                  </a:lnTo>
                  <a:lnTo>
                    <a:pt x="1205420" y="147154"/>
                  </a:lnTo>
                  <a:lnTo>
                    <a:pt x="1209802" y="150571"/>
                  </a:lnTo>
                  <a:lnTo>
                    <a:pt x="1211326" y="152742"/>
                  </a:lnTo>
                  <a:lnTo>
                    <a:pt x="1211453" y="152920"/>
                  </a:lnTo>
                  <a:lnTo>
                    <a:pt x="1213586" y="158699"/>
                  </a:lnTo>
                  <a:lnTo>
                    <a:pt x="1213675" y="158927"/>
                  </a:lnTo>
                  <a:lnTo>
                    <a:pt x="1214183" y="162204"/>
                  </a:lnTo>
                  <a:lnTo>
                    <a:pt x="1214196" y="170268"/>
                  </a:lnTo>
                  <a:lnTo>
                    <a:pt x="1214196" y="136486"/>
                  </a:lnTo>
                  <a:lnTo>
                    <a:pt x="1212634" y="135483"/>
                  </a:lnTo>
                  <a:lnTo>
                    <a:pt x="1208290" y="134251"/>
                  </a:lnTo>
                  <a:lnTo>
                    <a:pt x="1199819" y="134251"/>
                  </a:lnTo>
                  <a:lnTo>
                    <a:pt x="1196809" y="134874"/>
                  </a:lnTo>
                  <a:lnTo>
                    <a:pt x="1194460" y="136118"/>
                  </a:lnTo>
                  <a:lnTo>
                    <a:pt x="1192098" y="137337"/>
                  </a:lnTo>
                  <a:lnTo>
                    <a:pt x="1190231" y="138811"/>
                  </a:lnTo>
                  <a:lnTo>
                    <a:pt x="1187475" y="142252"/>
                  </a:lnTo>
                  <a:lnTo>
                    <a:pt x="1186408" y="143852"/>
                  </a:lnTo>
                  <a:lnTo>
                    <a:pt x="1185646" y="145376"/>
                  </a:lnTo>
                  <a:lnTo>
                    <a:pt x="1184795" y="145376"/>
                  </a:lnTo>
                  <a:lnTo>
                    <a:pt x="1184795" y="135064"/>
                  </a:lnTo>
                  <a:lnTo>
                    <a:pt x="1170343" y="135064"/>
                  </a:lnTo>
                  <a:lnTo>
                    <a:pt x="1170343" y="220789"/>
                  </a:lnTo>
                  <a:lnTo>
                    <a:pt x="1185037" y="220789"/>
                  </a:lnTo>
                  <a:lnTo>
                    <a:pt x="1185037" y="187591"/>
                  </a:lnTo>
                  <a:lnTo>
                    <a:pt x="1185646" y="187591"/>
                  </a:lnTo>
                  <a:lnTo>
                    <a:pt x="1199934" y="198501"/>
                  </a:lnTo>
                  <a:lnTo>
                    <a:pt x="1208405" y="198501"/>
                  </a:lnTo>
                  <a:lnTo>
                    <a:pt x="1212786" y="197243"/>
                  </a:lnTo>
                  <a:lnTo>
                    <a:pt x="1220533" y="192214"/>
                  </a:lnTo>
                  <a:lnTo>
                    <a:pt x="1223581" y="188556"/>
                  </a:lnTo>
                  <a:lnTo>
                    <a:pt x="1224026" y="187591"/>
                  </a:lnTo>
                  <a:lnTo>
                    <a:pt x="1224559" y="186448"/>
                  </a:lnTo>
                  <a:lnTo>
                    <a:pt x="1228077" y="178981"/>
                  </a:lnTo>
                  <a:lnTo>
                    <a:pt x="1229080" y="173799"/>
                  </a:lnTo>
                  <a:close/>
                </a:path>
                <a:path w="3820794" h="220980">
                  <a:moveTo>
                    <a:pt x="1276731" y="196799"/>
                  </a:moveTo>
                  <a:lnTo>
                    <a:pt x="1274356" y="185813"/>
                  </a:lnTo>
                  <a:lnTo>
                    <a:pt x="1274241" y="185331"/>
                  </a:lnTo>
                  <a:lnTo>
                    <a:pt x="1272273" y="185813"/>
                  </a:lnTo>
                  <a:lnTo>
                    <a:pt x="1267955" y="185813"/>
                  </a:lnTo>
                  <a:lnTo>
                    <a:pt x="1263294" y="180632"/>
                  </a:lnTo>
                  <a:lnTo>
                    <a:pt x="1263294" y="146431"/>
                  </a:lnTo>
                  <a:lnTo>
                    <a:pt x="1275600" y="146431"/>
                  </a:lnTo>
                  <a:lnTo>
                    <a:pt x="1275600" y="135064"/>
                  </a:lnTo>
                  <a:lnTo>
                    <a:pt x="1263294" y="135064"/>
                  </a:lnTo>
                  <a:lnTo>
                    <a:pt x="1263294" y="120129"/>
                  </a:lnTo>
                  <a:lnTo>
                    <a:pt x="1248600" y="120129"/>
                  </a:lnTo>
                  <a:lnTo>
                    <a:pt x="1248587" y="135064"/>
                  </a:lnTo>
                  <a:lnTo>
                    <a:pt x="1239761" y="135064"/>
                  </a:lnTo>
                  <a:lnTo>
                    <a:pt x="1239761" y="146431"/>
                  </a:lnTo>
                  <a:lnTo>
                    <a:pt x="1248587" y="146431"/>
                  </a:lnTo>
                  <a:lnTo>
                    <a:pt x="1248575" y="184988"/>
                  </a:lnTo>
                  <a:lnTo>
                    <a:pt x="1249413" y="188239"/>
                  </a:lnTo>
                  <a:lnTo>
                    <a:pt x="1264412" y="198374"/>
                  </a:lnTo>
                  <a:lnTo>
                    <a:pt x="1268628" y="198374"/>
                  </a:lnTo>
                  <a:lnTo>
                    <a:pt x="1271930" y="198018"/>
                  </a:lnTo>
                  <a:lnTo>
                    <a:pt x="1274826" y="197370"/>
                  </a:lnTo>
                  <a:lnTo>
                    <a:pt x="1275943" y="197065"/>
                  </a:lnTo>
                  <a:lnTo>
                    <a:pt x="1276731" y="196799"/>
                  </a:lnTo>
                  <a:close/>
                </a:path>
                <a:path w="3820794" h="220980">
                  <a:moveTo>
                    <a:pt x="1340256" y="174269"/>
                  </a:moveTo>
                  <a:lnTo>
                    <a:pt x="1338795" y="170662"/>
                  </a:lnTo>
                  <a:lnTo>
                    <a:pt x="1333030" y="165138"/>
                  </a:lnTo>
                  <a:lnTo>
                    <a:pt x="1328648" y="163118"/>
                  </a:lnTo>
                  <a:lnTo>
                    <a:pt x="1312113" y="159575"/>
                  </a:lnTo>
                  <a:lnTo>
                    <a:pt x="1308950" y="158851"/>
                  </a:lnTo>
                  <a:lnTo>
                    <a:pt x="1306677" y="157911"/>
                  </a:lnTo>
                  <a:lnTo>
                    <a:pt x="1305293" y="156781"/>
                  </a:lnTo>
                  <a:lnTo>
                    <a:pt x="1303947" y="155638"/>
                  </a:lnTo>
                  <a:lnTo>
                    <a:pt x="1303286" y="154165"/>
                  </a:lnTo>
                  <a:lnTo>
                    <a:pt x="1303286" y="150241"/>
                  </a:lnTo>
                  <a:lnTo>
                    <a:pt x="1304302" y="148526"/>
                  </a:lnTo>
                  <a:lnTo>
                    <a:pt x="1308239" y="145999"/>
                  </a:lnTo>
                  <a:lnTo>
                    <a:pt x="1307947" y="145999"/>
                  </a:lnTo>
                  <a:lnTo>
                    <a:pt x="1311008" y="145211"/>
                  </a:lnTo>
                  <a:lnTo>
                    <a:pt x="1316342" y="145211"/>
                  </a:lnTo>
                  <a:lnTo>
                    <a:pt x="1318260" y="145580"/>
                  </a:lnTo>
                  <a:lnTo>
                    <a:pt x="1321396" y="147040"/>
                  </a:lnTo>
                  <a:lnTo>
                    <a:pt x="1322641" y="147993"/>
                  </a:lnTo>
                  <a:lnTo>
                    <a:pt x="1324394" y="150241"/>
                  </a:lnTo>
                  <a:lnTo>
                    <a:pt x="1324508" y="150380"/>
                  </a:lnTo>
                  <a:lnTo>
                    <a:pt x="1325168" y="151650"/>
                  </a:lnTo>
                  <a:lnTo>
                    <a:pt x="1325549" y="153009"/>
                  </a:lnTo>
                  <a:lnTo>
                    <a:pt x="1337906" y="151650"/>
                  </a:lnTo>
                  <a:lnTo>
                    <a:pt x="1338961" y="151650"/>
                  </a:lnTo>
                  <a:lnTo>
                    <a:pt x="1337945" y="146240"/>
                  </a:lnTo>
                  <a:lnTo>
                    <a:pt x="1337297" y="145211"/>
                  </a:lnTo>
                  <a:lnTo>
                    <a:pt x="1335328" y="142036"/>
                  </a:lnTo>
                  <a:lnTo>
                    <a:pt x="1326921" y="135813"/>
                  </a:lnTo>
                  <a:lnTo>
                    <a:pt x="1321168" y="134251"/>
                  </a:lnTo>
                  <a:lnTo>
                    <a:pt x="1308887" y="134251"/>
                  </a:lnTo>
                  <a:lnTo>
                    <a:pt x="1288630" y="149326"/>
                  </a:lnTo>
                  <a:lnTo>
                    <a:pt x="1288707" y="157911"/>
                  </a:lnTo>
                  <a:lnTo>
                    <a:pt x="1290053" y="161467"/>
                  </a:lnTo>
                  <a:lnTo>
                    <a:pt x="1295781" y="167398"/>
                  </a:lnTo>
                  <a:lnTo>
                    <a:pt x="1300213" y="169494"/>
                  </a:lnTo>
                  <a:lnTo>
                    <a:pt x="1319695" y="173596"/>
                  </a:lnTo>
                  <a:lnTo>
                    <a:pt x="1321803" y="174485"/>
                  </a:lnTo>
                  <a:lnTo>
                    <a:pt x="1324533" y="176822"/>
                  </a:lnTo>
                  <a:lnTo>
                    <a:pt x="1325232" y="178295"/>
                  </a:lnTo>
                  <a:lnTo>
                    <a:pt x="1325232" y="182181"/>
                  </a:lnTo>
                  <a:lnTo>
                    <a:pt x="1324152" y="183959"/>
                  </a:lnTo>
                  <a:lnTo>
                    <a:pt x="1319911" y="186829"/>
                  </a:lnTo>
                  <a:lnTo>
                    <a:pt x="1317104" y="187540"/>
                  </a:lnTo>
                  <a:lnTo>
                    <a:pt x="1310233" y="187540"/>
                  </a:lnTo>
                  <a:lnTo>
                    <a:pt x="1307490" y="186829"/>
                  </a:lnTo>
                  <a:lnTo>
                    <a:pt x="1303274" y="183959"/>
                  </a:lnTo>
                  <a:lnTo>
                    <a:pt x="1301889" y="181838"/>
                  </a:lnTo>
                  <a:lnTo>
                    <a:pt x="1301242" y="179019"/>
                  </a:lnTo>
                  <a:lnTo>
                    <a:pt x="1286916" y="180403"/>
                  </a:lnTo>
                  <a:lnTo>
                    <a:pt x="1287805" y="186143"/>
                  </a:lnTo>
                  <a:lnTo>
                    <a:pt x="1290574" y="190614"/>
                  </a:lnTo>
                  <a:lnTo>
                    <a:pt x="1299883" y="197027"/>
                  </a:lnTo>
                  <a:lnTo>
                    <a:pt x="1306029" y="198628"/>
                  </a:lnTo>
                  <a:lnTo>
                    <a:pt x="1318856" y="198628"/>
                  </a:lnTo>
                  <a:lnTo>
                    <a:pt x="1323454" y="197789"/>
                  </a:lnTo>
                  <a:lnTo>
                    <a:pt x="1331468" y="194437"/>
                  </a:lnTo>
                  <a:lnTo>
                    <a:pt x="1334592" y="192100"/>
                  </a:lnTo>
                  <a:lnTo>
                    <a:pt x="1338033" y="187540"/>
                  </a:lnTo>
                  <a:lnTo>
                    <a:pt x="1339100" y="186143"/>
                  </a:lnTo>
                  <a:lnTo>
                    <a:pt x="1340256" y="182664"/>
                  </a:lnTo>
                  <a:lnTo>
                    <a:pt x="1340256" y="174269"/>
                  </a:lnTo>
                  <a:close/>
                </a:path>
                <a:path w="3820794" h="220980">
                  <a:moveTo>
                    <a:pt x="1495005" y="174269"/>
                  </a:moveTo>
                  <a:lnTo>
                    <a:pt x="1493545" y="170662"/>
                  </a:lnTo>
                  <a:lnTo>
                    <a:pt x="1487779" y="165138"/>
                  </a:lnTo>
                  <a:lnTo>
                    <a:pt x="1483398" y="163118"/>
                  </a:lnTo>
                  <a:lnTo>
                    <a:pt x="1466862" y="159575"/>
                  </a:lnTo>
                  <a:lnTo>
                    <a:pt x="1463700" y="158851"/>
                  </a:lnTo>
                  <a:lnTo>
                    <a:pt x="1461427" y="157911"/>
                  </a:lnTo>
                  <a:lnTo>
                    <a:pt x="1460042" y="156781"/>
                  </a:lnTo>
                  <a:lnTo>
                    <a:pt x="1458683" y="155638"/>
                  </a:lnTo>
                  <a:lnTo>
                    <a:pt x="1458023" y="154165"/>
                  </a:lnTo>
                  <a:lnTo>
                    <a:pt x="1458023" y="150241"/>
                  </a:lnTo>
                  <a:lnTo>
                    <a:pt x="1459039" y="148526"/>
                  </a:lnTo>
                  <a:lnTo>
                    <a:pt x="1462976" y="145999"/>
                  </a:lnTo>
                  <a:lnTo>
                    <a:pt x="1462671" y="145999"/>
                  </a:lnTo>
                  <a:lnTo>
                    <a:pt x="1465757" y="145211"/>
                  </a:lnTo>
                  <a:lnTo>
                    <a:pt x="1471079" y="145211"/>
                  </a:lnTo>
                  <a:lnTo>
                    <a:pt x="1473009" y="145580"/>
                  </a:lnTo>
                  <a:lnTo>
                    <a:pt x="1476146" y="147040"/>
                  </a:lnTo>
                  <a:lnTo>
                    <a:pt x="1477391" y="147993"/>
                  </a:lnTo>
                  <a:lnTo>
                    <a:pt x="1478305" y="149186"/>
                  </a:lnTo>
                  <a:lnTo>
                    <a:pt x="1479143" y="150241"/>
                  </a:lnTo>
                  <a:lnTo>
                    <a:pt x="1479257" y="150380"/>
                  </a:lnTo>
                  <a:lnTo>
                    <a:pt x="1479918" y="151650"/>
                  </a:lnTo>
                  <a:lnTo>
                    <a:pt x="1480299" y="153009"/>
                  </a:lnTo>
                  <a:lnTo>
                    <a:pt x="1492643" y="151650"/>
                  </a:lnTo>
                  <a:lnTo>
                    <a:pt x="1493697" y="151650"/>
                  </a:lnTo>
                  <a:lnTo>
                    <a:pt x="1492694" y="146240"/>
                  </a:lnTo>
                  <a:lnTo>
                    <a:pt x="1492046" y="145211"/>
                  </a:lnTo>
                  <a:lnTo>
                    <a:pt x="1490078" y="142036"/>
                  </a:lnTo>
                  <a:lnTo>
                    <a:pt x="1481658" y="135813"/>
                  </a:lnTo>
                  <a:lnTo>
                    <a:pt x="1475917" y="134251"/>
                  </a:lnTo>
                  <a:lnTo>
                    <a:pt x="1463624" y="134251"/>
                  </a:lnTo>
                  <a:lnTo>
                    <a:pt x="1443405" y="149186"/>
                  </a:lnTo>
                  <a:lnTo>
                    <a:pt x="1443443" y="157911"/>
                  </a:lnTo>
                  <a:lnTo>
                    <a:pt x="1474431" y="173596"/>
                  </a:lnTo>
                  <a:lnTo>
                    <a:pt x="1476552" y="174485"/>
                  </a:lnTo>
                  <a:lnTo>
                    <a:pt x="1479283" y="176822"/>
                  </a:lnTo>
                  <a:lnTo>
                    <a:pt x="1479969" y="178295"/>
                  </a:lnTo>
                  <a:lnTo>
                    <a:pt x="1479969" y="182181"/>
                  </a:lnTo>
                  <a:lnTo>
                    <a:pt x="1478902" y="183959"/>
                  </a:lnTo>
                  <a:lnTo>
                    <a:pt x="1474647" y="186829"/>
                  </a:lnTo>
                  <a:lnTo>
                    <a:pt x="1471853" y="187540"/>
                  </a:lnTo>
                  <a:lnTo>
                    <a:pt x="1464983" y="187540"/>
                  </a:lnTo>
                  <a:lnTo>
                    <a:pt x="1462239" y="186829"/>
                  </a:lnTo>
                  <a:lnTo>
                    <a:pt x="1458010" y="183959"/>
                  </a:lnTo>
                  <a:lnTo>
                    <a:pt x="1456626" y="181838"/>
                  </a:lnTo>
                  <a:lnTo>
                    <a:pt x="1455978" y="179019"/>
                  </a:lnTo>
                  <a:lnTo>
                    <a:pt x="1441653" y="180403"/>
                  </a:lnTo>
                  <a:lnTo>
                    <a:pt x="1460766" y="198628"/>
                  </a:lnTo>
                  <a:lnTo>
                    <a:pt x="1473593" y="198628"/>
                  </a:lnTo>
                  <a:lnTo>
                    <a:pt x="1478203" y="197789"/>
                  </a:lnTo>
                  <a:lnTo>
                    <a:pt x="1486204" y="194437"/>
                  </a:lnTo>
                  <a:lnTo>
                    <a:pt x="1489329" y="192100"/>
                  </a:lnTo>
                  <a:lnTo>
                    <a:pt x="1492770" y="187540"/>
                  </a:lnTo>
                  <a:lnTo>
                    <a:pt x="1493837" y="186143"/>
                  </a:lnTo>
                  <a:lnTo>
                    <a:pt x="1495005" y="182664"/>
                  </a:lnTo>
                  <a:lnTo>
                    <a:pt x="1495005" y="174269"/>
                  </a:lnTo>
                  <a:close/>
                </a:path>
                <a:path w="3820794" h="220980">
                  <a:moveTo>
                    <a:pt x="1505864" y="77343"/>
                  </a:moveTo>
                  <a:lnTo>
                    <a:pt x="1481429" y="48526"/>
                  </a:lnTo>
                  <a:lnTo>
                    <a:pt x="1473644" y="46570"/>
                  </a:lnTo>
                  <a:lnTo>
                    <a:pt x="1459509" y="36855"/>
                  </a:lnTo>
                  <a:lnTo>
                    <a:pt x="1459547" y="33045"/>
                  </a:lnTo>
                  <a:lnTo>
                    <a:pt x="1471434" y="24295"/>
                  </a:lnTo>
                  <a:lnTo>
                    <a:pt x="1479042" y="24295"/>
                  </a:lnTo>
                  <a:lnTo>
                    <a:pt x="1482661" y="25273"/>
                  </a:lnTo>
                  <a:lnTo>
                    <a:pt x="1488262" y="29222"/>
                  </a:lnTo>
                  <a:lnTo>
                    <a:pt x="1489862" y="31991"/>
                  </a:lnTo>
                  <a:lnTo>
                    <a:pt x="1490243" y="35534"/>
                  </a:lnTo>
                  <a:lnTo>
                    <a:pt x="1504734" y="35534"/>
                  </a:lnTo>
                  <a:lnTo>
                    <a:pt x="1504645" y="30848"/>
                  </a:lnTo>
                  <a:lnTo>
                    <a:pt x="1503387" y="26873"/>
                  </a:lnTo>
                  <a:lnTo>
                    <a:pt x="1503337" y="26708"/>
                  </a:lnTo>
                  <a:lnTo>
                    <a:pt x="1501635" y="24295"/>
                  </a:lnTo>
                  <a:lnTo>
                    <a:pt x="1498269" y="19519"/>
                  </a:lnTo>
                  <a:lnTo>
                    <a:pt x="1494751" y="16662"/>
                  </a:lnTo>
                  <a:lnTo>
                    <a:pt x="1485849" y="12573"/>
                  </a:lnTo>
                  <a:lnTo>
                    <a:pt x="1480680" y="11544"/>
                  </a:lnTo>
                  <a:lnTo>
                    <a:pt x="1468958" y="11544"/>
                  </a:lnTo>
                  <a:lnTo>
                    <a:pt x="1444256" y="42011"/>
                  </a:lnTo>
                  <a:lnTo>
                    <a:pt x="1446123" y="46570"/>
                  </a:lnTo>
                  <a:lnTo>
                    <a:pt x="1478851" y="61582"/>
                  </a:lnTo>
                  <a:lnTo>
                    <a:pt x="1481442" y="62445"/>
                  </a:lnTo>
                  <a:lnTo>
                    <a:pt x="1483664" y="63423"/>
                  </a:lnTo>
                  <a:lnTo>
                    <a:pt x="1485912" y="64363"/>
                  </a:lnTo>
                  <a:lnTo>
                    <a:pt x="1487652" y="65557"/>
                  </a:lnTo>
                  <a:lnTo>
                    <a:pt x="1490141" y="68402"/>
                  </a:lnTo>
                  <a:lnTo>
                    <a:pt x="1490776" y="70180"/>
                  </a:lnTo>
                  <a:lnTo>
                    <a:pt x="1490776" y="74726"/>
                  </a:lnTo>
                  <a:lnTo>
                    <a:pt x="1490141" y="76555"/>
                  </a:lnTo>
                  <a:lnTo>
                    <a:pt x="1490065" y="76809"/>
                  </a:lnTo>
                  <a:lnTo>
                    <a:pt x="1477479" y="84201"/>
                  </a:lnTo>
                  <a:lnTo>
                    <a:pt x="1471066" y="84201"/>
                  </a:lnTo>
                  <a:lnTo>
                    <a:pt x="1456880" y="71247"/>
                  </a:lnTo>
                  <a:lnTo>
                    <a:pt x="1442059" y="71247"/>
                  </a:lnTo>
                  <a:lnTo>
                    <a:pt x="1467866" y="97066"/>
                  </a:lnTo>
                  <a:lnTo>
                    <a:pt x="1480985" y="97066"/>
                  </a:lnTo>
                  <a:lnTo>
                    <a:pt x="1486496" y="96062"/>
                  </a:lnTo>
                  <a:lnTo>
                    <a:pt x="1496047" y="91897"/>
                  </a:lnTo>
                  <a:lnTo>
                    <a:pt x="1499641" y="89014"/>
                  </a:lnTo>
                  <a:lnTo>
                    <a:pt x="1502879" y="84201"/>
                  </a:lnTo>
                  <a:lnTo>
                    <a:pt x="1504734" y="81457"/>
                  </a:lnTo>
                  <a:lnTo>
                    <a:pt x="1504975" y="80403"/>
                  </a:lnTo>
                  <a:lnTo>
                    <a:pt x="1505864" y="77343"/>
                  </a:lnTo>
                  <a:close/>
                </a:path>
                <a:path w="3820794" h="220980">
                  <a:moveTo>
                    <a:pt x="1542097" y="196799"/>
                  </a:moveTo>
                  <a:lnTo>
                    <a:pt x="1539722" y="185813"/>
                  </a:lnTo>
                  <a:lnTo>
                    <a:pt x="1539608" y="185331"/>
                  </a:lnTo>
                  <a:lnTo>
                    <a:pt x="1537639" y="185813"/>
                  </a:lnTo>
                  <a:lnTo>
                    <a:pt x="1533321" y="185813"/>
                  </a:lnTo>
                  <a:lnTo>
                    <a:pt x="1528660" y="180632"/>
                  </a:lnTo>
                  <a:lnTo>
                    <a:pt x="1528660" y="146431"/>
                  </a:lnTo>
                  <a:lnTo>
                    <a:pt x="1540954" y="146431"/>
                  </a:lnTo>
                  <a:lnTo>
                    <a:pt x="1540954" y="135064"/>
                  </a:lnTo>
                  <a:lnTo>
                    <a:pt x="1528660" y="135064"/>
                  </a:lnTo>
                  <a:lnTo>
                    <a:pt x="1528660" y="120129"/>
                  </a:lnTo>
                  <a:lnTo>
                    <a:pt x="1513967" y="120129"/>
                  </a:lnTo>
                  <a:lnTo>
                    <a:pt x="1513954" y="135064"/>
                  </a:lnTo>
                  <a:lnTo>
                    <a:pt x="1505115" y="135064"/>
                  </a:lnTo>
                  <a:lnTo>
                    <a:pt x="1505115" y="146431"/>
                  </a:lnTo>
                  <a:lnTo>
                    <a:pt x="1513954" y="146431"/>
                  </a:lnTo>
                  <a:lnTo>
                    <a:pt x="1513941" y="184988"/>
                  </a:lnTo>
                  <a:lnTo>
                    <a:pt x="1514779" y="188239"/>
                  </a:lnTo>
                  <a:lnTo>
                    <a:pt x="1518208" y="193433"/>
                  </a:lnTo>
                  <a:lnTo>
                    <a:pt x="1520558" y="195351"/>
                  </a:lnTo>
                  <a:lnTo>
                    <a:pt x="1526451" y="197815"/>
                  </a:lnTo>
                  <a:lnTo>
                    <a:pt x="1529765" y="198374"/>
                  </a:lnTo>
                  <a:lnTo>
                    <a:pt x="1534007" y="198374"/>
                  </a:lnTo>
                  <a:lnTo>
                    <a:pt x="1537284" y="198018"/>
                  </a:lnTo>
                  <a:lnTo>
                    <a:pt x="1540179" y="197370"/>
                  </a:lnTo>
                  <a:lnTo>
                    <a:pt x="1541310" y="197065"/>
                  </a:lnTo>
                  <a:lnTo>
                    <a:pt x="1542097" y="196799"/>
                  </a:lnTo>
                  <a:close/>
                </a:path>
                <a:path w="3820794" h="220980">
                  <a:moveTo>
                    <a:pt x="1578025" y="95808"/>
                  </a:moveTo>
                  <a:lnTo>
                    <a:pt x="1552422" y="60375"/>
                  </a:lnTo>
                  <a:lnTo>
                    <a:pt x="1555381" y="57086"/>
                  </a:lnTo>
                  <a:lnTo>
                    <a:pt x="1576603" y="33464"/>
                  </a:lnTo>
                  <a:lnTo>
                    <a:pt x="1559433" y="33464"/>
                  </a:lnTo>
                  <a:lnTo>
                    <a:pt x="1537030" y="58508"/>
                  </a:lnTo>
                  <a:lnTo>
                    <a:pt x="1536014" y="58508"/>
                  </a:lnTo>
                  <a:lnTo>
                    <a:pt x="1536014" y="12687"/>
                  </a:lnTo>
                  <a:lnTo>
                    <a:pt x="1521320" y="12687"/>
                  </a:lnTo>
                  <a:lnTo>
                    <a:pt x="1521320" y="95808"/>
                  </a:lnTo>
                  <a:lnTo>
                    <a:pt x="1536014" y="95808"/>
                  </a:lnTo>
                  <a:lnTo>
                    <a:pt x="1536014" y="76250"/>
                  </a:lnTo>
                  <a:lnTo>
                    <a:pt x="1536014" y="74866"/>
                  </a:lnTo>
                  <a:lnTo>
                    <a:pt x="1541348" y="69126"/>
                  </a:lnTo>
                  <a:lnTo>
                    <a:pt x="1560449" y="95808"/>
                  </a:lnTo>
                  <a:lnTo>
                    <a:pt x="1578025" y="95808"/>
                  </a:lnTo>
                  <a:close/>
                </a:path>
                <a:path w="3820794" h="220980">
                  <a:moveTo>
                    <a:pt x="1603768" y="33464"/>
                  </a:moveTo>
                  <a:lnTo>
                    <a:pt x="1589074" y="33464"/>
                  </a:lnTo>
                  <a:lnTo>
                    <a:pt x="1589074" y="95808"/>
                  </a:lnTo>
                  <a:lnTo>
                    <a:pt x="1603768" y="95808"/>
                  </a:lnTo>
                  <a:lnTo>
                    <a:pt x="1603768" y="33464"/>
                  </a:lnTo>
                  <a:close/>
                </a:path>
                <a:path w="3820794" h="220980">
                  <a:moveTo>
                    <a:pt x="1604987" y="14439"/>
                  </a:moveTo>
                  <a:lnTo>
                    <a:pt x="1604149" y="12560"/>
                  </a:lnTo>
                  <a:lnTo>
                    <a:pt x="1602473" y="11023"/>
                  </a:lnTo>
                  <a:lnTo>
                    <a:pt x="1600822" y="9448"/>
                  </a:lnTo>
                  <a:lnTo>
                    <a:pt x="1598815" y="8661"/>
                  </a:lnTo>
                  <a:lnTo>
                    <a:pt x="1594142" y="8661"/>
                  </a:lnTo>
                  <a:lnTo>
                    <a:pt x="1592135" y="9448"/>
                  </a:lnTo>
                  <a:lnTo>
                    <a:pt x="1590459" y="11023"/>
                  </a:lnTo>
                  <a:lnTo>
                    <a:pt x="1588782" y="12560"/>
                  </a:lnTo>
                  <a:lnTo>
                    <a:pt x="1587944" y="14439"/>
                  </a:lnTo>
                  <a:lnTo>
                    <a:pt x="1587944" y="18846"/>
                  </a:lnTo>
                  <a:lnTo>
                    <a:pt x="1588782" y="20726"/>
                  </a:lnTo>
                  <a:lnTo>
                    <a:pt x="1590459" y="22301"/>
                  </a:lnTo>
                  <a:lnTo>
                    <a:pt x="1592135" y="23837"/>
                  </a:lnTo>
                  <a:lnTo>
                    <a:pt x="1594142" y="24612"/>
                  </a:lnTo>
                  <a:lnTo>
                    <a:pt x="1598815" y="24612"/>
                  </a:lnTo>
                  <a:lnTo>
                    <a:pt x="1600822" y="23837"/>
                  </a:lnTo>
                  <a:lnTo>
                    <a:pt x="1604149" y="20726"/>
                  </a:lnTo>
                  <a:lnTo>
                    <a:pt x="1604987" y="18846"/>
                  </a:lnTo>
                  <a:lnTo>
                    <a:pt x="1604987" y="14439"/>
                  </a:lnTo>
                  <a:close/>
                </a:path>
                <a:path w="3820794" h="220980">
                  <a:moveTo>
                    <a:pt x="1612328" y="160045"/>
                  </a:moveTo>
                  <a:lnTo>
                    <a:pt x="1611096" y="154393"/>
                  </a:lnTo>
                  <a:lnTo>
                    <a:pt x="1606791" y="145897"/>
                  </a:lnTo>
                  <a:lnTo>
                    <a:pt x="1606194" y="144703"/>
                  </a:lnTo>
                  <a:lnTo>
                    <a:pt x="1602740" y="140944"/>
                  </a:lnTo>
                  <a:lnTo>
                    <a:pt x="1597431" y="137769"/>
                  </a:lnTo>
                  <a:lnTo>
                    <a:pt x="1597431" y="162623"/>
                  </a:lnTo>
                  <a:lnTo>
                    <a:pt x="1597431" y="170230"/>
                  </a:lnTo>
                  <a:lnTo>
                    <a:pt x="1596986" y="172923"/>
                  </a:lnTo>
                  <a:lnTo>
                    <a:pt x="1596872" y="173659"/>
                  </a:lnTo>
                  <a:lnTo>
                    <a:pt x="1594675" y="179832"/>
                  </a:lnTo>
                  <a:lnTo>
                    <a:pt x="1593024" y="182295"/>
                  </a:lnTo>
                  <a:lnTo>
                    <a:pt x="1590814" y="184137"/>
                  </a:lnTo>
                  <a:lnTo>
                    <a:pt x="1588592" y="185953"/>
                  </a:lnTo>
                  <a:lnTo>
                    <a:pt x="1585836" y="186855"/>
                  </a:lnTo>
                  <a:lnTo>
                    <a:pt x="1579143" y="186855"/>
                  </a:lnTo>
                  <a:lnTo>
                    <a:pt x="1567472" y="170230"/>
                  </a:lnTo>
                  <a:lnTo>
                    <a:pt x="1567472" y="162623"/>
                  </a:lnTo>
                  <a:lnTo>
                    <a:pt x="1579143" y="145897"/>
                  </a:lnTo>
                  <a:lnTo>
                    <a:pt x="1585836" y="145897"/>
                  </a:lnTo>
                  <a:lnTo>
                    <a:pt x="1597431" y="162623"/>
                  </a:lnTo>
                  <a:lnTo>
                    <a:pt x="1597431" y="137769"/>
                  </a:lnTo>
                  <a:lnTo>
                    <a:pt x="1593811" y="135585"/>
                  </a:lnTo>
                  <a:lnTo>
                    <a:pt x="1588541" y="134251"/>
                  </a:lnTo>
                  <a:lnTo>
                    <a:pt x="1576362" y="134251"/>
                  </a:lnTo>
                  <a:lnTo>
                    <a:pt x="1552575" y="160045"/>
                  </a:lnTo>
                  <a:lnTo>
                    <a:pt x="1552575" y="172923"/>
                  </a:lnTo>
                  <a:lnTo>
                    <a:pt x="1576362" y="198628"/>
                  </a:lnTo>
                  <a:lnTo>
                    <a:pt x="1588541" y="198628"/>
                  </a:lnTo>
                  <a:lnTo>
                    <a:pt x="1593811" y="197281"/>
                  </a:lnTo>
                  <a:lnTo>
                    <a:pt x="1602740" y="191935"/>
                  </a:lnTo>
                  <a:lnTo>
                    <a:pt x="1606194" y="188175"/>
                  </a:lnTo>
                  <a:lnTo>
                    <a:pt x="1606854" y="186855"/>
                  </a:lnTo>
                  <a:lnTo>
                    <a:pt x="1611096" y="178549"/>
                  </a:lnTo>
                  <a:lnTo>
                    <a:pt x="1612328" y="172923"/>
                  </a:lnTo>
                  <a:lnTo>
                    <a:pt x="1612328" y="160045"/>
                  </a:lnTo>
                  <a:close/>
                </a:path>
                <a:path w="3820794" h="220980">
                  <a:moveTo>
                    <a:pt x="1680286" y="72199"/>
                  </a:moveTo>
                  <a:lnTo>
                    <a:pt x="1680273" y="57099"/>
                  </a:lnTo>
                  <a:lnTo>
                    <a:pt x="1679257" y="51943"/>
                  </a:lnTo>
                  <a:lnTo>
                    <a:pt x="1675777" y="44704"/>
                  </a:lnTo>
                  <a:lnTo>
                    <a:pt x="1675333" y="43776"/>
                  </a:lnTo>
                  <a:lnTo>
                    <a:pt x="1674685" y="42392"/>
                  </a:lnTo>
                  <a:lnTo>
                    <a:pt x="1671599" y="38785"/>
                  </a:lnTo>
                  <a:lnTo>
                    <a:pt x="1665414" y="34886"/>
                  </a:lnTo>
                  <a:lnTo>
                    <a:pt x="1665414" y="68668"/>
                  </a:lnTo>
                  <a:lnTo>
                    <a:pt x="1664931" y="71564"/>
                  </a:lnTo>
                  <a:lnTo>
                    <a:pt x="1653870" y="84848"/>
                  </a:lnTo>
                  <a:lnTo>
                    <a:pt x="1647507" y="84848"/>
                  </a:lnTo>
                  <a:lnTo>
                    <a:pt x="1635963" y="68668"/>
                  </a:lnTo>
                  <a:lnTo>
                    <a:pt x="1635963" y="60604"/>
                  </a:lnTo>
                  <a:lnTo>
                    <a:pt x="1647482" y="44704"/>
                  </a:lnTo>
                  <a:lnTo>
                    <a:pt x="1653895" y="44704"/>
                  </a:lnTo>
                  <a:lnTo>
                    <a:pt x="1656626" y="45554"/>
                  </a:lnTo>
                  <a:lnTo>
                    <a:pt x="1661007" y="48971"/>
                  </a:lnTo>
                  <a:lnTo>
                    <a:pt x="1662531" y="51142"/>
                  </a:lnTo>
                  <a:lnTo>
                    <a:pt x="1662658" y="51320"/>
                  </a:lnTo>
                  <a:lnTo>
                    <a:pt x="1664792" y="57099"/>
                  </a:lnTo>
                  <a:lnTo>
                    <a:pt x="1664881" y="57327"/>
                  </a:lnTo>
                  <a:lnTo>
                    <a:pt x="1665401" y="60604"/>
                  </a:lnTo>
                  <a:lnTo>
                    <a:pt x="1665414" y="68668"/>
                  </a:lnTo>
                  <a:lnTo>
                    <a:pt x="1665414" y="34886"/>
                  </a:lnTo>
                  <a:lnTo>
                    <a:pt x="1663839" y="33883"/>
                  </a:lnTo>
                  <a:lnTo>
                    <a:pt x="1659496" y="32651"/>
                  </a:lnTo>
                  <a:lnTo>
                    <a:pt x="1651025" y="32651"/>
                  </a:lnTo>
                  <a:lnTo>
                    <a:pt x="1636864" y="43776"/>
                  </a:lnTo>
                  <a:lnTo>
                    <a:pt x="1636001" y="43776"/>
                  </a:lnTo>
                  <a:lnTo>
                    <a:pt x="1636001" y="33464"/>
                  </a:lnTo>
                  <a:lnTo>
                    <a:pt x="1621561" y="33464"/>
                  </a:lnTo>
                  <a:lnTo>
                    <a:pt x="1621561" y="119189"/>
                  </a:lnTo>
                  <a:lnTo>
                    <a:pt x="1636255" y="119189"/>
                  </a:lnTo>
                  <a:lnTo>
                    <a:pt x="1636255" y="85991"/>
                  </a:lnTo>
                  <a:lnTo>
                    <a:pt x="1636864" y="85991"/>
                  </a:lnTo>
                  <a:lnTo>
                    <a:pt x="1651152" y="96901"/>
                  </a:lnTo>
                  <a:lnTo>
                    <a:pt x="1659623" y="96901"/>
                  </a:lnTo>
                  <a:lnTo>
                    <a:pt x="1664004" y="95643"/>
                  </a:lnTo>
                  <a:lnTo>
                    <a:pt x="1671739" y="90614"/>
                  </a:lnTo>
                  <a:lnTo>
                    <a:pt x="1674799" y="86956"/>
                  </a:lnTo>
                  <a:lnTo>
                    <a:pt x="1675244" y="85991"/>
                  </a:lnTo>
                  <a:lnTo>
                    <a:pt x="1675777" y="84848"/>
                  </a:lnTo>
                  <a:lnTo>
                    <a:pt x="1679295" y="77381"/>
                  </a:lnTo>
                  <a:lnTo>
                    <a:pt x="1680286" y="72199"/>
                  </a:lnTo>
                  <a:close/>
                </a:path>
                <a:path w="3820794" h="220980">
                  <a:moveTo>
                    <a:pt x="1686204" y="173799"/>
                  </a:moveTo>
                  <a:lnTo>
                    <a:pt x="1686191" y="158699"/>
                  </a:lnTo>
                  <a:lnTo>
                    <a:pt x="1685175" y="153543"/>
                  </a:lnTo>
                  <a:lnTo>
                    <a:pt x="1681695" y="146304"/>
                  </a:lnTo>
                  <a:lnTo>
                    <a:pt x="1681251" y="145376"/>
                  </a:lnTo>
                  <a:lnTo>
                    <a:pt x="1680603" y="143992"/>
                  </a:lnTo>
                  <a:lnTo>
                    <a:pt x="1677517" y="140385"/>
                  </a:lnTo>
                  <a:lnTo>
                    <a:pt x="1673618" y="137947"/>
                  </a:lnTo>
                  <a:lnTo>
                    <a:pt x="1671320" y="136486"/>
                  </a:lnTo>
                  <a:lnTo>
                    <a:pt x="1671320" y="170268"/>
                  </a:lnTo>
                  <a:lnTo>
                    <a:pt x="1670850" y="173164"/>
                  </a:lnTo>
                  <a:lnTo>
                    <a:pt x="1670786" y="173609"/>
                  </a:lnTo>
                  <a:lnTo>
                    <a:pt x="1659788" y="186448"/>
                  </a:lnTo>
                  <a:lnTo>
                    <a:pt x="1653425" y="186448"/>
                  </a:lnTo>
                  <a:lnTo>
                    <a:pt x="1641881" y="170268"/>
                  </a:lnTo>
                  <a:lnTo>
                    <a:pt x="1641881" y="162204"/>
                  </a:lnTo>
                  <a:lnTo>
                    <a:pt x="1653400" y="146304"/>
                  </a:lnTo>
                  <a:lnTo>
                    <a:pt x="1659813" y="146304"/>
                  </a:lnTo>
                  <a:lnTo>
                    <a:pt x="1662544" y="147154"/>
                  </a:lnTo>
                  <a:lnTo>
                    <a:pt x="1666925" y="150571"/>
                  </a:lnTo>
                  <a:lnTo>
                    <a:pt x="1668449" y="152742"/>
                  </a:lnTo>
                  <a:lnTo>
                    <a:pt x="1668576" y="152920"/>
                  </a:lnTo>
                  <a:lnTo>
                    <a:pt x="1670710" y="158699"/>
                  </a:lnTo>
                  <a:lnTo>
                    <a:pt x="1670799" y="158927"/>
                  </a:lnTo>
                  <a:lnTo>
                    <a:pt x="1671307" y="162204"/>
                  </a:lnTo>
                  <a:lnTo>
                    <a:pt x="1671320" y="170268"/>
                  </a:lnTo>
                  <a:lnTo>
                    <a:pt x="1671320" y="136486"/>
                  </a:lnTo>
                  <a:lnTo>
                    <a:pt x="1669757" y="135483"/>
                  </a:lnTo>
                  <a:lnTo>
                    <a:pt x="1665414" y="134251"/>
                  </a:lnTo>
                  <a:lnTo>
                    <a:pt x="1656943" y="134251"/>
                  </a:lnTo>
                  <a:lnTo>
                    <a:pt x="1642770" y="145376"/>
                  </a:lnTo>
                  <a:lnTo>
                    <a:pt x="1641919" y="145376"/>
                  </a:lnTo>
                  <a:lnTo>
                    <a:pt x="1641919" y="135064"/>
                  </a:lnTo>
                  <a:lnTo>
                    <a:pt x="1627479" y="135064"/>
                  </a:lnTo>
                  <a:lnTo>
                    <a:pt x="1627479" y="220789"/>
                  </a:lnTo>
                  <a:lnTo>
                    <a:pt x="1642160" y="220789"/>
                  </a:lnTo>
                  <a:lnTo>
                    <a:pt x="1642160" y="187591"/>
                  </a:lnTo>
                  <a:lnTo>
                    <a:pt x="1642770" y="187591"/>
                  </a:lnTo>
                  <a:lnTo>
                    <a:pt x="1657057" y="198501"/>
                  </a:lnTo>
                  <a:lnTo>
                    <a:pt x="1665528" y="198501"/>
                  </a:lnTo>
                  <a:lnTo>
                    <a:pt x="1669910" y="197243"/>
                  </a:lnTo>
                  <a:lnTo>
                    <a:pt x="1677657" y="192214"/>
                  </a:lnTo>
                  <a:lnTo>
                    <a:pt x="1680718" y="188556"/>
                  </a:lnTo>
                  <a:lnTo>
                    <a:pt x="1681162" y="187591"/>
                  </a:lnTo>
                  <a:lnTo>
                    <a:pt x="1681695" y="186448"/>
                  </a:lnTo>
                  <a:lnTo>
                    <a:pt x="1685201" y="178981"/>
                  </a:lnTo>
                  <a:lnTo>
                    <a:pt x="1686204" y="173799"/>
                  </a:lnTo>
                  <a:close/>
                </a:path>
                <a:path w="3820794" h="220980">
                  <a:moveTo>
                    <a:pt x="1752180" y="174269"/>
                  </a:moveTo>
                  <a:lnTo>
                    <a:pt x="1750720" y="170662"/>
                  </a:lnTo>
                  <a:lnTo>
                    <a:pt x="1744954" y="165138"/>
                  </a:lnTo>
                  <a:lnTo>
                    <a:pt x="1740573" y="163118"/>
                  </a:lnTo>
                  <a:lnTo>
                    <a:pt x="1724037" y="159575"/>
                  </a:lnTo>
                  <a:lnTo>
                    <a:pt x="1720875" y="158851"/>
                  </a:lnTo>
                  <a:lnTo>
                    <a:pt x="1718602" y="157911"/>
                  </a:lnTo>
                  <a:lnTo>
                    <a:pt x="1717217" y="156781"/>
                  </a:lnTo>
                  <a:lnTo>
                    <a:pt x="1715858" y="155638"/>
                  </a:lnTo>
                  <a:lnTo>
                    <a:pt x="1715198" y="154165"/>
                  </a:lnTo>
                  <a:lnTo>
                    <a:pt x="1715198" y="150241"/>
                  </a:lnTo>
                  <a:lnTo>
                    <a:pt x="1716214" y="148526"/>
                  </a:lnTo>
                  <a:lnTo>
                    <a:pt x="1720151" y="145999"/>
                  </a:lnTo>
                  <a:lnTo>
                    <a:pt x="1719846" y="145999"/>
                  </a:lnTo>
                  <a:lnTo>
                    <a:pt x="1722932" y="145211"/>
                  </a:lnTo>
                  <a:lnTo>
                    <a:pt x="1728254" y="145211"/>
                  </a:lnTo>
                  <a:lnTo>
                    <a:pt x="1730184" y="145580"/>
                  </a:lnTo>
                  <a:lnTo>
                    <a:pt x="1733321" y="147040"/>
                  </a:lnTo>
                  <a:lnTo>
                    <a:pt x="1734566" y="147993"/>
                  </a:lnTo>
                  <a:lnTo>
                    <a:pt x="1735480" y="149186"/>
                  </a:lnTo>
                  <a:lnTo>
                    <a:pt x="1736318" y="150241"/>
                  </a:lnTo>
                  <a:lnTo>
                    <a:pt x="1736432" y="150380"/>
                  </a:lnTo>
                  <a:lnTo>
                    <a:pt x="1737093" y="151650"/>
                  </a:lnTo>
                  <a:lnTo>
                    <a:pt x="1737474" y="153009"/>
                  </a:lnTo>
                  <a:lnTo>
                    <a:pt x="1749818" y="151650"/>
                  </a:lnTo>
                  <a:lnTo>
                    <a:pt x="1750872" y="151650"/>
                  </a:lnTo>
                  <a:lnTo>
                    <a:pt x="1749869" y="146240"/>
                  </a:lnTo>
                  <a:lnTo>
                    <a:pt x="1749221" y="145211"/>
                  </a:lnTo>
                  <a:lnTo>
                    <a:pt x="1747253" y="142036"/>
                  </a:lnTo>
                  <a:lnTo>
                    <a:pt x="1738833" y="135813"/>
                  </a:lnTo>
                  <a:lnTo>
                    <a:pt x="1733092" y="134251"/>
                  </a:lnTo>
                  <a:lnTo>
                    <a:pt x="1720799" y="134251"/>
                  </a:lnTo>
                  <a:lnTo>
                    <a:pt x="1700580" y="149186"/>
                  </a:lnTo>
                  <a:lnTo>
                    <a:pt x="1700618" y="157911"/>
                  </a:lnTo>
                  <a:lnTo>
                    <a:pt x="1731606" y="173596"/>
                  </a:lnTo>
                  <a:lnTo>
                    <a:pt x="1733727" y="174485"/>
                  </a:lnTo>
                  <a:lnTo>
                    <a:pt x="1736458" y="176822"/>
                  </a:lnTo>
                  <a:lnTo>
                    <a:pt x="1737144" y="178295"/>
                  </a:lnTo>
                  <a:lnTo>
                    <a:pt x="1737144" y="182181"/>
                  </a:lnTo>
                  <a:lnTo>
                    <a:pt x="1736077" y="183959"/>
                  </a:lnTo>
                  <a:lnTo>
                    <a:pt x="1731822" y="186829"/>
                  </a:lnTo>
                  <a:lnTo>
                    <a:pt x="1729028" y="187540"/>
                  </a:lnTo>
                  <a:lnTo>
                    <a:pt x="1722158" y="187540"/>
                  </a:lnTo>
                  <a:lnTo>
                    <a:pt x="1719414" y="186829"/>
                  </a:lnTo>
                  <a:lnTo>
                    <a:pt x="1715185" y="183959"/>
                  </a:lnTo>
                  <a:lnTo>
                    <a:pt x="1713801" y="181838"/>
                  </a:lnTo>
                  <a:lnTo>
                    <a:pt x="1713153" y="179019"/>
                  </a:lnTo>
                  <a:lnTo>
                    <a:pt x="1698828" y="180403"/>
                  </a:lnTo>
                  <a:lnTo>
                    <a:pt x="1717941" y="198628"/>
                  </a:lnTo>
                  <a:lnTo>
                    <a:pt x="1730768" y="198628"/>
                  </a:lnTo>
                  <a:lnTo>
                    <a:pt x="1735378" y="197789"/>
                  </a:lnTo>
                  <a:lnTo>
                    <a:pt x="1743379" y="194437"/>
                  </a:lnTo>
                  <a:lnTo>
                    <a:pt x="1746504" y="192100"/>
                  </a:lnTo>
                  <a:lnTo>
                    <a:pt x="1749945" y="187540"/>
                  </a:lnTo>
                  <a:lnTo>
                    <a:pt x="1751012" y="186143"/>
                  </a:lnTo>
                  <a:lnTo>
                    <a:pt x="1752180" y="182664"/>
                  </a:lnTo>
                  <a:lnTo>
                    <a:pt x="1752180" y="174269"/>
                  </a:lnTo>
                  <a:close/>
                </a:path>
                <a:path w="3820794" h="220980">
                  <a:moveTo>
                    <a:pt x="1754403" y="72199"/>
                  </a:moveTo>
                  <a:lnTo>
                    <a:pt x="1754390" y="57099"/>
                  </a:lnTo>
                  <a:lnTo>
                    <a:pt x="1753374" y="51943"/>
                  </a:lnTo>
                  <a:lnTo>
                    <a:pt x="1749894" y="44704"/>
                  </a:lnTo>
                  <a:lnTo>
                    <a:pt x="1749450" y="43776"/>
                  </a:lnTo>
                  <a:lnTo>
                    <a:pt x="1748802" y="42392"/>
                  </a:lnTo>
                  <a:lnTo>
                    <a:pt x="1745716" y="38785"/>
                  </a:lnTo>
                  <a:lnTo>
                    <a:pt x="1739531" y="34886"/>
                  </a:lnTo>
                  <a:lnTo>
                    <a:pt x="1739531" y="68668"/>
                  </a:lnTo>
                  <a:lnTo>
                    <a:pt x="1739049" y="71564"/>
                  </a:lnTo>
                  <a:lnTo>
                    <a:pt x="1727987" y="84848"/>
                  </a:lnTo>
                  <a:lnTo>
                    <a:pt x="1721624" y="84848"/>
                  </a:lnTo>
                  <a:lnTo>
                    <a:pt x="1710080" y="68668"/>
                  </a:lnTo>
                  <a:lnTo>
                    <a:pt x="1710080" y="60604"/>
                  </a:lnTo>
                  <a:lnTo>
                    <a:pt x="1721599" y="44704"/>
                  </a:lnTo>
                  <a:lnTo>
                    <a:pt x="1728012" y="44704"/>
                  </a:lnTo>
                  <a:lnTo>
                    <a:pt x="1730743" y="45554"/>
                  </a:lnTo>
                  <a:lnTo>
                    <a:pt x="1735124" y="48971"/>
                  </a:lnTo>
                  <a:lnTo>
                    <a:pt x="1736648" y="51142"/>
                  </a:lnTo>
                  <a:lnTo>
                    <a:pt x="1736775" y="51320"/>
                  </a:lnTo>
                  <a:lnTo>
                    <a:pt x="1738909" y="57099"/>
                  </a:lnTo>
                  <a:lnTo>
                    <a:pt x="1738998" y="57327"/>
                  </a:lnTo>
                  <a:lnTo>
                    <a:pt x="1739519" y="60604"/>
                  </a:lnTo>
                  <a:lnTo>
                    <a:pt x="1739531" y="68668"/>
                  </a:lnTo>
                  <a:lnTo>
                    <a:pt x="1739531" y="34886"/>
                  </a:lnTo>
                  <a:lnTo>
                    <a:pt x="1737956" y="33883"/>
                  </a:lnTo>
                  <a:lnTo>
                    <a:pt x="1733613" y="32651"/>
                  </a:lnTo>
                  <a:lnTo>
                    <a:pt x="1725142" y="32651"/>
                  </a:lnTo>
                  <a:lnTo>
                    <a:pt x="1710982" y="43776"/>
                  </a:lnTo>
                  <a:lnTo>
                    <a:pt x="1710118" y="43776"/>
                  </a:lnTo>
                  <a:lnTo>
                    <a:pt x="1710118" y="33464"/>
                  </a:lnTo>
                  <a:lnTo>
                    <a:pt x="1695678" y="33464"/>
                  </a:lnTo>
                  <a:lnTo>
                    <a:pt x="1695678" y="119189"/>
                  </a:lnTo>
                  <a:lnTo>
                    <a:pt x="1710372" y="119189"/>
                  </a:lnTo>
                  <a:lnTo>
                    <a:pt x="1710372" y="85991"/>
                  </a:lnTo>
                  <a:lnTo>
                    <a:pt x="1710982" y="85991"/>
                  </a:lnTo>
                  <a:lnTo>
                    <a:pt x="1725269" y="96901"/>
                  </a:lnTo>
                  <a:lnTo>
                    <a:pt x="1733727" y="96901"/>
                  </a:lnTo>
                  <a:lnTo>
                    <a:pt x="1738122" y="95643"/>
                  </a:lnTo>
                  <a:lnTo>
                    <a:pt x="1745856" y="90614"/>
                  </a:lnTo>
                  <a:lnTo>
                    <a:pt x="1748917" y="86956"/>
                  </a:lnTo>
                  <a:lnTo>
                    <a:pt x="1749361" y="85991"/>
                  </a:lnTo>
                  <a:lnTo>
                    <a:pt x="1749894" y="84848"/>
                  </a:lnTo>
                  <a:lnTo>
                    <a:pt x="1753400" y="77381"/>
                  </a:lnTo>
                  <a:lnTo>
                    <a:pt x="1754403" y="72199"/>
                  </a:lnTo>
                  <a:close/>
                </a:path>
                <a:path w="3820794" h="220980">
                  <a:moveTo>
                    <a:pt x="1825117" y="58750"/>
                  </a:moveTo>
                  <a:lnTo>
                    <a:pt x="1824405" y="54305"/>
                  </a:lnTo>
                  <a:lnTo>
                    <a:pt x="1824355" y="53975"/>
                  </a:lnTo>
                  <a:lnTo>
                    <a:pt x="1821319" y="46050"/>
                  </a:lnTo>
                  <a:lnTo>
                    <a:pt x="1820075" y="44094"/>
                  </a:lnTo>
                  <a:lnTo>
                    <a:pt x="1819236" y="42773"/>
                  </a:lnTo>
                  <a:lnTo>
                    <a:pt x="1813966" y="37630"/>
                  </a:lnTo>
                  <a:lnTo>
                    <a:pt x="1811032" y="35801"/>
                  </a:lnTo>
                  <a:lnTo>
                    <a:pt x="1811032" y="58750"/>
                  </a:lnTo>
                  <a:lnTo>
                    <a:pt x="1781695" y="58750"/>
                  </a:lnTo>
                  <a:lnTo>
                    <a:pt x="1793824" y="44094"/>
                  </a:lnTo>
                  <a:lnTo>
                    <a:pt x="1799640" y="44094"/>
                  </a:lnTo>
                  <a:lnTo>
                    <a:pt x="1802498" y="44831"/>
                  </a:lnTo>
                  <a:lnTo>
                    <a:pt x="1802269" y="44831"/>
                  </a:lnTo>
                  <a:lnTo>
                    <a:pt x="1806346" y="47282"/>
                  </a:lnTo>
                  <a:lnTo>
                    <a:pt x="1808010" y="49022"/>
                  </a:lnTo>
                  <a:lnTo>
                    <a:pt x="1810397" y="53428"/>
                  </a:lnTo>
                  <a:lnTo>
                    <a:pt x="1811007" y="55930"/>
                  </a:lnTo>
                  <a:lnTo>
                    <a:pt x="1811032" y="58750"/>
                  </a:lnTo>
                  <a:lnTo>
                    <a:pt x="1811032" y="35801"/>
                  </a:lnTo>
                  <a:lnTo>
                    <a:pt x="1804085" y="33274"/>
                  </a:lnTo>
                  <a:lnTo>
                    <a:pt x="1800466" y="32651"/>
                  </a:lnTo>
                  <a:lnTo>
                    <a:pt x="1790661" y="32651"/>
                  </a:lnTo>
                  <a:lnTo>
                    <a:pt x="1767116" y="58750"/>
                  </a:lnTo>
                  <a:lnTo>
                    <a:pt x="1767192" y="71920"/>
                  </a:lnTo>
                  <a:lnTo>
                    <a:pt x="1791144" y="97028"/>
                  </a:lnTo>
                  <a:lnTo>
                    <a:pt x="1802231" y="97028"/>
                  </a:lnTo>
                  <a:lnTo>
                    <a:pt x="1822145" y="85585"/>
                  </a:lnTo>
                  <a:lnTo>
                    <a:pt x="1823643" y="82715"/>
                  </a:lnTo>
                  <a:lnTo>
                    <a:pt x="1824443" y="79298"/>
                  </a:lnTo>
                  <a:lnTo>
                    <a:pt x="1824507" y="79082"/>
                  </a:lnTo>
                  <a:lnTo>
                    <a:pt x="1810791" y="77546"/>
                  </a:lnTo>
                  <a:lnTo>
                    <a:pt x="1810207" y="79082"/>
                  </a:lnTo>
                  <a:lnTo>
                    <a:pt x="1810131" y="79298"/>
                  </a:lnTo>
                  <a:lnTo>
                    <a:pt x="1809178" y="80772"/>
                  </a:lnTo>
                  <a:lnTo>
                    <a:pt x="1806638" y="83159"/>
                  </a:lnTo>
                  <a:lnTo>
                    <a:pt x="1805127" y="84061"/>
                  </a:lnTo>
                  <a:lnTo>
                    <a:pt x="1801672" y="85280"/>
                  </a:lnTo>
                  <a:lnTo>
                    <a:pt x="1799729" y="85585"/>
                  </a:lnTo>
                  <a:lnTo>
                    <a:pt x="1794395" y="85585"/>
                  </a:lnTo>
                  <a:lnTo>
                    <a:pt x="1781683" y="71920"/>
                  </a:lnTo>
                  <a:lnTo>
                    <a:pt x="1781683" y="68656"/>
                  </a:lnTo>
                  <a:lnTo>
                    <a:pt x="1825117" y="68656"/>
                  </a:lnTo>
                  <a:lnTo>
                    <a:pt x="1825117" y="58750"/>
                  </a:lnTo>
                  <a:close/>
                </a:path>
                <a:path w="3820794" h="220980">
                  <a:moveTo>
                    <a:pt x="1896567" y="12687"/>
                  </a:moveTo>
                  <a:lnTo>
                    <a:pt x="1882114" y="12687"/>
                  </a:lnTo>
                  <a:lnTo>
                    <a:pt x="1882114" y="60604"/>
                  </a:lnTo>
                  <a:lnTo>
                    <a:pt x="1882114" y="68668"/>
                  </a:lnTo>
                  <a:lnTo>
                    <a:pt x="1881644" y="71564"/>
                  </a:lnTo>
                  <a:lnTo>
                    <a:pt x="1881543" y="72199"/>
                  </a:lnTo>
                  <a:lnTo>
                    <a:pt x="1879320" y="78092"/>
                  </a:lnTo>
                  <a:lnTo>
                    <a:pt x="1879269" y="78257"/>
                  </a:lnTo>
                  <a:lnTo>
                    <a:pt x="1877695" y="80492"/>
                  </a:lnTo>
                  <a:lnTo>
                    <a:pt x="1877606" y="80632"/>
                  </a:lnTo>
                  <a:lnTo>
                    <a:pt x="1873224" y="84010"/>
                  </a:lnTo>
                  <a:lnTo>
                    <a:pt x="1870570" y="84848"/>
                  </a:lnTo>
                  <a:lnTo>
                    <a:pt x="1864233" y="84848"/>
                  </a:lnTo>
                  <a:lnTo>
                    <a:pt x="1852650" y="68668"/>
                  </a:lnTo>
                  <a:lnTo>
                    <a:pt x="1852663" y="60604"/>
                  </a:lnTo>
                  <a:lnTo>
                    <a:pt x="1864182" y="44704"/>
                  </a:lnTo>
                  <a:lnTo>
                    <a:pt x="1870621" y="44704"/>
                  </a:lnTo>
                  <a:lnTo>
                    <a:pt x="1882114" y="60604"/>
                  </a:lnTo>
                  <a:lnTo>
                    <a:pt x="1882114" y="12687"/>
                  </a:lnTo>
                  <a:lnTo>
                    <a:pt x="1881822" y="12687"/>
                  </a:lnTo>
                  <a:lnTo>
                    <a:pt x="1881822" y="43776"/>
                  </a:lnTo>
                  <a:lnTo>
                    <a:pt x="1881212" y="43776"/>
                  </a:lnTo>
                  <a:lnTo>
                    <a:pt x="1880527" y="42392"/>
                  </a:lnTo>
                  <a:lnTo>
                    <a:pt x="1880463" y="42252"/>
                  </a:lnTo>
                  <a:lnTo>
                    <a:pt x="1879396" y="40652"/>
                  </a:lnTo>
                  <a:lnTo>
                    <a:pt x="1876628" y="37211"/>
                  </a:lnTo>
                  <a:lnTo>
                    <a:pt x="1874761" y="35737"/>
                  </a:lnTo>
                  <a:lnTo>
                    <a:pt x="1870062" y="33274"/>
                  </a:lnTo>
                  <a:lnTo>
                    <a:pt x="1867052" y="32651"/>
                  </a:lnTo>
                  <a:lnTo>
                    <a:pt x="1858606" y="32651"/>
                  </a:lnTo>
                  <a:lnTo>
                    <a:pt x="1837778" y="72199"/>
                  </a:lnTo>
                  <a:lnTo>
                    <a:pt x="1838794" y="77381"/>
                  </a:lnTo>
                  <a:lnTo>
                    <a:pt x="1843278" y="86956"/>
                  </a:lnTo>
                  <a:lnTo>
                    <a:pt x="1846338" y="90614"/>
                  </a:lnTo>
                  <a:lnTo>
                    <a:pt x="1854073" y="95643"/>
                  </a:lnTo>
                  <a:lnTo>
                    <a:pt x="1858467" y="96901"/>
                  </a:lnTo>
                  <a:lnTo>
                    <a:pt x="1866925" y="96901"/>
                  </a:lnTo>
                  <a:lnTo>
                    <a:pt x="1881212" y="85991"/>
                  </a:lnTo>
                  <a:lnTo>
                    <a:pt x="1882114" y="85991"/>
                  </a:lnTo>
                  <a:lnTo>
                    <a:pt x="1882114" y="95808"/>
                  </a:lnTo>
                  <a:lnTo>
                    <a:pt x="1896567" y="95808"/>
                  </a:lnTo>
                  <a:lnTo>
                    <a:pt x="1896567" y="85991"/>
                  </a:lnTo>
                  <a:lnTo>
                    <a:pt x="1896567" y="84848"/>
                  </a:lnTo>
                  <a:lnTo>
                    <a:pt x="1896567" y="44704"/>
                  </a:lnTo>
                  <a:lnTo>
                    <a:pt x="1896567" y="43776"/>
                  </a:lnTo>
                  <a:lnTo>
                    <a:pt x="1896567" y="12687"/>
                  </a:lnTo>
                  <a:close/>
                </a:path>
                <a:path w="3820794" h="220980">
                  <a:moveTo>
                    <a:pt x="2049614" y="78841"/>
                  </a:moveTo>
                  <a:lnTo>
                    <a:pt x="2048992" y="74218"/>
                  </a:lnTo>
                  <a:lnTo>
                    <a:pt x="2047722" y="70281"/>
                  </a:lnTo>
                  <a:lnTo>
                    <a:pt x="2047671" y="70104"/>
                  </a:lnTo>
                  <a:lnTo>
                    <a:pt x="2045639" y="66497"/>
                  </a:lnTo>
                  <a:lnTo>
                    <a:pt x="2043785" y="63169"/>
                  </a:lnTo>
                  <a:lnTo>
                    <a:pt x="2043684" y="62992"/>
                  </a:lnTo>
                  <a:lnTo>
                    <a:pt x="2019058" y="49657"/>
                  </a:lnTo>
                  <a:lnTo>
                    <a:pt x="2007171" y="49657"/>
                  </a:lnTo>
                  <a:lnTo>
                    <a:pt x="1978012" y="75742"/>
                  </a:lnTo>
                  <a:lnTo>
                    <a:pt x="1976348" y="83400"/>
                  </a:lnTo>
                  <a:lnTo>
                    <a:pt x="1976348" y="101282"/>
                  </a:lnTo>
                  <a:lnTo>
                    <a:pt x="2000592" y="133362"/>
                  </a:lnTo>
                  <a:lnTo>
                    <a:pt x="2007120" y="135051"/>
                  </a:lnTo>
                  <a:lnTo>
                    <a:pt x="2019376" y="135051"/>
                  </a:lnTo>
                  <a:lnTo>
                    <a:pt x="2043607" y="121539"/>
                  </a:lnTo>
                  <a:lnTo>
                    <a:pt x="2044052" y="120992"/>
                  </a:lnTo>
                  <a:lnTo>
                    <a:pt x="2045919" y="117525"/>
                  </a:lnTo>
                  <a:lnTo>
                    <a:pt x="2047824" y="114058"/>
                  </a:lnTo>
                  <a:lnTo>
                    <a:pt x="2049043" y="110350"/>
                  </a:lnTo>
                  <a:lnTo>
                    <a:pt x="2049614" y="106400"/>
                  </a:lnTo>
                  <a:lnTo>
                    <a:pt x="2034413" y="106400"/>
                  </a:lnTo>
                  <a:lnTo>
                    <a:pt x="2034032" y="108432"/>
                  </a:lnTo>
                  <a:lnTo>
                    <a:pt x="2033981" y="108750"/>
                  </a:lnTo>
                  <a:lnTo>
                    <a:pt x="2033143" y="110921"/>
                  </a:lnTo>
                  <a:lnTo>
                    <a:pt x="2017115" y="121539"/>
                  </a:lnTo>
                  <a:lnTo>
                    <a:pt x="2010143" y="121539"/>
                  </a:lnTo>
                  <a:lnTo>
                    <a:pt x="1991499" y="98717"/>
                  </a:lnTo>
                  <a:lnTo>
                    <a:pt x="1991499" y="86106"/>
                  </a:lnTo>
                  <a:lnTo>
                    <a:pt x="2010156" y="63169"/>
                  </a:lnTo>
                  <a:lnTo>
                    <a:pt x="2017217" y="63169"/>
                  </a:lnTo>
                  <a:lnTo>
                    <a:pt x="2034438" y="78841"/>
                  </a:lnTo>
                  <a:lnTo>
                    <a:pt x="2049614" y="78841"/>
                  </a:lnTo>
                  <a:close/>
                </a:path>
                <a:path w="3820794" h="220980">
                  <a:moveTo>
                    <a:pt x="2122500" y="96558"/>
                  </a:moveTo>
                  <a:lnTo>
                    <a:pt x="2121281" y="90906"/>
                  </a:lnTo>
                  <a:lnTo>
                    <a:pt x="2116975" y="82410"/>
                  </a:lnTo>
                  <a:lnTo>
                    <a:pt x="2116378" y="81216"/>
                  </a:lnTo>
                  <a:lnTo>
                    <a:pt x="2112924" y="77457"/>
                  </a:lnTo>
                  <a:lnTo>
                    <a:pt x="2107615" y="74282"/>
                  </a:lnTo>
                  <a:lnTo>
                    <a:pt x="2107615" y="99136"/>
                  </a:lnTo>
                  <a:lnTo>
                    <a:pt x="2107615" y="106743"/>
                  </a:lnTo>
                  <a:lnTo>
                    <a:pt x="2107171" y="109435"/>
                  </a:lnTo>
                  <a:lnTo>
                    <a:pt x="2107057" y="110172"/>
                  </a:lnTo>
                  <a:lnTo>
                    <a:pt x="2104859" y="116344"/>
                  </a:lnTo>
                  <a:lnTo>
                    <a:pt x="2103208" y="118808"/>
                  </a:lnTo>
                  <a:lnTo>
                    <a:pt x="2100999" y="120650"/>
                  </a:lnTo>
                  <a:lnTo>
                    <a:pt x="2098776" y="122466"/>
                  </a:lnTo>
                  <a:lnTo>
                    <a:pt x="2096020" y="123367"/>
                  </a:lnTo>
                  <a:lnTo>
                    <a:pt x="2089327" y="123367"/>
                  </a:lnTo>
                  <a:lnTo>
                    <a:pt x="2077656" y="106743"/>
                  </a:lnTo>
                  <a:lnTo>
                    <a:pt x="2077656" y="99136"/>
                  </a:lnTo>
                  <a:lnTo>
                    <a:pt x="2089327" y="82410"/>
                  </a:lnTo>
                  <a:lnTo>
                    <a:pt x="2096020" y="82410"/>
                  </a:lnTo>
                  <a:lnTo>
                    <a:pt x="2107615" y="99136"/>
                  </a:lnTo>
                  <a:lnTo>
                    <a:pt x="2107615" y="74282"/>
                  </a:lnTo>
                  <a:lnTo>
                    <a:pt x="2103996" y="72097"/>
                  </a:lnTo>
                  <a:lnTo>
                    <a:pt x="2098725" y="70764"/>
                  </a:lnTo>
                  <a:lnTo>
                    <a:pt x="2086546" y="70764"/>
                  </a:lnTo>
                  <a:lnTo>
                    <a:pt x="2062759" y="96558"/>
                  </a:lnTo>
                  <a:lnTo>
                    <a:pt x="2062759" y="109435"/>
                  </a:lnTo>
                  <a:lnTo>
                    <a:pt x="2086546" y="135140"/>
                  </a:lnTo>
                  <a:lnTo>
                    <a:pt x="2098725" y="135140"/>
                  </a:lnTo>
                  <a:lnTo>
                    <a:pt x="2103996" y="133794"/>
                  </a:lnTo>
                  <a:lnTo>
                    <a:pt x="2112924" y="128447"/>
                  </a:lnTo>
                  <a:lnTo>
                    <a:pt x="2116378" y="124688"/>
                  </a:lnTo>
                  <a:lnTo>
                    <a:pt x="2117039" y="123367"/>
                  </a:lnTo>
                  <a:lnTo>
                    <a:pt x="2121281" y="115062"/>
                  </a:lnTo>
                  <a:lnTo>
                    <a:pt x="2122500" y="109435"/>
                  </a:lnTo>
                  <a:lnTo>
                    <a:pt x="2122500" y="96558"/>
                  </a:lnTo>
                  <a:close/>
                </a:path>
                <a:path w="3820794" h="220980">
                  <a:moveTo>
                    <a:pt x="2192375" y="133921"/>
                  </a:moveTo>
                  <a:lnTo>
                    <a:pt x="2192363" y="89065"/>
                  </a:lnTo>
                  <a:lnTo>
                    <a:pt x="2191524" y="85013"/>
                  </a:lnTo>
                  <a:lnTo>
                    <a:pt x="2190585" y="83185"/>
                  </a:lnTo>
                  <a:lnTo>
                    <a:pt x="2190064" y="82169"/>
                  </a:lnTo>
                  <a:lnTo>
                    <a:pt x="2187968" y="78028"/>
                  </a:lnTo>
                  <a:lnTo>
                    <a:pt x="2185479" y="75361"/>
                  </a:lnTo>
                  <a:lnTo>
                    <a:pt x="2179256" y="71793"/>
                  </a:lnTo>
                  <a:lnTo>
                    <a:pt x="2179523" y="71793"/>
                  </a:lnTo>
                  <a:lnTo>
                    <a:pt x="2175319" y="70764"/>
                  </a:lnTo>
                  <a:lnTo>
                    <a:pt x="2166366" y="70764"/>
                  </a:lnTo>
                  <a:lnTo>
                    <a:pt x="2162454" y="71793"/>
                  </a:lnTo>
                  <a:lnTo>
                    <a:pt x="2156155" y="75907"/>
                  </a:lnTo>
                  <a:lnTo>
                    <a:pt x="2153869" y="78676"/>
                  </a:lnTo>
                  <a:lnTo>
                    <a:pt x="2152434" y="82169"/>
                  </a:lnTo>
                  <a:lnTo>
                    <a:pt x="2151697" y="82169"/>
                  </a:lnTo>
                  <a:lnTo>
                    <a:pt x="2151697" y="71793"/>
                  </a:lnTo>
                  <a:lnTo>
                    <a:pt x="2137651" y="71793"/>
                  </a:lnTo>
                  <a:lnTo>
                    <a:pt x="2137651" y="133921"/>
                  </a:lnTo>
                  <a:lnTo>
                    <a:pt x="2152345" y="133921"/>
                  </a:lnTo>
                  <a:lnTo>
                    <a:pt x="2152345" y="94386"/>
                  </a:lnTo>
                  <a:lnTo>
                    <a:pt x="2152789" y="92329"/>
                  </a:lnTo>
                  <a:lnTo>
                    <a:pt x="2162975" y="83185"/>
                  </a:lnTo>
                  <a:lnTo>
                    <a:pt x="2169325" y="83185"/>
                  </a:lnTo>
                  <a:lnTo>
                    <a:pt x="2172297" y="84366"/>
                  </a:lnTo>
                  <a:lnTo>
                    <a:pt x="2176589" y="89065"/>
                  </a:lnTo>
                  <a:lnTo>
                    <a:pt x="2177681" y="92329"/>
                  </a:lnTo>
                  <a:lnTo>
                    <a:pt x="2177681" y="133921"/>
                  </a:lnTo>
                  <a:lnTo>
                    <a:pt x="2192375" y="133921"/>
                  </a:lnTo>
                  <a:close/>
                </a:path>
                <a:path w="3820794" h="220980">
                  <a:moveTo>
                    <a:pt x="2266327" y="50800"/>
                  </a:moveTo>
                  <a:lnTo>
                    <a:pt x="2251875" y="50800"/>
                  </a:lnTo>
                  <a:lnTo>
                    <a:pt x="2251875" y="98717"/>
                  </a:lnTo>
                  <a:lnTo>
                    <a:pt x="2251875" y="106781"/>
                  </a:lnTo>
                  <a:lnTo>
                    <a:pt x="2251405" y="109677"/>
                  </a:lnTo>
                  <a:lnTo>
                    <a:pt x="2251303" y="110312"/>
                  </a:lnTo>
                  <a:lnTo>
                    <a:pt x="2249081" y="116205"/>
                  </a:lnTo>
                  <a:lnTo>
                    <a:pt x="2249030" y="116370"/>
                  </a:lnTo>
                  <a:lnTo>
                    <a:pt x="2247455" y="118605"/>
                  </a:lnTo>
                  <a:lnTo>
                    <a:pt x="2247366" y="118745"/>
                  </a:lnTo>
                  <a:lnTo>
                    <a:pt x="2245182" y="120446"/>
                  </a:lnTo>
                  <a:lnTo>
                    <a:pt x="2242985" y="122123"/>
                  </a:lnTo>
                  <a:lnTo>
                    <a:pt x="2240330" y="122961"/>
                  </a:lnTo>
                  <a:lnTo>
                    <a:pt x="2234006" y="122961"/>
                  </a:lnTo>
                  <a:lnTo>
                    <a:pt x="2222423" y="106781"/>
                  </a:lnTo>
                  <a:lnTo>
                    <a:pt x="2222436" y="98717"/>
                  </a:lnTo>
                  <a:lnTo>
                    <a:pt x="2233942" y="82816"/>
                  </a:lnTo>
                  <a:lnTo>
                    <a:pt x="2240394" y="82816"/>
                  </a:lnTo>
                  <a:lnTo>
                    <a:pt x="2251875" y="98717"/>
                  </a:lnTo>
                  <a:lnTo>
                    <a:pt x="2251875" y="50800"/>
                  </a:lnTo>
                  <a:lnTo>
                    <a:pt x="2251595" y="50800"/>
                  </a:lnTo>
                  <a:lnTo>
                    <a:pt x="2251595" y="81889"/>
                  </a:lnTo>
                  <a:lnTo>
                    <a:pt x="2250986" y="81889"/>
                  </a:lnTo>
                  <a:lnTo>
                    <a:pt x="2250287" y="80505"/>
                  </a:lnTo>
                  <a:lnTo>
                    <a:pt x="2250224" y="80365"/>
                  </a:lnTo>
                  <a:lnTo>
                    <a:pt x="2249157" y="78765"/>
                  </a:lnTo>
                  <a:lnTo>
                    <a:pt x="2246401" y="75323"/>
                  </a:lnTo>
                  <a:lnTo>
                    <a:pt x="2244534" y="73850"/>
                  </a:lnTo>
                  <a:lnTo>
                    <a:pt x="2242172" y="72631"/>
                  </a:lnTo>
                  <a:lnTo>
                    <a:pt x="2239822" y="71386"/>
                  </a:lnTo>
                  <a:lnTo>
                    <a:pt x="2236813" y="70764"/>
                  </a:lnTo>
                  <a:lnTo>
                    <a:pt x="2228380" y="70764"/>
                  </a:lnTo>
                  <a:lnTo>
                    <a:pt x="2207539" y="110312"/>
                  </a:lnTo>
                  <a:lnTo>
                    <a:pt x="2208555" y="115493"/>
                  </a:lnTo>
                  <a:lnTo>
                    <a:pt x="2213038" y="125069"/>
                  </a:lnTo>
                  <a:lnTo>
                    <a:pt x="2216099" y="128727"/>
                  </a:lnTo>
                  <a:lnTo>
                    <a:pt x="2223846" y="133756"/>
                  </a:lnTo>
                  <a:lnTo>
                    <a:pt x="2228227" y="135013"/>
                  </a:lnTo>
                  <a:lnTo>
                    <a:pt x="2236698" y="135013"/>
                  </a:lnTo>
                  <a:lnTo>
                    <a:pt x="2250986" y="124104"/>
                  </a:lnTo>
                  <a:lnTo>
                    <a:pt x="2251875" y="124104"/>
                  </a:lnTo>
                  <a:lnTo>
                    <a:pt x="2251875" y="133921"/>
                  </a:lnTo>
                  <a:lnTo>
                    <a:pt x="2266327" y="133921"/>
                  </a:lnTo>
                  <a:lnTo>
                    <a:pt x="2266327" y="124104"/>
                  </a:lnTo>
                  <a:lnTo>
                    <a:pt x="2266327" y="122961"/>
                  </a:lnTo>
                  <a:lnTo>
                    <a:pt x="2266327" y="82816"/>
                  </a:lnTo>
                  <a:lnTo>
                    <a:pt x="2266327" y="81889"/>
                  </a:lnTo>
                  <a:lnTo>
                    <a:pt x="2266327" y="50800"/>
                  </a:lnTo>
                  <a:close/>
                </a:path>
                <a:path w="3820794" h="220980">
                  <a:moveTo>
                    <a:pt x="2339086" y="71577"/>
                  </a:moveTo>
                  <a:lnTo>
                    <a:pt x="2324392" y="71577"/>
                  </a:lnTo>
                  <a:lnTo>
                    <a:pt x="2324392" y="110871"/>
                  </a:lnTo>
                  <a:lnTo>
                    <a:pt x="2323731" y="113499"/>
                  </a:lnTo>
                  <a:lnTo>
                    <a:pt x="2321115" y="117703"/>
                  </a:lnTo>
                  <a:lnTo>
                    <a:pt x="2319451" y="119265"/>
                  </a:lnTo>
                  <a:lnTo>
                    <a:pt x="2315387" y="121373"/>
                  </a:lnTo>
                  <a:lnTo>
                    <a:pt x="2313292" y="121907"/>
                  </a:lnTo>
                  <a:lnTo>
                    <a:pt x="2307602" y="121907"/>
                  </a:lnTo>
                  <a:lnTo>
                    <a:pt x="2304770" y="120738"/>
                  </a:lnTo>
                  <a:lnTo>
                    <a:pt x="2300440" y="116090"/>
                  </a:lnTo>
                  <a:lnTo>
                    <a:pt x="2299360" y="112953"/>
                  </a:lnTo>
                  <a:lnTo>
                    <a:pt x="2299360" y="71577"/>
                  </a:lnTo>
                  <a:lnTo>
                    <a:pt x="2284666" y="71577"/>
                  </a:lnTo>
                  <a:lnTo>
                    <a:pt x="2284666" y="116255"/>
                  </a:lnTo>
                  <a:lnTo>
                    <a:pt x="2285542" y="120497"/>
                  </a:lnTo>
                  <a:lnTo>
                    <a:pt x="2289060" y="127508"/>
                  </a:lnTo>
                  <a:lnTo>
                    <a:pt x="2291499" y="130175"/>
                  </a:lnTo>
                  <a:lnTo>
                    <a:pt x="2294610" y="132016"/>
                  </a:lnTo>
                  <a:lnTo>
                    <a:pt x="2297900" y="133921"/>
                  </a:lnTo>
                  <a:lnTo>
                    <a:pt x="2298103" y="133921"/>
                  </a:lnTo>
                  <a:lnTo>
                    <a:pt x="2301354" y="134734"/>
                  </a:lnTo>
                  <a:lnTo>
                    <a:pt x="2310130" y="134734"/>
                  </a:lnTo>
                  <a:lnTo>
                    <a:pt x="2314067" y="133629"/>
                  </a:lnTo>
                  <a:lnTo>
                    <a:pt x="2320480" y="129184"/>
                  </a:lnTo>
                  <a:lnTo>
                    <a:pt x="2322792" y="126326"/>
                  </a:lnTo>
                  <a:lnTo>
                    <a:pt x="2324201" y="122834"/>
                  </a:lnTo>
                  <a:lnTo>
                    <a:pt x="2324849" y="122834"/>
                  </a:lnTo>
                  <a:lnTo>
                    <a:pt x="2324849" y="133921"/>
                  </a:lnTo>
                  <a:lnTo>
                    <a:pt x="2339086" y="133921"/>
                  </a:lnTo>
                  <a:lnTo>
                    <a:pt x="2339086" y="122834"/>
                  </a:lnTo>
                  <a:lnTo>
                    <a:pt x="2339086" y="121907"/>
                  </a:lnTo>
                  <a:lnTo>
                    <a:pt x="2339086" y="71577"/>
                  </a:lnTo>
                  <a:close/>
                </a:path>
                <a:path w="3820794" h="220980">
                  <a:moveTo>
                    <a:pt x="2410777" y="93167"/>
                  </a:moveTo>
                  <a:lnTo>
                    <a:pt x="2410688" y="91948"/>
                  </a:lnTo>
                  <a:lnTo>
                    <a:pt x="2410561" y="90170"/>
                  </a:lnTo>
                  <a:lnTo>
                    <a:pt x="2410460" y="88671"/>
                  </a:lnTo>
                  <a:lnTo>
                    <a:pt x="2409126" y="84759"/>
                  </a:lnTo>
                  <a:lnTo>
                    <a:pt x="2407640" y="82613"/>
                  </a:lnTo>
                  <a:lnTo>
                    <a:pt x="2404478" y="78016"/>
                  </a:lnTo>
                  <a:lnTo>
                    <a:pt x="2401354" y="75399"/>
                  </a:lnTo>
                  <a:lnTo>
                    <a:pt x="2397429" y="73571"/>
                  </a:lnTo>
                  <a:lnTo>
                    <a:pt x="2393531" y="71691"/>
                  </a:lnTo>
                  <a:lnTo>
                    <a:pt x="2389047" y="70764"/>
                  </a:lnTo>
                  <a:lnTo>
                    <a:pt x="2377910" y="70764"/>
                  </a:lnTo>
                  <a:lnTo>
                    <a:pt x="2372626" y="72136"/>
                  </a:lnTo>
                  <a:lnTo>
                    <a:pt x="2363724" y="77571"/>
                  </a:lnTo>
                  <a:lnTo>
                    <a:pt x="2360295" y="81356"/>
                  </a:lnTo>
                  <a:lnTo>
                    <a:pt x="2355418" y="91071"/>
                  </a:lnTo>
                  <a:lnTo>
                    <a:pt x="2354199" y="96659"/>
                  </a:lnTo>
                  <a:lnTo>
                    <a:pt x="2354199" y="109296"/>
                  </a:lnTo>
                  <a:lnTo>
                    <a:pt x="2377846" y="135140"/>
                  </a:lnTo>
                  <a:lnTo>
                    <a:pt x="2389301" y="135140"/>
                  </a:lnTo>
                  <a:lnTo>
                    <a:pt x="2408999" y="121107"/>
                  </a:lnTo>
                  <a:lnTo>
                    <a:pt x="2409126" y="120929"/>
                  </a:lnTo>
                  <a:lnTo>
                    <a:pt x="2410434" y="117017"/>
                  </a:lnTo>
                  <a:lnTo>
                    <a:pt x="2410777" y="112610"/>
                  </a:lnTo>
                  <a:lnTo>
                    <a:pt x="2396744" y="112610"/>
                  </a:lnTo>
                  <a:lnTo>
                    <a:pt x="2396299" y="114871"/>
                  </a:lnTo>
                  <a:lnTo>
                    <a:pt x="2395512" y="116763"/>
                  </a:lnTo>
                  <a:lnTo>
                    <a:pt x="2393175" y="119900"/>
                  </a:lnTo>
                  <a:lnTo>
                    <a:pt x="2391727" y="121107"/>
                  </a:lnTo>
                  <a:lnTo>
                    <a:pt x="2388298" y="122758"/>
                  </a:lnTo>
                  <a:lnTo>
                    <a:pt x="2386355" y="123164"/>
                  </a:lnTo>
                  <a:lnTo>
                    <a:pt x="2381135" y="123164"/>
                  </a:lnTo>
                  <a:lnTo>
                    <a:pt x="2369096" y="106997"/>
                  </a:lnTo>
                  <a:lnTo>
                    <a:pt x="2369096" y="98552"/>
                  </a:lnTo>
                  <a:lnTo>
                    <a:pt x="2381199" y="82613"/>
                  </a:lnTo>
                  <a:lnTo>
                    <a:pt x="2387739" y="82613"/>
                  </a:lnTo>
                  <a:lnTo>
                    <a:pt x="2390571" y="83629"/>
                  </a:lnTo>
                  <a:lnTo>
                    <a:pt x="2392680" y="85661"/>
                  </a:lnTo>
                  <a:lnTo>
                    <a:pt x="2394813" y="87668"/>
                  </a:lnTo>
                  <a:lnTo>
                    <a:pt x="2396172" y="90170"/>
                  </a:lnTo>
                  <a:lnTo>
                    <a:pt x="2396744" y="93167"/>
                  </a:lnTo>
                  <a:lnTo>
                    <a:pt x="2410777" y="93167"/>
                  </a:lnTo>
                  <a:close/>
                </a:path>
                <a:path w="3820794" h="220980">
                  <a:moveTo>
                    <a:pt x="2457793" y="133311"/>
                  </a:moveTo>
                  <a:lnTo>
                    <a:pt x="2455430" y="122389"/>
                  </a:lnTo>
                  <a:lnTo>
                    <a:pt x="2455354" y="122059"/>
                  </a:lnTo>
                  <a:lnTo>
                    <a:pt x="2454313" y="122059"/>
                  </a:lnTo>
                  <a:lnTo>
                    <a:pt x="2452408" y="122389"/>
                  </a:lnTo>
                  <a:lnTo>
                    <a:pt x="2449804" y="122389"/>
                  </a:lnTo>
                  <a:lnTo>
                    <a:pt x="2444356" y="117144"/>
                  </a:lnTo>
                  <a:lnTo>
                    <a:pt x="2444356" y="82943"/>
                  </a:lnTo>
                  <a:lnTo>
                    <a:pt x="2456662" y="82943"/>
                  </a:lnTo>
                  <a:lnTo>
                    <a:pt x="2456662" y="71577"/>
                  </a:lnTo>
                  <a:lnTo>
                    <a:pt x="2444356" y="71577"/>
                  </a:lnTo>
                  <a:lnTo>
                    <a:pt x="2444356" y="56642"/>
                  </a:lnTo>
                  <a:lnTo>
                    <a:pt x="2429662" y="56642"/>
                  </a:lnTo>
                  <a:lnTo>
                    <a:pt x="2429649" y="71577"/>
                  </a:lnTo>
                  <a:lnTo>
                    <a:pt x="2420823" y="71577"/>
                  </a:lnTo>
                  <a:lnTo>
                    <a:pt x="2420823" y="82943"/>
                  </a:lnTo>
                  <a:lnTo>
                    <a:pt x="2429649" y="82943"/>
                  </a:lnTo>
                  <a:lnTo>
                    <a:pt x="2429637" y="121500"/>
                  </a:lnTo>
                  <a:lnTo>
                    <a:pt x="2430475" y="124752"/>
                  </a:lnTo>
                  <a:lnTo>
                    <a:pt x="2445474" y="134886"/>
                  </a:lnTo>
                  <a:lnTo>
                    <a:pt x="2449715" y="134886"/>
                  </a:lnTo>
                  <a:lnTo>
                    <a:pt x="2452992" y="134531"/>
                  </a:lnTo>
                  <a:lnTo>
                    <a:pt x="2455888" y="133883"/>
                  </a:lnTo>
                  <a:lnTo>
                    <a:pt x="2457005" y="133578"/>
                  </a:lnTo>
                  <a:lnTo>
                    <a:pt x="2457793" y="133311"/>
                  </a:lnTo>
                  <a:close/>
                </a:path>
                <a:path w="3820794" h="220980">
                  <a:moveTo>
                    <a:pt x="2646515" y="78828"/>
                  </a:moveTo>
                  <a:lnTo>
                    <a:pt x="2645892" y="74206"/>
                  </a:lnTo>
                  <a:lnTo>
                    <a:pt x="2644622" y="70269"/>
                  </a:lnTo>
                  <a:lnTo>
                    <a:pt x="2644571" y="70091"/>
                  </a:lnTo>
                  <a:lnTo>
                    <a:pt x="2642539" y="66484"/>
                  </a:lnTo>
                  <a:lnTo>
                    <a:pt x="2640685" y="63157"/>
                  </a:lnTo>
                  <a:lnTo>
                    <a:pt x="2640584" y="62979"/>
                  </a:lnTo>
                  <a:lnTo>
                    <a:pt x="2615958" y="49644"/>
                  </a:lnTo>
                  <a:lnTo>
                    <a:pt x="2604071" y="49644"/>
                  </a:lnTo>
                  <a:lnTo>
                    <a:pt x="2574912" y="75730"/>
                  </a:lnTo>
                  <a:lnTo>
                    <a:pt x="2573248" y="83388"/>
                  </a:lnTo>
                  <a:lnTo>
                    <a:pt x="2573248" y="101269"/>
                  </a:lnTo>
                  <a:lnTo>
                    <a:pt x="2597493" y="133350"/>
                  </a:lnTo>
                  <a:lnTo>
                    <a:pt x="2604020" y="135039"/>
                  </a:lnTo>
                  <a:lnTo>
                    <a:pt x="2616276" y="135039"/>
                  </a:lnTo>
                  <a:lnTo>
                    <a:pt x="2640507" y="121526"/>
                  </a:lnTo>
                  <a:lnTo>
                    <a:pt x="2640952" y="120980"/>
                  </a:lnTo>
                  <a:lnTo>
                    <a:pt x="2642819" y="117513"/>
                  </a:lnTo>
                  <a:lnTo>
                    <a:pt x="2644724" y="114046"/>
                  </a:lnTo>
                  <a:lnTo>
                    <a:pt x="2645943" y="110337"/>
                  </a:lnTo>
                  <a:lnTo>
                    <a:pt x="2646515" y="106387"/>
                  </a:lnTo>
                  <a:lnTo>
                    <a:pt x="2631313" y="106387"/>
                  </a:lnTo>
                  <a:lnTo>
                    <a:pt x="2630932" y="108419"/>
                  </a:lnTo>
                  <a:lnTo>
                    <a:pt x="2630881" y="108737"/>
                  </a:lnTo>
                  <a:lnTo>
                    <a:pt x="2630043" y="110909"/>
                  </a:lnTo>
                  <a:lnTo>
                    <a:pt x="2614015" y="121526"/>
                  </a:lnTo>
                  <a:lnTo>
                    <a:pt x="2607043" y="121526"/>
                  </a:lnTo>
                  <a:lnTo>
                    <a:pt x="2588399" y="98704"/>
                  </a:lnTo>
                  <a:lnTo>
                    <a:pt x="2588399" y="86093"/>
                  </a:lnTo>
                  <a:lnTo>
                    <a:pt x="2607056" y="63157"/>
                  </a:lnTo>
                  <a:lnTo>
                    <a:pt x="2614117" y="63157"/>
                  </a:lnTo>
                  <a:lnTo>
                    <a:pt x="2631338" y="78828"/>
                  </a:lnTo>
                  <a:lnTo>
                    <a:pt x="2646515" y="78828"/>
                  </a:lnTo>
                  <a:close/>
                </a:path>
                <a:path w="3820794" h="220980">
                  <a:moveTo>
                    <a:pt x="2719400" y="96545"/>
                  </a:moveTo>
                  <a:lnTo>
                    <a:pt x="2718181" y="90893"/>
                  </a:lnTo>
                  <a:lnTo>
                    <a:pt x="2713875" y="82397"/>
                  </a:lnTo>
                  <a:lnTo>
                    <a:pt x="2713278" y="81203"/>
                  </a:lnTo>
                  <a:lnTo>
                    <a:pt x="2709824" y="77444"/>
                  </a:lnTo>
                  <a:lnTo>
                    <a:pt x="2704515" y="74269"/>
                  </a:lnTo>
                  <a:lnTo>
                    <a:pt x="2704515" y="99123"/>
                  </a:lnTo>
                  <a:lnTo>
                    <a:pt x="2704515" y="106730"/>
                  </a:lnTo>
                  <a:lnTo>
                    <a:pt x="2704071" y="109423"/>
                  </a:lnTo>
                  <a:lnTo>
                    <a:pt x="2703957" y="110159"/>
                  </a:lnTo>
                  <a:lnTo>
                    <a:pt x="2701760" y="116332"/>
                  </a:lnTo>
                  <a:lnTo>
                    <a:pt x="2700109" y="118795"/>
                  </a:lnTo>
                  <a:lnTo>
                    <a:pt x="2697899" y="120637"/>
                  </a:lnTo>
                  <a:lnTo>
                    <a:pt x="2695676" y="122453"/>
                  </a:lnTo>
                  <a:lnTo>
                    <a:pt x="2692920" y="123355"/>
                  </a:lnTo>
                  <a:lnTo>
                    <a:pt x="2686227" y="123355"/>
                  </a:lnTo>
                  <a:lnTo>
                    <a:pt x="2674556" y="106730"/>
                  </a:lnTo>
                  <a:lnTo>
                    <a:pt x="2674556" y="99123"/>
                  </a:lnTo>
                  <a:lnTo>
                    <a:pt x="2686227" y="82397"/>
                  </a:lnTo>
                  <a:lnTo>
                    <a:pt x="2692920" y="82397"/>
                  </a:lnTo>
                  <a:lnTo>
                    <a:pt x="2704515" y="99123"/>
                  </a:lnTo>
                  <a:lnTo>
                    <a:pt x="2704515" y="74269"/>
                  </a:lnTo>
                  <a:lnTo>
                    <a:pt x="2700896" y="72085"/>
                  </a:lnTo>
                  <a:lnTo>
                    <a:pt x="2695625" y="70751"/>
                  </a:lnTo>
                  <a:lnTo>
                    <a:pt x="2683446" y="70751"/>
                  </a:lnTo>
                  <a:lnTo>
                    <a:pt x="2659659" y="96545"/>
                  </a:lnTo>
                  <a:lnTo>
                    <a:pt x="2659659" y="109423"/>
                  </a:lnTo>
                  <a:lnTo>
                    <a:pt x="2683446" y="135128"/>
                  </a:lnTo>
                  <a:lnTo>
                    <a:pt x="2695625" y="135128"/>
                  </a:lnTo>
                  <a:lnTo>
                    <a:pt x="2700896" y="133781"/>
                  </a:lnTo>
                  <a:lnTo>
                    <a:pt x="2709824" y="128435"/>
                  </a:lnTo>
                  <a:lnTo>
                    <a:pt x="2713278" y="124675"/>
                  </a:lnTo>
                  <a:lnTo>
                    <a:pt x="2713939" y="123355"/>
                  </a:lnTo>
                  <a:lnTo>
                    <a:pt x="2718181" y="115049"/>
                  </a:lnTo>
                  <a:lnTo>
                    <a:pt x="2719400" y="109423"/>
                  </a:lnTo>
                  <a:lnTo>
                    <a:pt x="2719400" y="96545"/>
                  </a:lnTo>
                  <a:close/>
                </a:path>
                <a:path w="3820794" h="220980">
                  <a:moveTo>
                    <a:pt x="2749245" y="50787"/>
                  </a:moveTo>
                  <a:lnTo>
                    <a:pt x="2734551" y="50787"/>
                  </a:lnTo>
                  <a:lnTo>
                    <a:pt x="2734551" y="133908"/>
                  </a:lnTo>
                  <a:lnTo>
                    <a:pt x="2749245" y="133908"/>
                  </a:lnTo>
                  <a:lnTo>
                    <a:pt x="2749245" y="50787"/>
                  </a:lnTo>
                  <a:close/>
                </a:path>
                <a:path w="3820794" h="220980">
                  <a:moveTo>
                    <a:pt x="2781731" y="50787"/>
                  </a:moveTo>
                  <a:lnTo>
                    <a:pt x="2767038" y="50787"/>
                  </a:lnTo>
                  <a:lnTo>
                    <a:pt x="2767038" y="133908"/>
                  </a:lnTo>
                  <a:lnTo>
                    <a:pt x="2781731" y="133908"/>
                  </a:lnTo>
                  <a:lnTo>
                    <a:pt x="2781731" y="50787"/>
                  </a:lnTo>
                  <a:close/>
                </a:path>
                <a:path w="3820794" h="220980">
                  <a:moveTo>
                    <a:pt x="2853944" y="71564"/>
                  </a:moveTo>
                  <a:lnTo>
                    <a:pt x="2839262" y="71564"/>
                  </a:lnTo>
                  <a:lnTo>
                    <a:pt x="2839262" y="110858"/>
                  </a:lnTo>
                  <a:lnTo>
                    <a:pt x="2838589" y="113487"/>
                  </a:lnTo>
                  <a:lnTo>
                    <a:pt x="2835973" y="117690"/>
                  </a:lnTo>
                  <a:lnTo>
                    <a:pt x="2834309" y="119253"/>
                  </a:lnTo>
                  <a:lnTo>
                    <a:pt x="2830245" y="121361"/>
                  </a:lnTo>
                  <a:lnTo>
                    <a:pt x="2828150" y="121894"/>
                  </a:lnTo>
                  <a:lnTo>
                    <a:pt x="2822460" y="121894"/>
                  </a:lnTo>
                  <a:lnTo>
                    <a:pt x="2819628" y="120726"/>
                  </a:lnTo>
                  <a:lnTo>
                    <a:pt x="2815298" y="116078"/>
                  </a:lnTo>
                  <a:lnTo>
                    <a:pt x="2814218" y="112941"/>
                  </a:lnTo>
                  <a:lnTo>
                    <a:pt x="2814218" y="71564"/>
                  </a:lnTo>
                  <a:lnTo>
                    <a:pt x="2799524" y="71564"/>
                  </a:lnTo>
                  <a:lnTo>
                    <a:pt x="2799524" y="116243"/>
                  </a:lnTo>
                  <a:lnTo>
                    <a:pt x="2800400" y="120484"/>
                  </a:lnTo>
                  <a:lnTo>
                    <a:pt x="2803918" y="127495"/>
                  </a:lnTo>
                  <a:lnTo>
                    <a:pt x="2806357" y="130162"/>
                  </a:lnTo>
                  <a:lnTo>
                    <a:pt x="2809468" y="132003"/>
                  </a:lnTo>
                  <a:lnTo>
                    <a:pt x="2812758" y="133908"/>
                  </a:lnTo>
                  <a:lnTo>
                    <a:pt x="2812961" y="133908"/>
                  </a:lnTo>
                  <a:lnTo>
                    <a:pt x="2816212" y="134721"/>
                  </a:lnTo>
                  <a:lnTo>
                    <a:pt x="2824988" y="134721"/>
                  </a:lnTo>
                  <a:lnTo>
                    <a:pt x="2828925" y="133616"/>
                  </a:lnTo>
                  <a:lnTo>
                    <a:pt x="2835338" y="129171"/>
                  </a:lnTo>
                  <a:lnTo>
                    <a:pt x="2837650" y="126314"/>
                  </a:lnTo>
                  <a:lnTo>
                    <a:pt x="2839059" y="122821"/>
                  </a:lnTo>
                  <a:lnTo>
                    <a:pt x="2839707" y="122821"/>
                  </a:lnTo>
                  <a:lnTo>
                    <a:pt x="2839707" y="133908"/>
                  </a:lnTo>
                  <a:lnTo>
                    <a:pt x="2853944" y="133908"/>
                  </a:lnTo>
                  <a:lnTo>
                    <a:pt x="2853944" y="122821"/>
                  </a:lnTo>
                  <a:lnTo>
                    <a:pt x="2853944" y="121894"/>
                  </a:lnTo>
                  <a:lnTo>
                    <a:pt x="2853944" y="71564"/>
                  </a:lnTo>
                  <a:close/>
                </a:path>
                <a:path w="3820794" h="220980">
                  <a:moveTo>
                    <a:pt x="2922320" y="110769"/>
                  </a:moveTo>
                  <a:lnTo>
                    <a:pt x="2920860" y="107162"/>
                  </a:lnTo>
                  <a:lnTo>
                    <a:pt x="2915107" y="101638"/>
                  </a:lnTo>
                  <a:lnTo>
                    <a:pt x="2910713" y="99618"/>
                  </a:lnTo>
                  <a:lnTo>
                    <a:pt x="2894190" y="96075"/>
                  </a:lnTo>
                  <a:lnTo>
                    <a:pt x="2891015" y="95351"/>
                  </a:lnTo>
                  <a:lnTo>
                    <a:pt x="2888742" y="94411"/>
                  </a:lnTo>
                  <a:lnTo>
                    <a:pt x="2886011" y="92138"/>
                  </a:lnTo>
                  <a:lnTo>
                    <a:pt x="2885351" y="90665"/>
                  </a:lnTo>
                  <a:lnTo>
                    <a:pt x="2885351" y="86741"/>
                  </a:lnTo>
                  <a:lnTo>
                    <a:pt x="2886367" y="85026"/>
                  </a:lnTo>
                  <a:lnTo>
                    <a:pt x="2890304" y="82499"/>
                  </a:lnTo>
                  <a:lnTo>
                    <a:pt x="2890012" y="82499"/>
                  </a:lnTo>
                  <a:lnTo>
                    <a:pt x="2893072" y="81711"/>
                  </a:lnTo>
                  <a:lnTo>
                    <a:pt x="2898406" y="81711"/>
                  </a:lnTo>
                  <a:lnTo>
                    <a:pt x="2900324" y="82080"/>
                  </a:lnTo>
                  <a:lnTo>
                    <a:pt x="2903461" y="83540"/>
                  </a:lnTo>
                  <a:lnTo>
                    <a:pt x="2904706" y="84493"/>
                  </a:lnTo>
                  <a:lnTo>
                    <a:pt x="2906458" y="86741"/>
                  </a:lnTo>
                  <a:lnTo>
                    <a:pt x="2906572" y="86880"/>
                  </a:lnTo>
                  <a:lnTo>
                    <a:pt x="2907246" y="88150"/>
                  </a:lnTo>
                  <a:lnTo>
                    <a:pt x="2907614" y="89509"/>
                  </a:lnTo>
                  <a:lnTo>
                    <a:pt x="2919971" y="88150"/>
                  </a:lnTo>
                  <a:lnTo>
                    <a:pt x="2921025" y="88150"/>
                  </a:lnTo>
                  <a:lnTo>
                    <a:pt x="2920009" y="82740"/>
                  </a:lnTo>
                  <a:lnTo>
                    <a:pt x="2919361" y="81711"/>
                  </a:lnTo>
                  <a:lnTo>
                    <a:pt x="2917406" y="78536"/>
                  </a:lnTo>
                  <a:lnTo>
                    <a:pt x="2908985" y="72313"/>
                  </a:lnTo>
                  <a:lnTo>
                    <a:pt x="2903232" y="70751"/>
                  </a:lnTo>
                  <a:lnTo>
                    <a:pt x="2890951" y="70751"/>
                  </a:lnTo>
                  <a:lnTo>
                    <a:pt x="2870695" y="85826"/>
                  </a:lnTo>
                  <a:lnTo>
                    <a:pt x="2870771" y="94411"/>
                  </a:lnTo>
                  <a:lnTo>
                    <a:pt x="2901759" y="110096"/>
                  </a:lnTo>
                  <a:lnTo>
                    <a:pt x="2903867" y="110985"/>
                  </a:lnTo>
                  <a:lnTo>
                    <a:pt x="2906611" y="113322"/>
                  </a:lnTo>
                  <a:lnTo>
                    <a:pt x="2907296" y="114795"/>
                  </a:lnTo>
                  <a:lnTo>
                    <a:pt x="2907296" y="118681"/>
                  </a:lnTo>
                  <a:lnTo>
                    <a:pt x="2906230" y="120459"/>
                  </a:lnTo>
                  <a:lnTo>
                    <a:pt x="2901975" y="123329"/>
                  </a:lnTo>
                  <a:lnTo>
                    <a:pt x="2899181" y="124040"/>
                  </a:lnTo>
                  <a:lnTo>
                    <a:pt x="2892298" y="124040"/>
                  </a:lnTo>
                  <a:lnTo>
                    <a:pt x="2889554" y="123329"/>
                  </a:lnTo>
                  <a:lnTo>
                    <a:pt x="2885338" y="120459"/>
                  </a:lnTo>
                  <a:lnTo>
                    <a:pt x="2883954" y="118338"/>
                  </a:lnTo>
                  <a:lnTo>
                    <a:pt x="2883306" y="115519"/>
                  </a:lnTo>
                  <a:lnTo>
                    <a:pt x="2868980" y="116903"/>
                  </a:lnTo>
                  <a:lnTo>
                    <a:pt x="2869869" y="122643"/>
                  </a:lnTo>
                  <a:lnTo>
                    <a:pt x="2872651" y="127114"/>
                  </a:lnTo>
                  <a:lnTo>
                    <a:pt x="2881947" y="133527"/>
                  </a:lnTo>
                  <a:lnTo>
                    <a:pt x="2888094" y="135128"/>
                  </a:lnTo>
                  <a:lnTo>
                    <a:pt x="2900921" y="135128"/>
                  </a:lnTo>
                  <a:lnTo>
                    <a:pt x="2905518" y="134289"/>
                  </a:lnTo>
                  <a:lnTo>
                    <a:pt x="2913532" y="130937"/>
                  </a:lnTo>
                  <a:lnTo>
                    <a:pt x="2916656" y="128600"/>
                  </a:lnTo>
                  <a:lnTo>
                    <a:pt x="2920098" y="124040"/>
                  </a:lnTo>
                  <a:lnTo>
                    <a:pt x="2921165" y="122643"/>
                  </a:lnTo>
                  <a:lnTo>
                    <a:pt x="2922320" y="119164"/>
                  </a:lnTo>
                  <a:lnTo>
                    <a:pt x="2922320" y="110769"/>
                  </a:lnTo>
                  <a:close/>
                </a:path>
                <a:path w="3820794" h="220980">
                  <a:moveTo>
                    <a:pt x="2951848" y="71564"/>
                  </a:moveTo>
                  <a:lnTo>
                    <a:pt x="2937154" y="71564"/>
                  </a:lnTo>
                  <a:lnTo>
                    <a:pt x="2937154" y="133908"/>
                  </a:lnTo>
                  <a:lnTo>
                    <a:pt x="2951848" y="133908"/>
                  </a:lnTo>
                  <a:lnTo>
                    <a:pt x="2951848" y="71564"/>
                  </a:lnTo>
                  <a:close/>
                </a:path>
                <a:path w="3820794" h="220980">
                  <a:moveTo>
                    <a:pt x="2953054" y="52539"/>
                  </a:moveTo>
                  <a:lnTo>
                    <a:pt x="2952216" y="50660"/>
                  </a:lnTo>
                  <a:lnTo>
                    <a:pt x="2950540" y="49123"/>
                  </a:lnTo>
                  <a:lnTo>
                    <a:pt x="2948889" y="47548"/>
                  </a:lnTo>
                  <a:lnTo>
                    <a:pt x="2946895" y="46761"/>
                  </a:lnTo>
                  <a:lnTo>
                    <a:pt x="2942209" y="46761"/>
                  </a:lnTo>
                  <a:lnTo>
                    <a:pt x="2940202" y="47548"/>
                  </a:lnTo>
                  <a:lnTo>
                    <a:pt x="2938526" y="49123"/>
                  </a:lnTo>
                  <a:lnTo>
                    <a:pt x="2936849" y="50660"/>
                  </a:lnTo>
                  <a:lnTo>
                    <a:pt x="2936011" y="52539"/>
                  </a:lnTo>
                  <a:lnTo>
                    <a:pt x="2936011" y="56946"/>
                  </a:lnTo>
                  <a:lnTo>
                    <a:pt x="2936849" y="58826"/>
                  </a:lnTo>
                  <a:lnTo>
                    <a:pt x="2938526" y="60401"/>
                  </a:lnTo>
                  <a:lnTo>
                    <a:pt x="2940202" y="61937"/>
                  </a:lnTo>
                  <a:lnTo>
                    <a:pt x="2942209" y="62712"/>
                  </a:lnTo>
                  <a:lnTo>
                    <a:pt x="2946895" y="62712"/>
                  </a:lnTo>
                  <a:lnTo>
                    <a:pt x="2948889" y="61937"/>
                  </a:lnTo>
                  <a:lnTo>
                    <a:pt x="2952216" y="58826"/>
                  </a:lnTo>
                  <a:lnTo>
                    <a:pt x="2953054" y="56946"/>
                  </a:lnTo>
                  <a:lnTo>
                    <a:pt x="2953054" y="52539"/>
                  </a:lnTo>
                  <a:close/>
                </a:path>
                <a:path w="3820794" h="220980">
                  <a:moveTo>
                    <a:pt x="3026702" y="96545"/>
                  </a:moveTo>
                  <a:lnTo>
                    <a:pt x="3025470" y="90893"/>
                  </a:lnTo>
                  <a:lnTo>
                    <a:pt x="3021165" y="82397"/>
                  </a:lnTo>
                  <a:lnTo>
                    <a:pt x="3020568" y="81203"/>
                  </a:lnTo>
                  <a:lnTo>
                    <a:pt x="3017126" y="77444"/>
                  </a:lnTo>
                  <a:lnTo>
                    <a:pt x="3011805" y="74256"/>
                  </a:lnTo>
                  <a:lnTo>
                    <a:pt x="3011805" y="99123"/>
                  </a:lnTo>
                  <a:lnTo>
                    <a:pt x="3011805" y="106730"/>
                  </a:lnTo>
                  <a:lnTo>
                    <a:pt x="3011360" y="109423"/>
                  </a:lnTo>
                  <a:lnTo>
                    <a:pt x="3011246" y="110159"/>
                  </a:lnTo>
                  <a:lnTo>
                    <a:pt x="3009061" y="116332"/>
                  </a:lnTo>
                  <a:lnTo>
                    <a:pt x="3007410" y="118795"/>
                  </a:lnTo>
                  <a:lnTo>
                    <a:pt x="3002965" y="122453"/>
                  </a:lnTo>
                  <a:lnTo>
                    <a:pt x="3000210" y="123355"/>
                  </a:lnTo>
                  <a:lnTo>
                    <a:pt x="2993529" y="123355"/>
                  </a:lnTo>
                  <a:lnTo>
                    <a:pt x="2981845" y="106730"/>
                  </a:lnTo>
                  <a:lnTo>
                    <a:pt x="2981845" y="99123"/>
                  </a:lnTo>
                  <a:lnTo>
                    <a:pt x="2993529" y="82397"/>
                  </a:lnTo>
                  <a:lnTo>
                    <a:pt x="3000210" y="82397"/>
                  </a:lnTo>
                  <a:lnTo>
                    <a:pt x="3002965" y="83324"/>
                  </a:lnTo>
                  <a:lnTo>
                    <a:pt x="3007410" y="86995"/>
                  </a:lnTo>
                  <a:lnTo>
                    <a:pt x="3009061" y="89471"/>
                  </a:lnTo>
                  <a:lnTo>
                    <a:pt x="3010141" y="92583"/>
                  </a:lnTo>
                  <a:lnTo>
                    <a:pt x="3011246" y="95669"/>
                  </a:lnTo>
                  <a:lnTo>
                    <a:pt x="3011805" y="99123"/>
                  </a:lnTo>
                  <a:lnTo>
                    <a:pt x="3011805" y="74256"/>
                  </a:lnTo>
                  <a:lnTo>
                    <a:pt x="3008185" y="72085"/>
                  </a:lnTo>
                  <a:lnTo>
                    <a:pt x="3002915" y="70751"/>
                  </a:lnTo>
                  <a:lnTo>
                    <a:pt x="2990735" y="70751"/>
                  </a:lnTo>
                  <a:lnTo>
                    <a:pt x="2966948" y="96545"/>
                  </a:lnTo>
                  <a:lnTo>
                    <a:pt x="2966948" y="109423"/>
                  </a:lnTo>
                  <a:lnTo>
                    <a:pt x="2990735" y="135128"/>
                  </a:lnTo>
                  <a:lnTo>
                    <a:pt x="3002915" y="135128"/>
                  </a:lnTo>
                  <a:lnTo>
                    <a:pt x="3008185" y="133781"/>
                  </a:lnTo>
                  <a:lnTo>
                    <a:pt x="3017126" y="128435"/>
                  </a:lnTo>
                  <a:lnTo>
                    <a:pt x="3020568" y="124675"/>
                  </a:lnTo>
                  <a:lnTo>
                    <a:pt x="3021228" y="123355"/>
                  </a:lnTo>
                  <a:lnTo>
                    <a:pt x="3025470" y="115049"/>
                  </a:lnTo>
                  <a:lnTo>
                    <a:pt x="3026702" y="109423"/>
                  </a:lnTo>
                  <a:lnTo>
                    <a:pt x="3026702" y="96545"/>
                  </a:lnTo>
                  <a:close/>
                </a:path>
                <a:path w="3820794" h="220980">
                  <a:moveTo>
                    <a:pt x="3096564" y="133908"/>
                  </a:moveTo>
                  <a:lnTo>
                    <a:pt x="3096552" y="89052"/>
                  </a:lnTo>
                  <a:lnTo>
                    <a:pt x="3095714" y="85001"/>
                  </a:lnTo>
                  <a:lnTo>
                    <a:pt x="3094774" y="83172"/>
                  </a:lnTo>
                  <a:lnTo>
                    <a:pt x="3094253" y="82156"/>
                  </a:lnTo>
                  <a:lnTo>
                    <a:pt x="3092170" y="78016"/>
                  </a:lnTo>
                  <a:lnTo>
                    <a:pt x="3089681" y="75349"/>
                  </a:lnTo>
                  <a:lnTo>
                    <a:pt x="3083458" y="71780"/>
                  </a:lnTo>
                  <a:lnTo>
                    <a:pt x="3083725" y="71780"/>
                  </a:lnTo>
                  <a:lnTo>
                    <a:pt x="3079521" y="70751"/>
                  </a:lnTo>
                  <a:lnTo>
                    <a:pt x="3070555" y="70751"/>
                  </a:lnTo>
                  <a:lnTo>
                    <a:pt x="3066643" y="71780"/>
                  </a:lnTo>
                  <a:lnTo>
                    <a:pt x="3060344" y="75895"/>
                  </a:lnTo>
                  <a:lnTo>
                    <a:pt x="3058058" y="78663"/>
                  </a:lnTo>
                  <a:lnTo>
                    <a:pt x="3056623" y="82156"/>
                  </a:lnTo>
                  <a:lnTo>
                    <a:pt x="3055899" y="82156"/>
                  </a:lnTo>
                  <a:lnTo>
                    <a:pt x="3055899" y="71780"/>
                  </a:lnTo>
                  <a:lnTo>
                    <a:pt x="3041853" y="71780"/>
                  </a:lnTo>
                  <a:lnTo>
                    <a:pt x="3041853" y="133908"/>
                  </a:lnTo>
                  <a:lnTo>
                    <a:pt x="3056547" y="133908"/>
                  </a:lnTo>
                  <a:lnTo>
                    <a:pt x="3056547" y="94373"/>
                  </a:lnTo>
                  <a:lnTo>
                    <a:pt x="3056979" y="92316"/>
                  </a:lnTo>
                  <a:lnTo>
                    <a:pt x="3067164" y="83172"/>
                  </a:lnTo>
                  <a:lnTo>
                    <a:pt x="3073527" y="83172"/>
                  </a:lnTo>
                  <a:lnTo>
                    <a:pt x="3076486" y="84353"/>
                  </a:lnTo>
                  <a:lnTo>
                    <a:pt x="3078619" y="86702"/>
                  </a:lnTo>
                  <a:lnTo>
                    <a:pt x="3080791" y="89052"/>
                  </a:lnTo>
                  <a:lnTo>
                    <a:pt x="3081871" y="92316"/>
                  </a:lnTo>
                  <a:lnTo>
                    <a:pt x="3081871" y="133908"/>
                  </a:lnTo>
                  <a:lnTo>
                    <a:pt x="3096564" y="133908"/>
                  </a:lnTo>
                  <a:close/>
                </a:path>
                <a:path w="3820794" h="220980">
                  <a:moveTo>
                    <a:pt x="3285972" y="155016"/>
                  </a:moveTo>
                  <a:lnTo>
                    <a:pt x="3285909" y="138582"/>
                  </a:lnTo>
                  <a:lnTo>
                    <a:pt x="3285210" y="135407"/>
                  </a:lnTo>
                  <a:lnTo>
                    <a:pt x="3283775" y="132803"/>
                  </a:lnTo>
                  <a:lnTo>
                    <a:pt x="3282213" y="129882"/>
                  </a:lnTo>
                  <a:lnTo>
                    <a:pt x="3280232" y="127711"/>
                  </a:lnTo>
                  <a:lnTo>
                    <a:pt x="3277768" y="126111"/>
                  </a:lnTo>
                  <a:lnTo>
                    <a:pt x="3275317" y="124485"/>
                  </a:lnTo>
                  <a:lnTo>
                    <a:pt x="3272586" y="123317"/>
                  </a:lnTo>
                  <a:lnTo>
                    <a:pt x="3271316" y="123024"/>
                  </a:lnTo>
                  <a:lnTo>
                    <a:pt x="3271316" y="155016"/>
                  </a:lnTo>
                  <a:lnTo>
                    <a:pt x="3271189" y="165087"/>
                  </a:lnTo>
                  <a:lnTo>
                    <a:pt x="3259823" y="175183"/>
                  </a:lnTo>
                  <a:lnTo>
                    <a:pt x="3253816" y="175183"/>
                  </a:lnTo>
                  <a:lnTo>
                    <a:pt x="3251670" y="174599"/>
                  </a:lnTo>
                  <a:lnTo>
                    <a:pt x="3251441" y="174599"/>
                  </a:lnTo>
                  <a:lnTo>
                    <a:pt x="3247352" y="171729"/>
                  </a:lnTo>
                  <a:lnTo>
                    <a:pt x="3246361" y="169684"/>
                  </a:lnTo>
                  <a:lnTo>
                    <a:pt x="3246361" y="165087"/>
                  </a:lnTo>
                  <a:lnTo>
                    <a:pt x="3258820" y="157924"/>
                  </a:lnTo>
                  <a:lnTo>
                    <a:pt x="3263963" y="157162"/>
                  </a:lnTo>
                  <a:lnTo>
                    <a:pt x="3271316" y="155016"/>
                  </a:lnTo>
                  <a:lnTo>
                    <a:pt x="3271316" y="123024"/>
                  </a:lnTo>
                  <a:lnTo>
                    <a:pt x="3266643" y="121920"/>
                  </a:lnTo>
                  <a:lnTo>
                    <a:pt x="3263646" y="121564"/>
                  </a:lnTo>
                  <a:lnTo>
                    <a:pt x="3256292" y="121564"/>
                  </a:lnTo>
                  <a:lnTo>
                    <a:pt x="3234194" y="138849"/>
                  </a:lnTo>
                  <a:lnTo>
                    <a:pt x="3234753" y="138849"/>
                  </a:lnTo>
                  <a:lnTo>
                    <a:pt x="3247936" y="140728"/>
                  </a:lnTo>
                  <a:lnTo>
                    <a:pt x="3257131" y="132803"/>
                  </a:lnTo>
                  <a:lnTo>
                    <a:pt x="3264141" y="132803"/>
                  </a:lnTo>
                  <a:lnTo>
                    <a:pt x="3266744" y="133642"/>
                  </a:lnTo>
                  <a:lnTo>
                    <a:pt x="3270377" y="137007"/>
                  </a:lnTo>
                  <a:lnTo>
                    <a:pt x="3271278" y="139369"/>
                  </a:lnTo>
                  <a:lnTo>
                    <a:pt x="3271278" y="144081"/>
                  </a:lnTo>
                  <a:lnTo>
                    <a:pt x="3252825" y="148602"/>
                  </a:lnTo>
                  <a:lnTo>
                    <a:pt x="3249892" y="149123"/>
                  </a:lnTo>
                  <a:lnTo>
                    <a:pt x="3247047" y="149860"/>
                  </a:lnTo>
                  <a:lnTo>
                    <a:pt x="3244227" y="150558"/>
                  </a:lnTo>
                  <a:lnTo>
                    <a:pt x="3241700" y="151599"/>
                  </a:lnTo>
                  <a:lnTo>
                    <a:pt x="3237217" y="154355"/>
                  </a:lnTo>
                  <a:lnTo>
                    <a:pt x="3235439" y="156197"/>
                  </a:lnTo>
                  <a:lnTo>
                    <a:pt x="3232835" y="160794"/>
                  </a:lnTo>
                  <a:lnTo>
                    <a:pt x="3232213" y="163550"/>
                  </a:lnTo>
                  <a:lnTo>
                    <a:pt x="3232289" y="171729"/>
                  </a:lnTo>
                  <a:lnTo>
                    <a:pt x="3249104" y="185978"/>
                  </a:lnTo>
                  <a:lnTo>
                    <a:pt x="3256305" y="185978"/>
                  </a:lnTo>
                  <a:lnTo>
                    <a:pt x="3271367" y="176161"/>
                  </a:lnTo>
                  <a:lnTo>
                    <a:pt x="3271850" y="176161"/>
                  </a:lnTo>
                  <a:lnTo>
                    <a:pt x="3271850" y="184721"/>
                  </a:lnTo>
                  <a:lnTo>
                    <a:pt x="3285972" y="184721"/>
                  </a:lnTo>
                  <a:lnTo>
                    <a:pt x="3285972" y="176161"/>
                  </a:lnTo>
                  <a:lnTo>
                    <a:pt x="3285972" y="175183"/>
                  </a:lnTo>
                  <a:lnTo>
                    <a:pt x="3285972" y="155016"/>
                  </a:lnTo>
                  <a:close/>
                </a:path>
                <a:path w="3820794" h="220980">
                  <a:moveTo>
                    <a:pt x="3304438" y="0"/>
                  </a:moveTo>
                  <a:lnTo>
                    <a:pt x="3289338" y="0"/>
                  </a:lnTo>
                  <a:lnTo>
                    <a:pt x="3289338" y="35179"/>
                  </a:lnTo>
                  <a:lnTo>
                    <a:pt x="3250819" y="35179"/>
                  </a:lnTo>
                  <a:lnTo>
                    <a:pt x="3250819" y="0"/>
                  </a:lnTo>
                  <a:lnTo>
                    <a:pt x="3235769" y="0"/>
                  </a:lnTo>
                  <a:lnTo>
                    <a:pt x="3235769" y="83121"/>
                  </a:lnTo>
                  <a:lnTo>
                    <a:pt x="3250819" y="83121"/>
                  </a:lnTo>
                  <a:lnTo>
                    <a:pt x="3250819" y="47802"/>
                  </a:lnTo>
                  <a:lnTo>
                    <a:pt x="3289338" y="47802"/>
                  </a:lnTo>
                  <a:lnTo>
                    <a:pt x="3289338" y="83121"/>
                  </a:lnTo>
                  <a:lnTo>
                    <a:pt x="3304438" y="83121"/>
                  </a:lnTo>
                  <a:lnTo>
                    <a:pt x="3304438" y="47802"/>
                  </a:lnTo>
                  <a:lnTo>
                    <a:pt x="3304438" y="35179"/>
                  </a:lnTo>
                  <a:lnTo>
                    <a:pt x="3304438" y="0"/>
                  </a:lnTo>
                  <a:close/>
                </a:path>
                <a:path w="3820794" h="220980">
                  <a:moveTo>
                    <a:pt x="3359759" y="101600"/>
                  </a:moveTo>
                  <a:lnTo>
                    <a:pt x="3345319" y="101600"/>
                  </a:lnTo>
                  <a:lnTo>
                    <a:pt x="3345319" y="149517"/>
                  </a:lnTo>
                  <a:lnTo>
                    <a:pt x="3345319" y="157581"/>
                  </a:lnTo>
                  <a:lnTo>
                    <a:pt x="3344849" y="160477"/>
                  </a:lnTo>
                  <a:lnTo>
                    <a:pt x="3344748" y="161112"/>
                  </a:lnTo>
                  <a:lnTo>
                    <a:pt x="3342525" y="167005"/>
                  </a:lnTo>
                  <a:lnTo>
                    <a:pt x="3342475" y="167170"/>
                  </a:lnTo>
                  <a:lnTo>
                    <a:pt x="3340900" y="169405"/>
                  </a:lnTo>
                  <a:lnTo>
                    <a:pt x="3340811" y="169545"/>
                  </a:lnTo>
                  <a:lnTo>
                    <a:pt x="3336429" y="172923"/>
                  </a:lnTo>
                  <a:lnTo>
                    <a:pt x="3333775" y="173761"/>
                  </a:lnTo>
                  <a:lnTo>
                    <a:pt x="3327438" y="173761"/>
                  </a:lnTo>
                  <a:lnTo>
                    <a:pt x="3315855" y="157581"/>
                  </a:lnTo>
                  <a:lnTo>
                    <a:pt x="3315868" y="149517"/>
                  </a:lnTo>
                  <a:lnTo>
                    <a:pt x="3327387" y="133616"/>
                  </a:lnTo>
                  <a:lnTo>
                    <a:pt x="3333826" y="133616"/>
                  </a:lnTo>
                  <a:lnTo>
                    <a:pt x="3336518" y="134467"/>
                  </a:lnTo>
                  <a:lnTo>
                    <a:pt x="3340849" y="137744"/>
                  </a:lnTo>
                  <a:lnTo>
                    <a:pt x="3342500" y="140055"/>
                  </a:lnTo>
                  <a:lnTo>
                    <a:pt x="3343605" y="143040"/>
                  </a:lnTo>
                  <a:lnTo>
                    <a:pt x="3344748" y="146011"/>
                  </a:lnTo>
                  <a:lnTo>
                    <a:pt x="3345319" y="149517"/>
                  </a:lnTo>
                  <a:lnTo>
                    <a:pt x="3345319" y="101600"/>
                  </a:lnTo>
                  <a:lnTo>
                    <a:pt x="3345027" y="101600"/>
                  </a:lnTo>
                  <a:lnTo>
                    <a:pt x="3345027" y="132689"/>
                  </a:lnTo>
                  <a:lnTo>
                    <a:pt x="3344418" y="132689"/>
                  </a:lnTo>
                  <a:lnTo>
                    <a:pt x="3343732" y="131305"/>
                  </a:lnTo>
                  <a:lnTo>
                    <a:pt x="3343668" y="131165"/>
                  </a:lnTo>
                  <a:lnTo>
                    <a:pt x="3342602" y="129565"/>
                  </a:lnTo>
                  <a:lnTo>
                    <a:pt x="3339833" y="126123"/>
                  </a:lnTo>
                  <a:lnTo>
                    <a:pt x="3337966" y="124650"/>
                  </a:lnTo>
                  <a:lnTo>
                    <a:pt x="3333254" y="122186"/>
                  </a:lnTo>
                  <a:lnTo>
                    <a:pt x="3330257" y="121564"/>
                  </a:lnTo>
                  <a:lnTo>
                    <a:pt x="3321812" y="121564"/>
                  </a:lnTo>
                  <a:lnTo>
                    <a:pt x="3300984" y="161112"/>
                  </a:lnTo>
                  <a:lnTo>
                    <a:pt x="3301987" y="166293"/>
                  </a:lnTo>
                  <a:lnTo>
                    <a:pt x="3306483" y="175869"/>
                  </a:lnTo>
                  <a:lnTo>
                    <a:pt x="3309543" y="179527"/>
                  </a:lnTo>
                  <a:lnTo>
                    <a:pt x="3317278" y="184556"/>
                  </a:lnTo>
                  <a:lnTo>
                    <a:pt x="3321659" y="185813"/>
                  </a:lnTo>
                  <a:lnTo>
                    <a:pt x="3330130" y="185813"/>
                  </a:lnTo>
                  <a:lnTo>
                    <a:pt x="3344418" y="174904"/>
                  </a:lnTo>
                  <a:lnTo>
                    <a:pt x="3345319" y="174904"/>
                  </a:lnTo>
                  <a:lnTo>
                    <a:pt x="3345319" y="184721"/>
                  </a:lnTo>
                  <a:lnTo>
                    <a:pt x="3359759" y="184721"/>
                  </a:lnTo>
                  <a:lnTo>
                    <a:pt x="3359759" y="174904"/>
                  </a:lnTo>
                  <a:lnTo>
                    <a:pt x="3359759" y="173761"/>
                  </a:lnTo>
                  <a:lnTo>
                    <a:pt x="3359759" y="133616"/>
                  </a:lnTo>
                  <a:lnTo>
                    <a:pt x="3359759" y="132689"/>
                  </a:lnTo>
                  <a:lnTo>
                    <a:pt x="3359759" y="101600"/>
                  </a:lnTo>
                  <a:close/>
                </a:path>
                <a:path w="3820794" h="220980">
                  <a:moveTo>
                    <a:pt x="3373704" y="53416"/>
                  </a:moveTo>
                  <a:lnTo>
                    <a:pt x="3373640" y="36982"/>
                  </a:lnTo>
                  <a:lnTo>
                    <a:pt x="3372955" y="33807"/>
                  </a:lnTo>
                  <a:lnTo>
                    <a:pt x="3371507" y="31203"/>
                  </a:lnTo>
                  <a:lnTo>
                    <a:pt x="3369945" y="28282"/>
                  </a:lnTo>
                  <a:lnTo>
                    <a:pt x="3367976" y="26111"/>
                  </a:lnTo>
                  <a:lnTo>
                    <a:pt x="3363049" y="22885"/>
                  </a:lnTo>
                  <a:lnTo>
                    <a:pt x="3360331" y="21717"/>
                  </a:lnTo>
                  <a:lnTo>
                    <a:pt x="3359061" y="21424"/>
                  </a:lnTo>
                  <a:lnTo>
                    <a:pt x="3359061" y="53416"/>
                  </a:lnTo>
                  <a:lnTo>
                    <a:pt x="3358934" y="63487"/>
                  </a:lnTo>
                  <a:lnTo>
                    <a:pt x="3347555" y="73583"/>
                  </a:lnTo>
                  <a:lnTo>
                    <a:pt x="3341547" y="73583"/>
                  </a:lnTo>
                  <a:lnTo>
                    <a:pt x="3339401" y="72999"/>
                  </a:lnTo>
                  <a:lnTo>
                    <a:pt x="3339173" y="72999"/>
                  </a:lnTo>
                  <a:lnTo>
                    <a:pt x="3335083" y="70129"/>
                  </a:lnTo>
                  <a:lnTo>
                    <a:pt x="3334093" y="68084"/>
                  </a:lnTo>
                  <a:lnTo>
                    <a:pt x="3334093" y="63487"/>
                  </a:lnTo>
                  <a:lnTo>
                    <a:pt x="3346551" y="56324"/>
                  </a:lnTo>
                  <a:lnTo>
                    <a:pt x="3351695" y="55562"/>
                  </a:lnTo>
                  <a:lnTo>
                    <a:pt x="3359061" y="53416"/>
                  </a:lnTo>
                  <a:lnTo>
                    <a:pt x="3359061" y="21424"/>
                  </a:lnTo>
                  <a:lnTo>
                    <a:pt x="3354374" y="20320"/>
                  </a:lnTo>
                  <a:lnTo>
                    <a:pt x="3351377" y="19964"/>
                  </a:lnTo>
                  <a:lnTo>
                    <a:pt x="3344024" y="19964"/>
                  </a:lnTo>
                  <a:lnTo>
                    <a:pt x="3321926" y="37249"/>
                  </a:lnTo>
                  <a:lnTo>
                    <a:pt x="3322485" y="37249"/>
                  </a:lnTo>
                  <a:lnTo>
                    <a:pt x="3335680" y="39128"/>
                  </a:lnTo>
                  <a:lnTo>
                    <a:pt x="3344862" y="31203"/>
                  </a:lnTo>
                  <a:lnTo>
                    <a:pt x="3351873" y="31203"/>
                  </a:lnTo>
                  <a:lnTo>
                    <a:pt x="3354476" y="32042"/>
                  </a:lnTo>
                  <a:lnTo>
                    <a:pt x="3358108" y="35407"/>
                  </a:lnTo>
                  <a:lnTo>
                    <a:pt x="3359010" y="37769"/>
                  </a:lnTo>
                  <a:lnTo>
                    <a:pt x="3359010" y="42481"/>
                  </a:lnTo>
                  <a:lnTo>
                    <a:pt x="3340557" y="47002"/>
                  </a:lnTo>
                  <a:lnTo>
                    <a:pt x="3337623" y="47523"/>
                  </a:lnTo>
                  <a:lnTo>
                    <a:pt x="3334778" y="48260"/>
                  </a:lnTo>
                  <a:lnTo>
                    <a:pt x="3331972" y="48958"/>
                  </a:lnTo>
                  <a:lnTo>
                    <a:pt x="3329432" y="49999"/>
                  </a:lnTo>
                  <a:lnTo>
                    <a:pt x="3324949" y="52755"/>
                  </a:lnTo>
                  <a:lnTo>
                    <a:pt x="3323171" y="54597"/>
                  </a:lnTo>
                  <a:lnTo>
                    <a:pt x="3320580" y="59194"/>
                  </a:lnTo>
                  <a:lnTo>
                    <a:pt x="3319957" y="61950"/>
                  </a:lnTo>
                  <a:lnTo>
                    <a:pt x="3320034" y="70129"/>
                  </a:lnTo>
                  <a:lnTo>
                    <a:pt x="3336836" y="84378"/>
                  </a:lnTo>
                  <a:lnTo>
                    <a:pt x="3344037" y="84378"/>
                  </a:lnTo>
                  <a:lnTo>
                    <a:pt x="3359099" y="74561"/>
                  </a:lnTo>
                  <a:lnTo>
                    <a:pt x="3359581" y="74561"/>
                  </a:lnTo>
                  <a:lnTo>
                    <a:pt x="3359581" y="83121"/>
                  </a:lnTo>
                  <a:lnTo>
                    <a:pt x="3373704" y="83121"/>
                  </a:lnTo>
                  <a:lnTo>
                    <a:pt x="3373704" y="74561"/>
                  </a:lnTo>
                  <a:lnTo>
                    <a:pt x="3373704" y="73583"/>
                  </a:lnTo>
                  <a:lnTo>
                    <a:pt x="3373704" y="53416"/>
                  </a:lnTo>
                  <a:close/>
                </a:path>
                <a:path w="3820794" h="220980">
                  <a:moveTo>
                    <a:pt x="3426714" y="20294"/>
                  </a:moveTo>
                  <a:lnTo>
                    <a:pt x="3426041" y="20154"/>
                  </a:lnTo>
                  <a:lnTo>
                    <a:pt x="3416998" y="20154"/>
                  </a:lnTo>
                  <a:lnTo>
                    <a:pt x="3414687" y="20866"/>
                  </a:lnTo>
                  <a:lnTo>
                    <a:pt x="3409137" y="24790"/>
                  </a:lnTo>
                  <a:lnTo>
                    <a:pt x="3407194" y="27571"/>
                  </a:lnTo>
                  <a:lnTo>
                    <a:pt x="3406063" y="31165"/>
                  </a:lnTo>
                  <a:lnTo>
                    <a:pt x="3405403" y="31165"/>
                  </a:lnTo>
                  <a:lnTo>
                    <a:pt x="3405403" y="20866"/>
                  </a:lnTo>
                  <a:lnTo>
                    <a:pt x="3391166" y="20866"/>
                  </a:lnTo>
                  <a:lnTo>
                    <a:pt x="3391166" y="83121"/>
                  </a:lnTo>
                  <a:lnTo>
                    <a:pt x="3405860" y="83121"/>
                  </a:lnTo>
                  <a:lnTo>
                    <a:pt x="3405860" y="43815"/>
                  </a:lnTo>
                  <a:lnTo>
                    <a:pt x="3406457" y="41478"/>
                  </a:lnTo>
                  <a:lnTo>
                    <a:pt x="3416846" y="33045"/>
                  </a:lnTo>
                  <a:lnTo>
                    <a:pt x="3422434" y="33045"/>
                  </a:lnTo>
                  <a:lnTo>
                    <a:pt x="3423755" y="33235"/>
                  </a:lnTo>
                  <a:lnTo>
                    <a:pt x="3425113" y="33401"/>
                  </a:lnTo>
                  <a:lnTo>
                    <a:pt x="3426091" y="33591"/>
                  </a:lnTo>
                  <a:lnTo>
                    <a:pt x="3426714" y="33807"/>
                  </a:lnTo>
                  <a:lnTo>
                    <a:pt x="3426714" y="33045"/>
                  </a:lnTo>
                  <a:lnTo>
                    <a:pt x="3426714" y="31165"/>
                  </a:lnTo>
                  <a:lnTo>
                    <a:pt x="3426714" y="20294"/>
                  </a:lnTo>
                  <a:close/>
                </a:path>
                <a:path w="3820794" h="220980">
                  <a:moveTo>
                    <a:pt x="3434435" y="101600"/>
                  </a:moveTo>
                  <a:lnTo>
                    <a:pt x="3419995" y="101600"/>
                  </a:lnTo>
                  <a:lnTo>
                    <a:pt x="3419995" y="149517"/>
                  </a:lnTo>
                  <a:lnTo>
                    <a:pt x="3419995" y="157581"/>
                  </a:lnTo>
                  <a:lnTo>
                    <a:pt x="3419525" y="160477"/>
                  </a:lnTo>
                  <a:lnTo>
                    <a:pt x="3419424" y="161112"/>
                  </a:lnTo>
                  <a:lnTo>
                    <a:pt x="3417201" y="167005"/>
                  </a:lnTo>
                  <a:lnTo>
                    <a:pt x="3417151" y="167170"/>
                  </a:lnTo>
                  <a:lnTo>
                    <a:pt x="3415576" y="169405"/>
                  </a:lnTo>
                  <a:lnTo>
                    <a:pt x="3415487" y="169545"/>
                  </a:lnTo>
                  <a:lnTo>
                    <a:pt x="3411105" y="172923"/>
                  </a:lnTo>
                  <a:lnTo>
                    <a:pt x="3408451" y="173761"/>
                  </a:lnTo>
                  <a:lnTo>
                    <a:pt x="3402114" y="173761"/>
                  </a:lnTo>
                  <a:lnTo>
                    <a:pt x="3390531" y="157581"/>
                  </a:lnTo>
                  <a:lnTo>
                    <a:pt x="3390544" y="149517"/>
                  </a:lnTo>
                  <a:lnTo>
                    <a:pt x="3402063" y="133616"/>
                  </a:lnTo>
                  <a:lnTo>
                    <a:pt x="3408502" y="133616"/>
                  </a:lnTo>
                  <a:lnTo>
                    <a:pt x="3411194" y="134467"/>
                  </a:lnTo>
                  <a:lnTo>
                    <a:pt x="3415525" y="137744"/>
                  </a:lnTo>
                  <a:lnTo>
                    <a:pt x="3417176" y="140055"/>
                  </a:lnTo>
                  <a:lnTo>
                    <a:pt x="3418281" y="143040"/>
                  </a:lnTo>
                  <a:lnTo>
                    <a:pt x="3419424" y="146011"/>
                  </a:lnTo>
                  <a:lnTo>
                    <a:pt x="3419995" y="149517"/>
                  </a:lnTo>
                  <a:lnTo>
                    <a:pt x="3419995" y="101600"/>
                  </a:lnTo>
                  <a:lnTo>
                    <a:pt x="3419703" y="101600"/>
                  </a:lnTo>
                  <a:lnTo>
                    <a:pt x="3419703" y="132689"/>
                  </a:lnTo>
                  <a:lnTo>
                    <a:pt x="3419094" y="132689"/>
                  </a:lnTo>
                  <a:lnTo>
                    <a:pt x="3418408" y="131305"/>
                  </a:lnTo>
                  <a:lnTo>
                    <a:pt x="3418344" y="131165"/>
                  </a:lnTo>
                  <a:lnTo>
                    <a:pt x="3417265" y="129565"/>
                  </a:lnTo>
                  <a:lnTo>
                    <a:pt x="3414509" y="126123"/>
                  </a:lnTo>
                  <a:lnTo>
                    <a:pt x="3412642" y="124650"/>
                  </a:lnTo>
                  <a:lnTo>
                    <a:pt x="3407930" y="122186"/>
                  </a:lnTo>
                  <a:lnTo>
                    <a:pt x="3404933" y="121564"/>
                  </a:lnTo>
                  <a:lnTo>
                    <a:pt x="3396488" y="121564"/>
                  </a:lnTo>
                  <a:lnTo>
                    <a:pt x="3375660" y="161112"/>
                  </a:lnTo>
                  <a:lnTo>
                    <a:pt x="3376663" y="166293"/>
                  </a:lnTo>
                  <a:lnTo>
                    <a:pt x="3381159" y="175869"/>
                  </a:lnTo>
                  <a:lnTo>
                    <a:pt x="3384219" y="179527"/>
                  </a:lnTo>
                  <a:lnTo>
                    <a:pt x="3391954" y="184556"/>
                  </a:lnTo>
                  <a:lnTo>
                    <a:pt x="3396335" y="185813"/>
                  </a:lnTo>
                  <a:lnTo>
                    <a:pt x="3404806" y="185813"/>
                  </a:lnTo>
                  <a:lnTo>
                    <a:pt x="3419094" y="174904"/>
                  </a:lnTo>
                  <a:lnTo>
                    <a:pt x="3419995" y="174904"/>
                  </a:lnTo>
                  <a:lnTo>
                    <a:pt x="3419995" y="184721"/>
                  </a:lnTo>
                  <a:lnTo>
                    <a:pt x="3434435" y="184721"/>
                  </a:lnTo>
                  <a:lnTo>
                    <a:pt x="3434435" y="174904"/>
                  </a:lnTo>
                  <a:lnTo>
                    <a:pt x="3434435" y="173761"/>
                  </a:lnTo>
                  <a:lnTo>
                    <a:pt x="3434435" y="133616"/>
                  </a:lnTo>
                  <a:lnTo>
                    <a:pt x="3434435" y="132689"/>
                  </a:lnTo>
                  <a:lnTo>
                    <a:pt x="3434435" y="101600"/>
                  </a:lnTo>
                  <a:close/>
                </a:path>
                <a:path w="3820794" h="220980">
                  <a:moveTo>
                    <a:pt x="3488334" y="121894"/>
                  </a:moveTo>
                  <a:lnTo>
                    <a:pt x="3487661" y="121754"/>
                  </a:lnTo>
                  <a:lnTo>
                    <a:pt x="3478606" y="121754"/>
                  </a:lnTo>
                  <a:lnTo>
                    <a:pt x="3476307" y="122466"/>
                  </a:lnTo>
                  <a:lnTo>
                    <a:pt x="3470757" y="126390"/>
                  </a:lnTo>
                  <a:lnTo>
                    <a:pt x="3468814" y="129171"/>
                  </a:lnTo>
                  <a:lnTo>
                    <a:pt x="3467671" y="132765"/>
                  </a:lnTo>
                  <a:lnTo>
                    <a:pt x="3467023" y="132765"/>
                  </a:lnTo>
                  <a:lnTo>
                    <a:pt x="3467023" y="122466"/>
                  </a:lnTo>
                  <a:lnTo>
                    <a:pt x="3452774" y="122466"/>
                  </a:lnTo>
                  <a:lnTo>
                    <a:pt x="3452774" y="184721"/>
                  </a:lnTo>
                  <a:lnTo>
                    <a:pt x="3467468" y="184721"/>
                  </a:lnTo>
                  <a:lnTo>
                    <a:pt x="3467468" y="145415"/>
                  </a:lnTo>
                  <a:lnTo>
                    <a:pt x="3468078" y="143078"/>
                  </a:lnTo>
                  <a:lnTo>
                    <a:pt x="3478466" y="134645"/>
                  </a:lnTo>
                  <a:lnTo>
                    <a:pt x="3484041" y="134645"/>
                  </a:lnTo>
                  <a:lnTo>
                    <a:pt x="3485375" y="134835"/>
                  </a:lnTo>
                  <a:lnTo>
                    <a:pt x="3486721" y="135001"/>
                  </a:lnTo>
                  <a:lnTo>
                    <a:pt x="3487712" y="135191"/>
                  </a:lnTo>
                  <a:lnTo>
                    <a:pt x="3488334" y="135407"/>
                  </a:lnTo>
                  <a:lnTo>
                    <a:pt x="3488334" y="134645"/>
                  </a:lnTo>
                  <a:lnTo>
                    <a:pt x="3488334" y="132765"/>
                  </a:lnTo>
                  <a:lnTo>
                    <a:pt x="3488334" y="121894"/>
                  </a:lnTo>
                  <a:close/>
                </a:path>
                <a:path w="3820794" h="220980">
                  <a:moveTo>
                    <a:pt x="3492931" y="0"/>
                  </a:moveTo>
                  <a:lnTo>
                    <a:pt x="3478479" y="0"/>
                  </a:lnTo>
                  <a:lnTo>
                    <a:pt x="3478479" y="47917"/>
                  </a:lnTo>
                  <a:lnTo>
                    <a:pt x="3478479" y="55981"/>
                  </a:lnTo>
                  <a:lnTo>
                    <a:pt x="3478009" y="58877"/>
                  </a:lnTo>
                  <a:lnTo>
                    <a:pt x="3477907" y="59512"/>
                  </a:lnTo>
                  <a:lnTo>
                    <a:pt x="3475685" y="65405"/>
                  </a:lnTo>
                  <a:lnTo>
                    <a:pt x="3475634" y="65570"/>
                  </a:lnTo>
                  <a:lnTo>
                    <a:pt x="3474059" y="67805"/>
                  </a:lnTo>
                  <a:lnTo>
                    <a:pt x="3473970" y="67945"/>
                  </a:lnTo>
                  <a:lnTo>
                    <a:pt x="3471786" y="69646"/>
                  </a:lnTo>
                  <a:lnTo>
                    <a:pt x="3469589" y="71323"/>
                  </a:lnTo>
                  <a:lnTo>
                    <a:pt x="3466935" y="72161"/>
                  </a:lnTo>
                  <a:lnTo>
                    <a:pt x="3460610" y="72161"/>
                  </a:lnTo>
                  <a:lnTo>
                    <a:pt x="3449028" y="55981"/>
                  </a:lnTo>
                  <a:lnTo>
                    <a:pt x="3449040" y="47917"/>
                  </a:lnTo>
                  <a:lnTo>
                    <a:pt x="3460546" y="32016"/>
                  </a:lnTo>
                  <a:lnTo>
                    <a:pt x="3466998" y="32016"/>
                  </a:lnTo>
                  <a:lnTo>
                    <a:pt x="3478479" y="47917"/>
                  </a:lnTo>
                  <a:lnTo>
                    <a:pt x="3478479" y="0"/>
                  </a:lnTo>
                  <a:lnTo>
                    <a:pt x="3478199" y="0"/>
                  </a:lnTo>
                  <a:lnTo>
                    <a:pt x="3478199" y="31089"/>
                  </a:lnTo>
                  <a:lnTo>
                    <a:pt x="3477590" y="31089"/>
                  </a:lnTo>
                  <a:lnTo>
                    <a:pt x="3476891" y="29705"/>
                  </a:lnTo>
                  <a:lnTo>
                    <a:pt x="3476828" y="29565"/>
                  </a:lnTo>
                  <a:lnTo>
                    <a:pt x="3475761" y="27965"/>
                  </a:lnTo>
                  <a:lnTo>
                    <a:pt x="3473005" y="24523"/>
                  </a:lnTo>
                  <a:lnTo>
                    <a:pt x="3471138" y="23050"/>
                  </a:lnTo>
                  <a:lnTo>
                    <a:pt x="3468776" y="21831"/>
                  </a:lnTo>
                  <a:lnTo>
                    <a:pt x="3466427" y="20586"/>
                  </a:lnTo>
                  <a:lnTo>
                    <a:pt x="3463417" y="19964"/>
                  </a:lnTo>
                  <a:lnTo>
                    <a:pt x="3454984" y="19964"/>
                  </a:lnTo>
                  <a:lnTo>
                    <a:pt x="3434143" y="59512"/>
                  </a:lnTo>
                  <a:lnTo>
                    <a:pt x="3435159" y="64693"/>
                  </a:lnTo>
                  <a:lnTo>
                    <a:pt x="3439642" y="74269"/>
                  </a:lnTo>
                  <a:lnTo>
                    <a:pt x="3442703" y="77927"/>
                  </a:lnTo>
                  <a:lnTo>
                    <a:pt x="3450450" y="82956"/>
                  </a:lnTo>
                  <a:lnTo>
                    <a:pt x="3454831" y="84213"/>
                  </a:lnTo>
                  <a:lnTo>
                    <a:pt x="3463302" y="84213"/>
                  </a:lnTo>
                  <a:lnTo>
                    <a:pt x="3477590" y="73304"/>
                  </a:lnTo>
                  <a:lnTo>
                    <a:pt x="3478479" y="73304"/>
                  </a:lnTo>
                  <a:lnTo>
                    <a:pt x="3478479" y="83121"/>
                  </a:lnTo>
                  <a:lnTo>
                    <a:pt x="3492931" y="83121"/>
                  </a:lnTo>
                  <a:lnTo>
                    <a:pt x="3492931" y="73304"/>
                  </a:lnTo>
                  <a:lnTo>
                    <a:pt x="3492931" y="72161"/>
                  </a:lnTo>
                  <a:lnTo>
                    <a:pt x="3492931" y="32016"/>
                  </a:lnTo>
                  <a:lnTo>
                    <a:pt x="3492931" y="31089"/>
                  </a:lnTo>
                  <a:lnTo>
                    <a:pt x="3492931" y="0"/>
                  </a:lnTo>
                  <a:close/>
                </a:path>
                <a:path w="3820794" h="220980">
                  <a:moveTo>
                    <a:pt x="3553523" y="147662"/>
                  </a:moveTo>
                  <a:lnTo>
                    <a:pt x="3552825" y="143217"/>
                  </a:lnTo>
                  <a:lnTo>
                    <a:pt x="3552774" y="142887"/>
                  </a:lnTo>
                  <a:lnTo>
                    <a:pt x="3549739" y="134962"/>
                  </a:lnTo>
                  <a:lnTo>
                    <a:pt x="3548494" y="133007"/>
                  </a:lnTo>
                  <a:lnTo>
                    <a:pt x="3547656" y="131686"/>
                  </a:lnTo>
                  <a:lnTo>
                    <a:pt x="3542385" y="126542"/>
                  </a:lnTo>
                  <a:lnTo>
                    <a:pt x="3539439" y="124714"/>
                  </a:lnTo>
                  <a:lnTo>
                    <a:pt x="3539439" y="147662"/>
                  </a:lnTo>
                  <a:lnTo>
                    <a:pt x="3510115" y="147662"/>
                  </a:lnTo>
                  <a:lnTo>
                    <a:pt x="3522230" y="133007"/>
                  </a:lnTo>
                  <a:lnTo>
                    <a:pt x="3528047" y="133007"/>
                  </a:lnTo>
                  <a:lnTo>
                    <a:pt x="3530904" y="133743"/>
                  </a:lnTo>
                  <a:lnTo>
                    <a:pt x="3530676" y="133743"/>
                  </a:lnTo>
                  <a:lnTo>
                    <a:pt x="3534765" y="136194"/>
                  </a:lnTo>
                  <a:lnTo>
                    <a:pt x="3536429" y="137934"/>
                  </a:lnTo>
                  <a:lnTo>
                    <a:pt x="3538804" y="142341"/>
                  </a:lnTo>
                  <a:lnTo>
                    <a:pt x="3539413" y="144843"/>
                  </a:lnTo>
                  <a:lnTo>
                    <a:pt x="3539439" y="147662"/>
                  </a:lnTo>
                  <a:lnTo>
                    <a:pt x="3539439" y="124714"/>
                  </a:lnTo>
                  <a:lnTo>
                    <a:pt x="3535908" y="123431"/>
                  </a:lnTo>
                  <a:lnTo>
                    <a:pt x="3532505" y="122186"/>
                  </a:lnTo>
                  <a:lnTo>
                    <a:pt x="3528872" y="121564"/>
                  </a:lnTo>
                  <a:lnTo>
                    <a:pt x="3519081" y="121564"/>
                  </a:lnTo>
                  <a:lnTo>
                    <a:pt x="3495522" y="147662"/>
                  </a:lnTo>
                  <a:lnTo>
                    <a:pt x="3495598" y="160832"/>
                  </a:lnTo>
                  <a:lnTo>
                    <a:pt x="3519551" y="185940"/>
                  </a:lnTo>
                  <a:lnTo>
                    <a:pt x="3530650" y="185940"/>
                  </a:lnTo>
                  <a:lnTo>
                    <a:pt x="3550551" y="174498"/>
                  </a:lnTo>
                  <a:lnTo>
                    <a:pt x="3552050" y="171627"/>
                  </a:lnTo>
                  <a:lnTo>
                    <a:pt x="3552863" y="168211"/>
                  </a:lnTo>
                  <a:lnTo>
                    <a:pt x="3552926" y="167995"/>
                  </a:lnTo>
                  <a:lnTo>
                    <a:pt x="3539198" y="166458"/>
                  </a:lnTo>
                  <a:lnTo>
                    <a:pt x="3538626" y="167995"/>
                  </a:lnTo>
                  <a:lnTo>
                    <a:pt x="3538550" y="168211"/>
                  </a:lnTo>
                  <a:lnTo>
                    <a:pt x="3537585" y="169684"/>
                  </a:lnTo>
                  <a:lnTo>
                    <a:pt x="3528149" y="174498"/>
                  </a:lnTo>
                  <a:lnTo>
                    <a:pt x="3522815" y="174498"/>
                  </a:lnTo>
                  <a:lnTo>
                    <a:pt x="3510102" y="160832"/>
                  </a:lnTo>
                  <a:lnTo>
                    <a:pt x="3510102" y="157568"/>
                  </a:lnTo>
                  <a:lnTo>
                    <a:pt x="3553523" y="157568"/>
                  </a:lnTo>
                  <a:lnTo>
                    <a:pt x="3553523" y="147662"/>
                  </a:lnTo>
                  <a:close/>
                </a:path>
                <a:path w="3820794" h="220980">
                  <a:moveTo>
                    <a:pt x="3619220" y="161582"/>
                  </a:moveTo>
                  <a:lnTo>
                    <a:pt x="3617760" y="157975"/>
                  </a:lnTo>
                  <a:lnTo>
                    <a:pt x="3612007" y="152450"/>
                  </a:lnTo>
                  <a:lnTo>
                    <a:pt x="3607612" y="150431"/>
                  </a:lnTo>
                  <a:lnTo>
                    <a:pt x="3591090" y="146888"/>
                  </a:lnTo>
                  <a:lnTo>
                    <a:pt x="3587915" y="146164"/>
                  </a:lnTo>
                  <a:lnTo>
                    <a:pt x="3585641" y="145224"/>
                  </a:lnTo>
                  <a:lnTo>
                    <a:pt x="3582911" y="142951"/>
                  </a:lnTo>
                  <a:lnTo>
                    <a:pt x="3582251" y="141478"/>
                  </a:lnTo>
                  <a:lnTo>
                    <a:pt x="3582251" y="137553"/>
                  </a:lnTo>
                  <a:lnTo>
                    <a:pt x="3583267" y="135839"/>
                  </a:lnTo>
                  <a:lnTo>
                    <a:pt x="3587204" y="133311"/>
                  </a:lnTo>
                  <a:lnTo>
                    <a:pt x="3586911" y="133311"/>
                  </a:lnTo>
                  <a:lnTo>
                    <a:pt x="3589972" y="132524"/>
                  </a:lnTo>
                  <a:lnTo>
                    <a:pt x="3595306" y="132524"/>
                  </a:lnTo>
                  <a:lnTo>
                    <a:pt x="3597224" y="132892"/>
                  </a:lnTo>
                  <a:lnTo>
                    <a:pt x="3600361" y="134353"/>
                  </a:lnTo>
                  <a:lnTo>
                    <a:pt x="3601605" y="135305"/>
                  </a:lnTo>
                  <a:lnTo>
                    <a:pt x="3603358" y="137553"/>
                  </a:lnTo>
                  <a:lnTo>
                    <a:pt x="3603472" y="137693"/>
                  </a:lnTo>
                  <a:lnTo>
                    <a:pt x="3604145" y="138963"/>
                  </a:lnTo>
                  <a:lnTo>
                    <a:pt x="3604514" y="140322"/>
                  </a:lnTo>
                  <a:lnTo>
                    <a:pt x="3616871" y="138963"/>
                  </a:lnTo>
                  <a:lnTo>
                    <a:pt x="3617925" y="138963"/>
                  </a:lnTo>
                  <a:lnTo>
                    <a:pt x="3616909" y="133553"/>
                  </a:lnTo>
                  <a:lnTo>
                    <a:pt x="3616261" y="132524"/>
                  </a:lnTo>
                  <a:lnTo>
                    <a:pt x="3614305" y="129349"/>
                  </a:lnTo>
                  <a:lnTo>
                    <a:pt x="3605885" y="123126"/>
                  </a:lnTo>
                  <a:lnTo>
                    <a:pt x="3600132" y="121564"/>
                  </a:lnTo>
                  <a:lnTo>
                    <a:pt x="3587851" y="121564"/>
                  </a:lnTo>
                  <a:lnTo>
                    <a:pt x="3567595" y="136639"/>
                  </a:lnTo>
                  <a:lnTo>
                    <a:pt x="3567671" y="145224"/>
                  </a:lnTo>
                  <a:lnTo>
                    <a:pt x="3598659" y="160909"/>
                  </a:lnTo>
                  <a:lnTo>
                    <a:pt x="3600767" y="161798"/>
                  </a:lnTo>
                  <a:lnTo>
                    <a:pt x="3603510" y="164134"/>
                  </a:lnTo>
                  <a:lnTo>
                    <a:pt x="3604196" y="165608"/>
                  </a:lnTo>
                  <a:lnTo>
                    <a:pt x="3604196" y="169494"/>
                  </a:lnTo>
                  <a:lnTo>
                    <a:pt x="3603129" y="171272"/>
                  </a:lnTo>
                  <a:lnTo>
                    <a:pt x="3598875" y="174142"/>
                  </a:lnTo>
                  <a:lnTo>
                    <a:pt x="3596081" y="174853"/>
                  </a:lnTo>
                  <a:lnTo>
                    <a:pt x="3589197" y="174853"/>
                  </a:lnTo>
                  <a:lnTo>
                    <a:pt x="3586454" y="174142"/>
                  </a:lnTo>
                  <a:lnTo>
                    <a:pt x="3582238" y="171272"/>
                  </a:lnTo>
                  <a:lnTo>
                    <a:pt x="3580854" y="169151"/>
                  </a:lnTo>
                  <a:lnTo>
                    <a:pt x="3580206" y="166331"/>
                  </a:lnTo>
                  <a:lnTo>
                    <a:pt x="3565880" y="167716"/>
                  </a:lnTo>
                  <a:lnTo>
                    <a:pt x="3584994" y="185940"/>
                  </a:lnTo>
                  <a:lnTo>
                    <a:pt x="3597821" y="185940"/>
                  </a:lnTo>
                  <a:lnTo>
                    <a:pt x="3602418" y="185102"/>
                  </a:lnTo>
                  <a:lnTo>
                    <a:pt x="3610432" y="181749"/>
                  </a:lnTo>
                  <a:lnTo>
                    <a:pt x="3613556" y="179412"/>
                  </a:lnTo>
                  <a:lnTo>
                    <a:pt x="3616998" y="174853"/>
                  </a:lnTo>
                  <a:lnTo>
                    <a:pt x="3618065" y="173456"/>
                  </a:lnTo>
                  <a:lnTo>
                    <a:pt x="3619220" y="169976"/>
                  </a:lnTo>
                  <a:lnTo>
                    <a:pt x="3619220" y="161582"/>
                  </a:lnTo>
                  <a:close/>
                </a:path>
                <a:path w="3820794" h="220980">
                  <a:moveTo>
                    <a:pt x="3684638" y="161582"/>
                  </a:moveTo>
                  <a:lnTo>
                    <a:pt x="3683177" y="157975"/>
                  </a:lnTo>
                  <a:lnTo>
                    <a:pt x="3677412" y="152450"/>
                  </a:lnTo>
                  <a:lnTo>
                    <a:pt x="3673030" y="150431"/>
                  </a:lnTo>
                  <a:lnTo>
                    <a:pt x="3656495" y="146888"/>
                  </a:lnTo>
                  <a:lnTo>
                    <a:pt x="3653332" y="146164"/>
                  </a:lnTo>
                  <a:lnTo>
                    <a:pt x="3651059" y="145224"/>
                  </a:lnTo>
                  <a:lnTo>
                    <a:pt x="3649675" y="144094"/>
                  </a:lnTo>
                  <a:lnTo>
                    <a:pt x="3648329" y="142951"/>
                  </a:lnTo>
                  <a:lnTo>
                    <a:pt x="3647656" y="141478"/>
                  </a:lnTo>
                  <a:lnTo>
                    <a:pt x="3647656" y="137553"/>
                  </a:lnTo>
                  <a:lnTo>
                    <a:pt x="3648672" y="135839"/>
                  </a:lnTo>
                  <a:lnTo>
                    <a:pt x="3652609" y="133311"/>
                  </a:lnTo>
                  <a:lnTo>
                    <a:pt x="3652304" y="133311"/>
                  </a:lnTo>
                  <a:lnTo>
                    <a:pt x="3655390" y="132524"/>
                  </a:lnTo>
                  <a:lnTo>
                    <a:pt x="3660711" y="132524"/>
                  </a:lnTo>
                  <a:lnTo>
                    <a:pt x="3662642" y="132892"/>
                  </a:lnTo>
                  <a:lnTo>
                    <a:pt x="3665778" y="134353"/>
                  </a:lnTo>
                  <a:lnTo>
                    <a:pt x="3667023" y="135305"/>
                  </a:lnTo>
                  <a:lnTo>
                    <a:pt x="3667937" y="136499"/>
                  </a:lnTo>
                  <a:lnTo>
                    <a:pt x="3668776" y="137553"/>
                  </a:lnTo>
                  <a:lnTo>
                    <a:pt x="3668890" y="137693"/>
                  </a:lnTo>
                  <a:lnTo>
                    <a:pt x="3669550" y="138963"/>
                  </a:lnTo>
                  <a:lnTo>
                    <a:pt x="3669931" y="140322"/>
                  </a:lnTo>
                  <a:lnTo>
                    <a:pt x="3682288" y="138963"/>
                  </a:lnTo>
                  <a:lnTo>
                    <a:pt x="3683343" y="138963"/>
                  </a:lnTo>
                  <a:lnTo>
                    <a:pt x="3682327" y="133553"/>
                  </a:lnTo>
                  <a:lnTo>
                    <a:pt x="3681679" y="132524"/>
                  </a:lnTo>
                  <a:lnTo>
                    <a:pt x="3679710" y="129349"/>
                  </a:lnTo>
                  <a:lnTo>
                    <a:pt x="3671290" y="123126"/>
                  </a:lnTo>
                  <a:lnTo>
                    <a:pt x="3665550" y="121564"/>
                  </a:lnTo>
                  <a:lnTo>
                    <a:pt x="3653256" y="121564"/>
                  </a:lnTo>
                  <a:lnTo>
                    <a:pt x="3633051" y="136499"/>
                  </a:lnTo>
                  <a:lnTo>
                    <a:pt x="3633089" y="145224"/>
                  </a:lnTo>
                  <a:lnTo>
                    <a:pt x="3664077" y="160909"/>
                  </a:lnTo>
                  <a:lnTo>
                    <a:pt x="3666185" y="161798"/>
                  </a:lnTo>
                  <a:lnTo>
                    <a:pt x="3668915" y="164134"/>
                  </a:lnTo>
                  <a:lnTo>
                    <a:pt x="3669601" y="165608"/>
                  </a:lnTo>
                  <a:lnTo>
                    <a:pt x="3669601" y="169494"/>
                  </a:lnTo>
                  <a:lnTo>
                    <a:pt x="3668534" y="171272"/>
                  </a:lnTo>
                  <a:lnTo>
                    <a:pt x="3664293" y="174142"/>
                  </a:lnTo>
                  <a:lnTo>
                    <a:pt x="3661486" y="174853"/>
                  </a:lnTo>
                  <a:lnTo>
                    <a:pt x="3654615" y="174853"/>
                  </a:lnTo>
                  <a:lnTo>
                    <a:pt x="3651872" y="174142"/>
                  </a:lnTo>
                  <a:lnTo>
                    <a:pt x="3647643" y="171272"/>
                  </a:lnTo>
                  <a:lnTo>
                    <a:pt x="3646271" y="169151"/>
                  </a:lnTo>
                  <a:lnTo>
                    <a:pt x="3645611" y="166331"/>
                  </a:lnTo>
                  <a:lnTo>
                    <a:pt x="3631285" y="167716"/>
                  </a:lnTo>
                  <a:lnTo>
                    <a:pt x="3650411" y="185940"/>
                  </a:lnTo>
                  <a:lnTo>
                    <a:pt x="3663238" y="185940"/>
                  </a:lnTo>
                  <a:lnTo>
                    <a:pt x="3684638" y="169976"/>
                  </a:lnTo>
                  <a:lnTo>
                    <a:pt x="3684638" y="161582"/>
                  </a:lnTo>
                  <a:close/>
                </a:path>
                <a:path w="3820794" h="220980">
                  <a:moveTo>
                    <a:pt x="3754780" y="147662"/>
                  </a:moveTo>
                  <a:lnTo>
                    <a:pt x="3754069" y="143217"/>
                  </a:lnTo>
                  <a:lnTo>
                    <a:pt x="3754018" y="142887"/>
                  </a:lnTo>
                  <a:lnTo>
                    <a:pt x="3750995" y="134962"/>
                  </a:lnTo>
                  <a:lnTo>
                    <a:pt x="3749751" y="133007"/>
                  </a:lnTo>
                  <a:lnTo>
                    <a:pt x="3748913" y="131686"/>
                  </a:lnTo>
                  <a:lnTo>
                    <a:pt x="3743629" y="126542"/>
                  </a:lnTo>
                  <a:lnTo>
                    <a:pt x="3740696" y="124714"/>
                  </a:lnTo>
                  <a:lnTo>
                    <a:pt x="3740696" y="147662"/>
                  </a:lnTo>
                  <a:lnTo>
                    <a:pt x="3711371" y="147662"/>
                  </a:lnTo>
                  <a:lnTo>
                    <a:pt x="3723487" y="133007"/>
                  </a:lnTo>
                  <a:lnTo>
                    <a:pt x="3729304" y="133007"/>
                  </a:lnTo>
                  <a:lnTo>
                    <a:pt x="3732161" y="133743"/>
                  </a:lnTo>
                  <a:lnTo>
                    <a:pt x="3731933" y="133743"/>
                  </a:lnTo>
                  <a:lnTo>
                    <a:pt x="3736022" y="136194"/>
                  </a:lnTo>
                  <a:lnTo>
                    <a:pt x="3737686" y="137934"/>
                  </a:lnTo>
                  <a:lnTo>
                    <a:pt x="3738867" y="140157"/>
                  </a:lnTo>
                  <a:lnTo>
                    <a:pt x="3740061" y="142341"/>
                  </a:lnTo>
                  <a:lnTo>
                    <a:pt x="3740670" y="144843"/>
                  </a:lnTo>
                  <a:lnTo>
                    <a:pt x="3740696" y="147662"/>
                  </a:lnTo>
                  <a:lnTo>
                    <a:pt x="3740696" y="124714"/>
                  </a:lnTo>
                  <a:lnTo>
                    <a:pt x="3737165" y="123431"/>
                  </a:lnTo>
                  <a:lnTo>
                    <a:pt x="3733762" y="122186"/>
                  </a:lnTo>
                  <a:lnTo>
                    <a:pt x="3730129" y="121564"/>
                  </a:lnTo>
                  <a:lnTo>
                    <a:pt x="3720338" y="121564"/>
                  </a:lnTo>
                  <a:lnTo>
                    <a:pt x="3696779" y="147662"/>
                  </a:lnTo>
                  <a:lnTo>
                    <a:pt x="3696855" y="160832"/>
                  </a:lnTo>
                  <a:lnTo>
                    <a:pt x="3720808" y="185940"/>
                  </a:lnTo>
                  <a:lnTo>
                    <a:pt x="3731907" y="185940"/>
                  </a:lnTo>
                  <a:lnTo>
                    <a:pt x="3751808" y="174498"/>
                  </a:lnTo>
                  <a:lnTo>
                    <a:pt x="3753307" y="171627"/>
                  </a:lnTo>
                  <a:lnTo>
                    <a:pt x="3754107" y="168211"/>
                  </a:lnTo>
                  <a:lnTo>
                    <a:pt x="3754170" y="167995"/>
                  </a:lnTo>
                  <a:lnTo>
                    <a:pt x="3740454" y="166458"/>
                  </a:lnTo>
                  <a:lnTo>
                    <a:pt x="3739883" y="167995"/>
                  </a:lnTo>
                  <a:lnTo>
                    <a:pt x="3739807" y="168211"/>
                  </a:lnTo>
                  <a:lnTo>
                    <a:pt x="3738842" y="169684"/>
                  </a:lnTo>
                  <a:lnTo>
                    <a:pt x="3736302" y="172072"/>
                  </a:lnTo>
                  <a:lnTo>
                    <a:pt x="3734803" y="172974"/>
                  </a:lnTo>
                  <a:lnTo>
                    <a:pt x="3731336" y="174193"/>
                  </a:lnTo>
                  <a:lnTo>
                    <a:pt x="3729405" y="174498"/>
                  </a:lnTo>
                  <a:lnTo>
                    <a:pt x="3724071" y="174498"/>
                  </a:lnTo>
                  <a:lnTo>
                    <a:pt x="3711346" y="160832"/>
                  </a:lnTo>
                  <a:lnTo>
                    <a:pt x="3711346" y="157568"/>
                  </a:lnTo>
                  <a:lnTo>
                    <a:pt x="3754780" y="157568"/>
                  </a:lnTo>
                  <a:lnTo>
                    <a:pt x="3754780" y="147662"/>
                  </a:lnTo>
                  <a:close/>
                </a:path>
                <a:path w="3820794" h="220980">
                  <a:moveTo>
                    <a:pt x="3820477" y="161582"/>
                  </a:moveTo>
                  <a:lnTo>
                    <a:pt x="3819017" y="157975"/>
                  </a:lnTo>
                  <a:lnTo>
                    <a:pt x="3813251" y="152450"/>
                  </a:lnTo>
                  <a:lnTo>
                    <a:pt x="3808869" y="150431"/>
                  </a:lnTo>
                  <a:lnTo>
                    <a:pt x="3792334" y="146888"/>
                  </a:lnTo>
                  <a:lnTo>
                    <a:pt x="3789172" y="146164"/>
                  </a:lnTo>
                  <a:lnTo>
                    <a:pt x="3786898" y="145224"/>
                  </a:lnTo>
                  <a:lnTo>
                    <a:pt x="3785514" y="144094"/>
                  </a:lnTo>
                  <a:lnTo>
                    <a:pt x="3784168" y="142951"/>
                  </a:lnTo>
                  <a:lnTo>
                    <a:pt x="3783507" y="141478"/>
                  </a:lnTo>
                  <a:lnTo>
                    <a:pt x="3783507" y="137553"/>
                  </a:lnTo>
                  <a:lnTo>
                    <a:pt x="3784511" y="135839"/>
                  </a:lnTo>
                  <a:lnTo>
                    <a:pt x="3788448" y="133311"/>
                  </a:lnTo>
                  <a:lnTo>
                    <a:pt x="3788143" y="133311"/>
                  </a:lnTo>
                  <a:lnTo>
                    <a:pt x="3791229" y="132524"/>
                  </a:lnTo>
                  <a:lnTo>
                    <a:pt x="3796563" y="132524"/>
                  </a:lnTo>
                  <a:lnTo>
                    <a:pt x="3798481" y="132892"/>
                  </a:lnTo>
                  <a:lnTo>
                    <a:pt x="3801618" y="134353"/>
                  </a:lnTo>
                  <a:lnTo>
                    <a:pt x="3802862" y="135305"/>
                  </a:lnTo>
                  <a:lnTo>
                    <a:pt x="3804615" y="137553"/>
                  </a:lnTo>
                  <a:lnTo>
                    <a:pt x="3804729" y="137693"/>
                  </a:lnTo>
                  <a:lnTo>
                    <a:pt x="3805390" y="138963"/>
                  </a:lnTo>
                  <a:lnTo>
                    <a:pt x="3805771" y="140322"/>
                  </a:lnTo>
                  <a:lnTo>
                    <a:pt x="3818128" y="138963"/>
                  </a:lnTo>
                  <a:lnTo>
                    <a:pt x="3819182" y="138963"/>
                  </a:lnTo>
                  <a:lnTo>
                    <a:pt x="3818166" y="133553"/>
                  </a:lnTo>
                  <a:lnTo>
                    <a:pt x="3817518" y="132524"/>
                  </a:lnTo>
                  <a:lnTo>
                    <a:pt x="3815550" y="129349"/>
                  </a:lnTo>
                  <a:lnTo>
                    <a:pt x="3807142" y="123126"/>
                  </a:lnTo>
                  <a:lnTo>
                    <a:pt x="3801389" y="121564"/>
                  </a:lnTo>
                  <a:lnTo>
                    <a:pt x="3789108" y="121564"/>
                  </a:lnTo>
                  <a:lnTo>
                    <a:pt x="3768852" y="136639"/>
                  </a:lnTo>
                  <a:lnTo>
                    <a:pt x="3768928" y="145224"/>
                  </a:lnTo>
                  <a:lnTo>
                    <a:pt x="3770274" y="148780"/>
                  </a:lnTo>
                  <a:lnTo>
                    <a:pt x="3776002" y="154711"/>
                  </a:lnTo>
                  <a:lnTo>
                    <a:pt x="3780434" y="156806"/>
                  </a:lnTo>
                  <a:lnTo>
                    <a:pt x="3799916" y="160909"/>
                  </a:lnTo>
                  <a:lnTo>
                    <a:pt x="3802024" y="161798"/>
                  </a:lnTo>
                  <a:lnTo>
                    <a:pt x="3804755" y="164134"/>
                  </a:lnTo>
                  <a:lnTo>
                    <a:pt x="3805453" y="165608"/>
                  </a:lnTo>
                  <a:lnTo>
                    <a:pt x="3805453" y="169494"/>
                  </a:lnTo>
                  <a:lnTo>
                    <a:pt x="3804374" y="171272"/>
                  </a:lnTo>
                  <a:lnTo>
                    <a:pt x="3800132" y="174142"/>
                  </a:lnTo>
                  <a:lnTo>
                    <a:pt x="3797325" y="174853"/>
                  </a:lnTo>
                  <a:lnTo>
                    <a:pt x="3790454" y="174853"/>
                  </a:lnTo>
                  <a:lnTo>
                    <a:pt x="3787711" y="174142"/>
                  </a:lnTo>
                  <a:lnTo>
                    <a:pt x="3783495" y="171272"/>
                  </a:lnTo>
                  <a:lnTo>
                    <a:pt x="3782110" y="169151"/>
                  </a:lnTo>
                  <a:lnTo>
                    <a:pt x="3781463" y="166331"/>
                  </a:lnTo>
                  <a:lnTo>
                    <a:pt x="3767137" y="167716"/>
                  </a:lnTo>
                  <a:lnTo>
                    <a:pt x="3768026" y="173456"/>
                  </a:lnTo>
                  <a:lnTo>
                    <a:pt x="3770795" y="177927"/>
                  </a:lnTo>
                  <a:lnTo>
                    <a:pt x="3780104" y="184340"/>
                  </a:lnTo>
                  <a:lnTo>
                    <a:pt x="3786251" y="185940"/>
                  </a:lnTo>
                  <a:lnTo>
                    <a:pt x="3799078" y="185940"/>
                  </a:lnTo>
                  <a:lnTo>
                    <a:pt x="3803675" y="185102"/>
                  </a:lnTo>
                  <a:lnTo>
                    <a:pt x="3811689" y="181749"/>
                  </a:lnTo>
                  <a:lnTo>
                    <a:pt x="3814813" y="179412"/>
                  </a:lnTo>
                  <a:lnTo>
                    <a:pt x="3818255" y="174853"/>
                  </a:lnTo>
                  <a:lnTo>
                    <a:pt x="3819321" y="173456"/>
                  </a:lnTo>
                  <a:lnTo>
                    <a:pt x="3820477" y="169976"/>
                  </a:lnTo>
                  <a:lnTo>
                    <a:pt x="3820477" y="161582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9753600" y="2400300"/>
              <a:ext cx="4038600" cy="495300"/>
            </a:xfrm>
            <a:custGeom>
              <a:avLst/>
              <a:gdLst/>
              <a:ahLst/>
              <a:cxnLst/>
              <a:rect l="l" t="t" r="r" b="b"/>
              <a:pathLst>
                <a:path w="4038600" h="495300">
                  <a:moveTo>
                    <a:pt x="76200" y="0"/>
                  </a:moveTo>
                  <a:lnTo>
                    <a:pt x="3962400" y="0"/>
                  </a:lnTo>
                  <a:lnTo>
                    <a:pt x="3992062" y="5987"/>
                  </a:lnTo>
                  <a:lnTo>
                    <a:pt x="4016282" y="22317"/>
                  </a:lnTo>
                  <a:lnTo>
                    <a:pt x="4032612" y="46537"/>
                  </a:lnTo>
                  <a:lnTo>
                    <a:pt x="4038600" y="76200"/>
                  </a:lnTo>
                  <a:lnTo>
                    <a:pt x="4038600" y="419100"/>
                  </a:lnTo>
                  <a:lnTo>
                    <a:pt x="4032612" y="448762"/>
                  </a:lnTo>
                  <a:lnTo>
                    <a:pt x="4016282" y="472982"/>
                  </a:lnTo>
                  <a:lnTo>
                    <a:pt x="3992062" y="489312"/>
                  </a:lnTo>
                  <a:lnTo>
                    <a:pt x="3962400" y="495300"/>
                  </a:lnTo>
                  <a:lnTo>
                    <a:pt x="76200" y="495300"/>
                  </a:lnTo>
                  <a:lnTo>
                    <a:pt x="46537" y="489312"/>
                  </a:lnTo>
                  <a:lnTo>
                    <a:pt x="22317" y="472982"/>
                  </a:lnTo>
                  <a:lnTo>
                    <a:pt x="5987" y="448762"/>
                  </a:lnTo>
                  <a:lnTo>
                    <a:pt x="0" y="419100"/>
                  </a:lnTo>
                  <a:lnTo>
                    <a:pt x="0" y="76200"/>
                  </a:ln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EF4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9753600" y="2400300"/>
              <a:ext cx="4038600" cy="495300"/>
            </a:xfrm>
            <a:custGeom>
              <a:avLst/>
              <a:gdLst/>
              <a:ahLst/>
              <a:cxnLst/>
              <a:rect l="l" t="t" r="r" b="b"/>
              <a:pathLst>
                <a:path w="4038600" h="495300">
                  <a:moveTo>
                    <a:pt x="3976038" y="487616"/>
                  </a:moveTo>
                  <a:lnTo>
                    <a:pt x="3976976" y="492357"/>
                  </a:lnTo>
                  <a:lnTo>
                    <a:pt x="3962400" y="495300"/>
                  </a:lnTo>
                  <a:lnTo>
                    <a:pt x="3962400" y="488950"/>
                  </a:lnTo>
                  <a:lnTo>
                    <a:pt x="3967073" y="488950"/>
                  </a:lnTo>
                  <a:lnTo>
                    <a:pt x="3971632" y="488492"/>
                  </a:lnTo>
                  <a:lnTo>
                    <a:pt x="3976038" y="487616"/>
                  </a:lnTo>
                  <a:close/>
                </a:path>
                <a:path w="4038600" h="495300">
                  <a:moveTo>
                    <a:pt x="3949776" y="482600"/>
                  </a:moveTo>
                  <a:lnTo>
                    <a:pt x="3962400" y="482600"/>
                  </a:lnTo>
                  <a:lnTo>
                    <a:pt x="3962400" y="495300"/>
                  </a:lnTo>
                  <a:lnTo>
                    <a:pt x="3949776" y="495300"/>
                  </a:lnTo>
                  <a:lnTo>
                    <a:pt x="3949776" y="482600"/>
                  </a:lnTo>
                  <a:close/>
                </a:path>
                <a:path w="4038600" h="495300">
                  <a:moveTo>
                    <a:pt x="3974807" y="481393"/>
                  </a:moveTo>
                  <a:lnTo>
                    <a:pt x="3976038" y="487616"/>
                  </a:lnTo>
                  <a:lnTo>
                    <a:pt x="3971632" y="488492"/>
                  </a:lnTo>
                  <a:lnTo>
                    <a:pt x="3967073" y="488950"/>
                  </a:lnTo>
                  <a:lnTo>
                    <a:pt x="3962400" y="488950"/>
                  </a:lnTo>
                  <a:lnTo>
                    <a:pt x="3962400" y="482600"/>
                  </a:lnTo>
                  <a:lnTo>
                    <a:pt x="3966654" y="482600"/>
                  </a:lnTo>
                  <a:lnTo>
                    <a:pt x="3970807" y="482180"/>
                  </a:lnTo>
                  <a:lnTo>
                    <a:pt x="3974807" y="481393"/>
                  </a:lnTo>
                  <a:close/>
                </a:path>
                <a:path w="4038600" h="495300">
                  <a:moveTo>
                    <a:pt x="4020489" y="457911"/>
                  </a:moveTo>
                  <a:lnTo>
                    <a:pt x="4024591" y="460658"/>
                  </a:lnTo>
                  <a:lnTo>
                    <a:pt x="4017008" y="471906"/>
                  </a:lnTo>
                  <a:lnTo>
                    <a:pt x="4016116" y="473095"/>
                  </a:lnTo>
                  <a:lnTo>
                    <a:pt x="4003958" y="481291"/>
                  </a:lnTo>
                  <a:lnTo>
                    <a:pt x="4001211" y="477190"/>
                  </a:lnTo>
                  <a:lnTo>
                    <a:pt x="4006720" y="473095"/>
                  </a:lnTo>
                  <a:lnTo>
                    <a:pt x="4011793" y="468493"/>
                  </a:lnTo>
                  <a:lnTo>
                    <a:pt x="4016395" y="463420"/>
                  </a:lnTo>
                  <a:lnTo>
                    <a:pt x="4020489" y="457911"/>
                  </a:lnTo>
                  <a:close/>
                </a:path>
                <a:path w="4038600" h="495300">
                  <a:moveTo>
                    <a:pt x="4015206" y="454367"/>
                  </a:moveTo>
                  <a:lnTo>
                    <a:pt x="4020489" y="457911"/>
                  </a:lnTo>
                  <a:lnTo>
                    <a:pt x="4016395" y="463420"/>
                  </a:lnTo>
                  <a:lnTo>
                    <a:pt x="4011793" y="468493"/>
                  </a:lnTo>
                  <a:lnTo>
                    <a:pt x="4006720" y="473095"/>
                  </a:lnTo>
                  <a:lnTo>
                    <a:pt x="4001209" y="477190"/>
                  </a:lnTo>
                  <a:lnTo>
                    <a:pt x="3997667" y="471906"/>
                  </a:lnTo>
                  <a:lnTo>
                    <a:pt x="4004602" y="467271"/>
                  </a:lnTo>
                  <a:lnTo>
                    <a:pt x="4010571" y="461302"/>
                  </a:lnTo>
                  <a:lnTo>
                    <a:pt x="4015206" y="454367"/>
                  </a:lnTo>
                  <a:close/>
                </a:path>
                <a:path w="4038600" h="495300">
                  <a:moveTo>
                    <a:pt x="4032250" y="406857"/>
                  </a:moveTo>
                  <a:lnTo>
                    <a:pt x="4038600" y="406857"/>
                  </a:lnTo>
                  <a:lnTo>
                    <a:pt x="4038600" y="419100"/>
                  </a:lnTo>
                  <a:lnTo>
                    <a:pt x="4035657" y="433676"/>
                  </a:lnTo>
                  <a:lnTo>
                    <a:pt x="4030922" y="432739"/>
                  </a:lnTo>
                  <a:lnTo>
                    <a:pt x="4031792" y="428332"/>
                  </a:lnTo>
                  <a:lnTo>
                    <a:pt x="4032250" y="423773"/>
                  </a:lnTo>
                  <a:lnTo>
                    <a:pt x="4032250" y="406857"/>
                  </a:lnTo>
                  <a:close/>
                </a:path>
                <a:path w="4038600" h="495300">
                  <a:moveTo>
                    <a:pt x="4025900" y="406857"/>
                  </a:moveTo>
                  <a:lnTo>
                    <a:pt x="4032250" y="406857"/>
                  </a:lnTo>
                  <a:lnTo>
                    <a:pt x="4032250" y="423773"/>
                  </a:lnTo>
                  <a:lnTo>
                    <a:pt x="4031875" y="427507"/>
                  </a:lnTo>
                  <a:lnTo>
                    <a:pt x="4031792" y="428332"/>
                  </a:lnTo>
                  <a:lnTo>
                    <a:pt x="4030916" y="432739"/>
                  </a:lnTo>
                  <a:lnTo>
                    <a:pt x="4024693" y="431507"/>
                  </a:lnTo>
                  <a:lnTo>
                    <a:pt x="4025480" y="427507"/>
                  </a:lnTo>
                  <a:lnTo>
                    <a:pt x="4025857" y="423773"/>
                  </a:lnTo>
                  <a:lnTo>
                    <a:pt x="4025900" y="406857"/>
                  </a:lnTo>
                  <a:close/>
                </a:path>
                <a:path w="4038600" h="495300">
                  <a:moveTo>
                    <a:pt x="4032250" y="357873"/>
                  </a:moveTo>
                  <a:lnTo>
                    <a:pt x="4038600" y="357873"/>
                  </a:lnTo>
                  <a:lnTo>
                    <a:pt x="4038600" y="382358"/>
                  </a:lnTo>
                  <a:lnTo>
                    <a:pt x="4032250" y="382358"/>
                  </a:lnTo>
                  <a:lnTo>
                    <a:pt x="4032250" y="357873"/>
                  </a:lnTo>
                  <a:close/>
                </a:path>
                <a:path w="4038600" h="495300">
                  <a:moveTo>
                    <a:pt x="4025900" y="357873"/>
                  </a:moveTo>
                  <a:lnTo>
                    <a:pt x="4032250" y="357873"/>
                  </a:lnTo>
                  <a:lnTo>
                    <a:pt x="4032250" y="382358"/>
                  </a:lnTo>
                  <a:lnTo>
                    <a:pt x="4025900" y="382358"/>
                  </a:lnTo>
                  <a:lnTo>
                    <a:pt x="4025900" y="357873"/>
                  </a:lnTo>
                  <a:close/>
                </a:path>
                <a:path w="4038600" h="495300">
                  <a:moveTo>
                    <a:pt x="4032250" y="308876"/>
                  </a:moveTo>
                  <a:lnTo>
                    <a:pt x="4038600" y="308876"/>
                  </a:lnTo>
                  <a:lnTo>
                    <a:pt x="4038600" y="333375"/>
                  </a:lnTo>
                  <a:lnTo>
                    <a:pt x="4032250" y="333375"/>
                  </a:lnTo>
                  <a:lnTo>
                    <a:pt x="4032250" y="308876"/>
                  </a:lnTo>
                  <a:close/>
                </a:path>
                <a:path w="4038600" h="495300">
                  <a:moveTo>
                    <a:pt x="4025900" y="308876"/>
                  </a:moveTo>
                  <a:lnTo>
                    <a:pt x="4032250" y="308876"/>
                  </a:lnTo>
                  <a:lnTo>
                    <a:pt x="4032250" y="333375"/>
                  </a:lnTo>
                  <a:lnTo>
                    <a:pt x="4025900" y="333375"/>
                  </a:lnTo>
                  <a:lnTo>
                    <a:pt x="4025900" y="308876"/>
                  </a:lnTo>
                  <a:close/>
                </a:path>
                <a:path w="4038600" h="495300">
                  <a:moveTo>
                    <a:pt x="4032250" y="259892"/>
                  </a:moveTo>
                  <a:lnTo>
                    <a:pt x="4038600" y="259892"/>
                  </a:lnTo>
                  <a:lnTo>
                    <a:pt x="4038600" y="284391"/>
                  </a:lnTo>
                  <a:lnTo>
                    <a:pt x="4032250" y="284391"/>
                  </a:lnTo>
                  <a:lnTo>
                    <a:pt x="4032250" y="259892"/>
                  </a:lnTo>
                  <a:close/>
                </a:path>
                <a:path w="4038600" h="495300">
                  <a:moveTo>
                    <a:pt x="4025900" y="259892"/>
                  </a:moveTo>
                  <a:lnTo>
                    <a:pt x="4032250" y="259892"/>
                  </a:lnTo>
                  <a:lnTo>
                    <a:pt x="4032250" y="284391"/>
                  </a:lnTo>
                  <a:lnTo>
                    <a:pt x="4025900" y="284391"/>
                  </a:lnTo>
                  <a:lnTo>
                    <a:pt x="4025900" y="259892"/>
                  </a:lnTo>
                  <a:close/>
                </a:path>
                <a:path w="4038600" h="495300">
                  <a:moveTo>
                    <a:pt x="4032250" y="210908"/>
                  </a:moveTo>
                  <a:lnTo>
                    <a:pt x="4038600" y="210908"/>
                  </a:lnTo>
                  <a:lnTo>
                    <a:pt x="4038600" y="235407"/>
                  </a:lnTo>
                  <a:lnTo>
                    <a:pt x="4032250" y="235407"/>
                  </a:lnTo>
                  <a:lnTo>
                    <a:pt x="4032250" y="210908"/>
                  </a:lnTo>
                  <a:close/>
                </a:path>
                <a:path w="4038600" h="495300">
                  <a:moveTo>
                    <a:pt x="4025900" y="210908"/>
                  </a:moveTo>
                  <a:lnTo>
                    <a:pt x="4032250" y="210908"/>
                  </a:lnTo>
                  <a:lnTo>
                    <a:pt x="4032250" y="235407"/>
                  </a:lnTo>
                  <a:lnTo>
                    <a:pt x="4025900" y="235407"/>
                  </a:lnTo>
                  <a:lnTo>
                    <a:pt x="4025900" y="210908"/>
                  </a:lnTo>
                  <a:close/>
                </a:path>
                <a:path w="4038600" h="495300">
                  <a:moveTo>
                    <a:pt x="4032250" y="161925"/>
                  </a:moveTo>
                  <a:lnTo>
                    <a:pt x="4038600" y="161925"/>
                  </a:lnTo>
                  <a:lnTo>
                    <a:pt x="4038600" y="186423"/>
                  </a:lnTo>
                  <a:lnTo>
                    <a:pt x="4032250" y="186423"/>
                  </a:lnTo>
                  <a:lnTo>
                    <a:pt x="4032250" y="161925"/>
                  </a:lnTo>
                  <a:close/>
                </a:path>
                <a:path w="4038600" h="495300">
                  <a:moveTo>
                    <a:pt x="4025900" y="161925"/>
                  </a:moveTo>
                  <a:lnTo>
                    <a:pt x="4032250" y="161925"/>
                  </a:lnTo>
                  <a:lnTo>
                    <a:pt x="4032250" y="186423"/>
                  </a:lnTo>
                  <a:lnTo>
                    <a:pt x="4025900" y="186423"/>
                  </a:lnTo>
                  <a:lnTo>
                    <a:pt x="4025900" y="161925"/>
                  </a:lnTo>
                  <a:close/>
                </a:path>
                <a:path w="4038600" h="495300">
                  <a:moveTo>
                    <a:pt x="4032250" y="112941"/>
                  </a:moveTo>
                  <a:lnTo>
                    <a:pt x="4038600" y="112941"/>
                  </a:lnTo>
                  <a:lnTo>
                    <a:pt x="4038600" y="137426"/>
                  </a:lnTo>
                  <a:lnTo>
                    <a:pt x="4032250" y="137426"/>
                  </a:lnTo>
                  <a:lnTo>
                    <a:pt x="4032250" y="112941"/>
                  </a:lnTo>
                  <a:close/>
                </a:path>
                <a:path w="4038600" h="495300">
                  <a:moveTo>
                    <a:pt x="4025900" y="112941"/>
                  </a:moveTo>
                  <a:lnTo>
                    <a:pt x="4032250" y="112941"/>
                  </a:lnTo>
                  <a:lnTo>
                    <a:pt x="4032250" y="137426"/>
                  </a:lnTo>
                  <a:lnTo>
                    <a:pt x="4025900" y="137426"/>
                  </a:lnTo>
                  <a:lnTo>
                    <a:pt x="4025900" y="112941"/>
                  </a:lnTo>
                  <a:close/>
                </a:path>
                <a:path w="4038600" h="495300">
                  <a:moveTo>
                    <a:pt x="4035657" y="61623"/>
                  </a:moveTo>
                  <a:lnTo>
                    <a:pt x="4038600" y="76200"/>
                  </a:lnTo>
                  <a:lnTo>
                    <a:pt x="4038600" y="88442"/>
                  </a:lnTo>
                  <a:lnTo>
                    <a:pt x="4032250" y="88442"/>
                  </a:lnTo>
                  <a:lnTo>
                    <a:pt x="4032250" y="71526"/>
                  </a:lnTo>
                  <a:lnTo>
                    <a:pt x="4031875" y="67792"/>
                  </a:lnTo>
                  <a:lnTo>
                    <a:pt x="4031792" y="66967"/>
                  </a:lnTo>
                  <a:lnTo>
                    <a:pt x="4030916" y="62561"/>
                  </a:lnTo>
                  <a:lnTo>
                    <a:pt x="4035657" y="61623"/>
                  </a:lnTo>
                  <a:close/>
                </a:path>
                <a:path w="4038600" h="495300">
                  <a:moveTo>
                    <a:pt x="4030916" y="62561"/>
                  </a:moveTo>
                  <a:lnTo>
                    <a:pt x="4031792" y="66967"/>
                  </a:lnTo>
                  <a:lnTo>
                    <a:pt x="4032250" y="71526"/>
                  </a:lnTo>
                  <a:lnTo>
                    <a:pt x="4032250" y="88442"/>
                  </a:lnTo>
                  <a:lnTo>
                    <a:pt x="4025900" y="88442"/>
                  </a:lnTo>
                  <a:lnTo>
                    <a:pt x="4025857" y="71526"/>
                  </a:lnTo>
                  <a:lnTo>
                    <a:pt x="4025480" y="67792"/>
                  </a:lnTo>
                  <a:lnTo>
                    <a:pt x="4024693" y="63792"/>
                  </a:lnTo>
                  <a:lnTo>
                    <a:pt x="4030916" y="62561"/>
                  </a:lnTo>
                  <a:close/>
                </a:path>
                <a:path w="4038600" h="495300">
                  <a:moveTo>
                    <a:pt x="4001209" y="18110"/>
                  </a:moveTo>
                  <a:lnTo>
                    <a:pt x="4006844" y="22317"/>
                  </a:lnTo>
                  <a:lnTo>
                    <a:pt x="4011793" y="26806"/>
                  </a:lnTo>
                  <a:lnTo>
                    <a:pt x="4016395" y="31879"/>
                  </a:lnTo>
                  <a:lnTo>
                    <a:pt x="4020490" y="37390"/>
                  </a:lnTo>
                  <a:lnTo>
                    <a:pt x="4015206" y="40932"/>
                  </a:lnTo>
                  <a:lnTo>
                    <a:pt x="4010571" y="33997"/>
                  </a:lnTo>
                  <a:lnTo>
                    <a:pt x="4004602" y="28028"/>
                  </a:lnTo>
                  <a:lnTo>
                    <a:pt x="3997667" y="23393"/>
                  </a:lnTo>
                  <a:lnTo>
                    <a:pt x="4001209" y="18110"/>
                  </a:lnTo>
                  <a:close/>
                </a:path>
                <a:path w="4038600" h="495300">
                  <a:moveTo>
                    <a:pt x="4003958" y="14008"/>
                  </a:moveTo>
                  <a:lnTo>
                    <a:pt x="4016282" y="22317"/>
                  </a:lnTo>
                  <a:lnTo>
                    <a:pt x="4024591" y="34641"/>
                  </a:lnTo>
                  <a:lnTo>
                    <a:pt x="4020487" y="37390"/>
                  </a:lnTo>
                  <a:lnTo>
                    <a:pt x="4016395" y="31879"/>
                  </a:lnTo>
                  <a:lnTo>
                    <a:pt x="4011793" y="26806"/>
                  </a:lnTo>
                  <a:lnTo>
                    <a:pt x="4006844" y="22317"/>
                  </a:lnTo>
                  <a:lnTo>
                    <a:pt x="4001211" y="18110"/>
                  </a:lnTo>
                  <a:lnTo>
                    <a:pt x="4003958" y="14008"/>
                  </a:lnTo>
                  <a:close/>
                </a:path>
                <a:path w="4038600" h="495300">
                  <a:moveTo>
                    <a:pt x="3962400" y="6350"/>
                  </a:moveTo>
                  <a:lnTo>
                    <a:pt x="3967073" y="6350"/>
                  </a:lnTo>
                  <a:lnTo>
                    <a:pt x="3971632" y="6807"/>
                  </a:lnTo>
                  <a:lnTo>
                    <a:pt x="3976038" y="7683"/>
                  </a:lnTo>
                  <a:lnTo>
                    <a:pt x="3974807" y="13906"/>
                  </a:lnTo>
                  <a:lnTo>
                    <a:pt x="3970807" y="13119"/>
                  </a:lnTo>
                  <a:lnTo>
                    <a:pt x="3966654" y="12700"/>
                  </a:lnTo>
                  <a:lnTo>
                    <a:pt x="3962400" y="12700"/>
                  </a:lnTo>
                  <a:lnTo>
                    <a:pt x="3962400" y="6350"/>
                  </a:lnTo>
                  <a:close/>
                </a:path>
                <a:path w="4038600" h="495300">
                  <a:moveTo>
                    <a:pt x="3949776" y="0"/>
                  </a:moveTo>
                  <a:lnTo>
                    <a:pt x="3962400" y="0"/>
                  </a:lnTo>
                  <a:lnTo>
                    <a:pt x="3962400" y="12700"/>
                  </a:lnTo>
                  <a:lnTo>
                    <a:pt x="3949776" y="12700"/>
                  </a:lnTo>
                  <a:lnTo>
                    <a:pt x="3949776" y="0"/>
                  </a:lnTo>
                  <a:close/>
                </a:path>
                <a:path w="4038600" h="495300">
                  <a:moveTo>
                    <a:pt x="3962400" y="0"/>
                  </a:moveTo>
                  <a:lnTo>
                    <a:pt x="3976976" y="2942"/>
                  </a:lnTo>
                  <a:lnTo>
                    <a:pt x="3976038" y="7683"/>
                  </a:lnTo>
                  <a:lnTo>
                    <a:pt x="3971632" y="6807"/>
                  </a:lnTo>
                  <a:lnTo>
                    <a:pt x="3967073" y="6350"/>
                  </a:lnTo>
                  <a:lnTo>
                    <a:pt x="3962400" y="6350"/>
                  </a:lnTo>
                  <a:lnTo>
                    <a:pt x="3962400" y="0"/>
                  </a:lnTo>
                  <a:close/>
                </a:path>
                <a:path w="4038600" h="495300">
                  <a:moveTo>
                    <a:pt x="3899306" y="0"/>
                  </a:moveTo>
                  <a:lnTo>
                    <a:pt x="3924541" y="0"/>
                  </a:lnTo>
                  <a:lnTo>
                    <a:pt x="3924541" y="12700"/>
                  </a:lnTo>
                  <a:lnTo>
                    <a:pt x="3899306" y="12700"/>
                  </a:lnTo>
                  <a:lnTo>
                    <a:pt x="3899306" y="0"/>
                  </a:lnTo>
                  <a:close/>
                </a:path>
                <a:path w="4038600" h="495300">
                  <a:moveTo>
                    <a:pt x="3848836" y="0"/>
                  </a:moveTo>
                  <a:lnTo>
                    <a:pt x="3874071" y="0"/>
                  </a:lnTo>
                  <a:lnTo>
                    <a:pt x="3874071" y="12700"/>
                  </a:lnTo>
                  <a:lnTo>
                    <a:pt x="3848836" y="12700"/>
                  </a:lnTo>
                  <a:lnTo>
                    <a:pt x="3848836" y="0"/>
                  </a:lnTo>
                  <a:close/>
                </a:path>
                <a:path w="4038600" h="495300">
                  <a:moveTo>
                    <a:pt x="3798366" y="0"/>
                  </a:moveTo>
                  <a:lnTo>
                    <a:pt x="3823601" y="0"/>
                  </a:lnTo>
                  <a:lnTo>
                    <a:pt x="3823601" y="12700"/>
                  </a:lnTo>
                  <a:lnTo>
                    <a:pt x="3798366" y="12700"/>
                  </a:lnTo>
                  <a:lnTo>
                    <a:pt x="3798366" y="0"/>
                  </a:lnTo>
                  <a:close/>
                </a:path>
                <a:path w="4038600" h="495300">
                  <a:moveTo>
                    <a:pt x="3747896" y="0"/>
                  </a:moveTo>
                  <a:lnTo>
                    <a:pt x="3773131" y="0"/>
                  </a:lnTo>
                  <a:lnTo>
                    <a:pt x="3773131" y="12700"/>
                  </a:lnTo>
                  <a:lnTo>
                    <a:pt x="3747896" y="12700"/>
                  </a:lnTo>
                  <a:lnTo>
                    <a:pt x="3747896" y="0"/>
                  </a:lnTo>
                  <a:close/>
                </a:path>
                <a:path w="4038600" h="495300">
                  <a:moveTo>
                    <a:pt x="3697427" y="0"/>
                  </a:moveTo>
                  <a:lnTo>
                    <a:pt x="3722662" y="0"/>
                  </a:lnTo>
                  <a:lnTo>
                    <a:pt x="3722662" y="12700"/>
                  </a:lnTo>
                  <a:lnTo>
                    <a:pt x="3697427" y="12700"/>
                  </a:lnTo>
                  <a:lnTo>
                    <a:pt x="3697427" y="0"/>
                  </a:lnTo>
                  <a:close/>
                </a:path>
                <a:path w="4038600" h="495300">
                  <a:moveTo>
                    <a:pt x="3646957" y="0"/>
                  </a:moveTo>
                  <a:lnTo>
                    <a:pt x="3672192" y="0"/>
                  </a:lnTo>
                  <a:lnTo>
                    <a:pt x="3672192" y="12700"/>
                  </a:lnTo>
                  <a:lnTo>
                    <a:pt x="3646957" y="12700"/>
                  </a:lnTo>
                  <a:lnTo>
                    <a:pt x="3646957" y="0"/>
                  </a:lnTo>
                  <a:close/>
                </a:path>
                <a:path w="4038600" h="495300">
                  <a:moveTo>
                    <a:pt x="3596487" y="0"/>
                  </a:moveTo>
                  <a:lnTo>
                    <a:pt x="3621722" y="0"/>
                  </a:lnTo>
                  <a:lnTo>
                    <a:pt x="3621722" y="12700"/>
                  </a:lnTo>
                  <a:lnTo>
                    <a:pt x="3596487" y="12700"/>
                  </a:lnTo>
                  <a:lnTo>
                    <a:pt x="3596487" y="0"/>
                  </a:lnTo>
                  <a:close/>
                </a:path>
                <a:path w="4038600" h="495300">
                  <a:moveTo>
                    <a:pt x="3546017" y="0"/>
                  </a:moveTo>
                  <a:lnTo>
                    <a:pt x="3571252" y="0"/>
                  </a:lnTo>
                  <a:lnTo>
                    <a:pt x="3571252" y="12700"/>
                  </a:lnTo>
                  <a:lnTo>
                    <a:pt x="3546017" y="12700"/>
                  </a:lnTo>
                  <a:lnTo>
                    <a:pt x="3546017" y="0"/>
                  </a:lnTo>
                  <a:close/>
                </a:path>
                <a:path w="4038600" h="495300">
                  <a:moveTo>
                    <a:pt x="3495548" y="0"/>
                  </a:moveTo>
                  <a:lnTo>
                    <a:pt x="3520782" y="0"/>
                  </a:lnTo>
                  <a:lnTo>
                    <a:pt x="3520782" y="12700"/>
                  </a:lnTo>
                  <a:lnTo>
                    <a:pt x="3495548" y="12700"/>
                  </a:lnTo>
                  <a:lnTo>
                    <a:pt x="3495548" y="0"/>
                  </a:lnTo>
                  <a:close/>
                </a:path>
                <a:path w="4038600" h="495300">
                  <a:moveTo>
                    <a:pt x="3445078" y="0"/>
                  </a:moveTo>
                  <a:lnTo>
                    <a:pt x="3470313" y="0"/>
                  </a:lnTo>
                  <a:lnTo>
                    <a:pt x="3470313" y="12700"/>
                  </a:lnTo>
                  <a:lnTo>
                    <a:pt x="3445078" y="12700"/>
                  </a:lnTo>
                  <a:lnTo>
                    <a:pt x="3445078" y="0"/>
                  </a:lnTo>
                  <a:close/>
                </a:path>
                <a:path w="4038600" h="495300">
                  <a:moveTo>
                    <a:pt x="3394608" y="0"/>
                  </a:moveTo>
                  <a:lnTo>
                    <a:pt x="3419843" y="0"/>
                  </a:lnTo>
                  <a:lnTo>
                    <a:pt x="3419843" y="12700"/>
                  </a:lnTo>
                  <a:lnTo>
                    <a:pt x="3394608" y="12700"/>
                  </a:lnTo>
                  <a:lnTo>
                    <a:pt x="3394608" y="0"/>
                  </a:lnTo>
                  <a:close/>
                </a:path>
                <a:path w="4038600" h="495300">
                  <a:moveTo>
                    <a:pt x="3344138" y="0"/>
                  </a:moveTo>
                  <a:lnTo>
                    <a:pt x="3369373" y="0"/>
                  </a:lnTo>
                  <a:lnTo>
                    <a:pt x="3369373" y="12700"/>
                  </a:lnTo>
                  <a:lnTo>
                    <a:pt x="3344138" y="12700"/>
                  </a:lnTo>
                  <a:lnTo>
                    <a:pt x="3344138" y="0"/>
                  </a:lnTo>
                  <a:close/>
                </a:path>
                <a:path w="4038600" h="495300">
                  <a:moveTo>
                    <a:pt x="3293668" y="0"/>
                  </a:moveTo>
                  <a:lnTo>
                    <a:pt x="3318903" y="0"/>
                  </a:lnTo>
                  <a:lnTo>
                    <a:pt x="3318903" y="12700"/>
                  </a:lnTo>
                  <a:lnTo>
                    <a:pt x="3293668" y="12700"/>
                  </a:lnTo>
                  <a:lnTo>
                    <a:pt x="3293668" y="0"/>
                  </a:lnTo>
                  <a:close/>
                </a:path>
                <a:path w="4038600" h="495300">
                  <a:moveTo>
                    <a:pt x="3243199" y="0"/>
                  </a:moveTo>
                  <a:lnTo>
                    <a:pt x="3268433" y="0"/>
                  </a:lnTo>
                  <a:lnTo>
                    <a:pt x="3268433" y="12700"/>
                  </a:lnTo>
                  <a:lnTo>
                    <a:pt x="3243199" y="12700"/>
                  </a:lnTo>
                  <a:lnTo>
                    <a:pt x="3243199" y="0"/>
                  </a:lnTo>
                  <a:close/>
                </a:path>
                <a:path w="4038600" h="495300">
                  <a:moveTo>
                    <a:pt x="3192729" y="0"/>
                  </a:moveTo>
                  <a:lnTo>
                    <a:pt x="3217964" y="0"/>
                  </a:lnTo>
                  <a:lnTo>
                    <a:pt x="3217964" y="12700"/>
                  </a:lnTo>
                  <a:lnTo>
                    <a:pt x="3192729" y="12700"/>
                  </a:lnTo>
                  <a:lnTo>
                    <a:pt x="3192729" y="0"/>
                  </a:lnTo>
                  <a:close/>
                </a:path>
                <a:path w="4038600" h="495300">
                  <a:moveTo>
                    <a:pt x="3142259" y="0"/>
                  </a:moveTo>
                  <a:lnTo>
                    <a:pt x="3167494" y="0"/>
                  </a:lnTo>
                  <a:lnTo>
                    <a:pt x="3167494" y="12700"/>
                  </a:lnTo>
                  <a:lnTo>
                    <a:pt x="3142259" y="12700"/>
                  </a:lnTo>
                  <a:lnTo>
                    <a:pt x="3142259" y="0"/>
                  </a:lnTo>
                  <a:close/>
                </a:path>
                <a:path w="4038600" h="495300">
                  <a:moveTo>
                    <a:pt x="3091789" y="0"/>
                  </a:moveTo>
                  <a:lnTo>
                    <a:pt x="3117024" y="0"/>
                  </a:lnTo>
                  <a:lnTo>
                    <a:pt x="3117024" y="12700"/>
                  </a:lnTo>
                  <a:lnTo>
                    <a:pt x="3091789" y="12700"/>
                  </a:lnTo>
                  <a:lnTo>
                    <a:pt x="3091789" y="0"/>
                  </a:lnTo>
                  <a:close/>
                </a:path>
                <a:path w="4038600" h="495300">
                  <a:moveTo>
                    <a:pt x="3041319" y="0"/>
                  </a:moveTo>
                  <a:lnTo>
                    <a:pt x="3066554" y="0"/>
                  </a:lnTo>
                  <a:lnTo>
                    <a:pt x="3066554" y="12700"/>
                  </a:lnTo>
                  <a:lnTo>
                    <a:pt x="3041319" y="12700"/>
                  </a:lnTo>
                  <a:lnTo>
                    <a:pt x="3041319" y="0"/>
                  </a:lnTo>
                  <a:close/>
                </a:path>
                <a:path w="4038600" h="495300">
                  <a:moveTo>
                    <a:pt x="2990850" y="0"/>
                  </a:moveTo>
                  <a:lnTo>
                    <a:pt x="3016084" y="0"/>
                  </a:lnTo>
                  <a:lnTo>
                    <a:pt x="3016084" y="12700"/>
                  </a:lnTo>
                  <a:lnTo>
                    <a:pt x="2990850" y="12700"/>
                  </a:lnTo>
                  <a:lnTo>
                    <a:pt x="2990850" y="0"/>
                  </a:lnTo>
                  <a:close/>
                </a:path>
                <a:path w="4038600" h="495300">
                  <a:moveTo>
                    <a:pt x="2940380" y="0"/>
                  </a:moveTo>
                  <a:lnTo>
                    <a:pt x="2965615" y="0"/>
                  </a:lnTo>
                  <a:lnTo>
                    <a:pt x="2965615" y="12700"/>
                  </a:lnTo>
                  <a:lnTo>
                    <a:pt x="2940380" y="12700"/>
                  </a:lnTo>
                  <a:lnTo>
                    <a:pt x="2940380" y="0"/>
                  </a:lnTo>
                  <a:close/>
                </a:path>
                <a:path w="4038600" h="495300">
                  <a:moveTo>
                    <a:pt x="2889910" y="0"/>
                  </a:moveTo>
                  <a:lnTo>
                    <a:pt x="2915145" y="0"/>
                  </a:lnTo>
                  <a:lnTo>
                    <a:pt x="2915145" y="12700"/>
                  </a:lnTo>
                  <a:lnTo>
                    <a:pt x="2889910" y="12700"/>
                  </a:lnTo>
                  <a:lnTo>
                    <a:pt x="2889910" y="0"/>
                  </a:lnTo>
                  <a:close/>
                </a:path>
                <a:path w="4038600" h="495300">
                  <a:moveTo>
                    <a:pt x="2839440" y="0"/>
                  </a:moveTo>
                  <a:lnTo>
                    <a:pt x="2864675" y="0"/>
                  </a:lnTo>
                  <a:lnTo>
                    <a:pt x="2864675" y="12700"/>
                  </a:lnTo>
                  <a:lnTo>
                    <a:pt x="2839440" y="12700"/>
                  </a:lnTo>
                  <a:lnTo>
                    <a:pt x="2839440" y="0"/>
                  </a:lnTo>
                  <a:close/>
                </a:path>
                <a:path w="4038600" h="495300">
                  <a:moveTo>
                    <a:pt x="2788970" y="0"/>
                  </a:moveTo>
                  <a:lnTo>
                    <a:pt x="2814205" y="0"/>
                  </a:lnTo>
                  <a:lnTo>
                    <a:pt x="2814205" y="12700"/>
                  </a:lnTo>
                  <a:lnTo>
                    <a:pt x="2788970" y="12700"/>
                  </a:lnTo>
                  <a:lnTo>
                    <a:pt x="2788970" y="0"/>
                  </a:lnTo>
                  <a:close/>
                </a:path>
                <a:path w="4038600" h="495300">
                  <a:moveTo>
                    <a:pt x="2738500" y="0"/>
                  </a:moveTo>
                  <a:lnTo>
                    <a:pt x="2763735" y="0"/>
                  </a:lnTo>
                  <a:lnTo>
                    <a:pt x="2763735" y="12700"/>
                  </a:lnTo>
                  <a:lnTo>
                    <a:pt x="2738501" y="12700"/>
                  </a:lnTo>
                  <a:lnTo>
                    <a:pt x="2738500" y="0"/>
                  </a:lnTo>
                  <a:close/>
                </a:path>
                <a:path w="4038600" h="495300">
                  <a:moveTo>
                    <a:pt x="2688031" y="0"/>
                  </a:moveTo>
                  <a:lnTo>
                    <a:pt x="2713266" y="0"/>
                  </a:lnTo>
                  <a:lnTo>
                    <a:pt x="2713266" y="12700"/>
                  </a:lnTo>
                  <a:lnTo>
                    <a:pt x="2688031" y="12700"/>
                  </a:lnTo>
                  <a:lnTo>
                    <a:pt x="2688031" y="0"/>
                  </a:lnTo>
                  <a:close/>
                </a:path>
                <a:path w="4038600" h="495300">
                  <a:moveTo>
                    <a:pt x="2637561" y="0"/>
                  </a:moveTo>
                  <a:lnTo>
                    <a:pt x="2662796" y="0"/>
                  </a:lnTo>
                  <a:lnTo>
                    <a:pt x="2662796" y="12700"/>
                  </a:lnTo>
                  <a:lnTo>
                    <a:pt x="2637561" y="12700"/>
                  </a:lnTo>
                  <a:lnTo>
                    <a:pt x="2637561" y="0"/>
                  </a:lnTo>
                  <a:close/>
                </a:path>
                <a:path w="4038600" h="495300">
                  <a:moveTo>
                    <a:pt x="2587091" y="0"/>
                  </a:moveTo>
                  <a:lnTo>
                    <a:pt x="2612326" y="0"/>
                  </a:lnTo>
                  <a:lnTo>
                    <a:pt x="2612326" y="12700"/>
                  </a:lnTo>
                  <a:lnTo>
                    <a:pt x="2587091" y="12700"/>
                  </a:lnTo>
                  <a:lnTo>
                    <a:pt x="2587091" y="0"/>
                  </a:lnTo>
                  <a:close/>
                </a:path>
                <a:path w="4038600" h="495300">
                  <a:moveTo>
                    <a:pt x="2536621" y="0"/>
                  </a:moveTo>
                  <a:lnTo>
                    <a:pt x="2561856" y="0"/>
                  </a:lnTo>
                  <a:lnTo>
                    <a:pt x="2561856" y="12700"/>
                  </a:lnTo>
                  <a:lnTo>
                    <a:pt x="2536621" y="12700"/>
                  </a:lnTo>
                  <a:lnTo>
                    <a:pt x="2536621" y="0"/>
                  </a:lnTo>
                  <a:close/>
                </a:path>
                <a:path w="4038600" h="495300">
                  <a:moveTo>
                    <a:pt x="2486152" y="0"/>
                  </a:moveTo>
                  <a:lnTo>
                    <a:pt x="2511386" y="0"/>
                  </a:lnTo>
                  <a:lnTo>
                    <a:pt x="2511386" y="12700"/>
                  </a:lnTo>
                  <a:lnTo>
                    <a:pt x="2486152" y="12700"/>
                  </a:lnTo>
                  <a:lnTo>
                    <a:pt x="2486152" y="0"/>
                  </a:lnTo>
                  <a:close/>
                </a:path>
                <a:path w="4038600" h="495300">
                  <a:moveTo>
                    <a:pt x="2435682" y="0"/>
                  </a:moveTo>
                  <a:lnTo>
                    <a:pt x="2460917" y="0"/>
                  </a:lnTo>
                  <a:lnTo>
                    <a:pt x="2460917" y="12700"/>
                  </a:lnTo>
                  <a:lnTo>
                    <a:pt x="2435682" y="12700"/>
                  </a:lnTo>
                  <a:lnTo>
                    <a:pt x="2435682" y="0"/>
                  </a:lnTo>
                  <a:close/>
                </a:path>
                <a:path w="4038600" h="495300">
                  <a:moveTo>
                    <a:pt x="2385212" y="0"/>
                  </a:moveTo>
                  <a:lnTo>
                    <a:pt x="2410447" y="0"/>
                  </a:lnTo>
                  <a:lnTo>
                    <a:pt x="2410447" y="12700"/>
                  </a:lnTo>
                  <a:lnTo>
                    <a:pt x="2385212" y="12700"/>
                  </a:lnTo>
                  <a:lnTo>
                    <a:pt x="2385212" y="0"/>
                  </a:lnTo>
                  <a:close/>
                </a:path>
                <a:path w="4038600" h="495300">
                  <a:moveTo>
                    <a:pt x="2334742" y="0"/>
                  </a:moveTo>
                  <a:lnTo>
                    <a:pt x="2359977" y="0"/>
                  </a:lnTo>
                  <a:lnTo>
                    <a:pt x="2359977" y="12700"/>
                  </a:lnTo>
                  <a:lnTo>
                    <a:pt x="2334742" y="12700"/>
                  </a:lnTo>
                  <a:lnTo>
                    <a:pt x="2334742" y="0"/>
                  </a:lnTo>
                  <a:close/>
                </a:path>
                <a:path w="4038600" h="495300">
                  <a:moveTo>
                    <a:pt x="2284272" y="0"/>
                  </a:moveTo>
                  <a:lnTo>
                    <a:pt x="2309507" y="0"/>
                  </a:lnTo>
                  <a:lnTo>
                    <a:pt x="2309507" y="12700"/>
                  </a:lnTo>
                  <a:lnTo>
                    <a:pt x="2284272" y="12700"/>
                  </a:lnTo>
                  <a:lnTo>
                    <a:pt x="2284272" y="0"/>
                  </a:lnTo>
                  <a:close/>
                </a:path>
                <a:path w="4038600" h="495300">
                  <a:moveTo>
                    <a:pt x="2233802" y="0"/>
                  </a:moveTo>
                  <a:lnTo>
                    <a:pt x="2259037" y="0"/>
                  </a:lnTo>
                  <a:lnTo>
                    <a:pt x="2259037" y="12700"/>
                  </a:lnTo>
                  <a:lnTo>
                    <a:pt x="2233803" y="12700"/>
                  </a:lnTo>
                  <a:lnTo>
                    <a:pt x="2233802" y="0"/>
                  </a:lnTo>
                  <a:close/>
                </a:path>
                <a:path w="4038600" h="495300">
                  <a:moveTo>
                    <a:pt x="2183320" y="0"/>
                  </a:moveTo>
                  <a:lnTo>
                    <a:pt x="2208568" y="0"/>
                  </a:lnTo>
                  <a:lnTo>
                    <a:pt x="2208568" y="12700"/>
                  </a:lnTo>
                  <a:lnTo>
                    <a:pt x="2183320" y="12700"/>
                  </a:lnTo>
                  <a:lnTo>
                    <a:pt x="2183320" y="0"/>
                  </a:lnTo>
                  <a:close/>
                </a:path>
                <a:path w="4038600" h="495300">
                  <a:moveTo>
                    <a:pt x="2132850" y="0"/>
                  </a:moveTo>
                  <a:lnTo>
                    <a:pt x="2158085" y="0"/>
                  </a:lnTo>
                  <a:lnTo>
                    <a:pt x="2158085" y="12700"/>
                  </a:lnTo>
                  <a:lnTo>
                    <a:pt x="2132850" y="12700"/>
                  </a:lnTo>
                  <a:lnTo>
                    <a:pt x="2132850" y="0"/>
                  </a:lnTo>
                  <a:close/>
                </a:path>
                <a:path w="4038600" h="495300">
                  <a:moveTo>
                    <a:pt x="2082380" y="0"/>
                  </a:moveTo>
                  <a:lnTo>
                    <a:pt x="2107615" y="0"/>
                  </a:lnTo>
                  <a:lnTo>
                    <a:pt x="2107615" y="12700"/>
                  </a:lnTo>
                  <a:lnTo>
                    <a:pt x="2082380" y="12700"/>
                  </a:lnTo>
                  <a:lnTo>
                    <a:pt x="2082380" y="0"/>
                  </a:lnTo>
                  <a:close/>
                </a:path>
                <a:path w="4038600" h="495300">
                  <a:moveTo>
                    <a:pt x="2031911" y="0"/>
                  </a:moveTo>
                  <a:lnTo>
                    <a:pt x="2057146" y="0"/>
                  </a:lnTo>
                  <a:lnTo>
                    <a:pt x="2057146" y="12700"/>
                  </a:lnTo>
                  <a:lnTo>
                    <a:pt x="2031911" y="12700"/>
                  </a:lnTo>
                  <a:lnTo>
                    <a:pt x="2031911" y="0"/>
                  </a:lnTo>
                  <a:close/>
                </a:path>
                <a:path w="4038600" h="495300">
                  <a:moveTo>
                    <a:pt x="1981441" y="0"/>
                  </a:moveTo>
                  <a:lnTo>
                    <a:pt x="2006676" y="0"/>
                  </a:lnTo>
                  <a:lnTo>
                    <a:pt x="2006676" y="12700"/>
                  </a:lnTo>
                  <a:lnTo>
                    <a:pt x="1981441" y="12700"/>
                  </a:lnTo>
                  <a:lnTo>
                    <a:pt x="1981441" y="0"/>
                  </a:lnTo>
                  <a:close/>
                </a:path>
                <a:path w="4038600" h="495300">
                  <a:moveTo>
                    <a:pt x="1930971" y="0"/>
                  </a:moveTo>
                  <a:lnTo>
                    <a:pt x="1956206" y="0"/>
                  </a:lnTo>
                  <a:lnTo>
                    <a:pt x="1956206" y="12700"/>
                  </a:lnTo>
                  <a:lnTo>
                    <a:pt x="1930971" y="12700"/>
                  </a:lnTo>
                  <a:lnTo>
                    <a:pt x="1930971" y="0"/>
                  </a:lnTo>
                  <a:close/>
                </a:path>
                <a:path w="4038600" h="495300">
                  <a:moveTo>
                    <a:pt x="1880501" y="0"/>
                  </a:moveTo>
                  <a:lnTo>
                    <a:pt x="1905736" y="0"/>
                  </a:lnTo>
                  <a:lnTo>
                    <a:pt x="1905736" y="12700"/>
                  </a:lnTo>
                  <a:lnTo>
                    <a:pt x="1880501" y="12700"/>
                  </a:lnTo>
                  <a:lnTo>
                    <a:pt x="1880501" y="0"/>
                  </a:lnTo>
                  <a:close/>
                </a:path>
                <a:path w="4038600" h="495300">
                  <a:moveTo>
                    <a:pt x="1830031" y="0"/>
                  </a:moveTo>
                  <a:lnTo>
                    <a:pt x="1855266" y="0"/>
                  </a:lnTo>
                  <a:lnTo>
                    <a:pt x="1855266" y="12700"/>
                  </a:lnTo>
                  <a:lnTo>
                    <a:pt x="1830031" y="12700"/>
                  </a:lnTo>
                  <a:lnTo>
                    <a:pt x="1830031" y="0"/>
                  </a:lnTo>
                  <a:close/>
                </a:path>
                <a:path w="4038600" h="495300">
                  <a:moveTo>
                    <a:pt x="1779562" y="0"/>
                  </a:moveTo>
                  <a:lnTo>
                    <a:pt x="1804797" y="0"/>
                  </a:lnTo>
                  <a:lnTo>
                    <a:pt x="1804797" y="12700"/>
                  </a:lnTo>
                  <a:lnTo>
                    <a:pt x="1779562" y="12700"/>
                  </a:lnTo>
                  <a:lnTo>
                    <a:pt x="1779562" y="0"/>
                  </a:lnTo>
                  <a:close/>
                </a:path>
                <a:path w="4038600" h="495300">
                  <a:moveTo>
                    <a:pt x="1729092" y="0"/>
                  </a:moveTo>
                  <a:lnTo>
                    <a:pt x="1754327" y="0"/>
                  </a:lnTo>
                  <a:lnTo>
                    <a:pt x="1754327" y="12700"/>
                  </a:lnTo>
                  <a:lnTo>
                    <a:pt x="1729092" y="12700"/>
                  </a:lnTo>
                  <a:lnTo>
                    <a:pt x="1729092" y="0"/>
                  </a:lnTo>
                  <a:close/>
                </a:path>
                <a:path w="4038600" h="495300">
                  <a:moveTo>
                    <a:pt x="1678622" y="0"/>
                  </a:moveTo>
                  <a:lnTo>
                    <a:pt x="1703857" y="0"/>
                  </a:lnTo>
                  <a:lnTo>
                    <a:pt x="1703857" y="12700"/>
                  </a:lnTo>
                  <a:lnTo>
                    <a:pt x="1678622" y="12700"/>
                  </a:lnTo>
                  <a:lnTo>
                    <a:pt x="1678622" y="0"/>
                  </a:lnTo>
                  <a:close/>
                </a:path>
                <a:path w="4038600" h="495300">
                  <a:moveTo>
                    <a:pt x="1628152" y="0"/>
                  </a:moveTo>
                  <a:lnTo>
                    <a:pt x="1653387" y="0"/>
                  </a:lnTo>
                  <a:lnTo>
                    <a:pt x="1653387" y="12700"/>
                  </a:lnTo>
                  <a:lnTo>
                    <a:pt x="1628152" y="12700"/>
                  </a:lnTo>
                  <a:lnTo>
                    <a:pt x="1628152" y="0"/>
                  </a:lnTo>
                  <a:close/>
                </a:path>
                <a:path w="4038600" h="495300">
                  <a:moveTo>
                    <a:pt x="1577682" y="0"/>
                  </a:moveTo>
                  <a:lnTo>
                    <a:pt x="1602917" y="0"/>
                  </a:lnTo>
                  <a:lnTo>
                    <a:pt x="1602917" y="12700"/>
                  </a:lnTo>
                  <a:lnTo>
                    <a:pt x="1577682" y="12700"/>
                  </a:lnTo>
                  <a:lnTo>
                    <a:pt x="1577682" y="0"/>
                  </a:lnTo>
                  <a:close/>
                </a:path>
                <a:path w="4038600" h="495300">
                  <a:moveTo>
                    <a:pt x="1527213" y="0"/>
                  </a:moveTo>
                  <a:lnTo>
                    <a:pt x="1552448" y="0"/>
                  </a:lnTo>
                  <a:lnTo>
                    <a:pt x="1552448" y="12700"/>
                  </a:lnTo>
                  <a:lnTo>
                    <a:pt x="1527213" y="12700"/>
                  </a:lnTo>
                  <a:lnTo>
                    <a:pt x="1527213" y="0"/>
                  </a:lnTo>
                  <a:close/>
                </a:path>
                <a:path w="4038600" h="495300">
                  <a:moveTo>
                    <a:pt x="1476743" y="0"/>
                  </a:moveTo>
                  <a:lnTo>
                    <a:pt x="1501978" y="0"/>
                  </a:lnTo>
                  <a:lnTo>
                    <a:pt x="1501978" y="12700"/>
                  </a:lnTo>
                  <a:lnTo>
                    <a:pt x="1476743" y="12700"/>
                  </a:lnTo>
                  <a:lnTo>
                    <a:pt x="1476743" y="0"/>
                  </a:lnTo>
                  <a:close/>
                </a:path>
                <a:path w="4038600" h="495300">
                  <a:moveTo>
                    <a:pt x="1426273" y="0"/>
                  </a:moveTo>
                  <a:lnTo>
                    <a:pt x="1451508" y="0"/>
                  </a:lnTo>
                  <a:lnTo>
                    <a:pt x="1451508" y="12700"/>
                  </a:lnTo>
                  <a:lnTo>
                    <a:pt x="1426273" y="12700"/>
                  </a:lnTo>
                  <a:lnTo>
                    <a:pt x="1426273" y="0"/>
                  </a:lnTo>
                  <a:close/>
                </a:path>
                <a:path w="4038600" h="495300">
                  <a:moveTo>
                    <a:pt x="1375803" y="0"/>
                  </a:moveTo>
                  <a:lnTo>
                    <a:pt x="1401038" y="0"/>
                  </a:lnTo>
                  <a:lnTo>
                    <a:pt x="1401038" y="12700"/>
                  </a:lnTo>
                  <a:lnTo>
                    <a:pt x="1375803" y="12700"/>
                  </a:lnTo>
                  <a:lnTo>
                    <a:pt x="1375803" y="0"/>
                  </a:lnTo>
                  <a:close/>
                </a:path>
                <a:path w="4038600" h="495300">
                  <a:moveTo>
                    <a:pt x="1325333" y="0"/>
                  </a:moveTo>
                  <a:lnTo>
                    <a:pt x="1350568" y="0"/>
                  </a:lnTo>
                  <a:lnTo>
                    <a:pt x="1350568" y="12700"/>
                  </a:lnTo>
                  <a:lnTo>
                    <a:pt x="1325333" y="12700"/>
                  </a:lnTo>
                  <a:lnTo>
                    <a:pt x="1325333" y="0"/>
                  </a:lnTo>
                  <a:close/>
                </a:path>
                <a:path w="4038600" h="495300">
                  <a:moveTo>
                    <a:pt x="1274864" y="0"/>
                  </a:moveTo>
                  <a:lnTo>
                    <a:pt x="1300099" y="0"/>
                  </a:lnTo>
                  <a:lnTo>
                    <a:pt x="1300099" y="12700"/>
                  </a:lnTo>
                  <a:lnTo>
                    <a:pt x="1274864" y="12700"/>
                  </a:lnTo>
                  <a:lnTo>
                    <a:pt x="1274864" y="0"/>
                  </a:lnTo>
                  <a:close/>
                </a:path>
                <a:path w="4038600" h="495300">
                  <a:moveTo>
                    <a:pt x="1224394" y="0"/>
                  </a:moveTo>
                  <a:lnTo>
                    <a:pt x="1249629" y="0"/>
                  </a:lnTo>
                  <a:lnTo>
                    <a:pt x="1249629" y="12700"/>
                  </a:lnTo>
                  <a:lnTo>
                    <a:pt x="1224394" y="12700"/>
                  </a:lnTo>
                  <a:lnTo>
                    <a:pt x="1224394" y="0"/>
                  </a:lnTo>
                  <a:close/>
                </a:path>
                <a:path w="4038600" h="495300">
                  <a:moveTo>
                    <a:pt x="1173924" y="0"/>
                  </a:moveTo>
                  <a:lnTo>
                    <a:pt x="1199159" y="0"/>
                  </a:lnTo>
                  <a:lnTo>
                    <a:pt x="1199159" y="12700"/>
                  </a:lnTo>
                  <a:lnTo>
                    <a:pt x="1173924" y="12700"/>
                  </a:lnTo>
                  <a:lnTo>
                    <a:pt x="1173924" y="0"/>
                  </a:lnTo>
                  <a:close/>
                </a:path>
                <a:path w="4038600" h="495300">
                  <a:moveTo>
                    <a:pt x="1123454" y="0"/>
                  </a:moveTo>
                  <a:lnTo>
                    <a:pt x="1148689" y="0"/>
                  </a:lnTo>
                  <a:lnTo>
                    <a:pt x="1148689" y="12700"/>
                  </a:lnTo>
                  <a:lnTo>
                    <a:pt x="1123454" y="12700"/>
                  </a:lnTo>
                  <a:lnTo>
                    <a:pt x="1123454" y="0"/>
                  </a:lnTo>
                  <a:close/>
                </a:path>
                <a:path w="4038600" h="495300">
                  <a:moveTo>
                    <a:pt x="1072984" y="0"/>
                  </a:moveTo>
                  <a:lnTo>
                    <a:pt x="1098219" y="0"/>
                  </a:lnTo>
                  <a:lnTo>
                    <a:pt x="1098219" y="12700"/>
                  </a:lnTo>
                  <a:lnTo>
                    <a:pt x="1072984" y="12700"/>
                  </a:lnTo>
                  <a:lnTo>
                    <a:pt x="1072984" y="0"/>
                  </a:lnTo>
                  <a:close/>
                </a:path>
                <a:path w="4038600" h="495300">
                  <a:moveTo>
                    <a:pt x="1022515" y="0"/>
                  </a:moveTo>
                  <a:lnTo>
                    <a:pt x="1047750" y="0"/>
                  </a:lnTo>
                  <a:lnTo>
                    <a:pt x="1047750" y="12700"/>
                  </a:lnTo>
                  <a:lnTo>
                    <a:pt x="1022515" y="12700"/>
                  </a:lnTo>
                  <a:lnTo>
                    <a:pt x="1022515" y="0"/>
                  </a:lnTo>
                  <a:close/>
                </a:path>
                <a:path w="4038600" h="495300">
                  <a:moveTo>
                    <a:pt x="972045" y="0"/>
                  </a:moveTo>
                  <a:lnTo>
                    <a:pt x="997280" y="0"/>
                  </a:lnTo>
                  <a:lnTo>
                    <a:pt x="997280" y="12700"/>
                  </a:lnTo>
                  <a:lnTo>
                    <a:pt x="972045" y="12700"/>
                  </a:lnTo>
                  <a:lnTo>
                    <a:pt x="972045" y="0"/>
                  </a:lnTo>
                  <a:close/>
                </a:path>
                <a:path w="4038600" h="495300">
                  <a:moveTo>
                    <a:pt x="921575" y="0"/>
                  </a:moveTo>
                  <a:lnTo>
                    <a:pt x="946810" y="0"/>
                  </a:lnTo>
                  <a:lnTo>
                    <a:pt x="946810" y="12700"/>
                  </a:lnTo>
                  <a:lnTo>
                    <a:pt x="921575" y="12700"/>
                  </a:lnTo>
                  <a:lnTo>
                    <a:pt x="921575" y="0"/>
                  </a:lnTo>
                  <a:close/>
                </a:path>
                <a:path w="4038600" h="495300">
                  <a:moveTo>
                    <a:pt x="871105" y="0"/>
                  </a:moveTo>
                  <a:lnTo>
                    <a:pt x="896340" y="0"/>
                  </a:lnTo>
                  <a:lnTo>
                    <a:pt x="896340" y="12700"/>
                  </a:lnTo>
                  <a:lnTo>
                    <a:pt x="871105" y="12700"/>
                  </a:lnTo>
                  <a:lnTo>
                    <a:pt x="871105" y="0"/>
                  </a:lnTo>
                  <a:close/>
                </a:path>
                <a:path w="4038600" h="495300">
                  <a:moveTo>
                    <a:pt x="820635" y="0"/>
                  </a:moveTo>
                  <a:lnTo>
                    <a:pt x="845870" y="0"/>
                  </a:lnTo>
                  <a:lnTo>
                    <a:pt x="845870" y="12700"/>
                  </a:lnTo>
                  <a:lnTo>
                    <a:pt x="820635" y="12700"/>
                  </a:lnTo>
                  <a:lnTo>
                    <a:pt x="820635" y="0"/>
                  </a:lnTo>
                  <a:close/>
                </a:path>
                <a:path w="4038600" h="495300">
                  <a:moveTo>
                    <a:pt x="770166" y="0"/>
                  </a:moveTo>
                  <a:lnTo>
                    <a:pt x="795401" y="0"/>
                  </a:lnTo>
                  <a:lnTo>
                    <a:pt x="795401" y="12700"/>
                  </a:lnTo>
                  <a:lnTo>
                    <a:pt x="770166" y="12700"/>
                  </a:lnTo>
                  <a:lnTo>
                    <a:pt x="770166" y="0"/>
                  </a:lnTo>
                  <a:close/>
                </a:path>
                <a:path w="4038600" h="495300">
                  <a:moveTo>
                    <a:pt x="719696" y="0"/>
                  </a:moveTo>
                  <a:lnTo>
                    <a:pt x="744931" y="0"/>
                  </a:lnTo>
                  <a:lnTo>
                    <a:pt x="744931" y="12700"/>
                  </a:lnTo>
                  <a:lnTo>
                    <a:pt x="719696" y="12700"/>
                  </a:lnTo>
                  <a:lnTo>
                    <a:pt x="719696" y="0"/>
                  </a:lnTo>
                  <a:close/>
                </a:path>
                <a:path w="4038600" h="495300">
                  <a:moveTo>
                    <a:pt x="669226" y="0"/>
                  </a:moveTo>
                  <a:lnTo>
                    <a:pt x="694461" y="0"/>
                  </a:lnTo>
                  <a:lnTo>
                    <a:pt x="694461" y="12700"/>
                  </a:lnTo>
                  <a:lnTo>
                    <a:pt x="669226" y="12700"/>
                  </a:lnTo>
                  <a:lnTo>
                    <a:pt x="669226" y="0"/>
                  </a:lnTo>
                  <a:close/>
                </a:path>
                <a:path w="4038600" h="495300">
                  <a:moveTo>
                    <a:pt x="618756" y="0"/>
                  </a:moveTo>
                  <a:lnTo>
                    <a:pt x="643991" y="0"/>
                  </a:lnTo>
                  <a:lnTo>
                    <a:pt x="643991" y="12700"/>
                  </a:lnTo>
                  <a:lnTo>
                    <a:pt x="618756" y="12700"/>
                  </a:lnTo>
                  <a:lnTo>
                    <a:pt x="618756" y="0"/>
                  </a:lnTo>
                  <a:close/>
                </a:path>
                <a:path w="4038600" h="495300">
                  <a:moveTo>
                    <a:pt x="568286" y="0"/>
                  </a:moveTo>
                  <a:lnTo>
                    <a:pt x="593521" y="0"/>
                  </a:lnTo>
                  <a:lnTo>
                    <a:pt x="593521" y="12700"/>
                  </a:lnTo>
                  <a:lnTo>
                    <a:pt x="568286" y="12700"/>
                  </a:lnTo>
                  <a:lnTo>
                    <a:pt x="568286" y="0"/>
                  </a:lnTo>
                  <a:close/>
                </a:path>
                <a:path w="4038600" h="495300">
                  <a:moveTo>
                    <a:pt x="517817" y="0"/>
                  </a:moveTo>
                  <a:lnTo>
                    <a:pt x="543051" y="0"/>
                  </a:lnTo>
                  <a:lnTo>
                    <a:pt x="543051" y="12700"/>
                  </a:lnTo>
                  <a:lnTo>
                    <a:pt x="517817" y="12700"/>
                  </a:lnTo>
                  <a:lnTo>
                    <a:pt x="517817" y="0"/>
                  </a:lnTo>
                  <a:close/>
                </a:path>
                <a:path w="4038600" h="495300">
                  <a:moveTo>
                    <a:pt x="467347" y="0"/>
                  </a:moveTo>
                  <a:lnTo>
                    <a:pt x="492582" y="0"/>
                  </a:lnTo>
                  <a:lnTo>
                    <a:pt x="492582" y="12700"/>
                  </a:lnTo>
                  <a:lnTo>
                    <a:pt x="467347" y="12700"/>
                  </a:lnTo>
                  <a:lnTo>
                    <a:pt x="467347" y="0"/>
                  </a:lnTo>
                  <a:close/>
                </a:path>
                <a:path w="4038600" h="495300">
                  <a:moveTo>
                    <a:pt x="416877" y="0"/>
                  </a:moveTo>
                  <a:lnTo>
                    <a:pt x="442112" y="0"/>
                  </a:lnTo>
                  <a:lnTo>
                    <a:pt x="442112" y="12700"/>
                  </a:lnTo>
                  <a:lnTo>
                    <a:pt x="416877" y="12700"/>
                  </a:lnTo>
                  <a:lnTo>
                    <a:pt x="416877" y="0"/>
                  </a:lnTo>
                  <a:close/>
                </a:path>
                <a:path w="4038600" h="495300">
                  <a:moveTo>
                    <a:pt x="366407" y="0"/>
                  </a:moveTo>
                  <a:lnTo>
                    <a:pt x="391642" y="0"/>
                  </a:lnTo>
                  <a:lnTo>
                    <a:pt x="391642" y="12700"/>
                  </a:lnTo>
                  <a:lnTo>
                    <a:pt x="366407" y="12700"/>
                  </a:lnTo>
                  <a:lnTo>
                    <a:pt x="366407" y="0"/>
                  </a:lnTo>
                  <a:close/>
                </a:path>
                <a:path w="4038600" h="495300">
                  <a:moveTo>
                    <a:pt x="315937" y="0"/>
                  </a:moveTo>
                  <a:lnTo>
                    <a:pt x="341172" y="0"/>
                  </a:lnTo>
                  <a:lnTo>
                    <a:pt x="341172" y="12700"/>
                  </a:lnTo>
                  <a:lnTo>
                    <a:pt x="315937" y="12700"/>
                  </a:lnTo>
                  <a:lnTo>
                    <a:pt x="315937" y="0"/>
                  </a:lnTo>
                  <a:close/>
                </a:path>
                <a:path w="4038600" h="495300">
                  <a:moveTo>
                    <a:pt x="265468" y="0"/>
                  </a:moveTo>
                  <a:lnTo>
                    <a:pt x="290702" y="0"/>
                  </a:lnTo>
                  <a:lnTo>
                    <a:pt x="290702" y="12700"/>
                  </a:lnTo>
                  <a:lnTo>
                    <a:pt x="265468" y="12700"/>
                  </a:lnTo>
                  <a:lnTo>
                    <a:pt x="265468" y="0"/>
                  </a:lnTo>
                  <a:close/>
                </a:path>
                <a:path w="4038600" h="495300">
                  <a:moveTo>
                    <a:pt x="214998" y="0"/>
                  </a:moveTo>
                  <a:lnTo>
                    <a:pt x="240233" y="0"/>
                  </a:lnTo>
                  <a:lnTo>
                    <a:pt x="240233" y="12700"/>
                  </a:lnTo>
                  <a:lnTo>
                    <a:pt x="214998" y="12700"/>
                  </a:lnTo>
                  <a:lnTo>
                    <a:pt x="214998" y="0"/>
                  </a:lnTo>
                  <a:close/>
                </a:path>
                <a:path w="4038600" h="495300">
                  <a:moveTo>
                    <a:pt x="164528" y="0"/>
                  </a:moveTo>
                  <a:lnTo>
                    <a:pt x="189763" y="0"/>
                  </a:lnTo>
                  <a:lnTo>
                    <a:pt x="189763" y="12700"/>
                  </a:lnTo>
                  <a:lnTo>
                    <a:pt x="164528" y="12700"/>
                  </a:lnTo>
                  <a:lnTo>
                    <a:pt x="164528" y="0"/>
                  </a:lnTo>
                  <a:close/>
                </a:path>
                <a:path w="4038600" h="495300">
                  <a:moveTo>
                    <a:pt x="114058" y="0"/>
                  </a:moveTo>
                  <a:lnTo>
                    <a:pt x="139293" y="0"/>
                  </a:lnTo>
                  <a:lnTo>
                    <a:pt x="139293" y="12700"/>
                  </a:lnTo>
                  <a:lnTo>
                    <a:pt x="114058" y="12700"/>
                  </a:lnTo>
                  <a:lnTo>
                    <a:pt x="114058" y="0"/>
                  </a:lnTo>
                  <a:close/>
                </a:path>
                <a:path w="4038600" h="495300">
                  <a:moveTo>
                    <a:pt x="76200" y="0"/>
                  </a:moveTo>
                  <a:lnTo>
                    <a:pt x="76200" y="12700"/>
                  </a:lnTo>
                  <a:lnTo>
                    <a:pt x="71945" y="12700"/>
                  </a:lnTo>
                  <a:lnTo>
                    <a:pt x="67792" y="13119"/>
                  </a:lnTo>
                  <a:lnTo>
                    <a:pt x="63792" y="13906"/>
                  </a:lnTo>
                  <a:lnTo>
                    <a:pt x="62561" y="7683"/>
                  </a:lnTo>
                  <a:lnTo>
                    <a:pt x="66967" y="6807"/>
                  </a:lnTo>
                  <a:lnTo>
                    <a:pt x="71526" y="6350"/>
                  </a:lnTo>
                  <a:lnTo>
                    <a:pt x="62297" y="6350"/>
                  </a:lnTo>
                  <a:lnTo>
                    <a:pt x="61623" y="2942"/>
                  </a:lnTo>
                  <a:lnTo>
                    <a:pt x="76200" y="0"/>
                  </a:lnTo>
                  <a:close/>
                </a:path>
                <a:path w="4038600" h="495300">
                  <a:moveTo>
                    <a:pt x="76200" y="0"/>
                  </a:moveTo>
                  <a:lnTo>
                    <a:pt x="88823" y="0"/>
                  </a:lnTo>
                  <a:lnTo>
                    <a:pt x="88823" y="12700"/>
                  </a:lnTo>
                  <a:lnTo>
                    <a:pt x="76200" y="12700"/>
                  </a:lnTo>
                  <a:lnTo>
                    <a:pt x="76200" y="0"/>
                  </a:lnTo>
                  <a:close/>
                </a:path>
                <a:path w="4038600" h="495300">
                  <a:moveTo>
                    <a:pt x="62297" y="6350"/>
                  </a:moveTo>
                  <a:lnTo>
                    <a:pt x="71526" y="6350"/>
                  </a:lnTo>
                  <a:lnTo>
                    <a:pt x="66967" y="6807"/>
                  </a:lnTo>
                  <a:lnTo>
                    <a:pt x="62560" y="7683"/>
                  </a:lnTo>
                  <a:lnTo>
                    <a:pt x="62388" y="6807"/>
                  </a:lnTo>
                  <a:lnTo>
                    <a:pt x="62297" y="6350"/>
                  </a:lnTo>
                  <a:close/>
                </a:path>
                <a:path w="4038600" h="495300">
                  <a:moveTo>
                    <a:pt x="37388" y="18110"/>
                  </a:moveTo>
                  <a:lnTo>
                    <a:pt x="40932" y="23393"/>
                  </a:lnTo>
                  <a:lnTo>
                    <a:pt x="33997" y="28028"/>
                  </a:lnTo>
                  <a:lnTo>
                    <a:pt x="28028" y="33997"/>
                  </a:lnTo>
                  <a:lnTo>
                    <a:pt x="23393" y="40932"/>
                  </a:lnTo>
                  <a:lnTo>
                    <a:pt x="18109" y="37390"/>
                  </a:lnTo>
                  <a:lnTo>
                    <a:pt x="22204" y="31879"/>
                  </a:lnTo>
                  <a:lnTo>
                    <a:pt x="26806" y="26806"/>
                  </a:lnTo>
                  <a:lnTo>
                    <a:pt x="31755" y="22317"/>
                  </a:lnTo>
                  <a:lnTo>
                    <a:pt x="37388" y="18110"/>
                  </a:lnTo>
                  <a:close/>
                </a:path>
                <a:path w="4038600" h="495300">
                  <a:moveTo>
                    <a:pt x="34641" y="14008"/>
                  </a:moveTo>
                  <a:lnTo>
                    <a:pt x="37388" y="18110"/>
                  </a:lnTo>
                  <a:lnTo>
                    <a:pt x="31755" y="22317"/>
                  </a:lnTo>
                  <a:lnTo>
                    <a:pt x="26806" y="26806"/>
                  </a:lnTo>
                  <a:lnTo>
                    <a:pt x="22204" y="31879"/>
                  </a:lnTo>
                  <a:lnTo>
                    <a:pt x="18109" y="37390"/>
                  </a:lnTo>
                  <a:lnTo>
                    <a:pt x="14008" y="34641"/>
                  </a:lnTo>
                  <a:lnTo>
                    <a:pt x="22317" y="22317"/>
                  </a:lnTo>
                  <a:lnTo>
                    <a:pt x="34641" y="14008"/>
                  </a:lnTo>
                  <a:close/>
                </a:path>
                <a:path w="4038600" h="495300">
                  <a:moveTo>
                    <a:pt x="7683" y="62561"/>
                  </a:moveTo>
                  <a:lnTo>
                    <a:pt x="13906" y="63792"/>
                  </a:lnTo>
                  <a:lnTo>
                    <a:pt x="13119" y="67792"/>
                  </a:lnTo>
                  <a:lnTo>
                    <a:pt x="12742" y="71526"/>
                  </a:lnTo>
                  <a:lnTo>
                    <a:pt x="12700" y="88442"/>
                  </a:lnTo>
                  <a:lnTo>
                    <a:pt x="6350" y="88442"/>
                  </a:lnTo>
                  <a:lnTo>
                    <a:pt x="6350" y="71526"/>
                  </a:lnTo>
                  <a:lnTo>
                    <a:pt x="6724" y="67792"/>
                  </a:lnTo>
                  <a:lnTo>
                    <a:pt x="6807" y="66967"/>
                  </a:lnTo>
                  <a:lnTo>
                    <a:pt x="7683" y="62561"/>
                  </a:lnTo>
                  <a:close/>
                </a:path>
                <a:path w="4038600" h="495300">
                  <a:moveTo>
                    <a:pt x="2942" y="61623"/>
                  </a:moveTo>
                  <a:lnTo>
                    <a:pt x="7683" y="62561"/>
                  </a:lnTo>
                  <a:lnTo>
                    <a:pt x="6807" y="66967"/>
                  </a:lnTo>
                  <a:lnTo>
                    <a:pt x="6350" y="71526"/>
                  </a:lnTo>
                  <a:lnTo>
                    <a:pt x="6350" y="88442"/>
                  </a:lnTo>
                  <a:lnTo>
                    <a:pt x="0" y="88442"/>
                  </a:lnTo>
                  <a:lnTo>
                    <a:pt x="0" y="76200"/>
                  </a:lnTo>
                  <a:lnTo>
                    <a:pt x="2942" y="61623"/>
                  </a:lnTo>
                  <a:close/>
                </a:path>
                <a:path w="4038600" h="495300">
                  <a:moveTo>
                    <a:pt x="6350" y="112941"/>
                  </a:moveTo>
                  <a:lnTo>
                    <a:pt x="12700" y="112941"/>
                  </a:lnTo>
                  <a:lnTo>
                    <a:pt x="12700" y="137426"/>
                  </a:lnTo>
                  <a:lnTo>
                    <a:pt x="6350" y="137426"/>
                  </a:lnTo>
                  <a:lnTo>
                    <a:pt x="6350" y="112941"/>
                  </a:lnTo>
                  <a:close/>
                </a:path>
                <a:path w="4038600" h="495300">
                  <a:moveTo>
                    <a:pt x="0" y="112941"/>
                  </a:moveTo>
                  <a:lnTo>
                    <a:pt x="6350" y="112941"/>
                  </a:lnTo>
                  <a:lnTo>
                    <a:pt x="6350" y="137426"/>
                  </a:lnTo>
                  <a:lnTo>
                    <a:pt x="0" y="137426"/>
                  </a:lnTo>
                  <a:lnTo>
                    <a:pt x="0" y="112941"/>
                  </a:lnTo>
                  <a:close/>
                </a:path>
                <a:path w="4038600" h="495300">
                  <a:moveTo>
                    <a:pt x="6350" y="161925"/>
                  </a:moveTo>
                  <a:lnTo>
                    <a:pt x="12700" y="161925"/>
                  </a:lnTo>
                  <a:lnTo>
                    <a:pt x="12700" y="186423"/>
                  </a:lnTo>
                  <a:lnTo>
                    <a:pt x="6350" y="186423"/>
                  </a:lnTo>
                  <a:lnTo>
                    <a:pt x="6350" y="161925"/>
                  </a:lnTo>
                  <a:close/>
                </a:path>
                <a:path w="4038600" h="495300">
                  <a:moveTo>
                    <a:pt x="0" y="161925"/>
                  </a:moveTo>
                  <a:lnTo>
                    <a:pt x="6350" y="161925"/>
                  </a:lnTo>
                  <a:lnTo>
                    <a:pt x="6350" y="186423"/>
                  </a:lnTo>
                  <a:lnTo>
                    <a:pt x="0" y="186423"/>
                  </a:lnTo>
                  <a:lnTo>
                    <a:pt x="0" y="161925"/>
                  </a:lnTo>
                  <a:close/>
                </a:path>
                <a:path w="4038600" h="495300">
                  <a:moveTo>
                    <a:pt x="6350" y="210908"/>
                  </a:moveTo>
                  <a:lnTo>
                    <a:pt x="12700" y="210908"/>
                  </a:lnTo>
                  <a:lnTo>
                    <a:pt x="12700" y="235407"/>
                  </a:lnTo>
                  <a:lnTo>
                    <a:pt x="6350" y="235407"/>
                  </a:lnTo>
                  <a:lnTo>
                    <a:pt x="6350" y="210908"/>
                  </a:lnTo>
                  <a:close/>
                </a:path>
                <a:path w="4038600" h="495300">
                  <a:moveTo>
                    <a:pt x="0" y="210908"/>
                  </a:moveTo>
                  <a:lnTo>
                    <a:pt x="6350" y="210908"/>
                  </a:lnTo>
                  <a:lnTo>
                    <a:pt x="6350" y="235407"/>
                  </a:lnTo>
                  <a:lnTo>
                    <a:pt x="0" y="235407"/>
                  </a:lnTo>
                  <a:lnTo>
                    <a:pt x="0" y="210908"/>
                  </a:lnTo>
                  <a:close/>
                </a:path>
                <a:path w="4038600" h="495300">
                  <a:moveTo>
                    <a:pt x="6350" y="259892"/>
                  </a:moveTo>
                  <a:lnTo>
                    <a:pt x="12700" y="259892"/>
                  </a:lnTo>
                  <a:lnTo>
                    <a:pt x="12700" y="284391"/>
                  </a:lnTo>
                  <a:lnTo>
                    <a:pt x="6350" y="284391"/>
                  </a:lnTo>
                  <a:lnTo>
                    <a:pt x="6350" y="259892"/>
                  </a:lnTo>
                  <a:close/>
                </a:path>
                <a:path w="4038600" h="495300">
                  <a:moveTo>
                    <a:pt x="0" y="259892"/>
                  </a:moveTo>
                  <a:lnTo>
                    <a:pt x="6350" y="259892"/>
                  </a:lnTo>
                  <a:lnTo>
                    <a:pt x="6350" y="284391"/>
                  </a:lnTo>
                  <a:lnTo>
                    <a:pt x="0" y="284391"/>
                  </a:lnTo>
                  <a:lnTo>
                    <a:pt x="0" y="259892"/>
                  </a:lnTo>
                  <a:close/>
                </a:path>
                <a:path w="4038600" h="495300">
                  <a:moveTo>
                    <a:pt x="6350" y="308876"/>
                  </a:moveTo>
                  <a:lnTo>
                    <a:pt x="12700" y="308876"/>
                  </a:lnTo>
                  <a:lnTo>
                    <a:pt x="12700" y="333375"/>
                  </a:lnTo>
                  <a:lnTo>
                    <a:pt x="6350" y="333375"/>
                  </a:lnTo>
                  <a:lnTo>
                    <a:pt x="6350" y="308876"/>
                  </a:lnTo>
                  <a:close/>
                </a:path>
                <a:path w="4038600" h="495300">
                  <a:moveTo>
                    <a:pt x="0" y="308876"/>
                  </a:moveTo>
                  <a:lnTo>
                    <a:pt x="6350" y="308876"/>
                  </a:lnTo>
                  <a:lnTo>
                    <a:pt x="6350" y="333375"/>
                  </a:lnTo>
                  <a:lnTo>
                    <a:pt x="0" y="333375"/>
                  </a:lnTo>
                  <a:lnTo>
                    <a:pt x="0" y="308876"/>
                  </a:lnTo>
                  <a:close/>
                </a:path>
                <a:path w="4038600" h="495300">
                  <a:moveTo>
                    <a:pt x="6350" y="357873"/>
                  </a:moveTo>
                  <a:lnTo>
                    <a:pt x="12700" y="357873"/>
                  </a:lnTo>
                  <a:lnTo>
                    <a:pt x="12700" y="382358"/>
                  </a:lnTo>
                  <a:lnTo>
                    <a:pt x="6350" y="382358"/>
                  </a:lnTo>
                  <a:lnTo>
                    <a:pt x="6350" y="357873"/>
                  </a:lnTo>
                  <a:close/>
                </a:path>
                <a:path w="4038600" h="495300">
                  <a:moveTo>
                    <a:pt x="0" y="357873"/>
                  </a:moveTo>
                  <a:lnTo>
                    <a:pt x="6350" y="357873"/>
                  </a:lnTo>
                  <a:lnTo>
                    <a:pt x="6350" y="382358"/>
                  </a:lnTo>
                  <a:lnTo>
                    <a:pt x="0" y="382358"/>
                  </a:lnTo>
                  <a:lnTo>
                    <a:pt x="0" y="357873"/>
                  </a:lnTo>
                  <a:close/>
                </a:path>
                <a:path w="4038600" h="495300">
                  <a:moveTo>
                    <a:pt x="0" y="406857"/>
                  </a:moveTo>
                  <a:lnTo>
                    <a:pt x="6350" y="406857"/>
                  </a:lnTo>
                  <a:lnTo>
                    <a:pt x="6350" y="423773"/>
                  </a:lnTo>
                  <a:lnTo>
                    <a:pt x="6724" y="427507"/>
                  </a:lnTo>
                  <a:lnTo>
                    <a:pt x="6807" y="428332"/>
                  </a:lnTo>
                  <a:lnTo>
                    <a:pt x="7677" y="432739"/>
                  </a:lnTo>
                  <a:lnTo>
                    <a:pt x="2940" y="433676"/>
                  </a:lnTo>
                  <a:lnTo>
                    <a:pt x="0" y="419100"/>
                  </a:lnTo>
                  <a:lnTo>
                    <a:pt x="0" y="406857"/>
                  </a:lnTo>
                  <a:close/>
                </a:path>
                <a:path w="4038600" h="495300">
                  <a:moveTo>
                    <a:pt x="6350" y="406857"/>
                  </a:moveTo>
                  <a:lnTo>
                    <a:pt x="12700" y="406857"/>
                  </a:lnTo>
                  <a:lnTo>
                    <a:pt x="12742" y="423773"/>
                  </a:lnTo>
                  <a:lnTo>
                    <a:pt x="13119" y="427507"/>
                  </a:lnTo>
                  <a:lnTo>
                    <a:pt x="13906" y="431507"/>
                  </a:lnTo>
                  <a:lnTo>
                    <a:pt x="7677" y="432739"/>
                  </a:lnTo>
                  <a:lnTo>
                    <a:pt x="6807" y="428332"/>
                  </a:lnTo>
                  <a:lnTo>
                    <a:pt x="6350" y="423773"/>
                  </a:lnTo>
                  <a:lnTo>
                    <a:pt x="6350" y="406857"/>
                  </a:lnTo>
                  <a:close/>
                </a:path>
                <a:path w="4038600" h="495300">
                  <a:moveTo>
                    <a:pt x="18110" y="457911"/>
                  </a:moveTo>
                  <a:lnTo>
                    <a:pt x="22204" y="463420"/>
                  </a:lnTo>
                  <a:lnTo>
                    <a:pt x="26806" y="468493"/>
                  </a:lnTo>
                  <a:lnTo>
                    <a:pt x="31879" y="473095"/>
                  </a:lnTo>
                  <a:lnTo>
                    <a:pt x="37388" y="477190"/>
                  </a:lnTo>
                  <a:lnTo>
                    <a:pt x="34640" y="481291"/>
                  </a:lnTo>
                  <a:lnTo>
                    <a:pt x="22483" y="473095"/>
                  </a:lnTo>
                  <a:lnTo>
                    <a:pt x="21591" y="471906"/>
                  </a:lnTo>
                  <a:lnTo>
                    <a:pt x="14008" y="460658"/>
                  </a:lnTo>
                  <a:lnTo>
                    <a:pt x="18110" y="457911"/>
                  </a:lnTo>
                  <a:close/>
                </a:path>
                <a:path w="4038600" h="495300">
                  <a:moveTo>
                    <a:pt x="23393" y="454367"/>
                  </a:moveTo>
                  <a:lnTo>
                    <a:pt x="28028" y="461302"/>
                  </a:lnTo>
                  <a:lnTo>
                    <a:pt x="33997" y="467271"/>
                  </a:lnTo>
                  <a:lnTo>
                    <a:pt x="40932" y="471906"/>
                  </a:lnTo>
                  <a:lnTo>
                    <a:pt x="37390" y="477190"/>
                  </a:lnTo>
                  <a:lnTo>
                    <a:pt x="31879" y="473095"/>
                  </a:lnTo>
                  <a:lnTo>
                    <a:pt x="26806" y="468493"/>
                  </a:lnTo>
                  <a:lnTo>
                    <a:pt x="22204" y="463420"/>
                  </a:lnTo>
                  <a:lnTo>
                    <a:pt x="18110" y="457911"/>
                  </a:lnTo>
                  <a:lnTo>
                    <a:pt x="23393" y="454367"/>
                  </a:lnTo>
                  <a:close/>
                </a:path>
                <a:path w="4038600" h="495300">
                  <a:moveTo>
                    <a:pt x="76200" y="482600"/>
                  </a:moveTo>
                  <a:lnTo>
                    <a:pt x="88811" y="482600"/>
                  </a:lnTo>
                  <a:lnTo>
                    <a:pt x="88811" y="495300"/>
                  </a:lnTo>
                  <a:lnTo>
                    <a:pt x="76200" y="495300"/>
                  </a:lnTo>
                  <a:lnTo>
                    <a:pt x="76200" y="482600"/>
                  </a:lnTo>
                  <a:close/>
                </a:path>
                <a:path w="4038600" h="495300">
                  <a:moveTo>
                    <a:pt x="63792" y="481393"/>
                  </a:moveTo>
                  <a:lnTo>
                    <a:pt x="67792" y="482180"/>
                  </a:lnTo>
                  <a:lnTo>
                    <a:pt x="71945" y="482600"/>
                  </a:lnTo>
                  <a:lnTo>
                    <a:pt x="76200" y="482600"/>
                  </a:lnTo>
                  <a:lnTo>
                    <a:pt x="76200" y="495300"/>
                  </a:lnTo>
                  <a:lnTo>
                    <a:pt x="61623" y="492357"/>
                  </a:lnTo>
                  <a:lnTo>
                    <a:pt x="62297" y="488950"/>
                  </a:lnTo>
                  <a:lnTo>
                    <a:pt x="71526" y="488950"/>
                  </a:lnTo>
                  <a:lnTo>
                    <a:pt x="66967" y="488492"/>
                  </a:lnTo>
                  <a:lnTo>
                    <a:pt x="62561" y="487616"/>
                  </a:lnTo>
                  <a:lnTo>
                    <a:pt x="63792" y="481393"/>
                  </a:lnTo>
                  <a:close/>
                </a:path>
                <a:path w="4038600" h="495300">
                  <a:moveTo>
                    <a:pt x="62561" y="487616"/>
                  </a:moveTo>
                  <a:lnTo>
                    <a:pt x="66967" y="488492"/>
                  </a:lnTo>
                  <a:lnTo>
                    <a:pt x="71526" y="488950"/>
                  </a:lnTo>
                  <a:lnTo>
                    <a:pt x="62297" y="488950"/>
                  </a:lnTo>
                  <a:lnTo>
                    <a:pt x="62561" y="487616"/>
                  </a:lnTo>
                  <a:close/>
                </a:path>
                <a:path w="4038600" h="495300">
                  <a:moveTo>
                    <a:pt x="114046" y="482600"/>
                  </a:moveTo>
                  <a:lnTo>
                    <a:pt x="139293" y="482600"/>
                  </a:lnTo>
                  <a:lnTo>
                    <a:pt x="139293" y="495300"/>
                  </a:lnTo>
                  <a:lnTo>
                    <a:pt x="114046" y="495300"/>
                  </a:lnTo>
                  <a:lnTo>
                    <a:pt x="114046" y="482600"/>
                  </a:lnTo>
                  <a:close/>
                </a:path>
                <a:path w="4038600" h="495300">
                  <a:moveTo>
                    <a:pt x="164528" y="482600"/>
                  </a:moveTo>
                  <a:lnTo>
                    <a:pt x="189763" y="482600"/>
                  </a:lnTo>
                  <a:lnTo>
                    <a:pt x="189763" y="495300"/>
                  </a:lnTo>
                  <a:lnTo>
                    <a:pt x="164528" y="495300"/>
                  </a:lnTo>
                  <a:lnTo>
                    <a:pt x="164528" y="482600"/>
                  </a:lnTo>
                  <a:close/>
                </a:path>
                <a:path w="4038600" h="495300">
                  <a:moveTo>
                    <a:pt x="214998" y="482600"/>
                  </a:moveTo>
                  <a:lnTo>
                    <a:pt x="240233" y="482600"/>
                  </a:lnTo>
                  <a:lnTo>
                    <a:pt x="240233" y="495300"/>
                  </a:lnTo>
                  <a:lnTo>
                    <a:pt x="214998" y="495300"/>
                  </a:lnTo>
                  <a:lnTo>
                    <a:pt x="214998" y="482600"/>
                  </a:lnTo>
                  <a:close/>
                </a:path>
                <a:path w="4038600" h="495300">
                  <a:moveTo>
                    <a:pt x="265468" y="482600"/>
                  </a:moveTo>
                  <a:lnTo>
                    <a:pt x="290702" y="482600"/>
                  </a:lnTo>
                  <a:lnTo>
                    <a:pt x="290702" y="495300"/>
                  </a:lnTo>
                  <a:lnTo>
                    <a:pt x="265468" y="495300"/>
                  </a:lnTo>
                  <a:lnTo>
                    <a:pt x="265468" y="482600"/>
                  </a:lnTo>
                  <a:close/>
                </a:path>
                <a:path w="4038600" h="495300">
                  <a:moveTo>
                    <a:pt x="315937" y="482600"/>
                  </a:moveTo>
                  <a:lnTo>
                    <a:pt x="341172" y="482600"/>
                  </a:lnTo>
                  <a:lnTo>
                    <a:pt x="341172" y="495300"/>
                  </a:lnTo>
                  <a:lnTo>
                    <a:pt x="315937" y="495300"/>
                  </a:lnTo>
                  <a:lnTo>
                    <a:pt x="315937" y="482600"/>
                  </a:lnTo>
                  <a:close/>
                </a:path>
                <a:path w="4038600" h="495300">
                  <a:moveTo>
                    <a:pt x="366407" y="482600"/>
                  </a:moveTo>
                  <a:lnTo>
                    <a:pt x="391642" y="482600"/>
                  </a:lnTo>
                  <a:lnTo>
                    <a:pt x="391642" y="495300"/>
                  </a:lnTo>
                  <a:lnTo>
                    <a:pt x="366407" y="495300"/>
                  </a:lnTo>
                  <a:lnTo>
                    <a:pt x="366407" y="482600"/>
                  </a:lnTo>
                  <a:close/>
                </a:path>
                <a:path w="4038600" h="495300">
                  <a:moveTo>
                    <a:pt x="416877" y="482600"/>
                  </a:moveTo>
                  <a:lnTo>
                    <a:pt x="442112" y="482600"/>
                  </a:lnTo>
                  <a:lnTo>
                    <a:pt x="442112" y="495300"/>
                  </a:lnTo>
                  <a:lnTo>
                    <a:pt x="416877" y="495300"/>
                  </a:lnTo>
                  <a:lnTo>
                    <a:pt x="416877" y="482600"/>
                  </a:lnTo>
                  <a:close/>
                </a:path>
                <a:path w="4038600" h="495300">
                  <a:moveTo>
                    <a:pt x="467347" y="482600"/>
                  </a:moveTo>
                  <a:lnTo>
                    <a:pt x="492582" y="482600"/>
                  </a:lnTo>
                  <a:lnTo>
                    <a:pt x="492582" y="495300"/>
                  </a:lnTo>
                  <a:lnTo>
                    <a:pt x="467347" y="495300"/>
                  </a:lnTo>
                  <a:lnTo>
                    <a:pt x="467347" y="482600"/>
                  </a:lnTo>
                  <a:close/>
                </a:path>
                <a:path w="4038600" h="495300">
                  <a:moveTo>
                    <a:pt x="517817" y="482600"/>
                  </a:moveTo>
                  <a:lnTo>
                    <a:pt x="543051" y="482600"/>
                  </a:lnTo>
                  <a:lnTo>
                    <a:pt x="543051" y="495300"/>
                  </a:lnTo>
                  <a:lnTo>
                    <a:pt x="517817" y="495300"/>
                  </a:lnTo>
                  <a:lnTo>
                    <a:pt x="517817" y="482600"/>
                  </a:lnTo>
                  <a:close/>
                </a:path>
                <a:path w="4038600" h="495300">
                  <a:moveTo>
                    <a:pt x="568286" y="482600"/>
                  </a:moveTo>
                  <a:lnTo>
                    <a:pt x="593521" y="482600"/>
                  </a:lnTo>
                  <a:lnTo>
                    <a:pt x="593521" y="495300"/>
                  </a:lnTo>
                  <a:lnTo>
                    <a:pt x="568286" y="495300"/>
                  </a:lnTo>
                  <a:lnTo>
                    <a:pt x="568286" y="482600"/>
                  </a:lnTo>
                  <a:close/>
                </a:path>
                <a:path w="4038600" h="495300">
                  <a:moveTo>
                    <a:pt x="618756" y="482600"/>
                  </a:moveTo>
                  <a:lnTo>
                    <a:pt x="643991" y="482600"/>
                  </a:lnTo>
                  <a:lnTo>
                    <a:pt x="643991" y="495300"/>
                  </a:lnTo>
                  <a:lnTo>
                    <a:pt x="618756" y="495300"/>
                  </a:lnTo>
                  <a:lnTo>
                    <a:pt x="618756" y="482600"/>
                  </a:lnTo>
                  <a:close/>
                </a:path>
                <a:path w="4038600" h="495300">
                  <a:moveTo>
                    <a:pt x="669226" y="482600"/>
                  </a:moveTo>
                  <a:lnTo>
                    <a:pt x="694461" y="482600"/>
                  </a:lnTo>
                  <a:lnTo>
                    <a:pt x="694461" y="495300"/>
                  </a:lnTo>
                  <a:lnTo>
                    <a:pt x="669226" y="495300"/>
                  </a:lnTo>
                  <a:lnTo>
                    <a:pt x="669226" y="482600"/>
                  </a:lnTo>
                  <a:close/>
                </a:path>
                <a:path w="4038600" h="495300">
                  <a:moveTo>
                    <a:pt x="719696" y="482600"/>
                  </a:moveTo>
                  <a:lnTo>
                    <a:pt x="744931" y="482600"/>
                  </a:lnTo>
                  <a:lnTo>
                    <a:pt x="744931" y="495300"/>
                  </a:lnTo>
                  <a:lnTo>
                    <a:pt x="719696" y="495300"/>
                  </a:lnTo>
                  <a:lnTo>
                    <a:pt x="719696" y="482600"/>
                  </a:lnTo>
                  <a:close/>
                </a:path>
                <a:path w="4038600" h="495300">
                  <a:moveTo>
                    <a:pt x="770166" y="482600"/>
                  </a:moveTo>
                  <a:lnTo>
                    <a:pt x="795401" y="482600"/>
                  </a:lnTo>
                  <a:lnTo>
                    <a:pt x="795401" y="495300"/>
                  </a:lnTo>
                  <a:lnTo>
                    <a:pt x="770166" y="495300"/>
                  </a:lnTo>
                  <a:lnTo>
                    <a:pt x="770166" y="482600"/>
                  </a:lnTo>
                  <a:close/>
                </a:path>
                <a:path w="4038600" h="495300">
                  <a:moveTo>
                    <a:pt x="820635" y="482600"/>
                  </a:moveTo>
                  <a:lnTo>
                    <a:pt x="845870" y="482600"/>
                  </a:lnTo>
                  <a:lnTo>
                    <a:pt x="845870" y="495300"/>
                  </a:lnTo>
                  <a:lnTo>
                    <a:pt x="820635" y="495300"/>
                  </a:lnTo>
                  <a:lnTo>
                    <a:pt x="820635" y="482600"/>
                  </a:lnTo>
                  <a:close/>
                </a:path>
                <a:path w="4038600" h="495300">
                  <a:moveTo>
                    <a:pt x="871105" y="482600"/>
                  </a:moveTo>
                  <a:lnTo>
                    <a:pt x="896340" y="482600"/>
                  </a:lnTo>
                  <a:lnTo>
                    <a:pt x="896340" y="495300"/>
                  </a:lnTo>
                  <a:lnTo>
                    <a:pt x="871105" y="495300"/>
                  </a:lnTo>
                  <a:lnTo>
                    <a:pt x="871105" y="482600"/>
                  </a:lnTo>
                  <a:close/>
                </a:path>
                <a:path w="4038600" h="495300">
                  <a:moveTo>
                    <a:pt x="921575" y="482600"/>
                  </a:moveTo>
                  <a:lnTo>
                    <a:pt x="946810" y="482600"/>
                  </a:lnTo>
                  <a:lnTo>
                    <a:pt x="946810" y="495300"/>
                  </a:lnTo>
                  <a:lnTo>
                    <a:pt x="921575" y="495300"/>
                  </a:lnTo>
                  <a:lnTo>
                    <a:pt x="921575" y="482600"/>
                  </a:lnTo>
                  <a:close/>
                </a:path>
                <a:path w="4038600" h="495300">
                  <a:moveTo>
                    <a:pt x="972045" y="482600"/>
                  </a:moveTo>
                  <a:lnTo>
                    <a:pt x="997280" y="482600"/>
                  </a:lnTo>
                  <a:lnTo>
                    <a:pt x="997280" y="495300"/>
                  </a:lnTo>
                  <a:lnTo>
                    <a:pt x="972045" y="495300"/>
                  </a:lnTo>
                  <a:lnTo>
                    <a:pt x="972045" y="482600"/>
                  </a:lnTo>
                  <a:close/>
                </a:path>
                <a:path w="4038600" h="495300">
                  <a:moveTo>
                    <a:pt x="1022515" y="482600"/>
                  </a:moveTo>
                  <a:lnTo>
                    <a:pt x="1047750" y="482600"/>
                  </a:lnTo>
                  <a:lnTo>
                    <a:pt x="1047750" y="495300"/>
                  </a:lnTo>
                  <a:lnTo>
                    <a:pt x="1022515" y="495300"/>
                  </a:lnTo>
                  <a:lnTo>
                    <a:pt x="1022515" y="482600"/>
                  </a:lnTo>
                  <a:close/>
                </a:path>
                <a:path w="4038600" h="495300">
                  <a:moveTo>
                    <a:pt x="1072984" y="482600"/>
                  </a:moveTo>
                  <a:lnTo>
                    <a:pt x="1098219" y="482600"/>
                  </a:lnTo>
                  <a:lnTo>
                    <a:pt x="1098219" y="495300"/>
                  </a:lnTo>
                  <a:lnTo>
                    <a:pt x="1072984" y="495300"/>
                  </a:lnTo>
                  <a:lnTo>
                    <a:pt x="1072984" y="482600"/>
                  </a:lnTo>
                  <a:close/>
                </a:path>
                <a:path w="4038600" h="495300">
                  <a:moveTo>
                    <a:pt x="1123454" y="482600"/>
                  </a:moveTo>
                  <a:lnTo>
                    <a:pt x="1148689" y="482600"/>
                  </a:lnTo>
                  <a:lnTo>
                    <a:pt x="1148689" y="495300"/>
                  </a:lnTo>
                  <a:lnTo>
                    <a:pt x="1123454" y="495300"/>
                  </a:lnTo>
                  <a:lnTo>
                    <a:pt x="1123454" y="482600"/>
                  </a:lnTo>
                  <a:close/>
                </a:path>
                <a:path w="4038600" h="495300">
                  <a:moveTo>
                    <a:pt x="1173924" y="482600"/>
                  </a:moveTo>
                  <a:lnTo>
                    <a:pt x="1199159" y="482600"/>
                  </a:lnTo>
                  <a:lnTo>
                    <a:pt x="1199159" y="495300"/>
                  </a:lnTo>
                  <a:lnTo>
                    <a:pt x="1173924" y="495300"/>
                  </a:lnTo>
                  <a:lnTo>
                    <a:pt x="1173924" y="482600"/>
                  </a:lnTo>
                  <a:close/>
                </a:path>
                <a:path w="4038600" h="495300">
                  <a:moveTo>
                    <a:pt x="1224394" y="482600"/>
                  </a:moveTo>
                  <a:lnTo>
                    <a:pt x="1249629" y="482600"/>
                  </a:lnTo>
                  <a:lnTo>
                    <a:pt x="1249629" y="495300"/>
                  </a:lnTo>
                  <a:lnTo>
                    <a:pt x="1224394" y="495300"/>
                  </a:lnTo>
                  <a:lnTo>
                    <a:pt x="1224394" y="482600"/>
                  </a:lnTo>
                  <a:close/>
                </a:path>
                <a:path w="4038600" h="495300">
                  <a:moveTo>
                    <a:pt x="1274864" y="482600"/>
                  </a:moveTo>
                  <a:lnTo>
                    <a:pt x="1300099" y="482600"/>
                  </a:lnTo>
                  <a:lnTo>
                    <a:pt x="1300099" y="495300"/>
                  </a:lnTo>
                  <a:lnTo>
                    <a:pt x="1274864" y="495300"/>
                  </a:lnTo>
                  <a:lnTo>
                    <a:pt x="1274864" y="482600"/>
                  </a:lnTo>
                  <a:close/>
                </a:path>
                <a:path w="4038600" h="495300">
                  <a:moveTo>
                    <a:pt x="1325333" y="482600"/>
                  </a:moveTo>
                  <a:lnTo>
                    <a:pt x="1350568" y="482600"/>
                  </a:lnTo>
                  <a:lnTo>
                    <a:pt x="1350568" y="495300"/>
                  </a:lnTo>
                  <a:lnTo>
                    <a:pt x="1325333" y="495300"/>
                  </a:lnTo>
                  <a:lnTo>
                    <a:pt x="1325333" y="482600"/>
                  </a:lnTo>
                  <a:close/>
                </a:path>
                <a:path w="4038600" h="495300">
                  <a:moveTo>
                    <a:pt x="1375803" y="482600"/>
                  </a:moveTo>
                  <a:lnTo>
                    <a:pt x="1401038" y="482600"/>
                  </a:lnTo>
                  <a:lnTo>
                    <a:pt x="1401038" y="495300"/>
                  </a:lnTo>
                  <a:lnTo>
                    <a:pt x="1375803" y="495300"/>
                  </a:lnTo>
                  <a:lnTo>
                    <a:pt x="1375803" y="482600"/>
                  </a:lnTo>
                  <a:close/>
                </a:path>
                <a:path w="4038600" h="495300">
                  <a:moveTo>
                    <a:pt x="1426273" y="482600"/>
                  </a:moveTo>
                  <a:lnTo>
                    <a:pt x="1451508" y="482600"/>
                  </a:lnTo>
                  <a:lnTo>
                    <a:pt x="1451508" y="495300"/>
                  </a:lnTo>
                  <a:lnTo>
                    <a:pt x="1426273" y="495300"/>
                  </a:lnTo>
                  <a:lnTo>
                    <a:pt x="1426273" y="482600"/>
                  </a:lnTo>
                  <a:close/>
                </a:path>
                <a:path w="4038600" h="495300">
                  <a:moveTo>
                    <a:pt x="1476743" y="482600"/>
                  </a:moveTo>
                  <a:lnTo>
                    <a:pt x="1501978" y="482600"/>
                  </a:lnTo>
                  <a:lnTo>
                    <a:pt x="1501978" y="495300"/>
                  </a:lnTo>
                  <a:lnTo>
                    <a:pt x="1476743" y="495300"/>
                  </a:lnTo>
                  <a:lnTo>
                    <a:pt x="1476743" y="482600"/>
                  </a:lnTo>
                  <a:close/>
                </a:path>
                <a:path w="4038600" h="495300">
                  <a:moveTo>
                    <a:pt x="1527213" y="482600"/>
                  </a:moveTo>
                  <a:lnTo>
                    <a:pt x="1552448" y="482600"/>
                  </a:lnTo>
                  <a:lnTo>
                    <a:pt x="1552448" y="495300"/>
                  </a:lnTo>
                  <a:lnTo>
                    <a:pt x="1527213" y="495300"/>
                  </a:lnTo>
                  <a:lnTo>
                    <a:pt x="1527213" y="482600"/>
                  </a:lnTo>
                  <a:close/>
                </a:path>
                <a:path w="4038600" h="495300">
                  <a:moveTo>
                    <a:pt x="1577682" y="482600"/>
                  </a:moveTo>
                  <a:lnTo>
                    <a:pt x="1602917" y="482600"/>
                  </a:lnTo>
                  <a:lnTo>
                    <a:pt x="1602917" y="495300"/>
                  </a:lnTo>
                  <a:lnTo>
                    <a:pt x="1577682" y="495300"/>
                  </a:lnTo>
                  <a:lnTo>
                    <a:pt x="1577682" y="482600"/>
                  </a:lnTo>
                  <a:close/>
                </a:path>
                <a:path w="4038600" h="495300">
                  <a:moveTo>
                    <a:pt x="1628152" y="482600"/>
                  </a:moveTo>
                  <a:lnTo>
                    <a:pt x="1653387" y="482600"/>
                  </a:lnTo>
                  <a:lnTo>
                    <a:pt x="1653387" y="495300"/>
                  </a:lnTo>
                  <a:lnTo>
                    <a:pt x="1628152" y="495300"/>
                  </a:lnTo>
                  <a:lnTo>
                    <a:pt x="1628152" y="482600"/>
                  </a:lnTo>
                  <a:close/>
                </a:path>
                <a:path w="4038600" h="495300">
                  <a:moveTo>
                    <a:pt x="1678622" y="482600"/>
                  </a:moveTo>
                  <a:lnTo>
                    <a:pt x="1703857" y="482600"/>
                  </a:lnTo>
                  <a:lnTo>
                    <a:pt x="1703857" y="495300"/>
                  </a:lnTo>
                  <a:lnTo>
                    <a:pt x="1678622" y="495300"/>
                  </a:lnTo>
                  <a:lnTo>
                    <a:pt x="1678622" y="482600"/>
                  </a:lnTo>
                  <a:close/>
                </a:path>
                <a:path w="4038600" h="495300">
                  <a:moveTo>
                    <a:pt x="1729092" y="482600"/>
                  </a:moveTo>
                  <a:lnTo>
                    <a:pt x="1754327" y="482600"/>
                  </a:lnTo>
                  <a:lnTo>
                    <a:pt x="1754327" y="495300"/>
                  </a:lnTo>
                  <a:lnTo>
                    <a:pt x="1729092" y="495300"/>
                  </a:lnTo>
                  <a:lnTo>
                    <a:pt x="1729092" y="482600"/>
                  </a:lnTo>
                  <a:close/>
                </a:path>
                <a:path w="4038600" h="495300">
                  <a:moveTo>
                    <a:pt x="1779562" y="482600"/>
                  </a:moveTo>
                  <a:lnTo>
                    <a:pt x="1804797" y="482600"/>
                  </a:lnTo>
                  <a:lnTo>
                    <a:pt x="1804797" y="495300"/>
                  </a:lnTo>
                  <a:lnTo>
                    <a:pt x="1779562" y="495300"/>
                  </a:lnTo>
                  <a:lnTo>
                    <a:pt x="1779562" y="482600"/>
                  </a:lnTo>
                  <a:close/>
                </a:path>
                <a:path w="4038600" h="495300">
                  <a:moveTo>
                    <a:pt x="1830031" y="482600"/>
                  </a:moveTo>
                  <a:lnTo>
                    <a:pt x="1855279" y="482600"/>
                  </a:lnTo>
                  <a:lnTo>
                    <a:pt x="1855279" y="495300"/>
                  </a:lnTo>
                  <a:lnTo>
                    <a:pt x="1830031" y="495300"/>
                  </a:lnTo>
                  <a:lnTo>
                    <a:pt x="1830031" y="482600"/>
                  </a:lnTo>
                  <a:close/>
                </a:path>
                <a:path w="4038600" h="495300">
                  <a:moveTo>
                    <a:pt x="1880514" y="482600"/>
                  </a:moveTo>
                  <a:lnTo>
                    <a:pt x="1905749" y="482600"/>
                  </a:lnTo>
                  <a:lnTo>
                    <a:pt x="1905749" y="495300"/>
                  </a:lnTo>
                  <a:lnTo>
                    <a:pt x="1880514" y="495300"/>
                  </a:lnTo>
                  <a:lnTo>
                    <a:pt x="1880514" y="482600"/>
                  </a:lnTo>
                  <a:close/>
                </a:path>
                <a:path w="4038600" h="495300">
                  <a:moveTo>
                    <a:pt x="1930984" y="482600"/>
                  </a:moveTo>
                  <a:lnTo>
                    <a:pt x="1956219" y="482600"/>
                  </a:lnTo>
                  <a:lnTo>
                    <a:pt x="1956219" y="495300"/>
                  </a:lnTo>
                  <a:lnTo>
                    <a:pt x="1930984" y="495300"/>
                  </a:lnTo>
                  <a:lnTo>
                    <a:pt x="1930984" y="482600"/>
                  </a:lnTo>
                  <a:close/>
                </a:path>
                <a:path w="4038600" h="495300">
                  <a:moveTo>
                    <a:pt x="1981453" y="482600"/>
                  </a:moveTo>
                  <a:lnTo>
                    <a:pt x="2006688" y="482600"/>
                  </a:lnTo>
                  <a:lnTo>
                    <a:pt x="2006688" y="495300"/>
                  </a:lnTo>
                  <a:lnTo>
                    <a:pt x="1981453" y="495300"/>
                  </a:lnTo>
                  <a:lnTo>
                    <a:pt x="1981453" y="482600"/>
                  </a:lnTo>
                  <a:close/>
                </a:path>
                <a:path w="4038600" h="495300">
                  <a:moveTo>
                    <a:pt x="2031923" y="482600"/>
                  </a:moveTo>
                  <a:lnTo>
                    <a:pt x="2057158" y="482600"/>
                  </a:lnTo>
                  <a:lnTo>
                    <a:pt x="2057158" y="495300"/>
                  </a:lnTo>
                  <a:lnTo>
                    <a:pt x="2031923" y="495300"/>
                  </a:lnTo>
                  <a:lnTo>
                    <a:pt x="2031923" y="482600"/>
                  </a:lnTo>
                  <a:close/>
                </a:path>
                <a:path w="4038600" h="495300">
                  <a:moveTo>
                    <a:pt x="2082393" y="482600"/>
                  </a:moveTo>
                  <a:lnTo>
                    <a:pt x="2107628" y="482600"/>
                  </a:lnTo>
                  <a:lnTo>
                    <a:pt x="2107628" y="495300"/>
                  </a:lnTo>
                  <a:lnTo>
                    <a:pt x="2082393" y="495300"/>
                  </a:lnTo>
                  <a:lnTo>
                    <a:pt x="2082393" y="482600"/>
                  </a:lnTo>
                  <a:close/>
                </a:path>
                <a:path w="4038600" h="495300">
                  <a:moveTo>
                    <a:pt x="2132863" y="482600"/>
                  </a:moveTo>
                  <a:lnTo>
                    <a:pt x="2158098" y="482600"/>
                  </a:lnTo>
                  <a:lnTo>
                    <a:pt x="2158098" y="495300"/>
                  </a:lnTo>
                  <a:lnTo>
                    <a:pt x="2132863" y="495300"/>
                  </a:lnTo>
                  <a:lnTo>
                    <a:pt x="2132863" y="482600"/>
                  </a:lnTo>
                  <a:close/>
                </a:path>
                <a:path w="4038600" h="495300">
                  <a:moveTo>
                    <a:pt x="2183333" y="482600"/>
                  </a:moveTo>
                  <a:lnTo>
                    <a:pt x="2208568" y="482600"/>
                  </a:lnTo>
                  <a:lnTo>
                    <a:pt x="2208568" y="495300"/>
                  </a:lnTo>
                  <a:lnTo>
                    <a:pt x="2183333" y="495300"/>
                  </a:lnTo>
                  <a:lnTo>
                    <a:pt x="2183333" y="482600"/>
                  </a:lnTo>
                  <a:close/>
                </a:path>
                <a:path w="4038600" h="495300">
                  <a:moveTo>
                    <a:pt x="2233803" y="482600"/>
                  </a:moveTo>
                  <a:lnTo>
                    <a:pt x="2259037" y="482600"/>
                  </a:lnTo>
                  <a:lnTo>
                    <a:pt x="2259037" y="495300"/>
                  </a:lnTo>
                  <a:lnTo>
                    <a:pt x="2233802" y="495300"/>
                  </a:lnTo>
                  <a:lnTo>
                    <a:pt x="2233803" y="482600"/>
                  </a:lnTo>
                  <a:close/>
                </a:path>
                <a:path w="4038600" h="495300">
                  <a:moveTo>
                    <a:pt x="2284272" y="482600"/>
                  </a:moveTo>
                  <a:lnTo>
                    <a:pt x="2309507" y="482600"/>
                  </a:lnTo>
                  <a:lnTo>
                    <a:pt x="2309507" y="495300"/>
                  </a:lnTo>
                  <a:lnTo>
                    <a:pt x="2284272" y="495300"/>
                  </a:lnTo>
                  <a:lnTo>
                    <a:pt x="2284272" y="482600"/>
                  </a:lnTo>
                  <a:close/>
                </a:path>
                <a:path w="4038600" h="495300">
                  <a:moveTo>
                    <a:pt x="2334742" y="482600"/>
                  </a:moveTo>
                  <a:lnTo>
                    <a:pt x="2359977" y="482600"/>
                  </a:lnTo>
                  <a:lnTo>
                    <a:pt x="2359977" y="495300"/>
                  </a:lnTo>
                  <a:lnTo>
                    <a:pt x="2334742" y="495300"/>
                  </a:lnTo>
                  <a:lnTo>
                    <a:pt x="2334742" y="482600"/>
                  </a:lnTo>
                  <a:close/>
                </a:path>
                <a:path w="4038600" h="495300">
                  <a:moveTo>
                    <a:pt x="2385212" y="482600"/>
                  </a:moveTo>
                  <a:lnTo>
                    <a:pt x="2410447" y="482600"/>
                  </a:lnTo>
                  <a:lnTo>
                    <a:pt x="2410447" y="495300"/>
                  </a:lnTo>
                  <a:lnTo>
                    <a:pt x="2385212" y="495300"/>
                  </a:lnTo>
                  <a:lnTo>
                    <a:pt x="2385212" y="482600"/>
                  </a:lnTo>
                  <a:close/>
                </a:path>
                <a:path w="4038600" h="495300">
                  <a:moveTo>
                    <a:pt x="2435682" y="482600"/>
                  </a:moveTo>
                  <a:lnTo>
                    <a:pt x="2460917" y="482600"/>
                  </a:lnTo>
                  <a:lnTo>
                    <a:pt x="2460917" y="495300"/>
                  </a:lnTo>
                  <a:lnTo>
                    <a:pt x="2435682" y="495300"/>
                  </a:lnTo>
                  <a:lnTo>
                    <a:pt x="2435682" y="482600"/>
                  </a:lnTo>
                  <a:close/>
                </a:path>
                <a:path w="4038600" h="495300">
                  <a:moveTo>
                    <a:pt x="2486152" y="482600"/>
                  </a:moveTo>
                  <a:lnTo>
                    <a:pt x="2511386" y="482600"/>
                  </a:lnTo>
                  <a:lnTo>
                    <a:pt x="2511386" y="495300"/>
                  </a:lnTo>
                  <a:lnTo>
                    <a:pt x="2486152" y="495300"/>
                  </a:lnTo>
                  <a:lnTo>
                    <a:pt x="2486152" y="482600"/>
                  </a:lnTo>
                  <a:close/>
                </a:path>
                <a:path w="4038600" h="495300">
                  <a:moveTo>
                    <a:pt x="2536621" y="482600"/>
                  </a:moveTo>
                  <a:lnTo>
                    <a:pt x="2561856" y="482600"/>
                  </a:lnTo>
                  <a:lnTo>
                    <a:pt x="2561856" y="495300"/>
                  </a:lnTo>
                  <a:lnTo>
                    <a:pt x="2536621" y="495300"/>
                  </a:lnTo>
                  <a:lnTo>
                    <a:pt x="2536621" y="482600"/>
                  </a:lnTo>
                  <a:close/>
                </a:path>
                <a:path w="4038600" h="495300">
                  <a:moveTo>
                    <a:pt x="2587091" y="482600"/>
                  </a:moveTo>
                  <a:lnTo>
                    <a:pt x="2612326" y="482600"/>
                  </a:lnTo>
                  <a:lnTo>
                    <a:pt x="2612326" y="495300"/>
                  </a:lnTo>
                  <a:lnTo>
                    <a:pt x="2587091" y="495300"/>
                  </a:lnTo>
                  <a:lnTo>
                    <a:pt x="2587091" y="482600"/>
                  </a:lnTo>
                  <a:close/>
                </a:path>
                <a:path w="4038600" h="495300">
                  <a:moveTo>
                    <a:pt x="2637561" y="482600"/>
                  </a:moveTo>
                  <a:lnTo>
                    <a:pt x="2662796" y="482600"/>
                  </a:lnTo>
                  <a:lnTo>
                    <a:pt x="2662796" y="495300"/>
                  </a:lnTo>
                  <a:lnTo>
                    <a:pt x="2637561" y="495300"/>
                  </a:lnTo>
                  <a:lnTo>
                    <a:pt x="2637561" y="482600"/>
                  </a:lnTo>
                  <a:close/>
                </a:path>
                <a:path w="4038600" h="495300">
                  <a:moveTo>
                    <a:pt x="2688031" y="482600"/>
                  </a:moveTo>
                  <a:lnTo>
                    <a:pt x="2713266" y="482600"/>
                  </a:lnTo>
                  <a:lnTo>
                    <a:pt x="2713266" y="495300"/>
                  </a:lnTo>
                  <a:lnTo>
                    <a:pt x="2688031" y="495300"/>
                  </a:lnTo>
                  <a:lnTo>
                    <a:pt x="2688031" y="482600"/>
                  </a:lnTo>
                  <a:close/>
                </a:path>
                <a:path w="4038600" h="495300">
                  <a:moveTo>
                    <a:pt x="2738501" y="482600"/>
                  </a:moveTo>
                  <a:lnTo>
                    <a:pt x="2763735" y="482600"/>
                  </a:lnTo>
                  <a:lnTo>
                    <a:pt x="2763735" y="495300"/>
                  </a:lnTo>
                  <a:lnTo>
                    <a:pt x="2738500" y="495300"/>
                  </a:lnTo>
                  <a:lnTo>
                    <a:pt x="2738501" y="482600"/>
                  </a:lnTo>
                  <a:close/>
                </a:path>
                <a:path w="4038600" h="495300">
                  <a:moveTo>
                    <a:pt x="2788970" y="482600"/>
                  </a:moveTo>
                  <a:lnTo>
                    <a:pt x="2814205" y="482600"/>
                  </a:lnTo>
                  <a:lnTo>
                    <a:pt x="2814205" y="495300"/>
                  </a:lnTo>
                  <a:lnTo>
                    <a:pt x="2788970" y="495300"/>
                  </a:lnTo>
                  <a:lnTo>
                    <a:pt x="2788970" y="482600"/>
                  </a:lnTo>
                  <a:close/>
                </a:path>
                <a:path w="4038600" h="495300">
                  <a:moveTo>
                    <a:pt x="2839440" y="482600"/>
                  </a:moveTo>
                  <a:lnTo>
                    <a:pt x="2864675" y="482600"/>
                  </a:lnTo>
                  <a:lnTo>
                    <a:pt x="2864675" y="495300"/>
                  </a:lnTo>
                  <a:lnTo>
                    <a:pt x="2839440" y="495300"/>
                  </a:lnTo>
                  <a:lnTo>
                    <a:pt x="2839440" y="482600"/>
                  </a:lnTo>
                  <a:close/>
                </a:path>
                <a:path w="4038600" h="495300">
                  <a:moveTo>
                    <a:pt x="2889910" y="482600"/>
                  </a:moveTo>
                  <a:lnTo>
                    <a:pt x="2915145" y="482600"/>
                  </a:lnTo>
                  <a:lnTo>
                    <a:pt x="2915145" y="495300"/>
                  </a:lnTo>
                  <a:lnTo>
                    <a:pt x="2889910" y="495300"/>
                  </a:lnTo>
                  <a:lnTo>
                    <a:pt x="2889910" y="482600"/>
                  </a:lnTo>
                  <a:close/>
                </a:path>
                <a:path w="4038600" h="495300">
                  <a:moveTo>
                    <a:pt x="2940380" y="482600"/>
                  </a:moveTo>
                  <a:lnTo>
                    <a:pt x="2965615" y="482600"/>
                  </a:lnTo>
                  <a:lnTo>
                    <a:pt x="2965615" y="495300"/>
                  </a:lnTo>
                  <a:lnTo>
                    <a:pt x="2940380" y="495300"/>
                  </a:lnTo>
                  <a:lnTo>
                    <a:pt x="2940380" y="482600"/>
                  </a:lnTo>
                  <a:close/>
                </a:path>
                <a:path w="4038600" h="495300">
                  <a:moveTo>
                    <a:pt x="2990850" y="482600"/>
                  </a:moveTo>
                  <a:lnTo>
                    <a:pt x="3016084" y="482600"/>
                  </a:lnTo>
                  <a:lnTo>
                    <a:pt x="3016084" y="495300"/>
                  </a:lnTo>
                  <a:lnTo>
                    <a:pt x="2990850" y="495300"/>
                  </a:lnTo>
                  <a:lnTo>
                    <a:pt x="2990850" y="482600"/>
                  </a:lnTo>
                  <a:close/>
                </a:path>
                <a:path w="4038600" h="495300">
                  <a:moveTo>
                    <a:pt x="3041319" y="482600"/>
                  </a:moveTo>
                  <a:lnTo>
                    <a:pt x="3066554" y="482600"/>
                  </a:lnTo>
                  <a:lnTo>
                    <a:pt x="3066554" y="495300"/>
                  </a:lnTo>
                  <a:lnTo>
                    <a:pt x="3041319" y="495300"/>
                  </a:lnTo>
                  <a:lnTo>
                    <a:pt x="3041319" y="482600"/>
                  </a:lnTo>
                  <a:close/>
                </a:path>
                <a:path w="4038600" h="495300">
                  <a:moveTo>
                    <a:pt x="3091789" y="482600"/>
                  </a:moveTo>
                  <a:lnTo>
                    <a:pt x="3117024" y="482600"/>
                  </a:lnTo>
                  <a:lnTo>
                    <a:pt x="3117024" y="495300"/>
                  </a:lnTo>
                  <a:lnTo>
                    <a:pt x="3091789" y="495300"/>
                  </a:lnTo>
                  <a:lnTo>
                    <a:pt x="3091789" y="482600"/>
                  </a:lnTo>
                  <a:close/>
                </a:path>
                <a:path w="4038600" h="495300">
                  <a:moveTo>
                    <a:pt x="3142259" y="482600"/>
                  </a:moveTo>
                  <a:lnTo>
                    <a:pt x="3167494" y="482600"/>
                  </a:lnTo>
                  <a:lnTo>
                    <a:pt x="3167494" y="495300"/>
                  </a:lnTo>
                  <a:lnTo>
                    <a:pt x="3142259" y="495300"/>
                  </a:lnTo>
                  <a:lnTo>
                    <a:pt x="3142259" y="482600"/>
                  </a:lnTo>
                  <a:close/>
                </a:path>
                <a:path w="4038600" h="495300">
                  <a:moveTo>
                    <a:pt x="3192729" y="482600"/>
                  </a:moveTo>
                  <a:lnTo>
                    <a:pt x="3217964" y="482600"/>
                  </a:lnTo>
                  <a:lnTo>
                    <a:pt x="3217964" y="495300"/>
                  </a:lnTo>
                  <a:lnTo>
                    <a:pt x="3192729" y="495300"/>
                  </a:lnTo>
                  <a:lnTo>
                    <a:pt x="3192729" y="482600"/>
                  </a:lnTo>
                  <a:close/>
                </a:path>
                <a:path w="4038600" h="495300">
                  <a:moveTo>
                    <a:pt x="3243199" y="482600"/>
                  </a:moveTo>
                  <a:lnTo>
                    <a:pt x="3268433" y="482600"/>
                  </a:lnTo>
                  <a:lnTo>
                    <a:pt x="3268433" y="495300"/>
                  </a:lnTo>
                  <a:lnTo>
                    <a:pt x="3243199" y="495300"/>
                  </a:lnTo>
                  <a:lnTo>
                    <a:pt x="3243199" y="482600"/>
                  </a:lnTo>
                  <a:close/>
                </a:path>
                <a:path w="4038600" h="495300">
                  <a:moveTo>
                    <a:pt x="3293668" y="482600"/>
                  </a:moveTo>
                  <a:lnTo>
                    <a:pt x="3318903" y="482600"/>
                  </a:lnTo>
                  <a:lnTo>
                    <a:pt x="3318903" y="495300"/>
                  </a:lnTo>
                  <a:lnTo>
                    <a:pt x="3293668" y="495300"/>
                  </a:lnTo>
                  <a:lnTo>
                    <a:pt x="3293668" y="482600"/>
                  </a:lnTo>
                  <a:close/>
                </a:path>
                <a:path w="4038600" h="495300">
                  <a:moveTo>
                    <a:pt x="3344138" y="482600"/>
                  </a:moveTo>
                  <a:lnTo>
                    <a:pt x="3369373" y="482600"/>
                  </a:lnTo>
                  <a:lnTo>
                    <a:pt x="3369373" y="495300"/>
                  </a:lnTo>
                  <a:lnTo>
                    <a:pt x="3344138" y="495300"/>
                  </a:lnTo>
                  <a:lnTo>
                    <a:pt x="3344138" y="482600"/>
                  </a:lnTo>
                  <a:close/>
                </a:path>
                <a:path w="4038600" h="495300">
                  <a:moveTo>
                    <a:pt x="3394608" y="482600"/>
                  </a:moveTo>
                  <a:lnTo>
                    <a:pt x="3419843" y="482600"/>
                  </a:lnTo>
                  <a:lnTo>
                    <a:pt x="3419843" y="495300"/>
                  </a:lnTo>
                  <a:lnTo>
                    <a:pt x="3394608" y="495300"/>
                  </a:lnTo>
                  <a:lnTo>
                    <a:pt x="3394608" y="482600"/>
                  </a:lnTo>
                  <a:close/>
                </a:path>
                <a:path w="4038600" h="495300">
                  <a:moveTo>
                    <a:pt x="3445078" y="482600"/>
                  </a:moveTo>
                  <a:lnTo>
                    <a:pt x="3470313" y="482600"/>
                  </a:lnTo>
                  <a:lnTo>
                    <a:pt x="3470313" y="495300"/>
                  </a:lnTo>
                  <a:lnTo>
                    <a:pt x="3445078" y="495300"/>
                  </a:lnTo>
                  <a:lnTo>
                    <a:pt x="3445078" y="482600"/>
                  </a:lnTo>
                  <a:close/>
                </a:path>
                <a:path w="4038600" h="495300">
                  <a:moveTo>
                    <a:pt x="3495548" y="482600"/>
                  </a:moveTo>
                  <a:lnTo>
                    <a:pt x="3520782" y="482600"/>
                  </a:lnTo>
                  <a:lnTo>
                    <a:pt x="3520782" y="495300"/>
                  </a:lnTo>
                  <a:lnTo>
                    <a:pt x="3495548" y="495300"/>
                  </a:lnTo>
                  <a:lnTo>
                    <a:pt x="3495548" y="482600"/>
                  </a:lnTo>
                  <a:close/>
                </a:path>
                <a:path w="4038600" h="495300">
                  <a:moveTo>
                    <a:pt x="3546017" y="482600"/>
                  </a:moveTo>
                  <a:lnTo>
                    <a:pt x="3571252" y="482600"/>
                  </a:lnTo>
                  <a:lnTo>
                    <a:pt x="3571252" y="495300"/>
                  </a:lnTo>
                  <a:lnTo>
                    <a:pt x="3546017" y="495300"/>
                  </a:lnTo>
                  <a:lnTo>
                    <a:pt x="3546017" y="482600"/>
                  </a:lnTo>
                  <a:close/>
                </a:path>
                <a:path w="4038600" h="495300">
                  <a:moveTo>
                    <a:pt x="3596487" y="482600"/>
                  </a:moveTo>
                  <a:lnTo>
                    <a:pt x="3621722" y="482600"/>
                  </a:lnTo>
                  <a:lnTo>
                    <a:pt x="3621722" y="495300"/>
                  </a:lnTo>
                  <a:lnTo>
                    <a:pt x="3596487" y="495300"/>
                  </a:lnTo>
                  <a:lnTo>
                    <a:pt x="3596487" y="482600"/>
                  </a:lnTo>
                  <a:close/>
                </a:path>
                <a:path w="4038600" h="495300">
                  <a:moveTo>
                    <a:pt x="3646957" y="482600"/>
                  </a:moveTo>
                  <a:lnTo>
                    <a:pt x="3672192" y="482600"/>
                  </a:lnTo>
                  <a:lnTo>
                    <a:pt x="3672192" y="495300"/>
                  </a:lnTo>
                  <a:lnTo>
                    <a:pt x="3646957" y="495300"/>
                  </a:lnTo>
                  <a:lnTo>
                    <a:pt x="3646957" y="482600"/>
                  </a:lnTo>
                  <a:close/>
                </a:path>
                <a:path w="4038600" h="495300">
                  <a:moveTo>
                    <a:pt x="3697427" y="482600"/>
                  </a:moveTo>
                  <a:lnTo>
                    <a:pt x="3722662" y="482600"/>
                  </a:lnTo>
                  <a:lnTo>
                    <a:pt x="3722662" y="495300"/>
                  </a:lnTo>
                  <a:lnTo>
                    <a:pt x="3697427" y="495300"/>
                  </a:lnTo>
                  <a:lnTo>
                    <a:pt x="3697427" y="482600"/>
                  </a:lnTo>
                  <a:close/>
                </a:path>
                <a:path w="4038600" h="495300">
                  <a:moveTo>
                    <a:pt x="3747896" y="482600"/>
                  </a:moveTo>
                  <a:lnTo>
                    <a:pt x="3773131" y="482600"/>
                  </a:lnTo>
                  <a:lnTo>
                    <a:pt x="3773131" y="495300"/>
                  </a:lnTo>
                  <a:lnTo>
                    <a:pt x="3747896" y="495300"/>
                  </a:lnTo>
                  <a:lnTo>
                    <a:pt x="3747896" y="482600"/>
                  </a:lnTo>
                  <a:close/>
                </a:path>
                <a:path w="4038600" h="495300">
                  <a:moveTo>
                    <a:pt x="3798366" y="482600"/>
                  </a:moveTo>
                  <a:lnTo>
                    <a:pt x="3823601" y="482600"/>
                  </a:lnTo>
                  <a:lnTo>
                    <a:pt x="3823601" y="495300"/>
                  </a:lnTo>
                  <a:lnTo>
                    <a:pt x="3798366" y="495300"/>
                  </a:lnTo>
                  <a:lnTo>
                    <a:pt x="3798366" y="482600"/>
                  </a:lnTo>
                  <a:close/>
                </a:path>
                <a:path w="4038600" h="495300">
                  <a:moveTo>
                    <a:pt x="3848836" y="482600"/>
                  </a:moveTo>
                  <a:lnTo>
                    <a:pt x="3874071" y="482600"/>
                  </a:lnTo>
                  <a:lnTo>
                    <a:pt x="3874071" y="495300"/>
                  </a:lnTo>
                  <a:lnTo>
                    <a:pt x="3848836" y="495300"/>
                  </a:lnTo>
                  <a:lnTo>
                    <a:pt x="3848836" y="482600"/>
                  </a:lnTo>
                  <a:close/>
                </a:path>
                <a:path w="4038600" h="495300">
                  <a:moveTo>
                    <a:pt x="3899306" y="482600"/>
                  </a:moveTo>
                  <a:lnTo>
                    <a:pt x="3924541" y="482600"/>
                  </a:lnTo>
                  <a:lnTo>
                    <a:pt x="3924541" y="495300"/>
                  </a:lnTo>
                  <a:lnTo>
                    <a:pt x="3899306" y="495300"/>
                  </a:lnTo>
                  <a:lnTo>
                    <a:pt x="3899306" y="482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2" name="object 152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9825304" y="2503652"/>
              <a:ext cx="1702333" cy="88404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0337800" y="673100"/>
              <a:ext cx="2743200" cy="317500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9791700" y="2628900"/>
              <a:ext cx="1968500" cy="215900"/>
            </a:xfrm>
            <a:custGeom>
              <a:avLst/>
              <a:gdLst/>
              <a:ahLst/>
              <a:cxnLst/>
              <a:rect l="l" t="t" r="r" b="b"/>
              <a:pathLst>
                <a:path w="1968500" h="215900">
                  <a:moveTo>
                    <a:pt x="1879600" y="0"/>
                  </a:moveTo>
                  <a:lnTo>
                    <a:pt x="88900" y="0"/>
                  </a:lnTo>
                  <a:lnTo>
                    <a:pt x="54296" y="6986"/>
                  </a:lnTo>
                  <a:lnTo>
                    <a:pt x="26038" y="26038"/>
                  </a:lnTo>
                  <a:lnTo>
                    <a:pt x="6986" y="54296"/>
                  </a:lnTo>
                  <a:lnTo>
                    <a:pt x="0" y="88900"/>
                  </a:lnTo>
                  <a:lnTo>
                    <a:pt x="0" y="127000"/>
                  </a:lnTo>
                  <a:lnTo>
                    <a:pt x="6986" y="161603"/>
                  </a:lnTo>
                  <a:lnTo>
                    <a:pt x="26038" y="189861"/>
                  </a:lnTo>
                  <a:lnTo>
                    <a:pt x="54296" y="208913"/>
                  </a:lnTo>
                  <a:lnTo>
                    <a:pt x="88900" y="215900"/>
                  </a:lnTo>
                  <a:lnTo>
                    <a:pt x="1879600" y="215900"/>
                  </a:lnTo>
                  <a:lnTo>
                    <a:pt x="1914203" y="208913"/>
                  </a:lnTo>
                  <a:lnTo>
                    <a:pt x="1942461" y="189861"/>
                  </a:lnTo>
                  <a:lnTo>
                    <a:pt x="1961513" y="161603"/>
                  </a:lnTo>
                  <a:lnTo>
                    <a:pt x="1968500" y="127000"/>
                  </a:lnTo>
                  <a:lnTo>
                    <a:pt x="1968500" y="88900"/>
                  </a:lnTo>
                  <a:lnTo>
                    <a:pt x="1961513" y="54296"/>
                  </a:lnTo>
                  <a:lnTo>
                    <a:pt x="1942461" y="26038"/>
                  </a:lnTo>
                  <a:lnTo>
                    <a:pt x="1914203" y="6986"/>
                  </a:lnTo>
                  <a:lnTo>
                    <a:pt x="1879600" y="0"/>
                  </a:lnTo>
                  <a:close/>
                </a:path>
              </a:pathLst>
            </a:custGeom>
            <a:solidFill>
              <a:srgbClr val="F9AD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9740900" y="1282699"/>
              <a:ext cx="1054100" cy="1066800"/>
            </a:xfrm>
            <a:custGeom>
              <a:avLst/>
              <a:gdLst/>
              <a:ahLst/>
              <a:cxnLst/>
              <a:rect l="l" t="t" r="r" b="b"/>
              <a:pathLst>
                <a:path w="1054100" h="1066800">
                  <a:moveTo>
                    <a:pt x="1054100" y="63500"/>
                  </a:moveTo>
                  <a:lnTo>
                    <a:pt x="1049108" y="38785"/>
                  </a:lnTo>
                  <a:lnTo>
                    <a:pt x="1035494" y="18605"/>
                  </a:lnTo>
                  <a:lnTo>
                    <a:pt x="1015314" y="4991"/>
                  </a:lnTo>
                  <a:lnTo>
                    <a:pt x="990600" y="0"/>
                  </a:lnTo>
                  <a:lnTo>
                    <a:pt x="63500" y="0"/>
                  </a:lnTo>
                  <a:lnTo>
                    <a:pt x="38773" y="4991"/>
                  </a:lnTo>
                  <a:lnTo>
                    <a:pt x="18592" y="18605"/>
                  </a:lnTo>
                  <a:lnTo>
                    <a:pt x="4978" y="38785"/>
                  </a:lnTo>
                  <a:lnTo>
                    <a:pt x="0" y="63500"/>
                  </a:lnTo>
                  <a:lnTo>
                    <a:pt x="0" y="152400"/>
                  </a:lnTo>
                  <a:lnTo>
                    <a:pt x="4978" y="177126"/>
                  </a:lnTo>
                  <a:lnTo>
                    <a:pt x="18592" y="197307"/>
                  </a:lnTo>
                  <a:lnTo>
                    <a:pt x="38773" y="210921"/>
                  </a:lnTo>
                  <a:lnTo>
                    <a:pt x="63500" y="215900"/>
                  </a:lnTo>
                  <a:lnTo>
                    <a:pt x="38773" y="220891"/>
                  </a:lnTo>
                  <a:lnTo>
                    <a:pt x="18592" y="234505"/>
                  </a:lnTo>
                  <a:lnTo>
                    <a:pt x="4978" y="254685"/>
                  </a:lnTo>
                  <a:lnTo>
                    <a:pt x="0" y="279400"/>
                  </a:lnTo>
                  <a:lnTo>
                    <a:pt x="0" y="368300"/>
                  </a:lnTo>
                  <a:lnTo>
                    <a:pt x="4978" y="393026"/>
                  </a:lnTo>
                  <a:lnTo>
                    <a:pt x="18592" y="413207"/>
                  </a:lnTo>
                  <a:lnTo>
                    <a:pt x="38773" y="426821"/>
                  </a:lnTo>
                  <a:lnTo>
                    <a:pt x="63500" y="431800"/>
                  </a:lnTo>
                  <a:lnTo>
                    <a:pt x="38773" y="436791"/>
                  </a:lnTo>
                  <a:lnTo>
                    <a:pt x="18592" y="450405"/>
                  </a:lnTo>
                  <a:lnTo>
                    <a:pt x="4978" y="470585"/>
                  </a:lnTo>
                  <a:lnTo>
                    <a:pt x="0" y="495300"/>
                  </a:lnTo>
                  <a:lnTo>
                    <a:pt x="0" y="584200"/>
                  </a:lnTo>
                  <a:lnTo>
                    <a:pt x="4978" y="608926"/>
                  </a:lnTo>
                  <a:lnTo>
                    <a:pt x="18592" y="629107"/>
                  </a:lnTo>
                  <a:lnTo>
                    <a:pt x="36741" y="641362"/>
                  </a:lnTo>
                  <a:lnTo>
                    <a:pt x="18592" y="653605"/>
                  </a:lnTo>
                  <a:lnTo>
                    <a:pt x="4978" y="673785"/>
                  </a:lnTo>
                  <a:lnTo>
                    <a:pt x="0" y="698500"/>
                  </a:lnTo>
                  <a:lnTo>
                    <a:pt x="0" y="787400"/>
                  </a:lnTo>
                  <a:lnTo>
                    <a:pt x="4978" y="812126"/>
                  </a:lnTo>
                  <a:lnTo>
                    <a:pt x="18592" y="832307"/>
                  </a:lnTo>
                  <a:lnTo>
                    <a:pt x="38773" y="845921"/>
                  </a:lnTo>
                  <a:lnTo>
                    <a:pt x="63500" y="850900"/>
                  </a:lnTo>
                  <a:lnTo>
                    <a:pt x="38773" y="855891"/>
                  </a:lnTo>
                  <a:lnTo>
                    <a:pt x="18592" y="869505"/>
                  </a:lnTo>
                  <a:lnTo>
                    <a:pt x="4978" y="889685"/>
                  </a:lnTo>
                  <a:lnTo>
                    <a:pt x="0" y="914400"/>
                  </a:lnTo>
                  <a:lnTo>
                    <a:pt x="0" y="1003300"/>
                  </a:lnTo>
                  <a:lnTo>
                    <a:pt x="4978" y="1028026"/>
                  </a:lnTo>
                  <a:lnTo>
                    <a:pt x="18592" y="1048207"/>
                  </a:lnTo>
                  <a:lnTo>
                    <a:pt x="38773" y="1061821"/>
                  </a:lnTo>
                  <a:lnTo>
                    <a:pt x="63500" y="1066800"/>
                  </a:lnTo>
                  <a:lnTo>
                    <a:pt x="990600" y="1066800"/>
                  </a:lnTo>
                  <a:lnTo>
                    <a:pt x="1015314" y="1061821"/>
                  </a:lnTo>
                  <a:lnTo>
                    <a:pt x="1035494" y="1048207"/>
                  </a:lnTo>
                  <a:lnTo>
                    <a:pt x="1049108" y="1028026"/>
                  </a:lnTo>
                  <a:lnTo>
                    <a:pt x="1054100" y="1003300"/>
                  </a:lnTo>
                  <a:lnTo>
                    <a:pt x="1054100" y="914400"/>
                  </a:lnTo>
                  <a:lnTo>
                    <a:pt x="1049108" y="889685"/>
                  </a:lnTo>
                  <a:lnTo>
                    <a:pt x="1035494" y="869505"/>
                  </a:lnTo>
                  <a:lnTo>
                    <a:pt x="1015314" y="855891"/>
                  </a:lnTo>
                  <a:lnTo>
                    <a:pt x="990600" y="850900"/>
                  </a:lnTo>
                  <a:lnTo>
                    <a:pt x="1015314" y="845921"/>
                  </a:lnTo>
                  <a:lnTo>
                    <a:pt x="1035494" y="832307"/>
                  </a:lnTo>
                  <a:lnTo>
                    <a:pt x="1049108" y="812126"/>
                  </a:lnTo>
                  <a:lnTo>
                    <a:pt x="1054100" y="787400"/>
                  </a:lnTo>
                  <a:lnTo>
                    <a:pt x="1054100" y="698500"/>
                  </a:lnTo>
                  <a:lnTo>
                    <a:pt x="1049108" y="673785"/>
                  </a:lnTo>
                  <a:lnTo>
                    <a:pt x="1035494" y="653605"/>
                  </a:lnTo>
                  <a:lnTo>
                    <a:pt x="1017333" y="641362"/>
                  </a:lnTo>
                  <a:lnTo>
                    <a:pt x="1035494" y="629107"/>
                  </a:lnTo>
                  <a:lnTo>
                    <a:pt x="1049108" y="608926"/>
                  </a:lnTo>
                  <a:lnTo>
                    <a:pt x="1054100" y="584200"/>
                  </a:lnTo>
                  <a:lnTo>
                    <a:pt x="1054100" y="495300"/>
                  </a:lnTo>
                  <a:lnTo>
                    <a:pt x="1049108" y="470585"/>
                  </a:lnTo>
                  <a:lnTo>
                    <a:pt x="1035494" y="450405"/>
                  </a:lnTo>
                  <a:lnTo>
                    <a:pt x="1015314" y="436791"/>
                  </a:lnTo>
                  <a:lnTo>
                    <a:pt x="990600" y="431800"/>
                  </a:lnTo>
                  <a:lnTo>
                    <a:pt x="1015314" y="426821"/>
                  </a:lnTo>
                  <a:lnTo>
                    <a:pt x="1035494" y="413207"/>
                  </a:lnTo>
                  <a:lnTo>
                    <a:pt x="1049108" y="393026"/>
                  </a:lnTo>
                  <a:lnTo>
                    <a:pt x="1054100" y="368300"/>
                  </a:lnTo>
                  <a:lnTo>
                    <a:pt x="1054100" y="279400"/>
                  </a:lnTo>
                  <a:lnTo>
                    <a:pt x="1049108" y="254685"/>
                  </a:lnTo>
                  <a:lnTo>
                    <a:pt x="1035494" y="234505"/>
                  </a:lnTo>
                  <a:lnTo>
                    <a:pt x="1015314" y="220891"/>
                  </a:lnTo>
                  <a:lnTo>
                    <a:pt x="990600" y="215900"/>
                  </a:lnTo>
                  <a:lnTo>
                    <a:pt x="1015314" y="210921"/>
                  </a:lnTo>
                  <a:lnTo>
                    <a:pt x="1035494" y="197307"/>
                  </a:lnTo>
                  <a:lnTo>
                    <a:pt x="1049108" y="177126"/>
                  </a:lnTo>
                  <a:lnTo>
                    <a:pt x="1054100" y="152400"/>
                  </a:lnTo>
                  <a:lnTo>
                    <a:pt x="1054100" y="63500"/>
                  </a:lnTo>
                  <a:close/>
                </a:path>
              </a:pathLst>
            </a:custGeom>
            <a:solidFill>
              <a:srgbClr val="F9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10718800" y="1282700"/>
              <a:ext cx="3073400" cy="1066800"/>
            </a:xfrm>
            <a:custGeom>
              <a:avLst/>
              <a:gdLst/>
              <a:ahLst/>
              <a:cxnLst/>
              <a:rect l="l" t="t" r="r" b="b"/>
              <a:pathLst>
                <a:path w="3073400" h="1066800">
                  <a:moveTo>
                    <a:pt x="3073400" y="0"/>
                  </a:moveTo>
                  <a:lnTo>
                    <a:pt x="0" y="0"/>
                  </a:lnTo>
                  <a:lnTo>
                    <a:pt x="0" y="1066800"/>
                  </a:lnTo>
                  <a:lnTo>
                    <a:pt x="3073400" y="1066800"/>
                  </a:lnTo>
                  <a:lnTo>
                    <a:pt x="3073400" y="0"/>
                  </a:lnTo>
                  <a:close/>
                </a:path>
              </a:pathLst>
            </a:custGeom>
            <a:solidFill>
              <a:srgbClr val="F6F2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10718800" y="1054099"/>
              <a:ext cx="2400300" cy="1295400"/>
            </a:xfrm>
            <a:custGeom>
              <a:avLst/>
              <a:gdLst/>
              <a:ahLst/>
              <a:cxnLst/>
              <a:rect l="l" t="t" r="r" b="b"/>
              <a:pathLst>
                <a:path w="2400300" h="1295400">
                  <a:moveTo>
                    <a:pt x="12700" y="1251318"/>
                  </a:moveTo>
                  <a:lnTo>
                    <a:pt x="0" y="1251318"/>
                  </a:lnTo>
                  <a:lnTo>
                    <a:pt x="0" y="1270000"/>
                  </a:lnTo>
                  <a:lnTo>
                    <a:pt x="12700" y="1270000"/>
                  </a:lnTo>
                  <a:lnTo>
                    <a:pt x="12700" y="1251318"/>
                  </a:lnTo>
                  <a:close/>
                </a:path>
                <a:path w="2400300" h="1295400">
                  <a:moveTo>
                    <a:pt x="12700" y="1176616"/>
                  </a:moveTo>
                  <a:lnTo>
                    <a:pt x="0" y="1176616"/>
                  </a:lnTo>
                  <a:lnTo>
                    <a:pt x="0" y="1213967"/>
                  </a:lnTo>
                  <a:lnTo>
                    <a:pt x="12700" y="1213967"/>
                  </a:lnTo>
                  <a:lnTo>
                    <a:pt x="12700" y="1176616"/>
                  </a:lnTo>
                  <a:close/>
                </a:path>
                <a:path w="2400300" h="1295400">
                  <a:moveTo>
                    <a:pt x="12700" y="877798"/>
                  </a:moveTo>
                  <a:lnTo>
                    <a:pt x="0" y="877798"/>
                  </a:lnTo>
                  <a:lnTo>
                    <a:pt x="0" y="915149"/>
                  </a:lnTo>
                  <a:lnTo>
                    <a:pt x="12700" y="915149"/>
                  </a:lnTo>
                  <a:lnTo>
                    <a:pt x="12700" y="877798"/>
                  </a:lnTo>
                  <a:close/>
                </a:path>
                <a:path w="2400300" h="1295400">
                  <a:moveTo>
                    <a:pt x="12700" y="578967"/>
                  </a:moveTo>
                  <a:lnTo>
                    <a:pt x="0" y="578967"/>
                  </a:lnTo>
                  <a:lnTo>
                    <a:pt x="0" y="616318"/>
                  </a:lnTo>
                  <a:lnTo>
                    <a:pt x="12700" y="616318"/>
                  </a:lnTo>
                  <a:lnTo>
                    <a:pt x="12700" y="578967"/>
                  </a:lnTo>
                  <a:close/>
                </a:path>
                <a:path w="2400300" h="1295400">
                  <a:moveTo>
                    <a:pt x="12700" y="354850"/>
                  </a:moveTo>
                  <a:lnTo>
                    <a:pt x="0" y="354850"/>
                  </a:lnTo>
                  <a:lnTo>
                    <a:pt x="0" y="392201"/>
                  </a:lnTo>
                  <a:lnTo>
                    <a:pt x="12700" y="392201"/>
                  </a:lnTo>
                  <a:lnTo>
                    <a:pt x="12700" y="354850"/>
                  </a:lnTo>
                  <a:close/>
                </a:path>
                <a:path w="2400300" h="1295400">
                  <a:moveTo>
                    <a:pt x="12700" y="280149"/>
                  </a:moveTo>
                  <a:lnTo>
                    <a:pt x="0" y="280149"/>
                  </a:lnTo>
                  <a:lnTo>
                    <a:pt x="0" y="317500"/>
                  </a:lnTo>
                  <a:lnTo>
                    <a:pt x="12700" y="317500"/>
                  </a:lnTo>
                  <a:lnTo>
                    <a:pt x="12700" y="280149"/>
                  </a:lnTo>
                  <a:close/>
                </a:path>
                <a:path w="2400300" h="1295400">
                  <a:moveTo>
                    <a:pt x="12700" y="205435"/>
                  </a:moveTo>
                  <a:lnTo>
                    <a:pt x="0" y="205435"/>
                  </a:lnTo>
                  <a:lnTo>
                    <a:pt x="0" y="242798"/>
                  </a:lnTo>
                  <a:lnTo>
                    <a:pt x="12700" y="242798"/>
                  </a:lnTo>
                  <a:lnTo>
                    <a:pt x="12700" y="205435"/>
                  </a:lnTo>
                  <a:close/>
                </a:path>
                <a:path w="2400300" h="1295400">
                  <a:moveTo>
                    <a:pt x="12700" y="130733"/>
                  </a:moveTo>
                  <a:lnTo>
                    <a:pt x="0" y="130733"/>
                  </a:lnTo>
                  <a:lnTo>
                    <a:pt x="0" y="168084"/>
                  </a:lnTo>
                  <a:lnTo>
                    <a:pt x="12700" y="168084"/>
                  </a:lnTo>
                  <a:lnTo>
                    <a:pt x="12700" y="130733"/>
                  </a:lnTo>
                  <a:close/>
                </a:path>
                <a:path w="2400300" h="1295400">
                  <a:moveTo>
                    <a:pt x="12700" y="56032"/>
                  </a:moveTo>
                  <a:lnTo>
                    <a:pt x="0" y="56032"/>
                  </a:lnTo>
                  <a:lnTo>
                    <a:pt x="0" y="93383"/>
                  </a:lnTo>
                  <a:lnTo>
                    <a:pt x="12700" y="93383"/>
                  </a:lnTo>
                  <a:lnTo>
                    <a:pt x="12700" y="56032"/>
                  </a:lnTo>
                  <a:close/>
                </a:path>
                <a:path w="2400300" h="1295400">
                  <a:moveTo>
                    <a:pt x="12700" y="0"/>
                  </a:moveTo>
                  <a:lnTo>
                    <a:pt x="0" y="0"/>
                  </a:lnTo>
                  <a:lnTo>
                    <a:pt x="0" y="18681"/>
                  </a:lnTo>
                  <a:lnTo>
                    <a:pt x="12700" y="18681"/>
                  </a:lnTo>
                  <a:lnTo>
                    <a:pt x="12700" y="0"/>
                  </a:lnTo>
                  <a:close/>
                </a:path>
                <a:path w="2400300" h="1295400">
                  <a:moveTo>
                    <a:pt x="609600" y="1276540"/>
                  </a:moveTo>
                  <a:lnTo>
                    <a:pt x="596900" y="1276540"/>
                  </a:lnTo>
                  <a:lnTo>
                    <a:pt x="596900" y="1295400"/>
                  </a:lnTo>
                  <a:lnTo>
                    <a:pt x="609600" y="1295400"/>
                  </a:lnTo>
                  <a:lnTo>
                    <a:pt x="609600" y="1276540"/>
                  </a:lnTo>
                  <a:close/>
                </a:path>
                <a:path w="2400300" h="1295400">
                  <a:moveTo>
                    <a:pt x="609600" y="1201089"/>
                  </a:moveTo>
                  <a:lnTo>
                    <a:pt x="596900" y="1201089"/>
                  </a:lnTo>
                  <a:lnTo>
                    <a:pt x="596900" y="1238808"/>
                  </a:lnTo>
                  <a:lnTo>
                    <a:pt x="609600" y="1238808"/>
                  </a:lnTo>
                  <a:lnTo>
                    <a:pt x="609600" y="1201089"/>
                  </a:lnTo>
                  <a:close/>
                </a:path>
                <a:path w="2400300" h="1295400">
                  <a:moveTo>
                    <a:pt x="609600" y="899274"/>
                  </a:moveTo>
                  <a:lnTo>
                    <a:pt x="596900" y="899274"/>
                  </a:lnTo>
                  <a:lnTo>
                    <a:pt x="596900" y="936993"/>
                  </a:lnTo>
                  <a:lnTo>
                    <a:pt x="609600" y="936993"/>
                  </a:lnTo>
                  <a:lnTo>
                    <a:pt x="609600" y="899274"/>
                  </a:lnTo>
                  <a:close/>
                </a:path>
                <a:path w="2400300" h="1295400">
                  <a:moveTo>
                    <a:pt x="609600" y="597458"/>
                  </a:moveTo>
                  <a:lnTo>
                    <a:pt x="596900" y="597458"/>
                  </a:lnTo>
                  <a:lnTo>
                    <a:pt x="596900" y="635190"/>
                  </a:lnTo>
                  <a:lnTo>
                    <a:pt x="609600" y="635190"/>
                  </a:lnTo>
                  <a:lnTo>
                    <a:pt x="609600" y="597458"/>
                  </a:lnTo>
                  <a:close/>
                </a:path>
                <a:path w="2400300" h="1295400">
                  <a:moveTo>
                    <a:pt x="609600" y="220192"/>
                  </a:moveTo>
                  <a:lnTo>
                    <a:pt x="596900" y="220192"/>
                  </a:lnTo>
                  <a:lnTo>
                    <a:pt x="596900" y="257924"/>
                  </a:lnTo>
                  <a:lnTo>
                    <a:pt x="609600" y="257924"/>
                  </a:lnTo>
                  <a:lnTo>
                    <a:pt x="609600" y="220192"/>
                  </a:lnTo>
                  <a:close/>
                </a:path>
                <a:path w="2400300" h="1295400">
                  <a:moveTo>
                    <a:pt x="609600" y="144741"/>
                  </a:moveTo>
                  <a:lnTo>
                    <a:pt x="596900" y="144741"/>
                  </a:lnTo>
                  <a:lnTo>
                    <a:pt x="596900" y="182473"/>
                  </a:lnTo>
                  <a:lnTo>
                    <a:pt x="609600" y="182473"/>
                  </a:lnTo>
                  <a:lnTo>
                    <a:pt x="609600" y="144741"/>
                  </a:lnTo>
                  <a:close/>
                </a:path>
                <a:path w="2400300" h="1295400">
                  <a:moveTo>
                    <a:pt x="609600" y="69291"/>
                  </a:moveTo>
                  <a:lnTo>
                    <a:pt x="596900" y="69291"/>
                  </a:lnTo>
                  <a:lnTo>
                    <a:pt x="596900" y="107010"/>
                  </a:lnTo>
                  <a:lnTo>
                    <a:pt x="609600" y="107010"/>
                  </a:lnTo>
                  <a:lnTo>
                    <a:pt x="609600" y="69291"/>
                  </a:lnTo>
                  <a:close/>
                </a:path>
                <a:path w="2400300" h="1295400">
                  <a:moveTo>
                    <a:pt x="609600" y="12700"/>
                  </a:moveTo>
                  <a:lnTo>
                    <a:pt x="596900" y="12700"/>
                  </a:lnTo>
                  <a:lnTo>
                    <a:pt x="596900" y="31559"/>
                  </a:lnTo>
                  <a:lnTo>
                    <a:pt x="609600" y="31559"/>
                  </a:lnTo>
                  <a:lnTo>
                    <a:pt x="609600" y="12700"/>
                  </a:lnTo>
                  <a:close/>
                </a:path>
                <a:path w="2400300" h="1295400">
                  <a:moveTo>
                    <a:pt x="1181100" y="1276540"/>
                  </a:moveTo>
                  <a:lnTo>
                    <a:pt x="1168400" y="1276540"/>
                  </a:lnTo>
                  <a:lnTo>
                    <a:pt x="1168400" y="1295400"/>
                  </a:lnTo>
                  <a:lnTo>
                    <a:pt x="1181100" y="1295400"/>
                  </a:lnTo>
                  <a:lnTo>
                    <a:pt x="1181100" y="1276540"/>
                  </a:lnTo>
                  <a:close/>
                </a:path>
                <a:path w="2400300" h="1295400">
                  <a:moveTo>
                    <a:pt x="1181100" y="1201089"/>
                  </a:moveTo>
                  <a:lnTo>
                    <a:pt x="1168400" y="1201089"/>
                  </a:lnTo>
                  <a:lnTo>
                    <a:pt x="1168400" y="1238808"/>
                  </a:lnTo>
                  <a:lnTo>
                    <a:pt x="1181100" y="1238808"/>
                  </a:lnTo>
                  <a:lnTo>
                    <a:pt x="1181100" y="1201089"/>
                  </a:lnTo>
                  <a:close/>
                </a:path>
                <a:path w="2400300" h="1295400">
                  <a:moveTo>
                    <a:pt x="1181100" y="899274"/>
                  </a:moveTo>
                  <a:lnTo>
                    <a:pt x="1168400" y="899274"/>
                  </a:lnTo>
                  <a:lnTo>
                    <a:pt x="1168400" y="936993"/>
                  </a:lnTo>
                  <a:lnTo>
                    <a:pt x="1181100" y="936993"/>
                  </a:lnTo>
                  <a:lnTo>
                    <a:pt x="1181100" y="899274"/>
                  </a:lnTo>
                  <a:close/>
                </a:path>
                <a:path w="2400300" h="1295400">
                  <a:moveTo>
                    <a:pt x="1181100" y="597458"/>
                  </a:moveTo>
                  <a:lnTo>
                    <a:pt x="1168400" y="597458"/>
                  </a:lnTo>
                  <a:lnTo>
                    <a:pt x="1168400" y="635190"/>
                  </a:lnTo>
                  <a:lnTo>
                    <a:pt x="1181100" y="635190"/>
                  </a:lnTo>
                  <a:lnTo>
                    <a:pt x="1181100" y="597458"/>
                  </a:lnTo>
                  <a:close/>
                </a:path>
                <a:path w="2400300" h="1295400">
                  <a:moveTo>
                    <a:pt x="1181100" y="220192"/>
                  </a:moveTo>
                  <a:lnTo>
                    <a:pt x="1168400" y="220192"/>
                  </a:lnTo>
                  <a:lnTo>
                    <a:pt x="1168400" y="257924"/>
                  </a:lnTo>
                  <a:lnTo>
                    <a:pt x="1181100" y="257924"/>
                  </a:lnTo>
                  <a:lnTo>
                    <a:pt x="1181100" y="220192"/>
                  </a:lnTo>
                  <a:close/>
                </a:path>
                <a:path w="2400300" h="1295400">
                  <a:moveTo>
                    <a:pt x="1181100" y="144741"/>
                  </a:moveTo>
                  <a:lnTo>
                    <a:pt x="1168400" y="144741"/>
                  </a:lnTo>
                  <a:lnTo>
                    <a:pt x="1168400" y="182473"/>
                  </a:lnTo>
                  <a:lnTo>
                    <a:pt x="1181100" y="182473"/>
                  </a:lnTo>
                  <a:lnTo>
                    <a:pt x="1181100" y="144741"/>
                  </a:lnTo>
                  <a:close/>
                </a:path>
                <a:path w="2400300" h="1295400">
                  <a:moveTo>
                    <a:pt x="1181100" y="69291"/>
                  </a:moveTo>
                  <a:lnTo>
                    <a:pt x="1168400" y="69291"/>
                  </a:lnTo>
                  <a:lnTo>
                    <a:pt x="1168400" y="107010"/>
                  </a:lnTo>
                  <a:lnTo>
                    <a:pt x="1181100" y="107010"/>
                  </a:lnTo>
                  <a:lnTo>
                    <a:pt x="1181100" y="69291"/>
                  </a:lnTo>
                  <a:close/>
                </a:path>
                <a:path w="2400300" h="1295400">
                  <a:moveTo>
                    <a:pt x="1181100" y="12700"/>
                  </a:moveTo>
                  <a:lnTo>
                    <a:pt x="1168400" y="12700"/>
                  </a:lnTo>
                  <a:lnTo>
                    <a:pt x="1168400" y="31559"/>
                  </a:lnTo>
                  <a:lnTo>
                    <a:pt x="1181100" y="31559"/>
                  </a:lnTo>
                  <a:lnTo>
                    <a:pt x="1181100" y="12700"/>
                  </a:lnTo>
                  <a:close/>
                </a:path>
                <a:path w="2400300" h="1295400">
                  <a:moveTo>
                    <a:pt x="1739900" y="1276540"/>
                  </a:moveTo>
                  <a:lnTo>
                    <a:pt x="1727200" y="1276540"/>
                  </a:lnTo>
                  <a:lnTo>
                    <a:pt x="1727200" y="1295400"/>
                  </a:lnTo>
                  <a:lnTo>
                    <a:pt x="1739900" y="1295400"/>
                  </a:lnTo>
                  <a:lnTo>
                    <a:pt x="1739900" y="1276540"/>
                  </a:lnTo>
                  <a:close/>
                </a:path>
                <a:path w="2400300" h="1295400">
                  <a:moveTo>
                    <a:pt x="1739900" y="1201089"/>
                  </a:moveTo>
                  <a:lnTo>
                    <a:pt x="1727200" y="1201089"/>
                  </a:lnTo>
                  <a:lnTo>
                    <a:pt x="1727200" y="1238808"/>
                  </a:lnTo>
                  <a:lnTo>
                    <a:pt x="1739900" y="1238808"/>
                  </a:lnTo>
                  <a:lnTo>
                    <a:pt x="1739900" y="1201089"/>
                  </a:lnTo>
                  <a:close/>
                </a:path>
                <a:path w="2400300" h="1295400">
                  <a:moveTo>
                    <a:pt x="1739900" y="899274"/>
                  </a:moveTo>
                  <a:lnTo>
                    <a:pt x="1727200" y="899274"/>
                  </a:lnTo>
                  <a:lnTo>
                    <a:pt x="1727200" y="936993"/>
                  </a:lnTo>
                  <a:lnTo>
                    <a:pt x="1739900" y="936993"/>
                  </a:lnTo>
                  <a:lnTo>
                    <a:pt x="1739900" y="899274"/>
                  </a:lnTo>
                  <a:close/>
                </a:path>
                <a:path w="2400300" h="1295400">
                  <a:moveTo>
                    <a:pt x="1739900" y="597458"/>
                  </a:moveTo>
                  <a:lnTo>
                    <a:pt x="1727200" y="597458"/>
                  </a:lnTo>
                  <a:lnTo>
                    <a:pt x="1727200" y="635190"/>
                  </a:lnTo>
                  <a:lnTo>
                    <a:pt x="1739900" y="635190"/>
                  </a:lnTo>
                  <a:lnTo>
                    <a:pt x="1739900" y="597458"/>
                  </a:lnTo>
                  <a:close/>
                </a:path>
                <a:path w="2400300" h="1295400">
                  <a:moveTo>
                    <a:pt x="1739900" y="220192"/>
                  </a:moveTo>
                  <a:lnTo>
                    <a:pt x="1727200" y="220192"/>
                  </a:lnTo>
                  <a:lnTo>
                    <a:pt x="1727200" y="257924"/>
                  </a:lnTo>
                  <a:lnTo>
                    <a:pt x="1739900" y="257924"/>
                  </a:lnTo>
                  <a:lnTo>
                    <a:pt x="1739900" y="220192"/>
                  </a:lnTo>
                  <a:close/>
                </a:path>
                <a:path w="2400300" h="1295400">
                  <a:moveTo>
                    <a:pt x="1739900" y="144741"/>
                  </a:moveTo>
                  <a:lnTo>
                    <a:pt x="1727200" y="144741"/>
                  </a:lnTo>
                  <a:lnTo>
                    <a:pt x="1727200" y="182473"/>
                  </a:lnTo>
                  <a:lnTo>
                    <a:pt x="1739900" y="182473"/>
                  </a:lnTo>
                  <a:lnTo>
                    <a:pt x="1739900" y="144741"/>
                  </a:lnTo>
                  <a:close/>
                </a:path>
                <a:path w="2400300" h="1295400">
                  <a:moveTo>
                    <a:pt x="1739900" y="69291"/>
                  </a:moveTo>
                  <a:lnTo>
                    <a:pt x="1727200" y="69291"/>
                  </a:lnTo>
                  <a:lnTo>
                    <a:pt x="1727200" y="107010"/>
                  </a:lnTo>
                  <a:lnTo>
                    <a:pt x="1739900" y="107010"/>
                  </a:lnTo>
                  <a:lnTo>
                    <a:pt x="1739900" y="69291"/>
                  </a:lnTo>
                  <a:close/>
                </a:path>
                <a:path w="2400300" h="1295400">
                  <a:moveTo>
                    <a:pt x="1739900" y="12700"/>
                  </a:moveTo>
                  <a:lnTo>
                    <a:pt x="1727200" y="12700"/>
                  </a:lnTo>
                  <a:lnTo>
                    <a:pt x="1727200" y="31559"/>
                  </a:lnTo>
                  <a:lnTo>
                    <a:pt x="1739900" y="31559"/>
                  </a:lnTo>
                  <a:lnTo>
                    <a:pt x="1739900" y="12700"/>
                  </a:lnTo>
                  <a:close/>
                </a:path>
                <a:path w="2400300" h="1295400">
                  <a:moveTo>
                    <a:pt x="2400300" y="209550"/>
                  </a:moveTo>
                  <a:lnTo>
                    <a:pt x="2387600" y="209550"/>
                  </a:lnTo>
                  <a:lnTo>
                    <a:pt x="2387600" y="247650"/>
                  </a:lnTo>
                  <a:lnTo>
                    <a:pt x="2400300" y="247650"/>
                  </a:lnTo>
                  <a:lnTo>
                    <a:pt x="2400300" y="209550"/>
                  </a:lnTo>
                  <a:close/>
                </a:path>
                <a:path w="2400300" h="1295400">
                  <a:moveTo>
                    <a:pt x="2400300" y="133350"/>
                  </a:moveTo>
                  <a:lnTo>
                    <a:pt x="2387600" y="133350"/>
                  </a:lnTo>
                  <a:lnTo>
                    <a:pt x="2387600" y="171450"/>
                  </a:lnTo>
                  <a:lnTo>
                    <a:pt x="2400300" y="171450"/>
                  </a:lnTo>
                  <a:lnTo>
                    <a:pt x="2400300" y="133350"/>
                  </a:lnTo>
                  <a:close/>
                </a:path>
                <a:path w="2400300" h="1295400">
                  <a:moveTo>
                    <a:pt x="2400300" y="57150"/>
                  </a:moveTo>
                  <a:lnTo>
                    <a:pt x="2387600" y="57150"/>
                  </a:lnTo>
                  <a:lnTo>
                    <a:pt x="2387600" y="95250"/>
                  </a:lnTo>
                  <a:lnTo>
                    <a:pt x="2400300" y="95250"/>
                  </a:lnTo>
                  <a:lnTo>
                    <a:pt x="2400300" y="57150"/>
                  </a:lnTo>
                  <a:close/>
                </a:path>
                <a:path w="2400300" h="1295400">
                  <a:moveTo>
                    <a:pt x="2400300" y="0"/>
                  </a:moveTo>
                  <a:lnTo>
                    <a:pt x="2387600" y="0"/>
                  </a:lnTo>
                  <a:lnTo>
                    <a:pt x="2387600" y="19050"/>
                  </a:lnTo>
                  <a:lnTo>
                    <a:pt x="2400300" y="19050"/>
                  </a:lnTo>
                  <a:lnTo>
                    <a:pt x="2400300" y="0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8" name="object 158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9827935" y="1339850"/>
              <a:ext cx="3964295" cy="961123"/>
            </a:xfrm>
            <a:prstGeom prst="rect">
              <a:avLst/>
            </a:prstGeom>
          </p:spPr>
        </p:pic>
        <p:sp>
          <p:nvSpPr>
            <p:cNvPr id="159" name="object 159"/>
            <p:cNvSpPr/>
            <p:nvPr/>
          </p:nvSpPr>
          <p:spPr>
            <a:xfrm>
              <a:off x="13106400" y="1644649"/>
              <a:ext cx="12700" cy="704850"/>
            </a:xfrm>
            <a:custGeom>
              <a:avLst/>
              <a:gdLst/>
              <a:ahLst/>
              <a:cxnLst/>
              <a:rect l="l" t="t" r="r" b="b"/>
              <a:pathLst>
                <a:path w="12700" h="704850">
                  <a:moveTo>
                    <a:pt x="12700" y="685800"/>
                  </a:moveTo>
                  <a:lnTo>
                    <a:pt x="0" y="685800"/>
                  </a:lnTo>
                  <a:lnTo>
                    <a:pt x="0" y="704850"/>
                  </a:lnTo>
                  <a:lnTo>
                    <a:pt x="12700" y="704850"/>
                  </a:lnTo>
                  <a:lnTo>
                    <a:pt x="12700" y="685800"/>
                  </a:lnTo>
                  <a:close/>
                </a:path>
                <a:path w="12700" h="704850">
                  <a:moveTo>
                    <a:pt x="12700" y="609600"/>
                  </a:moveTo>
                  <a:lnTo>
                    <a:pt x="0" y="609600"/>
                  </a:lnTo>
                  <a:lnTo>
                    <a:pt x="0" y="647700"/>
                  </a:lnTo>
                  <a:lnTo>
                    <a:pt x="12700" y="647700"/>
                  </a:lnTo>
                  <a:lnTo>
                    <a:pt x="12700" y="609600"/>
                  </a:lnTo>
                  <a:close/>
                </a:path>
                <a:path w="12700" h="704850">
                  <a:moveTo>
                    <a:pt x="12700" y="304800"/>
                  </a:moveTo>
                  <a:lnTo>
                    <a:pt x="0" y="304800"/>
                  </a:lnTo>
                  <a:lnTo>
                    <a:pt x="0" y="342900"/>
                  </a:lnTo>
                  <a:lnTo>
                    <a:pt x="12700" y="342900"/>
                  </a:lnTo>
                  <a:lnTo>
                    <a:pt x="12700" y="304800"/>
                  </a:lnTo>
                  <a:close/>
                </a:path>
                <a:path w="12700" h="704850">
                  <a:moveTo>
                    <a:pt x="1270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12700" y="38100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000000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0" name="object 160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9911212" y="2666263"/>
              <a:ext cx="1470888" cy="142595"/>
            </a:xfrm>
            <a:prstGeom prst="rect">
              <a:avLst/>
            </a:prstGeom>
          </p:spPr>
        </p:pic>
      </p:grpSp>
      <p:pic>
        <p:nvPicPr>
          <p:cNvPr id="161" name="object 161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609600" y="1981200"/>
            <a:ext cx="1485899" cy="990599"/>
          </a:xfrm>
          <a:prstGeom prst="rect">
            <a:avLst/>
          </a:prstGeom>
        </p:spPr>
      </p:pic>
      <p:pic>
        <p:nvPicPr>
          <p:cNvPr id="162" name="object 162"/>
          <p:cNvPicPr/>
          <p:nvPr/>
        </p:nvPicPr>
        <p:blipFill>
          <a:blip r:embed="rId66" cstate="print"/>
          <a:stretch>
            <a:fillRect/>
          </a:stretch>
        </p:blipFill>
        <p:spPr>
          <a:xfrm>
            <a:off x="3429000" y="787400"/>
            <a:ext cx="2235199" cy="2209800"/>
          </a:xfrm>
          <a:prstGeom prst="rect">
            <a:avLst/>
          </a:prstGeom>
        </p:spPr>
      </p:pic>
      <p:grpSp>
        <p:nvGrpSpPr>
          <p:cNvPr id="163" name="object 163"/>
          <p:cNvGrpSpPr/>
          <p:nvPr/>
        </p:nvGrpSpPr>
        <p:grpSpPr>
          <a:xfrm>
            <a:off x="0" y="0"/>
            <a:ext cx="13970000" cy="718820"/>
            <a:chOff x="0" y="0"/>
            <a:chExt cx="13970000" cy="718820"/>
          </a:xfrm>
        </p:grpSpPr>
        <p:sp>
          <p:nvSpPr>
            <p:cNvPr id="164" name="object 164"/>
            <p:cNvSpPr/>
            <p:nvPr/>
          </p:nvSpPr>
          <p:spPr>
            <a:xfrm>
              <a:off x="0" y="793"/>
              <a:ext cx="13970000" cy="558800"/>
            </a:xfrm>
            <a:custGeom>
              <a:avLst/>
              <a:gdLst/>
              <a:ahLst/>
              <a:cxnLst/>
              <a:rect l="l" t="t" r="r" b="b"/>
              <a:pathLst>
                <a:path w="13970000" h="558800">
                  <a:moveTo>
                    <a:pt x="13970000" y="558800"/>
                  </a:moveTo>
                  <a:lnTo>
                    <a:pt x="0" y="558800"/>
                  </a:lnTo>
                  <a:lnTo>
                    <a:pt x="0" y="0"/>
                  </a:lnTo>
                  <a:lnTo>
                    <a:pt x="13970000" y="0"/>
                  </a:lnTo>
                  <a:lnTo>
                    <a:pt x="13970000" y="558800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5" name="object 165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6223000" y="13493"/>
              <a:ext cx="1119187" cy="690562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6454861" y="98813"/>
              <a:ext cx="615391" cy="388289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95250" y="0"/>
              <a:ext cx="1190625" cy="565817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2633325" y="38868"/>
              <a:ext cx="825500" cy="596798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2658725" y="38868"/>
              <a:ext cx="723899" cy="495198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266825" y="13430"/>
              <a:ext cx="1214437" cy="690562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464479" y="116427"/>
              <a:ext cx="779983" cy="305765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4876800" y="26193"/>
              <a:ext cx="1433449" cy="690562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5006276" y="127629"/>
              <a:ext cx="1139698" cy="337616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3423900" y="13493"/>
              <a:ext cx="482599" cy="482599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2419646" y="14085"/>
              <a:ext cx="1431628" cy="694732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2555505" y="115016"/>
              <a:ext cx="1159459" cy="312254"/>
            </a:xfrm>
            <a:prstGeom prst="rect">
              <a:avLst/>
            </a:prstGeom>
          </p:spPr>
        </p:pic>
        <p:pic>
          <p:nvPicPr>
            <p:cNvPr id="177" name="object 177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8410575" y="13493"/>
              <a:ext cx="1209675" cy="704850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8686077" y="119945"/>
              <a:ext cx="630466" cy="337616"/>
            </a:xfrm>
            <a:prstGeom prst="rect">
              <a:avLst/>
            </a:prstGeom>
          </p:spPr>
        </p:pic>
        <p:pic>
          <p:nvPicPr>
            <p:cNvPr id="179" name="object 179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9502775" y="0"/>
              <a:ext cx="1320800" cy="646112"/>
            </a:xfrm>
            <a:prstGeom prst="rect">
              <a:avLst/>
            </a:prstGeom>
          </p:spPr>
        </p:pic>
        <p:sp>
          <p:nvSpPr>
            <p:cNvPr id="180" name="object 180"/>
            <p:cNvSpPr/>
            <p:nvPr/>
          </p:nvSpPr>
          <p:spPr>
            <a:xfrm>
              <a:off x="9795505" y="223602"/>
              <a:ext cx="703580" cy="152400"/>
            </a:xfrm>
            <a:custGeom>
              <a:avLst/>
              <a:gdLst/>
              <a:ahLst/>
              <a:cxnLst/>
              <a:rect l="l" t="t" r="r" b="b"/>
              <a:pathLst>
                <a:path w="703579" h="152400">
                  <a:moveTo>
                    <a:pt x="70167" y="6489"/>
                  </a:moveTo>
                  <a:lnTo>
                    <a:pt x="39217" y="6489"/>
                  </a:lnTo>
                  <a:lnTo>
                    <a:pt x="0" y="120091"/>
                  </a:lnTo>
                  <a:lnTo>
                    <a:pt x="25730" y="120091"/>
                  </a:lnTo>
                  <a:lnTo>
                    <a:pt x="34158" y="94183"/>
                  </a:lnTo>
                  <a:lnTo>
                    <a:pt x="24129" y="94183"/>
                  </a:lnTo>
                  <a:lnTo>
                    <a:pt x="24129" y="75438"/>
                  </a:lnTo>
                  <a:lnTo>
                    <a:pt x="40256" y="75438"/>
                  </a:lnTo>
                  <a:lnTo>
                    <a:pt x="54241" y="32448"/>
                  </a:lnTo>
                  <a:lnTo>
                    <a:pt x="79117" y="32448"/>
                  </a:lnTo>
                  <a:lnTo>
                    <a:pt x="70167" y="6489"/>
                  </a:lnTo>
                  <a:close/>
                </a:path>
                <a:path w="703579" h="152400">
                  <a:moveTo>
                    <a:pt x="79117" y="32448"/>
                  </a:moveTo>
                  <a:lnTo>
                    <a:pt x="55130" y="32448"/>
                  </a:lnTo>
                  <a:lnTo>
                    <a:pt x="83591" y="120091"/>
                  </a:lnTo>
                  <a:lnTo>
                    <a:pt x="109334" y="120091"/>
                  </a:lnTo>
                  <a:lnTo>
                    <a:pt x="100401" y="94183"/>
                  </a:lnTo>
                  <a:lnTo>
                    <a:pt x="84924" y="94183"/>
                  </a:lnTo>
                  <a:lnTo>
                    <a:pt x="84924" y="75438"/>
                  </a:lnTo>
                  <a:lnTo>
                    <a:pt x="93939" y="75438"/>
                  </a:lnTo>
                  <a:lnTo>
                    <a:pt x="79117" y="32448"/>
                  </a:lnTo>
                  <a:close/>
                </a:path>
                <a:path w="703579" h="152400">
                  <a:moveTo>
                    <a:pt x="40256" y="75438"/>
                  </a:moveTo>
                  <a:lnTo>
                    <a:pt x="24129" y="75438"/>
                  </a:lnTo>
                  <a:lnTo>
                    <a:pt x="24129" y="94183"/>
                  </a:lnTo>
                  <a:lnTo>
                    <a:pt x="34158" y="94183"/>
                  </a:lnTo>
                  <a:lnTo>
                    <a:pt x="40256" y="75438"/>
                  </a:lnTo>
                  <a:close/>
                </a:path>
                <a:path w="703579" h="152400">
                  <a:moveTo>
                    <a:pt x="69090" y="75438"/>
                  </a:moveTo>
                  <a:lnTo>
                    <a:pt x="40256" y="75438"/>
                  </a:lnTo>
                  <a:lnTo>
                    <a:pt x="34158" y="94183"/>
                  </a:lnTo>
                  <a:lnTo>
                    <a:pt x="75178" y="94183"/>
                  </a:lnTo>
                  <a:lnTo>
                    <a:pt x="69090" y="75438"/>
                  </a:lnTo>
                  <a:close/>
                </a:path>
                <a:path w="703579" h="152400">
                  <a:moveTo>
                    <a:pt x="93939" y="75438"/>
                  </a:moveTo>
                  <a:lnTo>
                    <a:pt x="84924" y="75438"/>
                  </a:lnTo>
                  <a:lnTo>
                    <a:pt x="84924" y="94183"/>
                  </a:lnTo>
                  <a:lnTo>
                    <a:pt x="100401" y="94183"/>
                  </a:lnTo>
                  <a:lnTo>
                    <a:pt x="93939" y="75438"/>
                  </a:lnTo>
                  <a:close/>
                </a:path>
                <a:path w="703579" h="152400">
                  <a:moveTo>
                    <a:pt x="142201" y="34886"/>
                  </a:moveTo>
                  <a:lnTo>
                    <a:pt x="118897" y="34886"/>
                  </a:lnTo>
                  <a:lnTo>
                    <a:pt x="118897" y="152044"/>
                  </a:lnTo>
                  <a:lnTo>
                    <a:pt x="142532" y="152044"/>
                  </a:lnTo>
                  <a:lnTo>
                    <a:pt x="142532" y="106438"/>
                  </a:lnTo>
                  <a:lnTo>
                    <a:pt x="195174" y="106438"/>
                  </a:lnTo>
                  <a:lnTo>
                    <a:pt x="196939" y="102666"/>
                  </a:lnTo>
                  <a:lnTo>
                    <a:pt x="156146" y="102666"/>
                  </a:lnTo>
                  <a:lnTo>
                    <a:pt x="152907" y="101638"/>
                  </a:lnTo>
                  <a:lnTo>
                    <a:pt x="142036" y="82550"/>
                  </a:lnTo>
                  <a:lnTo>
                    <a:pt x="142036" y="72428"/>
                  </a:lnTo>
                  <a:lnTo>
                    <a:pt x="142701" y="68237"/>
                  </a:lnTo>
                  <a:lnTo>
                    <a:pt x="142806" y="67830"/>
                  </a:lnTo>
                  <a:lnTo>
                    <a:pt x="145460" y="60769"/>
                  </a:lnTo>
                  <a:lnTo>
                    <a:pt x="145541" y="60553"/>
                  </a:lnTo>
                  <a:lnTo>
                    <a:pt x="156108" y="52578"/>
                  </a:lnTo>
                  <a:lnTo>
                    <a:pt x="196957" y="52578"/>
                  </a:lnTo>
                  <a:lnTo>
                    <a:pt x="195331" y="49199"/>
                  </a:lnTo>
                  <a:lnTo>
                    <a:pt x="142201" y="49199"/>
                  </a:lnTo>
                  <a:lnTo>
                    <a:pt x="142201" y="34886"/>
                  </a:lnTo>
                  <a:close/>
                </a:path>
                <a:path w="703579" h="152400">
                  <a:moveTo>
                    <a:pt x="195174" y="106438"/>
                  </a:moveTo>
                  <a:lnTo>
                    <a:pt x="143255" y="106438"/>
                  </a:lnTo>
                  <a:lnTo>
                    <a:pt x="144322" y="108813"/>
                  </a:lnTo>
                  <a:lnTo>
                    <a:pt x="162852" y="121475"/>
                  </a:lnTo>
                  <a:lnTo>
                    <a:pt x="173913" y="121475"/>
                  </a:lnTo>
                  <a:lnTo>
                    <a:pt x="179755" y="119811"/>
                  </a:lnTo>
                  <a:lnTo>
                    <a:pt x="190220" y="113118"/>
                  </a:lnTo>
                  <a:lnTo>
                    <a:pt x="194360" y="108178"/>
                  </a:lnTo>
                  <a:lnTo>
                    <a:pt x="195174" y="106438"/>
                  </a:lnTo>
                  <a:close/>
                </a:path>
                <a:path w="703579" h="152400">
                  <a:moveTo>
                    <a:pt x="196957" y="52578"/>
                  </a:moveTo>
                  <a:lnTo>
                    <a:pt x="163829" y="52578"/>
                  </a:lnTo>
                  <a:lnTo>
                    <a:pt x="167106" y="53632"/>
                  </a:lnTo>
                  <a:lnTo>
                    <a:pt x="172427" y="57848"/>
                  </a:lnTo>
                  <a:lnTo>
                    <a:pt x="174447" y="60769"/>
                  </a:lnTo>
                  <a:lnTo>
                    <a:pt x="177029" y="67830"/>
                  </a:lnTo>
                  <a:lnTo>
                    <a:pt x="177098" y="68021"/>
                  </a:lnTo>
                  <a:lnTo>
                    <a:pt x="177177" y="68237"/>
                  </a:lnTo>
                  <a:lnTo>
                    <a:pt x="177841" y="72428"/>
                  </a:lnTo>
                  <a:lnTo>
                    <a:pt x="177847" y="82550"/>
                  </a:lnTo>
                  <a:lnTo>
                    <a:pt x="177164" y="86829"/>
                  </a:lnTo>
                  <a:lnTo>
                    <a:pt x="163791" y="102666"/>
                  </a:lnTo>
                  <a:lnTo>
                    <a:pt x="196939" y="102666"/>
                  </a:lnTo>
                  <a:lnTo>
                    <a:pt x="200469" y="95123"/>
                  </a:lnTo>
                  <a:lnTo>
                    <a:pt x="201993" y="87109"/>
                  </a:lnTo>
                  <a:lnTo>
                    <a:pt x="201993" y="67830"/>
                  </a:lnTo>
                  <a:lnTo>
                    <a:pt x="200431" y="59715"/>
                  </a:lnTo>
                  <a:lnTo>
                    <a:pt x="196957" y="52578"/>
                  </a:lnTo>
                  <a:close/>
                </a:path>
                <a:path w="703579" h="152400">
                  <a:moveTo>
                    <a:pt x="173710" y="33782"/>
                  </a:moveTo>
                  <a:lnTo>
                    <a:pt x="162725" y="33782"/>
                  </a:lnTo>
                  <a:lnTo>
                    <a:pt x="158724" y="34594"/>
                  </a:lnTo>
                  <a:lnTo>
                    <a:pt x="143255" y="49199"/>
                  </a:lnTo>
                  <a:lnTo>
                    <a:pt x="195331" y="49199"/>
                  </a:lnTo>
                  <a:lnTo>
                    <a:pt x="173710" y="33782"/>
                  </a:lnTo>
                  <a:close/>
                </a:path>
                <a:path w="703579" h="152400">
                  <a:moveTo>
                    <a:pt x="237388" y="34886"/>
                  </a:moveTo>
                  <a:lnTo>
                    <a:pt x="214096" y="34886"/>
                  </a:lnTo>
                  <a:lnTo>
                    <a:pt x="214096" y="152044"/>
                  </a:lnTo>
                  <a:lnTo>
                    <a:pt x="237718" y="152044"/>
                  </a:lnTo>
                  <a:lnTo>
                    <a:pt x="237718" y="106438"/>
                  </a:lnTo>
                  <a:lnTo>
                    <a:pt x="290361" y="106438"/>
                  </a:lnTo>
                  <a:lnTo>
                    <a:pt x="292126" y="102666"/>
                  </a:lnTo>
                  <a:lnTo>
                    <a:pt x="251332" y="102666"/>
                  </a:lnTo>
                  <a:lnTo>
                    <a:pt x="248094" y="101638"/>
                  </a:lnTo>
                  <a:lnTo>
                    <a:pt x="237223" y="82550"/>
                  </a:lnTo>
                  <a:lnTo>
                    <a:pt x="237223" y="72428"/>
                  </a:lnTo>
                  <a:lnTo>
                    <a:pt x="242624" y="57848"/>
                  </a:lnTo>
                  <a:lnTo>
                    <a:pt x="242747" y="57670"/>
                  </a:lnTo>
                  <a:lnTo>
                    <a:pt x="247994" y="53632"/>
                  </a:lnTo>
                  <a:lnTo>
                    <a:pt x="249140" y="53251"/>
                  </a:lnTo>
                  <a:lnTo>
                    <a:pt x="251294" y="52578"/>
                  </a:lnTo>
                  <a:lnTo>
                    <a:pt x="292144" y="52578"/>
                  </a:lnTo>
                  <a:lnTo>
                    <a:pt x="290517" y="49199"/>
                  </a:lnTo>
                  <a:lnTo>
                    <a:pt x="237388" y="49199"/>
                  </a:lnTo>
                  <a:lnTo>
                    <a:pt x="237388" y="34886"/>
                  </a:lnTo>
                  <a:close/>
                </a:path>
                <a:path w="703579" h="152400">
                  <a:moveTo>
                    <a:pt x="290361" y="106438"/>
                  </a:moveTo>
                  <a:lnTo>
                    <a:pt x="238442" y="106438"/>
                  </a:lnTo>
                  <a:lnTo>
                    <a:pt x="239521" y="108813"/>
                  </a:lnTo>
                  <a:lnTo>
                    <a:pt x="258038" y="121475"/>
                  </a:lnTo>
                  <a:lnTo>
                    <a:pt x="269100" y="121475"/>
                  </a:lnTo>
                  <a:lnTo>
                    <a:pt x="274942" y="119811"/>
                  </a:lnTo>
                  <a:lnTo>
                    <a:pt x="285407" y="113118"/>
                  </a:lnTo>
                  <a:lnTo>
                    <a:pt x="289547" y="108178"/>
                  </a:lnTo>
                  <a:lnTo>
                    <a:pt x="290361" y="106438"/>
                  </a:lnTo>
                  <a:close/>
                </a:path>
                <a:path w="703579" h="152400">
                  <a:moveTo>
                    <a:pt x="292144" y="52578"/>
                  </a:moveTo>
                  <a:lnTo>
                    <a:pt x="259029" y="52578"/>
                  </a:lnTo>
                  <a:lnTo>
                    <a:pt x="262293" y="53632"/>
                  </a:lnTo>
                  <a:lnTo>
                    <a:pt x="267627" y="57848"/>
                  </a:lnTo>
                  <a:lnTo>
                    <a:pt x="269633" y="60769"/>
                  </a:lnTo>
                  <a:lnTo>
                    <a:pt x="272227" y="67830"/>
                  </a:lnTo>
                  <a:lnTo>
                    <a:pt x="272297" y="68021"/>
                  </a:lnTo>
                  <a:lnTo>
                    <a:pt x="272376" y="68237"/>
                  </a:lnTo>
                  <a:lnTo>
                    <a:pt x="273040" y="72428"/>
                  </a:lnTo>
                  <a:lnTo>
                    <a:pt x="273046" y="82550"/>
                  </a:lnTo>
                  <a:lnTo>
                    <a:pt x="272351" y="86829"/>
                  </a:lnTo>
                  <a:lnTo>
                    <a:pt x="258991" y="102666"/>
                  </a:lnTo>
                  <a:lnTo>
                    <a:pt x="292126" y="102666"/>
                  </a:lnTo>
                  <a:lnTo>
                    <a:pt x="295655" y="95123"/>
                  </a:lnTo>
                  <a:lnTo>
                    <a:pt x="297192" y="87109"/>
                  </a:lnTo>
                  <a:lnTo>
                    <a:pt x="297192" y="67830"/>
                  </a:lnTo>
                  <a:lnTo>
                    <a:pt x="295617" y="59715"/>
                  </a:lnTo>
                  <a:lnTo>
                    <a:pt x="292144" y="52578"/>
                  </a:lnTo>
                  <a:close/>
                </a:path>
                <a:path w="703579" h="152400">
                  <a:moveTo>
                    <a:pt x="268897" y="33782"/>
                  </a:moveTo>
                  <a:lnTo>
                    <a:pt x="257911" y="33782"/>
                  </a:lnTo>
                  <a:lnTo>
                    <a:pt x="253923" y="34594"/>
                  </a:lnTo>
                  <a:lnTo>
                    <a:pt x="247522" y="37807"/>
                  </a:lnTo>
                  <a:lnTo>
                    <a:pt x="244932" y="39801"/>
                  </a:lnTo>
                  <a:lnTo>
                    <a:pt x="240982" y="44577"/>
                  </a:lnTo>
                  <a:lnTo>
                    <a:pt x="239590" y="46736"/>
                  </a:lnTo>
                  <a:lnTo>
                    <a:pt x="239483" y="46901"/>
                  </a:lnTo>
                  <a:lnTo>
                    <a:pt x="238442" y="49199"/>
                  </a:lnTo>
                  <a:lnTo>
                    <a:pt x="290517" y="49199"/>
                  </a:lnTo>
                  <a:lnTo>
                    <a:pt x="289410" y="46901"/>
                  </a:lnTo>
                  <a:lnTo>
                    <a:pt x="289331" y="46736"/>
                  </a:lnTo>
                  <a:lnTo>
                    <a:pt x="285127" y="41871"/>
                  </a:lnTo>
                  <a:lnTo>
                    <a:pt x="274624" y="35407"/>
                  </a:lnTo>
                  <a:lnTo>
                    <a:pt x="268897" y="33782"/>
                  </a:lnTo>
                  <a:close/>
                </a:path>
                <a:path w="703579" h="152400">
                  <a:moveTo>
                    <a:pt x="352793" y="33782"/>
                  </a:moveTo>
                  <a:lnTo>
                    <a:pt x="338810" y="33782"/>
                  </a:lnTo>
                  <a:lnTo>
                    <a:pt x="331520" y="35623"/>
                  </a:lnTo>
                  <a:lnTo>
                    <a:pt x="305891" y="68884"/>
                  </a:lnTo>
                  <a:lnTo>
                    <a:pt x="305841" y="86868"/>
                  </a:lnTo>
                  <a:lnTo>
                    <a:pt x="307454" y="94246"/>
                  </a:lnTo>
                  <a:lnTo>
                    <a:pt x="307543" y="94653"/>
                  </a:lnTo>
                  <a:lnTo>
                    <a:pt x="339343" y="121754"/>
                  </a:lnTo>
                  <a:lnTo>
                    <a:pt x="355142" y="121754"/>
                  </a:lnTo>
                  <a:lnTo>
                    <a:pt x="384035" y="104114"/>
                  </a:lnTo>
                  <a:lnTo>
                    <a:pt x="344538" y="104114"/>
                  </a:lnTo>
                  <a:lnTo>
                    <a:pt x="341121" y="103289"/>
                  </a:lnTo>
                  <a:lnTo>
                    <a:pt x="329196" y="87807"/>
                  </a:lnTo>
                  <a:lnTo>
                    <a:pt x="329204" y="83540"/>
                  </a:lnTo>
                  <a:lnTo>
                    <a:pt x="315277" y="83540"/>
                  </a:lnTo>
                  <a:lnTo>
                    <a:pt x="315277" y="68884"/>
                  </a:lnTo>
                  <a:lnTo>
                    <a:pt x="329230" y="68884"/>
                  </a:lnTo>
                  <a:lnTo>
                    <a:pt x="329234" y="66306"/>
                  </a:lnTo>
                  <a:lnTo>
                    <a:pt x="329963" y="63474"/>
                  </a:lnTo>
                  <a:lnTo>
                    <a:pt x="330022" y="63246"/>
                  </a:lnTo>
                  <a:lnTo>
                    <a:pt x="331584" y="60515"/>
                  </a:lnTo>
                  <a:lnTo>
                    <a:pt x="333133" y="57734"/>
                  </a:lnTo>
                  <a:lnTo>
                    <a:pt x="335279" y="55537"/>
                  </a:lnTo>
                  <a:lnTo>
                    <a:pt x="340791" y="52247"/>
                  </a:lnTo>
                  <a:lnTo>
                    <a:pt x="343966" y="51422"/>
                  </a:lnTo>
                  <a:lnTo>
                    <a:pt x="381363" y="51422"/>
                  </a:lnTo>
                  <a:lnTo>
                    <a:pt x="379325" y="48183"/>
                  </a:lnTo>
                  <a:lnTo>
                    <a:pt x="371995" y="40944"/>
                  </a:lnTo>
                  <a:lnTo>
                    <a:pt x="367753" y="38265"/>
                  </a:lnTo>
                  <a:lnTo>
                    <a:pt x="362864" y="36499"/>
                  </a:lnTo>
                  <a:lnTo>
                    <a:pt x="358025" y="34683"/>
                  </a:lnTo>
                  <a:lnTo>
                    <a:pt x="352793" y="33782"/>
                  </a:lnTo>
                  <a:close/>
                </a:path>
                <a:path w="703579" h="152400">
                  <a:moveTo>
                    <a:pt x="364858" y="94246"/>
                  </a:moveTo>
                  <a:lnTo>
                    <a:pt x="351129" y="104114"/>
                  </a:lnTo>
                  <a:lnTo>
                    <a:pt x="384035" y="104114"/>
                  </a:lnTo>
                  <a:lnTo>
                    <a:pt x="385503" y="101155"/>
                  </a:lnTo>
                  <a:lnTo>
                    <a:pt x="385610" y="100939"/>
                  </a:lnTo>
                  <a:lnTo>
                    <a:pt x="386714" y="95681"/>
                  </a:lnTo>
                  <a:lnTo>
                    <a:pt x="364858" y="94246"/>
                  </a:lnTo>
                  <a:close/>
                </a:path>
                <a:path w="703579" h="152400">
                  <a:moveTo>
                    <a:pt x="329230" y="68884"/>
                  </a:moveTo>
                  <a:lnTo>
                    <a:pt x="315277" y="68884"/>
                  </a:lnTo>
                  <a:lnTo>
                    <a:pt x="315277" y="83540"/>
                  </a:lnTo>
                  <a:lnTo>
                    <a:pt x="329204" y="83540"/>
                  </a:lnTo>
                  <a:lnTo>
                    <a:pt x="329230" y="68884"/>
                  </a:lnTo>
                  <a:close/>
                </a:path>
                <a:path w="703579" h="152400">
                  <a:moveTo>
                    <a:pt x="381363" y="51422"/>
                  </a:moveTo>
                  <a:lnTo>
                    <a:pt x="351002" y="51422"/>
                  </a:lnTo>
                  <a:lnTo>
                    <a:pt x="354318" y="52247"/>
                  </a:lnTo>
                  <a:lnTo>
                    <a:pt x="354142" y="52247"/>
                  </a:lnTo>
                  <a:lnTo>
                    <a:pt x="356603" y="53695"/>
                  </a:lnTo>
                  <a:lnTo>
                    <a:pt x="359219" y="55168"/>
                  </a:lnTo>
                  <a:lnTo>
                    <a:pt x="361276" y="57226"/>
                  </a:lnTo>
                  <a:lnTo>
                    <a:pt x="364235" y="62471"/>
                  </a:lnTo>
                  <a:lnTo>
                    <a:pt x="364972" y="65493"/>
                  </a:lnTo>
                  <a:lnTo>
                    <a:pt x="364972" y="68884"/>
                  </a:lnTo>
                  <a:lnTo>
                    <a:pt x="329230" y="68884"/>
                  </a:lnTo>
                  <a:lnTo>
                    <a:pt x="329204" y="83540"/>
                  </a:lnTo>
                  <a:lnTo>
                    <a:pt x="387222" y="83540"/>
                  </a:lnTo>
                  <a:lnTo>
                    <a:pt x="387112" y="69113"/>
                  </a:lnTo>
                  <a:lnTo>
                    <a:pt x="386206" y="63474"/>
                  </a:lnTo>
                  <a:lnTo>
                    <a:pt x="382130" y="52641"/>
                  </a:lnTo>
                  <a:lnTo>
                    <a:pt x="381363" y="51422"/>
                  </a:lnTo>
                  <a:close/>
                </a:path>
                <a:path w="703579" h="152400">
                  <a:moveTo>
                    <a:pt x="421500" y="34886"/>
                  </a:moveTo>
                  <a:lnTo>
                    <a:pt x="398983" y="34886"/>
                  </a:lnTo>
                  <a:lnTo>
                    <a:pt x="398983" y="120091"/>
                  </a:lnTo>
                  <a:lnTo>
                    <a:pt x="422605" y="120091"/>
                  </a:lnTo>
                  <a:lnTo>
                    <a:pt x="422643" y="67170"/>
                  </a:lnTo>
                  <a:lnTo>
                    <a:pt x="423329" y="64046"/>
                  </a:lnTo>
                  <a:lnTo>
                    <a:pt x="426034" y="58826"/>
                  </a:lnTo>
                  <a:lnTo>
                    <a:pt x="427913" y="56832"/>
                  </a:lnTo>
                  <a:lnTo>
                    <a:pt x="432765" y="54102"/>
                  </a:lnTo>
                  <a:lnTo>
                    <a:pt x="435104" y="53530"/>
                  </a:lnTo>
                  <a:lnTo>
                    <a:pt x="476313" y="53530"/>
                  </a:lnTo>
                  <a:lnTo>
                    <a:pt x="474462" y="49923"/>
                  </a:lnTo>
                  <a:lnTo>
                    <a:pt x="421500" y="49923"/>
                  </a:lnTo>
                  <a:lnTo>
                    <a:pt x="421500" y="34886"/>
                  </a:lnTo>
                  <a:close/>
                </a:path>
                <a:path w="703579" h="152400">
                  <a:moveTo>
                    <a:pt x="476313" y="53530"/>
                  </a:moveTo>
                  <a:lnTo>
                    <a:pt x="443772" y="53530"/>
                  </a:lnTo>
                  <a:lnTo>
                    <a:pt x="447205" y="54889"/>
                  </a:lnTo>
                  <a:lnTo>
                    <a:pt x="449897" y="57848"/>
                  </a:lnTo>
                  <a:lnTo>
                    <a:pt x="452602" y="60769"/>
                  </a:lnTo>
                  <a:lnTo>
                    <a:pt x="453936" y="64846"/>
                  </a:lnTo>
                  <a:lnTo>
                    <a:pt x="453897" y="120091"/>
                  </a:lnTo>
                  <a:lnTo>
                    <a:pt x="477532" y="120091"/>
                  </a:lnTo>
                  <a:lnTo>
                    <a:pt x="477448" y="58826"/>
                  </a:lnTo>
                  <a:lnTo>
                    <a:pt x="476435" y="54102"/>
                  </a:lnTo>
                  <a:lnTo>
                    <a:pt x="476313" y="53530"/>
                  </a:lnTo>
                  <a:close/>
                </a:path>
                <a:path w="703579" h="152400">
                  <a:moveTo>
                    <a:pt x="454050" y="33782"/>
                  </a:moveTo>
                  <a:lnTo>
                    <a:pt x="441807" y="33782"/>
                  </a:lnTo>
                  <a:lnTo>
                    <a:pt x="436422" y="35242"/>
                  </a:lnTo>
                  <a:lnTo>
                    <a:pt x="431990" y="38163"/>
                  </a:lnTo>
                  <a:lnTo>
                    <a:pt x="427545" y="41046"/>
                  </a:lnTo>
                  <a:lnTo>
                    <a:pt x="424383" y="44958"/>
                  </a:lnTo>
                  <a:lnTo>
                    <a:pt x="422503" y="49923"/>
                  </a:lnTo>
                  <a:lnTo>
                    <a:pt x="474462" y="49923"/>
                  </a:lnTo>
                  <a:lnTo>
                    <a:pt x="471423" y="43942"/>
                  </a:lnTo>
                  <a:lnTo>
                    <a:pt x="468007" y="40246"/>
                  </a:lnTo>
                  <a:lnTo>
                    <a:pt x="459206" y="35064"/>
                  </a:lnTo>
                  <a:lnTo>
                    <a:pt x="454050" y="33782"/>
                  </a:lnTo>
                  <a:close/>
                </a:path>
                <a:path w="703579" h="152400">
                  <a:moveTo>
                    <a:pt x="528599" y="33782"/>
                  </a:moveTo>
                  <a:lnTo>
                    <a:pt x="517588" y="33782"/>
                  </a:lnTo>
                  <a:lnTo>
                    <a:pt x="511835" y="35407"/>
                  </a:lnTo>
                  <a:lnTo>
                    <a:pt x="501370" y="41871"/>
                  </a:lnTo>
                  <a:lnTo>
                    <a:pt x="497192" y="46736"/>
                  </a:lnTo>
                  <a:lnTo>
                    <a:pt x="490905" y="59715"/>
                  </a:lnTo>
                  <a:lnTo>
                    <a:pt x="489330" y="67830"/>
                  </a:lnTo>
                  <a:lnTo>
                    <a:pt x="489330" y="87109"/>
                  </a:lnTo>
                  <a:lnTo>
                    <a:pt x="490727" y="94513"/>
                  </a:lnTo>
                  <a:lnTo>
                    <a:pt x="490842" y="95123"/>
                  </a:lnTo>
                  <a:lnTo>
                    <a:pt x="517423" y="121475"/>
                  </a:lnTo>
                  <a:lnTo>
                    <a:pt x="528472" y="121475"/>
                  </a:lnTo>
                  <a:lnTo>
                    <a:pt x="532358" y="120726"/>
                  </a:lnTo>
                  <a:lnTo>
                    <a:pt x="535533" y="119202"/>
                  </a:lnTo>
                  <a:lnTo>
                    <a:pt x="538759" y="117690"/>
                  </a:lnTo>
                  <a:lnTo>
                    <a:pt x="541362" y="115785"/>
                  </a:lnTo>
                  <a:lnTo>
                    <a:pt x="545388" y="111163"/>
                  </a:lnTo>
                  <a:lnTo>
                    <a:pt x="546963" y="108813"/>
                  </a:lnTo>
                  <a:lnTo>
                    <a:pt x="548081" y="106438"/>
                  </a:lnTo>
                  <a:lnTo>
                    <a:pt x="572376" y="106438"/>
                  </a:lnTo>
                  <a:lnTo>
                    <a:pt x="572376" y="102666"/>
                  </a:lnTo>
                  <a:lnTo>
                    <a:pt x="527494" y="102666"/>
                  </a:lnTo>
                  <a:lnTo>
                    <a:pt x="524415" y="101676"/>
                  </a:lnTo>
                  <a:lnTo>
                    <a:pt x="513476" y="82550"/>
                  </a:lnTo>
                  <a:lnTo>
                    <a:pt x="513483" y="72428"/>
                  </a:lnTo>
                  <a:lnTo>
                    <a:pt x="527494" y="52578"/>
                  </a:lnTo>
                  <a:lnTo>
                    <a:pt x="572376" y="52578"/>
                  </a:lnTo>
                  <a:lnTo>
                    <a:pt x="572376" y="49199"/>
                  </a:lnTo>
                  <a:lnTo>
                    <a:pt x="548081" y="49199"/>
                  </a:lnTo>
                  <a:lnTo>
                    <a:pt x="547039" y="46901"/>
                  </a:lnTo>
                  <a:lnTo>
                    <a:pt x="545528" y="44577"/>
                  </a:lnTo>
                  <a:lnTo>
                    <a:pt x="543521" y="42202"/>
                  </a:lnTo>
                  <a:lnTo>
                    <a:pt x="541566" y="39801"/>
                  </a:lnTo>
                  <a:lnTo>
                    <a:pt x="538975" y="37807"/>
                  </a:lnTo>
                  <a:lnTo>
                    <a:pt x="535762" y="36220"/>
                  </a:lnTo>
                  <a:lnTo>
                    <a:pt x="532574" y="34594"/>
                  </a:lnTo>
                  <a:lnTo>
                    <a:pt x="528599" y="33782"/>
                  </a:lnTo>
                  <a:close/>
                </a:path>
                <a:path w="703579" h="152400">
                  <a:moveTo>
                    <a:pt x="572376" y="106438"/>
                  </a:moveTo>
                  <a:lnTo>
                    <a:pt x="549071" y="106438"/>
                  </a:lnTo>
                  <a:lnTo>
                    <a:pt x="549071" y="120091"/>
                  </a:lnTo>
                  <a:lnTo>
                    <a:pt x="572376" y="120091"/>
                  </a:lnTo>
                  <a:lnTo>
                    <a:pt x="572376" y="106438"/>
                  </a:lnTo>
                  <a:close/>
                </a:path>
                <a:path w="703579" h="152400">
                  <a:moveTo>
                    <a:pt x="572376" y="52578"/>
                  </a:moveTo>
                  <a:lnTo>
                    <a:pt x="535190" y="52578"/>
                  </a:lnTo>
                  <a:lnTo>
                    <a:pt x="538478" y="53632"/>
                  </a:lnTo>
                  <a:lnTo>
                    <a:pt x="543750" y="57670"/>
                  </a:lnTo>
                  <a:lnTo>
                    <a:pt x="545782" y="60553"/>
                  </a:lnTo>
                  <a:lnTo>
                    <a:pt x="548517" y="67830"/>
                  </a:lnTo>
                  <a:lnTo>
                    <a:pt x="548624" y="68237"/>
                  </a:lnTo>
                  <a:lnTo>
                    <a:pt x="549300" y="72428"/>
                  </a:lnTo>
                  <a:lnTo>
                    <a:pt x="549300" y="82550"/>
                  </a:lnTo>
                  <a:lnTo>
                    <a:pt x="548599" y="86829"/>
                  </a:lnTo>
                  <a:lnTo>
                    <a:pt x="548522" y="87109"/>
                  </a:lnTo>
                  <a:lnTo>
                    <a:pt x="547128" y="90741"/>
                  </a:lnTo>
                  <a:lnTo>
                    <a:pt x="545731" y="94513"/>
                  </a:lnTo>
                  <a:lnTo>
                    <a:pt x="543699" y="97459"/>
                  </a:lnTo>
                  <a:lnTo>
                    <a:pt x="541091" y="99517"/>
                  </a:lnTo>
                  <a:lnTo>
                    <a:pt x="538284" y="101676"/>
                  </a:lnTo>
                  <a:lnTo>
                    <a:pt x="535190" y="102666"/>
                  </a:lnTo>
                  <a:lnTo>
                    <a:pt x="572376" y="102666"/>
                  </a:lnTo>
                  <a:lnTo>
                    <a:pt x="572376" y="52578"/>
                  </a:lnTo>
                  <a:close/>
                </a:path>
                <a:path w="703579" h="152400">
                  <a:moveTo>
                    <a:pt x="572376" y="6489"/>
                  </a:moveTo>
                  <a:lnTo>
                    <a:pt x="548792" y="6489"/>
                  </a:lnTo>
                  <a:lnTo>
                    <a:pt x="548792" y="49199"/>
                  </a:lnTo>
                  <a:lnTo>
                    <a:pt x="572376" y="49199"/>
                  </a:lnTo>
                  <a:lnTo>
                    <a:pt x="572376" y="6489"/>
                  </a:lnTo>
                  <a:close/>
                </a:path>
                <a:path w="703579" h="152400">
                  <a:moveTo>
                    <a:pt x="611771" y="34886"/>
                  </a:moveTo>
                  <a:lnTo>
                    <a:pt x="588136" y="34886"/>
                  </a:lnTo>
                  <a:lnTo>
                    <a:pt x="588136" y="120091"/>
                  </a:lnTo>
                  <a:lnTo>
                    <a:pt x="611771" y="120091"/>
                  </a:lnTo>
                  <a:lnTo>
                    <a:pt x="611771" y="34886"/>
                  </a:lnTo>
                  <a:close/>
                </a:path>
                <a:path w="703579" h="152400">
                  <a:moveTo>
                    <a:pt x="603529" y="0"/>
                  </a:moveTo>
                  <a:lnTo>
                    <a:pt x="596493" y="0"/>
                  </a:lnTo>
                  <a:lnTo>
                    <a:pt x="593483" y="1181"/>
                  </a:lnTo>
                  <a:lnTo>
                    <a:pt x="588492" y="5867"/>
                  </a:lnTo>
                  <a:lnTo>
                    <a:pt x="587247" y="8661"/>
                  </a:lnTo>
                  <a:lnTo>
                    <a:pt x="587247" y="15214"/>
                  </a:lnTo>
                  <a:lnTo>
                    <a:pt x="588492" y="18046"/>
                  </a:lnTo>
                  <a:lnTo>
                    <a:pt x="590969" y="20408"/>
                  </a:lnTo>
                  <a:lnTo>
                    <a:pt x="593483" y="22733"/>
                  </a:lnTo>
                  <a:lnTo>
                    <a:pt x="596493" y="23901"/>
                  </a:lnTo>
                  <a:lnTo>
                    <a:pt x="603529" y="23901"/>
                  </a:lnTo>
                  <a:lnTo>
                    <a:pt x="606526" y="22733"/>
                  </a:lnTo>
                  <a:lnTo>
                    <a:pt x="611517" y="18046"/>
                  </a:lnTo>
                  <a:lnTo>
                    <a:pt x="612774" y="15214"/>
                  </a:lnTo>
                  <a:lnTo>
                    <a:pt x="612774" y="8661"/>
                  </a:lnTo>
                  <a:lnTo>
                    <a:pt x="611517" y="5867"/>
                  </a:lnTo>
                  <a:lnTo>
                    <a:pt x="609003" y="3543"/>
                  </a:lnTo>
                  <a:lnTo>
                    <a:pt x="606526" y="1181"/>
                  </a:lnTo>
                  <a:lnTo>
                    <a:pt x="603529" y="0"/>
                  </a:lnTo>
                  <a:close/>
                </a:path>
                <a:path w="703579" h="152400">
                  <a:moveTo>
                    <a:pt x="646785" y="34886"/>
                  </a:moveTo>
                  <a:lnTo>
                    <a:pt x="622376" y="34886"/>
                  </a:lnTo>
                  <a:lnTo>
                    <a:pt x="646785" y="77482"/>
                  </a:lnTo>
                  <a:lnTo>
                    <a:pt x="621487" y="120091"/>
                  </a:lnTo>
                  <a:lnTo>
                    <a:pt x="645896" y="120091"/>
                  </a:lnTo>
                  <a:lnTo>
                    <a:pt x="662432" y="90639"/>
                  </a:lnTo>
                  <a:lnTo>
                    <a:pt x="685846" y="90639"/>
                  </a:lnTo>
                  <a:lnTo>
                    <a:pt x="678014" y="77482"/>
                  </a:lnTo>
                  <a:lnTo>
                    <a:pt x="685442" y="64668"/>
                  </a:lnTo>
                  <a:lnTo>
                    <a:pt x="662432" y="64668"/>
                  </a:lnTo>
                  <a:lnTo>
                    <a:pt x="646785" y="34886"/>
                  </a:lnTo>
                  <a:close/>
                </a:path>
                <a:path w="703579" h="152400">
                  <a:moveTo>
                    <a:pt x="685846" y="90639"/>
                  </a:moveTo>
                  <a:lnTo>
                    <a:pt x="662432" y="90639"/>
                  </a:lnTo>
                  <a:lnTo>
                    <a:pt x="679234" y="120091"/>
                  </a:lnTo>
                  <a:lnTo>
                    <a:pt x="703376" y="120091"/>
                  </a:lnTo>
                  <a:lnTo>
                    <a:pt x="685846" y="90639"/>
                  </a:lnTo>
                  <a:close/>
                </a:path>
                <a:path w="703579" h="152400">
                  <a:moveTo>
                    <a:pt x="702703" y="34886"/>
                  </a:moveTo>
                  <a:lnTo>
                    <a:pt x="678459" y="34886"/>
                  </a:lnTo>
                  <a:lnTo>
                    <a:pt x="662432" y="64668"/>
                  </a:lnTo>
                  <a:lnTo>
                    <a:pt x="685442" y="64668"/>
                  </a:lnTo>
                  <a:lnTo>
                    <a:pt x="702703" y="348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1" name="object 181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3759200" y="13493"/>
              <a:ext cx="1246628" cy="701237"/>
            </a:xfrm>
            <a:prstGeom prst="rect">
              <a:avLst/>
            </a:prstGeom>
          </p:spPr>
        </p:pic>
        <p:pic>
          <p:nvPicPr>
            <p:cNvPr id="182" name="object 182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3903257" y="114812"/>
              <a:ext cx="901738" cy="312254"/>
            </a:xfrm>
            <a:prstGeom prst="rect">
              <a:avLst/>
            </a:prstGeom>
          </p:spPr>
        </p:pic>
        <p:pic>
          <p:nvPicPr>
            <p:cNvPr id="183" name="object 183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7264400" y="14287"/>
              <a:ext cx="1219199" cy="695325"/>
            </a:xfrm>
            <a:prstGeom prst="rect">
              <a:avLst/>
            </a:prstGeom>
          </p:spPr>
        </p:pic>
        <p:pic>
          <p:nvPicPr>
            <p:cNvPr id="184" name="object 184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7342658" y="132143"/>
              <a:ext cx="1036789" cy="293585"/>
            </a:xfrm>
            <a:prstGeom prst="rect">
              <a:avLst/>
            </a:prstGeom>
          </p:spPr>
        </p:pic>
      </p:grpSp>
      <p:pic>
        <p:nvPicPr>
          <p:cNvPr id="185" name="object 185"/>
          <p:cNvPicPr/>
          <p:nvPr/>
        </p:nvPicPr>
        <p:blipFill>
          <a:blip r:embed="rId86" cstate="print"/>
          <a:stretch>
            <a:fillRect/>
          </a:stretch>
        </p:blipFill>
        <p:spPr>
          <a:xfrm>
            <a:off x="10795000" y="6096000"/>
            <a:ext cx="203200" cy="1079500"/>
          </a:xfrm>
          <a:prstGeom prst="rect">
            <a:avLst/>
          </a:prstGeom>
        </p:spPr>
      </p:pic>
      <p:grpSp>
        <p:nvGrpSpPr>
          <p:cNvPr id="186" name="object 186"/>
          <p:cNvGrpSpPr/>
          <p:nvPr/>
        </p:nvGrpSpPr>
        <p:grpSpPr>
          <a:xfrm>
            <a:off x="10769600" y="533400"/>
            <a:ext cx="3200400" cy="7200900"/>
            <a:chOff x="10769600" y="533400"/>
            <a:chExt cx="3200400" cy="7200900"/>
          </a:xfrm>
        </p:grpSpPr>
        <p:sp>
          <p:nvSpPr>
            <p:cNvPr id="187" name="object 187"/>
            <p:cNvSpPr/>
            <p:nvPr/>
          </p:nvSpPr>
          <p:spPr>
            <a:xfrm>
              <a:off x="10896600" y="7493000"/>
              <a:ext cx="2806700" cy="203200"/>
            </a:xfrm>
            <a:custGeom>
              <a:avLst/>
              <a:gdLst/>
              <a:ahLst/>
              <a:cxnLst/>
              <a:rect l="l" t="t" r="r" b="b"/>
              <a:pathLst>
                <a:path w="2806700" h="203200">
                  <a:moveTo>
                    <a:pt x="50800" y="203200"/>
                  </a:moveTo>
                  <a:lnTo>
                    <a:pt x="2755900" y="203200"/>
                  </a:lnTo>
                  <a:lnTo>
                    <a:pt x="2775672" y="199207"/>
                  </a:lnTo>
                  <a:lnTo>
                    <a:pt x="2791820" y="188320"/>
                  </a:lnTo>
                  <a:lnTo>
                    <a:pt x="2802707" y="172172"/>
                  </a:lnTo>
                  <a:lnTo>
                    <a:pt x="2806700" y="152400"/>
                  </a:lnTo>
                  <a:lnTo>
                    <a:pt x="2806700" y="50800"/>
                  </a:lnTo>
                  <a:lnTo>
                    <a:pt x="2802707" y="31027"/>
                  </a:lnTo>
                  <a:lnTo>
                    <a:pt x="2791820" y="14879"/>
                  </a:lnTo>
                  <a:lnTo>
                    <a:pt x="2775672" y="3992"/>
                  </a:lnTo>
                  <a:lnTo>
                    <a:pt x="2755900" y="0"/>
                  </a:lnTo>
                  <a:lnTo>
                    <a:pt x="50800" y="0"/>
                  </a:lnTo>
                  <a:lnTo>
                    <a:pt x="31027" y="3992"/>
                  </a:lnTo>
                  <a:lnTo>
                    <a:pt x="14879" y="14879"/>
                  </a:lnTo>
                  <a:lnTo>
                    <a:pt x="3992" y="31027"/>
                  </a:lnTo>
                  <a:lnTo>
                    <a:pt x="0" y="50800"/>
                  </a:lnTo>
                  <a:lnTo>
                    <a:pt x="0" y="152400"/>
                  </a:lnTo>
                  <a:lnTo>
                    <a:pt x="3992" y="172172"/>
                  </a:lnTo>
                  <a:lnTo>
                    <a:pt x="14879" y="188320"/>
                  </a:lnTo>
                  <a:lnTo>
                    <a:pt x="31027" y="199207"/>
                  </a:lnTo>
                  <a:lnTo>
                    <a:pt x="50800" y="203200"/>
                  </a:lnTo>
                  <a:close/>
                </a:path>
              </a:pathLst>
            </a:custGeom>
            <a:solidFill>
              <a:srgbClr val="FFC7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10896600" y="7493000"/>
              <a:ext cx="2806700" cy="203200"/>
            </a:xfrm>
            <a:custGeom>
              <a:avLst/>
              <a:gdLst/>
              <a:ahLst/>
              <a:cxnLst/>
              <a:rect l="l" t="t" r="r" b="b"/>
              <a:pathLst>
                <a:path w="2806700" h="203200">
                  <a:moveTo>
                    <a:pt x="2764585" y="7200"/>
                  </a:moveTo>
                  <a:lnTo>
                    <a:pt x="2765621" y="1962"/>
                  </a:lnTo>
                  <a:lnTo>
                    <a:pt x="2755899" y="0"/>
                  </a:lnTo>
                  <a:lnTo>
                    <a:pt x="2755900" y="6350"/>
                  </a:lnTo>
                  <a:lnTo>
                    <a:pt x="2758871" y="6350"/>
                  </a:lnTo>
                  <a:lnTo>
                    <a:pt x="2761780" y="6642"/>
                  </a:lnTo>
                  <a:lnTo>
                    <a:pt x="2764585" y="7200"/>
                  </a:lnTo>
                  <a:close/>
                </a:path>
                <a:path w="2806700" h="203200">
                  <a:moveTo>
                    <a:pt x="2743136" y="12700"/>
                  </a:moveTo>
                  <a:lnTo>
                    <a:pt x="2755900" y="12700"/>
                  </a:lnTo>
                  <a:lnTo>
                    <a:pt x="2755900" y="0"/>
                  </a:lnTo>
                  <a:lnTo>
                    <a:pt x="2743136" y="0"/>
                  </a:lnTo>
                  <a:lnTo>
                    <a:pt x="2743136" y="12700"/>
                  </a:lnTo>
                  <a:close/>
                </a:path>
                <a:path w="2806700" h="203200">
                  <a:moveTo>
                    <a:pt x="2763354" y="13423"/>
                  </a:moveTo>
                  <a:lnTo>
                    <a:pt x="2764585" y="7200"/>
                  </a:lnTo>
                  <a:lnTo>
                    <a:pt x="2761780" y="6642"/>
                  </a:lnTo>
                  <a:lnTo>
                    <a:pt x="2758871" y="6350"/>
                  </a:lnTo>
                  <a:lnTo>
                    <a:pt x="2755900" y="6350"/>
                  </a:lnTo>
                  <a:lnTo>
                    <a:pt x="2755900" y="12700"/>
                  </a:lnTo>
                  <a:lnTo>
                    <a:pt x="2758465" y="12700"/>
                  </a:lnTo>
                  <a:lnTo>
                    <a:pt x="2760954" y="12953"/>
                  </a:lnTo>
                  <a:lnTo>
                    <a:pt x="2763354" y="13423"/>
                  </a:lnTo>
                  <a:close/>
                </a:path>
                <a:path w="2806700" h="203200">
                  <a:moveTo>
                    <a:pt x="2792867" y="26108"/>
                  </a:moveTo>
                  <a:lnTo>
                    <a:pt x="2797363" y="23100"/>
                  </a:lnTo>
                  <a:lnTo>
                    <a:pt x="2791820" y="14879"/>
                  </a:lnTo>
                  <a:lnTo>
                    <a:pt x="2783599" y="9336"/>
                  </a:lnTo>
                  <a:lnTo>
                    <a:pt x="2780593" y="13830"/>
                  </a:lnTo>
                  <a:lnTo>
                    <a:pt x="2785440" y="17081"/>
                  </a:lnTo>
                  <a:lnTo>
                    <a:pt x="2789618" y="21259"/>
                  </a:lnTo>
                  <a:lnTo>
                    <a:pt x="2792867" y="26108"/>
                  </a:lnTo>
                  <a:close/>
                </a:path>
                <a:path w="2806700" h="203200">
                  <a:moveTo>
                    <a:pt x="2787586" y="29641"/>
                  </a:moveTo>
                  <a:lnTo>
                    <a:pt x="2792867" y="26108"/>
                  </a:lnTo>
                  <a:lnTo>
                    <a:pt x="2789618" y="21259"/>
                  </a:lnTo>
                  <a:lnTo>
                    <a:pt x="2785440" y="17081"/>
                  </a:lnTo>
                  <a:lnTo>
                    <a:pt x="2780588" y="13830"/>
                  </a:lnTo>
                  <a:lnTo>
                    <a:pt x="2777058" y="19113"/>
                  </a:lnTo>
                  <a:lnTo>
                    <a:pt x="2781223" y="21894"/>
                  </a:lnTo>
                  <a:lnTo>
                    <a:pt x="2784805" y="25476"/>
                  </a:lnTo>
                  <a:lnTo>
                    <a:pt x="2787586" y="29641"/>
                  </a:lnTo>
                  <a:close/>
                </a:path>
                <a:path w="2806700" h="203200">
                  <a:moveTo>
                    <a:pt x="2800350" y="63500"/>
                  </a:moveTo>
                  <a:lnTo>
                    <a:pt x="2806700" y="63500"/>
                  </a:lnTo>
                  <a:lnTo>
                    <a:pt x="2806700" y="50800"/>
                  </a:lnTo>
                  <a:lnTo>
                    <a:pt x="2804737" y="41078"/>
                  </a:lnTo>
                  <a:lnTo>
                    <a:pt x="2799505" y="42113"/>
                  </a:lnTo>
                  <a:lnTo>
                    <a:pt x="2800057" y="44919"/>
                  </a:lnTo>
                  <a:lnTo>
                    <a:pt x="2800350" y="47828"/>
                  </a:lnTo>
                  <a:lnTo>
                    <a:pt x="2800350" y="63500"/>
                  </a:lnTo>
                  <a:close/>
                </a:path>
                <a:path w="2806700" h="203200">
                  <a:moveTo>
                    <a:pt x="2794000" y="63500"/>
                  </a:moveTo>
                  <a:lnTo>
                    <a:pt x="2800350" y="63500"/>
                  </a:lnTo>
                  <a:lnTo>
                    <a:pt x="2800350" y="47828"/>
                  </a:lnTo>
                  <a:lnTo>
                    <a:pt x="2800140" y="45745"/>
                  </a:lnTo>
                  <a:lnTo>
                    <a:pt x="2800057" y="44919"/>
                  </a:lnTo>
                  <a:lnTo>
                    <a:pt x="2799499" y="42113"/>
                  </a:lnTo>
                  <a:lnTo>
                    <a:pt x="2793276" y="43345"/>
                  </a:lnTo>
                  <a:lnTo>
                    <a:pt x="2793746" y="45745"/>
                  </a:lnTo>
                  <a:lnTo>
                    <a:pt x="2793958" y="47828"/>
                  </a:lnTo>
                  <a:lnTo>
                    <a:pt x="2794000" y="63500"/>
                  </a:lnTo>
                  <a:close/>
                </a:path>
                <a:path w="2806700" h="203200">
                  <a:moveTo>
                    <a:pt x="2800350" y="114300"/>
                  </a:moveTo>
                  <a:lnTo>
                    <a:pt x="2806700" y="114300"/>
                  </a:lnTo>
                  <a:lnTo>
                    <a:pt x="2806700" y="88900"/>
                  </a:lnTo>
                  <a:lnTo>
                    <a:pt x="2800350" y="88900"/>
                  </a:lnTo>
                  <a:lnTo>
                    <a:pt x="2800350" y="114300"/>
                  </a:lnTo>
                  <a:close/>
                </a:path>
                <a:path w="2806700" h="203200">
                  <a:moveTo>
                    <a:pt x="2794000" y="114300"/>
                  </a:moveTo>
                  <a:lnTo>
                    <a:pt x="2800350" y="114300"/>
                  </a:lnTo>
                  <a:lnTo>
                    <a:pt x="2800350" y="88900"/>
                  </a:lnTo>
                  <a:lnTo>
                    <a:pt x="2794000" y="88900"/>
                  </a:lnTo>
                  <a:lnTo>
                    <a:pt x="2794000" y="114300"/>
                  </a:lnTo>
                  <a:close/>
                </a:path>
                <a:path w="2806700" h="203200">
                  <a:moveTo>
                    <a:pt x="2804737" y="162121"/>
                  </a:moveTo>
                  <a:lnTo>
                    <a:pt x="2806700" y="152399"/>
                  </a:lnTo>
                  <a:lnTo>
                    <a:pt x="2806700" y="139700"/>
                  </a:lnTo>
                  <a:lnTo>
                    <a:pt x="2800350" y="139700"/>
                  </a:lnTo>
                  <a:lnTo>
                    <a:pt x="2800350" y="155371"/>
                  </a:lnTo>
                  <a:lnTo>
                    <a:pt x="2800140" y="157454"/>
                  </a:lnTo>
                  <a:lnTo>
                    <a:pt x="2800057" y="158280"/>
                  </a:lnTo>
                  <a:lnTo>
                    <a:pt x="2799499" y="161085"/>
                  </a:lnTo>
                  <a:lnTo>
                    <a:pt x="2804737" y="162121"/>
                  </a:lnTo>
                  <a:close/>
                </a:path>
                <a:path w="2806700" h="203200">
                  <a:moveTo>
                    <a:pt x="2799499" y="161085"/>
                  </a:moveTo>
                  <a:lnTo>
                    <a:pt x="2800057" y="158280"/>
                  </a:lnTo>
                  <a:lnTo>
                    <a:pt x="2800350" y="155371"/>
                  </a:lnTo>
                  <a:lnTo>
                    <a:pt x="2800350" y="139700"/>
                  </a:lnTo>
                  <a:lnTo>
                    <a:pt x="2794000" y="139700"/>
                  </a:lnTo>
                  <a:lnTo>
                    <a:pt x="2793958" y="155371"/>
                  </a:lnTo>
                  <a:lnTo>
                    <a:pt x="2793746" y="157454"/>
                  </a:lnTo>
                  <a:lnTo>
                    <a:pt x="2793276" y="159854"/>
                  </a:lnTo>
                  <a:lnTo>
                    <a:pt x="2799499" y="161085"/>
                  </a:lnTo>
                  <a:close/>
                </a:path>
                <a:path w="2806700" h="203200">
                  <a:moveTo>
                    <a:pt x="2780591" y="189367"/>
                  </a:moveTo>
                  <a:lnTo>
                    <a:pt x="2785440" y="186118"/>
                  </a:lnTo>
                  <a:lnTo>
                    <a:pt x="2789618" y="181940"/>
                  </a:lnTo>
                  <a:lnTo>
                    <a:pt x="2792863" y="177088"/>
                  </a:lnTo>
                  <a:lnTo>
                    <a:pt x="2787586" y="173558"/>
                  </a:lnTo>
                  <a:lnTo>
                    <a:pt x="2784805" y="177723"/>
                  </a:lnTo>
                  <a:lnTo>
                    <a:pt x="2781223" y="181305"/>
                  </a:lnTo>
                  <a:lnTo>
                    <a:pt x="2777058" y="184086"/>
                  </a:lnTo>
                  <a:lnTo>
                    <a:pt x="2780591" y="189367"/>
                  </a:lnTo>
                  <a:close/>
                </a:path>
                <a:path w="2806700" h="203200">
                  <a:moveTo>
                    <a:pt x="2783599" y="193863"/>
                  </a:moveTo>
                  <a:lnTo>
                    <a:pt x="2791820" y="188320"/>
                  </a:lnTo>
                  <a:lnTo>
                    <a:pt x="2797362" y="180099"/>
                  </a:lnTo>
                  <a:lnTo>
                    <a:pt x="2792863" y="177088"/>
                  </a:lnTo>
                  <a:lnTo>
                    <a:pt x="2789618" y="181940"/>
                  </a:lnTo>
                  <a:lnTo>
                    <a:pt x="2785440" y="186118"/>
                  </a:lnTo>
                  <a:lnTo>
                    <a:pt x="2780591" y="189367"/>
                  </a:lnTo>
                  <a:lnTo>
                    <a:pt x="2783599" y="193863"/>
                  </a:lnTo>
                  <a:close/>
                </a:path>
                <a:path w="2806700" h="203200">
                  <a:moveTo>
                    <a:pt x="2755900" y="196850"/>
                  </a:moveTo>
                  <a:lnTo>
                    <a:pt x="2758871" y="196850"/>
                  </a:lnTo>
                  <a:lnTo>
                    <a:pt x="2761780" y="196557"/>
                  </a:lnTo>
                  <a:lnTo>
                    <a:pt x="2764585" y="195999"/>
                  </a:lnTo>
                  <a:lnTo>
                    <a:pt x="2763498" y="190500"/>
                  </a:lnTo>
                  <a:lnTo>
                    <a:pt x="2763447" y="190246"/>
                  </a:lnTo>
                  <a:lnTo>
                    <a:pt x="2763354" y="189776"/>
                  </a:lnTo>
                  <a:lnTo>
                    <a:pt x="2760954" y="190246"/>
                  </a:lnTo>
                  <a:lnTo>
                    <a:pt x="2758465" y="190500"/>
                  </a:lnTo>
                  <a:lnTo>
                    <a:pt x="2755900" y="190500"/>
                  </a:lnTo>
                  <a:lnTo>
                    <a:pt x="2755900" y="196850"/>
                  </a:lnTo>
                  <a:close/>
                </a:path>
                <a:path w="2806700" h="203200">
                  <a:moveTo>
                    <a:pt x="2743136" y="203200"/>
                  </a:moveTo>
                  <a:lnTo>
                    <a:pt x="2755900" y="203200"/>
                  </a:lnTo>
                  <a:lnTo>
                    <a:pt x="2755900" y="190500"/>
                  </a:lnTo>
                  <a:lnTo>
                    <a:pt x="2743136" y="190500"/>
                  </a:lnTo>
                  <a:lnTo>
                    <a:pt x="2743136" y="203200"/>
                  </a:lnTo>
                  <a:close/>
                </a:path>
                <a:path w="2806700" h="203200">
                  <a:moveTo>
                    <a:pt x="2755900" y="203200"/>
                  </a:moveTo>
                  <a:lnTo>
                    <a:pt x="2765621" y="201237"/>
                  </a:lnTo>
                  <a:lnTo>
                    <a:pt x="2764753" y="196850"/>
                  </a:lnTo>
                  <a:lnTo>
                    <a:pt x="2764696" y="196557"/>
                  </a:lnTo>
                  <a:lnTo>
                    <a:pt x="2764585" y="195999"/>
                  </a:lnTo>
                  <a:lnTo>
                    <a:pt x="2761780" y="196557"/>
                  </a:lnTo>
                  <a:lnTo>
                    <a:pt x="2758871" y="196850"/>
                  </a:lnTo>
                  <a:lnTo>
                    <a:pt x="2755900" y="196850"/>
                  </a:lnTo>
                  <a:lnTo>
                    <a:pt x="2755900" y="203200"/>
                  </a:lnTo>
                  <a:close/>
                </a:path>
                <a:path w="2806700" h="203200">
                  <a:moveTo>
                    <a:pt x="2692095" y="203200"/>
                  </a:moveTo>
                  <a:lnTo>
                    <a:pt x="2717622" y="203200"/>
                  </a:lnTo>
                  <a:lnTo>
                    <a:pt x="2717622" y="190500"/>
                  </a:lnTo>
                  <a:lnTo>
                    <a:pt x="2692095" y="190500"/>
                  </a:lnTo>
                  <a:lnTo>
                    <a:pt x="2692095" y="203200"/>
                  </a:lnTo>
                  <a:close/>
                </a:path>
                <a:path w="2806700" h="203200">
                  <a:moveTo>
                    <a:pt x="2641066" y="203200"/>
                  </a:moveTo>
                  <a:lnTo>
                    <a:pt x="2666580" y="203200"/>
                  </a:lnTo>
                  <a:lnTo>
                    <a:pt x="2666580" y="190500"/>
                  </a:lnTo>
                  <a:lnTo>
                    <a:pt x="2641066" y="190500"/>
                  </a:lnTo>
                  <a:lnTo>
                    <a:pt x="2641066" y="203200"/>
                  </a:lnTo>
                  <a:close/>
                </a:path>
                <a:path w="2806700" h="203200">
                  <a:moveTo>
                    <a:pt x="2590025" y="203200"/>
                  </a:moveTo>
                  <a:lnTo>
                    <a:pt x="2615539" y="203200"/>
                  </a:lnTo>
                  <a:lnTo>
                    <a:pt x="2615539" y="190500"/>
                  </a:lnTo>
                  <a:lnTo>
                    <a:pt x="2590025" y="190500"/>
                  </a:lnTo>
                  <a:lnTo>
                    <a:pt x="2590025" y="203200"/>
                  </a:lnTo>
                  <a:close/>
                </a:path>
                <a:path w="2806700" h="203200">
                  <a:moveTo>
                    <a:pt x="2538984" y="203200"/>
                  </a:moveTo>
                  <a:lnTo>
                    <a:pt x="2564498" y="203200"/>
                  </a:lnTo>
                  <a:lnTo>
                    <a:pt x="2564498" y="190500"/>
                  </a:lnTo>
                  <a:lnTo>
                    <a:pt x="2538984" y="190500"/>
                  </a:lnTo>
                  <a:lnTo>
                    <a:pt x="2538984" y="203200"/>
                  </a:lnTo>
                  <a:close/>
                </a:path>
                <a:path w="2806700" h="203200">
                  <a:moveTo>
                    <a:pt x="2487942" y="203200"/>
                  </a:moveTo>
                  <a:lnTo>
                    <a:pt x="2513457" y="203200"/>
                  </a:lnTo>
                  <a:lnTo>
                    <a:pt x="2513457" y="190500"/>
                  </a:lnTo>
                  <a:lnTo>
                    <a:pt x="2487942" y="190500"/>
                  </a:lnTo>
                  <a:lnTo>
                    <a:pt x="2487942" y="203200"/>
                  </a:lnTo>
                  <a:close/>
                </a:path>
                <a:path w="2806700" h="203200">
                  <a:moveTo>
                    <a:pt x="2436901" y="203200"/>
                  </a:moveTo>
                  <a:lnTo>
                    <a:pt x="2462428" y="203200"/>
                  </a:lnTo>
                  <a:lnTo>
                    <a:pt x="2462428" y="190500"/>
                  </a:lnTo>
                  <a:lnTo>
                    <a:pt x="2436901" y="190500"/>
                  </a:lnTo>
                  <a:lnTo>
                    <a:pt x="2436901" y="203200"/>
                  </a:lnTo>
                  <a:close/>
                </a:path>
                <a:path w="2806700" h="203200">
                  <a:moveTo>
                    <a:pt x="2385860" y="203200"/>
                  </a:moveTo>
                  <a:lnTo>
                    <a:pt x="2411387" y="203200"/>
                  </a:lnTo>
                  <a:lnTo>
                    <a:pt x="2411387" y="190500"/>
                  </a:lnTo>
                  <a:lnTo>
                    <a:pt x="2385860" y="190500"/>
                  </a:lnTo>
                  <a:lnTo>
                    <a:pt x="2385860" y="203200"/>
                  </a:lnTo>
                  <a:close/>
                </a:path>
                <a:path w="2806700" h="203200">
                  <a:moveTo>
                    <a:pt x="2334818" y="203200"/>
                  </a:moveTo>
                  <a:lnTo>
                    <a:pt x="2360345" y="203200"/>
                  </a:lnTo>
                  <a:lnTo>
                    <a:pt x="2360345" y="190500"/>
                  </a:lnTo>
                  <a:lnTo>
                    <a:pt x="2334818" y="190500"/>
                  </a:lnTo>
                  <a:lnTo>
                    <a:pt x="2334818" y="203200"/>
                  </a:lnTo>
                  <a:close/>
                </a:path>
                <a:path w="2806700" h="203200">
                  <a:moveTo>
                    <a:pt x="2283777" y="203200"/>
                  </a:moveTo>
                  <a:lnTo>
                    <a:pt x="2309304" y="203200"/>
                  </a:lnTo>
                  <a:lnTo>
                    <a:pt x="2309304" y="190500"/>
                  </a:lnTo>
                  <a:lnTo>
                    <a:pt x="2283777" y="190500"/>
                  </a:lnTo>
                  <a:lnTo>
                    <a:pt x="2283777" y="203200"/>
                  </a:lnTo>
                  <a:close/>
                </a:path>
                <a:path w="2806700" h="203200">
                  <a:moveTo>
                    <a:pt x="2232748" y="203200"/>
                  </a:moveTo>
                  <a:lnTo>
                    <a:pt x="2258263" y="203200"/>
                  </a:lnTo>
                  <a:lnTo>
                    <a:pt x="2258263" y="190500"/>
                  </a:lnTo>
                  <a:lnTo>
                    <a:pt x="2232748" y="190500"/>
                  </a:lnTo>
                  <a:lnTo>
                    <a:pt x="2232748" y="203200"/>
                  </a:lnTo>
                  <a:close/>
                </a:path>
                <a:path w="2806700" h="203200">
                  <a:moveTo>
                    <a:pt x="2181707" y="203200"/>
                  </a:moveTo>
                  <a:lnTo>
                    <a:pt x="2207221" y="203200"/>
                  </a:lnTo>
                  <a:lnTo>
                    <a:pt x="2207221" y="190500"/>
                  </a:lnTo>
                  <a:lnTo>
                    <a:pt x="2181707" y="190500"/>
                  </a:lnTo>
                  <a:lnTo>
                    <a:pt x="2181707" y="203200"/>
                  </a:lnTo>
                  <a:close/>
                </a:path>
                <a:path w="2806700" h="203200">
                  <a:moveTo>
                    <a:pt x="2130666" y="203200"/>
                  </a:moveTo>
                  <a:lnTo>
                    <a:pt x="2156180" y="203200"/>
                  </a:lnTo>
                  <a:lnTo>
                    <a:pt x="2156180" y="190500"/>
                  </a:lnTo>
                  <a:lnTo>
                    <a:pt x="2130666" y="190500"/>
                  </a:lnTo>
                  <a:lnTo>
                    <a:pt x="2130666" y="203200"/>
                  </a:lnTo>
                  <a:close/>
                </a:path>
                <a:path w="2806700" h="203200">
                  <a:moveTo>
                    <a:pt x="2079625" y="203200"/>
                  </a:moveTo>
                  <a:lnTo>
                    <a:pt x="2105139" y="203200"/>
                  </a:lnTo>
                  <a:lnTo>
                    <a:pt x="2105139" y="190500"/>
                  </a:lnTo>
                  <a:lnTo>
                    <a:pt x="2079625" y="190500"/>
                  </a:lnTo>
                  <a:lnTo>
                    <a:pt x="2079625" y="203200"/>
                  </a:lnTo>
                  <a:close/>
                </a:path>
                <a:path w="2806700" h="203200">
                  <a:moveTo>
                    <a:pt x="2028583" y="203200"/>
                  </a:moveTo>
                  <a:lnTo>
                    <a:pt x="2054110" y="203200"/>
                  </a:lnTo>
                  <a:lnTo>
                    <a:pt x="2054110" y="190500"/>
                  </a:lnTo>
                  <a:lnTo>
                    <a:pt x="2028583" y="190500"/>
                  </a:lnTo>
                  <a:lnTo>
                    <a:pt x="2028583" y="203200"/>
                  </a:lnTo>
                  <a:close/>
                </a:path>
                <a:path w="2806700" h="203200">
                  <a:moveTo>
                    <a:pt x="1977542" y="203200"/>
                  </a:moveTo>
                  <a:lnTo>
                    <a:pt x="2003069" y="203200"/>
                  </a:lnTo>
                  <a:lnTo>
                    <a:pt x="2003069" y="190500"/>
                  </a:lnTo>
                  <a:lnTo>
                    <a:pt x="1977542" y="190500"/>
                  </a:lnTo>
                  <a:lnTo>
                    <a:pt x="1977542" y="203200"/>
                  </a:lnTo>
                  <a:close/>
                </a:path>
                <a:path w="2806700" h="203200">
                  <a:moveTo>
                    <a:pt x="1926501" y="203200"/>
                  </a:moveTo>
                  <a:lnTo>
                    <a:pt x="1952028" y="203200"/>
                  </a:lnTo>
                  <a:lnTo>
                    <a:pt x="1952028" y="190500"/>
                  </a:lnTo>
                  <a:lnTo>
                    <a:pt x="1926501" y="190500"/>
                  </a:lnTo>
                  <a:lnTo>
                    <a:pt x="1926501" y="203200"/>
                  </a:lnTo>
                  <a:close/>
                </a:path>
                <a:path w="2806700" h="203200">
                  <a:moveTo>
                    <a:pt x="1875472" y="203200"/>
                  </a:moveTo>
                  <a:lnTo>
                    <a:pt x="1900986" y="203200"/>
                  </a:lnTo>
                  <a:lnTo>
                    <a:pt x="1900986" y="190500"/>
                  </a:lnTo>
                  <a:lnTo>
                    <a:pt x="1875472" y="190500"/>
                  </a:lnTo>
                  <a:lnTo>
                    <a:pt x="1875472" y="203200"/>
                  </a:lnTo>
                  <a:close/>
                </a:path>
                <a:path w="2806700" h="203200">
                  <a:moveTo>
                    <a:pt x="1824431" y="203200"/>
                  </a:moveTo>
                  <a:lnTo>
                    <a:pt x="1849945" y="203200"/>
                  </a:lnTo>
                  <a:lnTo>
                    <a:pt x="1849945" y="190500"/>
                  </a:lnTo>
                  <a:lnTo>
                    <a:pt x="1824431" y="190500"/>
                  </a:lnTo>
                  <a:lnTo>
                    <a:pt x="1824431" y="203200"/>
                  </a:lnTo>
                  <a:close/>
                </a:path>
                <a:path w="2806700" h="203200">
                  <a:moveTo>
                    <a:pt x="1773389" y="203200"/>
                  </a:moveTo>
                  <a:lnTo>
                    <a:pt x="1798904" y="203200"/>
                  </a:lnTo>
                  <a:lnTo>
                    <a:pt x="1798904" y="190500"/>
                  </a:lnTo>
                  <a:lnTo>
                    <a:pt x="1773389" y="190500"/>
                  </a:lnTo>
                  <a:lnTo>
                    <a:pt x="1773389" y="203200"/>
                  </a:lnTo>
                  <a:close/>
                </a:path>
                <a:path w="2806700" h="203200">
                  <a:moveTo>
                    <a:pt x="1722348" y="203200"/>
                  </a:moveTo>
                  <a:lnTo>
                    <a:pt x="1747862" y="203200"/>
                  </a:lnTo>
                  <a:lnTo>
                    <a:pt x="1747862" y="190500"/>
                  </a:lnTo>
                  <a:lnTo>
                    <a:pt x="1722348" y="190500"/>
                  </a:lnTo>
                  <a:lnTo>
                    <a:pt x="1722348" y="203200"/>
                  </a:lnTo>
                  <a:close/>
                </a:path>
                <a:path w="2806700" h="203200">
                  <a:moveTo>
                    <a:pt x="1671307" y="203200"/>
                  </a:moveTo>
                  <a:lnTo>
                    <a:pt x="1696821" y="203200"/>
                  </a:lnTo>
                  <a:lnTo>
                    <a:pt x="1696821" y="190500"/>
                  </a:lnTo>
                  <a:lnTo>
                    <a:pt x="1671307" y="190500"/>
                  </a:lnTo>
                  <a:lnTo>
                    <a:pt x="1671307" y="203200"/>
                  </a:lnTo>
                  <a:close/>
                </a:path>
                <a:path w="2806700" h="203200">
                  <a:moveTo>
                    <a:pt x="1620266" y="203200"/>
                  </a:moveTo>
                  <a:lnTo>
                    <a:pt x="1645793" y="203200"/>
                  </a:lnTo>
                  <a:lnTo>
                    <a:pt x="1645793" y="190500"/>
                  </a:lnTo>
                  <a:lnTo>
                    <a:pt x="1620266" y="190500"/>
                  </a:lnTo>
                  <a:lnTo>
                    <a:pt x="1620266" y="203200"/>
                  </a:lnTo>
                  <a:close/>
                </a:path>
                <a:path w="2806700" h="203200">
                  <a:moveTo>
                    <a:pt x="1569224" y="203200"/>
                  </a:moveTo>
                  <a:lnTo>
                    <a:pt x="1594751" y="203200"/>
                  </a:lnTo>
                  <a:lnTo>
                    <a:pt x="1594751" y="190500"/>
                  </a:lnTo>
                  <a:lnTo>
                    <a:pt x="1569224" y="190500"/>
                  </a:lnTo>
                  <a:lnTo>
                    <a:pt x="1569224" y="203200"/>
                  </a:lnTo>
                  <a:close/>
                </a:path>
                <a:path w="2806700" h="203200">
                  <a:moveTo>
                    <a:pt x="1518183" y="203200"/>
                  </a:moveTo>
                  <a:lnTo>
                    <a:pt x="1543710" y="203200"/>
                  </a:lnTo>
                  <a:lnTo>
                    <a:pt x="1543710" y="190500"/>
                  </a:lnTo>
                  <a:lnTo>
                    <a:pt x="1518183" y="190500"/>
                  </a:lnTo>
                  <a:lnTo>
                    <a:pt x="1518183" y="203200"/>
                  </a:lnTo>
                  <a:close/>
                </a:path>
                <a:path w="2806700" h="203200">
                  <a:moveTo>
                    <a:pt x="1467154" y="203200"/>
                  </a:moveTo>
                  <a:lnTo>
                    <a:pt x="1492669" y="203200"/>
                  </a:lnTo>
                  <a:lnTo>
                    <a:pt x="1492669" y="190500"/>
                  </a:lnTo>
                  <a:lnTo>
                    <a:pt x="1467154" y="190500"/>
                  </a:lnTo>
                  <a:lnTo>
                    <a:pt x="1467154" y="203200"/>
                  </a:lnTo>
                  <a:close/>
                </a:path>
                <a:path w="2806700" h="203200">
                  <a:moveTo>
                    <a:pt x="1416113" y="203200"/>
                  </a:moveTo>
                  <a:lnTo>
                    <a:pt x="1441627" y="203200"/>
                  </a:lnTo>
                  <a:lnTo>
                    <a:pt x="1441627" y="190500"/>
                  </a:lnTo>
                  <a:lnTo>
                    <a:pt x="1416113" y="190500"/>
                  </a:lnTo>
                  <a:lnTo>
                    <a:pt x="1416113" y="203200"/>
                  </a:lnTo>
                  <a:close/>
                </a:path>
                <a:path w="2806700" h="203200">
                  <a:moveTo>
                    <a:pt x="1365072" y="203200"/>
                  </a:moveTo>
                  <a:lnTo>
                    <a:pt x="1390586" y="203200"/>
                  </a:lnTo>
                  <a:lnTo>
                    <a:pt x="1390586" y="190500"/>
                  </a:lnTo>
                  <a:lnTo>
                    <a:pt x="1365072" y="190500"/>
                  </a:lnTo>
                  <a:lnTo>
                    <a:pt x="1365072" y="203200"/>
                  </a:lnTo>
                  <a:close/>
                </a:path>
                <a:path w="2806700" h="203200">
                  <a:moveTo>
                    <a:pt x="1314030" y="203200"/>
                  </a:moveTo>
                  <a:lnTo>
                    <a:pt x="1339545" y="203200"/>
                  </a:lnTo>
                  <a:lnTo>
                    <a:pt x="1339545" y="190500"/>
                  </a:lnTo>
                  <a:lnTo>
                    <a:pt x="1314030" y="190500"/>
                  </a:lnTo>
                  <a:lnTo>
                    <a:pt x="1314030" y="203200"/>
                  </a:lnTo>
                  <a:close/>
                </a:path>
                <a:path w="2806700" h="203200">
                  <a:moveTo>
                    <a:pt x="1262989" y="203200"/>
                  </a:moveTo>
                  <a:lnTo>
                    <a:pt x="1288503" y="203200"/>
                  </a:lnTo>
                  <a:lnTo>
                    <a:pt x="1288503" y="190500"/>
                  </a:lnTo>
                  <a:lnTo>
                    <a:pt x="1262989" y="190500"/>
                  </a:lnTo>
                  <a:lnTo>
                    <a:pt x="1262989" y="203200"/>
                  </a:lnTo>
                  <a:close/>
                </a:path>
                <a:path w="2806700" h="203200">
                  <a:moveTo>
                    <a:pt x="1211948" y="203200"/>
                  </a:moveTo>
                  <a:lnTo>
                    <a:pt x="1237475" y="203200"/>
                  </a:lnTo>
                  <a:lnTo>
                    <a:pt x="1237475" y="190500"/>
                  </a:lnTo>
                  <a:lnTo>
                    <a:pt x="1211948" y="190500"/>
                  </a:lnTo>
                  <a:lnTo>
                    <a:pt x="1211948" y="203200"/>
                  </a:lnTo>
                  <a:close/>
                </a:path>
                <a:path w="2806700" h="203200">
                  <a:moveTo>
                    <a:pt x="1160906" y="203200"/>
                  </a:moveTo>
                  <a:lnTo>
                    <a:pt x="1186433" y="203200"/>
                  </a:lnTo>
                  <a:lnTo>
                    <a:pt x="1186433" y="190500"/>
                  </a:lnTo>
                  <a:lnTo>
                    <a:pt x="1160906" y="190500"/>
                  </a:lnTo>
                  <a:lnTo>
                    <a:pt x="1160906" y="203200"/>
                  </a:lnTo>
                  <a:close/>
                </a:path>
                <a:path w="2806700" h="203200">
                  <a:moveTo>
                    <a:pt x="1109865" y="203200"/>
                  </a:moveTo>
                  <a:lnTo>
                    <a:pt x="1135392" y="203200"/>
                  </a:lnTo>
                  <a:lnTo>
                    <a:pt x="1135392" y="190500"/>
                  </a:lnTo>
                  <a:lnTo>
                    <a:pt x="1109865" y="190500"/>
                  </a:lnTo>
                  <a:lnTo>
                    <a:pt x="1109865" y="203200"/>
                  </a:lnTo>
                  <a:close/>
                </a:path>
                <a:path w="2806700" h="203200">
                  <a:moveTo>
                    <a:pt x="1058837" y="203200"/>
                  </a:moveTo>
                  <a:lnTo>
                    <a:pt x="1084351" y="203200"/>
                  </a:lnTo>
                  <a:lnTo>
                    <a:pt x="1084351" y="190500"/>
                  </a:lnTo>
                  <a:lnTo>
                    <a:pt x="1058837" y="190500"/>
                  </a:lnTo>
                  <a:lnTo>
                    <a:pt x="1058837" y="203200"/>
                  </a:lnTo>
                  <a:close/>
                </a:path>
                <a:path w="2806700" h="203200">
                  <a:moveTo>
                    <a:pt x="1007795" y="203200"/>
                  </a:moveTo>
                  <a:lnTo>
                    <a:pt x="1033310" y="203200"/>
                  </a:lnTo>
                  <a:lnTo>
                    <a:pt x="1033310" y="190500"/>
                  </a:lnTo>
                  <a:lnTo>
                    <a:pt x="1007795" y="190500"/>
                  </a:lnTo>
                  <a:lnTo>
                    <a:pt x="1007795" y="203200"/>
                  </a:lnTo>
                  <a:close/>
                </a:path>
                <a:path w="2806700" h="203200">
                  <a:moveTo>
                    <a:pt x="956754" y="203200"/>
                  </a:moveTo>
                  <a:lnTo>
                    <a:pt x="982268" y="203200"/>
                  </a:lnTo>
                  <a:lnTo>
                    <a:pt x="982268" y="190500"/>
                  </a:lnTo>
                  <a:lnTo>
                    <a:pt x="956754" y="190500"/>
                  </a:lnTo>
                  <a:lnTo>
                    <a:pt x="956754" y="203200"/>
                  </a:lnTo>
                  <a:close/>
                </a:path>
                <a:path w="2806700" h="203200">
                  <a:moveTo>
                    <a:pt x="905713" y="203200"/>
                  </a:moveTo>
                  <a:lnTo>
                    <a:pt x="931227" y="203200"/>
                  </a:lnTo>
                  <a:lnTo>
                    <a:pt x="931227" y="190500"/>
                  </a:lnTo>
                  <a:lnTo>
                    <a:pt x="905713" y="190500"/>
                  </a:lnTo>
                  <a:lnTo>
                    <a:pt x="905713" y="203200"/>
                  </a:lnTo>
                  <a:close/>
                </a:path>
                <a:path w="2806700" h="203200">
                  <a:moveTo>
                    <a:pt x="854671" y="203200"/>
                  </a:moveTo>
                  <a:lnTo>
                    <a:pt x="880198" y="203200"/>
                  </a:lnTo>
                  <a:lnTo>
                    <a:pt x="880198" y="190500"/>
                  </a:lnTo>
                  <a:lnTo>
                    <a:pt x="854671" y="190500"/>
                  </a:lnTo>
                  <a:lnTo>
                    <a:pt x="854671" y="203200"/>
                  </a:lnTo>
                  <a:close/>
                </a:path>
                <a:path w="2806700" h="203200">
                  <a:moveTo>
                    <a:pt x="803630" y="203200"/>
                  </a:moveTo>
                  <a:lnTo>
                    <a:pt x="829157" y="203200"/>
                  </a:lnTo>
                  <a:lnTo>
                    <a:pt x="829157" y="190500"/>
                  </a:lnTo>
                  <a:lnTo>
                    <a:pt x="803630" y="190500"/>
                  </a:lnTo>
                  <a:lnTo>
                    <a:pt x="803630" y="203200"/>
                  </a:lnTo>
                  <a:close/>
                </a:path>
                <a:path w="2806700" h="203200">
                  <a:moveTo>
                    <a:pt x="752589" y="203200"/>
                  </a:moveTo>
                  <a:lnTo>
                    <a:pt x="778116" y="203200"/>
                  </a:lnTo>
                  <a:lnTo>
                    <a:pt x="778116" y="190500"/>
                  </a:lnTo>
                  <a:lnTo>
                    <a:pt x="752589" y="190500"/>
                  </a:lnTo>
                  <a:lnTo>
                    <a:pt x="752589" y="203200"/>
                  </a:lnTo>
                  <a:close/>
                </a:path>
                <a:path w="2806700" h="203200">
                  <a:moveTo>
                    <a:pt x="701560" y="203200"/>
                  </a:moveTo>
                  <a:lnTo>
                    <a:pt x="727075" y="203200"/>
                  </a:lnTo>
                  <a:lnTo>
                    <a:pt x="727075" y="190500"/>
                  </a:lnTo>
                  <a:lnTo>
                    <a:pt x="701560" y="190500"/>
                  </a:lnTo>
                  <a:lnTo>
                    <a:pt x="701560" y="203200"/>
                  </a:lnTo>
                  <a:close/>
                </a:path>
                <a:path w="2806700" h="203200">
                  <a:moveTo>
                    <a:pt x="650519" y="203200"/>
                  </a:moveTo>
                  <a:lnTo>
                    <a:pt x="676033" y="203200"/>
                  </a:lnTo>
                  <a:lnTo>
                    <a:pt x="676033" y="190500"/>
                  </a:lnTo>
                  <a:lnTo>
                    <a:pt x="650519" y="190500"/>
                  </a:lnTo>
                  <a:lnTo>
                    <a:pt x="650519" y="203200"/>
                  </a:lnTo>
                  <a:close/>
                </a:path>
                <a:path w="2806700" h="203200">
                  <a:moveTo>
                    <a:pt x="599478" y="203200"/>
                  </a:moveTo>
                  <a:lnTo>
                    <a:pt x="624992" y="203200"/>
                  </a:lnTo>
                  <a:lnTo>
                    <a:pt x="624992" y="190500"/>
                  </a:lnTo>
                  <a:lnTo>
                    <a:pt x="599478" y="190500"/>
                  </a:lnTo>
                  <a:lnTo>
                    <a:pt x="599478" y="203200"/>
                  </a:lnTo>
                  <a:close/>
                </a:path>
                <a:path w="2806700" h="203200">
                  <a:moveTo>
                    <a:pt x="548436" y="203200"/>
                  </a:moveTo>
                  <a:lnTo>
                    <a:pt x="573951" y="203200"/>
                  </a:lnTo>
                  <a:lnTo>
                    <a:pt x="573951" y="190500"/>
                  </a:lnTo>
                  <a:lnTo>
                    <a:pt x="548436" y="190500"/>
                  </a:lnTo>
                  <a:lnTo>
                    <a:pt x="548436" y="203200"/>
                  </a:lnTo>
                  <a:close/>
                </a:path>
                <a:path w="2806700" h="203200">
                  <a:moveTo>
                    <a:pt x="497395" y="203200"/>
                  </a:moveTo>
                  <a:lnTo>
                    <a:pt x="522922" y="203200"/>
                  </a:lnTo>
                  <a:lnTo>
                    <a:pt x="522922" y="190500"/>
                  </a:lnTo>
                  <a:lnTo>
                    <a:pt x="497395" y="190500"/>
                  </a:lnTo>
                  <a:lnTo>
                    <a:pt x="497395" y="203200"/>
                  </a:lnTo>
                  <a:close/>
                </a:path>
                <a:path w="2806700" h="203200">
                  <a:moveTo>
                    <a:pt x="446354" y="203200"/>
                  </a:moveTo>
                  <a:lnTo>
                    <a:pt x="471881" y="203200"/>
                  </a:lnTo>
                  <a:lnTo>
                    <a:pt x="471881" y="190500"/>
                  </a:lnTo>
                  <a:lnTo>
                    <a:pt x="446354" y="190500"/>
                  </a:lnTo>
                  <a:lnTo>
                    <a:pt x="446354" y="203200"/>
                  </a:lnTo>
                  <a:close/>
                </a:path>
                <a:path w="2806700" h="203200">
                  <a:moveTo>
                    <a:pt x="395312" y="203200"/>
                  </a:moveTo>
                  <a:lnTo>
                    <a:pt x="420839" y="203200"/>
                  </a:lnTo>
                  <a:lnTo>
                    <a:pt x="420839" y="190500"/>
                  </a:lnTo>
                  <a:lnTo>
                    <a:pt x="395312" y="190500"/>
                  </a:lnTo>
                  <a:lnTo>
                    <a:pt x="395312" y="203200"/>
                  </a:lnTo>
                  <a:close/>
                </a:path>
                <a:path w="2806700" h="203200">
                  <a:moveTo>
                    <a:pt x="344284" y="203200"/>
                  </a:moveTo>
                  <a:lnTo>
                    <a:pt x="369798" y="203200"/>
                  </a:lnTo>
                  <a:lnTo>
                    <a:pt x="369798" y="190500"/>
                  </a:lnTo>
                  <a:lnTo>
                    <a:pt x="344284" y="190500"/>
                  </a:lnTo>
                  <a:lnTo>
                    <a:pt x="344284" y="203200"/>
                  </a:lnTo>
                  <a:close/>
                </a:path>
                <a:path w="2806700" h="203200">
                  <a:moveTo>
                    <a:pt x="293243" y="203200"/>
                  </a:moveTo>
                  <a:lnTo>
                    <a:pt x="318757" y="203200"/>
                  </a:lnTo>
                  <a:lnTo>
                    <a:pt x="318757" y="190500"/>
                  </a:lnTo>
                  <a:lnTo>
                    <a:pt x="293243" y="190500"/>
                  </a:lnTo>
                  <a:lnTo>
                    <a:pt x="293243" y="203200"/>
                  </a:lnTo>
                  <a:close/>
                </a:path>
                <a:path w="2806700" h="203200">
                  <a:moveTo>
                    <a:pt x="242201" y="203200"/>
                  </a:moveTo>
                  <a:lnTo>
                    <a:pt x="267716" y="203200"/>
                  </a:lnTo>
                  <a:lnTo>
                    <a:pt x="267716" y="190500"/>
                  </a:lnTo>
                  <a:lnTo>
                    <a:pt x="242201" y="190500"/>
                  </a:lnTo>
                  <a:lnTo>
                    <a:pt x="242201" y="203200"/>
                  </a:lnTo>
                  <a:close/>
                </a:path>
                <a:path w="2806700" h="203200">
                  <a:moveTo>
                    <a:pt x="191160" y="203200"/>
                  </a:moveTo>
                  <a:lnTo>
                    <a:pt x="216674" y="203200"/>
                  </a:lnTo>
                  <a:lnTo>
                    <a:pt x="216674" y="190500"/>
                  </a:lnTo>
                  <a:lnTo>
                    <a:pt x="191160" y="190500"/>
                  </a:lnTo>
                  <a:lnTo>
                    <a:pt x="191160" y="203200"/>
                  </a:lnTo>
                  <a:close/>
                </a:path>
                <a:path w="2806700" h="203200">
                  <a:moveTo>
                    <a:pt x="140119" y="203200"/>
                  </a:moveTo>
                  <a:lnTo>
                    <a:pt x="165633" y="203200"/>
                  </a:lnTo>
                  <a:lnTo>
                    <a:pt x="165633" y="190500"/>
                  </a:lnTo>
                  <a:lnTo>
                    <a:pt x="140119" y="190500"/>
                  </a:lnTo>
                  <a:lnTo>
                    <a:pt x="140119" y="203200"/>
                  </a:lnTo>
                  <a:close/>
                </a:path>
                <a:path w="2806700" h="203200">
                  <a:moveTo>
                    <a:pt x="89077" y="203200"/>
                  </a:moveTo>
                  <a:lnTo>
                    <a:pt x="114604" y="203200"/>
                  </a:lnTo>
                  <a:lnTo>
                    <a:pt x="114604" y="190500"/>
                  </a:lnTo>
                  <a:lnTo>
                    <a:pt x="89077" y="190500"/>
                  </a:lnTo>
                  <a:lnTo>
                    <a:pt x="89077" y="203200"/>
                  </a:lnTo>
                  <a:close/>
                </a:path>
                <a:path w="2806700" h="203200">
                  <a:moveTo>
                    <a:pt x="50800" y="203199"/>
                  </a:moveTo>
                  <a:lnTo>
                    <a:pt x="50800" y="190500"/>
                  </a:lnTo>
                  <a:lnTo>
                    <a:pt x="48234" y="190500"/>
                  </a:lnTo>
                  <a:lnTo>
                    <a:pt x="45745" y="190246"/>
                  </a:lnTo>
                  <a:lnTo>
                    <a:pt x="43345" y="189776"/>
                  </a:lnTo>
                  <a:lnTo>
                    <a:pt x="42114" y="195999"/>
                  </a:lnTo>
                  <a:lnTo>
                    <a:pt x="44919" y="196557"/>
                  </a:lnTo>
                  <a:lnTo>
                    <a:pt x="47828" y="196850"/>
                  </a:lnTo>
                  <a:lnTo>
                    <a:pt x="41946" y="196850"/>
                  </a:lnTo>
                  <a:lnTo>
                    <a:pt x="41078" y="201237"/>
                  </a:lnTo>
                  <a:lnTo>
                    <a:pt x="50800" y="203199"/>
                  </a:lnTo>
                  <a:close/>
                </a:path>
                <a:path w="2806700" h="203200">
                  <a:moveTo>
                    <a:pt x="50800" y="203199"/>
                  </a:moveTo>
                  <a:lnTo>
                    <a:pt x="63563" y="203199"/>
                  </a:lnTo>
                  <a:lnTo>
                    <a:pt x="63563" y="190500"/>
                  </a:lnTo>
                  <a:lnTo>
                    <a:pt x="50800" y="190500"/>
                  </a:lnTo>
                  <a:lnTo>
                    <a:pt x="50800" y="203199"/>
                  </a:lnTo>
                  <a:close/>
                </a:path>
                <a:path w="2806700" h="203200">
                  <a:moveTo>
                    <a:pt x="41946" y="196850"/>
                  </a:moveTo>
                  <a:lnTo>
                    <a:pt x="47828" y="196850"/>
                  </a:lnTo>
                  <a:lnTo>
                    <a:pt x="44919" y="196557"/>
                  </a:lnTo>
                  <a:lnTo>
                    <a:pt x="42113" y="195999"/>
                  </a:lnTo>
                  <a:lnTo>
                    <a:pt x="42003" y="196557"/>
                  </a:lnTo>
                  <a:lnTo>
                    <a:pt x="41946" y="196850"/>
                  </a:lnTo>
                  <a:close/>
                </a:path>
                <a:path w="2806700" h="203200">
                  <a:moveTo>
                    <a:pt x="26108" y="189367"/>
                  </a:moveTo>
                  <a:lnTo>
                    <a:pt x="29641" y="184086"/>
                  </a:lnTo>
                  <a:lnTo>
                    <a:pt x="25476" y="181305"/>
                  </a:lnTo>
                  <a:lnTo>
                    <a:pt x="21894" y="177723"/>
                  </a:lnTo>
                  <a:lnTo>
                    <a:pt x="19113" y="173558"/>
                  </a:lnTo>
                  <a:lnTo>
                    <a:pt x="13836" y="177088"/>
                  </a:lnTo>
                  <a:lnTo>
                    <a:pt x="17081" y="181940"/>
                  </a:lnTo>
                  <a:lnTo>
                    <a:pt x="21259" y="186118"/>
                  </a:lnTo>
                  <a:lnTo>
                    <a:pt x="26108" y="189367"/>
                  </a:lnTo>
                  <a:close/>
                </a:path>
                <a:path w="2806700" h="203200">
                  <a:moveTo>
                    <a:pt x="23100" y="193863"/>
                  </a:moveTo>
                  <a:lnTo>
                    <a:pt x="26108" y="189367"/>
                  </a:lnTo>
                  <a:lnTo>
                    <a:pt x="21259" y="186118"/>
                  </a:lnTo>
                  <a:lnTo>
                    <a:pt x="17081" y="181940"/>
                  </a:lnTo>
                  <a:lnTo>
                    <a:pt x="13830" y="177088"/>
                  </a:lnTo>
                  <a:lnTo>
                    <a:pt x="9337" y="180099"/>
                  </a:lnTo>
                  <a:lnTo>
                    <a:pt x="14879" y="188320"/>
                  </a:lnTo>
                  <a:lnTo>
                    <a:pt x="23100" y="193863"/>
                  </a:lnTo>
                  <a:close/>
                </a:path>
                <a:path w="2806700" h="203200">
                  <a:moveTo>
                    <a:pt x="7200" y="161085"/>
                  </a:moveTo>
                  <a:lnTo>
                    <a:pt x="13423" y="159854"/>
                  </a:lnTo>
                  <a:lnTo>
                    <a:pt x="12953" y="157454"/>
                  </a:lnTo>
                  <a:lnTo>
                    <a:pt x="12741" y="155371"/>
                  </a:lnTo>
                  <a:lnTo>
                    <a:pt x="12700" y="139700"/>
                  </a:lnTo>
                  <a:lnTo>
                    <a:pt x="6350" y="139700"/>
                  </a:lnTo>
                  <a:lnTo>
                    <a:pt x="6350" y="155371"/>
                  </a:lnTo>
                  <a:lnTo>
                    <a:pt x="6559" y="157454"/>
                  </a:lnTo>
                  <a:lnTo>
                    <a:pt x="6642" y="158280"/>
                  </a:lnTo>
                  <a:lnTo>
                    <a:pt x="7200" y="161085"/>
                  </a:lnTo>
                  <a:close/>
                </a:path>
                <a:path w="2806700" h="203200">
                  <a:moveTo>
                    <a:pt x="1962" y="162121"/>
                  </a:moveTo>
                  <a:lnTo>
                    <a:pt x="7200" y="161085"/>
                  </a:lnTo>
                  <a:lnTo>
                    <a:pt x="6642" y="158280"/>
                  </a:lnTo>
                  <a:lnTo>
                    <a:pt x="6350" y="155371"/>
                  </a:lnTo>
                  <a:lnTo>
                    <a:pt x="6350" y="139700"/>
                  </a:lnTo>
                  <a:lnTo>
                    <a:pt x="0" y="139700"/>
                  </a:lnTo>
                  <a:lnTo>
                    <a:pt x="0" y="152400"/>
                  </a:lnTo>
                  <a:lnTo>
                    <a:pt x="1962" y="162121"/>
                  </a:lnTo>
                  <a:close/>
                </a:path>
                <a:path w="2806700" h="203200">
                  <a:moveTo>
                    <a:pt x="6350" y="114300"/>
                  </a:moveTo>
                  <a:lnTo>
                    <a:pt x="12700" y="114300"/>
                  </a:lnTo>
                  <a:lnTo>
                    <a:pt x="12700" y="88900"/>
                  </a:lnTo>
                  <a:lnTo>
                    <a:pt x="6350" y="88900"/>
                  </a:lnTo>
                  <a:lnTo>
                    <a:pt x="6350" y="114300"/>
                  </a:lnTo>
                  <a:close/>
                </a:path>
                <a:path w="2806700" h="203200">
                  <a:moveTo>
                    <a:pt x="0" y="114300"/>
                  </a:moveTo>
                  <a:lnTo>
                    <a:pt x="6350" y="114300"/>
                  </a:lnTo>
                  <a:lnTo>
                    <a:pt x="6350" y="88900"/>
                  </a:lnTo>
                  <a:lnTo>
                    <a:pt x="0" y="88900"/>
                  </a:lnTo>
                  <a:lnTo>
                    <a:pt x="0" y="114300"/>
                  </a:lnTo>
                  <a:close/>
                </a:path>
                <a:path w="2806700" h="203200">
                  <a:moveTo>
                    <a:pt x="0" y="63500"/>
                  </a:moveTo>
                  <a:lnTo>
                    <a:pt x="6350" y="63500"/>
                  </a:lnTo>
                  <a:lnTo>
                    <a:pt x="6350" y="47828"/>
                  </a:lnTo>
                  <a:lnTo>
                    <a:pt x="6559" y="45745"/>
                  </a:lnTo>
                  <a:lnTo>
                    <a:pt x="6642" y="44919"/>
                  </a:lnTo>
                  <a:lnTo>
                    <a:pt x="7194" y="42113"/>
                  </a:lnTo>
                  <a:lnTo>
                    <a:pt x="1961" y="41078"/>
                  </a:lnTo>
                  <a:lnTo>
                    <a:pt x="0" y="50800"/>
                  </a:lnTo>
                  <a:lnTo>
                    <a:pt x="0" y="63500"/>
                  </a:lnTo>
                  <a:close/>
                </a:path>
                <a:path w="2806700" h="203200">
                  <a:moveTo>
                    <a:pt x="6350" y="63500"/>
                  </a:moveTo>
                  <a:lnTo>
                    <a:pt x="12700" y="63500"/>
                  </a:lnTo>
                  <a:lnTo>
                    <a:pt x="12741" y="47828"/>
                  </a:lnTo>
                  <a:lnTo>
                    <a:pt x="12953" y="45745"/>
                  </a:lnTo>
                  <a:lnTo>
                    <a:pt x="13423" y="43345"/>
                  </a:lnTo>
                  <a:lnTo>
                    <a:pt x="7194" y="42113"/>
                  </a:lnTo>
                  <a:lnTo>
                    <a:pt x="6642" y="44919"/>
                  </a:lnTo>
                  <a:lnTo>
                    <a:pt x="6350" y="47828"/>
                  </a:lnTo>
                  <a:lnTo>
                    <a:pt x="6350" y="63500"/>
                  </a:lnTo>
                  <a:close/>
                </a:path>
                <a:path w="2806700" h="203200">
                  <a:moveTo>
                    <a:pt x="13832" y="26108"/>
                  </a:moveTo>
                  <a:lnTo>
                    <a:pt x="17081" y="21259"/>
                  </a:lnTo>
                  <a:lnTo>
                    <a:pt x="21259" y="17081"/>
                  </a:lnTo>
                  <a:lnTo>
                    <a:pt x="26106" y="13830"/>
                  </a:lnTo>
                  <a:lnTo>
                    <a:pt x="23100" y="9336"/>
                  </a:lnTo>
                  <a:lnTo>
                    <a:pt x="14879" y="14879"/>
                  </a:lnTo>
                  <a:lnTo>
                    <a:pt x="9336" y="23100"/>
                  </a:lnTo>
                  <a:lnTo>
                    <a:pt x="13832" y="26108"/>
                  </a:lnTo>
                  <a:close/>
                </a:path>
                <a:path w="2806700" h="203200">
                  <a:moveTo>
                    <a:pt x="19113" y="29641"/>
                  </a:moveTo>
                  <a:lnTo>
                    <a:pt x="21894" y="25476"/>
                  </a:lnTo>
                  <a:lnTo>
                    <a:pt x="25476" y="21894"/>
                  </a:lnTo>
                  <a:lnTo>
                    <a:pt x="29641" y="19113"/>
                  </a:lnTo>
                  <a:lnTo>
                    <a:pt x="26106" y="13830"/>
                  </a:lnTo>
                  <a:lnTo>
                    <a:pt x="21259" y="17081"/>
                  </a:lnTo>
                  <a:lnTo>
                    <a:pt x="17081" y="21259"/>
                  </a:lnTo>
                  <a:lnTo>
                    <a:pt x="13832" y="26108"/>
                  </a:lnTo>
                  <a:lnTo>
                    <a:pt x="19113" y="29641"/>
                  </a:lnTo>
                  <a:close/>
                </a:path>
                <a:path w="2806700" h="203200">
                  <a:moveTo>
                    <a:pt x="50800" y="12700"/>
                  </a:moveTo>
                  <a:lnTo>
                    <a:pt x="63563" y="12700"/>
                  </a:lnTo>
                  <a:lnTo>
                    <a:pt x="63563" y="0"/>
                  </a:lnTo>
                  <a:lnTo>
                    <a:pt x="50800" y="0"/>
                  </a:lnTo>
                  <a:lnTo>
                    <a:pt x="50800" y="12700"/>
                  </a:lnTo>
                  <a:close/>
                </a:path>
                <a:path w="2806700" h="203200">
                  <a:moveTo>
                    <a:pt x="43345" y="13423"/>
                  </a:moveTo>
                  <a:lnTo>
                    <a:pt x="45745" y="12953"/>
                  </a:lnTo>
                  <a:lnTo>
                    <a:pt x="48234" y="12700"/>
                  </a:lnTo>
                  <a:lnTo>
                    <a:pt x="50800" y="12700"/>
                  </a:lnTo>
                  <a:lnTo>
                    <a:pt x="50800" y="0"/>
                  </a:lnTo>
                  <a:lnTo>
                    <a:pt x="41078" y="1962"/>
                  </a:lnTo>
                  <a:lnTo>
                    <a:pt x="41946" y="6350"/>
                  </a:lnTo>
                  <a:lnTo>
                    <a:pt x="47828" y="6350"/>
                  </a:lnTo>
                  <a:lnTo>
                    <a:pt x="44919" y="6642"/>
                  </a:lnTo>
                  <a:lnTo>
                    <a:pt x="42114" y="7200"/>
                  </a:lnTo>
                  <a:lnTo>
                    <a:pt x="43201" y="12700"/>
                  </a:lnTo>
                  <a:lnTo>
                    <a:pt x="43252" y="12953"/>
                  </a:lnTo>
                  <a:lnTo>
                    <a:pt x="43345" y="13423"/>
                  </a:lnTo>
                  <a:close/>
                </a:path>
                <a:path w="2806700" h="203200">
                  <a:moveTo>
                    <a:pt x="42114" y="7200"/>
                  </a:moveTo>
                  <a:lnTo>
                    <a:pt x="44919" y="6642"/>
                  </a:lnTo>
                  <a:lnTo>
                    <a:pt x="47828" y="6350"/>
                  </a:lnTo>
                  <a:lnTo>
                    <a:pt x="41946" y="6350"/>
                  </a:lnTo>
                  <a:lnTo>
                    <a:pt x="42003" y="6642"/>
                  </a:lnTo>
                  <a:lnTo>
                    <a:pt x="42114" y="7200"/>
                  </a:lnTo>
                  <a:close/>
                </a:path>
                <a:path w="2806700" h="203200">
                  <a:moveTo>
                    <a:pt x="89077" y="12700"/>
                  </a:moveTo>
                  <a:lnTo>
                    <a:pt x="114604" y="12700"/>
                  </a:lnTo>
                  <a:lnTo>
                    <a:pt x="114604" y="0"/>
                  </a:lnTo>
                  <a:lnTo>
                    <a:pt x="89077" y="0"/>
                  </a:lnTo>
                  <a:lnTo>
                    <a:pt x="89077" y="12700"/>
                  </a:lnTo>
                  <a:close/>
                </a:path>
                <a:path w="2806700" h="203200">
                  <a:moveTo>
                    <a:pt x="140119" y="12700"/>
                  </a:moveTo>
                  <a:lnTo>
                    <a:pt x="165633" y="12700"/>
                  </a:lnTo>
                  <a:lnTo>
                    <a:pt x="165633" y="0"/>
                  </a:lnTo>
                  <a:lnTo>
                    <a:pt x="140119" y="0"/>
                  </a:lnTo>
                  <a:lnTo>
                    <a:pt x="140119" y="12700"/>
                  </a:lnTo>
                  <a:close/>
                </a:path>
                <a:path w="2806700" h="203200">
                  <a:moveTo>
                    <a:pt x="191160" y="12700"/>
                  </a:moveTo>
                  <a:lnTo>
                    <a:pt x="216674" y="12700"/>
                  </a:lnTo>
                  <a:lnTo>
                    <a:pt x="216674" y="0"/>
                  </a:lnTo>
                  <a:lnTo>
                    <a:pt x="191160" y="0"/>
                  </a:lnTo>
                  <a:lnTo>
                    <a:pt x="191160" y="12700"/>
                  </a:lnTo>
                  <a:close/>
                </a:path>
                <a:path w="2806700" h="203200">
                  <a:moveTo>
                    <a:pt x="242201" y="12700"/>
                  </a:moveTo>
                  <a:lnTo>
                    <a:pt x="267716" y="12700"/>
                  </a:lnTo>
                  <a:lnTo>
                    <a:pt x="267716" y="0"/>
                  </a:lnTo>
                  <a:lnTo>
                    <a:pt x="242201" y="0"/>
                  </a:lnTo>
                  <a:lnTo>
                    <a:pt x="242201" y="12700"/>
                  </a:lnTo>
                  <a:close/>
                </a:path>
                <a:path w="2806700" h="203200">
                  <a:moveTo>
                    <a:pt x="293243" y="12700"/>
                  </a:moveTo>
                  <a:lnTo>
                    <a:pt x="318757" y="12700"/>
                  </a:lnTo>
                  <a:lnTo>
                    <a:pt x="318757" y="0"/>
                  </a:lnTo>
                  <a:lnTo>
                    <a:pt x="293243" y="0"/>
                  </a:lnTo>
                  <a:lnTo>
                    <a:pt x="293243" y="12700"/>
                  </a:lnTo>
                  <a:close/>
                </a:path>
                <a:path w="2806700" h="203200">
                  <a:moveTo>
                    <a:pt x="344271" y="12700"/>
                  </a:moveTo>
                  <a:lnTo>
                    <a:pt x="369798" y="12700"/>
                  </a:lnTo>
                  <a:lnTo>
                    <a:pt x="369798" y="0"/>
                  </a:lnTo>
                  <a:lnTo>
                    <a:pt x="344271" y="0"/>
                  </a:lnTo>
                  <a:lnTo>
                    <a:pt x="344271" y="12700"/>
                  </a:lnTo>
                  <a:close/>
                </a:path>
                <a:path w="2806700" h="203200">
                  <a:moveTo>
                    <a:pt x="395312" y="12700"/>
                  </a:moveTo>
                  <a:lnTo>
                    <a:pt x="420839" y="12700"/>
                  </a:lnTo>
                  <a:lnTo>
                    <a:pt x="420839" y="0"/>
                  </a:lnTo>
                  <a:lnTo>
                    <a:pt x="395312" y="0"/>
                  </a:lnTo>
                  <a:lnTo>
                    <a:pt x="395312" y="12700"/>
                  </a:lnTo>
                  <a:close/>
                </a:path>
                <a:path w="2806700" h="203200">
                  <a:moveTo>
                    <a:pt x="446354" y="12700"/>
                  </a:moveTo>
                  <a:lnTo>
                    <a:pt x="471881" y="12700"/>
                  </a:lnTo>
                  <a:lnTo>
                    <a:pt x="471881" y="0"/>
                  </a:lnTo>
                  <a:lnTo>
                    <a:pt x="446354" y="0"/>
                  </a:lnTo>
                  <a:lnTo>
                    <a:pt x="446354" y="12700"/>
                  </a:lnTo>
                  <a:close/>
                </a:path>
                <a:path w="2806700" h="203200">
                  <a:moveTo>
                    <a:pt x="497395" y="12700"/>
                  </a:moveTo>
                  <a:lnTo>
                    <a:pt x="522922" y="12700"/>
                  </a:lnTo>
                  <a:lnTo>
                    <a:pt x="522922" y="0"/>
                  </a:lnTo>
                  <a:lnTo>
                    <a:pt x="497395" y="0"/>
                  </a:lnTo>
                  <a:lnTo>
                    <a:pt x="497395" y="12700"/>
                  </a:lnTo>
                  <a:close/>
                </a:path>
                <a:path w="2806700" h="203200">
                  <a:moveTo>
                    <a:pt x="548436" y="12700"/>
                  </a:moveTo>
                  <a:lnTo>
                    <a:pt x="573951" y="12700"/>
                  </a:lnTo>
                  <a:lnTo>
                    <a:pt x="573951" y="0"/>
                  </a:lnTo>
                  <a:lnTo>
                    <a:pt x="548436" y="0"/>
                  </a:lnTo>
                  <a:lnTo>
                    <a:pt x="548436" y="12700"/>
                  </a:lnTo>
                  <a:close/>
                </a:path>
                <a:path w="2806700" h="203200">
                  <a:moveTo>
                    <a:pt x="599478" y="12700"/>
                  </a:moveTo>
                  <a:lnTo>
                    <a:pt x="624992" y="12700"/>
                  </a:lnTo>
                  <a:lnTo>
                    <a:pt x="624992" y="0"/>
                  </a:lnTo>
                  <a:lnTo>
                    <a:pt x="599478" y="0"/>
                  </a:lnTo>
                  <a:lnTo>
                    <a:pt x="599478" y="12700"/>
                  </a:lnTo>
                  <a:close/>
                </a:path>
                <a:path w="2806700" h="203200">
                  <a:moveTo>
                    <a:pt x="650519" y="12700"/>
                  </a:moveTo>
                  <a:lnTo>
                    <a:pt x="676033" y="12700"/>
                  </a:lnTo>
                  <a:lnTo>
                    <a:pt x="676033" y="0"/>
                  </a:lnTo>
                  <a:lnTo>
                    <a:pt x="650519" y="0"/>
                  </a:lnTo>
                  <a:lnTo>
                    <a:pt x="650519" y="12700"/>
                  </a:lnTo>
                  <a:close/>
                </a:path>
                <a:path w="2806700" h="203200">
                  <a:moveTo>
                    <a:pt x="701560" y="12700"/>
                  </a:moveTo>
                  <a:lnTo>
                    <a:pt x="727075" y="12700"/>
                  </a:lnTo>
                  <a:lnTo>
                    <a:pt x="727075" y="0"/>
                  </a:lnTo>
                  <a:lnTo>
                    <a:pt x="701560" y="0"/>
                  </a:lnTo>
                  <a:lnTo>
                    <a:pt x="701560" y="12700"/>
                  </a:lnTo>
                  <a:close/>
                </a:path>
                <a:path w="2806700" h="203200">
                  <a:moveTo>
                    <a:pt x="752589" y="12700"/>
                  </a:moveTo>
                  <a:lnTo>
                    <a:pt x="778116" y="12700"/>
                  </a:lnTo>
                  <a:lnTo>
                    <a:pt x="778116" y="0"/>
                  </a:lnTo>
                  <a:lnTo>
                    <a:pt x="752589" y="0"/>
                  </a:lnTo>
                  <a:lnTo>
                    <a:pt x="752589" y="12700"/>
                  </a:lnTo>
                  <a:close/>
                </a:path>
                <a:path w="2806700" h="203200">
                  <a:moveTo>
                    <a:pt x="803630" y="12700"/>
                  </a:moveTo>
                  <a:lnTo>
                    <a:pt x="829157" y="12700"/>
                  </a:lnTo>
                  <a:lnTo>
                    <a:pt x="829157" y="0"/>
                  </a:lnTo>
                  <a:lnTo>
                    <a:pt x="803630" y="0"/>
                  </a:lnTo>
                  <a:lnTo>
                    <a:pt x="803630" y="12700"/>
                  </a:lnTo>
                  <a:close/>
                </a:path>
                <a:path w="2806700" h="203200">
                  <a:moveTo>
                    <a:pt x="854671" y="12700"/>
                  </a:moveTo>
                  <a:lnTo>
                    <a:pt x="880198" y="12700"/>
                  </a:lnTo>
                  <a:lnTo>
                    <a:pt x="880198" y="0"/>
                  </a:lnTo>
                  <a:lnTo>
                    <a:pt x="854671" y="0"/>
                  </a:lnTo>
                  <a:lnTo>
                    <a:pt x="854671" y="12700"/>
                  </a:lnTo>
                  <a:close/>
                </a:path>
                <a:path w="2806700" h="203200">
                  <a:moveTo>
                    <a:pt x="905713" y="12700"/>
                  </a:moveTo>
                  <a:lnTo>
                    <a:pt x="931227" y="12700"/>
                  </a:lnTo>
                  <a:lnTo>
                    <a:pt x="931227" y="0"/>
                  </a:lnTo>
                  <a:lnTo>
                    <a:pt x="905713" y="0"/>
                  </a:lnTo>
                  <a:lnTo>
                    <a:pt x="905713" y="12700"/>
                  </a:lnTo>
                  <a:close/>
                </a:path>
                <a:path w="2806700" h="203200">
                  <a:moveTo>
                    <a:pt x="956754" y="12700"/>
                  </a:moveTo>
                  <a:lnTo>
                    <a:pt x="982268" y="12700"/>
                  </a:lnTo>
                  <a:lnTo>
                    <a:pt x="982268" y="0"/>
                  </a:lnTo>
                  <a:lnTo>
                    <a:pt x="956754" y="0"/>
                  </a:lnTo>
                  <a:lnTo>
                    <a:pt x="956754" y="12700"/>
                  </a:lnTo>
                  <a:close/>
                </a:path>
                <a:path w="2806700" h="203200">
                  <a:moveTo>
                    <a:pt x="1007795" y="12700"/>
                  </a:moveTo>
                  <a:lnTo>
                    <a:pt x="1033310" y="12700"/>
                  </a:lnTo>
                  <a:lnTo>
                    <a:pt x="1033310" y="0"/>
                  </a:lnTo>
                  <a:lnTo>
                    <a:pt x="1007795" y="0"/>
                  </a:lnTo>
                  <a:lnTo>
                    <a:pt x="1007795" y="12700"/>
                  </a:lnTo>
                  <a:close/>
                </a:path>
                <a:path w="2806700" h="203200">
                  <a:moveTo>
                    <a:pt x="1058837" y="12700"/>
                  </a:moveTo>
                  <a:lnTo>
                    <a:pt x="1084351" y="12700"/>
                  </a:lnTo>
                  <a:lnTo>
                    <a:pt x="1084351" y="0"/>
                  </a:lnTo>
                  <a:lnTo>
                    <a:pt x="1058837" y="0"/>
                  </a:lnTo>
                  <a:lnTo>
                    <a:pt x="1058837" y="12700"/>
                  </a:lnTo>
                  <a:close/>
                </a:path>
                <a:path w="2806700" h="203200">
                  <a:moveTo>
                    <a:pt x="1109878" y="12700"/>
                  </a:moveTo>
                  <a:lnTo>
                    <a:pt x="1135392" y="12700"/>
                  </a:lnTo>
                  <a:lnTo>
                    <a:pt x="1135392" y="0"/>
                  </a:lnTo>
                  <a:lnTo>
                    <a:pt x="1109878" y="0"/>
                  </a:lnTo>
                  <a:lnTo>
                    <a:pt x="1109878" y="12700"/>
                  </a:lnTo>
                  <a:close/>
                </a:path>
                <a:path w="2806700" h="203200">
                  <a:moveTo>
                    <a:pt x="1160906" y="12700"/>
                  </a:moveTo>
                  <a:lnTo>
                    <a:pt x="1186433" y="12700"/>
                  </a:lnTo>
                  <a:lnTo>
                    <a:pt x="1186433" y="0"/>
                  </a:lnTo>
                  <a:lnTo>
                    <a:pt x="1160906" y="0"/>
                  </a:lnTo>
                  <a:lnTo>
                    <a:pt x="1160906" y="12700"/>
                  </a:lnTo>
                  <a:close/>
                </a:path>
                <a:path w="2806700" h="203200">
                  <a:moveTo>
                    <a:pt x="1211948" y="12700"/>
                  </a:moveTo>
                  <a:lnTo>
                    <a:pt x="1237475" y="12700"/>
                  </a:lnTo>
                  <a:lnTo>
                    <a:pt x="1237475" y="0"/>
                  </a:lnTo>
                  <a:lnTo>
                    <a:pt x="1211948" y="0"/>
                  </a:lnTo>
                  <a:lnTo>
                    <a:pt x="1211948" y="12700"/>
                  </a:lnTo>
                  <a:close/>
                </a:path>
                <a:path w="2806700" h="203200">
                  <a:moveTo>
                    <a:pt x="1262989" y="12700"/>
                  </a:moveTo>
                  <a:lnTo>
                    <a:pt x="1288516" y="12700"/>
                  </a:lnTo>
                  <a:lnTo>
                    <a:pt x="1288516" y="0"/>
                  </a:lnTo>
                  <a:lnTo>
                    <a:pt x="1262989" y="0"/>
                  </a:lnTo>
                  <a:lnTo>
                    <a:pt x="1262989" y="12700"/>
                  </a:lnTo>
                  <a:close/>
                </a:path>
                <a:path w="2806700" h="203200">
                  <a:moveTo>
                    <a:pt x="1314030" y="12700"/>
                  </a:moveTo>
                  <a:lnTo>
                    <a:pt x="1339545" y="12700"/>
                  </a:lnTo>
                  <a:lnTo>
                    <a:pt x="1339545" y="0"/>
                  </a:lnTo>
                  <a:lnTo>
                    <a:pt x="1314030" y="0"/>
                  </a:lnTo>
                  <a:lnTo>
                    <a:pt x="1314030" y="12700"/>
                  </a:lnTo>
                  <a:close/>
                </a:path>
                <a:path w="2806700" h="203200">
                  <a:moveTo>
                    <a:pt x="1365072" y="12700"/>
                  </a:moveTo>
                  <a:lnTo>
                    <a:pt x="1390586" y="12700"/>
                  </a:lnTo>
                  <a:lnTo>
                    <a:pt x="1390586" y="0"/>
                  </a:lnTo>
                  <a:lnTo>
                    <a:pt x="1365072" y="0"/>
                  </a:lnTo>
                  <a:lnTo>
                    <a:pt x="1365072" y="12700"/>
                  </a:lnTo>
                  <a:close/>
                </a:path>
                <a:path w="2806700" h="203200">
                  <a:moveTo>
                    <a:pt x="1416113" y="12700"/>
                  </a:moveTo>
                  <a:lnTo>
                    <a:pt x="1441627" y="12700"/>
                  </a:lnTo>
                  <a:lnTo>
                    <a:pt x="1441627" y="0"/>
                  </a:lnTo>
                  <a:lnTo>
                    <a:pt x="1416113" y="0"/>
                  </a:lnTo>
                  <a:lnTo>
                    <a:pt x="1416113" y="12700"/>
                  </a:lnTo>
                  <a:close/>
                </a:path>
                <a:path w="2806700" h="203200">
                  <a:moveTo>
                    <a:pt x="1467154" y="12700"/>
                  </a:moveTo>
                  <a:lnTo>
                    <a:pt x="1492669" y="12700"/>
                  </a:lnTo>
                  <a:lnTo>
                    <a:pt x="1492669" y="0"/>
                  </a:lnTo>
                  <a:lnTo>
                    <a:pt x="1467154" y="0"/>
                  </a:lnTo>
                  <a:lnTo>
                    <a:pt x="1467154" y="12700"/>
                  </a:lnTo>
                  <a:close/>
                </a:path>
                <a:path w="2806700" h="203200">
                  <a:moveTo>
                    <a:pt x="1518196" y="12700"/>
                  </a:moveTo>
                  <a:lnTo>
                    <a:pt x="1543710" y="12700"/>
                  </a:lnTo>
                  <a:lnTo>
                    <a:pt x="1543710" y="0"/>
                  </a:lnTo>
                  <a:lnTo>
                    <a:pt x="1518196" y="0"/>
                  </a:lnTo>
                  <a:lnTo>
                    <a:pt x="1518196" y="12700"/>
                  </a:lnTo>
                  <a:close/>
                </a:path>
                <a:path w="2806700" h="203200">
                  <a:moveTo>
                    <a:pt x="1569224" y="12700"/>
                  </a:moveTo>
                  <a:lnTo>
                    <a:pt x="1594751" y="12700"/>
                  </a:lnTo>
                  <a:lnTo>
                    <a:pt x="1594751" y="0"/>
                  </a:lnTo>
                  <a:lnTo>
                    <a:pt x="1569224" y="0"/>
                  </a:lnTo>
                  <a:lnTo>
                    <a:pt x="1569224" y="12700"/>
                  </a:lnTo>
                  <a:close/>
                </a:path>
                <a:path w="2806700" h="203200">
                  <a:moveTo>
                    <a:pt x="1620266" y="12700"/>
                  </a:moveTo>
                  <a:lnTo>
                    <a:pt x="1645793" y="12700"/>
                  </a:lnTo>
                  <a:lnTo>
                    <a:pt x="1645793" y="0"/>
                  </a:lnTo>
                  <a:lnTo>
                    <a:pt x="1620266" y="0"/>
                  </a:lnTo>
                  <a:lnTo>
                    <a:pt x="1620266" y="12700"/>
                  </a:lnTo>
                  <a:close/>
                </a:path>
                <a:path w="2806700" h="203200">
                  <a:moveTo>
                    <a:pt x="1671307" y="12700"/>
                  </a:moveTo>
                  <a:lnTo>
                    <a:pt x="1696834" y="12700"/>
                  </a:lnTo>
                  <a:lnTo>
                    <a:pt x="1696834" y="0"/>
                  </a:lnTo>
                  <a:lnTo>
                    <a:pt x="1671307" y="0"/>
                  </a:lnTo>
                  <a:lnTo>
                    <a:pt x="1671307" y="12700"/>
                  </a:lnTo>
                  <a:close/>
                </a:path>
                <a:path w="2806700" h="203200">
                  <a:moveTo>
                    <a:pt x="1722348" y="12700"/>
                  </a:moveTo>
                  <a:lnTo>
                    <a:pt x="1747862" y="12700"/>
                  </a:lnTo>
                  <a:lnTo>
                    <a:pt x="1747862" y="0"/>
                  </a:lnTo>
                  <a:lnTo>
                    <a:pt x="1722348" y="0"/>
                  </a:lnTo>
                  <a:lnTo>
                    <a:pt x="1722348" y="12700"/>
                  </a:lnTo>
                  <a:close/>
                </a:path>
                <a:path w="2806700" h="203200">
                  <a:moveTo>
                    <a:pt x="1773389" y="12700"/>
                  </a:moveTo>
                  <a:lnTo>
                    <a:pt x="1798904" y="12700"/>
                  </a:lnTo>
                  <a:lnTo>
                    <a:pt x="1798904" y="0"/>
                  </a:lnTo>
                  <a:lnTo>
                    <a:pt x="1773389" y="0"/>
                  </a:lnTo>
                  <a:lnTo>
                    <a:pt x="1773389" y="12700"/>
                  </a:lnTo>
                  <a:close/>
                </a:path>
                <a:path w="2806700" h="203200">
                  <a:moveTo>
                    <a:pt x="1824431" y="12700"/>
                  </a:moveTo>
                  <a:lnTo>
                    <a:pt x="1849945" y="12700"/>
                  </a:lnTo>
                  <a:lnTo>
                    <a:pt x="1849945" y="0"/>
                  </a:lnTo>
                  <a:lnTo>
                    <a:pt x="1824431" y="0"/>
                  </a:lnTo>
                  <a:lnTo>
                    <a:pt x="1824431" y="12700"/>
                  </a:lnTo>
                  <a:close/>
                </a:path>
                <a:path w="2806700" h="203200">
                  <a:moveTo>
                    <a:pt x="1875472" y="12700"/>
                  </a:moveTo>
                  <a:lnTo>
                    <a:pt x="1900986" y="12700"/>
                  </a:lnTo>
                  <a:lnTo>
                    <a:pt x="1900986" y="0"/>
                  </a:lnTo>
                  <a:lnTo>
                    <a:pt x="1875472" y="0"/>
                  </a:lnTo>
                  <a:lnTo>
                    <a:pt x="1875472" y="12700"/>
                  </a:lnTo>
                  <a:close/>
                </a:path>
                <a:path w="2806700" h="203200">
                  <a:moveTo>
                    <a:pt x="1926501" y="12700"/>
                  </a:moveTo>
                  <a:lnTo>
                    <a:pt x="1952028" y="12700"/>
                  </a:lnTo>
                  <a:lnTo>
                    <a:pt x="1952028" y="0"/>
                  </a:lnTo>
                  <a:lnTo>
                    <a:pt x="1926501" y="0"/>
                  </a:lnTo>
                  <a:lnTo>
                    <a:pt x="1926501" y="12700"/>
                  </a:lnTo>
                  <a:close/>
                </a:path>
                <a:path w="2806700" h="203200">
                  <a:moveTo>
                    <a:pt x="1977542" y="12700"/>
                  </a:moveTo>
                  <a:lnTo>
                    <a:pt x="2003069" y="12700"/>
                  </a:lnTo>
                  <a:lnTo>
                    <a:pt x="2003069" y="0"/>
                  </a:lnTo>
                  <a:lnTo>
                    <a:pt x="1977542" y="0"/>
                  </a:lnTo>
                  <a:lnTo>
                    <a:pt x="1977542" y="12700"/>
                  </a:lnTo>
                  <a:close/>
                </a:path>
                <a:path w="2806700" h="203200">
                  <a:moveTo>
                    <a:pt x="2028583" y="12700"/>
                  </a:moveTo>
                  <a:lnTo>
                    <a:pt x="2054110" y="12700"/>
                  </a:lnTo>
                  <a:lnTo>
                    <a:pt x="2054110" y="0"/>
                  </a:lnTo>
                  <a:lnTo>
                    <a:pt x="2028583" y="0"/>
                  </a:lnTo>
                  <a:lnTo>
                    <a:pt x="2028583" y="12700"/>
                  </a:lnTo>
                  <a:close/>
                </a:path>
                <a:path w="2806700" h="203200">
                  <a:moveTo>
                    <a:pt x="2079625" y="12700"/>
                  </a:moveTo>
                  <a:lnTo>
                    <a:pt x="2105139" y="12700"/>
                  </a:lnTo>
                  <a:lnTo>
                    <a:pt x="2105139" y="0"/>
                  </a:lnTo>
                  <a:lnTo>
                    <a:pt x="2079625" y="0"/>
                  </a:lnTo>
                  <a:lnTo>
                    <a:pt x="2079625" y="12700"/>
                  </a:lnTo>
                  <a:close/>
                </a:path>
                <a:path w="2806700" h="203200">
                  <a:moveTo>
                    <a:pt x="2130666" y="12700"/>
                  </a:moveTo>
                  <a:lnTo>
                    <a:pt x="2156180" y="12700"/>
                  </a:lnTo>
                  <a:lnTo>
                    <a:pt x="2156180" y="0"/>
                  </a:lnTo>
                  <a:lnTo>
                    <a:pt x="2130666" y="0"/>
                  </a:lnTo>
                  <a:lnTo>
                    <a:pt x="2130666" y="12700"/>
                  </a:lnTo>
                  <a:close/>
                </a:path>
                <a:path w="2806700" h="203200">
                  <a:moveTo>
                    <a:pt x="2181707" y="12700"/>
                  </a:moveTo>
                  <a:lnTo>
                    <a:pt x="2207221" y="12700"/>
                  </a:lnTo>
                  <a:lnTo>
                    <a:pt x="2207221" y="0"/>
                  </a:lnTo>
                  <a:lnTo>
                    <a:pt x="2181707" y="0"/>
                  </a:lnTo>
                  <a:lnTo>
                    <a:pt x="2181707" y="12700"/>
                  </a:lnTo>
                  <a:close/>
                </a:path>
                <a:path w="2806700" h="203200">
                  <a:moveTo>
                    <a:pt x="2232748" y="12700"/>
                  </a:moveTo>
                  <a:lnTo>
                    <a:pt x="2258263" y="12700"/>
                  </a:lnTo>
                  <a:lnTo>
                    <a:pt x="2258263" y="0"/>
                  </a:lnTo>
                  <a:lnTo>
                    <a:pt x="2232748" y="0"/>
                  </a:lnTo>
                  <a:lnTo>
                    <a:pt x="2232748" y="12700"/>
                  </a:lnTo>
                  <a:close/>
                </a:path>
                <a:path w="2806700" h="203200">
                  <a:moveTo>
                    <a:pt x="2283777" y="12700"/>
                  </a:moveTo>
                  <a:lnTo>
                    <a:pt x="2309304" y="12700"/>
                  </a:lnTo>
                  <a:lnTo>
                    <a:pt x="2309304" y="0"/>
                  </a:lnTo>
                  <a:lnTo>
                    <a:pt x="2283777" y="0"/>
                  </a:lnTo>
                  <a:lnTo>
                    <a:pt x="2283777" y="12700"/>
                  </a:lnTo>
                  <a:close/>
                </a:path>
                <a:path w="2806700" h="203200">
                  <a:moveTo>
                    <a:pt x="2334818" y="12700"/>
                  </a:moveTo>
                  <a:lnTo>
                    <a:pt x="2360345" y="12700"/>
                  </a:lnTo>
                  <a:lnTo>
                    <a:pt x="2360345" y="0"/>
                  </a:lnTo>
                  <a:lnTo>
                    <a:pt x="2334818" y="0"/>
                  </a:lnTo>
                  <a:lnTo>
                    <a:pt x="2334818" y="12700"/>
                  </a:lnTo>
                  <a:close/>
                </a:path>
                <a:path w="2806700" h="203200">
                  <a:moveTo>
                    <a:pt x="2385860" y="12700"/>
                  </a:moveTo>
                  <a:lnTo>
                    <a:pt x="2411387" y="12700"/>
                  </a:lnTo>
                  <a:lnTo>
                    <a:pt x="2411387" y="0"/>
                  </a:lnTo>
                  <a:lnTo>
                    <a:pt x="2385860" y="0"/>
                  </a:lnTo>
                  <a:lnTo>
                    <a:pt x="2385860" y="12700"/>
                  </a:lnTo>
                  <a:close/>
                </a:path>
                <a:path w="2806700" h="203200">
                  <a:moveTo>
                    <a:pt x="2436901" y="12700"/>
                  </a:moveTo>
                  <a:lnTo>
                    <a:pt x="2462415" y="12700"/>
                  </a:lnTo>
                  <a:lnTo>
                    <a:pt x="2462415" y="0"/>
                  </a:lnTo>
                  <a:lnTo>
                    <a:pt x="2436901" y="0"/>
                  </a:lnTo>
                  <a:lnTo>
                    <a:pt x="2436901" y="12700"/>
                  </a:lnTo>
                  <a:close/>
                </a:path>
                <a:path w="2806700" h="203200">
                  <a:moveTo>
                    <a:pt x="2487942" y="12700"/>
                  </a:moveTo>
                  <a:lnTo>
                    <a:pt x="2513457" y="12700"/>
                  </a:lnTo>
                  <a:lnTo>
                    <a:pt x="2513457" y="0"/>
                  </a:lnTo>
                  <a:lnTo>
                    <a:pt x="2487942" y="0"/>
                  </a:lnTo>
                  <a:lnTo>
                    <a:pt x="2487942" y="12700"/>
                  </a:lnTo>
                  <a:close/>
                </a:path>
                <a:path w="2806700" h="203200">
                  <a:moveTo>
                    <a:pt x="2538984" y="12700"/>
                  </a:moveTo>
                  <a:lnTo>
                    <a:pt x="2564498" y="12700"/>
                  </a:lnTo>
                  <a:lnTo>
                    <a:pt x="2564498" y="0"/>
                  </a:lnTo>
                  <a:lnTo>
                    <a:pt x="2538984" y="0"/>
                  </a:lnTo>
                  <a:lnTo>
                    <a:pt x="2538984" y="12700"/>
                  </a:lnTo>
                  <a:close/>
                </a:path>
                <a:path w="2806700" h="203200">
                  <a:moveTo>
                    <a:pt x="2590025" y="12700"/>
                  </a:moveTo>
                  <a:lnTo>
                    <a:pt x="2615539" y="12700"/>
                  </a:lnTo>
                  <a:lnTo>
                    <a:pt x="2615539" y="0"/>
                  </a:lnTo>
                  <a:lnTo>
                    <a:pt x="2590025" y="0"/>
                  </a:lnTo>
                  <a:lnTo>
                    <a:pt x="2590025" y="12700"/>
                  </a:lnTo>
                  <a:close/>
                </a:path>
                <a:path w="2806700" h="203200">
                  <a:moveTo>
                    <a:pt x="2641066" y="12700"/>
                  </a:moveTo>
                  <a:lnTo>
                    <a:pt x="2666580" y="12700"/>
                  </a:lnTo>
                  <a:lnTo>
                    <a:pt x="2666580" y="0"/>
                  </a:lnTo>
                  <a:lnTo>
                    <a:pt x="2641066" y="0"/>
                  </a:lnTo>
                  <a:lnTo>
                    <a:pt x="2641066" y="12700"/>
                  </a:lnTo>
                  <a:close/>
                </a:path>
                <a:path w="2806700" h="203200">
                  <a:moveTo>
                    <a:pt x="2692095" y="12700"/>
                  </a:moveTo>
                  <a:lnTo>
                    <a:pt x="2717622" y="12700"/>
                  </a:lnTo>
                  <a:lnTo>
                    <a:pt x="2717622" y="0"/>
                  </a:lnTo>
                  <a:lnTo>
                    <a:pt x="2692095" y="0"/>
                  </a:lnTo>
                  <a:lnTo>
                    <a:pt x="2692095" y="12700"/>
                  </a:lnTo>
                  <a:close/>
                </a:path>
              </a:pathLst>
            </a:custGeom>
            <a:solidFill>
              <a:srgbClr val="5208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9" name="object 189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1434737" y="7560247"/>
              <a:ext cx="1598485" cy="90639"/>
            </a:xfrm>
            <a:prstGeom prst="rect">
              <a:avLst/>
            </a:prstGeom>
          </p:spPr>
        </p:pic>
        <p:pic>
          <p:nvPicPr>
            <p:cNvPr id="190" name="object 190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10947400" y="5994400"/>
              <a:ext cx="2984500" cy="1485900"/>
            </a:xfrm>
            <a:prstGeom prst="rect">
              <a:avLst/>
            </a:prstGeom>
          </p:spPr>
        </p:pic>
        <p:sp>
          <p:nvSpPr>
            <p:cNvPr id="191" name="object 191"/>
            <p:cNvSpPr/>
            <p:nvPr/>
          </p:nvSpPr>
          <p:spPr>
            <a:xfrm>
              <a:off x="13893800" y="533400"/>
              <a:ext cx="76200" cy="7200900"/>
            </a:xfrm>
            <a:custGeom>
              <a:avLst/>
              <a:gdLst/>
              <a:ahLst/>
              <a:cxnLst/>
              <a:rect l="l" t="t" r="r" b="b"/>
              <a:pathLst>
                <a:path w="76200" h="7200900">
                  <a:moveTo>
                    <a:pt x="76200" y="7200900"/>
                  </a:moveTo>
                  <a:lnTo>
                    <a:pt x="0" y="7200900"/>
                  </a:lnTo>
                  <a:lnTo>
                    <a:pt x="0" y="0"/>
                  </a:lnTo>
                  <a:lnTo>
                    <a:pt x="76200" y="0"/>
                  </a:lnTo>
                  <a:lnTo>
                    <a:pt x="76200" y="7200900"/>
                  </a:lnTo>
                  <a:close/>
                </a:path>
              </a:pathLst>
            </a:custGeom>
            <a:solidFill>
              <a:srgbClr val="E13E4E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10769600" y="3213100"/>
              <a:ext cx="3111500" cy="2794000"/>
            </a:xfrm>
            <a:custGeom>
              <a:avLst/>
              <a:gdLst/>
              <a:ahLst/>
              <a:cxnLst/>
              <a:rect l="l" t="t" r="r" b="b"/>
              <a:pathLst>
                <a:path w="3111500" h="2794000">
                  <a:moveTo>
                    <a:pt x="3111500" y="0"/>
                  </a:moveTo>
                  <a:lnTo>
                    <a:pt x="0" y="0"/>
                  </a:lnTo>
                  <a:lnTo>
                    <a:pt x="0" y="2794000"/>
                  </a:lnTo>
                  <a:lnTo>
                    <a:pt x="3111500" y="2794000"/>
                  </a:lnTo>
                  <a:lnTo>
                    <a:pt x="3111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10769600" y="3213099"/>
              <a:ext cx="12700" cy="2794000"/>
            </a:xfrm>
            <a:custGeom>
              <a:avLst/>
              <a:gdLst/>
              <a:ahLst/>
              <a:cxnLst/>
              <a:rect l="l" t="t" r="r" b="b"/>
              <a:pathLst>
                <a:path w="12700" h="2794000">
                  <a:moveTo>
                    <a:pt x="6350" y="2781300"/>
                  </a:moveTo>
                  <a:lnTo>
                    <a:pt x="0" y="2781300"/>
                  </a:lnTo>
                  <a:lnTo>
                    <a:pt x="0" y="2794000"/>
                  </a:lnTo>
                  <a:lnTo>
                    <a:pt x="6350" y="2794000"/>
                  </a:lnTo>
                  <a:lnTo>
                    <a:pt x="6350" y="2781300"/>
                  </a:lnTo>
                  <a:close/>
                </a:path>
                <a:path w="12700" h="2794000">
                  <a:moveTo>
                    <a:pt x="12700" y="2730500"/>
                  </a:moveTo>
                  <a:lnTo>
                    <a:pt x="6350" y="2730500"/>
                  </a:lnTo>
                  <a:lnTo>
                    <a:pt x="0" y="2730500"/>
                  </a:lnTo>
                  <a:lnTo>
                    <a:pt x="0" y="2755900"/>
                  </a:lnTo>
                  <a:lnTo>
                    <a:pt x="6350" y="2755900"/>
                  </a:lnTo>
                  <a:lnTo>
                    <a:pt x="12700" y="2755900"/>
                  </a:lnTo>
                  <a:lnTo>
                    <a:pt x="12700" y="2730500"/>
                  </a:lnTo>
                  <a:close/>
                </a:path>
                <a:path w="12700" h="2794000">
                  <a:moveTo>
                    <a:pt x="12700" y="2679700"/>
                  </a:moveTo>
                  <a:lnTo>
                    <a:pt x="6350" y="2679700"/>
                  </a:lnTo>
                  <a:lnTo>
                    <a:pt x="0" y="2679700"/>
                  </a:lnTo>
                  <a:lnTo>
                    <a:pt x="0" y="2705100"/>
                  </a:lnTo>
                  <a:lnTo>
                    <a:pt x="6350" y="2705100"/>
                  </a:lnTo>
                  <a:lnTo>
                    <a:pt x="12700" y="2705100"/>
                  </a:lnTo>
                  <a:lnTo>
                    <a:pt x="12700" y="2679700"/>
                  </a:lnTo>
                  <a:close/>
                </a:path>
                <a:path w="12700" h="2794000">
                  <a:moveTo>
                    <a:pt x="12700" y="2628900"/>
                  </a:moveTo>
                  <a:lnTo>
                    <a:pt x="6350" y="2628900"/>
                  </a:lnTo>
                  <a:lnTo>
                    <a:pt x="0" y="2628900"/>
                  </a:lnTo>
                  <a:lnTo>
                    <a:pt x="0" y="2654300"/>
                  </a:lnTo>
                  <a:lnTo>
                    <a:pt x="6350" y="2654300"/>
                  </a:lnTo>
                  <a:lnTo>
                    <a:pt x="12700" y="2654300"/>
                  </a:lnTo>
                  <a:lnTo>
                    <a:pt x="12700" y="2628900"/>
                  </a:lnTo>
                  <a:close/>
                </a:path>
                <a:path w="12700" h="2794000">
                  <a:moveTo>
                    <a:pt x="12700" y="2578100"/>
                  </a:moveTo>
                  <a:lnTo>
                    <a:pt x="6350" y="2578100"/>
                  </a:lnTo>
                  <a:lnTo>
                    <a:pt x="0" y="2578100"/>
                  </a:lnTo>
                  <a:lnTo>
                    <a:pt x="0" y="2603500"/>
                  </a:lnTo>
                  <a:lnTo>
                    <a:pt x="6350" y="2603500"/>
                  </a:lnTo>
                  <a:lnTo>
                    <a:pt x="12700" y="2603500"/>
                  </a:lnTo>
                  <a:lnTo>
                    <a:pt x="12700" y="2578100"/>
                  </a:lnTo>
                  <a:close/>
                </a:path>
                <a:path w="12700" h="2794000">
                  <a:moveTo>
                    <a:pt x="12700" y="2527300"/>
                  </a:moveTo>
                  <a:lnTo>
                    <a:pt x="6350" y="2527300"/>
                  </a:lnTo>
                  <a:lnTo>
                    <a:pt x="0" y="2527300"/>
                  </a:lnTo>
                  <a:lnTo>
                    <a:pt x="0" y="2552700"/>
                  </a:lnTo>
                  <a:lnTo>
                    <a:pt x="6350" y="2552700"/>
                  </a:lnTo>
                  <a:lnTo>
                    <a:pt x="12700" y="2552700"/>
                  </a:lnTo>
                  <a:lnTo>
                    <a:pt x="12700" y="2527300"/>
                  </a:lnTo>
                  <a:close/>
                </a:path>
                <a:path w="12700" h="2794000">
                  <a:moveTo>
                    <a:pt x="12700" y="2476500"/>
                  </a:moveTo>
                  <a:lnTo>
                    <a:pt x="6350" y="2476500"/>
                  </a:lnTo>
                  <a:lnTo>
                    <a:pt x="0" y="2476500"/>
                  </a:lnTo>
                  <a:lnTo>
                    <a:pt x="0" y="2501900"/>
                  </a:lnTo>
                  <a:lnTo>
                    <a:pt x="6350" y="2501900"/>
                  </a:lnTo>
                  <a:lnTo>
                    <a:pt x="12700" y="2501900"/>
                  </a:lnTo>
                  <a:lnTo>
                    <a:pt x="12700" y="2476500"/>
                  </a:lnTo>
                  <a:close/>
                </a:path>
                <a:path w="12700" h="2794000">
                  <a:moveTo>
                    <a:pt x="12700" y="2425700"/>
                  </a:moveTo>
                  <a:lnTo>
                    <a:pt x="6350" y="2425700"/>
                  </a:lnTo>
                  <a:lnTo>
                    <a:pt x="0" y="2425700"/>
                  </a:lnTo>
                  <a:lnTo>
                    <a:pt x="0" y="2451100"/>
                  </a:lnTo>
                  <a:lnTo>
                    <a:pt x="6350" y="2451100"/>
                  </a:lnTo>
                  <a:lnTo>
                    <a:pt x="12700" y="2451100"/>
                  </a:lnTo>
                  <a:lnTo>
                    <a:pt x="12700" y="2425700"/>
                  </a:lnTo>
                  <a:close/>
                </a:path>
                <a:path w="12700" h="2794000">
                  <a:moveTo>
                    <a:pt x="12700" y="2374900"/>
                  </a:moveTo>
                  <a:lnTo>
                    <a:pt x="6350" y="2374900"/>
                  </a:lnTo>
                  <a:lnTo>
                    <a:pt x="0" y="2374900"/>
                  </a:lnTo>
                  <a:lnTo>
                    <a:pt x="0" y="2400300"/>
                  </a:lnTo>
                  <a:lnTo>
                    <a:pt x="6350" y="2400300"/>
                  </a:lnTo>
                  <a:lnTo>
                    <a:pt x="12700" y="2400300"/>
                  </a:lnTo>
                  <a:lnTo>
                    <a:pt x="12700" y="2374900"/>
                  </a:lnTo>
                  <a:close/>
                </a:path>
                <a:path w="12700" h="2794000">
                  <a:moveTo>
                    <a:pt x="12700" y="2324100"/>
                  </a:moveTo>
                  <a:lnTo>
                    <a:pt x="6350" y="2324100"/>
                  </a:lnTo>
                  <a:lnTo>
                    <a:pt x="0" y="2324100"/>
                  </a:lnTo>
                  <a:lnTo>
                    <a:pt x="0" y="2349500"/>
                  </a:lnTo>
                  <a:lnTo>
                    <a:pt x="6350" y="2349500"/>
                  </a:lnTo>
                  <a:lnTo>
                    <a:pt x="12700" y="2349500"/>
                  </a:lnTo>
                  <a:lnTo>
                    <a:pt x="12700" y="2324100"/>
                  </a:lnTo>
                  <a:close/>
                </a:path>
                <a:path w="12700" h="2794000">
                  <a:moveTo>
                    <a:pt x="12700" y="2273300"/>
                  </a:moveTo>
                  <a:lnTo>
                    <a:pt x="6350" y="2273300"/>
                  </a:lnTo>
                  <a:lnTo>
                    <a:pt x="0" y="2273300"/>
                  </a:lnTo>
                  <a:lnTo>
                    <a:pt x="0" y="2298700"/>
                  </a:lnTo>
                  <a:lnTo>
                    <a:pt x="6350" y="2298700"/>
                  </a:lnTo>
                  <a:lnTo>
                    <a:pt x="12700" y="2298700"/>
                  </a:lnTo>
                  <a:lnTo>
                    <a:pt x="12700" y="2273300"/>
                  </a:lnTo>
                  <a:close/>
                </a:path>
                <a:path w="12700" h="2794000">
                  <a:moveTo>
                    <a:pt x="12700" y="2222500"/>
                  </a:moveTo>
                  <a:lnTo>
                    <a:pt x="6350" y="2222500"/>
                  </a:lnTo>
                  <a:lnTo>
                    <a:pt x="0" y="2222500"/>
                  </a:lnTo>
                  <a:lnTo>
                    <a:pt x="0" y="2247900"/>
                  </a:lnTo>
                  <a:lnTo>
                    <a:pt x="6350" y="2247900"/>
                  </a:lnTo>
                  <a:lnTo>
                    <a:pt x="12700" y="2247900"/>
                  </a:lnTo>
                  <a:lnTo>
                    <a:pt x="12700" y="2222500"/>
                  </a:lnTo>
                  <a:close/>
                </a:path>
                <a:path w="12700" h="2794000">
                  <a:moveTo>
                    <a:pt x="12700" y="2171700"/>
                  </a:moveTo>
                  <a:lnTo>
                    <a:pt x="6350" y="2171700"/>
                  </a:lnTo>
                  <a:lnTo>
                    <a:pt x="0" y="2171700"/>
                  </a:lnTo>
                  <a:lnTo>
                    <a:pt x="0" y="2197100"/>
                  </a:lnTo>
                  <a:lnTo>
                    <a:pt x="6350" y="2197100"/>
                  </a:lnTo>
                  <a:lnTo>
                    <a:pt x="12700" y="2197100"/>
                  </a:lnTo>
                  <a:lnTo>
                    <a:pt x="12700" y="2171700"/>
                  </a:lnTo>
                  <a:close/>
                </a:path>
                <a:path w="12700" h="2794000">
                  <a:moveTo>
                    <a:pt x="12700" y="190500"/>
                  </a:moveTo>
                  <a:lnTo>
                    <a:pt x="6350" y="190500"/>
                  </a:lnTo>
                  <a:lnTo>
                    <a:pt x="0" y="190500"/>
                  </a:lnTo>
                  <a:lnTo>
                    <a:pt x="0" y="215900"/>
                  </a:lnTo>
                  <a:lnTo>
                    <a:pt x="6350" y="215900"/>
                  </a:lnTo>
                  <a:lnTo>
                    <a:pt x="12700" y="215900"/>
                  </a:lnTo>
                  <a:lnTo>
                    <a:pt x="12700" y="190500"/>
                  </a:lnTo>
                  <a:close/>
                </a:path>
                <a:path w="12700" h="2794000">
                  <a:moveTo>
                    <a:pt x="12700" y="139700"/>
                  </a:moveTo>
                  <a:lnTo>
                    <a:pt x="6350" y="139700"/>
                  </a:lnTo>
                  <a:lnTo>
                    <a:pt x="0" y="139700"/>
                  </a:lnTo>
                  <a:lnTo>
                    <a:pt x="0" y="165100"/>
                  </a:lnTo>
                  <a:lnTo>
                    <a:pt x="6350" y="165100"/>
                  </a:lnTo>
                  <a:lnTo>
                    <a:pt x="12700" y="165100"/>
                  </a:lnTo>
                  <a:lnTo>
                    <a:pt x="12700" y="139700"/>
                  </a:lnTo>
                  <a:close/>
                </a:path>
                <a:path w="12700" h="2794000">
                  <a:moveTo>
                    <a:pt x="12700" y="88900"/>
                  </a:moveTo>
                  <a:lnTo>
                    <a:pt x="6350" y="88900"/>
                  </a:lnTo>
                  <a:lnTo>
                    <a:pt x="0" y="88900"/>
                  </a:lnTo>
                  <a:lnTo>
                    <a:pt x="0" y="114300"/>
                  </a:lnTo>
                  <a:lnTo>
                    <a:pt x="6350" y="114300"/>
                  </a:lnTo>
                  <a:lnTo>
                    <a:pt x="12700" y="114300"/>
                  </a:lnTo>
                  <a:lnTo>
                    <a:pt x="12700" y="88900"/>
                  </a:lnTo>
                  <a:close/>
                </a:path>
                <a:path w="12700" h="2794000">
                  <a:moveTo>
                    <a:pt x="12700" y="38100"/>
                  </a:moveTo>
                  <a:lnTo>
                    <a:pt x="6350" y="38100"/>
                  </a:lnTo>
                  <a:lnTo>
                    <a:pt x="0" y="38100"/>
                  </a:lnTo>
                  <a:lnTo>
                    <a:pt x="0" y="63500"/>
                  </a:lnTo>
                  <a:lnTo>
                    <a:pt x="6350" y="63500"/>
                  </a:lnTo>
                  <a:lnTo>
                    <a:pt x="12700" y="63500"/>
                  </a:lnTo>
                  <a:lnTo>
                    <a:pt x="12700" y="38100"/>
                  </a:lnTo>
                  <a:close/>
                </a:path>
                <a:path w="12700" h="2794000">
                  <a:moveTo>
                    <a:pt x="12700" y="0"/>
                  </a:moveTo>
                  <a:lnTo>
                    <a:pt x="635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10775950" y="6000750"/>
              <a:ext cx="3067050" cy="0"/>
            </a:xfrm>
            <a:custGeom>
              <a:avLst/>
              <a:gdLst/>
              <a:ahLst/>
              <a:cxnLst/>
              <a:rect l="l" t="t" r="r" b="b"/>
              <a:pathLst>
                <a:path w="3067050">
                  <a:moveTo>
                    <a:pt x="0" y="0"/>
                  </a:moveTo>
                  <a:lnTo>
                    <a:pt x="3066884" y="0"/>
                  </a:lnTo>
                </a:path>
              </a:pathLst>
            </a:custGeom>
            <a:ln w="1270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13868400" y="4216400"/>
              <a:ext cx="12700" cy="1790700"/>
            </a:xfrm>
            <a:custGeom>
              <a:avLst/>
              <a:gdLst/>
              <a:ahLst/>
              <a:cxnLst/>
              <a:rect l="l" t="t" r="r" b="b"/>
              <a:pathLst>
                <a:path w="12700" h="1790700">
                  <a:moveTo>
                    <a:pt x="635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6350" y="25400"/>
                  </a:lnTo>
                  <a:lnTo>
                    <a:pt x="6350" y="0"/>
                  </a:lnTo>
                  <a:close/>
                </a:path>
                <a:path w="12700" h="1790700">
                  <a:moveTo>
                    <a:pt x="12700" y="1778000"/>
                  </a:moveTo>
                  <a:lnTo>
                    <a:pt x="6350" y="1778000"/>
                  </a:lnTo>
                  <a:lnTo>
                    <a:pt x="0" y="1778000"/>
                  </a:lnTo>
                  <a:lnTo>
                    <a:pt x="0" y="1790700"/>
                  </a:lnTo>
                  <a:lnTo>
                    <a:pt x="6350" y="1790700"/>
                  </a:lnTo>
                  <a:lnTo>
                    <a:pt x="12700" y="1790700"/>
                  </a:lnTo>
                  <a:lnTo>
                    <a:pt x="12700" y="1778000"/>
                  </a:lnTo>
                  <a:close/>
                </a:path>
                <a:path w="12700" h="1790700">
                  <a:moveTo>
                    <a:pt x="12700" y="1727200"/>
                  </a:moveTo>
                  <a:lnTo>
                    <a:pt x="6350" y="1727200"/>
                  </a:lnTo>
                  <a:lnTo>
                    <a:pt x="0" y="1727200"/>
                  </a:lnTo>
                  <a:lnTo>
                    <a:pt x="0" y="1752600"/>
                  </a:lnTo>
                  <a:lnTo>
                    <a:pt x="6350" y="1752600"/>
                  </a:lnTo>
                  <a:lnTo>
                    <a:pt x="12700" y="1752600"/>
                  </a:lnTo>
                  <a:lnTo>
                    <a:pt x="12700" y="1727200"/>
                  </a:lnTo>
                  <a:close/>
                </a:path>
                <a:path w="12700" h="1790700">
                  <a:moveTo>
                    <a:pt x="12700" y="1676400"/>
                  </a:moveTo>
                  <a:lnTo>
                    <a:pt x="6350" y="1676400"/>
                  </a:lnTo>
                  <a:lnTo>
                    <a:pt x="0" y="1676400"/>
                  </a:lnTo>
                  <a:lnTo>
                    <a:pt x="0" y="1701800"/>
                  </a:lnTo>
                  <a:lnTo>
                    <a:pt x="6350" y="1701800"/>
                  </a:lnTo>
                  <a:lnTo>
                    <a:pt x="12700" y="1701800"/>
                  </a:lnTo>
                  <a:lnTo>
                    <a:pt x="12700" y="1676400"/>
                  </a:lnTo>
                  <a:close/>
                </a:path>
                <a:path w="12700" h="1790700">
                  <a:moveTo>
                    <a:pt x="12700" y="1625600"/>
                  </a:moveTo>
                  <a:lnTo>
                    <a:pt x="6350" y="1625600"/>
                  </a:lnTo>
                  <a:lnTo>
                    <a:pt x="0" y="1625600"/>
                  </a:lnTo>
                  <a:lnTo>
                    <a:pt x="0" y="1651000"/>
                  </a:lnTo>
                  <a:lnTo>
                    <a:pt x="6350" y="1651000"/>
                  </a:lnTo>
                  <a:lnTo>
                    <a:pt x="12700" y="1651000"/>
                  </a:lnTo>
                  <a:lnTo>
                    <a:pt x="12700" y="1625600"/>
                  </a:lnTo>
                  <a:close/>
                </a:path>
                <a:path w="12700" h="1790700">
                  <a:moveTo>
                    <a:pt x="12700" y="1574800"/>
                  </a:moveTo>
                  <a:lnTo>
                    <a:pt x="6350" y="1574800"/>
                  </a:lnTo>
                  <a:lnTo>
                    <a:pt x="0" y="1574800"/>
                  </a:lnTo>
                  <a:lnTo>
                    <a:pt x="0" y="1600200"/>
                  </a:lnTo>
                  <a:lnTo>
                    <a:pt x="6350" y="1600200"/>
                  </a:lnTo>
                  <a:lnTo>
                    <a:pt x="12700" y="1600200"/>
                  </a:lnTo>
                  <a:lnTo>
                    <a:pt x="12700" y="1574800"/>
                  </a:lnTo>
                  <a:close/>
                </a:path>
                <a:path w="12700" h="1790700">
                  <a:moveTo>
                    <a:pt x="12700" y="1524000"/>
                  </a:moveTo>
                  <a:lnTo>
                    <a:pt x="6350" y="1524000"/>
                  </a:lnTo>
                  <a:lnTo>
                    <a:pt x="0" y="1524000"/>
                  </a:lnTo>
                  <a:lnTo>
                    <a:pt x="0" y="1549400"/>
                  </a:lnTo>
                  <a:lnTo>
                    <a:pt x="6350" y="1549400"/>
                  </a:lnTo>
                  <a:lnTo>
                    <a:pt x="12700" y="1549400"/>
                  </a:lnTo>
                  <a:lnTo>
                    <a:pt x="12700" y="1524000"/>
                  </a:lnTo>
                  <a:close/>
                </a:path>
                <a:path w="12700" h="1790700">
                  <a:moveTo>
                    <a:pt x="12700" y="1473200"/>
                  </a:moveTo>
                  <a:lnTo>
                    <a:pt x="6350" y="1473200"/>
                  </a:lnTo>
                  <a:lnTo>
                    <a:pt x="0" y="1473200"/>
                  </a:lnTo>
                  <a:lnTo>
                    <a:pt x="0" y="1498600"/>
                  </a:lnTo>
                  <a:lnTo>
                    <a:pt x="6350" y="1498600"/>
                  </a:lnTo>
                  <a:lnTo>
                    <a:pt x="12700" y="1498600"/>
                  </a:lnTo>
                  <a:lnTo>
                    <a:pt x="12700" y="1473200"/>
                  </a:lnTo>
                  <a:close/>
                </a:path>
                <a:path w="12700" h="1790700">
                  <a:moveTo>
                    <a:pt x="12700" y="1422400"/>
                  </a:moveTo>
                  <a:lnTo>
                    <a:pt x="6350" y="1422400"/>
                  </a:lnTo>
                  <a:lnTo>
                    <a:pt x="0" y="1422400"/>
                  </a:lnTo>
                  <a:lnTo>
                    <a:pt x="0" y="1447800"/>
                  </a:lnTo>
                  <a:lnTo>
                    <a:pt x="6350" y="1447800"/>
                  </a:lnTo>
                  <a:lnTo>
                    <a:pt x="12700" y="1447800"/>
                  </a:lnTo>
                  <a:lnTo>
                    <a:pt x="12700" y="1422400"/>
                  </a:lnTo>
                  <a:close/>
                </a:path>
                <a:path w="12700" h="1790700">
                  <a:moveTo>
                    <a:pt x="12700" y="1371600"/>
                  </a:moveTo>
                  <a:lnTo>
                    <a:pt x="6350" y="1371600"/>
                  </a:lnTo>
                  <a:lnTo>
                    <a:pt x="0" y="1371600"/>
                  </a:lnTo>
                  <a:lnTo>
                    <a:pt x="0" y="1397000"/>
                  </a:lnTo>
                  <a:lnTo>
                    <a:pt x="6350" y="1397000"/>
                  </a:lnTo>
                  <a:lnTo>
                    <a:pt x="12700" y="1397000"/>
                  </a:lnTo>
                  <a:lnTo>
                    <a:pt x="12700" y="1371600"/>
                  </a:lnTo>
                  <a:close/>
                </a:path>
                <a:path w="12700" h="1790700">
                  <a:moveTo>
                    <a:pt x="12700" y="1320800"/>
                  </a:moveTo>
                  <a:lnTo>
                    <a:pt x="6350" y="1320800"/>
                  </a:lnTo>
                  <a:lnTo>
                    <a:pt x="0" y="1320800"/>
                  </a:lnTo>
                  <a:lnTo>
                    <a:pt x="0" y="1346200"/>
                  </a:lnTo>
                  <a:lnTo>
                    <a:pt x="6350" y="1346200"/>
                  </a:lnTo>
                  <a:lnTo>
                    <a:pt x="12700" y="1346200"/>
                  </a:lnTo>
                  <a:lnTo>
                    <a:pt x="12700" y="1320800"/>
                  </a:lnTo>
                  <a:close/>
                </a:path>
                <a:path w="12700" h="1790700">
                  <a:moveTo>
                    <a:pt x="12700" y="1270000"/>
                  </a:moveTo>
                  <a:lnTo>
                    <a:pt x="6350" y="1270000"/>
                  </a:lnTo>
                  <a:lnTo>
                    <a:pt x="0" y="1270000"/>
                  </a:lnTo>
                  <a:lnTo>
                    <a:pt x="0" y="1295400"/>
                  </a:lnTo>
                  <a:lnTo>
                    <a:pt x="6350" y="1295400"/>
                  </a:lnTo>
                  <a:lnTo>
                    <a:pt x="12700" y="1295400"/>
                  </a:lnTo>
                  <a:lnTo>
                    <a:pt x="12700" y="1270000"/>
                  </a:lnTo>
                  <a:close/>
                </a:path>
                <a:path w="12700" h="1790700">
                  <a:moveTo>
                    <a:pt x="12700" y="1219200"/>
                  </a:moveTo>
                  <a:lnTo>
                    <a:pt x="6350" y="1219200"/>
                  </a:lnTo>
                  <a:lnTo>
                    <a:pt x="0" y="1219200"/>
                  </a:lnTo>
                  <a:lnTo>
                    <a:pt x="0" y="1244600"/>
                  </a:lnTo>
                  <a:lnTo>
                    <a:pt x="6350" y="1244600"/>
                  </a:lnTo>
                  <a:lnTo>
                    <a:pt x="12700" y="1244600"/>
                  </a:lnTo>
                  <a:lnTo>
                    <a:pt x="12700" y="1219200"/>
                  </a:lnTo>
                  <a:close/>
                </a:path>
                <a:path w="12700" h="1790700">
                  <a:moveTo>
                    <a:pt x="12700" y="1168400"/>
                  </a:moveTo>
                  <a:lnTo>
                    <a:pt x="6350" y="1168400"/>
                  </a:lnTo>
                  <a:lnTo>
                    <a:pt x="0" y="1168400"/>
                  </a:lnTo>
                  <a:lnTo>
                    <a:pt x="0" y="1193800"/>
                  </a:lnTo>
                  <a:lnTo>
                    <a:pt x="6350" y="1193800"/>
                  </a:lnTo>
                  <a:lnTo>
                    <a:pt x="12700" y="1193800"/>
                  </a:lnTo>
                  <a:lnTo>
                    <a:pt x="12700" y="1168400"/>
                  </a:lnTo>
                  <a:close/>
                </a:path>
                <a:path w="12700" h="1790700">
                  <a:moveTo>
                    <a:pt x="12700" y="1117600"/>
                  </a:moveTo>
                  <a:lnTo>
                    <a:pt x="6350" y="1117600"/>
                  </a:lnTo>
                  <a:lnTo>
                    <a:pt x="0" y="1117600"/>
                  </a:lnTo>
                  <a:lnTo>
                    <a:pt x="0" y="1143000"/>
                  </a:lnTo>
                  <a:lnTo>
                    <a:pt x="6350" y="1143000"/>
                  </a:lnTo>
                  <a:lnTo>
                    <a:pt x="12700" y="1143000"/>
                  </a:lnTo>
                  <a:lnTo>
                    <a:pt x="12700" y="1117600"/>
                  </a:lnTo>
                  <a:close/>
                </a:path>
                <a:path w="12700" h="1790700">
                  <a:moveTo>
                    <a:pt x="12700" y="1066800"/>
                  </a:moveTo>
                  <a:lnTo>
                    <a:pt x="6350" y="1066800"/>
                  </a:lnTo>
                  <a:lnTo>
                    <a:pt x="0" y="1066800"/>
                  </a:lnTo>
                  <a:lnTo>
                    <a:pt x="0" y="1092200"/>
                  </a:lnTo>
                  <a:lnTo>
                    <a:pt x="6350" y="1092200"/>
                  </a:lnTo>
                  <a:lnTo>
                    <a:pt x="12700" y="1092200"/>
                  </a:lnTo>
                  <a:lnTo>
                    <a:pt x="12700" y="1066800"/>
                  </a:lnTo>
                  <a:close/>
                </a:path>
                <a:path w="12700" h="1790700">
                  <a:moveTo>
                    <a:pt x="12700" y="1016000"/>
                  </a:moveTo>
                  <a:lnTo>
                    <a:pt x="6350" y="1016000"/>
                  </a:lnTo>
                  <a:lnTo>
                    <a:pt x="0" y="1016000"/>
                  </a:lnTo>
                  <a:lnTo>
                    <a:pt x="0" y="1041400"/>
                  </a:lnTo>
                  <a:lnTo>
                    <a:pt x="6350" y="1041400"/>
                  </a:lnTo>
                  <a:lnTo>
                    <a:pt x="12700" y="1041400"/>
                  </a:lnTo>
                  <a:lnTo>
                    <a:pt x="12700" y="1016000"/>
                  </a:lnTo>
                  <a:close/>
                </a:path>
                <a:path w="12700" h="1790700">
                  <a:moveTo>
                    <a:pt x="12700" y="965200"/>
                  </a:moveTo>
                  <a:lnTo>
                    <a:pt x="6350" y="965200"/>
                  </a:lnTo>
                  <a:lnTo>
                    <a:pt x="0" y="965200"/>
                  </a:lnTo>
                  <a:lnTo>
                    <a:pt x="0" y="990600"/>
                  </a:lnTo>
                  <a:lnTo>
                    <a:pt x="6350" y="990600"/>
                  </a:lnTo>
                  <a:lnTo>
                    <a:pt x="12700" y="990600"/>
                  </a:lnTo>
                  <a:lnTo>
                    <a:pt x="12700" y="965200"/>
                  </a:lnTo>
                  <a:close/>
                </a:path>
                <a:path w="12700" h="1790700">
                  <a:moveTo>
                    <a:pt x="12700" y="914400"/>
                  </a:moveTo>
                  <a:lnTo>
                    <a:pt x="6350" y="914400"/>
                  </a:lnTo>
                  <a:lnTo>
                    <a:pt x="0" y="914400"/>
                  </a:lnTo>
                  <a:lnTo>
                    <a:pt x="0" y="939800"/>
                  </a:lnTo>
                  <a:lnTo>
                    <a:pt x="6350" y="939800"/>
                  </a:lnTo>
                  <a:lnTo>
                    <a:pt x="12700" y="939800"/>
                  </a:lnTo>
                  <a:lnTo>
                    <a:pt x="12700" y="914400"/>
                  </a:lnTo>
                  <a:close/>
                </a:path>
                <a:path w="12700" h="1790700">
                  <a:moveTo>
                    <a:pt x="12700" y="863600"/>
                  </a:moveTo>
                  <a:lnTo>
                    <a:pt x="6350" y="863600"/>
                  </a:lnTo>
                  <a:lnTo>
                    <a:pt x="0" y="863600"/>
                  </a:lnTo>
                  <a:lnTo>
                    <a:pt x="0" y="889000"/>
                  </a:lnTo>
                  <a:lnTo>
                    <a:pt x="6350" y="889000"/>
                  </a:lnTo>
                  <a:lnTo>
                    <a:pt x="12700" y="889000"/>
                  </a:lnTo>
                  <a:lnTo>
                    <a:pt x="12700" y="863600"/>
                  </a:lnTo>
                  <a:close/>
                </a:path>
                <a:path w="12700" h="1790700">
                  <a:moveTo>
                    <a:pt x="12700" y="812800"/>
                  </a:moveTo>
                  <a:lnTo>
                    <a:pt x="6350" y="812800"/>
                  </a:lnTo>
                  <a:lnTo>
                    <a:pt x="0" y="812800"/>
                  </a:lnTo>
                  <a:lnTo>
                    <a:pt x="0" y="838200"/>
                  </a:lnTo>
                  <a:lnTo>
                    <a:pt x="6350" y="838200"/>
                  </a:lnTo>
                  <a:lnTo>
                    <a:pt x="12700" y="838200"/>
                  </a:lnTo>
                  <a:lnTo>
                    <a:pt x="12700" y="812800"/>
                  </a:lnTo>
                  <a:close/>
                </a:path>
                <a:path w="12700" h="1790700">
                  <a:moveTo>
                    <a:pt x="12700" y="762000"/>
                  </a:moveTo>
                  <a:lnTo>
                    <a:pt x="6350" y="762000"/>
                  </a:lnTo>
                  <a:lnTo>
                    <a:pt x="0" y="762000"/>
                  </a:lnTo>
                  <a:lnTo>
                    <a:pt x="0" y="787400"/>
                  </a:lnTo>
                  <a:lnTo>
                    <a:pt x="6350" y="787400"/>
                  </a:lnTo>
                  <a:lnTo>
                    <a:pt x="12700" y="787400"/>
                  </a:lnTo>
                  <a:lnTo>
                    <a:pt x="12700" y="762000"/>
                  </a:lnTo>
                  <a:close/>
                </a:path>
                <a:path w="12700" h="1790700">
                  <a:moveTo>
                    <a:pt x="12700" y="711200"/>
                  </a:moveTo>
                  <a:lnTo>
                    <a:pt x="6350" y="711200"/>
                  </a:lnTo>
                  <a:lnTo>
                    <a:pt x="0" y="711200"/>
                  </a:lnTo>
                  <a:lnTo>
                    <a:pt x="0" y="736600"/>
                  </a:lnTo>
                  <a:lnTo>
                    <a:pt x="6350" y="736600"/>
                  </a:lnTo>
                  <a:lnTo>
                    <a:pt x="12700" y="736600"/>
                  </a:lnTo>
                  <a:lnTo>
                    <a:pt x="12700" y="711200"/>
                  </a:lnTo>
                  <a:close/>
                </a:path>
                <a:path w="12700" h="1790700">
                  <a:moveTo>
                    <a:pt x="12700" y="660400"/>
                  </a:moveTo>
                  <a:lnTo>
                    <a:pt x="6350" y="660400"/>
                  </a:lnTo>
                  <a:lnTo>
                    <a:pt x="0" y="660400"/>
                  </a:lnTo>
                  <a:lnTo>
                    <a:pt x="0" y="685800"/>
                  </a:lnTo>
                  <a:lnTo>
                    <a:pt x="6350" y="685800"/>
                  </a:lnTo>
                  <a:lnTo>
                    <a:pt x="12700" y="685800"/>
                  </a:lnTo>
                  <a:lnTo>
                    <a:pt x="12700" y="660400"/>
                  </a:lnTo>
                  <a:close/>
                </a:path>
                <a:path w="12700" h="1790700">
                  <a:moveTo>
                    <a:pt x="12700" y="609600"/>
                  </a:moveTo>
                  <a:lnTo>
                    <a:pt x="6350" y="609600"/>
                  </a:lnTo>
                  <a:lnTo>
                    <a:pt x="0" y="609600"/>
                  </a:lnTo>
                  <a:lnTo>
                    <a:pt x="0" y="635000"/>
                  </a:lnTo>
                  <a:lnTo>
                    <a:pt x="6350" y="635000"/>
                  </a:lnTo>
                  <a:lnTo>
                    <a:pt x="12700" y="635000"/>
                  </a:lnTo>
                  <a:lnTo>
                    <a:pt x="12700" y="609600"/>
                  </a:lnTo>
                  <a:close/>
                </a:path>
                <a:path w="12700" h="1790700">
                  <a:moveTo>
                    <a:pt x="12700" y="558800"/>
                  </a:moveTo>
                  <a:lnTo>
                    <a:pt x="6350" y="558800"/>
                  </a:lnTo>
                  <a:lnTo>
                    <a:pt x="0" y="558800"/>
                  </a:lnTo>
                  <a:lnTo>
                    <a:pt x="0" y="584200"/>
                  </a:lnTo>
                  <a:lnTo>
                    <a:pt x="6350" y="584200"/>
                  </a:lnTo>
                  <a:lnTo>
                    <a:pt x="12700" y="584200"/>
                  </a:lnTo>
                  <a:lnTo>
                    <a:pt x="12700" y="558800"/>
                  </a:lnTo>
                  <a:close/>
                </a:path>
                <a:path w="12700" h="1790700">
                  <a:moveTo>
                    <a:pt x="12700" y="508000"/>
                  </a:moveTo>
                  <a:lnTo>
                    <a:pt x="6350" y="508000"/>
                  </a:lnTo>
                  <a:lnTo>
                    <a:pt x="0" y="508000"/>
                  </a:lnTo>
                  <a:lnTo>
                    <a:pt x="0" y="533400"/>
                  </a:lnTo>
                  <a:lnTo>
                    <a:pt x="6350" y="533400"/>
                  </a:lnTo>
                  <a:lnTo>
                    <a:pt x="12700" y="533400"/>
                  </a:lnTo>
                  <a:lnTo>
                    <a:pt x="12700" y="508000"/>
                  </a:lnTo>
                  <a:close/>
                </a:path>
                <a:path w="12700" h="1790700">
                  <a:moveTo>
                    <a:pt x="12700" y="457200"/>
                  </a:moveTo>
                  <a:lnTo>
                    <a:pt x="6350" y="457200"/>
                  </a:lnTo>
                  <a:lnTo>
                    <a:pt x="0" y="457200"/>
                  </a:lnTo>
                  <a:lnTo>
                    <a:pt x="0" y="482600"/>
                  </a:lnTo>
                  <a:lnTo>
                    <a:pt x="6350" y="482600"/>
                  </a:lnTo>
                  <a:lnTo>
                    <a:pt x="12700" y="482600"/>
                  </a:lnTo>
                  <a:lnTo>
                    <a:pt x="12700" y="457200"/>
                  </a:lnTo>
                  <a:close/>
                </a:path>
                <a:path w="12700" h="1790700">
                  <a:moveTo>
                    <a:pt x="12700" y="406400"/>
                  </a:moveTo>
                  <a:lnTo>
                    <a:pt x="6350" y="406400"/>
                  </a:lnTo>
                  <a:lnTo>
                    <a:pt x="0" y="406400"/>
                  </a:lnTo>
                  <a:lnTo>
                    <a:pt x="0" y="431800"/>
                  </a:lnTo>
                  <a:lnTo>
                    <a:pt x="6350" y="431800"/>
                  </a:lnTo>
                  <a:lnTo>
                    <a:pt x="12700" y="431800"/>
                  </a:lnTo>
                  <a:lnTo>
                    <a:pt x="12700" y="406400"/>
                  </a:lnTo>
                  <a:close/>
                </a:path>
                <a:path w="12700" h="1790700">
                  <a:moveTo>
                    <a:pt x="12700" y="355600"/>
                  </a:moveTo>
                  <a:lnTo>
                    <a:pt x="6350" y="355600"/>
                  </a:lnTo>
                  <a:lnTo>
                    <a:pt x="0" y="355600"/>
                  </a:lnTo>
                  <a:lnTo>
                    <a:pt x="0" y="381000"/>
                  </a:lnTo>
                  <a:lnTo>
                    <a:pt x="6350" y="381000"/>
                  </a:lnTo>
                  <a:lnTo>
                    <a:pt x="12700" y="381000"/>
                  </a:lnTo>
                  <a:lnTo>
                    <a:pt x="12700" y="355600"/>
                  </a:lnTo>
                  <a:close/>
                </a:path>
                <a:path w="12700" h="1790700">
                  <a:moveTo>
                    <a:pt x="12700" y="304800"/>
                  </a:moveTo>
                  <a:lnTo>
                    <a:pt x="6350" y="304800"/>
                  </a:lnTo>
                  <a:lnTo>
                    <a:pt x="0" y="304800"/>
                  </a:lnTo>
                  <a:lnTo>
                    <a:pt x="0" y="330200"/>
                  </a:lnTo>
                  <a:lnTo>
                    <a:pt x="6350" y="330200"/>
                  </a:lnTo>
                  <a:lnTo>
                    <a:pt x="12700" y="330200"/>
                  </a:lnTo>
                  <a:lnTo>
                    <a:pt x="12700" y="304800"/>
                  </a:lnTo>
                  <a:close/>
                </a:path>
                <a:path w="12700" h="1790700">
                  <a:moveTo>
                    <a:pt x="12700" y="254000"/>
                  </a:moveTo>
                  <a:lnTo>
                    <a:pt x="6350" y="254000"/>
                  </a:lnTo>
                  <a:lnTo>
                    <a:pt x="0" y="254000"/>
                  </a:lnTo>
                  <a:lnTo>
                    <a:pt x="0" y="279400"/>
                  </a:lnTo>
                  <a:lnTo>
                    <a:pt x="6350" y="279400"/>
                  </a:lnTo>
                  <a:lnTo>
                    <a:pt x="12700" y="279400"/>
                  </a:lnTo>
                  <a:lnTo>
                    <a:pt x="12700" y="254000"/>
                  </a:lnTo>
                  <a:close/>
                </a:path>
                <a:path w="12700" h="1790700">
                  <a:moveTo>
                    <a:pt x="12700" y="203200"/>
                  </a:moveTo>
                  <a:lnTo>
                    <a:pt x="6350" y="203200"/>
                  </a:lnTo>
                  <a:lnTo>
                    <a:pt x="0" y="203200"/>
                  </a:lnTo>
                  <a:lnTo>
                    <a:pt x="0" y="228600"/>
                  </a:lnTo>
                  <a:lnTo>
                    <a:pt x="6350" y="228600"/>
                  </a:lnTo>
                  <a:lnTo>
                    <a:pt x="12700" y="228600"/>
                  </a:lnTo>
                  <a:lnTo>
                    <a:pt x="12700" y="203200"/>
                  </a:lnTo>
                  <a:close/>
                </a:path>
                <a:path w="12700" h="1790700">
                  <a:moveTo>
                    <a:pt x="12700" y="152400"/>
                  </a:moveTo>
                  <a:lnTo>
                    <a:pt x="6350" y="152400"/>
                  </a:lnTo>
                  <a:lnTo>
                    <a:pt x="0" y="152400"/>
                  </a:lnTo>
                  <a:lnTo>
                    <a:pt x="0" y="177800"/>
                  </a:lnTo>
                  <a:lnTo>
                    <a:pt x="6350" y="177800"/>
                  </a:lnTo>
                  <a:lnTo>
                    <a:pt x="12700" y="177800"/>
                  </a:lnTo>
                  <a:lnTo>
                    <a:pt x="12700" y="152400"/>
                  </a:lnTo>
                  <a:close/>
                </a:path>
                <a:path w="12700" h="1790700">
                  <a:moveTo>
                    <a:pt x="12700" y="101600"/>
                  </a:moveTo>
                  <a:lnTo>
                    <a:pt x="6350" y="101600"/>
                  </a:lnTo>
                  <a:lnTo>
                    <a:pt x="0" y="101600"/>
                  </a:lnTo>
                  <a:lnTo>
                    <a:pt x="0" y="127000"/>
                  </a:lnTo>
                  <a:lnTo>
                    <a:pt x="6350" y="127000"/>
                  </a:lnTo>
                  <a:lnTo>
                    <a:pt x="12700" y="127000"/>
                  </a:lnTo>
                  <a:lnTo>
                    <a:pt x="12700" y="101600"/>
                  </a:lnTo>
                  <a:close/>
                </a:path>
                <a:path w="12700" h="1790700">
                  <a:moveTo>
                    <a:pt x="12700" y="50800"/>
                  </a:moveTo>
                  <a:lnTo>
                    <a:pt x="6350" y="50800"/>
                  </a:lnTo>
                  <a:lnTo>
                    <a:pt x="0" y="50800"/>
                  </a:lnTo>
                  <a:lnTo>
                    <a:pt x="0" y="76200"/>
                  </a:lnTo>
                  <a:lnTo>
                    <a:pt x="6350" y="76200"/>
                  </a:lnTo>
                  <a:lnTo>
                    <a:pt x="12700" y="76200"/>
                  </a:lnTo>
                  <a:lnTo>
                    <a:pt x="12700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10807852" y="3213099"/>
              <a:ext cx="3073400" cy="1028700"/>
            </a:xfrm>
            <a:custGeom>
              <a:avLst/>
              <a:gdLst/>
              <a:ahLst/>
              <a:cxnLst/>
              <a:rect l="l" t="t" r="r" b="b"/>
              <a:pathLst>
                <a:path w="3073400" h="1028700">
                  <a:moveTo>
                    <a:pt x="25514" y="0"/>
                  </a:moveTo>
                  <a:lnTo>
                    <a:pt x="0" y="0"/>
                  </a:lnTo>
                  <a:lnTo>
                    <a:pt x="12" y="12700"/>
                  </a:lnTo>
                  <a:lnTo>
                    <a:pt x="25514" y="12700"/>
                  </a:lnTo>
                  <a:lnTo>
                    <a:pt x="25514" y="0"/>
                  </a:lnTo>
                  <a:close/>
                </a:path>
                <a:path w="3073400" h="1028700">
                  <a:moveTo>
                    <a:pt x="76517" y="0"/>
                  </a:moveTo>
                  <a:lnTo>
                    <a:pt x="51015" y="0"/>
                  </a:lnTo>
                  <a:lnTo>
                    <a:pt x="51015" y="12700"/>
                  </a:lnTo>
                  <a:lnTo>
                    <a:pt x="76517" y="12700"/>
                  </a:lnTo>
                  <a:lnTo>
                    <a:pt x="76517" y="0"/>
                  </a:lnTo>
                  <a:close/>
                </a:path>
                <a:path w="3073400" h="1028700">
                  <a:moveTo>
                    <a:pt x="127520" y="12700"/>
                  </a:moveTo>
                  <a:lnTo>
                    <a:pt x="127508" y="0"/>
                  </a:lnTo>
                  <a:lnTo>
                    <a:pt x="102019" y="0"/>
                  </a:lnTo>
                  <a:lnTo>
                    <a:pt x="102019" y="12700"/>
                  </a:lnTo>
                  <a:lnTo>
                    <a:pt x="127520" y="12700"/>
                  </a:lnTo>
                  <a:close/>
                </a:path>
                <a:path w="3073400" h="1028700">
                  <a:moveTo>
                    <a:pt x="178536" y="0"/>
                  </a:moveTo>
                  <a:lnTo>
                    <a:pt x="153035" y="0"/>
                  </a:lnTo>
                  <a:lnTo>
                    <a:pt x="153035" y="12700"/>
                  </a:lnTo>
                  <a:lnTo>
                    <a:pt x="178536" y="12700"/>
                  </a:lnTo>
                  <a:lnTo>
                    <a:pt x="178536" y="0"/>
                  </a:lnTo>
                  <a:close/>
                </a:path>
                <a:path w="3073400" h="1028700">
                  <a:moveTo>
                    <a:pt x="229539" y="0"/>
                  </a:moveTo>
                  <a:lnTo>
                    <a:pt x="204038" y="0"/>
                  </a:lnTo>
                  <a:lnTo>
                    <a:pt x="204038" y="12700"/>
                  </a:lnTo>
                  <a:lnTo>
                    <a:pt x="229539" y="12700"/>
                  </a:lnTo>
                  <a:lnTo>
                    <a:pt x="229539" y="0"/>
                  </a:lnTo>
                  <a:close/>
                </a:path>
                <a:path w="3073400" h="1028700">
                  <a:moveTo>
                    <a:pt x="280555" y="0"/>
                  </a:moveTo>
                  <a:lnTo>
                    <a:pt x="255041" y="0"/>
                  </a:lnTo>
                  <a:lnTo>
                    <a:pt x="255041" y="12700"/>
                  </a:lnTo>
                  <a:lnTo>
                    <a:pt x="280555" y="12700"/>
                  </a:lnTo>
                  <a:lnTo>
                    <a:pt x="280555" y="0"/>
                  </a:lnTo>
                  <a:close/>
                </a:path>
                <a:path w="3073400" h="1028700">
                  <a:moveTo>
                    <a:pt x="331558" y="0"/>
                  </a:moveTo>
                  <a:lnTo>
                    <a:pt x="306057" y="0"/>
                  </a:lnTo>
                  <a:lnTo>
                    <a:pt x="306057" y="12700"/>
                  </a:lnTo>
                  <a:lnTo>
                    <a:pt x="331558" y="12700"/>
                  </a:lnTo>
                  <a:lnTo>
                    <a:pt x="331558" y="0"/>
                  </a:lnTo>
                  <a:close/>
                </a:path>
                <a:path w="3073400" h="1028700">
                  <a:moveTo>
                    <a:pt x="382562" y="0"/>
                  </a:moveTo>
                  <a:lnTo>
                    <a:pt x="357060" y="0"/>
                  </a:lnTo>
                  <a:lnTo>
                    <a:pt x="357060" y="12700"/>
                  </a:lnTo>
                  <a:lnTo>
                    <a:pt x="382562" y="12700"/>
                  </a:lnTo>
                  <a:lnTo>
                    <a:pt x="382562" y="0"/>
                  </a:lnTo>
                  <a:close/>
                </a:path>
                <a:path w="3073400" h="1028700">
                  <a:moveTo>
                    <a:pt x="433578" y="0"/>
                  </a:moveTo>
                  <a:lnTo>
                    <a:pt x="408076" y="0"/>
                  </a:lnTo>
                  <a:lnTo>
                    <a:pt x="408076" y="12700"/>
                  </a:lnTo>
                  <a:lnTo>
                    <a:pt x="433578" y="12700"/>
                  </a:lnTo>
                  <a:lnTo>
                    <a:pt x="433578" y="0"/>
                  </a:lnTo>
                  <a:close/>
                </a:path>
                <a:path w="3073400" h="1028700">
                  <a:moveTo>
                    <a:pt x="484581" y="0"/>
                  </a:moveTo>
                  <a:lnTo>
                    <a:pt x="459079" y="0"/>
                  </a:lnTo>
                  <a:lnTo>
                    <a:pt x="459079" y="12700"/>
                  </a:lnTo>
                  <a:lnTo>
                    <a:pt x="484581" y="12700"/>
                  </a:lnTo>
                  <a:lnTo>
                    <a:pt x="484581" y="0"/>
                  </a:lnTo>
                  <a:close/>
                </a:path>
                <a:path w="3073400" h="1028700">
                  <a:moveTo>
                    <a:pt x="2677934" y="0"/>
                  </a:moveTo>
                  <a:lnTo>
                    <a:pt x="2652433" y="0"/>
                  </a:lnTo>
                  <a:lnTo>
                    <a:pt x="2652433" y="12700"/>
                  </a:lnTo>
                  <a:lnTo>
                    <a:pt x="2677934" y="12700"/>
                  </a:lnTo>
                  <a:lnTo>
                    <a:pt x="2677934" y="0"/>
                  </a:lnTo>
                  <a:close/>
                </a:path>
                <a:path w="3073400" h="1028700">
                  <a:moveTo>
                    <a:pt x="2728938" y="0"/>
                  </a:moveTo>
                  <a:lnTo>
                    <a:pt x="2703436" y="0"/>
                  </a:lnTo>
                  <a:lnTo>
                    <a:pt x="2703436" y="12700"/>
                  </a:lnTo>
                  <a:lnTo>
                    <a:pt x="2728938" y="12700"/>
                  </a:lnTo>
                  <a:lnTo>
                    <a:pt x="2728938" y="0"/>
                  </a:lnTo>
                  <a:close/>
                </a:path>
                <a:path w="3073400" h="1028700">
                  <a:moveTo>
                    <a:pt x="2779953" y="0"/>
                  </a:moveTo>
                  <a:lnTo>
                    <a:pt x="2754452" y="0"/>
                  </a:lnTo>
                  <a:lnTo>
                    <a:pt x="2754452" y="12700"/>
                  </a:lnTo>
                  <a:lnTo>
                    <a:pt x="2779953" y="12700"/>
                  </a:lnTo>
                  <a:lnTo>
                    <a:pt x="2779953" y="0"/>
                  </a:lnTo>
                  <a:close/>
                </a:path>
                <a:path w="3073400" h="1028700">
                  <a:moveTo>
                    <a:pt x="2830957" y="0"/>
                  </a:moveTo>
                  <a:lnTo>
                    <a:pt x="2805455" y="0"/>
                  </a:lnTo>
                  <a:lnTo>
                    <a:pt x="2805455" y="12700"/>
                  </a:lnTo>
                  <a:lnTo>
                    <a:pt x="2830957" y="12700"/>
                  </a:lnTo>
                  <a:lnTo>
                    <a:pt x="2830957" y="0"/>
                  </a:lnTo>
                  <a:close/>
                </a:path>
                <a:path w="3073400" h="1028700">
                  <a:moveTo>
                    <a:pt x="2881973" y="0"/>
                  </a:moveTo>
                  <a:lnTo>
                    <a:pt x="2856458" y="0"/>
                  </a:lnTo>
                  <a:lnTo>
                    <a:pt x="2856458" y="12700"/>
                  </a:lnTo>
                  <a:lnTo>
                    <a:pt x="2881973" y="12700"/>
                  </a:lnTo>
                  <a:lnTo>
                    <a:pt x="2881973" y="0"/>
                  </a:lnTo>
                  <a:close/>
                </a:path>
                <a:path w="3073400" h="1028700">
                  <a:moveTo>
                    <a:pt x="2932976" y="0"/>
                  </a:moveTo>
                  <a:lnTo>
                    <a:pt x="2907474" y="0"/>
                  </a:lnTo>
                  <a:lnTo>
                    <a:pt x="2907474" y="12700"/>
                  </a:lnTo>
                  <a:lnTo>
                    <a:pt x="2932976" y="12700"/>
                  </a:lnTo>
                  <a:lnTo>
                    <a:pt x="2932976" y="0"/>
                  </a:lnTo>
                  <a:close/>
                </a:path>
                <a:path w="3073400" h="1028700">
                  <a:moveTo>
                    <a:pt x="2983979" y="0"/>
                  </a:moveTo>
                  <a:lnTo>
                    <a:pt x="2958477" y="0"/>
                  </a:lnTo>
                  <a:lnTo>
                    <a:pt x="2958477" y="12700"/>
                  </a:lnTo>
                  <a:lnTo>
                    <a:pt x="2983979" y="12700"/>
                  </a:lnTo>
                  <a:lnTo>
                    <a:pt x="2983979" y="0"/>
                  </a:lnTo>
                  <a:close/>
                </a:path>
                <a:path w="3073400" h="1028700">
                  <a:moveTo>
                    <a:pt x="3034995" y="0"/>
                  </a:moveTo>
                  <a:lnTo>
                    <a:pt x="3009493" y="0"/>
                  </a:lnTo>
                  <a:lnTo>
                    <a:pt x="3009493" y="12700"/>
                  </a:lnTo>
                  <a:lnTo>
                    <a:pt x="3034995" y="12700"/>
                  </a:lnTo>
                  <a:lnTo>
                    <a:pt x="3034995" y="0"/>
                  </a:lnTo>
                  <a:close/>
                </a:path>
                <a:path w="3073400" h="1028700">
                  <a:moveTo>
                    <a:pt x="3073247" y="1003300"/>
                  </a:moveTo>
                  <a:lnTo>
                    <a:pt x="3066897" y="1003300"/>
                  </a:lnTo>
                  <a:lnTo>
                    <a:pt x="3060547" y="1003300"/>
                  </a:lnTo>
                  <a:lnTo>
                    <a:pt x="3060547" y="1028700"/>
                  </a:lnTo>
                  <a:lnTo>
                    <a:pt x="3066897" y="1028700"/>
                  </a:lnTo>
                  <a:lnTo>
                    <a:pt x="3073247" y="1028700"/>
                  </a:lnTo>
                  <a:lnTo>
                    <a:pt x="3073247" y="1003300"/>
                  </a:lnTo>
                  <a:close/>
                </a:path>
                <a:path w="3073400" h="1028700">
                  <a:moveTo>
                    <a:pt x="3073247" y="952500"/>
                  </a:moveTo>
                  <a:lnTo>
                    <a:pt x="3066897" y="952500"/>
                  </a:lnTo>
                  <a:lnTo>
                    <a:pt x="3060547" y="952500"/>
                  </a:lnTo>
                  <a:lnTo>
                    <a:pt x="3060547" y="977900"/>
                  </a:lnTo>
                  <a:lnTo>
                    <a:pt x="3066897" y="977900"/>
                  </a:lnTo>
                  <a:lnTo>
                    <a:pt x="3073247" y="977900"/>
                  </a:lnTo>
                  <a:lnTo>
                    <a:pt x="3073247" y="952500"/>
                  </a:lnTo>
                  <a:close/>
                </a:path>
                <a:path w="3073400" h="1028700">
                  <a:moveTo>
                    <a:pt x="3073247" y="901700"/>
                  </a:moveTo>
                  <a:lnTo>
                    <a:pt x="3066897" y="901700"/>
                  </a:lnTo>
                  <a:lnTo>
                    <a:pt x="3060547" y="901700"/>
                  </a:lnTo>
                  <a:lnTo>
                    <a:pt x="3060547" y="927100"/>
                  </a:lnTo>
                  <a:lnTo>
                    <a:pt x="3066897" y="927100"/>
                  </a:lnTo>
                  <a:lnTo>
                    <a:pt x="3073247" y="927100"/>
                  </a:lnTo>
                  <a:lnTo>
                    <a:pt x="3073247" y="901700"/>
                  </a:lnTo>
                  <a:close/>
                </a:path>
                <a:path w="3073400" h="1028700">
                  <a:moveTo>
                    <a:pt x="3073247" y="850900"/>
                  </a:moveTo>
                  <a:lnTo>
                    <a:pt x="3066897" y="850900"/>
                  </a:lnTo>
                  <a:lnTo>
                    <a:pt x="3060547" y="850900"/>
                  </a:lnTo>
                  <a:lnTo>
                    <a:pt x="3060547" y="876300"/>
                  </a:lnTo>
                  <a:lnTo>
                    <a:pt x="3066897" y="876300"/>
                  </a:lnTo>
                  <a:lnTo>
                    <a:pt x="3073247" y="876300"/>
                  </a:lnTo>
                  <a:lnTo>
                    <a:pt x="3073247" y="850900"/>
                  </a:lnTo>
                  <a:close/>
                </a:path>
                <a:path w="3073400" h="1028700">
                  <a:moveTo>
                    <a:pt x="3073247" y="800100"/>
                  </a:moveTo>
                  <a:lnTo>
                    <a:pt x="3066897" y="800100"/>
                  </a:lnTo>
                  <a:lnTo>
                    <a:pt x="3060547" y="800100"/>
                  </a:lnTo>
                  <a:lnTo>
                    <a:pt x="3060547" y="825500"/>
                  </a:lnTo>
                  <a:lnTo>
                    <a:pt x="3066897" y="825500"/>
                  </a:lnTo>
                  <a:lnTo>
                    <a:pt x="3073247" y="825500"/>
                  </a:lnTo>
                  <a:lnTo>
                    <a:pt x="3073247" y="800100"/>
                  </a:lnTo>
                  <a:close/>
                </a:path>
                <a:path w="3073400" h="1028700">
                  <a:moveTo>
                    <a:pt x="3073247" y="749300"/>
                  </a:moveTo>
                  <a:lnTo>
                    <a:pt x="3066897" y="749300"/>
                  </a:lnTo>
                  <a:lnTo>
                    <a:pt x="3060547" y="749300"/>
                  </a:lnTo>
                  <a:lnTo>
                    <a:pt x="3060547" y="774700"/>
                  </a:lnTo>
                  <a:lnTo>
                    <a:pt x="3066897" y="774700"/>
                  </a:lnTo>
                  <a:lnTo>
                    <a:pt x="3073247" y="774700"/>
                  </a:lnTo>
                  <a:lnTo>
                    <a:pt x="3073247" y="749300"/>
                  </a:lnTo>
                  <a:close/>
                </a:path>
                <a:path w="3073400" h="1028700">
                  <a:moveTo>
                    <a:pt x="3073247" y="698500"/>
                  </a:moveTo>
                  <a:lnTo>
                    <a:pt x="3066897" y="698500"/>
                  </a:lnTo>
                  <a:lnTo>
                    <a:pt x="3060547" y="698500"/>
                  </a:lnTo>
                  <a:lnTo>
                    <a:pt x="3060547" y="723900"/>
                  </a:lnTo>
                  <a:lnTo>
                    <a:pt x="3066897" y="723900"/>
                  </a:lnTo>
                  <a:lnTo>
                    <a:pt x="3073247" y="723900"/>
                  </a:lnTo>
                  <a:lnTo>
                    <a:pt x="3073247" y="698500"/>
                  </a:lnTo>
                  <a:close/>
                </a:path>
                <a:path w="3073400" h="1028700">
                  <a:moveTo>
                    <a:pt x="3073247" y="647700"/>
                  </a:moveTo>
                  <a:lnTo>
                    <a:pt x="3066897" y="647700"/>
                  </a:lnTo>
                  <a:lnTo>
                    <a:pt x="3060547" y="647700"/>
                  </a:lnTo>
                  <a:lnTo>
                    <a:pt x="3060547" y="673100"/>
                  </a:lnTo>
                  <a:lnTo>
                    <a:pt x="3066897" y="673100"/>
                  </a:lnTo>
                  <a:lnTo>
                    <a:pt x="3073247" y="673100"/>
                  </a:lnTo>
                  <a:lnTo>
                    <a:pt x="3073247" y="647700"/>
                  </a:lnTo>
                  <a:close/>
                </a:path>
                <a:path w="3073400" h="1028700">
                  <a:moveTo>
                    <a:pt x="3073247" y="596900"/>
                  </a:moveTo>
                  <a:lnTo>
                    <a:pt x="3066897" y="596900"/>
                  </a:lnTo>
                  <a:lnTo>
                    <a:pt x="3060547" y="596900"/>
                  </a:lnTo>
                  <a:lnTo>
                    <a:pt x="3060547" y="622300"/>
                  </a:lnTo>
                  <a:lnTo>
                    <a:pt x="3066897" y="622300"/>
                  </a:lnTo>
                  <a:lnTo>
                    <a:pt x="3073247" y="622300"/>
                  </a:lnTo>
                  <a:lnTo>
                    <a:pt x="3073247" y="596900"/>
                  </a:lnTo>
                  <a:close/>
                </a:path>
                <a:path w="3073400" h="1028700">
                  <a:moveTo>
                    <a:pt x="3073247" y="546100"/>
                  </a:moveTo>
                  <a:lnTo>
                    <a:pt x="3066897" y="546100"/>
                  </a:lnTo>
                  <a:lnTo>
                    <a:pt x="3060547" y="546100"/>
                  </a:lnTo>
                  <a:lnTo>
                    <a:pt x="3060547" y="571500"/>
                  </a:lnTo>
                  <a:lnTo>
                    <a:pt x="3066897" y="571500"/>
                  </a:lnTo>
                  <a:lnTo>
                    <a:pt x="3073247" y="571500"/>
                  </a:lnTo>
                  <a:lnTo>
                    <a:pt x="3073247" y="546100"/>
                  </a:lnTo>
                  <a:close/>
                </a:path>
                <a:path w="3073400" h="1028700">
                  <a:moveTo>
                    <a:pt x="3073247" y="495300"/>
                  </a:moveTo>
                  <a:lnTo>
                    <a:pt x="3066897" y="495300"/>
                  </a:lnTo>
                  <a:lnTo>
                    <a:pt x="3060547" y="495300"/>
                  </a:lnTo>
                  <a:lnTo>
                    <a:pt x="3060547" y="520700"/>
                  </a:lnTo>
                  <a:lnTo>
                    <a:pt x="3066897" y="520700"/>
                  </a:lnTo>
                  <a:lnTo>
                    <a:pt x="3073247" y="520700"/>
                  </a:lnTo>
                  <a:lnTo>
                    <a:pt x="3073247" y="495300"/>
                  </a:lnTo>
                  <a:close/>
                </a:path>
                <a:path w="3073400" h="1028700">
                  <a:moveTo>
                    <a:pt x="3073247" y="444500"/>
                  </a:moveTo>
                  <a:lnTo>
                    <a:pt x="3066897" y="444500"/>
                  </a:lnTo>
                  <a:lnTo>
                    <a:pt x="3060547" y="444500"/>
                  </a:lnTo>
                  <a:lnTo>
                    <a:pt x="3060547" y="469900"/>
                  </a:lnTo>
                  <a:lnTo>
                    <a:pt x="3066897" y="469900"/>
                  </a:lnTo>
                  <a:lnTo>
                    <a:pt x="3073247" y="469900"/>
                  </a:lnTo>
                  <a:lnTo>
                    <a:pt x="3073247" y="444500"/>
                  </a:lnTo>
                  <a:close/>
                </a:path>
                <a:path w="3073400" h="1028700">
                  <a:moveTo>
                    <a:pt x="3073247" y="393700"/>
                  </a:moveTo>
                  <a:lnTo>
                    <a:pt x="3066897" y="393700"/>
                  </a:lnTo>
                  <a:lnTo>
                    <a:pt x="3060547" y="393700"/>
                  </a:lnTo>
                  <a:lnTo>
                    <a:pt x="3060547" y="419100"/>
                  </a:lnTo>
                  <a:lnTo>
                    <a:pt x="3066897" y="419100"/>
                  </a:lnTo>
                  <a:lnTo>
                    <a:pt x="3073247" y="419100"/>
                  </a:lnTo>
                  <a:lnTo>
                    <a:pt x="3073247" y="393700"/>
                  </a:lnTo>
                  <a:close/>
                </a:path>
                <a:path w="3073400" h="1028700">
                  <a:moveTo>
                    <a:pt x="3073247" y="342900"/>
                  </a:moveTo>
                  <a:lnTo>
                    <a:pt x="3066897" y="342900"/>
                  </a:lnTo>
                  <a:lnTo>
                    <a:pt x="3060547" y="342900"/>
                  </a:lnTo>
                  <a:lnTo>
                    <a:pt x="3060547" y="368300"/>
                  </a:lnTo>
                  <a:lnTo>
                    <a:pt x="3066897" y="368300"/>
                  </a:lnTo>
                  <a:lnTo>
                    <a:pt x="3073247" y="368300"/>
                  </a:lnTo>
                  <a:lnTo>
                    <a:pt x="3073247" y="342900"/>
                  </a:lnTo>
                  <a:close/>
                </a:path>
                <a:path w="3073400" h="1028700">
                  <a:moveTo>
                    <a:pt x="3073247" y="292100"/>
                  </a:moveTo>
                  <a:lnTo>
                    <a:pt x="3066897" y="292100"/>
                  </a:lnTo>
                  <a:lnTo>
                    <a:pt x="3060547" y="292100"/>
                  </a:lnTo>
                  <a:lnTo>
                    <a:pt x="3060547" y="317500"/>
                  </a:lnTo>
                  <a:lnTo>
                    <a:pt x="3066897" y="317500"/>
                  </a:lnTo>
                  <a:lnTo>
                    <a:pt x="3073247" y="317500"/>
                  </a:lnTo>
                  <a:lnTo>
                    <a:pt x="3073247" y="292100"/>
                  </a:lnTo>
                  <a:close/>
                </a:path>
                <a:path w="3073400" h="1028700">
                  <a:moveTo>
                    <a:pt x="3073247" y="241300"/>
                  </a:moveTo>
                  <a:lnTo>
                    <a:pt x="3066897" y="241300"/>
                  </a:lnTo>
                  <a:lnTo>
                    <a:pt x="3060547" y="241300"/>
                  </a:lnTo>
                  <a:lnTo>
                    <a:pt x="3060547" y="266700"/>
                  </a:lnTo>
                  <a:lnTo>
                    <a:pt x="3066897" y="266700"/>
                  </a:lnTo>
                  <a:lnTo>
                    <a:pt x="3073247" y="266700"/>
                  </a:lnTo>
                  <a:lnTo>
                    <a:pt x="3073247" y="241300"/>
                  </a:lnTo>
                  <a:close/>
                </a:path>
                <a:path w="3073400" h="1028700">
                  <a:moveTo>
                    <a:pt x="3073247" y="190500"/>
                  </a:moveTo>
                  <a:lnTo>
                    <a:pt x="3066897" y="190500"/>
                  </a:lnTo>
                  <a:lnTo>
                    <a:pt x="3060547" y="190500"/>
                  </a:lnTo>
                  <a:lnTo>
                    <a:pt x="3060547" y="215900"/>
                  </a:lnTo>
                  <a:lnTo>
                    <a:pt x="3066897" y="215900"/>
                  </a:lnTo>
                  <a:lnTo>
                    <a:pt x="3073247" y="215900"/>
                  </a:lnTo>
                  <a:lnTo>
                    <a:pt x="3073247" y="190500"/>
                  </a:lnTo>
                  <a:close/>
                </a:path>
                <a:path w="3073400" h="1028700">
                  <a:moveTo>
                    <a:pt x="3073247" y="139700"/>
                  </a:moveTo>
                  <a:lnTo>
                    <a:pt x="3066897" y="139700"/>
                  </a:lnTo>
                  <a:lnTo>
                    <a:pt x="3060547" y="139700"/>
                  </a:lnTo>
                  <a:lnTo>
                    <a:pt x="3060547" y="165100"/>
                  </a:lnTo>
                  <a:lnTo>
                    <a:pt x="3066897" y="165100"/>
                  </a:lnTo>
                  <a:lnTo>
                    <a:pt x="3073247" y="165100"/>
                  </a:lnTo>
                  <a:lnTo>
                    <a:pt x="3073247" y="139700"/>
                  </a:lnTo>
                  <a:close/>
                </a:path>
                <a:path w="3073400" h="1028700">
                  <a:moveTo>
                    <a:pt x="3073247" y="88900"/>
                  </a:moveTo>
                  <a:lnTo>
                    <a:pt x="3066897" y="88900"/>
                  </a:lnTo>
                  <a:lnTo>
                    <a:pt x="3060547" y="88900"/>
                  </a:lnTo>
                  <a:lnTo>
                    <a:pt x="3060547" y="114300"/>
                  </a:lnTo>
                  <a:lnTo>
                    <a:pt x="3066897" y="114300"/>
                  </a:lnTo>
                  <a:lnTo>
                    <a:pt x="3073247" y="114300"/>
                  </a:lnTo>
                  <a:lnTo>
                    <a:pt x="3073247" y="88900"/>
                  </a:lnTo>
                  <a:close/>
                </a:path>
                <a:path w="3073400" h="1028700">
                  <a:moveTo>
                    <a:pt x="3073247" y="38100"/>
                  </a:moveTo>
                  <a:lnTo>
                    <a:pt x="3066897" y="38100"/>
                  </a:lnTo>
                  <a:lnTo>
                    <a:pt x="3060547" y="38100"/>
                  </a:lnTo>
                  <a:lnTo>
                    <a:pt x="3060547" y="63500"/>
                  </a:lnTo>
                  <a:lnTo>
                    <a:pt x="3066897" y="63500"/>
                  </a:lnTo>
                  <a:lnTo>
                    <a:pt x="3073247" y="63500"/>
                  </a:lnTo>
                  <a:lnTo>
                    <a:pt x="3073247" y="38100"/>
                  </a:lnTo>
                  <a:close/>
                </a:path>
                <a:path w="3073400" h="1028700">
                  <a:moveTo>
                    <a:pt x="3073247" y="0"/>
                  </a:moveTo>
                  <a:lnTo>
                    <a:pt x="3066897" y="0"/>
                  </a:lnTo>
                  <a:lnTo>
                    <a:pt x="3060547" y="0"/>
                  </a:lnTo>
                  <a:lnTo>
                    <a:pt x="3060547" y="12700"/>
                  </a:lnTo>
                  <a:lnTo>
                    <a:pt x="3066897" y="12700"/>
                  </a:lnTo>
                  <a:lnTo>
                    <a:pt x="3073247" y="12700"/>
                  </a:lnTo>
                  <a:lnTo>
                    <a:pt x="307324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7" name="object 197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10769600" y="3124200"/>
              <a:ext cx="3060700" cy="2832100"/>
            </a:xfrm>
            <a:prstGeom prst="rect">
              <a:avLst/>
            </a:prstGeom>
          </p:spPr>
        </p:pic>
        <p:sp>
          <p:nvSpPr>
            <p:cNvPr id="198" name="object 198"/>
            <p:cNvSpPr/>
            <p:nvPr/>
          </p:nvSpPr>
          <p:spPr>
            <a:xfrm>
              <a:off x="10820400" y="5372100"/>
              <a:ext cx="3009900" cy="584200"/>
            </a:xfrm>
            <a:custGeom>
              <a:avLst/>
              <a:gdLst/>
              <a:ahLst/>
              <a:cxnLst/>
              <a:rect l="l" t="t" r="r" b="b"/>
              <a:pathLst>
                <a:path w="3009900" h="584200">
                  <a:moveTo>
                    <a:pt x="2947338" y="576516"/>
                  </a:moveTo>
                  <a:lnTo>
                    <a:pt x="2948276" y="581257"/>
                  </a:lnTo>
                  <a:lnTo>
                    <a:pt x="2933700" y="584200"/>
                  </a:lnTo>
                  <a:lnTo>
                    <a:pt x="2933700" y="577850"/>
                  </a:lnTo>
                  <a:lnTo>
                    <a:pt x="2938373" y="577850"/>
                  </a:lnTo>
                  <a:lnTo>
                    <a:pt x="2942932" y="577392"/>
                  </a:lnTo>
                  <a:lnTo>
                    <a:pt x="2947338" y="576516"/>
                  </a:lnTo>
                  <a:close/>
                </a:path>
                <a:path w="3009900" h="584200">
                  <a:moveTo>
                    <a:pt x="2920936" y="571500"/>
                  </a:moveTo>
                  <a:lnTo>
                    <a:pt x="2933700" y="571500"/>
                  </a:lnTo>
                  <a:lnTo>
                    <a:pt x="2933700" y="584200"/>
                  </a:lnTo>
                  <a:lnTo>
                    <a:pt x="2920936" y="584200"/>
                  </a:lnTo>
                  <a:lnTo>
                    <a:pt x="2920936" y="571500"/>
                  </a:lnTo>
                  <a:close/>
                </a:path>
                <a:path w="3009900" h="584200">
                  <a:moveTo>
                    <a:pt x="2946107" y="570293"/>
                  </a:moveTo>
                  <a:lnTo>
                    <a:pt x="2947338" y="576516"/>
                  </a:lnTo>
                  <a:lnTo>
                    <a:pt x="2942932" y="577392"/>
                  </a:lnTo>
                  <a:lnTo>
                    <a:pt x="2938373" y="577850"/>
                  </a:lnTo>
                  <a:lnTo>
                    <a:pt x="2933700" y="577850"/>
                  </a:lnTo>
                  <a:lnTo>
                    <a:pt x="2933700" y="571500"/>
                  </a:lnTo>
                  <a:lnTo>
                    <a:pt x="2937954" y="571500"/>
                  </a:lnTo>
                  <a:lnTo>
                    <a:pt x="2942107" y="571080"/>
                  </a:lnTo>
                  <a:lnTo>
                    <a:pt x="2946107" y="570293"/>
                  </a:lnTo>
                  <a:close/>
                </a:path>
                <a:path w="3009900" h="584200">
                  <a:moveTo>
                    <a:pt x="2991789" y="546811"/>
                  </a:moveTo>
                  <a:lnTo>
                    <a:pt x="2995891" y="549558"/>
                  </a:lnTo>
                  <a:lnTo>
                    <a:pt x="2988308" y="560806"/>
                  </a:lnTo>
                  <a:lnTo>
                    <a:pt x="2987416" y="561995"/>
                  </a:lnTo>
                  <a:lnTo>
                    <a:pt x="2975258" y="570191"/>
                  </a:lnTo>
                  <a:lnTo>
                    <a:pt x="2972511" y="566090"/>
                  </a:lnTo>
                  <a:lnTo>
                    <a:pt x="2978020" y="561995"/>
                  </a:lnTo>
                  <a:lnTo>
                    <a:pt x="2983093" y="557393"/>
                  </a:lnTo>
                  <a:lnTo>
                    <a:pt x="2987695" y="552320"/>
                  </a:lnTo>
                  <a:lnTo>
                    <a:pt x="2991789" y="546811"/>
                  </a:lnTo>
                  <a:close/>
                </a:path>
                <a:path w="3009900" h="584200">
                  <a:moveTo>
                    <a:pt x="2986506" y="543267"/>
                  </a:moveTo>
                  <a:lnTo>
                    <a:pt x="2991789" y="546811"/>
                  </a:lnTo>
                  <a:lnTo>
                    <a:pt x="2987695" y="552320"/>
                  </a:lnTo>
                  <a:lnTo>
                    <a:pt x="2983093" y="557393"/>
                  </a:lnTo>
                  <a:lnTo>
                    <a:pt x="2978020" y="561995"/>
                  </a:lnTo>
                  <a:lnTo>
                    <a:pt x="2972509" y="566090"/>
                  </a:lnTo>
                  <a:lnTo>
                    <a:pt x="2968967" y="560806"/>
                  </a:lnTo>
                  <a:lnTo>
                    <a:pt x="2975902" y="556171"/>
                  </a:lnTo>
                  <a:lnTo>
                    <a:pt x="2981871" y="550202"/>
                  </a:lnTo>
                  <a:lnTo>
                    <a:pt x="2986506" y="543267"/>
                  </a:lnTo>
                  <a:close/>
                </a:path>
                <a:path w="3009900" h="584200">
                  <a:moveTo>
                    <a:pt x="3003550" y="496011"/>
                  </a:moveTo>
                  <a:lnTo>
                    <a:pt x="3009900" y="496011"/>
                  </a:lnTo>
                  <a:lnTo>
                    <a:pt x="3009900" y="508000"/>
                  </a:lnTo>
                  <a:lnTo>
                    <a:pt x="3006957" y="522576"/>
                  </a:lnTo>
                  <a:lnTo>
                    <a:pt x="3002222" y="521639"/>
                  </a:lnTo>
                  <a:lnTo>
                    <a:pt x="3003092" y="517232"/>
                  </a:lnTo>
                  <a:lnTo>
                    <a:pt x="3003550" y="512673"/>
                  </a:lnTo>
                  <a:lnTo>
                    <a:pt x="3003550" y="496011"/>
                  </a:lnTo>
                  <a:close/>
                </a:path>
                <a:path w="3009900" h="584200">
                  <a:moveTo>
                    <a:pt x="2997200" y="496011"/>
                  </a:moveTo>
                  <a:lnTo>
                    <a:pt x="3003550" y="496011"/>
                  </a:lnTo>
                  <a:lnTo>
                    <a:pt x="3003550" y="512673"/>
                  </a:lnTo>
                  <a:lnTo>
                    <a:pt x="3003175" y="516407"/>
                  </a:lnTo>
                  <a:lnTo>
                    <a:pt x="3003092" y="517232"/>
                  </a:lnTo>
                  <a:lnTo>
                    <a:pt x="3002216" y="521639"/>
                  </a:lnTo>
                  <a:lnTo>
                    <a:pt x="2995993" y="520407"/>
                  </a:lnTo>
                  <a:lnTo>
                    <a:pt x="2996780" y="516407"/>
                  </a:lnTo>
                  <a:lnTo>
                    <a:pt x="2997157" y="512673"/>
                  </a:lnTo>
                  <a:lnTo>
                    <a:pt x="2997200" y="496011"/>
                  </a:lnTo>
                  <a:close/>
                </a:path>
                <a:path w="3009900" h="584200">
                  <a:moveTo>
                    <a:pt x="3003550" y="448030"/>
                  </a:moveTo>
                  <a:lnTo>
                    <a:pt x="3009900" y="448030"/>
                  </a:lnTo>
                  <a:lnTo>
                    <a:pt x="3009900" y="472020"/>
                  </a:lnTo>
                  <a:lnTo>
                    <a:pt x="3003550" y="472020"/>
                  </a:lnTo>
                  <a:lnTo>
                    <a:pt x="3003550" y="448030"/>
                  </a:lnTo>
                  <a:close/>
                </a:path>
                <a:path w="3009900" h="584200">
                  <a:moveTo>
                    <a:pt x="2997200" y="448030"/>
                  </a:moveTo>
                  <a:lnTo>
                    <a:pt x="3003550" y="448030"/>
                  </a:lnTo>
                  <a:lnTo>
                    <a:pt x="3003550" y="472020"/>
                  </a:lnTo>
                  <a:lnTo>
                    <a:pt x="2997200" y="472020"/>
                  </a:lnTo>
                  <a:lnTo>
                    <a:pt x="2997200" y="448030"/>
                  </a:lnTo>
                  <a:close/>
                </a:path>
                <a:path w="3009900" h="584200">
                  <a:moveTo>
                    <a:pt x="3003550" y="400050"/>
                  </a:moveTo>
                  <a:lnTo>
                    <a:pt x="3009900" y="400050"/>
                  </a:lnTo>
                  <a:lnTo>
                    <a:pt x="3009900" y="424040"/>
                  </a:lnTo>
                  <a:lnTo>
                    <a:pt x="3003550" y="424040"/>
                  </a:lnTo>
                  <a:lnTo>
                    <a:pt x="3003550" y="400050"/>
                  </a:lnTo>
                  <a:close/>
                </a:path>
                <a:path w="3009900" h="584200">
                  <a:moveTo>
                    <a:pt x="2997200" y="400050"/>
                  </a:moveTo>
                  <a:lnTo>
                    <a:pt x="3003550" y="400050"/>
                  </a:lnTo>
                  <a:lnTo>
                    <a:pt x="3003550" y="424040"/>
                  </a:lnTo>
                  <a:lnTo>
                    <a:pt x="2997200" y="424040"/>
                  </a:lnTo>
                  <a:lnTo>
                    <a:pt x="2997200" y="400050"/>
                  </a:lnTo>
                  <a:close/>
                </a:path>
                <a:path w="3009900" h="584200">
                  <a:moveTo>
                    <a:pt x="3003550" y="352069"/>
                  </a:moveTo>
                  <a:lnTo>
                    <a:pt x="3009900" y="352069"/>
                  </a:lnTo>
                  <a:lnTo>
                    <a:pt x="3009900" y="376059"/>
                  </a:lnTo>
                  <a:lnTo>
                    <a:pt x="3003550" y="376059"/>
                  </a:lnTo>
                  <a:lnTo>
                    <a:pt x="3003550" y="352069"/>
                  </a:lnTo>
                  <a:close/>
                </a:path>
                <a:path w="3009900" h="584200">
                  <a:moveTo>
                    <a:pt x="2997200" y="352069"/>
                  </a:moveTo>
                  <a:lnTo>
                    <a:pt x="3003550" y="352069"/>
                  </a:lnTo>
                  <a:lnTo>
                    <a:pt x="3003550" y="376059"/>
                  </a:lnTo>
                  <a:lnTo>
                    <a:pt x="2997200" y="376059"/>
                  </a:lnTo>
                  <a:lnTo>
                    <a:pt x="2997200" y="352069"/>
                  </a:lnTo>
                  <a:close/>
                </a:path>
                <a:path w="3009900" h="584200">
                  <a:moveTo>
                    <a:pt x="3003550" y="304088"/>
                  </a:moveTo>
                  <a:lnTo>
                    <a:pt x="3009900" y="304088"/>
                  </a:lnTo>
                  <a:lnTo>
                    <a:pt x="3009900" y="328079"/>
                  </a:lnTo>
                  <a:lnTo>
                    <a:pt x="3003550" y="328079"/>
                  </a:lnTo>
                  <a:lnTo>
                    <a:pt x="3003550" y="304088"/>
                  </a:lnTo>
                  <a:close/>
                </a:path>
                <a:path w="3009900" h="584200">
                  <a:moveTo>
                    <a:pt x="2997200" y="304088"/>
                  </a:moveTo>
                  <a:lnTo>
                    <a:pt x="3003550" y="304088"/>
                  </a:lnTo>
                  <a:lnTo>
                    <a:pt x="3003550" y="328079"/>
                  </a:lnTo>
                  <a:lnTo>
                    <a:pt x="2997200" y="328079"/>
                  </a:lnTo>
                  <a:lnTo>
                    <a:pt x="2997200" y="304088"/>
                  </a:lnTo>
                  <a:close/>
                </a:path>
                <a:path w="3009900" h="584200">
                  <a:moveTo>
                    <a:pt x="3003550" y="256120"/>
                  </a:moveTo>
                  <a:lnTo>
                    <a:pt x="3009900" y="256120"/>
                  </a:lnTo>
                  <a:lnTo>
                    <a:pt x="3009900" y="280111"/>
                  </a:lnTo>
                  <a:lnTo>
                    <a:pt x="3003550" y="280111"/>
                  </a:lnTo>
                  <a:lnTo>
                    <a:pt x="3003550" y="256120"/>
                  </a:lnTo>
                  <a:close/>
                </a:path>
                <a:path w="3009900" h="584200">
                  <a:moveTo>
                    <a:pt x="2997200" y="256120"/>
                  </a:moveTo>
                  <a:lnTo>
                    <a:pt x="3003550" y="256120"/>
                  </a:lnTo>
                  <a:lnTo>
                    <a:pt x="3003550" y="280111"/>
                  </a:lnTo>
                  <a:lnTo>
                    <a:pt x="2997200" y="280111"/>
                  </a:lnTo>
                  <a:lnTo>
                    <a:pt x="2997200" y="256120"/>
                  </a:lnTo>
                  <a:close/>
                </a:path>
                <a:path w="3009900" h="584200">
                  <a:moveTo>
                    <a:pt x="3003550" y="208140"/>
                  </a:moveTo>
                  <a:lnTo>
                    <a:pt x="3009900" y="208140"/>
                  </a:lnTo>
                  <a:lnTo>
                    <a:pt x="3009900" y="232130"/>
                  </a:lnTo>
                  <a:lnTo>
                    <a:pt x="3003550" y="232130"/>
                  </a:lnTo>
                  <a:lnTo>
                    <a:pt x="3003550" y="208140"/>
                  </a:lnTo>
                  <a:close/>
                </a:path>
                <a:path w="3009900" h="584200">
                  <a:moveTo>
                    <a:pt x="2997200" y="208140"/>
                  </a:moveTo>
                  <a:lnTo>
                    <a:pt x="3003550" y="208140"/>
                  </a:lnTo>
                  <a:lnTo>
                    <a:pt x="3003550" y="232130"/>
                  </a:lnTo>
                  <a:lnTo>
                    <a:pt x="2997200" y="232130"/>
                  </a:lnTo>
                  <a:lnTo>
                    <a:pt x="2997200" y="208140"/>
                  </a:lnTo>
                  <a:close/>
                </a:path>
                <a:path w="3009900" h="584200">
                  <a:moveTo>
                    <a:pt x="3003550" y="160159"/>
                  </a:moveTo>
                  <a:lnTo>
                    <a:pt x="3009900" y="160159"/>
                  </a:lnTo>
                  <a:lnTo>
                    <a:pt x="3009900" y="184150"/>
                  </a:lnTo>
                  <a:lnTo>
                    <a:pt x="3003550" y="184150"/>
                  </a:lnTo>
                  <a:lnTo>
                    <a:pt x="3003550" y="160159"/>
                  </a:lnTo>
                  <a:close/>
                </a:path>
                <a:path w="3009900" h="584200">
                  <a:moveTo>
                    <a:pt x="2997200" y="160159"/>
                  </a:moveTo>
                  <a:lnTo>
                    <a:pt x="3003550" y="160159"/>
                  </a:lnTo>
                  <a:lnTo>
                    <a:pt x="3003550" y="184150"/>
                  </a:lnTo>
                  <a:lnTo>
                    <a:pt x="2997200" y="184150"/>
                  </a:lnTo>
                  <a:lnTo>
                    <a:pt x="2997200" y="160159"/>
                  </a:lnTo>
                  <a:close/>
                </a:path>
                <a:path w="3009900" h="584200">
                  <a:moveTo>
                    <a:pt x="3003550" y="112179"/>
                  </a:moveTo>
                  <a:lnTo>
                    <a:pt x="3009900" y="112179"/>
                  </a:lnTo>
                  <a:lnTo>
                    <a:pt x="3009900" y="136169"/>
                  </a:lnTo>
                  <a:lnTo>
                    <a:pt x="3003550" y="136169"/>
                  </a:lnTo>
                  <a:lnTo>
                    <a:pt x="3003550" y="112179"/>
                  </a:lnTo>
                  <a:close/>
                </a:path>
                <a:path w="3009900" h="584200">
                  <a:moveTo>
                    <a:pt x="2997200" y="112179"/>
                  </a:moveTo>
                  <a:lnTo>
                    <a:pt x="3003550" y="112179"/>
                  </a:lnTo>
                  <a:lnTo>
                    <a:pt x="3003550" y="136169"/>
                  </a:lnTo>
                  <a:lnTo>
                    <a:pt x="2997200" y="136169"/>
                  </a:lnTo>
                  <a:lnTo>
                    <a:pt x="2997200" y="112179"/>
                  </a:lnTo>
                  <a:close/>
                </a:path>
                <a:path w="3009900" h="584200">
                  <a:moveTo>
                    <a:pt x="3006957" y="61623"/>
                  </a:moveTo>
                  <a:lnTo>
                    <a:pt x="3009900" y="76200"/>
                  </a:lnTo>
                  <a:lnTo>
                    <a:pt x="3009900" y="88188"/>
                  </a:lnTo>
                  <a:lnTo>
                    <a:pt x="3003550" y="88188"/>
                  </a:lnTo>
                  <a:lnTo>
                    <a:pt x="3003550" y="71526"/>
                  </a:lnTo>
                  <a:lnTo>
                    <a:pt x="3003175" y="67792"/>
                  </a:lnTo>
                  <a:lnTo>
                    <a:pt x="3003092" y="66967"/>
                  </a:lnTo>
                  <a:lnTo>
                    <a:pt x="3002216" y="62561"/>
                  </a:lnTo>
                  <a:lnTo>
                    <a:pt x="3006957" y="61623"/>
                  </a:lnTo>
                  <a:close/>
                </a:path>
                <a:path w="3009900" h="584200">
                  <a:moveTo>
                    <a:pt x="3002216" y="62561"/>
                  </a:moveTo>
                  <a:lnTo>
                    <a:pt x="3003092" y="66967"/>
                  </a:lnTo>
                  <a:lnTo>
                    <a:pt x="3003550" y="71526"/>
                  </a:lnTo>
                  <a:lnTo>
                    <a:pt x="3003550" y="88188"/>
                  </a:lnTo>
                  <a:lnTo>
                    <a:pt x="2997200" y="88188"/>
                  </a:lnTo>
                  <a:lnTo>
                    <a:pt x="2997157" y="71526"/>
                  </a:lnTo>
                  <a:lnTo>
                    <a:pt x="2996780" y="67792"/>
                  </a:lnTo>
                  <a:lnTo>
                    <a:pt x="2995993" y="63792"/>
                  </a:lnTo>
                  <a:lnTo>
                    <a:pt x="3002216" y="62561"/>
                  </a:lnTo>
                  <a:close/>
                </a:path>
                <a:path w="3009900" h="584200">
                  <a:moveTo>
                    <a:pt x="2972509" y="18110"/>
                  </a:moveTo>
                  <a:lnTo>
                    <a:pt x="2978144" y="22317"/>
                  </a:lnTo>
                  <a:lnTo>
                    <a:pt x="2983093" y="26806"/>
                  </a:lnTo>
                  <a:lnTo>
                    <a:pt x="2987695" y="31879"/>
                  </a:lnTo>
                  <a:lnTo>
                    <a:pt x="2991790" y="37390"/>
                  </a:lnTo>
                  <a:lnTo>
                    <a:pt x="2986506" y="40932"/>
                  </a:lnTo>
                  <a:lnTo>
                    <a:pt x="2981871" y="33997"/>
                  </a:lnTo>
                  <a:lnTo>
                    <a:pt x="2975902" y="28028"/>
                  </a:lnTo>
                  <a:lnTo>
                    <a:pt x="2968967" y="23393"/>
                  </a:lnTo>
                  <a:lnTo>
                    <a:pt x="2972509" y="18110"/>
                  </a:lnTo>
                  <a:close/>
                </a:path>
                <a:path w="3009900" h="584200">
                  <a:moveTo>
                    <a:pt x="2975258" y="14008"/>
                  </a:moveTo>
                  <a:lnTo>
                    <a:pt x="2987582" y="22317"/>
                  </a:lnTo>
                  <a:lnTo>
                    <a:pt x="2995891" y="34641"/>
                  </a:lnTo>
                  <a:lnTo>
                    <a:pt x="2991787" y="37390"/>
                  </a:lnTo>
                  <a:lnTo>
                    <a:pt x="2987695" y="31879"/>
                  </a:lnTo>
                  <a:lnTo>
                    <a:pt x="2983093" y="26806"/>
                  </a:lnTo>
                  <a:lnTo>
                    <a:pt x="2978144" y="22317"/>
                  </a:lnTo>
                  <a:lnTo>
                    <a:pt x="2972511" y="18110"/>
                  </a:lnTo>
                  <a:lnTo>
                    <a:pt x="2975258" y="14008"/>
                  </a:lnTo>
                  <a:close/>
                </a:path>
                <a:path w="3009900" h="584200">
                  <a:moveTo>
                    <a:pt x="2933700" y="6350"/>
                  </a:moveTo>
                  <a:lnTo>
                    <a:pt x="2938373" y="6350"/>
                  </a:lnTo>
                  <a:lnTo>
                    <a:pt x="2942932" y="6807"/>
                  </a:lnTo>
                  <a:lnTo>
                    <a:pt x="2947338" y="7683"/>
                  </a:lnTo>
                  <a:lnTo>
                    <a:pt x="2946107" y="13906"/>
                  </a:lnTo>
                  <a:lnTo>
                    <a:pt x="2942107" y="13119"/>
                  </a:lnTo>
                  <a:lnTo>
                    <a:pt x="2937954" y="12700"/>
                  </a:lnTo>
                  <a:lnTo>
                    <a:pt x="2933700" y="12700"/>
                  </a:lnTo>
                  <a:lnTo>
                    <a:pt x="2933700" y="6350"/>
                  </a:lnTo>
                  <a:close/>
                </a:path>
                <a:path w="3009900" h="584200">
                  <a:moveTo>
                    <a:pt x="2920949" y="0"/>
                  </a:moveTo>
                  <a:lnTo>
                    <a:pt x="2933700" y="0"/>
                  </a:lnTo>
                  <a:lnTo>
                    <a:pt x="2933700" y="12700"/>
                  </a:lnTo>
                  <a:lnTo>
                    <a:pt x="2920949" y="12700"/>
                  </a:lnTo>
                  <a:lnTo>
                    <a:pt x="2920949" y="0"/>
                  </a:lnTo>
                  <a:close/>
                </a:path>
                <a:path w="3009900" h="584200">
                  <a:moveTo>
                    <a:pt x="2933700" y="0"/>
                  </a:moveTo>
                  <a:lnTo>
                    <a:pt x="2948276" y="2942"/>
                  </a:lnTo>
                  <a:lnTo>
                    <a:pt x="2947338" y="7683"/>
                  </a:lnTo>
                  <a:lnTo>
                    <a:pt x="2942932" y="6807"/>
                  </a:lnTo>
                  <a:lnTo>
                    <a:pt x="2938373" y="6350"/>
                  </a:lnTo>
                  <a:lnTo>
                    <a:pt x="2933700" y="6350"/>
                  </a:lnTo>
                  <a:lnTo>
                    <a:pt x="2933700" y="0"/>
                  </a:lnTo>
                  <a:close/>
                </a:path>
                <a:path w="3009900" h="584200">
                  <a:moveTo>
                    <a:pt x="2869920" y="0"/>
                  </a:moveTo>
                  <a:lnTo>
                    <a:pt x="2895434" y="0"/>
                  </a:lnTo>
                  <a:lnTo>
                    <a:pt x="2895434" y="12700"/>
                  </a:lnTo>
                  <a:lnTo>
                    <a:pt x="2869920" y="12700"/>
                  </a:lnTo>
                  <a:lnTo>
                    <a:pt x="2869920" y="0"/>
                  </a:lnTo>
                  <a:close/>
                </a:path>
                <a:path w="3009900" h="584200">
                  <a:moveTo>
                    <a:pt x="2818892" y="0"/>
                  </a:moveTo>
                  <a:lnTo>
                    <a:pt x="2844406" y="0"/>
                  </a:lnTo>
                  <a:lnTo>
                    <a:pt x="2844406" y="12700"/>
                  </a:lnTo>
                  <a:lnTo>
                    <a:pt x="2818892" y="12700"/>
                  </a:lnTo>
                  <a:lnTo>
                    <a:pt x="2818892" y="0"/>
                  </a:lnTo>
                  <a:close/>
                </a:path>
                <a:path w="3009900" h="584200">
                  <a:moveTo>
                    <a:pt x="2767863" y="0"/>
                  </a:moveTo>
                  <a:lnTo>
                    <a:pt x="2793377" y="0"/>
                  </a:lnTo>
                  <a:lnTo>
                    <a:pt x="2793377" y="12700"/>
                  </a:lnTo>
                  <a:lnTo>
                    <a:pt x="2767863" y="12700"/>
                  </a:lnTo>
                  <a:lnTo>
                    <a:pt x="2767863" y="0"/>
                  </a:lnTo>
                  <a:close/>
                </a:path>
                <a:path w="3009900" h="584200">
                  <a:moveTo>
                    <a:pt x="2716834" y="0"/>
                  </a:moveTo>
                  <a:lnTo>
                    <a:pt x="2742349" y="0"/>
                  </a:lnTo>
                  <a:lnTo>
                    <a:pt x="2742349" y="12700"/>
                  </a:lnTo>
                  <a:lnTo>
                    <a:pt x="2716834" y="12700"/>
                  </a:lnTo>
                  <a:lnTo>
                    <a:pt x="2716834" y="0"/>
                  </a:lnTo>
                  <a:close/>
                </a:path>
                <a:path w="3009900" h="584200">
                  <a:moveTo>
                    <a:pt x="2665806" y="0"/>
                  </a:moveTo>
                  <a:lnTo>
                    <a:pt x="2691320" y="0"/>
                  </a:lnTo>
                  <a:lnTo>
                    <a:pt x="2691320" y="12700"/>
                  </a:lnTo>
                  <a:lnTo>
                    <a:pt x="2665806" y="12700"/>
                  </a:lnTo>
                  <a:lnTo>
                    <a:pt x="2665806" y="0"/>
                  </a:lnTo>
                  <a:close/>
                </a:path>
                <a:path w="3009900" h="584200">
                  <a:moveTo>
                    <a:pt x="2614777" y="0"/>
                  </a:moveTo>
                  <a:lnTo>
                    <a:pt x="2640291" y="0"/>
                  </a:lnTo>
                  <a:lnTo>
                    <a:pt x="2640291" y="12700"/>
                  </a:lnTo>
                  <a:lnTo>
                    <a:pt x="2614777" y="12700"/>
                  </a:lnTo>
                  <a:lnTo>
                    <a:pt x="2614777" y="0"/>
                  </a:lnTo>
                  <a:close/>
                </a:path>
                <a:path w="3009900" h="584200">
                  <a:moveTo>
                    <a:pt x="2563761" y="0"/>
                  </a:moveTo>
                  <a:lnTo>
                    <a:pt x="2589263" y="0"/>
                  </a:lnTo>
                  <a:lnTo>
                    <a:pt x="2589263" y="12700"/>
                  </a:lnTo>
                  <a:lnTo>
                    <a:pt x="2563761" y="12700"/>
                  </a:lnTo>
                  <a:lnTo>
                    <a:pt x="2563761" y="0"/>
                  </a:lnTo>
                  <a:close/>
                </a:path>
                <a:path w="3009900" h="584200">
                  <a:moveTo>
                    <a:pt x="2512733" y="0"/>
                  </a:moveTo>
                  <a:lnTo>
                    <a:pt x="2538247" y="0"/>
                  </a:lnTo>
                  <a:lnTo>
                    <a:pt x="2538247" y="12700"/>
                  </a:lnTo>
                  <a:lnTo>
                    <a:pt x="2512733" y="12700"/>
                  </a:lnTo>
                  <a:lnTo>
                    <a:pt x="2512733" y="0"/>
                  </a:lnTo>
                  <a:close/>
                </a:path>
                <a:path w="3009900" h="584200">
                  <a:moveTo>
                    <a:pt x="2461704" y="0"/>
                  </a:moveTo>
                  <a:lnTo>
                    <a:pt x="2487218" y="0"/>
                  </a:lnTo>
                  <a:lnTo>
                    <a:pt x="2487218" y="12700"/>
                  </a:lnTo>
                  <a:lnTo>
                    <a:pt x="2461704" y="12700"/>
                  </a:lnTo>
                  <a:lnTo>
                    <a:pt x="2461704" y="0"/>
                  </a:lnTo>
                  <a:close/>
                </a:path>
                <a:path w="3009900" h="584200">
                  <a:moveTo>
                    <a:pt x="2410675" y="0"/>
                  </a:moveTo>
                  <a:lnTo>
                    <a:pt x="2436190" y="0"/>
                  </a:lnTo>
                  <a:lnTo>
                    <a:pt x="2436190" y="12700"/>
                  </a:lnTo>
                  <a:lnTo>
                    <a:pt x="2410675" y="12700"/>
                  </a:lnTo>
                  <a:lnTo>
                    <a:pt x="2410675" y="0"/>
                  </a:lnTo>
                  <a:close/>
                </a:path>
                <a:path w="3009900" h="584200">
                  <a:moveTo>
                    <a:pt x="2359647" y="0"/>
                  </a:moveTo>
                  <a:lnTo>
                    <a:pt x="2385161" y="0"/>
                  </a:lnTo>
                  <a:lnTo>
                    <a:pt x="2385161" y="12700"/>
                  </a:lnTo>
                  <a:lnTo>
                    <a:pt x="2359647" y="12700"/>
                  </a:lnTo>
                  <a:lnTo>
                    <a:pt x="2359647" y="0"/>
                  </a:lnTo>
                  <a:close/>
                </a:path>
                <a:path w="3009900" h="584200">
                  <a:moveTo>
                    <a:pt x="2308618" y="0"/>
                  </a:moveTo>
                  <a:lnTo>
                    <a:pt x="2334132" y="0"/>
                  </a:lnTo>
                  <a:lnTo>
                    <a:pt x="2334132" y="12700"/>
                  </a:lnTo>
                  <a:lnTo>
                    <a:pt x="2308618" y="12700"/>
                  </a:lnTo>
                  <a:lnTo>
                    <a:pt x="2308618" y="0"/>
                  </a:lnTo>
                  <a:close/>
                </a:path>
                <a:path w="3009900" h="584200">
                  <a:moveTo>
                    <a:pt x="2257590" y="0"/>
                  </a:moveTo>
                  <a:lnTo>
                    <a:pt x="2283104" y="0"/>
                  </a:lnTo>
                  <a:lnTo>
                    <a:pt x="2283104" y="12700"/>
                  </a:lnTo>
                  <a:lnTo>
                    <a:pt x="2257590" y="12700"/>
                  </a:lnTo>
                  <a:lnTo>
                    <a:pt x="2257590" y="0"/>
                  </a:lnTo>
                  <a:close/>
                </a:path>
                <a:path w="3009900" h="584200">
                  <a:moveTo>
                    <a:pt x="2206574" y="0"/>
                  </a:moveTo>
                  <a:lnTo>
                    <a:pt x="2232075" y="0"/>
                  </a:lnTo>
                  <a:lnTo>
                    <a:pt x="2232075" y="12700"/>
                  </a:lnTo>
                  <a:lnTo>
                    <a:pt x="2206574" y="12700"/>
                  </a:lnTo>
                  <a:lnTo>
                    <a:pt x="2206574" y="0"/>
                  </a:lnTo>
                  <a:close/>
                </a:path>
                <a:path w="3009900" h="584200">
                  <a:moveTo>
                    <a:pt x="2155545" y="0"/>
                  </a:moveTo>
                  <a:lnTo>
                    <a:pt x="2181059" y="0"/>
                  </a:lnTo>
                  <a:lnTo>
                    <a:pt x="2181059" y="12700"/>
                  </a:lnTo>
                  <a:lnTo>
                    <a:pt x="2155545" y="12700"/>
                  </a:lnTo>
                  <a:lnTo>
                    <a:pt x="2155545" y="0"/>
                  </a:lnTo>
                  <a:close/>
                </a:path>
                <a:path w="3009900" h="584200">
                  <a:moveTo>
                    <a:pt x="2104517" y="0"/>
                  </a:moveTo>
                  <a:lnTo>
                    <a:pt x="2130031" y="0"/>
                  </a:lnTo>
                  <a:lnTo>
                    <a:pt x="2130031" y="12700"/>
                  </a:lnTo>
                  <a:lnTo>
                    <a:pt x="2104517" y="12700"/>
                  </a:lnTo>
                  <a:lnTo>
                    <a:pt x="2104517" y="0"/>
                  </a:lnTo>
                  <a:close/>
                </a:path>
                <a:path w="3009900" h="584200">
                  <a:moveTo>
                    <a:pt x="2053488" y="0"/>
                  </a:moveTo>
                  <a:lnTo>
                    <a:pt x="2079002" y="0"/>
                  </a:lnTo>
                  <a:lnTo>
                    <a:pt x="2079002" y="12700"/>
                  </a:lnTo>
                  <a:lnTo>
                    <a:pt x="2053488" y="12700"/>
                  </a:lnTo>
                  <a:lnTo>
                    <a:pt x="2053488" y="0"/>
                  </a:lnTo>
                  <a:close/>
                </a:path>
                <a:path w="3009900" h="584200">
                  <a:moveTo>
                    <a:pt x="2002459" y="0"/>
                  </a:moveTo>
                  <a:lnTo>
                    <a:pt x="2027974" y="0"/>
                  </a:lnTo>
                  <a:lnTo>
                    <a:pt x="2027974" y="12700"/>
                  </a:lnTo>
                  <a:lnTo>
                    <a:pt x="2002459" y="12700"/>
                  </a:lnTo>
                  <a:lnTo>
                    <a:pt x="2002459" y="0"/>
                  </a:lnTo>
                  <a:close/>
                </a:path>
                <a:path w="3009900" h="584200">
                  <a:moveTo>
                    <a:pt x="1951431" y="0"/>
                  </a:moveTo>
                  <a:lnTo>
                    <a:pt x="1976945" y="0"/>
                  </a:lnTo>
                  <a:lnTo>
                    <a:pt x="1976945" y="12700"/>
                  </a:lnTo>
                  <a:lnTo>
                    <a:pt x="1951431" y="12700"/>
                  </a:lnTo>
                  <a:lnTo>
                    <a:pt x="1951431" y="0"/>
                  </a:lnTo>
                  <a:close/>
                </a:path>
                <a:path w="3009900" h="584200">
                  <a:moveTo>
                    <a:pt x="1900402" y="0"/>
                  </a:moveTo>
                  <a:lnTo>
                    <a:pt x="1925916" y="0"/>
                  </a:lnTo>
                  <a:lnTo>
                    <a:pt x="1925916" y="12700"/>
                  </a:lnTo>
                  <a:lnTo>
                    <a:pt x="1900402" y="12700"/>
                  </a:lnTo>
                  <a:lnTo>
                    <a:pt x="1900402" y="0"/>
                  </a:lnTo>
                  <a:close/>
                </a:path>
                <a:path w="3009900" h="584200">
                  <a:moveTo>
                    <a:pt x="1849386" y="0"/>
                  </a:moveTo>
                  <a:lnTo>
                    <a:pt x="1874888" y="0"/>
                  </a:lnTo>
                  <a:lnTo>
                    <a:pt x="1874888" y="12700"/>
                  </a:lnTo>
                  <a:lnTo>
                    <a:pt x="1849386" y="12700"/>
                  </a:lnTo>
                  <a:lnTo>
                    <a:pt x="1849386" y="0"/>
                  </a:lnTo>
                  <a:close/>
                </a:path>
                <a:path w="3009900" h="584200">
                  <a:moveTo>
                    <a:pt x="1798358" y="0"/>
                  </a:moveTo>
                  <a:lnTo>
                    <a:pt x="1823872" y="0"/>
                  </a:lnTo>
                  <a:lnTo>
                    <a:pt x="1823872" y="12700"/>
                  </a:lnTo>
                  <a:lnTo>
                    <a:pt x="1798358" y="12700"/>
                  </a:lnTo>
                  <a:lnTo>
                    <a:pt x="1798358" y="0"/>
                  </a:lnTo>
                  <a:close/>
                </a:path>
                <a:path w="3009900" h="584200">
                  <a:moveTo>
                    <a:pt x="1747329" y="0"/>
                  </a:moveTo>
                  <a:lnTo>
                    <a:pt x="1772843" y="0"/>
                  </a:lnTo>
                  <a:lnTo>
                    <a:pt x="1772843" y="12700"/>
                  </a:lnTo>
                  <a:lnTo>
                    <a:pt x="1747329" y="12700"/>
                  </a:lnTo>
                  <a:lnTo>
                    <a:pt x="1747329" y="0"/>
                  </a:lnTo>
                  <a:close/>
                </a:path>
                <a:path w="3009900" h="584200">
                  <a:moveTo>
                    <a:pt x="1696300" y="0"/>
                  </a:moveTo>
                  <a:lnTo>
                    <a:pt x="1721815" y="0"/>
                  </a:lnTo>
                  <a:lnTo>
                    <a:pt x="1721815" y="12700"/>
                  </a:lnTo>
                  <a:lnTo>
                    <a:pt x="1696300" y="12700"/>
                  </a:lnTo>
                  <a:lnTo>
                    <a:pt x="1696300" y="0"/>
                  </a:lnTo>
                  <a:close/>
                </a:path>
                <a:path w="3009900" h="584200">
                  <a:moveTo>
                    <a:pt x="1645272" y="0"/>
                  </a:moveTo>
                  <a:lnTo>
                    <a:pt x="1670786" y="0"/>
                  </a:lnTo>
                  <a:lnTo>
                    <a:pt x="1670786" y="12700"/>
                  </a:lnTo>
                  <a:lnTo>
                    <a:pt x="1645272" y="12700"/>
                  </a:lnTo>
                  <a:lnTo>
                    <a:pt x="1645272" y="0"/>
                  </a:lnTo>
                  <a:close/>
                </a:path>
                <a:path w="3009900" h="584200">
                  <a:moveTo>
                    <a:pt x="1594243" y="0"/>
                  </a:moveTo>
                  <a:lnTo>
                    <a:pt x="1619757" y="0"/>
                  </a:lnTo>
                  <a:lnTo>
                    <a:pt x="1619757" y="12700"/>
                  </a:lnTo>
                  <a:lnTo>
                    <a:pt x="1594243" y="12700"/>
                  </a:lnTo>
                  <a:lnTo>
                    <a:pt x="1594243" y="0"/>
                  </a:lnTo>
                  <a:close/>
                </a:path>
                <a:path w="3009900" h="584200">
                  <a:moveTo>
                    <a:pt x="1543215" y="0"/>
                  </a:moveTo>
                  <a:lnTo>
                    <a:pt x="1568729" y="0"/>
                  </a:lnTo>
                  <a:lnTo>
                    <a:pt x="1568729" y="12700"/>
                  </a:lnTo>
                  <a:lnTo>
                    <a:pt x="1543215" y="12700"/>
                  </a:lnTo>
                  <a:lnTo>
                    <a:pt x="1543215" y="0"/>
                  </a:lnTo>
                  <a:close/>
                </a:path>
                <a:path w="3009900" h="584200">
                  <a:moveTo>
                    <a:pt x="1492199" y="0"/>
                  </a:moveTo>
                  <a:lnTo>
                    <a:pt x="1517713" y="0"/>
                  </a:lnTo>
                  <a:lnTo>
                    <a:pt x="1517713" y="12700"/>
                  </a:lnTo>
                  <a:lnTo>
                    <a:pt x="1492199" y="12700"/>
                  </a:lnTo>
                  <a:lnTo>
                    <a:pt x="1492199" y="0"/>
                  </a:lnTo>
                  <a:close/>
                </a:path>
                <a:path w="3009900" h="584200">
                  <a:moveTo>
                    <a:pt x="1441170" y="0"/>
                  </a:moveTo>
                  <a:lnTo>
                    <a:pt x="1466684" y="0"/>
                  </a:lnTo>
                  <a:lnTo>
                    <a:pt x="1466684" y="12700"/>
                  </a:lnTo>
                  <a:lnTo>
                    <a:pt x="1441170" y="12700"/>
                  </a:lnTo>
                  <a:lnTo>
                    <a:pt x="1441170" y="0"/>
                  </a:lnTo>
                  <a:close/>
                </a:path>
                <a:path w="3009900" h="584200">
                  <a:moveTo>
                    <a:pt x="1390142" y="0"/>
                  </a:moveTo>
                  <a:lnTo>
                    <a:pt x="1415656" y="0"/>
                  </a:lnTo>
                  <a:lnTo>
                    <a:pt x="1415656" y="12700"/>
                  </a:lnTo>
                  <a:lnTo>
                    <a:pt x="1390142" y="12700"/>
                  </a:lnTo>
                  <a:lnTo>
                    <a:pt x="1390142" y="0"/>
                  </a:lnTo>
                  <a:close/>
                </a:path>
                <a:path w="3009900" h="584200">
                  <a:moveTo>
                    <a:pt x="1339113" y="0"/>
                  </a:moveTo>
                  <a:lnTo>
                    <a:pt x="1364627" y="0"/>
                  </a:lnTo>
                  <a:lnTo>
                    <a:pt x="1364627" y="12700"/>
                  </a:lnTo>
                  <a:lnTo>
                    <a:pt x="1339113" y="12700"/>
                  </a:lnTo>
                  <a:lnTo>
                    <a:pt x="1339113" y="0"/>
                  </a:lnTo>
                  <a:close/>
                </a:path>
                <a:path w="3009900" h="584200">
                  <a:moveTo>
                    <a:pt x="1288084" y="0"/>
                  </a:moveTo>
                  <a:lnTo>
                    <a:pt x="1313599" y="0"/>
                  </a:lnTo>
                  <a:lnTo>
                    <a:pt x="1313599" y="12700"/>
                  </a:lnTo>
                  <a:lnTo>
                    <a:pt x="1288084" y="12700"/>
                  </a:lnTo>
                  <a:lnTo>
                    <a:pt x="1288084" y="0"/>
                  </a:lnTo>
                  <a:close/>
                </a:path>
                <a:path w="3009900" h="584200">
                  <a:moveTo>
                    <a:pt x="1237056" y="0"/>
                  </a:moveTo>
                  <a:lnTo>
                    <a:pt x="1262570" y="0"/>
                  </a:lnTo>
                  <a:lnTo>
                    <a:pt x="1262570" y="12700"/>
                  </a:lnTo>
                  <a:lnTo>
                    <a:pt x="1237056" y="12700"/>
                  </a:lnTo>
                  <a:lnTo>
                    <a:pt x="1237056" y="0"/>
                  </a:lnTo>
                  <a:close/>
                </a:path>
                <a:path w="3009900" h="584200">
                  <a:moveTo>
                    <a:pt x="1186027" y="0"/>
                  </a:moveTo>
                  <a:lnTo>
                    <a:pt x="1211541" y="0"/>
                  </a:lnTo>
                  <a:lnTo>
                    <a:pt x="1211541" y="12700"/>
                  </a:lnTo>
                  <a:lnTo>
                    <a:pt x="1186027" y="12700"/>
                  </a:lnTo>
                  <a:lnTo>
                    <a:pt x="1186027" y="0"/>
                  </a:lnTo>
                  <a:close/>
                </a:path>
                <a:path w="3009900" h="584200">
                  <a:moveTo>
                    <a:pt x="1135011" y="0"/>
                  </a:moveTo>
                  <a:lnTo>
                    <a:pt x="1160526" y="0"/>
                  </a:lnTo>
                  <a:lnTo>
                    <a:pt x="1160526" y="12700"/>
                  </a:lnTo>
                  <a:lnTo>
                    <a:pt x="1135011" y="12700"/>
                  </a:lnTo>
                  <a:lnTo>
                    <a:pt x="1135011" y="0"/>
                  </a:lnTo>
                  <a:close/>
                </a:path>
                <a:path w="3009900" h="584200">
                  <a:moveTo>
                    <a:pt x="1083983" y="0"/>
                  </a:moveTo>
                  <a:lnTo>
                    <a:pt x="1109497" y="0"/>
                  </a:lnTo>
                  <a:lnTo>
                    <a:pt x="1109497" y="12700"/>
                  </a:lnTo>
                  <a:lnTo>
                    <a:pt x="1083983" y="12700"/>
                  </a:lnTo>
                  <a:lnTo>
                    <a:pt x="1083983" y="0"/>
                  </a:lnTo>
                  <a:close/>
                </a:path>
                <a:path w="3009900" h="584200">
                  <a:moveTo>
                    <a:pt x="1032954" y="0"/>
                  </a:moveTo>
                  <a:lnTo>
                    <a:pt x="1058468" y="0"/>
                  </a:lnTo>
                  <a:lnTo>
                    <a:pt x="1058468" y="12700"/>
                  </a:lnTo>
                  <a:lnTo>
                    <a:pt x="1032954" y="12700"/>
                  </a:lnTo>
                  <a:lnTo>
                    <a:pt x="1032954" y="0"/>
                  </a:lnTo>
                  <a:close/>
                </a:path>
                <a:path w="3009900" h="584200">
                  <a:moveTo>
                    <a:pt x="981925" y="0"/>
                  </a:moveTo>
                  <a:lnTo>
                    <a:pt x="1007440" y="0"/>
                  </a:lnTo>
                  <a:lnTo>
                    <a:pt x="1007440" y="12700"/>
                  </a:lnTo>
                  <a:lnTo>
                    <a:pt x="981925" y="12700"/>
                  </a:lnTo>
                  <a:lnTo>
                    <a:pt x="981925" y="0"/>
                  </a:lnTo>
                  <a:close/>
                </a:path>
                <a:path w="3009900" h="584200">
                  <a:moveTo>
                    <a:pt x="930897" y="0"/>
                  </a:moveTo>
                  <a:lnTo>
                    <a:pt x="956411" y="0"/>
                  </a:lnTo>
                  <a:lnTo>
                    <a:pt x="956411" y="12700"/>
                  </a:lnTo>
                  <a:lnTo>
                    <a:pt x="930897" y="12700"/>
                  </a:lnTo>
                  <a:lnTo>
                    <a:pt x="930897" y="0"/>
                  </a:lnTo>
                  <a:close/>
                </a:path>
                <a:path w="3009900" h="584200">
                  <a:moveTo>
                    <a:pt x="879868" y="0"/>
                  </a:moveTo>
                  <a:lnTo>
                    <a:pt x="905382" y="0"/>
                  </a:lnTo>
                  <a:lnTo>
                    <a:pt x="905382" y="12700"/>
                  </a:lnTo>
                  <a:lnTo>
                    <a:pt x="879868" y="12700"/>
                  </a:lnTo>
                  <a:lnTo>
                    <a:pt x="879868" y="0"/>
                  </a:lnTo>
                  <a:close/>
                </a:path>
                <a:path w="3009900" h="584200">
                  <a:moveTo>
                    <a:pt x="828840" y="0"/>
                  </a:moveTo>
                  <a:lnTo>
                    <a:pt x="854354" y="0"/>
                  </a:lnTo>
                  <a:lnTo>
                    <a:pt x="854354" y="12700"/>
                  </a:lnTo>
                  <a:lnTo>
                    <a:pt x="828840" y="12700"/>
                  </a:lnTo>
                  <a:lnTo>
                    <a:pt x="828840" y="0"/>
                  </a:lnTo>
                  <a:close/>
                </a:path>
                <a:path w="3009900" h="584200">
                  <a:moveTo>
                    <a:pt x="777824" y="0"/>
                  </a:moveTo>
                  <a:lnTo>
                    <a:pt x="803338" y="0"/>
                  </a:lnTo>
                  <a:lnTo>
                    <a:pt x="803338" y="12700"/>
                  </a:lnTo>
                  <a:lnTo>
                    <a:pt x="777824" y="12700"/>
                  </a:lnTo>
                  <a:lnTo>
                    <a:pt x="777824" y="0"/>
                  </a:lnTo>
                  <a:close/>
                </a:path>
                <a:path w="3009900" h="584200">
                  <a:moveTo>
                    <a:pt x="726795" y="0"/>
                  </a:moveTo>
                  <a:lnTo>
                    <a:pt x="752309" y="0"/>
                  </a:lnTo>
                  <a:lnTo>
                    <a:pt x="752309" y="12700"/>
                  </a:lnTo>
                  <a:lnTo>
                    <a:pt x="726795" y="12700"/>
                  </a:lnTo>
                  <a:lnTo>
                    <a:pt x="726795" y="0"/>
                  </a:lnTo>
                  <a:close/>
                </a:path>
                <a:path w="3009900" h="584200">
                  <a:moveTo>
                    <a:pt x="675767" y="0"/>
                  </a:moveTo>
                  <a:lnTo>
                    <a:pt x="701281" y="0"/>
                  </a:lnTo>
                  <a:lnTo>
                    <a:pt x="701281" y="12700"/>
                  </a:lnTo>
                  <a:lnTo>
                    <a:pt x="675767" y="12700"/>
                  </a:lnTo>
                  <a:lnTo>
                    <a:pt x="675767" y="0"/>
                  </a:lnTo>
                  <a:close/>
                </a:path>
                <a:path w="3009900" h="584200">
                  <a:moveTo>
                    <a:pt x="624738" y="0"/>
                  </a:moveTo>
                  <a:lnTo>
                    <a:pt x="650252" y="0"/>
                  </a:lnTo>
                  <a:lnTo>
                    <a:pt x="650252" y="12700"/>
                  </a:lnTo>
                  <a:lnTo>
                    <a:pt x="624738" y="12700"/>
                  </a:lnTo>
                  <a:lnTo>
                    <a:pt x="624738" y="0"/>
                  </a:lnTo>
                  <a:close/>
                </a:path>
                <a:path w="3009900" h="584200">
                  <a:moveTo>
                    <a:pt x="573709" y="0"/>
                  </a:moveTo>
                  <a:lnTo>
                    <a:pt x="599224" y="0"/>
                  </a:lnTo>
                  <a:lnTo>
                    <a:pt x="599224" y="12700"/>
                  </a:lnTo>
                  <a:lnTo>
                    <a:pt x="573709" y="12700"/>
                  </a:lnTo>
                  <a:lnTo>
                    <a:pt x="573709" y="0"/>
                  </a:lnTo>
                  <a:close/>
                </a:path>
                <a:path w="3009900" h="584200">
                  <a:moveTo>
                    <a:pt x="522681" y="0"/>
                  </a:moveTo>
                  <a:lnTo>
                    <a:pt x="548195" y="0"/>
                  </a:lnTo>
                  <a:lnTo>
                    <a:pt x="548195" y="12700"/>
                  </a:lnTo>
                  <a:lnTo>
                    <a:pt x="522681" y="12700"/>
                  </a:lnTo>
                  <a:lnTo>
                    <a:pt x="522681" y="0"/>
                  </a:lnTo>
                  <a:close/>
                </a:path>
                <a:path w="3009900" h="584200">
                  <a:moveTo>
                    <a:pt x="471665" y="0"/>
                  </a:moveTo>
                  <a:lnTo>
                    <a:pt x="497166" y="0"/>
                  </a:lnTo>
                  <a:lnTo>
                    <a:pt x="497166" y="12700"/>
                  </a:lnTo>
                  <a:lnTo>
                    <a:pt x="471665" y="12700"/>
                  </a:lnTo>
                  <a:lnTo>
                    <a:pt x="471665" y="0"/>
                  </a:lnTo>
                  <a:close/>
                </a:path>
                <a:path w="3009900" h="584200">
                  <a:moveTo>
                    <a:pt x="420636" y="0"/>
                  </a:moveTo>
                  <a:lnTo>
                    <a:pt x="446150" y="0"/>
                  </a:lnTo>
                  <a:lnTo>
                    <a:pt x="446150" y="12700"/>
                  </a:lnTo>
                  <a:lnTo>
                    <a:pt x="420636" y="12700"/>
                  </a:lnTo>
                  <a:lnTo>
                    <a:pt x="420636" y="0"/>
                  </a:lnTo>
                  <a:close/>
                </a:path>
                <a:path w="3009900" h="584200">
                  <a:moveTo>
                    <a:pt x="369608" y="0"/>
                  </a:moveTo>
                  <a:lnTo>
                    <a:pt x="395122" y="0"/>
                  </a:lnTo>
                  <a:lnTo>
                    <a:pt x="395122" y="12700"/>
                  </a:lnTo>
                  <a:lnTo>
                    <a:pt x="369608" y="12700"/>
                  </a:lnTo>
                  <a:lnTo>
                    <a:pt x="369608" y="0"/>
                  </a:lnTo>
                  <a:close/>
                </a:path>
                <a:path w="3009900" h="584200">
                  <a:moveTo>
                    <a:pt x="318579" y="0"/>
                  </a:moveTo>
                  <a:lnTo>
                    <a:pt x="344093" y="0"/>
                  </a:lnTo>
                  <a:lnTo>
                    <a:pt x="344093" y="12700"/>
                  </a:lnTo>
                  <a:lnTo>
                    <a:pt x="318579" y="12700"/>
                  </a:lnTo>
                  <a:lnTo>
                    <a:pt x="318579" y="0"/>
                  </a:lnTo>
                  <a:close/>
                </a:path>
                <a:path w="3009900" h="584200">
                  <a:moveTo>
                    <a:pt x="267550" y="0"/>
                  </a:moveTo>
                  <a:lnTo>
                    <a:pt x="293065" y="0"/>
                  </a:lnTo>
                  <a:lnTo>
                    <a:pt x="293065" y="12700"/>
                  </a:lnTo>
                  <a:lnTo>
                    <a:pt x="267550" y="12700"/>
                  </a:lnTo>
                  <a:lnTo>
                    <a:pt x="267550" y="0"/>
                  </a:lnTo>
                  <a:close/>
                </a:path>
                <a:path w="3009900" h="584200">
                  <a:moveTo>
                    <a:pt x="216522" y="0"/>
                  </a:moveTo>
                  <a:lnTo>
                    <a:pt x="242036" y="0"/>
                  </a:lnTo>
                  <a:lnTo>
                    <a:pt x="242036" y="12700"/>
                  </a:lnTo>
                  <a:lnTo>
                    <a:pt x="216522" y="12700"/>
                  </a:lnTo>
                  <a:lnTo>
                    <a:pt x="216522" y="0"/>
                  </a:lnTo>
                  <a:close/>
                </a:path>
                <a:path w="3009900" h="584200">
                  <a:moveTo>
                    <a:pt x="165493" y="0"/>
                  </a:moveTo>
                  <a:lnTo>
                    <a:pt x="191007" y="0"/>
                  </a:lnTo>
                  <a:lnTo>
                    <a:pt x="191007" y="12700"/>
                  </a:lnTo>
                  <a:lnTo>
                    <a:pt x="165493" y="12700"/>
                  </a:lnTo>
                  <a:lnTo>
                    <a:pt x="165493" y="0"/>
                  </a:lnTo>
                  <a:close/>
                </a:path>
                <a:path w="3009900" h="584200">
                  <a:moveTo>
                    <a:pt x="114477" y="0"/>
                  </a:moveTo>
                  <a:lnTo>
                    <a:pt x="139979" y="0"/>
                  </a:lnTo>
                  <a:lnTo>
                    <a:pt x="139979" y="12700"/>
                  </a:lnTo>
                  <a:lnTo>
                    <a:pt x="114477" y="12700"/>
                  </a:lnTo>
                  <a:lnTo>
                    <a:pt x="114477" y="0"/>
                  </a:lnTo>
                  <a:close/>
                </a:path>
                <a:path w="3009900" h="584200">
                  <a:moveTo>
                    <a:pt x="76200" y="0"/>
                  </a:moveTo>
                  <a:lnTo>
                    <a:pt x="76200" y="12700"/>
                  </a:lnTo>
                  <a:lnTo>
                    <a:pt x="71945" y="12700"/>
                  </a:lnTo>
                  <a:lnTo>
                    <a:pt x="67792" y="13119"/>
                  </a:lnTo>
                  <a:lnTo>
                    <a:pt x="63792" y="13906"/>
                  </a:lnTo>
                  <a:lnTo>
                    <a:pt x="62561" y="7683"/>
                  </a:lnTo>
                  <a:lnTo>
                    <a:pt x="66967" y="6807"/>
                  </a:lnTo>
                  <a:lnTo>
                    <a:pt x="71526" y="6350"/>
                  </a:lnTo>
                  <a:lnTo>
                    <a:pt x="62297" y="6350"/>
                  </a:lnTo>
                  <a:lnTo>
                    <a:pt x="61623" y="2942"/>
                  </a:lnTo>
                  <a:lnTo>
                    <a:pt x="76200" y="0"/>
                  </a:lnTo>
                  <a:close/>
                </a:path>
                <a:path w="3009900" h="584200">
                  <a:moveTo>
                    <a:pt x="76200" y="0"/>
                  </a:moveTo>
                  <a:lnTo>
                    <a:pt x="88963" y="0"/>
                  </a:lnTo>
                  <a:lnTo>
                    <a:pt x="88963" y="12700"/>
                  </a:lnTo>
                  <a:lnTo>
                    <a:pt x="76200" y="12700"/>
                  </a:lnTo>
                  <a:lnTo>
                    <a:pt x="76200" y="0"/>
                  </a:lnTo>
                  <a:close/>
                </a:path>
                <a:path w="3009900" h="584200">
                  <a:moveTo>
                    <a:pt x="62297" y="6350"/>
                  </a:moveTo>
                  <a:lnTo>
                    <a:pt x="71526" y="6350"/>
                  </a:lnTo>
                  <a:lnTo>
                    <a:pt x="66967" y="6807"/>
                  </a:lnTo>
                  <a:lnTo>
                    <a:pt x="62560" y="7683"/>
                  </a:lnTo>
                  <a:lnTo>
                    <a:pt x="62388" y="6807"/>
                  </a:lnTo>
                  <a:lnTo>
                    <a:pt x="62297" y="6350"/>
                  </a:lnTo>
                  <a:close/>
                </a:path>
                <a:path w="3009900" h="584200">
                  <a:moveTo>
                    <a:pt x="37388" y="18110"/>
                  </a:moveTo>
                  <a:lnTo>
                    <a:pt x="40932" y="23393"/>
                  </a:lnTo>
                  <a:lnTo>
                    <a:pt x="33997" y="28028"/>
                  </a:lnTo>
                  <a:lnTo>
                    <a:pt x="28028" y="33997"/>
                  </a:lnTo>
                  <a:lnTo>
                    <a:pt x="23393" y="40932"/>
                  </a:lnTo>
                  <a:lnTo>
                    <a:pt x="18109" y="37390"/>
                  </a:lnTo>
                  <a:lnTo>
                    <a:pt x="22204" y="31879"/>
                  </a:lnTo>
                  <a:lnTo>
                    <a:pt x="26806" y="26806"/>
                  </a:lnTo>
                  <a:lnTo>
                    <a:pt x="31755" y="22317"/>
                  </a:lnTo>
                  <a:lnTo>
                    <a:pt x="37388" y="18110"/>
                  </a:lnTo>
                  <a:close/>
                </a:path>
                <a:path w="3009900" h="584200">
                  <a:moveTo>
                    <a:pt x="34641" y="14008"/>
                  </a:moveTo>
                  <a:lnTo>
                    <a:pt x="37388" y="18110"/>
                  </a:lnTo>
                  <a:lnTo>
                    <a:pt x="31755" y="22317"/>
                  </a:lnTo>
                  <a:lnTo>
                    <a:pt x="26806" y="26806"/>
                  </a:lnTo>
                  <a:lnTo>
                    <a:pt x="22204" y="31879"/>
                  </a:lnTo>
                  <a:lnTo>
                    <a:pt x="18109" y="37390"/>
                  </a:lnTo>
                  <a:lnTo>
                    <a:pt x="14008" y="34641"/>
                  </a:lnTo>
                  <a:lnTo>
                    <a:pt x="22317" y="22317"/>
                  </a:lnTo>
                  <a:lnTo>
                    <a:pt x="34641" y="14008"/>
                  </a:lnTo>
                  <a:close/>
                </a:path>
                <a:path w="3009900" h="584200">
                  <a:moveTo>
                    <a:pt x="7683" y="62561"/>
                  </a:moveTo>
                  <a:lnTo>
                    <a:pt x="13906" y="63792"/>
                  </a:lnTo>
                  <a:lnTo>
                    <a:pt x="13119" y="67792"/>
                  </a:lnTo>
                  <a:lnTo>
                    <a:pt x="12742" y="71526"/>
                  </a:lnTo>
                  <a:lnTo>
                    <a:pt x="12700" y="88188"/>
                  </a:lnTo>
                  <a:lnTo>
                    <a:pt x="6350" y="88188"/>
                  </a:lnTo>
                  <a:lnTo>
                    <a:pt x="6350" y="71526"/>
                  </a:lnTo>
                  <a:lnTo>
                    <a:pt x="6724" y="67792"/>
                  </a:lnTo>
                  <a:lnTo>
                    <a:pt x="6807" y="66967"/>
                  </a:lnTo>
                  <a:lnTo>
                    <a:pt x="7683" y="62561"/>
                  </a:lnTo>
                  <a:close/>
                </a:path>
                <a:path w="3009900" h="584200">
                  <a:moveTo>
                    <a:pt x="2942" y="61623"/>
                  </a:moveTo>
                  <a:lnTo>
                    <a:pt x="7683" y="62561"/>
                  </a:lnTo>
                  <a:lnTo>
                    <a:pt x="6807" y="66967"/>
                  </a:lnTo>
                  <a:lnTo>
                    <a:pt x="6350" y="71526"/>
                  </a:lnTo>
                  <a:lnTo>
                    <a:pt x="6350" y="88188"/>
                  </a:lnTo>
                  <a:lnTo>
                    <a:pt x="0" y="88188"/>
                  </a:lnTo>
                  <a:lnTo>
                    <a:pt x="0" y="76200"/>
                  </a:lnTo>
                  <a:lnTo>
                    <a:pt x="2942" y="61623"/>
                  </a:lnTo>
                  <a:close/>
                </a:path>
                <a:path w="3009900" h="584200">
                  <a:moveTo>
                    <a:pt x="6350" y="112179"/>
                  </a:moveTo>
                  <a:lnTo>
                    <a:pt x="12700" y="112179"/>
                  </a:lnTo>
                  <a:lnTo>
                    <a:pt x="12700" y="136169"/>
                  </a:lnTo>
                  <a:lnTo>
                    <a:pt x="6350" y="136169"/>
                  </a:lnTo>
                  <a:lnTo>
                    <a:pt x="6350" y="112179"/>
                  </a:lnTo>
                  <a:close/>
                </a:path>
                <a:path w="3009900" h="584200">
                  <a:moveTo>
                    <a:pt x="0" y="112179"/>
                  </a:moveTo>
                  <a:lnTo>
                    <a:pt x="6350" y="112179"/>
                  </a:lnTo>
                  <a:lnTo>
                    <a:pt x="6350" y="136169"/>
                  </a:lnTo>
                  <a:lnTo>
                    <a:pt x="0" y="136169"/>
                  </a:lnTo>
                  <a:lnTo>
                    <a:pt x="0" y="112179"/>
                  </a:lnTo>
                  <a:close/>
                </a:path>
                <a:path w="3009900" h="584200">
                  <a:moveTo>
                    <a:pt x="6350" y="160159"/>
                  </a:moveTo>
                  <a:lnTo>
                    <a:pt x="12700" y="160159"/>
                  </a:lnTo>
                  <a:lnTo>
                    <a:pt x="12700" y="184150"/>
                  </a:lnTo>
                  <a:lnTo>
                    <a:pt x="6350" y="184150"/>
                  </a:lnTo>
                  <a:lnTo>
                    <a:pt x="6350" y="160159"/>
                  </a:lnTo>
                  <a:close/>
                </a:path>
                <a:path w="3009900" h="584200">
                  <a:moveTo>
                    <a:pt x="0" y="160159"/>
                  </a:moveTo>
                  <a:lnTo>
                    <a:pt x="6350" y="160159"/>
                  </a:lnTo>
                  <a:lnTo>
                    <a:pt x="6350" y="184150"/>
                  </a:lnTo>
                  <a:lnTo>
                    <a:pt x="0" y="184150"/>
                  </a:lnTo>
                  <a:lnTo>
                    <a:pt x="0" y="160159"/>
                  </a:lnTo>
                  <a:close/>
                </a:path>
                <a:path w="3009900" h="584200">
                  <a:moveTo>
                    <a:pt x="6350" y="208140"/>
                  </a:moveTo>
                  <a:lnTo>
                    <a:pt x="12700" y="208140"/>
                  </a:lnTo>
                  <a:lnTo>
                    <a:pt x="12700" y="232130"/>
                  </a:lnTo>
                  <a:lnTo>
                    <a:pt x="6350" y="232130"/>
                  </a:lnTo>
                  <a:lnTo>
                    <a:pt x="6350" y="208140"/>
                  </a:lnTo>
                  <a:close/>
                </a:path>
                <a:path w="3009900" h="584200">
                  <a:moveTo>
                    <a:pt x="0" y="208140"/>
                  </a:moveTo>
                  <a:lnTo>
                    <a:pt x="6350" y="208140"/>
                  </a:lnTo>
                  <a:lnTo>
                    <a:pt x="6350" y="232130"/>
                  </a:lnTo>
                  <a:lnTo>
                    <a:pt x="0" y="232130"/>
                  </a:lnTo>
                  <a:lnTo>
                    <a:pt x="0" y="208140"/>
                  </a:lnTo>
                  <a:close/>
                </a:path>
                <a:path w="3009900" h="584200">
                  <a:moveTo>
                    <a:pt x="6350" y="256120"/>
                  </a:moveTo>
                  <a:lnTo>
                    <a:pt x="12700" y="256120"/>
                  </a:lnTo>
                  <a:lnTo>
                    <a:pt x="12700" y="280111"/>
                  </a:lnTo>
                  <a:lnTo>
                    <a:pt x="6350" y="280111"/>
                  </a:lnTo>
                  <a:lnTo>
                    <a:pt x="6350" y="256120"/>
                  </a:lnTo>
                  <a:close/>
                </a:path>
                <a:path w="3009900" h="584200">
                  <a:moveTo>
                    <a:pt x="0" y="256120"/>
                  </a:moveTo>
                  <a:lnTo>
                    <a:pt x="6350" y="256120"/>
                  </a:lnTo>
                  <a:lnTo>
                    <a:pt x="6350" y="280111"/>
                  </a:lnTo>
                  <a:lnTo>
                    <a:pt x="0" y="280111"/>
                  </a:lnTo>
                  <a:lnTo>
                    <a:pt x="0" y="256120"/>
                  </a:lnTo>
                  <a:close/>
                </a:path>
                <a:path w="3009900" h="584200">
                  <a:moveTo>
                    <a:pt x="6350" y="304088"/>
                  </a:moveTo>
                  <a:lnTo>
                    <a:pt x="12700" y="304088"/>
                  </a:lnTo>
                  <a:lnTo>
                    <a:pt x="12700" y="328079"/>
                  </a:lnTo>
                  <a:lnTo>
                    <a:pt x="6350" y="328079"/>
                  </a:lnTo>
                  <a:lnTo>
                    <a:pt x="6350" y="304088"/>
                  </a:lnTo>
                  <a:close/>
                </a:path>
                <a:path w="3009900" h="584200">
                  <a:moveTo>
                    <a:pt x="0" y="304088"/>
                  </a:moveTo>
                  <a:lnTo>
                    <a:pt x="6350" y="304088"/>
                  </a:lnTo>
                  <a:lnTo>
                    <a:pt x="6350" y="328079"/>
                  </a:lnTo>
                  <a:lnTo>
                    <a:pt x="0" y="328079"/>
                  </a:lnTo>
                  <a:lnTo>
                    <a:pt x="0" y="304088"/>
                  </a:lnTo>
                  <a:close/>
                </a:path>
                <a:path w="3009900" h="584200">
                  <a:moveTo>
                    <a:pt x="6350" y="352069"/>
                  </a:moveTo>
                  <a:lnTo>
                    <a:pt x="12700" y="352069"/>
                  </a:lnTo>
                  <a:lnTo>
                    <a:pt x="12700" y="376059"/>
                  </a:lnTo>
                  <a:lnTo>
                    <a:pt x="6350" y="376059"/>
                  </a:lnTo>
                  <a:lnTo>
                    <a:pt x="6350" y="352069"/>
                  </a:lnTo>
                  <a:close/>
                </a:path>
                <a:path w="3009900" h="584200">
                  <a:moveTo>
                    <a:pt x="0" y="352069"/>
                  </a:moveTo>
                  <a:lnTo>
                    <a:pt x="6350" y="352069"/>
                  </a:lnTo>
                  <a:lnTo>
                    <a:pt x="6350" y="376059"/>
                  </a:lnTo>
                  <a:lnTo>
                    <a:pt x="0" y="376059"/>
                  </a:lnTo>
                  <a:lnTo>
                    <a:pt x="0" y="352069"/>
                  </a:lnTo>
                  <a:close/>
                </a:path>
                <a:path w="3009900" h="584200">
                  <a:moveTo>
                    <a:pt x="6350" y="400050"/>
                  </a:moveTo>
                  <a:lnTo>
                    <a:pt x="12700" y="400050"/>
                  </a:lnTo>
                  <a:lnTo>
                    <a:pt x="12700" y="424040"/>
                  </a:lnTo>
                  <a:lnTo>
                    <a:pt x="6350" y="424040"/>
                  </a:lnTo>
                  <a:lnTo>
                    <a:pt x="6350" y="400050"/>
                  </a:lnTo>
                  <a:close/>
                </a:path>
                <a:path w="3009900" h="584200">
                  <a:moveTo>
                    <a:pt x="0" y="400050"/>
                  </a:moveTo>
                  <a:lnTo>
                    <a:pt x="6350" y="400050"/>
                  </a:lnTo>
                  <a:lnTo>
                    <a:pt x="6350" y="424040"/>
                  </a:lnTo>
                  <a:lnTo>
                    <a:pt x="0" y="424040"/>
                  </a:lnTo>
                  <a:lnTo>
                    <a:pt x="0" y="400050"/>
                  </a:lnTo>
                  <a:close/>
                </a:path>
                <a:path w="3009900" h="584200">
                  <a:moveTo>
                    <a:pt x="6350" y="448030"/>
                  </a:moveTo>
                  <a:lnTo>
                    <a:pt x="12700" y="448030"/>
                  </a:lnTo>
                  <a:lnTo>
                    <a:pt x="12700" y="472020"/>
                  </a:lnTo>
                  <a:lnTo>
                    <a:pt x="6350" y="472020"/>
                  </a:lnTo>
                  <a:lnTo>
                    <a:pt x="6350" y="448030"/>
                  </a:lnTo>
                  <a:close/>
                </a:path>
                <a:path w="3009900" h="584200">
                  <a:moveTo>
                    <a:pt x="0" y="448030"/>
                  </a:moveTo>
                  <a:lnTo>
                    <a:pt x="6350" y="448030"/>
                  </a:lnTo>
                  <a:lnTo>
                    <a:pt x="6350" y="472020"/>
                  </a:lnTo>
                  <a:lnTo>
                    <a:pt x="0" y="472020"/>
                  </a:lnTo>
                  <a:lnTo>
                    <a:pt x="0" y="448030"/>
                  </a:lnTo>
                  <a:close/>
                </a:path>
                <a:path w="3009900" h="584200">
                  <a:moveTo>
                    <a:pt x="0" y="496011"/>
                  </a:moveTo>
                  <a:lnTo>
                    <a:pt x="6350" y="496011"/>
                  </a:lnTo>
                  <a:lnTo>
                    <a:pt x="6350" y="512673"/>
                  </a:lnTo>
                  <a:lnTo>
                    <a:pt x="6724" y="516407"/>
                  </a:lnTo>
                  <a:lnTo>
                    <a:pt x="6807" y="517232"/>
                  </a:lnTo>
                  <a:lnTo>
                    <a:pt x="7677" y="521639"/>
                  </a:lnTo>
                  <a:lnTo>
                    <a:pt x="2940" y="522576"/>
                  </a:lnTo>
                  <a:lnTo>
                    <a:pt x="0" y="508000"/>
                  </a:lnTo>
                  <a:lnTo>
                    <a:pt x="0" y="496011"/>
                  </a:lnTo>
                  <a:close/>
                </a:path>
                <a:path w="3009900" h="584200">
                  <a:moveTo>
                    <a:pt x="6350" y="496011"/>
                  </a:moveTo>
                  <a:lnTo>
                    <a:pt x="12700" y="496011"/>
                  </a:lnTo>
                  <a:lnTo>
                    <a:pt x="12742" y="512673"/>
                  </a:lnTo>
                  <a:lnTo>
                    <a:pt x="13119" y="516407"/>
                  </a:lnTo>
                  <a:lnTo>
                    <a:pt x="13906" y="520407"/>
                  </a:lnTo>
                  <a:lnTo>
                    <a:pt x="7677" y="521639"/>
                  </a:lnTo>
                  <a:lnTo>
                    <a:pt x="6807" y="517232"/>
                  </a:lnTo>
                  <a:lnTo>
                    <a:pt x="6350" y="512673"/>
                  </a:lnTo>
                  <a:lnTo>
                    <a:pt x="6350" y="496011"/>
                  </a:lnTo>
                  <a:close/>
                </a:path>
                <a:path w="3009900" h="584200">
                  <a:moveTo>
                    <a:pt x="18110" y="546811"/>
                  </a:moveTo>
                  <a:lnTo>
                    <a:pt x="22204" y="552320"/>
                  </a:lnTo>
                  <a:lnTo>
                    <a:pt x="26806" y="557393"/>
                  </a:lnTo>
                  <a:lnTo>
                    <a:pt x="31879" y="561995"/>
                  </a:lnTo>
                  <a:lnTo>
                    <a:pt x="37388" y="566090"/>
                  </a:lnTo>
                  <a:lnTo>
                    <a:pt x="34640" y="570191"/>
                  </a:lnTo>
                  <a:lnTo>
                    <a:pt x="22483" y="561995"/>
                  </a:lnTo>
                  <a:lnTo>
                    <a:pt x="21591" y="560806"/>
                  </a:lnTo>
                  <a:lnTo>
                    <a:pt x="14008" y="549558"/>
                  </a:lnTo>
                  <a:lnTo>
                    <a:pt x="18110" y="546811"/>
                  </a:lnTo>
                  <a:close/>
                </a:path>
                <a:path w="3009900" h="584200">
                  <a:moveTo>
                    <a:pt x="23393" y="543267"/>
                  </a:moveTo>
                  <a:lnTo>
                    <a:pt x="28028" y="550202"/>
                  </a:lnTo>
                  <a:lnTo>
                    <a:pt x="33997" y="556171"/>
                  </a:lnTo>
                  <a:lnTo>
                    <a:pt x="40932" y="560806"/>
                  </a:lnTo>
                  <a:lnTo>
                    <a:pt x="37390" y="566090"/>
                  </a:lnTo>
                  <a:lnTo>
                    <a:pt x="31879" y="561995"/>
                  </a:lnTo>
                  <a:lnTo>
                    <a:pt x="26806" y="557393"/>
                  </a:lnTo>
                  <a:lnTo>
                    <a:pt x="22204" y="552320"/>
                  </a:lnTo>
                  <a:lnTo>
                    <a:pt x="18110" y="546811"/>
                  </a:lnTo>
                  <a:lnTo>
                    <a:pt x="23393" y="543267"/>
                  </a:lnTo>
                  <a:close/>
                </a:path>
                <a:path w="3009900" h="584200">
                  <a:moveTo>
                    <a:pt x="76200" y="571500"/>
                  </a:moveTo>
                  <a:lnTo>
                    <a:pt x="88950" y="571500"/>
                  </a:lnTo>
                  <a:lnTo>
                    <a:pt x="88950" y="584200"/>
                  </a:lnTo>
                  <a:lnTo>
                    <a:pt x="76200" y="584200"/>
                  </a:lnTo>
                  <a:lnTo>
                    <a:pt x="76200" y="571500"/>
                  </a:lnTo>
                  <a:close/>
                </a:path>
                <a:path w="3009900" h="584200">
                  <a:moveTo>
                    <a:pt x="63792" y="570293"/>
                  </a:moveTo>
                  <a:lnTo>
                    <a:pt x="67792" y="571080"/>
                  </a:lnTo>
                  <a:lnTo>
                    <a:pt x="71945" y="571500"/>
                  </a:lnTo>
                  <a:lnTo>
                    <a:pt x="76200" y="571500"/>
                  </a:lnTo>
                  <a:lnTo>
                    <a:pt x="76200" y="584200"/>
                  </a:lnTo>
                  <a:lnTo>
                    <a:pt x="61623" y="581257"/>
                  </a:lnTo>
                  <a:lnTo>
                    <a:pt x="62297" y="577850"/>
                  </a:lnTo>
                  <a:lnTo>
                    <a:pt x="71526" y="577850"/>
                  </a:lnTo>
                  <a:lnTo>
                    <a:pt x="66967" y="577392"/>
                  </a:lnTo>
                  <a:lnTo>
                    <a:pt x="62561" y="576516"/>
                  </a:lnTo>
                  <a:lnTo>
                    <a:pt x="63792" y="570293"/>
                  </a:lnTo>
                  <a:close/>
                </a:path>
                <a:path w="3009900" h="584200">
                  <a:moveTo>
                    <a:pt x="62561" y="576516"/>
                  </a:moveTo>
                  <a:lnTo>
                    <a:pt x="66967" y="577392"/>
                  </a:lnTo>
                  <a:lnTo>
                    <a:pt x="71526" y="577850"/>
                  </a:lnTo>
                  <a:lnTo>
                    <a:pt x="62297" y="577850"/>
                  </a:lnTo>
                  <a:lnTo>
                    <a:pt x="62561" y="576516"/>
                  </a:lnTo>
                  <a:close/>
                </a:path>
                <a:path w="3009900" h="584200">
                  <a:moveTo>
                    <a:pt x="114465" y="571500"/>
                  </a:moveTo>
                  <a:lnTo>
                    <a:pt x="139979" y="571500"/>
                  </a:lnTo>
                  <a:lnTo>
                    <a:pt x="139979" y="584200"/>
                  </a:lnTo>
                  <a:lnTo>
                    <a:pt x="114465" y="584200"/>
                  </a:lnTo>
                  <a:lnTo>
                    <a:pt x="114465" y="571500"/>
                  </a:lnTo>
                  <a:close/>
                </a:path>
                <a:path w="3009900" h="584200">
                  <a:moveTo>
                    <a:pt x="165493" y="571500"/>
                  </a:moveTo>
                  <a:lnTo>
                    <a:pt x="191007" y="571500"/>
                  </a:lnTo>
                  <a:lnTo>
                    <a:pt x="191007" y="584200"/>
                  </a:lnTo>
                  <a:lnTo>
                    <a:pt x="165493" y="584200"/>
                  </a:lnTo>
                  <a:lnTo>
                    <a:pt x="165493" y="571500"/>
                  </a:lnTo>
                  <a:close/>
                </a:path>
                <a:path w="3009900" h="584200">
                  <a:moveTo>
                    <a:pt x="216522" y="571500"/>
                  </a:moveTo>
                  <a:lnTo>
                    <a:pt x="242036" y="571500"/>
                  </a:lnTo>
                  <a:lnTo>
                    <a:pt x="242036" y="584200"/>
                  </a:lnTo>
                  <a:lnTo>
                    <a:pt x="216522" y="584200"/>
                  </a:lnTo>
                  <a:lnTo>
                    <a:pt x="216522" y="571500"/>
                  </a:lnTo>
                  <a:close/>
                </a:path>
                <a:path w="3009900" h="584200">
                  <a:moveTo>
                    <a:pt x="267550" y="571500"/>
                  </a:moveTo>
                  <a:lnTo>
                    <a:pt x="293065" y="571500"/>
                  </a:lnTo>
                  <a:lnTo>
                    <a:pt x="293065" y="584200"/>
                  </a:lnTo>
                  <a:lnTo>
                    <a:pt x="267550" y="584200"/>
                  </a:lnTo>
                  <a:lnTo>
                    <a:pt x="267550" y="571500"/>
                  </a:lnTo>
                  <a:close/>
                </a:path>
                <a:path w="3009900" h="584200">
                  <a:moveTo>
                    <a:pt x="318579" y="571500"/>
                  </a:moveTo>
                  <a:lnTo>
                    <a:pt x="344093" y="571500"/>
                  </a:lnTo>
                  <a:lnTo>
                    <a:pt x="344093" y="584200"/>
                  </a:lnTo>
                  <a:lnTo>
                    <a:pt x="318579" y="584200"/>
                  </a:lnTo>
                  <a:lnTo>
                    <a:pt x="318579" y="571500"/>
                  </a:lnTo>
                  <a:close/>
                </a:path>
                <a:path w="3009900" h="584200">
                  <a:moveTo>
                    <a:pt x="369608" y="571500"/>
                  </a:moveTo>
                  <a:lnTo>
                    <a:pt x="395122" y="571500"/>
                  </a:lnTo>
                  <a:lnTo>
                    <a:pt x="395122" y="584200"/>
                  </a:lnTo>
                  <a:lnTo>
                    <a:pt x="369608" y="584200"/>
                  </a:lnTo>
                  <a:lnTo>
                    <a:pt x="369608" y="571500"/>
                  </a:lnTo>
                  <a:close/>
                </a:path>
                <a:path w="3009900" h="584200">
                  <a:moveTo>
                    <a:pt x="420636" y="571500"/>
                  </a:moveTo>
                  <a:lnTo>
                    <a:pt x="446138" y="571500"/>
                  </a:lnTo>
                  <a:lnTo>
                    <a:pt x="446138" y="584200"/>
                  </a:lnTo>
                  <a:lnTo>
                    <a:pt x="420636" y="584200"/>
                  </a:lnTo>
                  <a:lnTo>
                    <a:pt x="420636" y="571500"/>
                  </a:lnTo>
                  <a:close/>
                </a:path>
                <a:path w="3009900" h="584200">
                  <a:moveTo>
                    <a:pt x="471652" y="571500"/>
                  </a:moveTo>
                  <a:lnTo>
                    <a:pt x="497166" y="571500"/>
                  </a:lnTo>
                  <a:lnTo>
                    <a:pt x="497166" y="584200"/>
                  </a:lnTo>
                  <a:lnTo>
                    <a:pt x="471652" y="584200"/>
                  </a:lnTo>
                  <a:lnTo>
                    <a:pt x="471652" y="571500"/>
                  </a:lnTo>
                  <a:close/>
                </a:path>
                <a:path w="3009900" h="584200">
                  <a:moveTo>
                    <a:pt x="522681" y="571500"/>
                  </a:moveTo>
                  <a:lnTo>
                    <a:pt x="548195" y="571500"/>
                  </a:lnTo>
                  <a:lnTo>
                    <a:pt x="548195" y="584200"/>
                  </a:lnTo>
                  <a:lnTo>
                    <a:pt x="522681" y="584200"/>
                  </a:lnTo>
                  <a:lnTo>
                    <a:pt x="522681" y="571500"/>
                  </a:lnTo>
                  <a:close/>
                </a:path>
                <a:path w="3009900" h="584200">
                  <a:moveTo>
                    <a:pt x="573709" y="571500"/>
                  </a:moveTo>
                  <a:lnTo>
                    <a:pt x="599224" y="571500"/>
                  </a:lnTo>
                  <a:lnTo>
                    <a:pt x="599224" y="584200"/>
                  </a:lnTo>
                  <a:lnTo>
                    <a:pt x="573709" y="584200"/>
                  </a:lnTo>
                  <a:lnTo>
                    <a:pt x="573709" y="571500"/>
                  </a:lnTo>
                  <a:close/>
                </a:path>
                <a:path w="3009900" h="584200">
                  <a:moveTo>
                    <a:pt x="624738" y="571500"/>
                  </a:moveTo>
                  <a:lnTo>
                    <a:pt x="650252" y="571500"/>
                  </a:lnTo>
                  <a:lnTo>
                    <a:pt x="650252" y="584200"/>
                  </a:lnTo>
                  <a:lnTo>
                    <a:pt x="624738" y="584200"/>
                  </a:lnTo>
                  <a:lnTo>
                    <a:pt x="624738" y="571500"/>
                  </a:lnTo>
                  <a:close/>
                </a:path>
                <a:path w="3009900" h="584200">
                  <a:moveTo>
                    <a:pt x="675767" y="571500"/>
                  </a:moveTo>
                  <a:lnTo>
                    <a:pt x="701281" y="571500"/>
                  </a:lnTo>
                  <a:lnTo>
                    <a:pt x="701281" y="584200"/>
                  </a:lnTo>
                  <a:lnTo>
                    <a:pt x="675767" y="584200"/>
                  </a:lnTo>
                  <a:lnTo>
                    <a:pt x="675767" y="571500"/>
                  </a:lnTo>
                  <a:close/>
                </a:path>
                <a:path w="3009900" h="584200">
                  <a:moveTo>
                    <a:pt x="726795" y="571500"/>
                  </a:moveTo>
                  <a:lnTo>
                    <a:pt x="752309" y="571500"/>
                  </a:lnTo>
                  <a:lnTo>
                    <a:pt x="752309" y="584200"/>
                  </a:lnTo>
                  <a:lnTo>
                    <a:pt x="726795" y="584200"/>
                  </a:lnTo>
                  <a:lnTo>
                    <a:pt x="726795" y="571500"/>
                  </a:lnTo>
                  <a:close/>
                </a:path>
                <a:path w="3009900" h="584200">
                  <a:moveTo>
                    <a:pt x="777824" y="571500"/>
                  </a:moveTo>
                  <a:lnTo>
                    <a:pt x="803325" y="571500"/>
                  </a:lnTo>
                  <a:lnTo>
                    <a:pt x="803325" y="584200"/>
                  </a:lnTo>
                  <a:lnTo>
                    <a:pt x="777824" y="584200"/>
                  </a:lnTo>
                  <a:lnTo>
                    <a:pt x="777824" y="571500"/>
                  </a:lnTo>
                  <a:close/>
                </a:path>
                <a:path w="3009900" h="584200">
                  <a:moveTo>
                    <a:pt x="828840" y="571500"/>
                  </a:moveTo>
                  <a:lnTo>
                    <a:pt x="854354" y="571500"/>
                  </a:lnTo>
                  <a:lnTo>
                    <a:pt x="854354" y="584200"/>
                  </a:lnTo>
                  <a:lnTo>
                    <a:pt x="828840" y="584200"/>
                  </a:lnTo>
                  <a:lnTo>
                    <a:pt x="828840" y="571500"/>
                  </a:lnTo>
                  <a:close/>
                </a:path>
                <a:path w="3009900" h="584200">
                  <a:moveTo>
                    <a:pt x="879868" y="571500"/>
                  </a:moveTo>
                  <a:lnTo>
                    <a:pt x="905382" y="571500"/>
                  </a:lnTo>
                  <a:lnTo>
                    <a:pt x="905382" y="584200"/>
                  </a:lnTo>
                  <a:lnTo>
                    <a:pt x="879868" y="584200"/>
                  </a:lnTo>
                  <a:lnTo>
                    <a:pt x="879868" y="571500"/>
                  </a:lnTo>
                  <a:close/>
                </a:path>
                <a:path w="3009900" h="584200">
                  <a:moveTo>
                    <a:pt x="930897" y="571500"/>
                  </a:moveTo>
                  <a:lnTo>
                    <a:pt x="956411" y="571500"/>
                  </a:lnTo>
                  <a:lnTo>
                    <a:pt x="956411" y="584200"/>
                  </a:lnTo>
                  <a:lnTo>
                    <a:pt x="930897" y="584200"/>
                  </a:lnTo>
                  <a:lnTo>
                    <a:pt x="930897" y="571500"/>
                  </a:lnTo>
                  <a:close/>
                </a:path>
                <a:path w="3009900" h="584200">
                  <a:moveTo>
                    <a:pt x="981925" y="571500"/>
                  </a:moveTo>
                  <a:lnTo>
                    <a:pt x="1007440" y="571500"/>
                  </a:lnTo>
                  <a:lnTo>
                    <a:pt x="1007440" y="584200"/>
                  </a:lnTo>
                  <a:lnTo>
                    <a:pt x="981925" y="584200"/>
                  </a:lnTo>
                  <a:lnTo>
                    <a:pt x="981925" y="571500"/>
                  </a:lnTo>
                  <a:close/>
                </a:path>
                <a:path w="3009900" h="584200">
                  <a:moveTo>
                    <a:pt x="1032954" y="571500"/>
                  </a:moveTo>
                  <a:lnTo>
                    <a:pt x="1058468" y="571500"/>
                  </a:lnTo>
                  <a:lnTo>
                    <a:pt x="1058468" y="584200"/>
                  </a:lnTo>
                  <a:lnTo>
                    <a:pt x="1032954" y="584200"/>
                  </a:lnTo>
                  <a:lnTo>
                    <a:pt x="1032954" y="571500"/>
                  </a:lnTo>
                  <a:close/>
                </a:path>
                <a:path w="3009900" h="584200">
                  <a:moveTo>
                    <a:pt x="1083983" y="571500"/>
                  </a:moveTo>
                  <a:lnTo>
                    <a:pt x="1109497" y="571500"/>
                  </a:lnTo>
                  <a:lnTo>
                    <a:pt x="1109497" y="584200"/>
                  </a:lnTo>
                  <a:lnTo>
                    <a:pt x="1083983" y="584200"/>
                  </a:lnTo>
                  <a:lnTo>
                    <a:pt x="1083983" y="571500"/>
                  </a:lnTo>
                  <a:close/>
                </a:path>
                <a:path w="3009900" h="584200">
                  <a:moveTo>
                    <a:pt x="1135011" y="571500"/>
                  </a:moveTo>
                  <a:lnTo>
                    <a:pt x="1160513" y="571500"/>
                  </a:lnTo>
                  <a:lnTo>
                    <a:pt x="1160513" y="584200"/>
                  </a:lnTo>
                  <a:lnTo>
                    <a:pt x="1135011" y="584200"/>
                  </a:lnTo>
                  <a:lnTo>
                    <a:pt x="1135011" y="571500"/>
                  </a:lnTo>
                  <a:close/>
                </a:path>
                <a:path w="3009900" h="584200">
                  <a:moveTo>
                    <a:pt x="1186027" y="571500"/>
                  </a:moveTo>
                  <a:lnTo>
                    <a:pt x="1211541" y="571500"/>
                  </a:lnTo>
                  <a:lnTo>
                    <a:pt x="1211541" y="584200"/>
                  </a:lnTo>
                  <a:lnTo>
                    <a:pt x="1186027" y="584200"/>
                  </a:lnTo>
                  <a:lnTo>
                    <a:pt x="1186027" y="571500"/>
                  </a:lnTo>
                  <a:close/>
                </a:path>
                <a:path w="3009900" h="584200">
                  <a:moveTo>
                    <a:pt x="1237056" y="571500"/>
                  </a:moveTo>
                  <a:lnTo>
                    <a:pt x="1262570" y="571500"/>
                  </a:lnTo>
                  <a:lnTo>
                    <a:pt x="1262570" y="584200"/>
                  </a:lnTo>
                  <a:lnTo>
                    <a:pt x="1237056" y="584200"/>
                  </a:lnTo>
                  <a:lnTo>
                    <a:pt x="1237056" y="571500"/>
                  </a:lnTo>
                  <a:close/>
                </a:path>
                <a:path w="3009900" h="584200">
                  <a:moveTo>
                    <a:pt x="1288084" y="571500"/>
                  </a:moveTo>
                  <a:lnTo>
                    <a:pt x="1313599" y="571500"/>
                  </a:lnTo>
                  <a:lnTo>
                    <a:pt x="1313599" y="584200"/>
                  </a:lnTo>
                  <a:lnTo>
                    <a:pt x="1288084" y="584200"/>
                  </a:lnTo>
                  <a:lnTo>
                    <a:pt x="1288084" y="571500"/>
                  </a:lnTo>
                  <a:close/>
                </a:path>
                <a:path w="3009900" h="584200">
                  <a:moveTo>
                    <a:pt x="1339113" y="571500"/>
                  </a:moveTo>
                  <a:lnTo>
                    <a:pt x="1364627" y="571500"/>
                  </a:lnTo>
                  <a:lnTo>
                    <a:pt x="1364627" y="584200"/>
                  </a:lnTo>
                  <a:lnTo>
                    <a:pt x="1339113" y="584200"/>
                  </a:lnTo>
                  <a:lnTo>
                    <a:pt x="1339113" y="571500"/>
                  </a:lnTo>
                  <a:close/>
                </a:path>
                <a:path w="3009900" h="584200">
                  <a:moveTo>
                    <a:pt x="1390142" y="571500"/>
                  </a:moveTo>
                  <a:lnTo>
                    <a:pt x="1415656" y="571500"/>
                  </a:lnTo>
                  <a:lnTo>
                    <a:pt x="1415656" y="584200"/>
                  </a:lnTo>
                  <a:lnTo>
                    <a:pt x="1390142" y="584200"/>
                  </a:lnTo>
                  <a:lnTo>
                    <a:pt x="1390142" y="571500"/>
                  </a:lnTo>
                  <a:close/>
                </a:path>
                <a:path w="3009900" h="584200">
                  <a:moveTo>
                    <a:pt x="1441170" y="571500"/>
                  </a:moveTo>
                  <a:lnTo>
                    <a:pt x="1466684" y="571500"/>
                  </a:lnTo>
                  <a:lnTo>
                    <a:pt x="1466684" y="584200"/>
                  </a:lnTo>
                  <a:lnTo>
                    <a:pt x="1441170" y="584200"/>
                  </a:lnTo>
                  <a:lnTo>
                    <a:pt x="1441170" y="571500"/>
                  </a:lnTo>
                  <a:close/>
                </a:path>
                <a:path w="3009900" h="584200">
                  <a:moveTo>
                    <a:pt x="1492199" y="571500"/>
                  </a:moveTo>
                  <a:lnTo>
                    <a:pt x="1517700" y="571500"/>
                  </a:lnTo>
                  <a:lnTo>
                    <a:pt x="1517700" y="584200"/>
                  </a:lnTo>
                  <a:lnTo>
                    <a:pt x="1492199" y="584200"/>
                  </a:lnTo>
                  <a:lnTo>
                    <a:pt x="1492199" y="571500"/>
                  </a:lnTo>
                  <a:close/>
                </a:path>
                <a:path w="3009900" h="584200">
                  <a:moveTo>
                    <a:pt x="1543215" y="571500"/>
                  </a:moveTo>
                  <a:lnTo>
                    <a:pt x="1568729" y="571500"/>
                  </a:lnTo>
                  <a:lnTo>
                    <a:pt x="1568729" y="584200"/>
                  </a:lnTo>
                  <a:lnTo>
                    <a:pt x="1543215" y="584200"/>
                  </a:lnTo>
                  <a:lnTo>
                    <a:pt x="1543215" y="571500"/>
                  </a:lnTo>
                  <a:close/>
                </a:path>
                <a:path w="3009900" h="584200">
                  <a:moveTo>
                    <a:pt x="1594243" y="571500"/>
                  </a:moveTo>
                  <a:lnTo>
                    <a:pt x="1619757" y="571500"/>
                  </a:lnTo>
                  <a:lnTo>
                    <a:pt x="1619757" y="584200"/>
                  </a:lnTo>
                  <a:lnTo>
                    <a:pt x="1594243" y="584200"/>
                  </a:lnTo>
                  <a:lnTo>
                    <a:pt x="1594243" y="571500"/>
                  </a:lnTo>
                  <a:close/>
                </a:path>
                <a:path w="3009900" h="584200">
                  <a:moveTo>
                    <a:pt x="1645272" y="571500"/>
                  </a:moveTo>
                  <a:lnTo>
                    <a:pt x="1670786" y="571500"/>
                  </a:lnTo>
                  <a:lnTo>
                    <a:pt x="1670786" y="584200"/>
                  </a:lnTo>
                  <a:lnTo>
                    <a:pt x="1645272" y="584200"/>
                  </a:lnTo>
                  <a:lnTo>
                    <a:pt x="1645272" y="571500"/>
                  </a:lnTo>
                  <a:close/>
                </a:path>
                <a:path w="3009900" h="584200">
                  <a:moveTo>
                    <a:pt x="1696300" y="571500"/>
                  </a:moveTo>
                  <a:lnTo>
                    <a:pt x="1721815" y="571500"/>
                  </a:lnTo>
                  <a:lnTo>
                    <a:pt x="1721815" y="584200"/>
                  </a:lnTo>
                  <a:lnTo>
                    <a:pt x="1696300" y="584200"/>
                  </a:lnTo>
                  <a:lnTo>
                    <a:pt x="1696300" y="571500"/>
                  </a:lnTo>
                  <a:close/>
                </a:path>
                <a:path w="3009900" h="584200">
                  <a:moveTo>
                    <a:pt x="1747329" y="571500"/>
                  </a:moveTo>
                  <a:lnTo>
                    <a:pt x="1772843" y="571500"/>
                  </a:lnTo>
                  <a:lnTo>
                    <a:pt x="1772843" y="584200"/>
                  </a:lnTo>
                  <a:lnTo>
                    <a:pt x="1747329" y="584200"/>
                  </a:lnTo>
                  <a:lnTo>
                    <a:pt x="1747329" y="571500"/>
                  </a:lnTo>
                  <a:close/>
                </a:path>
                <a:path w="3009900" h="584200">
                  <a:moveTo>
                    <a:pt x="1798358" y="571500"/>
                  </a:moveTo>
                  <a:lnTo>
                    <a:pt x="1823872" y="571500"/>
                  </a:lnTo>
                  <a:lnTo>
                    <a:pt x="1823872" y="584200"/>
                  </a:lnTo>
                  <a:lnTo>
                    <a:pt x="1798358" y="584200"/>
                  </a:lnTo>
                  <a:lnTo>
                    <a:pt x="1798358" y="571500"/>
                  </a:lnTo>
                  <a:close/>
                </a:path>
                <a:path w="3009900" h="584200">
                  <a:moveTo>
                    <a:pt x="1849374" y="571500"/>
                  </a:moveTo>
                  <a:lnTo>
                    <a:pt x="1874888" y="571500"/>
                  </a:lnTo>
                  <a:lnTo>
                    <a:pt x="1874888" y="584200"/>
                  </a:lnTo>
                  <a:lnTo>
                    <a:pt x="1849374" y="584200"/>
                  </a:lnTo>
                  <a:lnTo>
                    <a:pt x="1849374" y="571500"/>
                  </a:lnTo>
                  <a:close/>
                </a:path>
                <a:path w="3009900" h="584200">
                  <a:moveTo>
                    <a:pt x="1900402" y="571500"/>
                  </a:moveTo>
                  <a:lnTo>
                    <a:pt x="1925916" y="571500"/>
                  </a:lnTo>
                  <a:lnTo>
                    <a:pt x="1925916" y="584200"/>
                  </a:lnTo>
                  <a:lnTo>
                    <a:pt x="1900402" y="584200"/>
                  </a:lnTo>
                  <a:lnTo>
                    <a:pt x="1900402" y="571500"/>
                  </a:lnTo>
                  <a:close/>
                </a:path>
                <a:path w="3009900" h="584200">
                  <a:moveTo>
                    <a:pt x="1951431" y="571500"/>
                  </a:moveTo>
                  <a:lnTo>
                    <a:pt x="1976945" y="571500"/>
                  </a:lnTo>
                  <a:lnTo>
                    <a:pt x="1976945" y="584200"/>
                  </a:lnTo>
                  <a:lnTo>
                    <a:pt x="1951431" y="584200"/>
                  </a:lnTo>
                  <a:lnTo>
                    <a:pt x="1951431" y="571500"/>
                  </a:lnTo>
                  <a:close/>
                </a:path>
                <a:path w="3009900" h="584200">
                  <a:moveTo>
                    <a:pt x="2002459" y="571500"/>
                  </a:moveTo>
                  <a:lnTo>
                    <a:pt x="2027974" y="571500"/>
                  </a:lnTo>
                  <a:lnTo>
                    <a:pt x="2027974" y="584200"/>
                  </a:lnTo>
                  <a:lnTo>
                    <a:pt x="2002459" y="584200"/>
                  </a:lnTo>
                  <a:lnTo>
                    <a:pt x="2002459" y="571500"/>
                  </a:lnTo>
                  <a:close/>
                </a:path>
                <a:path w="3009900" h="584200">
                  <a:moveTo>
                    <a:pt x="2053488" y="571500"/>
                  </a:moveTo>
                  <a:lnTo>
                    <a:pt x="2079002" y="571500"/>
                  </a:lnTo>
                  <a:lnTo>
                    <a:pt x="2079002" y="584200"/>
                  </a:lnTo>
                  <a:lnTo>
                    <a:pt x="2053488" y="584200"/>
                  </a:lnTo>
                  <a:lnTo>
                    <a:pt x="2053488" y="571500"/>
                  </a:lnTo>
                  <a:close/>
                </a:path>
                <a:path w="3009900" h="584200">
                  <a:moveTo>
                    <a:pt x="2104517" y="571500"/>
                  </a:moveTo>
                  <a:lnTo>
                    <a:pt x="2130031" y="571500"/>
                  </a:lnTo>
                  <a:lnTo>
                    <a:pt x="2130031" y="584200"/>
                  </a:lnTo>
                  <a:lnTo>
                    <a:pt x="2104517" y="584200"/>
                  </a:lnTo>
                  <a:lnTo>
                    <a:pt x="2104517" y="571500"/>
                  </a:lnTo>
                  <a:close/>
                </a:path>
                <a:path w="3009900" h="584200">
                  <a:moveTo>
                    <a:pt x="2155545" y="571500"/>
                  </a:moveTo>
                  <a:lnTo>
                    <a:pt x="2181059" y="571500"/>
                  </a:lnTo>
                  <a:lnTo>
                    <a:pt x="2181059" y="584200"/>
                  </a:lnTo>
                  <a:lnTo>
                    <a:pt x="2155545" y="584200"/>
                  </a:lnTo>
                  <a:lnTo>
                    <a:pt x="2155545" y="571500"/>
                  </a:lnTo>
                  <a:close/>
                </a:path>
                <a:path w="3009900" h="584200">
                  <a:moveTo>
                    <a:pt x="2206561" y="571500"/>
                  </a:moveTo>
                  <a:lnTo>
                    <a:pt x="2232075" y="571500"/>
                  </a:lnTo>
                  <a:lnTo>
                    <a:pt x="2232075" y="584200"/>
                  </a:lnTo>
                  <a:lnTo>
                    <a:pt x="2206561" y="584200"/>
                  </a:lnTo>
                  <a:lnTo>
                    <a:pt x="2206561" y="571500"/>
                  </a:lnTo>
                  <a:close/>
                </a:path>
                <a:path w="3009900" h="584200">
                  <a:moveTo>
                    <a:pt x="2257590" y="571500"/>
                  </a:moveTo>
                  <a:lnTo>
                    <a:pt x="2283104" y="571500"/>
                  </a:lnTo>
                  <a:lnTo>
                    <a:pt x="2283104" y="584200"/>
                  </a:lnTo>
                  <a:lnTo>
                    <a:pt x="2257590" y="584200"/>
                  </a:lnTo>
                  <a:lnTo>
                    <a:pt x="2257590" y="571500"/>
                  </a:lnTo>
                  <a:close/>
                </a:path>
                <a:path w="3009900" h="584200">
                  <a:moveTo>
                    <a:pt x="2308618" y="571500"/>
                  </a:moveTo>
                  <a:lnTo>
                    <a:pt x="2334132" y="571500"/>
                  </a:lnTo>
                  <a:lnTo>
                    <a:pt x="2334132" y="584200"/>
                  </a:lnTo>
                  <a:lnTo>
                    <a:pt x="2308618" y="584200"/>
                  </a:lnTo>
                  <a:lnTo>
                    <a:pt x="2308618" y="571500"/>
                  </a:lnTo>
                  <a:close/>
                </a:path>
                <a:path w="3009900" h="584200">
                  <a:moveTo>
                    <a:pt x="2359647" y="571500"/>
                  </a:moveTo>
                  <a:lnTo>
                    <a:pt x="2385161" y="571500"/>
                  </a:lnTo>
                  <a:lnTo>
                    <a:pt x="2385161" y="584200"/>
                  </a:lnTo>
                  <a:lnTo>
                    <a:pt x="2359647" y="584200"/>
                  </a:lnTo>
                  <a:lnTo>
                    <a:pt x="2359647" y="571500"/>
                  </a:lnTo>
                  <a:close/>
                </a:path>
                <a:path w="3009900" h="584200">
                  <a:moveTo>
                    <a:pt x="2410675" y="571500"/>
                  </a:moveTo>
                  <a:lnTo>
                    <a:pt x="2436190" y="571500"/>
                  </a:lnTo>
                  <a:lnTo>
                    <a:pt x="2436190" y="584200"/>
                  </a:lnTo>
                  <a:lnTo>
                    <a:pt x="2410675" y="584200"/>
                  </a:lnTo>
                  <a:lnTo>
                    <a:pt x="2410675" y="571500"/>
                  </a:lnTo>
                  <a:close/>
                </a:path>
                <a:path w="3009900" h="584200">
                  <a:moveTo>
                    <a:pt x="2461704" y="571500"/>
                  </a:moveTo>
                  <a:lnTo>
                    <a:pt x="2487218" y="571500"/>
                  </a:lnTo>
                  <a:lnTo>
                    <a:pt x="2487218" y="584200"/>
                  </a:lnTo>
                  <a:lnTo>
                    <a:pt x="2461704" y="584200"/>
                  </a:lnTo>
                  <a:lnTo>
                    <a:pt x="2461704" y="571500"/>
                  </a:lnTo>
                  <a:close/>
                </a:path>
                <a:path w="3009900" h="584200">
                  <a:moveTo>
                    <a:pt x="2512733" y="571500"/>
                  </a:moveTo>
                  <a:lnTo>
                    <a:pt x="2538234" y="571500"/>
                  </a:lnTo>
                  <a:lnTo>
                    <a:pt x="2538234" y="584200"/>
                  </a:lnTo>
                  <a:lnTo>
                    <a:pt x="2512733" y="584200"/>
                  </a:lnTo>
                  <a:lnTo>
                    <a:pt x="2512733" y="571500"/>
                  </a:lnTo>
                  <a:close/>
                </a:path>
                <a:path w="3009900" h="584200">
                  <a:moveTo>
                    <a:pt x="2563748" y="571500"/>
                  </a:moveTo>
                  <a:lnTo>
                    <a:pt x="2589263" y="571500"/>
                  </a:lnTo>
                  <a:lnTo>
                    <a:pt x="2589263" y="584200"/>
                  </a:lnTo>
                  <a:lnTo>
                    <a:pt x="2563748" y="584200"/>
                  </a:lnTo>
                  <a:lnTo>
                    <a:pt x="2563748" y="571500"/>
                  </a:lnTo>
                  <a:close/>
                </a:path>
                <a:path w="3009900" h="584200">
                  <a:moveTo>
                    <a:pt x="2614777" y="571500"/>
                  </a:moveTo>
                  <a:lnTo>
                    <a:pt x="2640291" y="571500"/>
                  </a:lnTo>
                  <a:lnTo>
                    <a:pt x="2640291" y="584200"/>
                  </a:lnTo>
                  <a:lnTo>
                    <a:pt x="2614777" y="584200"/>
                  </a:lnTo>
                  <a:lnTo>
                    <a:pt x="2614777" y="571500"/>
                  </a:lnTo>
                  <a:close/>
                </a:path>
                <a:path w="3009900" h="584200">
                  <a:moveTo>
                    <a:pt x="2665806" y="571500"/>
                  </a:moveTo>
                  <a:lnTo>
                    <a:pt x="2691320" y="571500"/>
                  </a:lnTo>
                  <a:lnTo>
                    <a:pt x="2691320" y="584200"/>
                  </a:lnTo>
                  <a:lnTo>
                    <a:pt x="2665806" y="584200"/>
                  </a:lnTo>
                  <a:lnTo>
                    <a:pt x="2665806" y="571500"/>
                  </a:lnTo>
                  <a:close/>
                </a:path>
                <a:path w="3009900" h="584200">
                  <a:moveTo>
                    <a:pt x="2716834" y="571500"/>
                  </a:moveTo>
                  <a:lnTo>
                    <a:pt x="2742349" y="571500"/>
                  </a:lnTo>
                  <a:lnTo>
                    <a:pt x="2742349" y="584200"/>
                  </a:lnTo>
                  <a:lnTo>
                    <a:pt x="2716834" y="584200"/>
                  </a:lnTo>
                  <a:lnTo>
                    <a:pt x="2716834" y="571500"/>
                  </a:lnTo>
                  <a:close/>
                </a:path>
                <a:path w="3009900" h="584200">
                  <a:moveTo>
                    <a:pt x="2767863" y="571500"/>
                  </a:moveTo>
                  <a:lnTo>
                    <a:pt x="2793377" y="571500"/>
                  </a:lnTo>
                  <a:lnTo>
                    <a:pt x="2793377" y="584200"/>
                  </a:lnTo>
                  <a:lnTo>
                    <a:pt x="2767863" y="584200"/>
                  </a:lnTo>
                  <a:lnTo>
                    <a:pt x="2767863" y="571500"/>
                  </a:lnTo>
                  <a:close/>
                </a:path>
                <a:path w="3009900" h="584200">
                  <a:moveTo>
                    <a:pt x="2818892" y="571500"/>
                  </a:moveTo>
                  <a:lnTo>
                    <a:pt x="2844406" y="571500"/>
                  </a:lnTo>
                  <a:lnTo>
                    <a:pt x="2844406" y="584200"/>
                  </a:lnTo>
                  <a:lnTo>
                    <a:pt x="2818892" y="584200"/>
                  </a:lnTo>
                  <a:lnTo>
                    <a:pt x="2818892" y="571500"/>
                  </a:lnTo>
                  <a:close/>
                </a:path>
                <a:path w="3009900" h="584200">
                  <a:moveTo>
                    <a:pt x="2869920" y="571500"/>
                  </a:moveTo>
                  <a:lnTo>
                    <a:pt x="2895422" y="571500"/>
                  </a:lnTo>
                  <a:lnTo>
                    <a:pt x="2895422" y="584200"/>
                  </a:lnTo>
                  <a:lnTo>
                    <a:pt x="2869920" y="584200"/>
                  </a:lnTo>
                  <a:lnTo>
                    <a:pt x="2869920" y="571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9" name="object 199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10885912" y="5446255"/>
              <a:ext cx="2153335" cy="180924"/>
            </a:xfrm>
            <a:prstGeom prst="rect">
              <a:avLst/>
            </a:prstGeom>
          </p:spPr>
        </p:pic>
        <p:pic>
          <p:nvPicPr>
            <p:cNvPr id="200" name="object 200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10883900" y="5676900"/>
              <a:ext cx="1714500" cy="228600"/>
            </a:xfrm>
            <a:prstGeom prst="rect">
              <a:avLst/>
            </a:prstGeom>
          </p:spPr>
        </p:pic>
      </p:grpSp>
      <p:grpSp>
        <p:nvGrpSpPr>
          <p:cNvPr id="201" name="object 201"/>
          <p:cNvGrpSpPr/>
          <p:nvPr/>
        </p:nvGrpSpPr>
        <p:grpSpPr>
          <a:xfrm>
            <a:off x="69850" y="539748"/>
            <a:ext cx="5549900" cy="317500"/>
            <a:chOff x="69850" y="539748"/>
            <a:chExt cx="5549900" cy="317500"/>
          </a:xfrm>
        </p:grpSpPr>
        <p:sp>
          <p:nvSpPr>
            <p:cNvPr id="202" name="object 202"/>
            <p:cNvSpPr/>
            <p:nvPr/>
          </p:nvSpPr>
          <p:spPr>
            <a:xfrm>
              <a:off x="76200" y="546098"/>
              <a:ext cx="5537200" cy="304800"/>
            </a:xfrm>
            <a:custGeom>
              <a:avLst/>
              <a:gdLst/>
              <a:ahLst/>
              <a:cxnLst/>
              <a:rect l="l" t="t" r="r" b="b"/>
              <a:pathLst>
                <a:path w="5537200" h="304800">
                  <a:moveTo>
                    <a:pt x="5514162" y="304800"/>
                  </a:moveTo>
                  <a:lnTo>
                    <a:pt x="22948" y="304800"/>
                  </a:lnTo>
                  <a:lnTo>
                    <a:pt x="14005" y="300821"/>
                  </a:lnTo>
                  <a:lnTo>
                    <a:pt x="6711" y="289961"/>
                  </a:lnTo>
                  <a:lnTo>
                    <a:pt x="1799" y="273837"/>
                  </a:lnTo>
                  <a:lnTo>
                    <a:pt x="0" y="254063"/>
                  </a:lnTo>
                  <a:lnTo>
                    <a:pt x="0" y="50736"/>
                  </a:lnTo>
                  <a:lnTo>
                    <a:pt x="1799" y="30962"/>
                  </a:lnTo>
                  <a:lnTo>
                    <a:pt x="6711" y="14838"/>
                  </a:lnTo>
                  <a:lnTo>
                    <a:pt x="14005" y="3978"/>
                  </a:lnTo>
                  <a:lnTo>
                    <a:pt x="22948" y="0"/>
                  </a:lnTo>
                  <a:lnTo>
                    <a:pt x="5514162" y="0"/>
                  </a:lnTo>
                  <a:lnTo>
                    <a:pt x="5523119" y="3978"/>
                  </a:lnTo>
                  <a:lnTo>
                    <a:pt x="5530443" y="14838"/>
                  </a:lnTo>
                  <a:lnTo>
                    <a:pt x="5535386" y="30962"/>
                  </a:lnTo>
                  <a:lnTo>
                    <a:pt x="5537200" y="50736"/>
                  </a:lnTo>
                  <a:lnTo>
                    <a:pt x="5537200" y="254063"/>
                  </a:lnTo>
                  <a:lnTo>
                    <a:pt x="5535386" y="273837"/>
                  </a:lnTo>
                  <a:lnTo>
                    <a:pt x="5530443" y="289961"/>
                  </a:lnTo>
                  <a:lnTo>
                    <a:pt x="5523119" y="300821"/>
                  </a:lnTo>
                  <a:lnTo>
                    <a:pt x="5514162" y="304800"/>
                  </a:lnTo>
                  <a:close/>
                </a:path>
              </a:pathLst>
            </a:custGeom>
            <a:solidFill>
              <a:srgbClr val="F344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1496736" y="654018"/>
              <a:ext cx="2203450" cy="142875"/>
            </a:xfrm>
            <a:custGeom>
              <a:avLst/>
              <a:gdLst/>
              <a:ahLst/>
              <a:cxnLst/>
              <a:rect l="l" t="t" r="r" b="b"/>
              <a:pathLst>
                <a:path w="2203450" h="142875">
                  <a:moveTo>
                    <a:pt x="93357" y="1892"/>
                  </a:moveTo>
                  <a:lnTo>
                    <a:pt x="0" y="1892"/>
                  </a:lnTo>
                  <a:lnTo>
                    <a:pt x="0" y="140436"/>
                  </a:lnTo>
                  <a:lnTo>
                    <a:pt x="93624" y="140436"/>
                  </a:lnTo>
                  <a:lnTo>
                    <a:pt x="93624" y="116281"/>
                  </a:lnTo>
                  <a:lnTo>
                    <a:pt x="29298" y="116281"/>
                  </a:lnTo>
                  <a:lnTo>
                    <a:pt x="29298" y="83210"/>
                  </a:lnTo>
                  <a:lnTo>
                    <a:pt x="88557" y="83210"/>
                  </a:lnTo>
                  <a:lnTo>
                    <a:pt x="88557" y="59054"/>
                  </a:lnTo>
                  <a:lnTo>
                    <a:pt x="29298" y="59054"/>
                  </a:lnTo>
                  <a:lnTo>
                    <a:pt x="29298" y="26047"/>
                  </a:lnTo>
                  <a:lnTo>
                    <a:pt x="93357" y="26047"/>
                  </a:lnTo>
                  <a:lnTo>
                    <a:pt x="93357" y="1892"/>
                  </a:lnTo>
                  <a:close/>
                </a:path>
                <a:path w="2203450" h="142875">
                  <a:moveTo>
                    <a:pt x="148577" y="1892"/>
                  </a:moveTo>
                  <a:lnTo>
                    <a:pt x="115366" y="1892"/>
                  </a:lnTo>
                  <a:lnTo>
                    <a:pt x="157911" y="71158"/>
                  </a:lnTo>
                  <a:lnTo>
                    <a:pt x="114554" y="140436"/>
                  </a:lnTo>
                  <a:lnTo>
                    <a:pt x="148107" y="140436"/>
                  </a:lnTo>
                  <a:lnTo>
                    <a:pt x="176517" y="93154"/>
                  </a:lnTo>
                  <a:lnTo>
                    <a:pt x="210195" y="93154"/>
                  </a:lnTo>
                  <a:lnTo>
                    <a:pt x="196469" y="71158"/>
                  </a:lnTo>
                  <a:lnTo>
                    <a:pt x="209926" y="49110"/>
                  </a:lnTo>
                  <a:lnTo>
                    <a:pt x="176517" y="49110"/>
                  </a:lnTo>
                  <a:lnTo>
                    <a:pt x="148577" y="1892"/>
                  </a:lnTo>
                  <a:close/>
                </a:path>
                <a:path w="2203450" h="142875">
                  <a:moveTo>
                    <a:pt x="210195" y="93154"/>
                  </a:moveTo>
                  <a:lnTo>
                    <a:pt x="177596" y="93154"/>
                  </a:lnTo>
                  <a:lnTo>
                    <a:pt x="206006" y="140436"/>
                  </a:lnTo>
                  <a:lnTo>
                    <a:pt x="239699" y="140436"/>
                  </a:lnTo>
                  <a:lnTo>
                    <a:pt x="210195" y="93154"/>
                  </a:lnTo>
                  <a:close/>
                </a:path>
                <a:path w="2203450" h="142875">
                  <a:moveTo>
                    <a:pt x="238747" y="1892"/>
                  </a:moveTo>
                  <a:lnTo>
                    <a:pt x="205676" y="1892"/>
                  </a:lnTo>
                  <a:lnTo>
                    <a:pt x="177596" y="49110"/>
                  </a:lnTo>
                  <a:lnTo>
                    <a:pt x="209926" y="49110"/>
                  </a:lnTo>
                  <a:lnTo>
                    <a:pt x="238747" y="1892"/>
                  </a:lnTo>
                  <a:close/>
                </a:path>
                <a:path w="2203450" h="142875">
                  <a:moveTo>
                    <a:pt x="355104" y="1892"/>
                  </a:moveTo>
                  <a:lnTo>
                    <a:pt x="261759" y="1892"/>
                  </a:lnTo>
                  <a:lnTo>
                    <a:pt x="261759" y="140436"/>
                  </a:lnTo>
                  <a:lnTo>
                    <a:pt x="355384" y="140436"/>
                  </a:lnTo>
                  <a:lnTo>
                    <a:pt x="355384" y="116281"/>
                  </a:lnTo>
                  <a:lnTo>
                    <a:pt x="291045" y="116281"/>
                  </a:lnTo>
                  <a:lnTo>
                    <a:pt x="291045" y="83210"/>
                  </a:lnTo>
                  <a:lnTo>
                    <a:pt x="350304" y="83210"/>
                  </a:lnTo>
                  <a:lnTo>
                    <a:pt x="350304" y="59054"/>
                  </a:lnTo>
                  <a:lnTo>
                    <a:pt x="291045" y="59054"/>
                  </a:lnTo>
                  <a:lnTo>
                    <a:pt x="291045" y="26047"/>
                  </a:lnTo>
                  <a:lnTo>
                    <a:pt x="355104" y="26047"/>
                  </a:lnTo>
                  <a:lnTo>
                    <a:pt x="355104" y="1892"/>
                  </a:lnTo>
                  <a:close/>
                </a:path>
                <a:path w="2203450" h="142875">
                  <a:moveTo>
                    <a:pt x="452996" y="0"/>
                  </a:moveTo>
                  <a:lnTo>
                    <a:pt x="444969" y="0"/>
                  </a:lnTo>
                  <a:lnTo>
                    <a:pt x="436064" y="523"/>
                  </a:lnTo>
                  <a:lnTo>
                    <a:pt x="398995" y="18600"/>
                  </a:lnTo>
                  <a:lnTo>
                    <a:pt x="380961" y="60254"/>
                  </a:lnTo>
                  <a:lnTo>
                    <a:pt x="380428" y="71158"/>
                  </a:lnTo>
                  <a:lnTo>
                    <a:pt x="380904" y="81038"/>
                  </a:lnTo>
                  <a:lnTo>
                    <a:pt x="380952" y="82042"/>
                  </a:lnTo>
                  <a:lnTo>
                    <a:pt x="398791" y="123675"/>
                  </a:lnTo>
                  <a:lnTo>
                    <a:pt x="435947" y="141805"/>
                  </a:lnTo>
                  <a:lnTo>
                    <a:pt x="444969" y="142328"/>
                  </a:lnTo>
                  <a:lnTo>
                    <a:pt x="453847" y="142328"/>
                  </a:lnTo>
                  <a:lnTo>
                    <a:pt x="492252" y="122732"/>
                  </a:lnTo>
                  <a:lnTo>
                    <a:pt x="496875" y="116420"/>
                  </a:lnTo>
                  <a:lnTo>
                    <a:pt x="438442" y="116420"/>
                  </a:lnTo>
                  <a:lnTo>
                    <a:pt x="432295" y="114706"/>
                  </a:lnTo>
                  <a:lnTo>
                    <a:pt x="421652" y="107848"/>
                  </a:lnTo>
                  <a:lnTo>
                    <a:pt x="417499" y="102781"/>
                  </a:lnTo>
                  <a:lnTo>
                    <a:pt x="411594" y="89344"/>
                  </a:lnTo>
                  <a:lnTo>
                    <a:pt x="410121" y="81038"/>
                  </a:lnTo>
                  <a:lnTo>
                    <a:pt x="410121" y="61556"/>
                  </a:lnTo>
                  <a:lnTo>
                    <a:pt x="411594" y="53390"/>
                  </a:lnTo>
                  <a:lnTo>
                    <a:pt x="414528" y="46672"/>
                  </a:lnTo>
                  <a:lnTo>
                    <a:pt x="417449" y="39916"/>
                  </a:lnTo>
                  <a:lnTo>
                    <a:pt x="421576" y="34772"/>
                  </a:lnTo>
                  <a:lnTo>
                    <a:pt x="432219" y="27685"/>
                  </a:lnTo>
                  <a:lnTo>
                    <a:pt x="438467" y="25907"/>
                  </a:lnTo>
                  <a:lnTo>
                    <a:pt x="496944" y="25907"/>
                  </a:lnTo>
                  <a:lnTo>
                    <a:pt x="495274" y="22796"/>
                  </a:lnTo>
                  <a:lnTo>
                    <a:pt x="490943" y="17538"/>
                  </a:lnTo>
                  <a:lnTo>
                    <a:pt x="480301" y="8928"/>
                  </a:lnTo>
                  <a:lnTo>
                    <a:pt x="474192" y="5638"/>
                  </a:lnTo>
                  <a:lnTo>
                    <a:pt x="460438" y="1130"/>
                  </a:lnTo>
                  <a:lnTo>
                    <a:pt x="452996" y="0"/>
                  </a:lnTo>
                  <a:close/>
                </a:path>
                <a:path w="2203450" h="142875">
                  <a:moveTo>
                    <a:pt x="475475" y="93078"/>
                  </a:moveTo>
                  <a:lnTo>
                    <a:pt x="474802" y="96773"/>
                  </a:lnTo>
                  <a:lnTo>
                    <a:pt x="473583" y="100075"/>
                  </a:lnTo>
                  <a:lnTo>
                    <a:pt x="471926" y="102781"/>
                  </a:lnTo>
                  <a:lnTo>
                    <a:pt x="470103" y="105841"/>
                  </a:lnTo>
                  <a:lnTo>
                    <a:pt x="449364" y="116420"/>
                  </a:lnTo>
                  <a:lnTo>
                    <a:pt x="496875" y="116420"/>
                  </a:lnTo>
                  <a:lnTo>
                    <a:pt x="502358" y="105841"/>
                  </a:lnTo>
                  <a:lnTo>
                    <a:pt x="503286" y="102958"/>
                  </a:lnTo>
                  <a:lnTo>
                    <a:pt x="504342" y="99580"/>
                  </a:lnTo>
                  <a:lnTo>
                    <a:pt x="505104" y="93217"/>
                  </a:lnTo>
                  <a:lnTo>
                    <a:pt x="475475" y="93078"/>
                  </a:lnTo>
                  <a:close/>
                </a:path>
                <a:path w="2203450" h="142875">
                  <a:moveTo>
                    <a:pt x="496944" y="25907"/>
                  </a:moveTo>
                  <a:lnTo>
                    <a:pt x="449605" y="25907"/>
                  </a:lnTo>
                  <a:lnTo>
                    <a:pt x="453288" y="26466"/>
                  </a:lnTo>
                  <a:lnTo>
                    <a:pt x="460095" y="28727"/>
                  </a:lnTo>
                  <a:lnTo>
                    <a:pt x="475475" y="50393"/>
                  </a:lnTo>
                  <a:lnTo>
                    <a:pt x="505104" y="50393"/>
                  </a:lnTo>
                  <a:lnTo>
                    <a:pt x="504245" y="43154"/>
                  </a:lnTo>
                  <a:lnTo>
                    <a:pt x="504151" y="42367"/>
                  </a:lnTo>
                  <a:lnTo>
                    <a:pt x="501992" y="35242"/>
                  </a:lnTo>
                  <a:lnTo>
                    <a:pt x="496944" y="25907"/>
                  </a:lnTo>
                  <a:close/>
                </a:path>
                <a:path w="2203450" h="142875">
                  <a:moveTo>
                    <a:pt x="559866" y="1892"/>
                  </a:moveTo>
                  <a:lnTo>
                    <a:pt x="530567" y="1892"/>
                  </a:lnTo>
                  <a:lnTo>
                    <a:pt x="530567" y="91859"/>
                  </a:lnTo>
                  <a:lnTo>
                    <a:pt x="546355" y="128493"/>
                  </a:lnTo>
                  <a:lnTo>
                    <a:pt x="588010" y="142392"/>
                  </a:lnTo>
                  <a:lnTo>
                    <a:pt x="596334" y="141999"/>
                  </a:lnTo>
                  <a:lnTo>
                    <a:pt x="634259" y="123748"/>
                  </a:lnTo>
                  <a:lnTo>
                    <a:pt x="639138" y="116624"/>
                  </a:lnTo>
                  <a:lnTo>
                    <a:pt x="582371" y="116624"/>
                  </a:lnTo>
                  <a:lnTo>
                    <a:pt x="577430" y="115455"/>
                  </a:lnTo>
                  <a:lnTo>
                    <a:pt x="559866" y="94640"/>
                  </a:lnTo>
                  <a:lnTo>
                    <a:pt x="559866" y="1892"/>
                  </a:lnTo>
                  <a:close/>
                </a:path>
                <a:path w="2203450" h="142875">
                  <a:moveTo>
                    <a:pt x="645439" y="1892"/>
                  </a:moveTo>
                  <a:lnTo>
                    <a:pt x="616153" y="1892"/>
                  </a:lnTo>
                  <a:lnTo>
                    <a:pt x="616153" y="94640"/>
                  </a:lnTo>
                  <a:lnTo>
                    <a:pt x="614972" y="99326"/>
                  </a:lnTo>
                  <a:lnTo>
                    <a:pt x="612635" y="103428"/>
                  </a:lnTo>
                  <a:lnTo>
                    <a:pt x="610336" y="107530"/>
                  </a:lnTo>
                  <a:lnTo>
                    <a:pt x="607060" y="110756"/>
                  </a:lnTo>
                  <a:lnTo>
                    <a:pt x="598627" y="115455"/>
                  </a:lnTo>
                  <a:lnTo>
                    <a:pt x="593686" y="116624"/>
                  </a:lnTo>
                  <a:lnTo>
                    <a:pt x="639138" y="116624"/>
                  </a:lnTo>
                  <a:lnTo>
                    <a:pt x="641367" y="112461"/>
                  </a:lnTo>
                  <a:lnTo>
                    <a:pt x="643629" y="106070"/>
                  </a:lnTo>
                  <a:lnTo>
                    <a:pt x="644962" y="99326"/>
                  </a:lnTo>
                  <a:lnTo>
                    <a:pt x="645439" y="91859"/>
                  </a:lnTo>
                  <a:lnTo>
                    <a:pt x="645439" y="1892"/>
                  </a:lnTo>
                  <a:close/>
                </a:path>
                <a:path w="2203450" h="142875">
                  <a:moveTo>
                    <a:pt x="740105" y="26047"/>
                  </a:moveTo>
                  <a:lnTo>
                    <a:pt x="711149" y="26047"/>
                  </a:lnTo>
                  <a:lnTo>
                    <a:pt x="711149" y="140436"/>
                  </a:lnTo>
                  <a:lnTo>
                    <a:pt x="740105" y="140436"/>
                  </a:lnTo>
                  <a:lnTo>
                    <a:pt x="740105" y="26047"/>
                  </a:lnTo>
                  <a:close/>
                </a:path>
                <a:path w="2203450" h="142875">
                  <a:moveTo>
                    <a:pt x="782510" y="1892"/>
                  </a:moveTo>
                  <a:lnTo>
                    <a:pt x="668731" y="1892"/>
                  </a:lnTo>
                  <a:lnTo>
                    <a:pt x="668731" y="26047"/>
                  </a:lnTo>
                  <a:lnTo>
                    <a:pt x="782510" y="26047"/>
                  </a:lnTo>
                  <a:lnTo>
                    <a:pt x="782510" y="1892"/>
                  </a:lnTo>
                  <a:close/>
                </a:path>
                <a:path w="2203450" h="142875">
                  <a:moveTo>
                    <a:pt x="835012" y="1892"/>
                  </a:moveTo>
                  <a:lnTo>
                    <a:pt x="805726" y="1892"/>
                  </a:lnTo>
                  <a:lnTo>
                    <a:pt x="805726" y="140436"/>
                  </a:lnTo>
                  <a:lnTo>
                    <a:pt x="835012" y="140436"/>
                  </a:lnTo>
                  <a:lnTo>
                    <a:pt x="835012" y="1892"/>
                  </a:lnTo>
                  <a:close/>
                </a:path>
                <a:path w="2203450" h="142875">
                  <a:moveTo>
                    <a:pt x="888606" y="1892"/>
                  </a:moveTo>
                  <a:lnTo>
                    <a:pt x="856068" y="1892"/>
                  </a:lnTo>
                  <a:lnTo>
                    <a:pt x="903897" y="140436"/>
                  </a:lnTo>
                  <a:lnTo>
                    <a:pt x="941641" y="140436"/>
                  </a:lnTo>
                  <a:lnTo>
                    <a:pt x="953117" y="107149"/>
                  </a:lnTo>
                  <a:lnTo>
                    <a:pt x="922096" y="107149"/>
                  </a:lnTo>
                  <a:lnTo>
                    <a:pt x="888606" y="1892"/>
                  </a:lnTo>
                  <a:close/>
                </a:path>
                <a:path w="2203450" h="142875">
                  <a:moveTo>
                    <a:pt x="989406" y="1892"/>
                  </a:moveTo>
                  <a:lnTo>
                    <a:pt x="956932" y="1892"/>
                  </a:lnTo>
                  <a:lnTo>
                    <a:pt x="923378" y="107149"/>
                  </a:lnTo>
                  <a:lnTo>
                    <a:pt x="953117" y="107149"/>
                  </a:lnTo>
                  <a:lnTo>
                    <a:pt x="989406" y="1892"/>
                  </a:lnTo>
                  <a:close/>
                </a:path>
                <a:path w="2203450" h="142875">
                  <a:moveTo>
                    <a:pt x="1103896" y="1892"/>
                  </a:moveTo>
                  <a:lnTo>
                    <a:pt x="1010539" y="1892"/>
                  </a:lnTo>
                  <a:lnTo>
                    <a:pt x="1010539" y="140436"/>
                  </a:lnTo>
                  <a:lnTo>
                    <a:pt x="1104176" y="140436"/>
                  </a:lnTo>
                  <a:lnTo>
                    <a:pt x="1104176" y="116281"/>
                  </a:lnTo>
                  <a:lnTo>
                    <a:pt x="1039837" y="116281"/>
                  </a:lnTo>
                  <a:lnTo>
                    <a:pt x="1039837" y="83210"/>
                  </a:lnTo>
                  <a:lnTo>
                    <a:pt x="1099096" y="83210"/>
                  </a:lnTo>
                  <a:lnTo>
                    <a:pt x="1099096" y="59054"/>
                  </a:lnTo>
                  <a:lnTo>
                    <a:pt x="1039837" y="59054"/>
                  </a:lnTo>
                  <a:lnTo>
                    <a:pt x="1039837" y="26047"/>
                  </a:lnTo>
                  <a:lnTo>
                    <a:pt x="1103896" y="26047"/>
                  </a:lnTo>
                  <a:lnTo>
                    <a:pt x="1103896" y="1892"/>
                  </a:lnTo>
                  <a:close/>
                </a:path>
                <a:path w="2203450" h="142875">
                  <a:moveTo>
                    <a:pt x="1204087" y="96939"/>
                  </a:moveTo>
                  <a:lnTo>
                    <a:pt x="1175740" y="96939"/>
                  </a:lnTo>
                  <a:lnTo>
                    <a:pt x="1176324" y="104127"/>
                  </a:lnTo>
                  <a:lnTo>
                    <a:pt x="1202517" y="137325"/>
                  </a:lnTo>
                  <a:lnTo>
                    <a:pt x="1231557" y="142392"/>
                  </a:lnTo>
                  <a:lnTo>
                    <a:pt x="1239705" y="142075"/>
                  </a:lnTo>
                  <a:lnTo>
                    <a:pt x="1282336" y="117843"/>
                  </a:lnTo>
                  <a:lnTo>
                    <a:pt x="1226159" y="117843"/>
                  </a:lnTo>
                  <a:lnTo>
                    <a:pt x="1221864" y="117119"/>
                  </a:lnTo>
                  <a:lnTo>
                    <a:pt x="1204138" y="97688"/>
                  </a:lnTo>
                  <a:lnTo>
                    <a:pt x="1204087" y="96939"/>
                  </a:lnTo>
                  <a:close/>
                </a:path>
                <a:path w="2203450" h="142875">
                  <a:moveTo>
                    <a:pt x="1283430" y="115671"/>
                  </a:moveTo>
                  <a:lnTo>
                    <a:pt x="1244142" y="115671"/>
                  </a:lnTo>
                  <a:lnTo>
                    <a:pt x="1240485" y="117119"/>
                  </a:lnTo>
                  <a:lnTo>
                    <a:pt x="1236179" y="117843"/>
                  </a:lnTo>
                  <a:lnTo>
                    <a:pt x="1282336" y="117843"/>
                  </a:lnTo>
                  <a:lnTo>
                    <a:pt x="1283131" y="116687"/>
                  </a:lnTo>
                  <a:lnTo>
                    <a:pt x="1283430" y="115671"/>
                  </a:lnTo>
                  <a:close/>
                </a:path>
                <a:path w="2203450" h="142875">
                  <a:moveTo>
                    <a:pt x="1231887" y="0"/>
                  </a:moveTo>
                  <a:lnTo>
                    <a:pt x="1190650" y="13690"/>
                  </a:lnTo>
                  <a:lnTo>
                    <a:pt x="1179347" y="33553"/>
                  </a:lnTo>
                  <a:lnTo>
                    <a:pt x="1179441" y="42456"/>
                  </a:lnTo>
                  <a:lnTo>
                    <a:pt x="1201464" y="74225"/>
                  </a:lnTo>
                  <a:lnTo>
                    <a:pt x="1237284" y="84696"/>
                  </a:lnTo>
                  <a:lnTo>
                    <a:pt x="1241539" y="86042"/>
                  </a:lnTo>
                  <a:lnTo>
                    <a:pt x="1248537" y="89026"/>
                  </a:lnTo>
                  <a:lnTo>
                    <a:pt x="1251191" y="90830"/>
                  </a:lnTo>
                  <a:lnTo>
                    <a:pt x="1252994" y="92951"/>
                  </a:lnTo>
                  <a:lnTo>
                    <a:pt x="1254853" y="95084"/>
                  </a:lnTo>
                  <a:lnTo>
                    <a:pt x="1255776" y="97688"/>
                  </a:lnTo>
                  <a:lnTo>
                    <a:pt x="1255776" y="104127"/>
                  </a:lnTo>
                  <a:lnTo>
                    <a:pt x="1254760" y="107086"/>
                  </a:lnTo>
                  <a:lnTo>
                    <a:pt x="1250696" y="112229"/>
                  </a:lnTo>
                  <a:lnTo>
                    <a:pt x="1247838" y="114236"/>
                  </a:lnTo>
                  <a:lnTo>
                    <a:pt x="1244469" y="115544"/>
                  </a:lnTo>
                  <a:lnTo>
                    <a:pt x="1283467" y="115544"/>
                  </a:lnTo>
                  <a:lnTo>
                    <a:pt x="1285290" y="109334"/>
                  </a:lnTo>
                  <a:lnTo>
                    <a:pt x="1285290" y="95084"/>
                  </a:lnTo>
                  <a:lnTo>
                    <a:pt x="1284236" y="89966"/>
                  </a:lnTo>
                  <a:lnTo>
                    <a:pt x="1282153" y="85509"/>
                  </a:lnTo>
                  <a:lnTo>
                    <a:pt x="1280121" y="81038"/>
                  </a:lnTo>
                  <a:lnTo>
                    <a:pt x="1243799" y="60134"/>
                  </a:lnTo>
                  <a:lnTo>
                    <a:pt x="1231353" y="57162"/>
                  </a:lnTo>
                  <a:lnTo>
                    <a:pt x="1209344" y="42456"/>
                  </a:lnTo>
                  <a:lnTo>
                    <a:pt x="1209433" y="36995"/>
                  </a:lnTo>
                  <a:lnTo>
                    <a:pt x="1219581" y="26517"/>
                  </a:lnTo>
                  <a:lnTo>
                    <a:pt x="1222870" y="25158"/>
                  </a:lnTo>
                  <a:lnTo>
                    <a:pt x="1226908" y="24485"/>
                  </a:lnTo>
                  <a:lnTo>
                    <a:pt x="1279909" y="24485"/>
                  </a:lnTo>
                  <a:lnTo>
                    <a:pt x="1272527" y="13690"/>
                  </a:lnTo>
                  <a:lnTo>
                    <a:pt x="1239357" y="328"/>
                  </a:lnTo>
                  <a:lnTo>
                    <a:pt x="1231887" y="0"/>
                  </a:lnTo>
                  <a:close/>
                </a:path>
                <a:path w="2203450" h="142875">
                  <a:moveTo>
                    <a:pt x="1279909" y="24485"/>
                  </a:moveTo>
                  <a:lnTo>
                    <a:pt x="1238719" y="24485"/>
                  </a:lnTo>
                  <a:lnTo>
                    <a:pt x="1244295" y="25996"/>
                  </a:lnTo>
                  <a:lnTo>
                    <a:pt x="1252499" y="32042"/>
                  </a:lnTo>
                  <a:lnTo>
                    <a:pt x="1254823" y="36283"/>
                  </a:lnTo>
                  <a:lnTo>
                    <a:pt x="1255369" y="41732"/>
                  </a:lnTo>
                  <a:lnTo>
                    <a:pt x="1283436" y="41732"/>
                  </a:lnTo>
                  <a:lnTo>
                    <a:pt x="1283310" y="33553"/>
                  </a:lnTo>
                  <a:lnTo>
                    <a:pt x="1282872" y="32042"/>
                  </a:lnTo>
                  <a:lnTo>
                    <a:pt x="1281188" y="26517"/>
                  </a:lnTo>
                  <a:lnTo>
                    <a:pt x="1281099" y="26225"/>
                  </a:lnTo>
                  <a:lnTo>
                    <a:pt x="1279909" y="24485"/>
                  </a:lnTo>
                  <a:close/>
                </a:path>
                <a:path w="2203450" h="142875">
                  <a:moveTo>
                    <a:pt x="1338795" y="1892"/>
                  </a:moveTo>
                  <a:lnTo>
                    <a:pt x="1309509" y="1892"/>
                  </a:lnTo>
                  <a:lnTo>
                    <a:pt x="1309509" y="91859"/>
                  </a:lnTo>
                  <a:lnTo>
                    <a:pt x="1325284" y="128493"/>
                  </a:lnTo>
                  <a:lnTo>
                    <a:pt x="1366939" y="142392"/>
                  </a:lnTo>
                  <a:lnTo>
                    <a:pt x="1375263" y="141999"/>
                  </a:lnTo>
                  <a:lnTo>
                    <a:pt x="1413188" y="123748"/>
                  </a:lnTo>
                  <a:lnTo>
                    <a:pt x="1418067" y="116624"/>
                  </a:lnTo>
                  <a:lnTo>
                    <a:pt x="1361300" y="116624"/>
                  </a:lnTo>
                  <a:lnTo>
                    <a:pt x="1356360" y="115455"/>
                  </a:lnTo>
                  <a:lnTo>
                    <a:pt x="1338795" y="94640"/>
                  </a:lnTo>
                  <a:lnTo>
                    <a:pt x="1338795" y="1892"/>
                  </a:lnTo>
                  <a:close/>
                </a:path>
                <a:path w="2203450" h="142875">
                  <a:moveTo>
                    <a:pt x="1424368" y="1892"/>
                  </a:moveTo>
                  <a:lnTo>
                    <a:pt x="1395082" y="1892"/>
                  </a:lnTo>
                  <a:lnTo>
                    <a:pt x="1395082" y="94640"/>
                  </a:lnTo>
                  <a:lnTo>
                    <a:pt x="1393901" y="99326"/>
                  </a:lnTo>
                  <a:lnTo>
                    <a:pt x="1391564" y="103428"/>
                  </a:lnTo>
                  <a:lnTo>
                    <a:pt x="1389265" y="107530"/>
                  </a:lnTo>
                  <a:lnTo>
                    <a:pt x="1385989" y="110756"/>
                  </a:lnTo>
                  <a:lnTo>
                    <a:pt x="1377556" y="115455"/>
                  </a:lnTo>
                  <a:lnTo>
                    <a:pt x="1372616" y="116624"/>
                  </a:lnTo>
                  <a:lnTo>
                    <a:pt x="1418067" y="116624"/>
                  </a:lnTo>
                  <a:lnTo>
                    <a:pt x="1420296" y="112461"/>
                  </a:lnTo>
                  <a:lnTo>
                    <a:pt x="1422558" y="106070"/>
                  </a:lnTo>
                  <a:lnTo>
                    <a:pt x="1423891" y="99326"/>
                  </a:lnTo>
                  <a:lnTo>
                    <a:pt x="1424368" y="91859"/>
                  </a:lnTo>
                  <a:lnTo>
                    <a:pt x="1424368" y="1892"/>
                  </a:lnTo>
                  <a:close/>
                </a:path>
                <a:path w="2203450" h="142875">
                  <a:moveTo>
                    <a:pt x="1489062" y="1892"/>
                  </a:moveTo>
                  <a:lnTo>
                    <a:pt x="1452930" y="1892"/>
                  </a:lnTo>
                  <a:lnTo>
                    <a:pt x="1452930" y="140436"/>
                  </a:lnTo>
                  <a:lnTo>
                    <a:pt x="1481353" y="140436"/>
                  </a:lnTo>
                  <a:lnTo>
                    <a:pt x="1481353" y="49923"/>
                  </a:lnTo>
                  <a:lnTo>
                    <a:pt x="1508749" y="49923"/>
                  </a:lnTo>
                  <a:lnTo>
                    <a:pt x="1489062" y="1892"/>
                  </a:lnTo>
                  <a:close/>
                </a:path>
                <a:path w="2203450" h="142875">
                  <a:moveTo>
                    <a:pt x="1603121" y="50266"/>
                  </a:moveTo>
                  <a:lnTo>
                    <a:pt x="1574711" y="50266"/>
                  </a:lnTo>
                  <a:lnTo>
                    <a:pt x="1574711" y="140436"/>
                  </a:lnTo>
                  <a:lnTo>
                    <a:pt x="1603121" y="140436"/>
                  </a:lnTo>
                  <a:lnTo>
                    <a:pt x="1603121" y="50266"/>
                  </a:lnTo>
                  <a:close/>
                </a:path>
                <a:path w="2203450" h="142875">
                  <a:moveTo>
                    <a:pt x="1508749" y="49923"/>
                  </a:moveTo>
                  <a:lnTo>
                    <a:pt x="1482496" y="49923"/>
                  </a:lnTo>
                  <a:lnTo>
                    <a:pt x="1518348" y="139763"/>
                  </a:lnTo>
                  <a:lnTo>
                    <a:pt x="1537703" y="139763"/>
                  </a:lnTo>
                  <a:lnTo>
                    <a:pt x="1555647" y="94970"/>
                  </a:lnTo>
                  <a:lnTo>
                    <a:pt x="1527213" y="94970"/>
                  </a:lnTo>
                  <a:lnTo>
                    <a:pt x="1508749" y="49923"/>
                  </a:lnTo>
                  <a:close/>
                </a:path>
                <a:path w="2203450" h="142875">
                  <a:moveTo>
                    <a:pt x="1603121" y="1892"/>
                  </a:moveTo>
                  <a:lnTo>
                    <a:pt x="1566989" y="1892"/>
                  </a:lnTo>
                  <a:lnTo>
                    <a:pt x="1528838" y="94970"/>
                  </a:lnTo>
                  <a:lnTo>
                    <a:pt x="1555647" y="94970"/>
                  </a:lnTo>
                  <a:lnTo>
                    <a:pt x="1573555" y="50266"/>
                  </a:lnTo>
                  <a:lnTo>
                    <a:pt x="1603121" y="50266"/>
                  </a:lnTo>
                  <a:lnTo>
                    <a:pt x="1603121" y="1892"/>
                  </a:lnTo>
                  <a:close/>
                </a:path>
                <a:path w="2203450" h="142875">
                  <a:moveTo>
                    <a:pt x="1667840" y="1892"/>
                  </a:moveTo>
                  <a:lnTo>
                    <a:pt x="1631721" y="1892"/>
                  </a:lnTo>
                  <a:lnTo>
                    <a:pt x="1631721" y="140436"/>
                  </a:lnTo>
                  <a:lnTo>
                    <a:pt x="1660131" y="140436"/>
                  </a:lnTo>
                  <a:lnTo>
                    <a:pt x="1660131" y="49923"/>
                  </a:lnTo>
                  <a:lnTo>
                    <a:pt x="1687527" y="49923"/>
                  </a:lnTo>
                  <a:lnTo>
                    <a:pt x="1667840" y="1892"/>
                  </a:lnTo>
                  <a:close/>
                </a:path>
                <a:path w="2203450" h="142875">
                  <a:moveTo>
                    <a:pt x="1781898" y="50266"/>
                  </a:moveTo>
                  <a:lnTo>
                    <a:pt x="1753489" y="50266"/>
                  </a:lnTo>
                  <a:lnTo>
                    <a:pt x="1753489" y="140436"/>
                  </a:lnTo>
                  <a:lnTo>
                    <a:pt x="1781898" y="140436"/>
                  </a:lnTo>
                  <a:lnTo>
                    <a:pt x="1781898" y="50266"/>
                  </a:lnTo>
                  <a:close/>
                </a:path>
                <a:path w="2203450" h="142875">
                  <a:moveTo>
                    <a:pt x="1687527" y="49923"/>
                  </a:moveTo>
                  <a:lnTo>
                    <a:pt x="1661274" y="49923"/>
                  </a:lnTo>
                  <a:lnTo>
                    <a:pt x="1697139" y="139763"/>
                  </a:lnTo>
                  <a:lnTo>
                    <a:pt x="1716481" y="139763"/>
                  </a:lnTo>
                  <a:lnTo>
                    <a:pt x="1734425" y="94970"/>
                  </a:lnTo>
                  <a:lnTo>
                    <a:pt x="1705990" y="94970"/>
                  </a:lnTo>
                  <a:lnTo>
                    <a:pt x="1687527" y="49923"/>
                  </a:lnTo>
                  <a:close/>
                </a:path>
                <a:path w="2203450" h="142875">
                  <a:moveTo>
                    <a:pt x="1781898" y="1892"/>
                  </a:moveTo>
                  <a:lnTo>
                    <a:pt x="1745767" y="1892"/>
                  </a:lnTo>
                  <a:lnTo>
                    <a:pt x="1707616" y="94970"/>
                  </a:lnTo>
                  <a:lnTo>
                    <a:pt x="1734425" y="94970"/>
                  </a:lnTo>
                  <a:lnTo>
                    <a:pt x="1752333" y="50266"/>
                  </a:lnTo>
                  <a:lnTo>
                    <a:pt x="1781898" y="50266"/>
                  </a:lnTo>
                  <a:lnTo>
                    <a:pt x="1781898" y="1892"/>
                  </a:lnTo>
                  <a:close/>
                </a:path>
                <a:path w="2203450" h="142875">
                  <a:moveTo>
                    <a:pt x="1888566" y="1892"/>
                  </a:moveTo>
                  <a:lnTo>
                    <a:pt x="1850809" y="1892"/>
                  </a:lnTo>
                  <a:lnTo>
                    <a:pt x="1802980" y="140436"/>
                  </a:lnTo>
                  <a:lnTo>
                    <a:pt x="1834375" y="140436"/>
                  </a:lnTo>
                  <a:lnTo>
                    <a:pt x="1844655" y="108838"/>
                  </a:lnTo>
                  <a:lnTo>
                    <a:pt x="1832419" y="108838"/>
                  </a:lnTo>
                  <a:lnTo>
                    <a:pt x="1832419" y="85978"/>
                  </a:lnTo>
                  <a:lnTo>
                    <a:pt x="1852092" y="85978"/>
                  </a:lnTo>
                  <a:lnTo>
                    <a:pt x="1869147" y="33553"/>
                  </a:lnTo>
                  <a:lnTo>
                    <a:pt x="1899478" y="33553"/>
                  </a:lnTo>
                  <a:lnTo>
                    <a:pt x="1888566" y="1892"/>
                  </a:lnTo>
                  <a:close/>
                </a:path>
                <a:path w="2203450" h="142875">
                  <a:moveTo>
                    <a:pt x="1899478" y="33553"/>
                  </a:moveTo>
                  <a:lnTo>
                    <a:pt x="1870227" y="33553"/>
                  </a:lnTo>
                  <a:lnTo>
                    <a:pt x="1904936" y="140436"/>
                  </a:lnTo>
                  <a:lnTo>
                    <a:pt x="1936318" y="140436"/>
                  </a:lnTo>
                  <a:lnTo>
                    <a:pt x="1925427" y="108838"/>
                  </a:lnTo>
                  <a:lnTo>
                    <a:pt x="1906562" y="108838"/>
                  </a:lnTo>
                  <a:lnTo>
                    <a:pt x="1906562" y="85978"/>
                  </a:lnTo>
                  <a:lnTo>
                    <a:pt x="1917548" y="85978"/>
                  </a:lnTo>
                  <a:lnTo>
                    <a:pt x="1899478" y="33553"/>
                  </a:lnTo>
                  <a:close/>
                </a:path>
                <a:path w="2203450" h="142875">
                  <a:moveTo>
                    <a:pt x="1852092" y="85978"/>
                  </a:moveTo>
                  <a:lnTo>
                    <a:pt x="1832419" y="85978"/>
                  </a:lnTo>
                  <a:lnTo>
                    <a:pt x="1832419" y="108838"/>
                  </a:lnTo>
                  <a:lnTo>
                    <a:pt x="1844655" y="108838"/>
                  </a:lnTo>
                  <a:lnTo>
                    <a:pt x="1852092" y="85978"/>
                  </a:lnTo>
                  <a:close/>
                </a:path>
                <a:path w="2203450" h="142875">
                  <a:moveTo>
                    <a:pt x="1887252" y="85978"/>
                  </a:moveTo>
                  <a:lnTo>
                    <a:pt x="1852092" y="85978"/>
                  </a:lnTo>
                  <a:lnTo>
                    <a:pt x="1844655" y="108838"/>
                  </a:lnTo>
                  <a:lnTo>
                    <a:pt x="1894675" y="108838"/>
                  </a:lnTo>
                  <a:lnTo>
                    <a:pt x="1887252" y="85978"/>
                  </a:lnTo>
                  <a:close/>
                </a:path>
                <a:path w="2203450" h="142875">
                  <a:moveTo>
                    <a:pt x="1917548" y="85978"/>
                  </a:moveTo>
                  <a:lnTo>
                    <a:pt x="1906562" y="85978"/>
                  </a:lnTo>
                  <a:lnTo>
                    <a:pt x="1906562" y="108838"/>
                  </a:lnTo>
                  <a:lnTo>
                    <a:pt x="1925427" y="108838"/>
                  </a:lnTo>
                  <a:lnTo>
                    <a:pt x="1917548" y="85978"/>
                  </a:lnTo>
                  <a:close/>
                </a:path>
                <a:path w="2203450" h="142875">
                  <a:moveTo>
                    <a:pt x="2012124" y="1892"/>
                  </a:moveTo>
                  <a:lnTo>
                    <a:pt x="1957463" y="1892"/>
                  </a:lnTo>
                  <a:lnTo>
                    <a:pt x="1957463" y="140436"/>
                  </a:lnTo>
                  <a:lnTo>
                    <a:pt x="1986749" y="140436"/>
                  </a:lnTo>
                  <a:lnTo>
                    <a:pt x="1986749" y="91325"/>
                  </a:lnTo>
                  <a:lnTo>
                    <a:pt x="1974786" y="91325"/>
                  </a:lnTo>
                  <a:lnTo>
                    <a:pt x="1974786" y="67779"/>
                  </a:lnTo>
                  <a:lnTo>
                    <a:pt x="1986749" y="67779"/>
                  </a:lnTo>
                  <a:lnTo>
                    <a:pt x="1986749" y="25844"/>
                  </a:lnTo>
                  <a:lnTo>
                    <a:pt x="2057383" y="25844"/>
                  </a:lnTo>
                  <a:lnTo>
                    <a:pt x="2055888" y="23266"/>
                  </a:lnTo>
                  <a:lnTo>
                    <a:pt x="2052015" y="16459"/>
                  </a:lnTo>
                  <a:lnTo>
                    <a:pt x="2046351" y="11201"/>
                  </a:lnTo>
                  <a:lnTo>
                    <a:pt x="2038908" y="7505"/>
                  </a:lnTo>
                  <a:lnTo>
                    <a:pt x="2033077" y="5048"/>
                  </a:lnTo>
                  <a:lnTo>
                    <a:pt x="2026669" y="3294"/>
                  </a:lnTo>
                  <a:lnTo>
                    <a:pt x="2019684" y="2242"/>
                  </a:lnTo>
                  <a:lnTo>
                    <a:pt x="2012124" y="1892"/>
                  </a:lnTo>
                  <a:close/>
                </a:path>
                <a:path w="2203450" h="142875">
                  <a:moveTo>
                    <a:pt x="2032327" y="77482"/>
                  </a:moveTo>
                  <a:lnTo>
                    <a:pt x="2000741" y="77482"/>
                  </a:lnTo>
                  <a:lnTo>
                    <a:pt x="2034374" y="140436"/>
                  </a:lnTo>
                  <a:lnTo>
                    <a:pt x="2066721" y="140436"/>
                  </a:lnTo>
                  <a:lnTo>
                    <a:pt x="2039890" y="91325"/>
                  </a:lnTo>
                  <a:lnTo>
                    <a:pt x="2011375" y="91325"/>
                  </a:lnTo>
                  <a:lnTo>
                    <a:pt x="2019061" y="90994"/>
                  </a:lnTo>
                  <a:lnTo>
                    <a:pt x="2026158" y="90003"/>
                  </a:lnTo>
                  <a:lnTo>
                    <a:pt x="2032663" y="88352"/>
                  </a:lnTo>
                  <a:lnTo>
                    <a:pt x="2037281" y="86549"/>
                  </a:lnTo>
                  <a:lnTo>
                    <a:pt x="2032327" y="77482"/>
                  </a:lnTo>
                  <a:close/>
                </a:path>
                <a:path w="2203450" h="142875">
                  <a:moveTo>
                    <a:pt x="1986749" y="67779"/>
                  </a:moveTo>
                  <a:lnTo>
                    <a:pt x="1974786" y="67779"/>
                  </a:lnTo>
                  <a:lnTo>
                    <a:pt x="1974786" y="91325"/>
                  </a:lnTo>
                  <a:lnTo>
                    <a:pt x="1986749" y="91325"/>
                  </a:lnTo>
                  <a:lnTo>
                    <a:pt x="1986749" y="67779"/>
                  </a:lnTo>
                  <a:close/>
                </a:path>
                <a:path w="2203450" h="142875">
                  <a:moveTo>
                    <a:pt x="2057383" y="25844"/>
                  </a:moveTo>
                  <a:lnTo>
                    <a:pt x="2012149" y="25844"/>
                  </a:lnTo>
                  <a:lnTo>
                    <a:pt x="2016810" y="26669"/>
                  </a:lnTo>
                  <a:lnTo>
                    <a:pt x="2020519" y="28346"/>
                  </a:lnTo>
                  <a:lnTo>
                    <a:pt x="2024341" y="30035"/>
                  </a:lnTo>
                  <a:lnTo>
                    <a:pt x="2027034" y="32359"/>
                  </a:lnTo>
                  <a:lnTo>
                    <a:pt x="2028837" y="35509"/>
                  </a:lnTo>
                  <a:lnTo>
                    <a:pt x="2030679" y="38671"/>
                  </a:lnTo>
                  <a:lnTo>
                    <a:pt x="2031606" y="42544"/>
                  </a:lnTo>
                  <a:lnTo>
                    <a:pt x="2031606" y="51701"/>
                  </a:lnTo>
                  <a:lnTo>
                    <a:pt x="2030679" y="55511"/>
                  </a:lnTo>
                  <a:lnTo>
                    <a:pt x="2028837" y="58585"/>
                  </a:lnTo>
                  <a:lnTo>
                    <a:pt x="2027034" y="61645"/>
                  </a:lnTo>
                  <a:lnTo>
                    <a:pt x="2024278" y="63944"/>
                  </a:lnTo>
                  <a:lnTo>
                    <a:pt x="2016887" y="67017"/>
                  </a:lnTo>
                  <a:lnTo>
                    <a:pt x="2012238" y="67779"/>
                  </a:lnTo>
                  <a:lnTo>
                    <a:pt x="1986749" y="67779"/>
                  </a:lnTo>
                  <a:lnTo>
                    <a:pt x="1986749" y="91325"/>
                  </a:lnTo>
                  <a:lnTo>
                    <a:pt x="2008137" y="91325"/>
                  </a:lnTo>
                  <a:lnTo>
                    <a:pt x="2000741" y="77482"/>
                  </a:lnTo>
                  <a:lnTo>
                    <a:pt x="2051862" y="77482"/>
                  </a:lnTo>
                  <a:lnTo>
                    <a:pt x="2059800" y="64261"/>
                  </a:lnTo>
                  <a:lnTo>
                    <a:pt x="2061781" y="56349"/>
                  </a:lnTo>
                  <a:lnTo>
                    <a:pt x="2061781" y="37998"/>
                  </a:lnTo>
                  <a:lnTo>
                    <a:pt x="2059813" y="30035"/>
                  </a:lnTo>
                  <a:lnTo>
                    <a:pt x="2057383" y="25844"/>
                  </a:lnTo>
                  <a:close/>
                </a:path>
                <a:path w="2203450" h="142875">
                  <a:moveTo>
                    <a:pt x="2037281" y="86549"/>
                  </a:moveTo>
                  <a:lnTo>
                    <a:pt x="2032663" y="88352"/>
                  </a:lnTo>
                  <a:lnTo>
                    <a:pt x="2026158" y="90003"/>
                  </a:lnTo>
                  <a:lnTo>
                    <a:pt x="2019061" y="90994"/>
                  </a:lnTo>
                  <a:lnTo>
                    <a:pt x="2011375" y="91325"/>
                  </a:lnTo>
                  <a:lnTo>
                    <a:pt x="2039890" y="91325"/>
                  </a:lnTo>
                  <a:lnTo>
                    <a:pt x="2037281" y="86549"/>
                  </a:lnTo>
                  <a:close/>
                </a:path>
                <a:path w="2203450" h="142875">
                  <a:moveTo>
                    <a:pt x="2051862" y="77482"/>
                  </a:moveTo>
                  <a:lnTo>
                    <a:pt x="2032327" y="77482"/>
                  </a:lnTo>
                  <a:lnTo>
                    <a:pt x="2037281" y="86549"/>
                  </a:lnTo>
                  <a:lnTo>
                    <a:pt x="2038578" y="86042"/>
                  </a:lnTo>
                  <a:lnTo>
                    <a:pt x="2046109" y="82524"/>
                  </a:lnTo>
                  <a:lnTo>
                    <a:pt x="2051862" y="77482"/>
                  </a:lnTo>
                  <a:close/>
                </a:path>
                <a:path w="2203450" h="142875">
                  <a:moveTo>
                    <a:pt x="2105863" y="1892"/>
                  </a:moveTo>
                  <a:lnTo>
                    <a:pt x="2073059" y="1892"/>
                  </a:lnTo>
                  <a:lnTo>
                    <a:pt x="2123592" y="91452"/>
                  </a:lnTo>
                  <a:lnTo>
                    <a:pt x="2123592" y="140436"/>
                  </a:lnTo>
                  <a:lnTo>
                    <a:pt x="2152688" y="140436"/>
                  </a:lnTo>
                  <a:lnTo>
                    <a:pt x="2152688" y="91452"/>
                  </a:lnTo>
                  <a:lnTo>
                    <a:pt x="2169556" y="61556"/>
                  </a:lnTo>
                  <a:lnTo>
                    <a:pt x="2137460" y="61556"/>
                  </a:lnTo>
                  <a:lnTo>
                    <a:pt x="2105863" y="1892"/>
                  </a:lnTo>
                  <a:close/>
                </a:path>
                <a:path w="2203450" h="142875">
                  <a:moveTo>
                    <a:pt x="2203221" y="1892"/>
                  </a:moveTo>
                  <a:lnTo>
                    <a:pt x="2170404" y="1892"/>
                  </a:lnTo>
                  <a:lnTo>
                    <a:pt x="2138819" y="61556"/>
                  </a:lnTo>
                  <a:lnTo>
                    <a:pt x="2169556" y="61556"/>
                  </a:lnTo>
                  <a:lnTo>
                    <a:pt x="2203221" y="18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69850" y="539748"/>
              <a:ext cx="5549900" cy="317500"/>
            </a:xfrm>
            <a:custGeom>
              <a:avLst/>
              <a:gdLst/>
              <a:ahLst/>
              <a:cxnLst/>
              <a:rect l="l" t="t" r="r" b="b"/>
              <a:pathLst>
                <a:path w="5549900" h="317500">
                  <a:moveTo>
                    <a:pt x="12700" y="66611"/>
                  </a:moveTo>
                  <a:lnTo>
                    <a:pt x="0" y="66611"/>
                  </a:lnTo>
                  <a:lnTo>
                    <a:pt x="0" y="53009"/>
                  </a:lnTo>
                  <a:lnTo>
                    <a:pt x="159" y="49898"/>
                  </a:lnTo>
                  <a:lnTo>
                    <a:pt x="203" y="49047"/>
                  </a:lnTo>
                  <a:lnTo>
                    <a:pt x="465" y="46494"/>
                  </a:lnTo>
                  <a:lnTo>
                    <a:pt x="530" y="45859"/>
                  </a:lnTo>
                  <a:lnTo>
                    <a:pt x="596" y="45212"/>
                  </a:lnTo>
                  <a:lnTo>
                    <a:pt x="13233" y="46494"/>
                  </a:lnTo>
                  <a:lnTo>
                    <a:pt x="12966" y="49047"/>
                  </a:lnTo>
                  <a:lnTo>
                    <a:pt x="12877" y="49898"/>
                  </a:lnTo>
                  <a:lnTo>
                    <a:pt x="12721" y="53009"/>
                  </a:lnTo>
                  <a:lnTo>
                    <a:pt x="12700" y="66611"/>
                  </a:lnTo>
                  <a:close/>
                </a:path>
                <a:path w="5549900" h="317500">
                  <a:moveTo>
                    <a:pt x="12700" y="92036"/>
                  </a:moveTo>
                  <a:lnTo>
                    <a:pt x="0" y="92036"/>
                  </a:lnTo>
                  <a:lnTo>
                    <a:pt x="0" y="72974"/>
                  </a:lnTo>
                  <a:lnTo>
                    <a:pt x="12700" y="72974"/>
                  </a:lnTo>
                  <a:lnTo>
                    <a:pt x="12700" y="92036"/>
                  </a:lnTo>
                  <a:close/>
                </a:path>
                <a:path w="5549900" h="317500">
                  <a:moveTo>
                    <a:pt x="12700" y="117449"/>
                  </a:moveTo>
                  <a:lnTo>
                    <a:pt x="0" y="117449"/>
                  </a:lnTo>
                  <a:lnTo>
                    <a:pt x="0" y="98386"/>
                  </a:lnTo>
                  <a:lnTo>
                    <a:pt x="12700" y="98386"/>
                  </a:lnTo>
                  <a:lnTo>
                    <a:pt x="12700" y="117449"/>
                  </a:lnTo>
                  <a:close/>
                </a:path>
                <a:path w="5549900" h="317500">
                  <a:moveTo>
                    <a:pt x="12700" y="142862"/>
                  </a:moveTo>
                  <a:lnTo>
                    <a:pt x="0" y="142862"/>
                  </a:lnTo>
                  <a:lnTo>
                    <a:pt x="0" y="123799"/>
                  </a:lnTo>
                  <a:lnTo>
                    <a:pt x="12700" y="123799"/>
                  </a:lnTo>
                  <a:lnTo>
                    <a:pt x="12700" y="142862"/>
                  </a:lnTo>
                  <a:close/>
                </a:path>
                <a:path w="5549900" h="317500">
                  <a:moveTo>
                    <a:pt x="12700" y="168287"/>
                  </a:moveTo>
                  <a:lnTo>
                    <a:pt x="0" y="168287"/>
                  </a:lnTo>
                  <a:lnTo>
                    <a:pt x="0" y="149225"/>
                  </a:lnTo>
                  <a:lnTo>
                    <a:pt x="12700" y="149225"/>
                  </a:lnTo>
                  <a:lnTo>
                    <a:pt x="12700" y="168287"/>
                  </a:lnTo>
                  <a:close/>
                </a:path>
                <a:path w="5549900" h="317500">
                  <a:moveTo>
                    <a:pt x="12700" y="193700"/>
                  </a:moveTo>
                  <a:lnTo>
                    <a:pt x="0" y="193700"/>
                  </a:lnTo>
                  <a:lnTo>
                    <a:pt x="0" y="174637"/>
                  </a:lnTo>
                  <a:lnTo>
                    <a:pt x="12700" y="174637"/>
                  </a:lnTo>
                  <a:lnTo>
                    <a:pt x="12700" y="193700"/>
                  </a:lnTo>
                  <a:close/>
                </a:path>
                <a:path w="5549900" h="317500">
                  <a:moveTo>
                    <a:pt x="12700" y="219113"/>
                  </a:moveTo>
                  <a:lnTo>
                    <a:pt x="0" y="219113"/>
                  </a:lnTo>
                  <a:lnTo>
                    <a:pt x="0" y="200050"/>
                  </a:lnTo>
                  <a:lnTo>
                    <a:pt x="12700" y="200050"/>
                  </a:lnTo>
                  <a:lnTo>
                    <a:pt x="12700" y="219113"/>
                  </a:lnTo>
                  <a:close/>
                </a:path>
                <a:path w="5549900" h="317500">
                  <a:moveTo>
                    <a:pt x="12700" y="244525"/>
                  </a:moveTo>
                  <a:lnTo>
                    <a:pt x="0" y="244525"/>
                  </a:lnTo>
                  <a:lnTo>
                    <a:pt x="0" y="225463"/>
                  </a:lnTo>
                  <a:lnTo>
                    <a:pt x="12700" y="225463"/>
                  </a:lnTo>
                  <a:lnTo>
                    <a:pt x="12700" y="244525"/>
                  </a:lnTo>
                  <a:close/>
                </a:path>
                <a:path w="5549900" h="317500">
                  <a:moveTo>
                    <a:pt x="596" y="272288"/>
                  </a:moveTo>
                  <a:lnTo>
                    <a:pt x="203" y="268465"/>
                  </a:lnTo>
                  <a:lnTo>
                    <a:pt x="0" y="264490"/>
                  </a:lnTo>
                  <a:lnTo>
                    <a:pt x="0" y="250888"/>
                  </a:lnTo>
                  <a:lnTo>
                    <a:pt x="12700" y="250888"/>
                  </a:lnTo>
                  <a:lnTo>
                    <a:pt x="12721" y="264490"/>
                  </a:lnTo>
                  <a:lnTo>
                    <a:pt x="12877" y="267614"/>
                  </a:lnTo>
                  <a:lnTo>
                    <a:pt x="13233" y="271005"/>
                  </a:lnTo>
                  <a:lnTo>
                    <a:pt x="596" y="272288"/>
                  </a:lnTo>
                  <a:close/>
                </a:path>
                <a:path w="5549900" h="317500">
                  <a:moveTo>
                    <a:pt x="9575" y="303441"/>
                  </a:moveTo>
                  <a:lnTo>
                    <a:pt x="5952" y="297129"/>
                  </a:lnTo>
                  <a:lnTo>
                    <a:pt x="3276" y="289102"/>
                  </a:lnTo>
                  <a:lnTo>
                    <a:pt x="1689" y="280187"/>
                  </a:lnTo>
                  <a:lnTo>
                    <a:pt x="14198" y="277952"/>
                  </a:lnTo>
                  <a:lnTo>
                    <a:pt x="15595" y="285851"/>
                  </a:lnTo>
                  <a:lnTo>
                    <a:pt x="17894" y="292417"/>
                  </a:lnTo>
                  <a:lnTo>
                    <a:pt x="20586" y="297129"/>
                  </a:lnTo>
                  <a:lnTo>
                    <a:pt x="9575" y="303441"/>
                  </a:lnTo>
                  <a:close/>
                </a:path>
                <a:path w="5549900" h="317500">
                  <a:moveTo>
                    <a:pt x="29298" y="317500"/>
                  </a:moveTo>
                  <a:lnTo>
                    <a:pt x="23533" y="317500"/>
                  </a:lnTo>
                  <a:lnTo>
                    <a:pt x="18656" y="314629"/>
                  </a:lnTo>
                  <a:lnTo>
                    <a:pt x="14909" y="310718"/>
                  </a:lnTo>
                  <a:lnTo>
                    <a:pt x="24066" y="301929"/>
                  </a:lnTo>
                  <a:lnTo>
                    <a:pt x="26263" y="304203"/>
                  </a:lnTo>
                  <a:lnTo>
                    <a:pt x="28028" y="304800"/>
                  </a:lnTo>
                  <a:lnTo>
                    <a:pt x="29298" y="304800"/>
                  </a:lnTo>
                  <a:lnTo>
                    <a:pt x="29298" y="317500"/>
                  </a:lnTo>
                  <a:close/>
                </a:path>
                <a:path w="5549900" h="317500">
                  <a:moveTo>
                    <a:pt x="38823" y="317500"/>
                  </a:moveTo>
                  <a:lnTo>
                    <a:pt x="29298" y="317500"/>
                  </a:lnTo>
                  <a:lnTo>
                    <a:pt x="29298" y="304800"/>
                  </a:lnTo>
                  <a:lnTo>
                    <a:pt x="38823" y="304800"/>
                  </a:lnTo>
                  <a:lnTo>
                    <a:pt x="38823" y="317500"/>
                  </a:lnTo>
                  <a:close/>
                </a:path>
                <a:path w="5549900" h="317500">
                  <a:moveTo>
                    <a:pt x="64249" y="317500"/>
                  </a:moveTo>
                  <a:lnTo>
                    <a:pt x="45186" y="317500"/>
                  </a:lnTo>
                  <a:lnTo>
                    <a:pt x="45186" y="304800"/>
                  </a:lnTo>
                  <a:lnTo>
                    <a:pt x="64249" y="304800"/>
                  </a:lnTo>
                  <a:lnTo>
                    <a:pt x="64249" y="317500"/>
                  </a:lnTo>
                  <a:close/>
                </a:path>
                <a:path w="5549900" h="317500">
                  <a:moveTo>
                    <a:pt x="89674" y="317500"/>
                  </a:moveTo>
                  <a:lnTo>
                    <a:pt x="70612" y="317500"/>
                  </a:lnTo>
                  <a:lnTo>
                    <a:pt x="70612" y="304800"/>
                  </a:lnTo>
                  <a:lnTo>
                    <a:pt x="89674" y="304800"/>
                  </a:lnTo>
                  <a:lnTo>
                    <a:pt x="89674" y="317500"/>
                  </a:lnTo>
                  <a:close/>
                </a:path>
                <a:path w="5549900" h="317500">
                  <a:moveTo>
                    <a:pt x="115100" y="317500"/>
                  </a:moveTo>
                  <a:lnTo>
                    <a:pt x="96024" y="317500"/>
                  </a:lnTo>
                  <a:lnTo>
                    <a:pt x="96024" y="304800"/>
                  </a:lnTo>
                  <a:lnTo>
                    <a:pt x="115100" y="304800"/>
                  </a:lnTo>
                  <a:lnTo>
                    <a:pt x="115100" y="317500"/>
                  </a:lnTo>
                  <a:close/>
                </a:path>
                <a:path w="5549900" h="317500">
                  <a:moveTo>
                    <a:pt x="140512" y="317500"/>
                  </a:moveTo>
                  <a:lnTo>
                    <a:pt x="121450" y="317500"/>
                  </a:lnTo>
                  <a:lnTo>
                    <a:pt x="121450" y="304800"/>
                  </a:lnTo>
                  <a:lnTo>
                    <a:pt x="140512" y="304800"/>
                  </a:lnTo>
                  <a:lnTo>
                    <a:pt x="140512" y="317500"/>
                  </a:lnTo>
                  <a:close/>
                </a:path>
                <a:path w="5549900" h="317500">
                  <a:moveTo>
                    <a:pt x="165938" y="317500"/>
                  </a:moveTo>
                  <a:lnTo>
                    <a:pt x="146875" y="317500"/>
                  </a:lnTo>
                  <a:lnTo>
                    <a:pt x="146875" y="304800"/>
                  </a:lnTo>
                  <a:lnTo>
                    <a:pt x="165938" y="304800"/>
                  </a:lnTo>
                  <a:lnTo>
                    <a:pt x="165938" y="317500"/>
                  </a:lnTo>
                  <a:close/>
                </a:path>
                <a:path w="5549900" h="317500">
                  <a:moveTo>
                    <a:pt x="191363" y="317500"/>
                  </a:moveTo>
                  <a:lnTo>
                    <a:pt x="172300" y="317500"/>
                  </a:lnTo>
                  <a:lnTo>
                    <a:pt x="172300" y="304800"/>
                  </a:lnTo>
                  <a:lnTo>
                    <a:pt x="191363" y="304800"/>
                  </a:lnTo>
                  <a:lnTo>
                    <a:pt x="191363" y="317500"/>
                  </a:lnTo>
                  <a:close/>
                </a:path>
                <a:path w="5549900" h="317500">
                  <a:moveTo>
                    <a:pt x="216789" y="317500"/>
                  </a:moveTo>
                  <a:lnTo>
                    <a:pt x="197713" y="317500"/>
                  </a:lnTo>
                  <a:lnTo>
                    <a:pt x="197713" y="304800"/>
                  </a:lnTo>
                  <a:lnTo>
                    <a:pt x="216789" y="304800"/>
                  </a:lnTo>
                  <a:lnTo>
                    <a:pt x="216789" y="317500"/>
                  </a:lnTo>
                  <a:close/>
                </a:path>
                <a:path w="5549900" h="317500">
                  <a:moveTo>
                    <a:pt x="242201" y="317500"/>
                  </a:moveTo>
                  <a:lnTo>
                    <a:pt x="223139" y="317500"/>
                  </a:lnTo>
                  <a:lnTo>
                    <a:pt x="223139" y="304800"/>
                  </a:lnTo>
                  <a:lnTo>
                    <a:pt x="242201" y="304800"/>
                  </a:lnTo>
                  <a:lnTo>
                    <a:pt x="242201" y="317500"/>
                  </a:lnTo>
                  <a:close/>
                </a:path>
                <a:path w="5549900" h="317500">
                  <a:moveTo>
                    <a:pt x="267627" y="317500"/>
                  </a:moveTo>
                  <a:lnTo>
                    <a:pt x="248564" y="317500"/>
                  </a:lnTo>
                  <a:lnTo>
                    <a:pt x="248564" y="304800"/>
                  </a:lnTo>
                  <a:lnTo>
                    <a:pt x="267627" y="304800"/>
                  </a:lnTo>
                  <a:lnTo>
                    <a:pt x="267627" y="317500"/>
                  </a:lnTo>
                  <a:close/>
                </a:path>
                <a:path w="5549900" h="317500">
                  <a:moveTo>
                    <a:pt x="293052" y="317500"/>
                  </a:moveTo>
                  <a:lnTo>
                    <a:pt x="273989" y="317500"/>
                  </a:lnTo>
                  <a:lnTo>
                    <a:pt x="273989" y="304800"/>
                  </a:lnTo>
                  <a:lnTo>
                    <a:pt x="293052" y="304800"/>
                  </a:lnTo>
                  <a:lnTo>
                    <a:pt x="293052" y="317500"/>
                  </a:lnTo>
                  <a:close/>
                </a:path>
                <a:path w="5549900" h="317500">
                  <a:moveTo>
                    <a:pt x="318477" y="317500"/>
                  </a:moveTo>
                  <a:lnTo>
                    <a:pt x="299402" y="317500"/>
                  </a:lnTo>
                  <a:lnTo>
                    <a:pt x="299402" y="304800"/>
                  </a:lnTo>
                  <a:lnTo>
                    <a:pt x="318477" y="304800"/>
                  </a:lnTo>
                  <a:lnTo>
                    <a:pt x="318477" y="317500"/>
                  </a:lnTo>
                  <a:close/>
                </a:path>
                <a:path w="5549900" h="317500">
                  <a:moveTo>
                    <a:pt x="343890" y="317500"/>
                  </a:moveTo>
                  <a:lnTo>
                    <a:pt x="324827" y="317500"/>
                  </a:lnTo>
                  <a:lnTo>
                    <a:pt x="324827" y="304800"/>
                  </a:lnTo>
                  <a:lnTo>
                    <a:pt x="343890" y="304800"/>
                  </a:lnTo>
                  <a:lnTo>
                    <a:pt x="343890" y="317500"/>
                  </a:lnTo>
                  <a:close/>
                </a:path>
                <a:path w="5549900" h="317500">
                  <a:moveTo>
                    <a:pt x="369316" y="317500"/>
                  </a:moveTo>
                  <a:lnTo>
                    <a:pt x="350253" y="317500"/>
                  </a:lnTo>
                  <a:lnTo>
                    <a:pt x="350253" y="304800"/>
                  </a:lnTo>
                  <a:lnTo>
                    <a:pt x="369316" y="304800"/>
                  </a:lnTo>
                  <a:lnTo>
                    <a:pt x="369316" y="317500"/>
                  </a:lnTo>
                  <a:close/>
                </a:path>
                <a:path w="5549900" h="317500">
                  <a:moveTo>
                    <a:pt x="394741" y="317500"/>
                  </a:moveTo>
                  <a:lnTo>
                    <a:pt x="375678" y="317500"/>
                  </a:lnTo>
                  <a:lnTo>
                    <a:pt x="375678" y="304800"/>
                  </a:lnTo>
                  <a:lnTo>
                    <a:pt x="394741" y="304800"/>
                  </a:lnTo>
                  <a:lnTo>
                    <a:pt x="394741" y="317500"/>
                  </a:lnTo>
                  <a:close/>
                </a:path>
                <a:path w="5549900" h="317500">
                  <a:moveTo>
                    <a:pt x="420166" y="317500"/>
                  </a:moveTo>
                  <a:lnTo>
                    <a:pt x="401091" y="317500"/>
                  </a:lnTo>
                  <a:lnTo>
                    <a:pt x="401091" y="304800"/>
                  </a:lnTo>
                  <a:lnTo>
                    <a:pt x="420166" y="304800"/>
                  </a:lnTo>
                  <a:lnTo>
                    <a:pt x="420166" y="317500"/>
                  </a:lnTo>
                  <a:close/>
                </a:path>
                <a:path w="5549900" h="317500">
                  <a:moveTo>
                    <a:pt x="445592" y="317500"/>
                  </a:moveTo>
                  <a:lnTo>
                    <a:pt x="426516" y="317500"/>
                  </a:lnTo>
                  <a:lnTo>
                    <a:pt x="426516" y="304800"/>
                  </a:lnTo>
                  <a:lnTo>
                    <a:pt x="445592" y="304800"/>
                  </a:lnTo>
                  <a:lnTo>
                    <a:pt x="445592" y="317500"/>
                  </a:lnTo>
                  <a:close/>
                </a:path>
                <a:path w="5549900" h="317500">
                  <a:moveTo>
                    <a:pt x="471004" y="317500"/>
                  </a:moveTo>
                  <a:lnTo>
                    <a:pt x="451942" y="317500"/>
                  </a:lnTo>
                  <a:lnTo>
                    <a:pt x="451942" y="304800"/>
                  </a:lnTo>
                  <a:lnTo>
                    <a:pt x="471004" y="304800"/>
                  </a:lnTo>
                  <a:lnTo>
                    <a:pt x="471004" y="317500"/>
                  </a:lnTo>
                  <a:close/>
                </a:path>
                <a:path w="5549900" h="317500">
                  <a:moveTo>
                    <a:pt x="496430" y="317500"/>
                  </a:moveTo>
                  <a:lnTo>
                    <a:pt x="477367" y="317500"/>
                  </a:lnTo>
                  <a:lnTo>
                    <a:pt x="477367" y="304800"/>
                  </a:lnTo>
                  <a:lnTo>
                    <a:pt x="496430" y="304800"/>
                  </a:lnTo>
                  <a:lnTo>
                    <a:pt x="496430" y="317500"/>
                  </a:lnTo>
                  <a:close/>
                </a:path>
                <a:path w="5549900" h="317500">
                  <a:moveTo>
                    <a:pt x="521855" y="317500"/>
                  </a:moveTo>
                  <a:lnTo>
                    <a:pt x="502780" y="317500"/>
                  </a:lnTo>
                  <a:lnTo>
                    <a:pt x="502780" y="304800"/>
                  </a:lnTo>
                  <a:lnTo>
                    <a:pt x="521855" y="304800"/>
                  </a:lnTo>
                  <a:lnTo>
                    <a:pt x="521855" y="317500"/>
                  </a:lnTo>
                  <a:close/>
                </a:path>
                <a:path w="5549900" h="317500">
                  <a:moveTo>
                    <a:pt x="547281" y="317500"/>
                  </a:moveTo>
                  <a:lnTo>
                    <a:pt x="528205" y="317500"/>
                  </a:lnTo>
                  <a:lnTo>
                    <a:pt x="528205" y="304800"/>
                  </a:lnTo>
                  <a:lnTo>
                    <a:pt x="547281" y="304800"/>
                  </a:lnTo>
                  <a:lnTo>
                    <a:pt x="547281" y="317500"/>
                  </a:lnTo>
                  <a:close/>
                </a:path>
                <a:path w="5549900" h="317500">
                  <a:moveTo>
                    <a:pt x="572693" y="317500"/>
                  </a:moveTo>
                  <a:lnTo>
                    <a:pt x="553631" y="317500"/>
                  </a:lnTo>
                  <a:lnTo>
                    <a:pt x="553631" y="304800"/>
                  </a:lnTo>
                  <a:lnTo>
                    <a:pt x="572693" y="304800"/>
                  </a:lnTo>
                  <a:lnTo>
                    <a:pt x="572693" y="317500"/>
                  </a:lnTo>
                  <a:close/>
                </a:path>
                <a:path w="5549900" h="317500">
                  <a:moveTo>
                    <a:pt x="598119" y="317500"/>
                  </a:moveTo>
                  <a:lnTo>
                    <a:pt x="579056" y="317500"/>
                  </a:lnTo>
                  <a:lnTo>
                    <a:pt x="579056" y="304800"/>
                  </a:lnTo>
                  <a:lnTo>
                    <a:pt x="598119" y="304800"/>
                  </a:lnTo>
                  <a:lnTo>
                    <a:pt x="598119" y="317500"/>
                  </a:lnTo>
                  <a:close/>
                </a:path>
                <a:path w="5549900" h="317500">
                  <a:moveTo>
                    <a:pt x="623544" y="317500"/>
                  </a:moveTo>
                  <a:lnTo>
                    <a:pt x="604481" y="317500"/>
                  </a:lnTo>
                  <a:lnTo>
                    <a:pt x="604481" y="304800"/>
                  </a:lnTo>
                  <a:lnTo>
                    <a:pt x="623544" y="304800"/>
                  </a:lnTo>
                  <a:lnTo>
                    <a:pt x="623544" y="317500"/>
                  </a:lnTo>
                  <a:close/>
                </a:path>
                <a:path w="5549900" h="317500">
                  <a:moveTo>
                    <a:pt x="648970" y="317500"/>
                  </a:moveTo>
                  <a:lnTo>
                    <a:pt x="629894" y="317500"/>
                  </a:lnTo>
                  <a:lnTo>
                    <a:pt x="629894" y="304800"/>
                  </a:lnTo>
                  <a:lnTo>
                    <a:pt x="648970" y="304800"/>
                  </a:lnTo>
                  <a:lnTo>
                    <a:pt x="648970" y="317500"/>
                  </a:lnTo>
                  <a:close/>
                </a:path>
                <a:path w="5549900" h="317500">
                  <a:moveTo>
                    <a:pt x="674382" y="317500"/>
                  </a:moveTo>
                  <a:lnTo>
                    <a:pt x="655320" y="317500"/>
                  </a:lnTo>
                  <a:lnTo>
                    <a:pt x="655320" y="304800"/>
                  </a:lnTo>
                  <a:lnTo>
                    <a:pt x="674382" y="304800"/>
                  </a:lnTo>
                  <a:lnTo>
                    <a:pt x="674382" y="317500"/>
                  </a:lnTo>
                  <a:close/>
                </a:path>
                <a:path w="5549900" h="317500">
                  <a:moveTo>
                    <a:pt x="699808" y="317500"/>
                  </a:moveTo>
                  <a:lnTo>
                    <a:pt x="680745" y="317500"/>
                  </a:lnTo>
                  <a:lnTo>
                    <a:pt x="680745" y="304800"/>
                  </a:lnTo>
                  <a:lnTo>
                    <a:pt x="699808" y="304800"/>
                  </a:lnTo>
                  <a:lnTo>
                    <a:pt x="699808" y="317500"/>
                  </a:lnTo>
                  <a:close/>
                </a:path>
                <a:path w="5549900" h="317500">
                  <a:moveTo>
                    <a:pt x="725233" y="317500"/>
                  </a:moveTo>
                  <a:lnTo>
                    <a:pt x="706170" y="317500"/>
                  </a:lnTo>
                  <a:lnTo>
                    <a:pt x="706170" y="304800"/>
                  </a:lnTo>
                  <a:lnTo>
                    <a:pt x="725233" y="304800"/>
                  </a:lnTo>
                  <a:lnTo>
                    <a:pt x="725233" y="317500"/>
                  </a:lnTo>
                  <a:close/>
                </a:path>
                <a:path w="5549900" h="317500">
                  <a:moveTo>
                    <a:pt x="750658" y="317500"/>
                  </a:moveTo>
                  <a:lnTo>
                    <a:pt x="731583" y="317500"/>
                  </a:lnTo>
                  <a:lnTo>
                    <a:pt x="731583" y="304800"/>
                  </a:lnTo>
                  <a:lnTo>
                    <a:pt x="750658" y="304800"/>
                  </a:lnTo>
                  <a:lnTo>
                    <a:pt x="750658" y="317500"/>
                  </a:lnTo>
                  <a:close/>
                </a:path>
                <a:path w="5549900" h="317500">
                  <a:moveTo>
                    <a:pt x="776071" y="317500"/>
                  </a:moveTo>
                  <a:lnTo>
                    <a:pt x="757008" y="317500"/>
                  </a:lnTo>
                  <a:lnTo>
                    <a:pt x="757008" y="304800"/>
                  </a:lnTo>
                  <a:lnTo>
                    <a:pt x="776071" y="304800"/>
                  </a:lnTo>
                  <a:lnTo>
                    <a:pt x="776071" y="317500"/>
                  </a:lnTo>
                  <a:close/>
                </a:path>
                <a:path w="5549900" h="317500">
                  <a:moveTo>
                    <a:pt x="801497" y="317500"/>
                  </a:moveTo>
                  <a:lnTo>
                    <a:pt x="782434" y="317500"/>
                  </a:lnTo>
                  <a:lnTo>
                    <a:pt x="782434" y="304800"/>
                  </a:lnTo>
                  <a:lnTo>
                    <a:pt x="801497" y="304800"/>
                  </a:lnTo>
                  <a:lnTo>
                    <a:pt x="801497" y="317500"/>
                  </a:lnTo>
                  <a:close/>
                </a:path>
                <a:path w="5549900" h="317500">
                  <a:moveTo>
                    <a:pt x="826922" y="317500"/>
                  </a:moveTo>
                  <a:lnTo>
                    <a:pt x="807859" y="317500"/>
                  </a:lnTo>
                  <a:lnTo>
                    <a:pt x="807859" y="304800"/>
                  </a:lnTo>
                  <a:lnTo>
                    <a:pt x="826922" y="304800"/>
                  </a:lnTo>
                  <a:lnTo>
                    <a:pt x="826922" y="317500"/>
                  </a:lnTo>
                  <a:close/>
                </a:path>
                <a:path w="5549900" h="317500">
                  <a:moveTo>
                    <a:pt x="852347" y="317500"/>
                  </a:moveTo>
                  <a:lnTo>
                    <a:pt x="833272" y="317500"/>
                  </a:lnTo>
                  <a:lnTo>
                    <a:pt x="833272" y="304800"/>
                  </a:lnTo>
                  <a:lnTo>
                    <a:pt x="852347" y="304800"/>
                  </a:lnTo>
                  <a:lnTo>
                    <a:pt x="852347" y="317500"/>
                  </a:lnTo>
                  <a:close/>
                </a:path>
                <a:path w="5549900" h="317500">
                  <a:moveTo>
                    <a:pt x="877760" y="317500"/>
                  </a:moveTo>
                  <a:lnTo>
                    <a:pt x="858697" y="317500"/>
                  </a:lnTo>
                  <a:lnTo>
                    <a:pt x="858697" y="304800"/>
                  </a:lnTo>
                  <a:lnTo>
                    <a:pt x="877760" y="304800"/>
                  </a:lnTo>
                  <a:lnTo>
                    <a:pt x="877760" y="317500"/>
                  </a:lnTo>
                  <a:close/>
                </a:path>
                <a:path w="5549900" h="317500">
                  <a:moveTo>
                    <a:pt x="903185" y="317500"/>
                  </a:moveTo>
                  <a:lnTo>
                    <a:pt x="884123" y="317500"/>
                  </a:lnTo>
                  <a:lnTo>
                    <a:pt x="884123" y="304800"/>
                  </a:lnTo>
                  <a:lnTo>
                    <a:pt x="903185" y="304800"/>
                  </a:lnTo>
                  <a:lnTo>
                    <a:pt x="903185" y="317500"/>
                  </a:lnTo>
                  <a:close/>
                </a:path>
                <a:path w="5549900" h="317500">
                  <a:moveTo>
                    <a:pt x="928611" y="317500"/>
                  </a:moveTo>
                  <a:lnTo>
                    <a:pt x="909548" y="317500"/>
                  </a:lnTo>
                  <a:lnTo>
                    <a:pt x="909548" y="304800"/>
                  </a:lnTo>
                  <a:lnTo>
                    <a:pt x="928611" y="304800"/>
                  </a:lnTo>
                  <a:lnTo>
                    <a:pt x="928611" y="317500"/>
                  </a:lnTo>
                  <a:close/>
                </a:path>
                <a:path w="5549900" h="317500">
                  <a:moveTo>
                    <a:pt x="954036" y="317500"/>
                  </a:moveTo>
                  <a:lnTo>
                    <a:pt x="934961" y="317500"/>
                  </a:lnTo>
                  <a:lnTo>
                    <a:pt x="934961" y="304800"/>
                  </a:lnTo>
                  <a:lnTo>
                    <a:pt x="954036" y="304800"/>
                  </a:lnTo>
                  <a:lnTo>
                    <a:pt x="954036" y="317500"/>
                  </a:lnTo>
                  <a:close/>
                </a:path>
                <a:path w="5549900" h="317500">
                  <a:moveTo>
                    <a:pt x="979449" y="317500"/>
                  </a:moveTo>
                  <a:lnTo>
                    <a:pt x="960386" y="317500"/>
                  </a:lnTo>
                  <a:lnTo>
                    <a:pt x="960386" y="304800"/>
                  </a:lnTo>
                  <a:lnTo>
                    <a:pt x="979449" y="304800"/>
                  </a:lnTo>
                  <a:lnTo>
                    <a:pt x="979449" y="317500"/>
                  </a:lnTo>
                  <a:close/>
                </a:path>
                <a:path w="5549900" h="317500">
                  <a:moveTo>
                    <a:pt x="1004874" y="317500"/>
                  </a:moveTo>
                  <a:lnTo>
                    <a:pt x="985812" y="317500"/>
                  </a:lnTo>
                  <a:lnTo>
                    <a:pt x="985812" y="304800"/>
                  </a:lnTo>
                  <a:lnTo>
                    <a:pt x="1004874" y="304800"/>
                  </a:lnTo>
                  <a:lnTo>
                    <a:pt x="1004874" y="317500"/>
                  </a:lnTo>
                  <a:close/>
                </a:path>
                <a:path w="5549900" h="317500">
                  <a:moveTo>
                    <a:pt x="1030300" y="317500"/>
                  </a:moveTo>
                  <a:lnTo>
                    <a:pt x="1011237" y="317500"/>
                  </a:lnTo>
                  <a:lnTo>
                    <a:pt x="1011237" y="304800"/>
                  </a:lnTo>
                  <a:lnTo>
                    <a:pt x="1030300" y="304800"/>
                  </a:lnTo>
                  <a:lnTo>
                    <a:pt x="1030300" y="317500"/>
                  </a:lnTo>
                  <a:close/>
                </a:path>
                <a:path w="5549900" h="317500">
                  <a:moveTo>
                    <a:pt x="1055725" y="317500"/>
                  </a:moveTo>
                  <a:lnTo>
                    <a:pt x="1036650" y="317500"/>
                  </a:lnTo>
                  <a:lnTo>
                    <a:pt x="1036650" y="304800"/>
                  </a:lnTo>
                  <a:lnTo>
                    <a:pt x="1055725" y="304800"/>
                  </a:lnTo>
                  <a:lnTo>
                    <a:pt x="1055725" y="317500"/>
                  </a:lnTo>
                  <a:close/>
                </a:path>
                <a:path w="5549900" h="317500">
                  <a:moveTo>
                    <a:pt x="1081151" y="317500"/>
                  </a:moveTo>
                  <a:lnTo>
                    <a:pt x="1062075" y="317500"/>
                  </a:lnTo>
                  <a:lnTo>
                    <a:pt x="1062075" y="304800"/>
                  </a:lnTo>
                  <a:lnTo>
                    <a:pt x="1081151" y="304800"/>
                  </a:lnTo>
                  <a:lnTo>
                    <a:pt x="1081151" y="317500"/>
                  </a:lnTo>
                  <a:close/>
                </a:path>
                <a:path w="5549900" h="317500">
                  <a:moveTo>
                    <a:pt x="1106563" y="317500"/>
                  </a:moveTo>
                  <a:lnTo>
                    <a:pt x="1087501" y="317500"/>
                  </a:lnTo>
                  <a:lnTo>
                    <a:pt x="1087501" y="304800"/>
                  </a:lnTo>
                  <a:lnTo>
                    <a:pt x="1106563" y="304800"/>
                  </a:lnTo>
                  <a:lnTo>
                    <a:pt x="1106563" y="317500"/>
                  </a:lnTo>
                  <a:close/>
                </a:path>
                <a:path w="5549900" h="317500">
                  <a:moveTo>
                    <a:pt x="1131989" y="317500"/>
                  </a:moveTo>
                  <a:lnTo>
                    <a:pt x="1112926" y="317500"/>
                  </a:lnTo>
                  <a:lnTo>
                    <a:pt x="1112926" y="304800"/>
                  </a:lnTo>
                  <a:lnTo>
                    <a:pt x="1131989" y="304800"/>
                  </a:lnTo>
                  <a:lnTo>
                    <a:pt x="1131989" y="317500"/>
                  </a:lnTo>
                  <a:close/>
                </a:path>
                <a:path w="5549900" h="317500">
                  <a:moveTo>
                    <a:pt x="1157414" y="317500"/>
                  </a:moveTo>
                  <a:lnTo>
                    <a:pt x="1138339" y="317500"/>
                  </a:lnTo>
                  <a:lnTo>
                    <a:pt x="1138339" y="304800"/>
                  </a:lnTo>
                  <a:lnTo>
                    <a:pt x="1157414" y="304800"/>
                  </a:lnTo>
                  <a:lnTo>
                    <a:pt x="1157414" y="317500"/>
                  </a:lnTo>
                  <a:close/>
                </a:path>
                <a:path w="5549900" h="317500">
                  <a:moveTo>
                    <a:pt x="1182839" y="317500"/>
                  </a:moveTo>
                  <a:lnTo>
                    <a:pt x="1163764" y="317500"/>
                  </a:lnTo>
                  <a:lnTo>
                    <a:pt x="1163764" y="304800"/>
                  </a:lnTo>
                  <a:lnTo>
                    <a:pt x="1182839" y="304800"/>
                  </a:lnTo>
                  <a:lnTo>
                    <a:pt x="1182839" y="317500"/>
                  </a:lnTo>
                  <a:close/>
                </a:path>
                <a:path w="5549900" h="317500">
                  <a:moveTo>
                    <a:pt x="1208252" y="317500"/>
                  </a:moveTo>
                  <a:lnTo>
                    <a:pt x="1189189" y="317500"/>
                  </a:lnTo>
                  <a:lnTo>
                    <a:pt x="1189189" y="304800"/>
                  </a:lnTo>
                  <a:lnTo>
                    <a:pt x="1208252" y="304800"/>
                  </a:lnTo>
                  <a:lnTo>
                    <a:pt x="1208252" y="317500"/>
                  </a:lnTo>
                  <a:close/>
                </a:path>
                <a:path w="5549900" h="317500">
                  <a:moveTo>
                    <a:pt x="1233678" y="317500"/>
                  </a:moveTo>
                  <a:lnTo>
                    <a:pt x="1214615" y="317500"/>
                  </a:lnTo>
                  <a:lnTo>
                    <a:pt x="1214615" y="304800"/>
                  </a:lnTo>
                  <a:lnTo>
                    <a:pt x="1233678" y="304800"/>
                  </a:lnTo>
                  <a:lnTo>
                    <a:pt x="1233678" y="317500"/>
                  </a:lnTo>
                  <a:close/>
                </a:path>
                <a:path w="5549900" h="317500">
                  <a:moveTo>
                    <a:pt x="1259103" y="317500"/>
                  </a:moveTo>
                  <a:lnTo>
                    <a:pt x="1240040" y="317500"/>
                  </a:lnTo>
                  <a:lnTo>
                    <a:pt x="1240040" y="304800"/>
                  </a:lnTo>
                  <a:lnTo>
                    <a:pt x="1259103" y="304800"/>
                  </a:lnTo>
                  <a:lnTo>
                    <a:pt x="1259103" y="317500"/>
                  </a:lnTo>
                  <a:close/>
                </a:path>
                <a:path w="5549900" h="317500">
                  <a:moveTo>
                    <a:pt x="1284528" y="317500"/>
                  </a:moveTo>
                  <a:lnTo>
                    <a:pt x="1265453" y="317500"/>
                  </a:lnTo>
                  <a:lnTo>
                    <a:pt x="1265453" y="304800"/>
                  </a:lnTo>
                  <a:lnTo>
                    <a:pt x="1284528" y="304800"/>
                  </a:lnTo>
                  <a:lnTo>
                    <a:pt x="1284528" y="317500"/>
                  </a:lnTo>
                  <a:close/>
                </a:path>
                <a:path w="5549900" h="317500">
                  <a:moveTo>
                    <a:pt x="1309941" y="317500"/>
                  </a:moveTo>
                  <a:lnTo>
                    <a:pt x="1290878" y="317500"/>
                  </a:lnTo>
                  <a:lnTo>
                    <a:pt x="1290878" y="304800"/>
                  </a:lnTo>
                  <a:lnTo>
                    <a:pt x="1309941" y="304800"/>
                  </a:lnTo>
                  <a:lnTo>
                    <a:pt x="1309941" y="317500"/>
                  </a:lnTo>
                  <a:close/>
                </a:path>
                <a:path w="5549900" h="317500">
                  <a:moveTo>
                    <a:pt x="1335366" y="317500"/>
                  </a:moveTo>
                  <a:lnTo>
                    <a:pt x="1316304" y="317500"/>
                  </a:lnTo>
                  <a:lnTo>
                    <a:pt x="1316304" y="304800"/>
                  </a:lnTo>
                  <a:lnTo>
                    <a:pt x="1335366" y="304800"/>
                  </a:lnTo>
                  <a:lnTo>
                    <a:pt x="1335366" y="317500"/>
                  </a:lnTo>
                  <a:close/>
                </a:path>
                <a:path w="5549900" h="317500">
                  <a:moveTo>
                    <a:pt x="1360792" y="317500"/>
                  </a:moveTo>
                  <a:lnTo>
                    <a:pt x="1341729" y="317500"/>
                  </a:lnTo>
                  <a:lnTo>
                    <a:pt x="1341729" y="304800"/>
                  </a:lnTo>
                  <a:lnTo>
                    <a:pt x="1360792" y="304800"/>
                  </a:lnTo>
                  <a:lnTo>
                    <a:pt x="1360792" y="317500"/>
                  </a:lnTo>
                  <a:close/>
                </a:path>
                <a:path w="5549900" h="317500">
                  <a:moveTo>
                    <a:pt x="1386217" y="317500"/>
                  </a:moveTo>
                  <a:lnTo>
                    <a:pt x="1367142" y="317500"/>
                  </a:lnTo>
                  <a:lnTo>
                    <a:pt x="1367142" y="304800"/>
                  </a:lnTo>
                  <a:lnTo>
                    <a:pt x="1386217" y="304800"/>
                  </a:lnTo>
                  <a:lnTo>
                    <a:pt x="1386217" y="317500"/>
                  </a:lnTo>
                  <a:close/>
                </a:path>
                <a:path w="5549900" h="317500">
                  <a:moveTo>
                    <a:pt x="1411630" y="317500"/>
                  </a:moveTo>
                  <a:lnTo>
                    <a:pt x="1392567" y="317500"/>
                  </a:lnTo>
                  <a:lnTo>
                    <a:pt x="1392567" y="304800"/>
                  </a:lnTo>
                  <a:lnTo>
                    <a:pt x="1411630" y="304800"/>
                  </a:lnTo>
                  <a:lnTo>
                    <a:pt x="1411630" y="317500"/>
                  </a:lnTo>
                  <a:close/>
                </a:path>
                <a:path w="5549900" h="317500">
                  <a:moveTo>
                    <a:pt x="1437055" y="317500"/>
                  </a:moveTo>
                  <a:lnTo>
                    <a:pt x="1417993" y="317500"/>
                  </a:lnTo>
                  <a:lnTo>
                    <a:pt x="1417993" y="304800"/>
                  </a:lnTo>
                  <a:lnTo>
                    <a:pt x="1437055" y="304800"/>
                  </a:lnTo>
                  <a:lnTo>
                    <a:pt x="1437055" y="317500"/>
                  </a:lnTo>
                  <a:close/>
                </a:path>
                <a:path w="5549900" h="317500">
                  <a:moveTo>
                    <a:pt x="1462481" y="317500"/>
                  </a:moveTo>
                  <a:lnTo>
                    <a:pt x="1443418" y="317500"/>
                  </a:lnTo>
                  <a:lnTo>
                    <a:pt x="1443418" y="304800"/>
                  </a:lnTo>
                  <a:lnTo>
                    <a:pt x="1462481" y="304800"/>
                  </a:lnTo>
                  <a:lnTo>
                    <a:pt x="1462481" y="317500"/>
                  </a:lnTo>
                  <a:close/>
                </a:path>
                <a:path w="5549900" h="317500">
                  <a:moveTo>
                    <a:pt x="1487906" y="317500"/>
                  </a:moveTo>
                  <a:lnTo>
                    <a:pt x="1468831" y="317500"/>
                  </a:lnTo>
                  <a:lnTo>
                    <a:pt x="1468831" y="304800"/>
                  </a:lnTo>
                  <a:lnTo>
                    <a:pt x="1487906" y="304800"/>
                  </a:lnTo>
                  <a:lnTo>
                    <a:pt x="1487906" y="317500"/>
                  </a:lnTo>
                  <a:close/>
                </a:path>
                <a:path w="5549900" h="317500">
                  <a:moveTo>
                    <a:pt x="1513319" y="317500"/>
                  </a:moveTo>
                  <a:lnTo>
                    <a:pt x="1494256" y="317500"/>
                  </a:lnTo>
                  <a:lnTo>
                    <a:pt x="1494256" y="304800"/>
                  </a:lnTo>
                  <a:lnTo>
                    <a:pt x="1513319" y="304800"/>
                  </a:lnTo>
                  <a:lnTo>
                    <a:pt x="1513319" y="317500"/>
                  </a:lnTo>
                  <a:close/>
                </a:path>
                <a:path w="5549900" h="317500">
                  <a:moveTo>
                    <a:pt x="1538744" y="317500"/>
                  </a:moveTo>
                  <a:lnTo>
                    <a:pt x="1519682" y="317500"/>
                  </a:lnTo>
                  <a:lnTo>
                    <a:pt x="1519682" y="304800"/>
                  </a:lnTo>
                  <a:lnTo>
                    <a:pt x="1538744" y="304800"/>
                  </a:lnTo>
                  <a:lnTo>
                    <a:pt x="1538744" y="317500"/>
                  </a:lnTo>
                  <a:close/>
                </a:path>
                <a:path w="5549900" h="317500">
                  <a:moveTo>
                    <a:pt x="1564170" y="317500"/>
                  </a:moveTo>
                  <a:lnTo>
                    <a:pt x="1545107" y="317500"/>
                  </a:lnTo>
                  <a:lnTo>
                    <a:pt x="1545107" y="304800"/>
                  </a:lnTo>
                  <a:lnTo>
                    <a:pt x="1564170" y="304800"/>
                  </a:lnTo>
                  <a:lnTo>
                    <a:pt x="1564170" y="317500"/>
                  </a:lnTo>
                  <a:close/>
                </a:path>
                <a:path w="5549900" h="317500">
                  <a:moveTo>
                    <a:pt x="1589595" y="317500"/>
                  </a:moveTo>
                  <a:lnTo>
                    <a:pt x="1570520" y="317500"/>
                  </a:lnTo>
                  <a:lnTo>
                    <a:pt x="1570520" y="304800"/>
                  </a:lnTo>
                  <a:lnTo>
                    <a:pt x="1589595" y="304800"/>
                  </a:lnTo>
                  <a:lnTo>
                    <a:pt x="1589595" y="317500"/>
                  </a:lnTo>
                  <a:close/>
                </a:path>
                <a:path w="5549900" h="317500">
                  <a:moveTo>
                    <a:pt x="1615020" y="317500"/>
                  </a:moveTo>
                  <a:lnTo>
                    <a:pt x="1595945" y="317500"/>
                  </a:lnTo>
                  <a:lnTo>
                    <a:pt x="1595945" y="304800"/>
                  </a:lnTo>
                  <a:lnTo>
                    <a:pt x="1615020" y="304800"/>
                  </a:lnTo>
                  <a:lnTo>
                    <a:pt x="1615020" y="317500"/>
                  </a:lnTo>
                  <a:close/>
                </a:path>
                <a:path w="5549900" h="317500">
                  <a:moveTo>
                    <a:pt x="1640433" y="317500"/>
                  </a:moveTo>
                  <a:lnTo>
                    <a:pt x="1621370" y="317500"/>
                  </a:lnTo>
                  <a:lnTo>
                    <a:pt x="1621370" y="304800"/>
                  </a:lnTo>
                  <a:lnTo>
                    <a:pt x="1640433" y="304800"/>
                  </a:lnTo>
                  <a:lnTo>
                    <a:pt x="1640433" y="317500"/>
                  </a:lnTo>
                  <a:close/>
                </a:path>
                <a:path w="5549900" h="317500">
                  <a:moveTo>
                    <a:pt x="1665858" y="317500"/>
                  </a:moveTo>
                  <a:lnTo>
                    <a:pt x="1646796" y="317500"/>
                  </a:lnTo>
                  <a:lnTo>
                    <a:pt x="1646796" y="304800"/>
                  </a:lnTo>
                  <a:lnTo>
                    <a:pt x="1665858" y="304800"/>
                  </a:lnTo>
                  <a:lnTo>
                    <a:pt x="1665858" y="317500"/>
                  </a:lnTo>
                  <a:close/>
                </a:path>
                <a:path w="5549900" h="317500">
                  <a:moveTo>
                    <a:pt x="1691284" y="317500"/>
                  </a:moveTo>
                  <a:lnTo>
                    <a:pt x="1672208" y="317500"/>
                  </a:lnTo>
                  <a:lnTo>
                    <a:pt x="1672208" y="304800"/>
                  </a:lnTo>
                  <a:lnTo>
                    <a:pt x="1691284" y="304800"/>
                  </a:lnTo>
                  <a:lnTo>
                    <a:pt x="1691284" y="317500"/>
                  </a:lnTo>
                  <a:close/>
                </a:path>
                <a:path w="5549900" h="317500">
                  <a:moveTo>
                    <a:pt x="1716709" y="317500"/>
                  </a:moveTo>
                  <a:lnTo>
                    <a:pt x="1697634" y="317500"/>
                  </a:lnTo>
                  <a:lnTo>
                    <a:pt x="1697634" y="304800"/>
                  </a:lnTo>
                  <a:lnTo>
                    <a:pt x="1716709" y="304800"/>
                  </a:lnTo>
                  <a:lnTo>
                    <a:pt x="1716709" y="317500"/>
                  </a:lnTo>
                  <a:close/>
                </a:path>
                <a:path w="5549900" h="317500">
                  <a:moveTo>
                    <a:pt x="1742122" y="317500"/>
                  </a:moveTo>
                  <a:lnTo>
                    <a:pt x="1723059" y="317500"/>
                  </a:lnTo>
                  <a:lnTo>
                    <a:pt x="1723059" y="304800"/>
                  </a:lnTo>
                  <a:lnTo>
                    <a:pt x="1742122" y="304800"/>
                  </a:lnTo>
                  <a:lnTo>
                    <a:pt x="1742122" y="317500"/>
                  </a:lnTo>
                  <a:close/>
                </a:path>
                <a:path w="5549900" h="317500">
                  <a:moveTo>
                    <a:pt x="1767547" y="317500"/>
                  </a:moveTo>
                  <a:lnTo>
                    <a:pt x="1748485" y="317500"/>
                  </a:lnTo>
                  <a:lnTo>
                    <a:pt x="1748485" y="304800"/>
                  </a:lnTo>
                  <a:lnTo>
                    <a:pt x="1767547" y="304800"/>
                  </a:lnTo>
                  <a:lnTo>
                    <a:pt x="1767547" y="317500"/>
                  </a:lnTo>
                  <a:close/>
                </a:path>
                <a:path w="5549900" h="317500">
                  <a:moveTo>
                    <a:pt x="1792973" y="317500"/>
                  </a:moveTo>
                  <a:lnTo>
                    <a:pt x="1773910" y="317500"/>
                  </a:lnTo>
                  <a:lnTo>
                    <a:pt x="1773910" y="304800"/>
                  </a:lnTo>
                  <a:lnTo>
                    <a:pt x="1792973" y="304800"/>
                  </a:lnTo>
                  <a:lnTo>
                    <a:pt x="1792973" y="317500"/>
                  </a:lnTo>
                  <a:close/>
                </a:path>
                <a:path w="5549900" h="317500">
                  <a:moveTo>
                    <a:pt x="1818398" y="317500"/>
                  </a:moveTo>
                  <a:lnTo>
                    <a:pt x="1799323" y="317500"/>
                  </a:lnTo>
                  <a:lnTo>
                    <a:pt x="1799323" y="304800"/>
                  </a:lnTo>
                  <a:lnTo>
                    <a:pt x="1818398" y="304800"/>
                  </a:lnTo>
                  <a:lnTo>
                    <a:pt x="1818398" y="317500"/>
                  </a:lnTo>
                  <a:close/>
                </a:path>
                <a:path w="5549900" h="317500">
                  <a:moveTo>
                    <a:pt x="1843811" y="317500"/>
                  </a:moveTo>
                  <a:lnTo>
                    <a:pt x="1824748" y="317500"/>
                  </a:lnTo>
                  <a:lnTo>
                    <a:pt x="1824748" y="304800"/>
                  </a:lnTo>
                  <a:lnTo>
                    <a:pt x="1843811" y="304800"/>
                  </a:lnTo>
                  <a:lnTo>
                    <a:pt x="1843811" y="317500"/>
                  </a:lnTo>
                  <a:close/>
                </a:path>
                <a:path w="5549900" h="317500">
                  <a:moveTo>
                    <a:pt x="1869236" y="317500"/>
                  </a:moveTo>
                  <a:lnTo>
                    <a:pt x="1850174" y="317500"/>
                  </a:lnTo>
                  <a:lnTo>
                    <a:pt x="1850174" y="304800"/>
                  </a:lnTo>
                  <a:lnTo>
                    <a:pt x="1869236" y="304800"/>
                  </a:lnTo>
                  <a:lnTo>
                    <a:pt x="1869236" y="317500"/>
                  </a:lnTo>
                  <a:close/>
                </a:path>
                <a:path w="5549900" h="317500">
                  <a:moveTo>
                    <a:pt x="1894662" y="317500"/>
                  </a:moveTo>
                  <a:lnTo>
                    <a:pt x="1875599" y="317500"/>
                  </a:lnTo>
                  <a:lnTo>
                    <a:pt x="1875599" y="304800"/>
                  </a:lnTo>
                  <a:lnTo>
                    <a:pt x="1894662" y="304800"/>
                  </a:lnTo>
                  <a:lnTo>
                    <a:pt x="1894662" y="317500"/>
                  </a:lnTo>
                  <a:close/>
                </a:path>
                <a:path w="5549900" h="317500">
                  <a:moveTo>
                    <a:pt x="1920087" y="317500"/>
                  </a:moveTo>
                  <a:lnTo>
                    <a:pt x="1901012" y="317500"/>
                  </a:lnTo>
                  <a:lnTo>
                    <a:pt x="1901012" y="304800"/>
                  </a:lnTo>
                  <a:lnTo>
                    <a:pt x="1920087" y="304800"/>
                  </a:lnTo>
                  <a:lnTo>
                    <a:pt x="1920087" y="317500"/>
                  </a:lnTo>
                  <a:close/>
                </a:path>
                <a:path w="5549900" h="317500">
                  <a:moveTo>
                    <a:pt x="1945500" y="317500"/>
                  </a:moveTo>
                  <a:lnTo>
                    <a:pt x="1926437" y="317500"/>
                  </a:lnTo>
                  <a:lnTo>
                    <a:pt x="1926437" y="304800"/>
                  </a:lnTo>
                  <a:lnTo>
                    <a:pt x="1945500" y="304800"/>
                  </a:lnTo>
                  <a:lnTo>
                    <a:pt x="1945500" y="317500"/>
                  </a:lnTo>
                  <a:close/>
                </a:path>
                <a:path w="5549900" h="317500">
                  <a:moveTo>
                    <a:pt x="1970925" y="317500"/>
                  </a:moveTo>
                  <a:lnTo>
                    <a:pt x="1951863" y="317500"/>
                  </a:lnTo>
                  <a:lnTo>
                    <a:pt x="1951863" y="304800"/>
                  </a:lnTo>
                  <a:lnTo>
                    <a:pt x="1970925" y="304800"/>
                  </a:lnTo>
                  <a:lnTo>
                    <a:pt x="1970925" y="317500"/>
                  </a:lnTo>
                  <a:close/>
                </a:path>
                <a:path w="5549900" h="317500">
                  <a:moveTo>
                    <a:pt x="1996351" y="317500"/>
                  </a:moveTo>
                  <a:lnTo>
                    <a:pt x="1977288" y="317500"/>
                  </a:lnTo>
                  <a:lnTo>
                    <a:pt x="1977288" y="304800"/>
                  </a:lnTo>
                  <a:lnTo>
                    <a:pt x="1996351" y="304800"/>
                  </a:lnTo>
                  <a:lnTo>
                    <a:pt x="1996351" y="317500"/>
                  </a:lnTo>
                  <a:close/>
                </a:path>
                <a:path w="5549900" h="317500">
                  <a:moveTo>
                    <a:pt x="2021776" y="317500"/>
                  </a:moveTo>
                  <a:lnTo>
                    <a:pt x="2002701" y="317500"/>
                  </a:lnTo>
                  <a:lnTo>
                    <a:pt x="2002701" y="304800"/>
                  </a:lnTo>
                  <a:lnTo>
                    <a:pt x="2021776" y="304800"/>
                  </a:lnTo>
                  <a:lnTo>
                    <a:pt x="2021776" y="317500"/>
                  </a:lnTo>
                  <a:close/>
                </a:path>
                <a:path w="5549900" h="317500">
                  <a:moveTo>
                    <a:pt x="2047189" y="317500"/>
                  </a:moveTo>
                  <a:lnTo>
                    <a:pt x="2028126" y="317500"/>
                  </a:lnTo>
                  <a:lnTo>
                    <a:pt x="2028126" y="304800"/>
                  </a:lnTo>
                  <a:lnTo>
                    <a:pt x="2047189" y="304800"/>
                  </a:lnTo>
                  <a:lnTo>
                    <a:pt x="2047189" y="317500"/>
                  </a:lnTo>
                  <a:close/>
                </a:path>
                <a:path w="5549900" h="317500">
                  <a:moveTo>
                    <a:pt x="2072614" y="317500"/>
                  </a:moveTo>
                  <a:lnTo>
                    <a:pt x="2053551" y="317500"/>
                  </a:lnTo>
                  <a:lnTo>
                    <a:pt x="2053551" y="304800"/>
                  </a:lnTo>
                  <a:lnTo>
                    <a:pt x="2072614" y="304800"/>
                  </a:lnTo>
                  <a:lnTo>
                    <a:pt x="2072614" y="317500"/>
                  </a:lnTo>
                  <a:close/>
                </a:path>
                <a:path w="5549900" h="317500">
                  <a:moveTo>
                    <a:pt x="2098040" y="317500"/>
                  </a:moveTo>
                  <a:lnTo>
                    <a:pt x="2078977" y="317500"/>
                  </a:lnTo>
                  <a:lnTo>
                    <a:pt x="2078977" y="304800"/>
                  </a:lnTo>
                  <a:lnTo>
                    <a:pt x="2098040" y="304800"/>
                  </a:lnTo>
                  <a:lnTo>
                    <a:pt x="2098040" y="317500"/>
                  </a:lnTo>
                  <a:close/>
                </a:path>
                <a:path w="5549900" h="317500">
                  <a:moveTo>
                    <a:pt x="2123465" y="317500"/>
                  </a:moveTo>
                  <a:lnTo>
                    <a:pt x="2104390" y="317500"/>
                  </a:lnTo>
                  <a:lnTo>
                    <a:pt x="2104390" y="304800"/>
                  </a:lnTo>
                  <a:lnTo>
                    <a:pt x="2123465" y="304800"/>
                  </a:lnTo>
                  <a:lnTo>
                    <a:pt x="2123465" y="317500"/>
                  </a:lnTo>
                  <a:close/>
                </a:path>
                <a:path w="5549900" h="317500">
                  <a:moveTo>
                    <a:pt x="2148878" y="317500"/>
                  </a:moveTo>
                  <a:lnTo>
                    <a:pt x="2129815" y="317500"/>
                  </a:lnTo>
                  <a:lnTo>
                    <a:pt x="2129815" y="304800"/>
                  </a:lnTo>
                  <a:lnTo>
                    <a:pt x="2148878" y="304800"/>
                  </a:lnTo>
                  <a:lnTo>
                    <a:pt x="2148878" y="317500"/>
                  </a:lnTo>
                  <a:close/>
                </a:path>
                <a:path w="5549900" h="317500">
                  <a:moveTo>
                    <a:pt x="2174303" y="317500"/>
                  </a:moveTo>
                  <a:lnTo>
                    <a:pt x="2155240" y="317500"/>
                  </a:lnTo>
                  <a:lnTo>
                    <a:pt x="2155240" y="304800"/>
                  </a:lnTo>
                  <a:lnTo>
                    <a:pt x="2174303" y="304800"/>
                  </a:lnTo>
                  <a:lnTo>
                    <a:pt x="2174303" y="317500"/>
                  </a:lnTo>
                  <a:close/>
                </a:path>
                <a:path w="5549900" h="317500">
                  <a:moveTo>
                    <a:pt x="2199728" y="317500"/>
                  </a:moveTo>
                  <a:lnTo>
                    <a:pt x="2180666" y="317500"/>
                  </a:lnTo>
                  <a:lnTo>
                    <a:pt x="2180666" y="304800"/>
                  </a:lnTo>
                  <a:lnTo>
                    <a:pt x="2199728" y="304800"/>
                  </a:lnTo>
                  <a:lnTo>
                    <a:pt x="2199728" y="317500"/>
                  </a:lnTo>
                  <a:close/>
                </a:path>
                <a:path w="5549900" h="317500">
                  <a:moveTo>
                    <a:pt x="2225154" y="317500"/>
                  </a:moveTo>
                  <a:lnTo>
                    <a:pt x="2206078" y="317500"/>
                  </a:lnTo>
                  <a:lnTo>
                    <a:pt x="2206078" y="304800"/>
                  </a:lnTo>
                  <a:lnTo>
                    <a:pt x="2225154" y="304800"/>
                  </a:lnTo>
                  <a:lnTo>
                    <a:pt x="2225154" y="317500"/>
                  </a:lnTo>
                  <a:close/>
                </a:path>
                <a:path w="5549900" h="317500">
                  <a:moveTo>
                    <a:pt x="2250567" y="317500"/>
                  </a:moveTo>
                  <a:lnTo>
                    <a:pt x="2231504" y="317500"/>
                  </a:lnTo>
                  <a:lnTo>
                    <a:pt x="2231504" y="304800"/>
                  </a:lnTo>
                  <a:lnTo>
                    <a:pt x="2250567" y="304800"/>
                  </a:lnTo>
                  <a:lnTo>
                    <a:pt x="2250567" y="317500"/>
                  </a:lnTo>
                  <a:close/>
                </a:path>
                <a:path w="5549900" h="317500">
                  <a:moveTo>
                    <a:pt x="2275992" y="317500"/>
                  </a:moveTo>
                  <a:lnTo>
                    <a:pt x="2256929" y="317500"/>
                  </a:lnTo>
                  <a:lnTo>
                    <a:pt x="2256929" y="304800"/>
                  </a:lnTo>
                  <a:lnTo>
                    <a:pt x="2275992" y="304800"/>
                  </a:lnTo>
                  <a:lnTo>
                    <a:pt x="2275992" y="317500"/>
                  </a:lnTo>
                  <a:close/>
                </a:path>
                <a:path w="5549900" h="317500">
                  <a:moveTo>
                    <a:pt x="2301417" y="317500"/>
                  </a:moveTo>
                  <a:lnTo>
                    <a:pt x="2282355" y="317500"/>
                  </a:lnTo>
                  <a:lnTo>
                    <a:pt x="2282355" y="304800"/>
                  </a:lnTo>
                  <a:lnTo>
                    <a:pt x="2301417" y="304800"/>
                  </a:lnTo>
                  <a:lnTo>
                    <a:pt x="2301417" y="317500"/>
                  </a:lnTo>
                  <a:close/>
                </a:path>
                <a:path w="5549900" h="317500">
                  <a:moveTo>
                    <a:pt x="2326843" y="317500"/>
                  </a:moveTo>
                  <a:lnTo>
                    <a:pt x="2307767" y="317500"/>
                  </a:lnTo>
                  <a:lnTo>
                    <a:pt x="2307767" y="304800"/>
                  </a:lnTo>
                  <a:lnTo>
                    <a:pt x="2326843" y="304800"/>
                  </a:lnTo>
                  <a:lnTo>
                    <a:pt x="2326843" y="317500"/>
                  </a:lnTo>
                  <a:close/>
                </a:path>
                <a:path w="5549900" h="317500">
                  <a:moveTo>
                    <a:pt x="2352255" y="317500"/>
                  </a:moveTo>
                  <a:lnTo>
                    <a:pt x="2333193" y="317500"/>
                  </a:lnTo>
                  <a:lnTo>
                    <a:pt x="2333193" y="304800"/>
                  </a:lnTo>
                  <a:lnTo>
                    <a:pt x="2352255" y="304800"/>
                  </a:lnTo>
                  <a:lnTo>
                    <a:pt x="2352255" y="317500"/>
                  </a:lnTo>
                  <a:close/>
                </a:path>
                <a:path w="5549900" h="317500">
                  <a:moveTo>
                    <a:pt x="2377681" y="317500"/>
                  </a:moveTo>
                  <a:lnTo>
                    <a:pt x="2358618" y="317500"/>
                  </a:lnTo>
                  <a:lnTo>
                    <a:pt x="2358618" y="304800"/>
                  </a:lnTo>
                  <a:lnTo>
                    <a:pt x="2377681" y="304800"/>
                  </a:lnTo>
                  <a:lnTo>
                    <a:pt x="2377681" y="317500"/>
                  </a:lnTo>
                  <a:close/>
                </a:path>
                <a:path w="5549900" h="317500">
                  <a:moveTo>
                    <a:pt x="2403106" y="317500"/>
                  </a:moveTo>
                  <a:lnTo>
                    <a:pt x="2384044" y="317500"/>
                  </a:lnTo>
                  <a:lnTo>
                    <a:pt x="2384044" y="304800"/>
                  </a:lnTo>
                  <a:lnTo>
                    <a:pt x="2403106" y="304800"/>
                  </a:lnTo>
                  <a:lnTo>
                    <a:pt x="2403106" y="317500"/>
                  </a:lnTo>
                  <a:close/>
                </a:path>
                <a:path w="5549900" h="317500">
                  <a:moveTo>
                    <a:pt x="2428532" y="317500"/>
                  </a:moveTo>
                  <a:lnTo>
                    <a:pt x="2409456" y="317500"/>
                  </a:lnTo>
                  <a:lnTo>
                    <a:pt x="2409456" y="304800"/>
                  </a:lnTo>
                  <a:lnTo>
                    <a:pt x="2428532" y="304800"/>
                  </a:lnTo>
                  <a:lnTo>
                    <a:pt x="2428532" y="317500"/>
                  </a:lnTo>
                  <a:close/>
                </a:path>
                <a:path w="5549900" h="317500">
                  <a:moveTo>
                    <a:pt x="2453944" y="317500"/>
                  </a:moveTo>
                  <a:lnTo>
                    <a:pt x="2434882" y="317500"/>
                  </a:lnTo>
                  <a:lnTo>
                    <a:pt x="2434882" y="304800"/>
                  </a:lnTo>
                  <a:lnTo>
                    <a:pt x="2453944" y="304800"/>
                  </a:lnTo>
                  <a:lnTo>
                    <a:pt x="2453944" y="317500"/>
                  </a:lnTo>
                  <a:close/>
                </a:path>
                <a:path w="5549900" h="317500">
                  <a:moveTo>
                    <a:pt x="2479370" y="317500"/>
                  </a:moveTo>
                  <a:lnTo>
                    <a:pt x="2460307" y="317500"/>
                  </a:lnTo>
                  <a:lnTo>
                    <a:pt x="2460307" y="304800"/>
                  </a:lnTo>
                  <a:lnTo>
                    <a:pt x="2479370" y="304800"/>
                  </a:lnTo>
                  <a:lnTo>
                    <a:pt x="2479370" y="317500"/>
                  </a:lnTo>
                  <a:close/>
                </a:path>
                <a:path w="5549900" h="317500">
                  <a:moveTo>
                    <a:pt x="2504795" y="317500"/>
                  </a:moveTo>
                  <a:lnTo>
                    <a:pt x="2485732" y="317500"/>
                  </a:lnTo>
                  <a:lnTo>
                    <a:pt x="2485732" y="304800"/>
                  </a:lnTo>
                  <a:lnTo>
                    <a:pt x="2504795" y="304800"/>
                  </a:lnTo>
                  <a:lnTo>
                    <a:pt x="2504795" y="317500"/>
                  </a:lnTo>
                  <a:close/>
                </a:path>
                <a:path w="5549900" h="317500">
                  <a:moveTo>
                    <a:pt x="2530221" y="317500"/>
                  </a:moveTo>
                  <a:lnTo>
                    <a:pt x="2511145" y="317500"/>
                  </a:lnTo>
                  <a:lnTo>
                    <a:pt x="2511145" y="304800"/>
                  </a:lnTo>
                  <a:lnTo>
                    <a:pt x="2530221" y="304800"/>
                  </a:lnTo>
                  <a:lnTo>
                    <a:pt x="2530221" y="317500"/>
                  </a:lnTo>
                  <a:close/>
                </a:path>
                <a:path w="5549900" h="317500">
                  <a:moveTo>
                    <a:pt x="2555633" y="317500"/>
                  </a:moveTo>
                  <a:lnTo>
                    <a:pt x="2536571" y="317500"/>
                  </a:lnTo>
                  <a:lnTo>
                    <a:pt x="2536571" y="304800"/>
                  </a:lnTo>
                  <a:lnTo>
                    <a:pt x="2555633" y="304800"/>
                  </a:lnTo>
                  <a:lnTo>
                    <a:pt x="2555633" y="317500"/>
                  </a:lnTo>
                  <a:close/>
                </a:path>
                <a:path w="5549900" h="317500">
                  <a:moveTo>
                    <a:pt x="2581059" y="317500"/>
                  </a:moveTo>
                  <a:lnTo>
                    <a:pt x="2561996" y="317500"/>
                  </a:lnTo>
                  <a:lnTo>
                    <a:pt x="2561996" y="304800"/>
                  </a:lnTo>
                  <a:lnTo>
                    <a:pt x="2581059" y="304800"/>
                  </a:lnTo>
                  <a:lnTo>
                    <a:pt x="2581059" y="317500"/>
                  </a:lnTo>
                  <a:close/>
                </a:path>
                <a:path w="5549900" h="317500">
                  <a:moveTo>
                    <a:pt x="2606484" y="317500"/>
                  </a:moveTo>
                  <a:lnTo>
                    <a:pt x="2587421" y="317500"/>
                  </a:lnTo>
                  <a:lnTo>
                    <a:pt x="2587421" y="304800"/>
                  </a:lnTo>
                  <a:lnTo>
                    <a:pt x="2606484" y="304800"/>
                  </a:lnTo>
                  <a:lnTo>
                    <a:pt x="2606484" y="317500"/>
                  </a:lnTo>
                  <a:close/>
                </a:path>
                <a:path w="5549900" h="317500">
                  <a:moveTo>
                    <a:pt x="2631909" y="317500"/>
                  </a:moveTo>
                  <a:lnTo>
                    <a:pt x="2612834" y="317500"/>
                  </a:lnTo>
                  <a:lnTo>
                    <a:pt x="2612834" y="304800"/>
                  </a:lnTo>
                  <a:lnTo>
                    <a:pt x="2631909" y="304800"/>
                  </a:lnTo>
                  <a:lnTo>
                    <a:pt x="2631909" y="317500"/>
                  </a:lnTo>
                  <a:close/>
                </a:path>
                <a:path w="5549900" h="317500">
                  <a:moveTo>
                    <a:pt x="2657322" y="317500"/>
                  </a:moveTo>
                  <a:lnTo>
                    <a:pt x="2638259" y="317500"/>
                  </a:lnTo>
                  <a:lnTo>
                    <a:pt x="2638259" y="304800"/>
                  </a:lnTo>
                  <a:lnTo>
                    <a:pt x="2657322" y="304800"/>
                  </a:lnTo>
                  <a:lnTo>
                    <a:pt x="2657322" y="317500"/>
                  </a:lnTo>
                  <a:close/>
                </a:path>
                <a:path w="5549900" h="317500">
                  <a:moveTo>
                    <a:pt x="2682748" y="317500"/>
                  </a:moveTo>
                  <a:lnTo>
                    <a:pt x="2663685" y="317500"/>
                  </a:lnTo>
                  <a:lnTo>
                    <a:pt x="2663685" y="304800"/>
                  </a:lnTo>
                  <a:lnTo>
                    <a:pt x="2682748" y="304800"/>
                  </a:lnTo>
                  <a:lnTo>
                    <a:pt x="2682748" y="317500"/>
                  </a:lnTo>
                  <a:close/>
                </a:path>
                <a:path w="5549900" h="317500">
                  <a:moveTo>
                    <a:pt x="2708173" y="317500"/>
                  </a:moveTo>
                  <a:lnTo>
                    <a:pt x="2689110" y="317500"/>
                  </a:lnTo>
                  <a:lnTo>
                    <a:pt x="2689110" y="304800"/>
                  </a:lnTo>
                  <a:lnTo>
                    <a:pt x="2708173" y="304800"/>
                  </a:lnTo>
                  <a:lnTo>
                    <a:pt x="2708173" y="317500"/>
                  </a:lnTo>
                  <a:close/>
                </a:path>
                <a:path w="5549900" h="317500">
                  <a:moveTo>
                    <a:pt x="2733598" y="317500"/>
                  </a:moveTo>
                  <a:lnTo>
                    <a:pt x="2714523" y="317500"/>
                  </a:lnTo>
                  <a:lnTo>
                    <a:pt x="2714523" y="304800"/>
                  </a:lnTo>
                  <a:lnTo>
                    <a:pt x="2733598" y="304800"/>
                  </a:lnTo>
                  <a:lnTo>
                    <a:pt x="2733598" y="317500"/>
                  </a:lnTo>
                  <a:close/>
                </a:path>
                <a:path w="5549900" h="317500">
                  <a:moveTo>
                    <a:pt x="2759011" y="317500"/>
                  </a:moveTo>
                  <a:lnTo>
                    <a:pt x="2739948" y="317500"/>
                  </a:lnTo>
                  <a:lnTo>
                    <a:pt x="2739948" y="304800"/>
                  </a:lnTo>
                  <a:lnTo>
                    <a:pt x="2759011" y="304800"/>
                  </a:lnTo>
                  <a:lnTo>
                    <a:pt x="2759011" y="317500"/>
                  </a:lnTo>
                  <a:close/>
                </a:path>
                <a:path w="5549900" h="317500">
                  <a:moveTo>
                    <a:pt x="2784436" y="317500"/>
                  </a:moveTo>
                  <a:lnTo>
                    <a:pt x="2765374" y="317500"/>
                  </a:lnTo>
                  <a:lnTo>
                    <a:pt x="2765374" y="304800"/>
                  </a:lnTo>
                  <a:lnTo>
                    <a:pt x="2784436" y="304800"/>
                  </a:lnTo>
                  <a:lnTo>
                    <a:pt x="2784436" y="317500"/>
                  </a:lnTo>
                  <a:close/>
                </a:path>
                <a:path w="5549900" h="317500">
                  <a:moveTo>
                    <a:pt x="2809862" y="317500"/>
                  </a:moveTo>
                  <a:lnTo>
                    <a:pt x="2790799" y="317500"/>
                  </a:lnTo>
                  <a:lnTo>
                    <a:pt x="2790799" y="304800"/>
                  </a:lnTo>
                  <a:lnTo>
                    <a:pt x="2809862" y="304800"/>
                  </a:lnTo>
                  <a:lnTo>
                    <a:pt x="2809862" y="317500"/>
                  </a:lnTo>
                  <a:close/>
                </a:path>
                <a:path w="5549900" h="317500">
                  <a:moveTo>
                    <a:pt x="2835287" y="317500"/>
                  </a:moveTo>
                  <a:lnTo>
                    <a:pt x="2816212" y="317500"/>
                  </a:lnTo>
                  <a:lnTo>
                    <a:pt x="2816212" y="304800"/>
                  </a:lnTo>
                  <a:lnTo>
                    <a:pt x="2835287" y="304800"/>
                  </a:lnTo>
                  <a:lnTo>
                    <a:pt x="2835287" y="317500"/>
                  </a:lnTo>
                  <a:close/>
                </a:path>
                <a:path w="5549900" h="317500">
                  <a:moveTo>
                    <a:pt x="2860713" y="317500"/>
                  </a:moveTo>
                  <a:lnTo>
                    <a:pt x="2841637" y="317500"/>
                  </a:lnTo>
                  <a:lnTo>
                    <a:pt x="2841637" y="304800"/>
                  </a:lnTo>
                  <a:lnTo>
                    <a:pt x="2860713" y="304800"/>
                  </a:lnTo>
                  <a:lnTo>
                    <a:pt x="2860713" y="317500"/>
                  </a:lnTo>
                  <a:close/>
                </a:path>
                <a:path w="5549900" h="317500">
                  <a:moveTo>
                    <a:pt x="2886125" y="317500"/>
                  </a:moveTo>
                  <a:lnTo>
                    <a:pt x="2867063" y="317500"/>
                  </a:lnTo>
                  <a:lnTo>
                    <a:pt x="2867063" y="304800"/>
                  </a:lnTo>
                  <a:lnTo>
                    <a:pt x="2886125" y="304800"/>
                  </a:lnTo>
                  <a:lnTo>
                    <a:pt x="2886125" y="317500"/>
                  </a:lnTo>
                  <a:close/>
                </a:path>
                <a:path w="5549900" h="317500">
                  <a:moveTo>
                    <a:pt x="2911551" y="317500"/>
                  </a:moveTo>
                  <a:lnTo>
                    <a:pt x="2892488" y="317500"/>
                  </a:lnTo>
                  <a:lnTo>
                    <a:pt x="2892488" y="304800"/>
                  </a:lnTo>
                  <a:lnTo>
                    <a:pt x="2911551" y="304800"/>
                  </a:lnTo>
                  <a:lnTo>
                    <a:pt x="2911551" y="317500"/>
                  </a:lnTo>
                  <a:close/>
                </a:path>
                <a:path w="5549900" h="317500">
                  <a:moveTo>
                    <a:pt x="2936976" y="317500"/>
                  </a:moveTo>
                  <a:lnTo>
                    <a:pt x="2917901" y="317500"/>
                  </a:lnTo>
                  <a:lnTo>
                    <a:pt x="2917901" y="304800"/>
                  </a:lnTo>
                  <a:lnTo>
                    <a:pt x="2936976" y="304800"/>
                  </a:lnTo>
                  <a:lnTo>
                    <a:pt x="2936976" y="317500"/>
                  </a:lnTo>
                  <a:close/>
                </a:path>
                <a:path w="5549900" h="317500">
                  <a:moveTo>
                    <a:pt x="2962402" y="317500"/>
                  </a:moveTo>
                  <a:lnTo>
                    <a:pt x="2943326" y="317500"/>
                  </a:lnTo>
                  <a:lnTo>
                    <a:pt x="2943326" y="304800"/>
                  </a:lnTo>
                  <a:lnTo>
                    <a:pt x="2962402" y="304800"/>
                  </a:lnTo>
                  <a:lnTo>
                    <a:pt x="2962402" y="317500"/>
                  </a:lnTo>
                  <a:close/>
                </a:path>
                <a:path w="5549900" h="317500">
                  <a:moveTo>
                    <a:pt x="2987814" y="317500"/>
                  </a:moveTo>
                  <a:lnTo>
                    <a:pt x="2968752" y="317500"/>
                  </a:lnTo>
                  <a:lnTo>
                    <a:pt x="2968752" y="304800"/>
                  </a:lnTo>
                  <a:lnTo>
                    <a:pt x="2987814" y="304800"/>
                  </a:lnTo>
                  <a:lnTo>
                    <a:pt x="2987814" y="317500"/>
                  </a:lnTo>
                  <a:close/>
                </a:path>
                <a:path w="5549900" h="317500">
                  <a:moveTo>
                    <a:pt x="3013240" y="317500"/>
                  </a:moveTo>
                  <a:lnTo>
                    <a:pt x="2994177" y="317500"/>
                  </a:lnTo>
                  <a:lnTo>
                    <a:pt x="2994177" y="304800"/>
                  </a:lnTo>
                  <a:lnTo>
                    <a:pt x="3013240" y="304800"/>
                  </a:lnTo>
                  <a:lnTo>
                    <a:pt x="3013240" y="317500"/>
                  </a:lnTo>
                  <a:close/>
                </a:path>
                <a:path w="5549900" h="317500">
                  <a:moveTo>
                    <a:pt x="3038665" y="317500"/>
                  </a:moveTo>
                  <a:lnTo>
                    <a:pt x="3019602" y="317500"/>
                  </a:lnTo>
                  <a:lnTo>
                    <a:pt x="3019602" y="304800"/>
                  </a:lnTo>
                  <a:lnTo>
                    <a:pt x="3038665" y="304800"/>
                  </a:lnTo>
                  <a:lnTo>
                    <a:pt x="3038665" y="317500"/>
                  </a:lnTo>
                  <a:close/>
                </a:path>
                <a:path w="5549900" h="317500">
                  <a:moveTo>
                    <a:pt x="3064090" y="317500"/>
                  </a:moveTo>
                  <a:lnTo>
                    <a:pt x="3045015" y="317500"/>
                  </a:lnTo>
                  <a:lnTo>
                    <a:pt x="3045015" y="304800"/>
                  </a:lnTo>
                  <a:lnTo>
                    <a:pt x="3064090" y="304800"/>
                  </a:lnTo>
                  <a:lnTo>
                    <a:pt x="3064090" y="317500"/>
                  </a:lnTo>
                  <a:close/>
                </a:path>
                <a:path w="5549900" h="317500">
                  <a:moveTo>
                    <a:pt x="3089503" y="317500"/>
                  </a:moveTo>
                  <a:lnTo>
                    <a:pt x="3070440" y="317500"/>
                  </a:lnTo>
                  <a:lnTo>
                    <a:pt x="3070440" y="304800"/>
                  </a:lnTo>
                  <a:lnTo>
                    <a:pt x="3089503" y="304800"/>
                  </a:lnTo>
                  <a:lnTo>
                    <a:pt x="3089503" y="317500"/>
                  </a:lnTo>
                  <a:close/>
                </a:path>
                <a:path w="5549900" h="317500">
                  <a:moveTo>
                    <a:pt x="3114929" y="317500"/>
                  </a:moveTo>
                  <a:lnTo>
                    <a:pt x="3095866" y="317500"/>
                  </a:lnTo>
                  <a:lnTo>
                    <a:pt x="3095866" y="304800"/>
                  </a:lnTo>
                  <a:lnTo>
                    <a:pt x="3114929" y="304800"/>
                  </a:lnTo>
                  <a:lnTo>
                    <a:pt x="3114929" y="317500"/>
                  </a:lnTo>
                  <a:close/>
                </a:path>
                <a:path w="5549900" h="317500">
                  <a:moveTo>
                    <a:pt x="3140354" y="317500"/>
                  </a:moveTo>
                  <a:lnTo>
                    <a:pt x="3121279" y="317500"/>
                  </a:lnTo>
                  <a:lnTo>
                    <a:pt x="3121279" y="304800"/>
                  </a:lnTo>
                  <a:lnTo>
                    <a:pt x="3140354" y="304800"/>
                  </a:lnTo>
                  <a:lnTo>
                    <a:pt x="3140354" y="317500"/>
                  </a:lnTo>
                  <a:close/>
                </a:path>
                <a:path w="5549900" h="317500">
                  <a:moveTo>
                    <a:pt x="3165779" y="317500"/>
                  </a:moveTo>
                  <a:lnTo>
                    <a:pt x="3146704" y="317500"/>
                  </a:lnTo>
                  <a:lnTo>
                    <a:pt x="3146704" y="304800"/>
                  </a:lnTo>
                  <a:lnTo>
                    <a:pt x="3165779" y="304800"/>
                  </a:lnTo>
                  <a:lnTo>
                    <a:pt x="3165779" y="317500"/>
                  </a:lnTo>
                  <a:close/>
                </a:path>
                <a:path w="5549900" h="317500">
                  <a:moveTo>
                    <a:pt x="3191192" y="317500"/>
                  </a:moveTo>
                  <a:lnTo>
                    <a:pt x="3172129" y="317500"/>
                  </a:lnTo>
                  <a:lnTo>
                    <a:pt x="3172129" y="304800"/>
                  </a:lnTo>
                  <a:lnTo>
                    <a:pt x="3191192" y="304800"/>
                  </a:lnTo>
                  <a:lnTo>
                    <a:pt x="3191192" y="317500"/>
                  </a:lnTo>
                  <a:close/>
                </a:path>
                <a:path w="5549900" h="317500">
                  <a:moveTo>
                    <a:pt x="3216617" y="317500"/>
                  </a:moveTo>
                  <a:lnTo>
                    <a:pt x="3197555" y="317500"/>
                  </a:lnTo>
                  <a:lnTo>
                    <a:pt x="3197555" y="304800"/>
                  </a:lnTo>
                  <a:lnTo>
                    <a:pt x="3216617" y="304800"/>
                  </a:lnTo>
                  <a:lnTo>
                    <a:pt x="3216617" y="317500"/>
                  </a:lnTo>
                  <a:close/>
                </a:path>
                <a:path w="5549900" h="317500">
                  <a:moveTo>
                    <a:pt x="3242043" y="317500"/>
                  </a:moveTo>
                  <a:lnTo>
                    <a:pt x="3222980" y="317500"/>
                  </a:lnTo>
                  <a:lnTo>
                    <a:pt x="3222980" y="304800"/>
                  </a:lnTo>
                  <a:lnTo>
                    <a:pt x="3242043" y="304800"/>
                  </a:lnTo>
                  <a:lnTo>
                    <a:pt x="3242043" y="317500"/>
                  </a:lnTo>
                  <a:close/>
                </a:path>
                <a:path w="5549900" h="317500">
                  <a:moveTo>
                    <a:pt x="3267468" y="317500"/>
                  </a:moveTo>
                  <a:lnTo>
                    <a:pt x="3248393" y="317500"/>
                  </a:lnTo>
                  <a:lnTo>
                    <a:pt x="3248393" y="304800"/>
                  </a:lnTo>
                  <a:lnTo>
                    <a:pt x="3267468" y="304800"/>
                  </a:lnTo>
                  <a:lnTo>
                    <a:pt x="3267468" y="317500"/>
                  </a:lnTo>
                  <a:close/>
                </a:path>
                <a:path w="5549900" h="317500">
                  <a:moveTo>
                    <a:pt x="3292881" y="317500"/>
                  </a:moveTo>
                  <a:lnTo>
                    <a:pt x="3273818" y="317500"/>
                  </a:lnTo>
                  <a:lnTo>
                    <a:pt x="3273818" y="304800"/>
                  </a:lnTo>
                  <a:lnTo>
                    <a:pt x="3292881" y="304800"/>
                  </a:lnTo>
                  <a:lnTo>
                    <a:pt x="3292881" y="317500"/>
                  </a:lnTo>
                  <a:close/>
                </a:path>
                <a:path w="5549900" h="317500">
                  <a:moveTo>
                    <a:pt x="3318306" y="317500"/>
                  </a:moveTo>
                  <a:lnTo>
                    <a:pt x="3299244" y="317500"/>
                  </a:lnTo>
                  <a:lnTo>
                    <a:pt x="3299244" y="304800"/>
                  </a:lnTo>
                  <a:lnTo>
                    <a:pt x="3318306" y="304800"/>
                  </a:lnTo>
                  <a:lnTo>
                    <a:pt x="3318306" y="317500"/>
                  </a:lnTo>
                  <a:close/>
                </a:path>
                <a:path w="5549900" h="317500">
                  <a:moveTo>
                    <a:pt x="3343732" y="317500"/>
                  </a:moveTo>
                  <a:lnTo>
                    <a:pt x="3324669" y="317500"/>
                  </a:lnTo>
                  <a:lnTo>
                    <a:pt x="3324669" y="304800"/>
                  </a:lnTo>
                  <a:lnTo>
                    <a:pt x="3343732" y="304800"/>
                  </a:lnTo>
                  <a:lnTo>
                    <a:pt x="3343732" y="317500"/>
                  </a:lnTo>
                  <a:close/>
                </a:path>
                <a:path w="5549900" h="317500">
                  <a:moveTo>
                    <a:pt x="3369157" y="317500"/>
                  </a:moveTo>
                  <a:lnTo>
                    <a:pt x="3350082" y="317500"/>
                  </a:lnTo>
                  <a:lnTo>
                    <a:pt x="3350082" y="304800"/>
                  </a:lnTo>
                  <a:lnTo>
                    <a:pt x="3369157" y="304800"/>
                  </a:lnTo>
                  <a:lnTo>
                    <a:pt x="3369157" y="317500"/>
                  </a:lnTo>
                  <a:close/>
                </a:path>
                <a:path w="5549900" h="317500">
                  <a:moveTo>
                    <a:pt x="3394570" y="317500"/>
                  </a:moveTo>
                  <a:lnTo>
                    <a:pt x="3375507" y="317500"/>
                  </a:lnTo>
                  <a:lnTo>
                    <a:pt x="3375507" y="304800"/>
                  </a:lnTo>
                  <a:lnTo>
                    <a:pt x="3394570" y="304800"/>
                  </a:lnTo>
                  <a:lnTo>
                    <a:pt x="3394570" y="317500"/>
                  </a:lnTo>
                  <a:close/>
                </a:path>
                <a:path w="5549900" h="317500">
                  <a:moveTo>
                    <a:pt x="3419995" y="317500"/>
                  </a:moveTo>
                  <a:lnTo>
                    <a:pt x="3400933" y="317500"/>
                  </a:lnTo>
                  <a:lnTo>
                    <a:pt x="3400933" y="304800"/>
                  </a:lnTo>
                  <a:lnTo>
                    <a:pt x="3419995" y="304800"/>
                  </a:lnTo>
                  <a:lnTo>
                    <a:pt x="3419995" y="317500"/>
                  </a:lnTo>
                  <a:close/>
                </a:path>
                <a:path w="5549900" h="317500">
                  <a:moveTo>
                    <a:pt x="3445421" y="317500"/>
                  </a:moveTo>
                  <a:lnTo>
                    <a:pt x="3426358" y="317500"/>
                  </a:lnTo>
                  <a:lnTo>
                    <a:pt x="3426358" y="304800"/>
                  </a:lnTo>
                  <a:lnTo>
                    <a:pt x="3445421" y="304800"/>
                  </a:lnTo>
                  <a:lnTo>
                    <a:pt x="3445421" y="317500"/>
                  </a:lnTo>
                  <a:close/>
                </a:path>
                <a:path w="5549900" h="317500">
                  <a:moveTo>
                    <a:pt x="3470846" y="317500"/>
                  </a:moveTo>
                  <a:lnTo>
                    <a:pt x="3451771" y="317500"/>
                  </a:lnTo>
                  <a:lnTo>
                    <a:pt x="3451771" y="304800"/>
                  </a:lnTo>
                  <a:lnTo>
                    <a:pt x="3470846" y="304800"/>
                  </a:lnTo>
                  <a:lnTo>
                    <a:pt x="3470846" y="317500"/>
                  </a:lnTo>
                  <a:close/>
                </a:path>
                <a:path w="5549900" h="317500">
                  <a:moveTo>
                    <a:pt x="3496259" y="317500"/>
                  </a:moveTo>
                  <a:lnTo>
                    <a:pt x="3477196" y="317500"/>
                  </a:lnTo>
                  <a:lnTo>
                    <a:pt x="3477196" y="304800"/>
                  </a:lnTo>
                  <a:lnTo>
                    <a:pt x="3496259" y="304800"/>
                  </a:lnTo>
                  <a:lnTo>
                    <a:pt x="3496259" y="317500"/>
                  </a:lnTo>
                  <a:close/>
                </a:path>
                <a:path w="5549900" h="317500">
                  <a:moveTo>
                    <a:pt x="3521684" y="317500"/>
                  </a:moveTo>
                  <a:lnTo>
                    <a:pt x="3502621" y="317500"/>
                  </a:lnTo>
                  <a:lnTo>
                    <a:pt x="3502621" y="304800"/>
                  </a:lnTo>
                  <a:lnTo>
                    <a:pt x="3521684" y="304800"/>
                  </a:lnTo>
                  <a:lnTo>
                    <a:pt x="3521684" y="317500"/>
                  </a:lnTo>
                  <a:close/>
                </a:path>
                <a:path w="5549900" h="317500">
                  <a:moveTo>
                    <a:pt x="3547110" y="317500"/>
                  </a:moveTo>
                  <a:lnTo>
                    <a:pt x="3528034" y="317500"/>
                  </a:lnTo>
                  <a:lnTo>
                    <a:pt x="3528034" y="304800"/>
                  </a:lnTo>
                  <a:lnTo>
                    <a:pt x="3547110" y="304800"/>
                  </a:lnTo>
                  <a:lnTo>
                    <a:pt x="3547110" y="317500"/>
                  </a:lnTo>
                  <a:close/>
                </a:path>
                <a:path w="5549900" h="317500">
                  <a:moveTo>
                    <a:pt x="3572535" y="317500"/>
                  </a:moveTo>
                  <a:lnTo>
                    <a:pt x="3553460" y="317500"/>
                  </a:lnTo>
                  <a:lnTo>
                    <a:pt x="3553460" y="304800"/>
                  </a:lnTo>
                  <a:lnTo>
                    <a:pt x="3572535" y="304800"/>
                  </a:lnTo>
                  <a:lnTo>
                    <a:pt x="3572535" y="317500"/>
                  </a:lnTo>
                  <a:close/>
                </a:path>
                <a:path w="5549900" h="317500">
                  <a:moveTo>
                    <a:pt x="3597948" y="317500"/>
                  </a:moveTo>
                  <a:lnTo>
                    <a:pt x="3578885" y="317500"/>
                  </a:lnTo>
                  <a:lnTo>
                    <a:pt x="3578885" y="304800"/>
                  </a:lnTo>
                  <a:lnTo>
                    <a:pt x="3597948" y="304800"/>
                  </a:lnTo>
                  <a:lnTo>
                    <a:pt x="3597948" y="317500"/>
                  </a:lnTo>
                  <a:close/>
                </a:path>
                <a:path w="5549900" h="317500">
                  <a:moveTo>
                    <a:pt x="3623373" y="317500"/>
                  </a:moveTo>
                  <a:lnTo>
                    <a:pt x="3604310" y="317500"/>
                  </a:lnTo>
                  <a:lnTo>
                    <a:pt x="3604310" y="304800"/>
                  </a:lnTo>
                  <a:lnTo>
                    <a:pt x="3623373" y="304800"/>
                  </a:lnTo>
                  <a:lnTo>
                    <a:pt x="3623373" y="317500"/>
                  </a:lnTo>
                  <a:close/>
                </a:path>
                <a:path w="5549900" h="317500">
                  <a:moveTo>
                    <a:pt x="3648798" y="317500"/>
                  </a:moveTo>
                  <a:lnTo>
                    <a:pt x="3629723" y="317500"/>
                  </a:lnTo>
                  <a:lnTo>
                    <a:pt x="3629723" y="304800"/>
                  </a:lnTo>
                  <a:lnTo>
                    <a:pt x="3648798" y="304800"/>
                  </a:lnTo>
                  <a:lnTo>
                    <a:pt x="3648798" y="317500"/>
                  </a:lnTo>
                  <a:close/>
                </a:path>
                <a:path w="5549900" h="317500">
                  <a:moveTo>
                    <a:pt x="3674211" y="317500"/>
                  </a:moveTo>
                  <a:lnTo>
                    <a:pt x="3655148" y="317500"/>
                  </a:lnTo>
                  <a:lnTo>
                    <a:pt x="3655148" y="304800"/>
                  </a:lnTo>
                  <a:lnTo>
                    <a:pt x="3674211" y="304800"/>
                  </a:lnTo>
                  <a:lnTo>
                    <a:pt x="3674211" y="317500"/>
                  </a:lnTo>
                  <a:close/>
                </a:path>
                <a:path w="5549900" h="317500">
                  <a:moveTo>
                    <a:pt x="3699637" y="317500"/>
                  </a:moveTo>
                  <a:lnTo>
                    <a:pt x="3680574" y="317500"/>
                  </a:lnTo>
                  <a:lnTo>
                    <a:pt x="3680574" y="304800"/>
                  </a:lnTo>
                  <a:lnTo>
                    <a:pt x="3699637" y="304800"/>
                  </a:lnTo>
                  <a:lnTo>
                    <a:pt x="3699637" y="317500"/>
                  </a:lnTo>
                  <a:close/>
                </a:path>
                <a:path w="5549900" h="317500">
                  <a:moveTo>
                    <a:pt x="3725062" y="317500"/>
                  </a:moveTo>
                  <a:lnTo>
                    <a:pt x="3705999" y="317500"/>
                  </a:lnTo>
                  <a:lnTo>
                    <a:pt x="3705999" y="304800"/>
                  </a:lnTo>
                  <a:lnTo>
                    <a:pt x="3725062" y="304800"/>
                  </a:lnTo>
                  <a:lnTo>
                    <a:pt x="3725062" y="317500"/>
                  </a:lnTo>
                  <a:close/>
                </a:path>
                <a:path w="5549900" h="317500">
                  <a:moveTo>
                    <a:pt x="3750487" y="317500"/>
                  </a:moveTo>
                  <a:lnTo>
                    <a:pt x="3731412" y="317500"/>
                  </a:lnTo>
                  <a:lnTo>
                    <a:pt x="3731412" y="304800"/>
                  </a:lnTo>
                  <a:lnTo>
                    <a:pt x="3750487" y="304800"/>
                  </a:lnTo>
                  <a:lnTo>
                    <a:pt x="3750487" y="317500"/>
                  </a:lnTo>
                  <a:close/>
                </a:path>
                <a:path w="5549900" h="317500">
                  <a:moveTo>
                    <a:pt x="3775900" y="317500"/>
                  </a:moveTo>
                  <a:lnTo>
                    <a:pt x="3756837" y="317500"/>
                  </a:lnTo>
                  <a:lnTo>
                    <a:pt x="3756837" y="304800"/>
                  </a:lnTo>
                  <a:lnTo>
                    <a:pt x="3775900" y="304800"/>
                  </a:lnTo>
                  <a:lnTo>
                    <a:pt x="3775900" y="317500"/>
                  </a:lnTo>
                  <a:close/>
                </a:path>
                <a:path w="5549900" h="317500">
                  <a:moveTo>
                    <a:pt x="3801325" y="317500"/>
                  </a:moveTo>
                  <a:lnTo>
                    <a:pt x="3782263" y="317500"/>
                  </a:lnTo>
                  <a:lnTo>
                    <a:pt x="3782263" y="304800"/>
                  </a:lnTo>
                  <a:lnTo>
                    <a:pt x="3801325" y="304800"/>
                  </a:lnTo>
                  <a:lnTo>
                    <a:pt x="3801325" y="317500"/>
                  </a:lnTo>
                  <a:close/>
                </a:path>
                <a:path w="5549900" h="317500">
                  <a:moveTo>
                    <a:pt x="3826751" y="317500"/>
                  </a:moveTo>
                  <a:lnTo>
                    <a:pt x="3807688" y="317500"/>
                  </a:lnTo>
                  <a:lnTo>
                    <a:pt x="3807688" y="304800"/>
                  </a:lnTo>
                  <a:lnTo>
                    <a:pt x="3826751" y="304800"/>
                  </a:lnTo>
                  <a:lnTo>
                    <a:pt x="3826751" y="317500"/>
                  </a:lnTo>
                  <a:close/>
                </a:path>
                <a:path w="5549900" h="317500">
                  <a:moveTo>
                    <a:pt x="3852176" y="317500"/>
                  </a:moveTo>
                  <a:lnTo>
                    <a:pt x="3833101" y="317500"/>
                  </a:lnTo>
                  <a:lnTo>
                    <a:pt x="3833101" y="304800"/>
                  </a:lnTo>
                  <a:lnTo>
                    <a:pt x="3852176" y="304800"/>
                  </a:lnTo>
                  <a:lnTo>
                    <a:pt x="3852176" y="317500"/>
                  </a:lnTo>
                  <a:close/>
                </a:path>
                <a:path w="5549900" h="317500">
                  <a:moveTo>
                    <a:pt x="3877589" y="317500"/>
                  </a:moveTo>
                  <a:lnTo>
                    <a:pt x="3858526" y="317500"/>
                  </a:lnTo>
                  <a:lnTo>
                    <a:pt x="3858526" y="304800"/>
                  </a:lnTo>
                  <a:lnTo>
                    <a:pt x="3877589" y="304800"/>
                  </a:lnTo>
                  <a:lnTo>
                    <a:pt x="3877589" y="317500"/>
                  </a:lnTo>
                  <a:close/>
                </a:path>
                <a:path w="5549900" h="317500">
                  <a:moveTo>
                    <a:pt x="3903014" y="317500"/>
                  </a:moveTo>
                  <a:lnTo>
                    <a:pt x="3883952" y="317500"/>
                  </a:lnTo>
                  <a:lnTo>
                    <a:pt x="3883952" y="304800"/>
                  </a:lnTo>
                  <a:lnTo>
                    <a:pt x="3903014" y="304800"/>
                  </a:lnTo>
                  <a:lnTo>
                    <a:pt x="3903014" y="317500"/>
                  </a:lnTo>
                  <a:close/>
                </a:path>
                <a:path w="5549900" h="317500">
                  <a:moveTo>
                    <a:pt x="3928440" y="317500"/>
                  </a:moveTo>
                  <a:lnTo>
                    <a:pt x="3909377" y="317500"/>
                  </a:lnTo>
                  <a:lnTo>
                    <a:pt x="3909377" y="304800"/>
                  </a:lnTo>
                  <a:lnTo>
                    <a:pt x="3928440" y="304800"/>
                  </a:lnTo>
                  <a:lnTo>
                    <a:pt x="3928440" y="317500"/>
                  </a:lnTo>
                  <a:close/>
                </a:path>
                <a:path w="5549900" h="317500">
                  <a:moveTo>
                    <a:pt x="3953865" y="317500"/>
                  </a:moveTo>
                  <a:lnTo>
                    <a:pt x="3934790" y="317500"/>
                  </a:lnTo>
                  <a:lnTo>
                    <a:pt x="3934790" y="304800"/>
                  </a:lnTo>
                  <a:lnTo>
                    <a:pt x="3953865" y="304800"/>
                  </a:lnTo>
                  <a:lnTo>
                    <a:pt x="3953865" y="317500"/>
                  </a:lnTo>
                  <a:close/>
                </a:path>
                <a:path w="5549900" h="317500">
                  <a:moveTo>
                    <a:pt x="3979278" y="317500"/>
                  </a:moveTo>
                  <a:lnTo>
                    <a:pt x="3960215" y="317500"/>
                  </a:lnTo>
                  <a:lnTo>
                    <a:pt x="3960215" y="304800"/>
                  </a:lnTo>
                  <a:lnTo>
                    <a:pt x="3979278" y="304800"/>
                  </a:lnTo>
                  <a:lnTo>
                    <a:pt x="3979278" y="317500"/>
                  </a:lnTo>
                  <a:close/>
                </a:path>
                <a:path w="5549900" h="317500">
                  <a:moveTo>
                    <a:pt x="4004703" y="317500"/>
                  </a:moveTo>
                  <a:lnTo>
                    <a:pt x="3985641" y="317500"/>
                  </a:lnTo>
                  <a:lnTo>
                    <a:pt x="3985641" y="304800"/>
                  </a:lnTo>
                  <a:lnTo>
                    <a:pt x="4004703" y="304800"/>
                  </a:lnTo>
                  <a:lnTo>
                    <a:pt x="4004703" y="317500"/>
                  </a:lnTo>
                  <a:close/>
                </a:path>
                <a:path w="5549900" h="317500">
                  <a:moveTo>
                    <a:pt x="4030129" y="317500"/>
                  </a:moveTo>
                  <a:lnTo>
                    <a:pt x="4011066" y="317500"/>
                  </a:lnTo>
                  <a:lnTo>
                    <a:pt x="4011066" y="304800"/>
                  </a:lnTo>
                  <a:lnTo>
                    <a:pt x="4030129" y="304800"/>
                  </a:lnTo>
                  <a:lnTo>
                    <a:pt x="4030129" y="317500"/>
                  </a:lnTo>
                  <a:close/>
                </a:path>
                <a:path w="5549900" h="317500">
                  <a:moveTo>
                    <a:pt x="4055554" y="317500"/>
                  </a:moveTo>
                  <a:lnTo>
                    <a:pt x="4036479" y="317500"/>
                  </a:lnTo>
                  <a:lnTo>
                    <a:pt x="4036479" y="304800"/>
                  </a:lnTo>
                  <a:lnTo>
                    <a:pt x="4055554" y="304800"/>
                  </a:lnTo>
                  <a:lnTo>
                    <a:pt x="4055554" y="317500"/>
                  </a:lnTo>
                  <a:close/>
                </a:path>
                <a:path w="5549900" h="317500">
                  <a:moveTo>
                    <a:pt x="4080967" y="317500"/>
                  </a:moveTo>
                  <a:lnTo>
                    <a:pt x="4061904" y="317500"/>
                  </a:lnTo>
                  <a:lnTo>
                    <a:pt x="4061904" y="304800"/>
                  </a:lnTo>
                  <a:lnTo>
                    <a:pt x="4080967" y="304800"/>
                  </a:lnTo>
                  <a:lnTo>
                    <a:pt x="4080967" y="317500"/>
                  </a:lnTo>
                  <a:close/>
                </a:path>
                <a:path w="5549900" h="317500">
                  <a:moveTo>
                    <a:pt x="4106392" y="317500"/>
                  </a:moveTo>
                  <a:lnTo>
                    <a:pt x="4087329" y="317500"/>
                  </a:lnTo>
                  <a:lnTo>
                    <a:pt x="4087329" y="304800"/>
                  </a:lnTo>
                  <a:lnTo>
                    <a:pt x="4106392" y="304800"/>
                  </a:lnTo>
                  <a:lnTo>
                    <a:pt x="4106392" y="317500"/>
                  </a:lnTo>
                  <a:close/>
                </a:path>
                <a:path w="5549900" h="317500">
                  <a:moveTo>
                    <a:pt x="4131817" y="317500"/>
                  </a:moveTo>
                  <a:lnTo>
                    <a:pt x="4112742" y="317500"/>
                  </a:lnTo>
                  <a:lnTo>
                    <a:pt x="4112742" y="304800"/>
                  </a:lnTo>
                  <a:lnTo>
                    <a:pt x="4131817" y="304800"/>
                  </a:lnTo>
                  <a:lnTo>
                    <a:pt x="4131817" y="317500"/>
                  </a:lnTo>
                  <a:close/>
                </a:path>
                <a:path w="5549900" h="317500">
                  <a:moveTo>
                    <a:pt x="4157243" y="317500"/>
                  </a:moveTo>
                  <a:lnTo>
                    <a:pt x="4138167" y="317500"/>
                  </a:lnTo>
                  <a:lnTo>
                    <a:pt x="4138167" y="304800"/>
                  </a:lnTo>
                  <a:lnTo>
                    <a:pt x="4157243" y="304800"/>
                  </a:lnTo>
                  <a:lnTo>
                    <a:pt x="4157243" y="317500"/>
                  </a:lnTo>
                  <a:close/>
                </a:path>
                <a:path w="5549900" h="317500">
                  <a:moveTo>
                    <a:pt x="4182656" y="317500"/>
                  </a:moveTo>
                  <a:lnTo>
                    <a:pt x="4163593" y="317500"/>
                  </a:lnTo>
                  <a:lnTo>
                    <a:pt x="4163593" y="304800"/>
                  </a:lnTo>
                  <a:lnTo>
                    <a:pt x="4182656" y="304800"/>
                  </a:lnTo>
                  <a:lnTo>
                    <a:pt x="4182656" y="317500"/>
                  </a:lnTo>
                  <a:close/>
                </a:path>
                <a:path w="5549900" h="317500">
                  <a:moveTo>
                    <a:pt x="4208081" y="317500"/>
                  </a:moveTo>
                  <a:lnTo>
                    <a:pt x="4189018" y="317500"/>
                  </a:lnTo>
                  <a:lnTo>
                    <a:pt x="4189018" y="304800"/>
                  </a:lnTo>
                  <a:lnTo>
                    <a:pt x="4208081" y="304800"/>
                  </a:lnTo>
                  <a:lnTo>
                    <a:pt x="4208081" y="317500"/>
                  </a:lnTo>
                  <a:close/>
                </a:path>
                <a:path w="5549900" h="317500">
                  <a:moveTo>
                    <a:pt x="4233506" y="317500"/>
                  </a:moveTo>
                  <a:lnTo>
                    <a:pt x="4214431" y="317500"/>
                  </a:lnTo>
                  <a:lnTo>
                    <a:pt x="4214431" y="304800"/>
                  </a:lnTo>
                  <a:lnTo>
                    <a:pt x="4233506" y="304800"/>
                  </a:lnTo>
                  <a:lnTo>
                    <a:pt x="4233506" y="317500"/>
                  </a:lnTo>
                  <a:close/>
                </a:path>
                <a:path w="5549900" h="317500">
                  <a:moveTo>
                    <a:pt x="4258919" y="317500"/>
                  </a:moveTo>
                  <a:lnTo>
                    <a:pt x="4239856" y="317500"/>
                  </a:lnTo>
                  <a:lnTo>
                    <a:pt x="4239856" y="304800"/>
                  </a:lnTo>
                  <a:lnTo>
                    <a:pt x="4258919" y="304800"/>
                  </a:lnTo>
                  <a:lnTo>
                    <a:pt x="4258919" y="317500"/>
                  </a:lnTo>
                  <a:close/>
                </a:path>
                <a:path w="5549900" h="317500">
                  <a:moveTo>
                    <a:pt x="4284345" y="317500"/>
                  </a:moveTo>
                  <a:lnTo>
                    <a:pt x="4265282" y="317500"/>
                  </a:lnTo>
                  <a:lnTo>
                    <a:pt x="4265282" y="304800"/>
                  </a:lnTo>
                  <a:lnTo>
                    <a:pt x="4284345" y="304800"/>
                  </a:lnTo>
                  <a:lnTo>
                    <a:pt x="4284345" y="317500"/>
                  </a:lnTo>
                  <a:close/>
                </a:path>
                <a:path w="5549900" h="317500">
                  <a:moveTo>
                    <a:pt x="4309770" y="317500"/>
                  </a:moveTo>
                  <a:lnTo>
                    <a:pt x="4290707" y="317500"/>
                  </a:lnTo>
                  <a:lnTo>
                    <a:pt x="4290707" y="304800"/>
                  </a:lnTo>
                  <a:lnTo>
                    <a:pt x="4309770" y="304800"/>
                  </a:lnTo>
                  <a:lnTo>
                    <a:pt x="4309770" y="317500"/>
                  </a:lnTo>
                  <a:close/>
                </a:path>
                <a:path w="5549900" h="317500">
                  <a:moveTo>
                    <a:pt x="4335195" y="317500"/>
                  </a:moveTo>
                  <a:lnTo>
                    <a:pt x="4316120" y="317500"/>
                  </a:lnTo>
                  <a:lnTo>
                    <a:pt x="4316120" y="304800"/>
                  </a:lnTo>
                  <a:lnTo>
                    <a:pt x="4335195" y="304800"/>
                  </a:lnTo>
                  <a:lnTo>
                    <a:pt x="4335195" y="317500"/>
                  </a:lnTo>
                  <a:close/>
                </a:path>
                <a:path w="5549900" h="317500">
                  <a:moveTo>
                    <a:pt x="4360608" y="317500"/>
                  </a:moveTo>
                  <a:lnTo>
                    <a:pt x="4341545" y="317500"/>
                  </a:lnTo>
                  <a:lnTo>
                    <a:pt x="4341545" y="304800"/>
                  </a:lnTo>
                  <a:lnTo>
                    <a:pt x="4360608" y="304800"/>
                  </a:lnTo>
                  <a:lnTo>
                    <a:pt x="4360608" y="317500"/>
                  </a:lnTo>
                  <a:close/>
                </a:path>
                <a:path w="5549900" h="317500">
                  <a:moveTo>
                    <a:pt x="4386033" y="317500"/>
                  </a:moveTo>
                  <a:lnTo>
                    <a:pt x="4366971" y="317500"/>
                  </a:lnTo>
                  <a:lnTo>
                    <a:pt x="4366971" y="304800"/>
                  </a:lnTo>
                  <a:lnTo>
                    <a:pt x="4386033" y="304800"/>
                  </a:lnTo>
                  <a:lnTo>
                    <a:pt x="4386033" y="317500"/>
                  </a:lnTo>
                  <a:close/>
                </a:path>
                <a:path w="5549900" h="317500">
                  <a:moveTo>
                    <a:pt x="4411459" y="317500"/>
                  </a:moveTo>
                  <a:lnTo>
                    <a:pt x="4392396" y="317500"/>
                  </a:lnTo>
                  <a:lnTo>
                    <a:pt x="4392396" y="304800"/>
                  </a:lnTo>
                  <a:lnTo>
                    <a:pt x="4411459" y="304800"/>
                  </a:lnTo>
                  <a:lnTo>
                    <a:pt x="4411459" y="317500"/>
                  </a:lnTo>
                  <a:close/>
                </a:path>
                <a:path w="5549900" h="317500">
                  <a:moveTo>
                    <a:pt x="4436884" y="317500"/>
                  </a:moveTo>
                  <a:lnTo>
                    <a:pt x="4417809" y="317500"/>
                  </a:lnTo>
                  <a:lnTo>
                    <a:pt x="4417809" y="304800"/>
                  </a:lnTo>
                  <a:lnTo>
                    <a:pt x="4436884" y="304800"/>
                  </a:lnTo>
                  <a:lnTo>
                    <a:pt x="4436884" y="317500"/>
                  </a:lnTo>
                  <a:close/>
                </a:path>
                <a:path w="5549900" h="317500">
                  <a:moveTo>
                    <a:pt x="4462297" y="317500"/>
                  </a:moveTo>
                  <a:lnTo>
                    <a:pt x="4443234" y="317500"/>
                  </a:lnTo>
                  <a:lnTo>
                    <a:pt x="4443234" y="304800"/>
                  </a:lnTo>
                  <a:lnTo>
                    <a:pt x="4462297" y="304800"/>
                  </a:lnTo>
                  <a:lnTo>
                    <a:pt x="4462297" y="317500"/>
                  </a:lnTo>
                  <a:close/>
                </a:path>
                <a:path w="5549900" h="317500">
                  <a:moveTo>
                    <a:pt x="4487722" y="317500"/>
                  </a:moveTo>
                  <a:lnTo>
                    <a:pt x="4468660" y="317500"/>
                  </a:lnTo>
                  <a:lnTo>
                    <a:pt x="4468660" y="304800"/>
                  </a:lnTo>
                  <a:lnTo>
                    <a:pt x="4487722" y="304800"/>
                  </a:lnTo>
                  <a:lnTo>
                    <a:pt x="4487722" y="317500"/>
                  </a:lnTo>
                  <a:close/>
                </a:path>
                <a:path w="5549900" h="317500">
                  <a:moveTo>
                    <a:pt x="4513148" y="317500"/>
                  </a:moveTo>
                  <a:lnTo>
                    <a:pt x="4494085" y="317500"/>
                  </a:lnTo>
                  <a:lnTo>
                    <a:pt x="4494085" y="304800"/>
                  </a:lnTo>
                  <a:lnTo>
                    <a:pt x="4513148" y="304800"/>
                  </a:lnTo>
                  <a:lnTo>
                    <a:pt x="4513148" y="317500"/>
                  </a:lnTo>
                  <a:close/>
                </a:path>
                <a:path w="5549900" h="317500">
                  <a:moveTo>
                    <a:pt x="4538573" y="317500"/>
                  </a:moveTo>
                  <a:lnTo>
                    <a:pt x="4519498" y="317500"/>
                  </a:lnTo>
                  <a:lnTo>
                    <a:pt x="4519498" y="304800"/>
                  </a:lnTo>
                  <a:lnTo>
                    <a:pt x="4538573" y="304800"/>
                  </a:lnTo>
                  <a:lnTo>
                    <a:pt x="4538573" y="317500"/>
                  </a:lnTo>
                  <a:close/>
                </a:path>
                <a:path w="5549900" h="317500">
                  <a:moveTo>
                    <a:pt x="4563986" y="317500"/>
                  </a:moveTo>
                  <a:lnTo>
                    <a:pt x="4544923" y="317500"/>
                  </a:lnTo>
                  <a:lnTo>
                    <a:pt x="4544923" y="304800"/>
                  </a:lnTo>
                  <a:lnTo>
                    <a:pt x="4563986" y="304800"/>
                  </a:lnTo>
                  <a:lnTo>
                    <a:pt x="4563986" y="317500"/>
                  </a:lnTo>
                  <a:close/>
                </a:path>
                <a:path w="5549900" h="317500">
                  <a:moveTo>
                    <a:pt x="4589411" y="317500"/>
                  </a:moveTo>
                  <a:lnTo>
                    <a:pt x="4570349" y="317500"/>
                  </a:lnTo>
                  <a:lnTo>
                    <a:pt x="4570349" y="304800"/>
                  </a:lnTo>
                  <a:lnTo>
                    <a:pt x="4589411" y="304800"/>
                  </a:lnTo>
                  <a:lnTo>
                    <a:pt x="4589411" y="317500"/>
                  </a:lnTo>
                  <a:close/>
                </a:path>
                <a:path w="5549900" h="317500">
                  <a:moveTo>
                    <a:pt x="4614837" y="317500"/>
                  </a:moveTo>
                  <a:lnTo>
                    <a:pt x="4595761" y="317500"/>
                  </a:lnTo>
                  <a:lnTo>
                    <a:pt x="4595761" y="304800"/>
                  </a:lnTo>
                  <a:lnTo>
                    <a:pt x="4614837" y="304800"/>
                  </a:lnTo>
                  <a:lnTo>
                    <a:pt x="4614837" y="317500"/>
                  </a:lnTo>
                  <a:close/>
                </a:path>
                <a:path w="5549900" h="317500">
                  <a:moveTo>
                    <a:pt x="4640262" y="317500"/>
                  </a:moveTo>
                  <a:lnTo>
                    <a:pt x="4621187" y="317500"/>
                  </a:lnTo>
                  <a:lnTo>
                    <a:pt x="4621187" y="304800"/>
                  </a:lnTo>
                  <a:lnTo>
                    <a:pt x="4640262" y="304800"/>
                  </a:lnTo>
                  <a:lnTo>
                    <a:pt x="4640262" y="317500"/>
                  </a:lnTo>
                  <a:close/>
                </a:path>
                <a:path w="5549900" h="317500">
                  <a:moveTo>
                    <a:pt x="4665675" y="317500"/>
                  </a:moveTo>
                  <a:lnTo>
                    <a:pt x="4646612" y="317500"/>
                  </a:lnTo>
                  <a:lnTo>
                    <a:pt x="4646612" y="304800"/>
                  </a:lnTo>
                  <a:lnTo>
                    <a:pt x="4665675" y="304800"/>
                  </a:lnTo>
                  <a:lnTo>
                    <a:pt x="4665675" y="317500"/>
                  </a:lnTo>
                  <a:close/>
                </a:path>
                <a:path w="5549900" h="317500">
                  <a:moveTo>
                    <a:pt x="4691100" y="317500"/>
                  </a:moveTo>
                  <a:lnTo>
                    <a:pt x="4672037" y="317500"/>
                  </a:lnTo>
                  <a:lnTo>
                    <a:pt x="4672037" y="304800"/>
                  </a:lnTo>
                  <a:lnTo>
                    <a:pt x="4691100" y="304800"/>
                  </a:lnTo>
                  <a:lnTo>
                    <a:pt x="4691100" y="317500"/>
                  </a:lnTo>
                  <a:close/>
                </a:path>
                <a:path w="5549900" h="317500">
                  <a:moveTo>
                    <a:pt x="4716526" y="317500"/>
                  </a:moveTo>
                  <a:lnTo>
                    <a:pt x="4697450" y="317500"/>
                  </a:lnTo>
                  <a:lnTo>
                    <a:pt x="4697450" y="304800"/>
                  </a:lnTo>
                  <a:lnTo>
                    <a:pt x="4716526" y="304800"/>
                  </a:lnTo>
                  <a:lnTo>
                    <a:pt x="4716526" y="317500"/>
                  </a:lnTo>
                  <a:close/>
                </a:path>
                <a:path w="5549900" h="317500">
                  <a:moveTo>
                    <a:pt x="4741951" y="317500"/>
                  </a:moveTo>
                  <a:lnTo>
                    <a:pt x="4722876" y="317500"/>
                  </a:lnTo>
                  <a:lnTo>
                    <a:pt x="4722876" y="304800"/>
                  </a:lnTo>
                  <a:lnTo>
                    <a:pt x="4741951" y="304800"/>
                  </a:lnTo>
                  <a:lnTo>
                    <a:pt x="4741951" y="317500"/>
                  </a:lnTo>
                  <a:close/>
                </a:path>
                <a:path w="5549900" h="317500">
                  <a:moveTo>
                    <a:pt x="4767364" y="317500"/>
                  </a:moveTo>
                  <a:lnTo>
                    <a:pt x="4748301" y="317500"/>
                  </a:lnTo>
                  <a:lnTo>
                    <a:pt x="4748301" y="304800"/>
                  </a:lnTo>
                  <a:lnTo>
                    <a:pt x="4767364" y="304800"/>
                  </a:lnTo>
                  <a:lnTo>
                    <a:pt x="4767364" y="317500"/>
                  </a:lnTo>
                  <a:close/>
                </a:path>
                <a:path w="5549900" h="317500">
                  <a:moveTo>
                    <a:pt x="4792789" y="317500"/>
                  </a:moveTo>
                  <a:lnTo>
                    <a:pt x="4773726" y="317500"/>
                  </a:lnTo>
                  <a:lnTo>
                    <a:pt x="4773726" y="304800"/>
                  </a:lnTo>
                  <a:lnTo>
                    <a:pt x="4792789" y="304800"/>
                  </a:lnTo>
                  <a:lnTo>
                    <a:pt x="4792789" y="317500"/>
                  </a:lnTo>
                  <a:close/>
                </a:path>
                <a:path w="5549900" h="317500">
                  <a:moveTo>
                    <a:pt x="4818214" y="317500"/>
                  </a:moveTo>
                  <a:lnTo>
                    <a:pt x="4799139" y="317500"/>
                  </a:lnTo>
                  <a:lnTo>
                    <a:pt x="4799139" y="304800"/>
                  </a:lnTo>
                  <a:lnTo>
                    <a:pt x="4818214" y="304800"/>
                  </a:lnTo>
                  <a:lnTo>
                    <a:pt x="4818214" y="317500"/>
                  </a:lnTo>
                  <a:close/>
                </a:path>
                <a:path w="5549900" h="317500">
                  <a:moveTo>
                    <a:pt x="4843627" y="317500"/>
                  </a:moveTo>
                  <a:lnTo>
                    <a:pt x="4824564" y="317500"/>
                  </a:lnTo>
                  <a:lnTo>
                    <a:pt x="4824564" y="304800"/>
                  </a:lnTo>
                  <a:lnTo>
                    <a:pt x="4843627" y="304800"/>
                  </a:lnTo>
                  <a:lnTo>
                    <a:pt x="4843627" y="317500"/>
                  </a:lnTo>
                  <a:close/>
                </a:path>
                <a:path w="5549900" h="317500">
                  <a:moveTo>
                    <a:pt x="4869053" y="317500"/>
                  </a:moveTo>
                  <a:lnTo>
                    <a:pt x="4849990" y="317500"/>
                  </a:lnTo>
                  <a:lnTo>
                    <a:pt x="4849990" y="304800"/>
                  </a:lnTo>
                  <a:lnTo>
                    <a:pt x="4869053" y="304800"/>
                  </a:lnTo>
                  <a:lnTo>
                    <a:pt x="4869053" y="317500"/>
                  </a:lnTo>
                  <a:close/>
                </a:path>
                <a:path w="5549900" h="317500">
                  <a:moveTo>
                    <a:pt x="4894478" y="317500"/>
                  </a:moveTo>
                  <a:lnTo>
                    <a:pt x="4875415" y="317500"/>
                  </a:lnTo>
                  <a:lnTo>
                    <a:pt x="4875415" y="304800"/>
                  </a:lnTo>
                  <a:lnTo>
                    <a:pt x="4894478" y="304800"/>
                  </a:lnTo>
                  <a:lnTo>
                    <a:pt x="4894478" y="317500"/>
                  </a:lnTo>
                  <a:close/>
                </a:path>
                <a:path w="5549900" h="317500">
                  <a:moveTo>
                    <a:pt x="4919903" y="317500"/>
                  </a:moveTo>
                  <a:lnTo>
                    <a:pt x="4900828" y="317500"/>
                  </a:lnTo>
                  <a:lnTo>
                    <a:pt x="4900828" y="304800"/>
                  </a:lnTo>
                  <a:lnTo>
                    <a:pt x="4919903" y="304800"/>
                  </a:lnTo>
                  <a:lnTo>
                    <a:pt x="4919903" y="317500"/>
                  </a:lnTo>
                  <a:close/>
                </a:path>
                <a:path w="5549900" h="317500">
                  <a:moveTo>
                    <a:pt x="4945316" y="317500"/>
                  </a:moveTo>
                  <a:lnTo>
                    <a:pt x="4926253" y="317500"/>
                  </a:lnTo>
                  <a:lnTo>
                    <a:pt x="4926253" y="304800"/>
                  </a:lnTo>
                  <a:lnTo>
                    <a:pt x="4945316" y="304800"/>
                  </a:lnTo>
                  <a:lnTo>
                    <a:pt x="4945316" y="317500"/>
                  </a:lnTo>
                  <a:close/>
                </a:path>
                <a:path w="5549900" h="317500">
                  <a:moveTo>
                    <a:pt x="4970741" y="317500"/>
                  </a:moveTo>
                  <a:lnTo>
                    <a:pt x="4951679" y="317500"/>
                  </a:lnTo>
                  <a:lnTo>
                    <a:pt x="4951679" y="304800"/>
                  </a:lnTo>
                  <a:lnTo>
                    <a:pt x="4970741" y="304800"/>
                  </a:lnTo>
                  <a:lnTo>
                    <a:pt x="4970741" y="317500"/>
                  </a:lnTo>
                  <a:close/>
                </a:path>
                <a:path w="5549900" h="317500">
                  <a:moveTo>
                    <a:pt x="4996167" y="317500"/>
                  </a:moveTo>
                  <a:lnTo>
                    <a:pt x="4977104" y="317500"/>
                  </a:lnTo>
                  <a:lnTo>
                    <a:pt x="4977104" y="304800"/>
                  </a:lnTo>
                  <a:lnTo>
                    <a:pt x="4996167" y="304800"/>
                  </a:lnTo>
                  <a:lnTo>
                    <a:pt x="4996167" y="317500"/>
                  </a:lnTo>
                  <a:close/>
                </a:path>
                <a:path w="5549900" h="317500">
                  <a:moveTo>
                    <a:pt x="5021592" y="317500"/>
                  </a:moveTo>
                  <a:lnTo>
                    <a:pt x="5002517" y="317500"/>
                  </a:lnTo>
                  <a:lnTo>
                    <a:pt x="5002517" y="304800"/>
                  </a:lnTo>
                  <a:lnTo>
                    <a:pt x="5021592" y="304800"/>
                  </a:lnTo>
                  <a:lnTo>
                    <a:pt x="5021592" y="317500"/>
                  </a:lnTo>
                  <a:close/>
                </a:path>
                <a:path w="5549900" h="317500">
                  <a:moveTo>
                    <a:pt x="5047005" y="317500"/>
                  </a:moveTo>
                  <a:lnTo>
                    <a:pt x="5027942" y="317500"/>
                  </a:lnTo>
                  <a:lnTo>
                    <a:pt x="5027942" y="304800"/>
                  </a:lnTo>
                  <a:lnTo>
                    <a:pt x="5047005" y="304800"/>
                  </a:lnTo>
                  <a:lnTo>
                    <a:pt x="5047005" y="317500"/>
                  </a:lnTo>
                  <a:close/>
                </a:path>
                <a:path w="5549900" h="317500">
                  <a:moveTo>
                    <a:pt x="5072430" y="317500"/>
                  </a:moveTo>
                  <a:lnTo>
                    <a:pt x="5053368" y="317500"/>
                  </a:lnTo>
                  <a:lnTo>
                    <a:pt x="5053368" y="304800"/>
                  </a:lnTo>
                  <a:lnTo>
                    <a:pt x="5072430" y="304800"/>
                  </a:lnTo>
                  <a:lnTo>
                    <a:pt x="5072430" y="317500"/>
                  </a:lnTo>
                  <a:close/>
                </a:path>
                <a:path w="5549900" h="317500">
                  <a:moveTo>
                    <a:pt x="5097856" y="317500"/>
                  </a:moveTo>
                  <a:lnTo>
                    <a:pt x="5078793" y="317500"/>
                  </a:lnTo>
                  <a:lnTo>
                    <a:pt x="5078793" y="304800"/>
                  </a:lnTo>
                  <a:lnTo>
                    <a:pt x="5097856" y="304800"/>
                  </a:lnTo>
                  <a:lnTo>
                    <a:pt x="5097856" y="317500"/>
                  </a:lnTo>
                  <a:close/>
                </a:path>
                <a:path w="5549900" h="317500">
                  <a:moveTo>
                    <a:pt x="5123281" y="317500"/>
                  </a:moveTo>
                  <a:lnTo>
                    <a:pt x="5104206" y="317500"/>
                  </a:lnTo>
                  <a:lnTo>
                    <a:pt x="5104206" y="304800"/>
                  </a:lnTo>
                  <a:lnTo>
                    <a:pt x="5123281" y="304800"/>
                  </a:lnTo>
                  <a:lnTo>
                    <a:pt x="5123281" y="317500"/>
                  </a:lnTo>
                  <a:close/>
                </a:path>
                <a:path w="5549900" h="317500">
                  <a:moveTo>
                    <a:pt x="5148694" y="317500"/>
                  </a:moveTo>
                  <a:lnTo>
                    <a:pt x="5129631" y="317500"/>
                  </a:lnTo>
                  <a:lnTo>
                    <a:pt x="5129631" y="304800"/>
                  </a:lnTo>
                  <a:lnTo>
                    <a:pt x="5148694" y="304800"/>
                  </a:lnTo>
                  <a:lnTo>
                    <a:pt x="5148694" y="317500"/>
                  </a:lnTo>
                  <a:close/>
                </a:path>
                <a:path w="5549900" h="317500">
                  <a:moveTo>
                    <a:pt x="5174119" y="317500"/>
                  </a:moveTo>
                  <a:lnTo>
                    <a:pt x="5155057" y="317500"/>
                  </a:lnTo>
                  <a:lnTo>
                    <a:pt x="5155057" y="304800"/>
                  </a:lnTo>
                  <a:lnTo>
                    <a:pt x="5174119" y="304800"/>
                  </a:lnTo>
                  <a:lnTo>
                    <a:pt x="5174119" y="317500"/>
                  </a:lnTo>
                  <a:close/>
                </a:path>
                <a:path w="5549900" h="317500">
                  <a:moveTo>
                    <a:pt x="5199545" y="317500"/>
                  </a:moveTo>
                  <a:lnTo>
                    <a:pt x="5180469" y="317500"/>
                  </a:lnTo>
                  <a:lnTo>
                    <a:pt x="5180469" y="304800"/>
                  </a:lnTo>
                  <a:lnTo>
                    <a:pt x="5199545" y="304800"/>
                  </a:lnTo>
                  <a:lnTo>
                    <a:pt x="5199545" y="317500"/>
                  </a:lnTo>
                  <a:close/>
                </a:path>
                <a:path w="5549900" h="317500">
                  <a:moveTo>
                    <a:pt x="5224970" y="317500"/>
                  </a:moveTo>
                  <a:lnTo>
                    <a:pt x="5205895" y="317500"/>
                  </a:lnTo>
                  <a:lnTo>
                    <a:pt x="5205895" y="304800"/>
                  </a:lnTo>
                  <a:lnTo>
                    <a:pt x="5224970" y="304800"/>
                  </a:lnTo>
                  <a:lnTo>
                    <a:pt x="5224970" y="317500"/>
                  </a:lnTo>
                  <a:close/>
                </a:path>
                <a:path w="5549900" h="317500">
                  <a:moveTo>
                    <a:pt x="5250383" y="317500"/>
                  </a:moveTo>
                  <a:lnTo>
                    <a:pt x="5231320" y="317500"/>
                  </a:lnTo>
                  <a:lnTo>
                    <a:pt x="5231320" y="304800"/>
                  </a:lnTo>
                  <a:lnTo>
                    <a:pt x="5250383" y="304800"/>
                  </a:lnTo>
                  <a:lnTo>
                    <a:pt x="5250383" y="317500"/>
                  </a:lnTo>
                  <a:close/>
                </a:path>
                <a:path w="5549900" h="317500">
                  <a:moveTo>
                    <a:pt x="5275808" y="317500"/>
                  </a:moveTo>
                  <a:lnTo>
                    <a:pt x="5256745" y="317500"/>
                  </a:lnTo>
                  <a:lnTo>
                    <a:pt x="5256745" y="304800"/>
                  </a:lnTo>
                  <a:lnTo>
                    <a:pt x="5275808" y="304800"/>
                  </a:lnTo>
                  <a:lnTo>
                    <a:pt x="5275808" y="317500"/>
                  </a:lnTo>
                  <a:close/>
                </a:path>
                <a:path w="5549900" h="317500">
                  <a:moveTo>
                    <a:pt x="5301234" y="317500"/>
                  </a:moveTo>
                  <a:lnTo>
                    <a:pt x="5282158" y="317500"/>
                  </a:lnTo>
                  <a:lnTo>
                    <a:pt x="5282158" y="304800"/>
                  </a:lnTo>
                  <a:lnTo>
                    <a:pt x="5301234" y="304800"/>
                  </a:lnTo>
                  <a:lnTo>
                    <a:pt x="5301234" y="317500"/>
                  </a:lnTo>
                  <a:close/>
                </a:path>
                <a:path w="5549900" h="317500">
                  <a:moveTo>
                    <a:pt x="5326659" y="317500"/>
                  </a:moveTo>
                  <a:lnTo>
                    <a:pt x="5307584" y="317500"/>
                  </a:lnTo>
                  <a:lnTo>
                    <a:pt x="5307584" y="304800"/>
                  </a:lnTo>
                  <a:lnTo>
                    <a:pt x="5326659" y="304800"/>
                  </a:lnTo>
                  <a:lnTo>
                    <a:pt x="5326659" y="317500"/>
                  </a:lnTo>
                  <a:close/>
                </a:path>
                <a:path w="5549900" h="317500">
                  <a:moveTo>
                    <a:pt x="5352072" y="317500"/>
                  </a:moveTo>
                  <a:lnTo>
                    <a:pt x="5333009" y="317500"/>
                  </a:lnTo>
                  <a:lnTo>
                    <a:pt x="5333009" y="304800"/>
                  </a:lnTo>
                  <a:lnTo>
                    <a:pt x="5352072" y="304800"/>
                  </a:lnTo>
                  <a:lnTo>
                    <a:pt x="5352072" y="317500"/>
                  </a:lnTo>
                  <a:close/>
                </a:path>
                <a:path w="5549900" h="317500">
                  <a:moveTo>
                    <a:pt x="5377497" y="317500"/>
                  </a:moveTo>
                  <a:lnTo>
                    <a:pt x="5358434" y="317500"/>
                  </a:lnTo>
                  <a:lnTo>
                    <a:pt x="5358434" y="304800"/>
                  </a:lnTo>
                  <a:lnTo>
                    <a:pt x="5377497" y="304800"/>
                  </a:lnTo>
                  <a:lnTo>
                    <a:pt x="5377497" y="317500"/>
                  </a:lnTo>
                  <a:close/>
                </a:path>
                <a:path w="5549900" h="317500">
                  <a:moveTo>
                    <a:pt x="5402922" y="317500"/>
                  </a:moveTo>
                  <a:lnTo>
                    <a:pt x="5383847" y="317500"/>
                  </a:lnTo>
                  <a:lnTo>
                    <a:pt x="5383847" y="304800"/>
                  </a:lnTo>
                  <a:lnTo>
                    <a:pt x="5402922" y="304800"/>
                  </a:lnTo>
                  <a:lnTo>
                    <a:pt x="5402922" y="317500"/>
                  </a:lnTo>
                  <a:close/>
                </a:path>
                <a:path w="5549900" h="317500">
                  <a:moveTo>
                    <a:pt x="5428335" y="317500"/>
                  </a:moveTo>
                  <a:lnTo>
                    <a:pt x="5409272" y="317500"/>
                  </a:lnTo>
                  <a:lnTo>
                    <a:pt x="5409272" y="304800"/>
                  </a:lnTo>
                  <a:lnTo>
                    <a:pt x="5428335" y="304800"/>
                  </a:lnTo>
                  <a:lnTo>
                    <a:pt x="5428335" y="317500"/>
                  </a:lnTo>
                  <a:close/>
                </a:path>
                <a:path w="5549900" h="317500">
                  <a:moveTo>
                    <a:pt x="5453761" y="317500"/>
                  </a:moveTo>
                  <a:lnTo>
                    <a:pt x="5434698" y="317500"/>
                  </a:lnTo>
                  <a:lnTo>
                    <a:pt x="5434698" y="304800"/>
                  </a:lnTo>
                  <a:lnTo>
                    <a:pt x="5453761" y="304800"/>
                  </a:lnTo>
                  <a:lnTo>
                    <a:pt x="5453761" y="317500"/>
                  </a:lnTo>
                  <a:close/>
                </a:path>
                <a:path w="5549900" h="317500">
                  <a:moveTo>
                    <a:pt x="5479186" y="317500"/>
                  </a:moveTo>
                  <a:lnTo>
                    <a:pt x="5460123" y="317500"/>
                  </a:lnTo>
                  <a:lnTo>
                    <a:pt x="5460123" y="304800"/>
                  </a:lnTo>
                  <a:lnTo>
                    <a:pt x="5479186" y="304800"/>
                  </a:lnTo>
                  <a:lnTo>
                    <a:pt x="5479186" y="317500"/>
                  </a:lnTo>
                  <a:close/>
                </a:path>
                <a:path w="5549900" h="317500">
                  <a:moveTo>
                    <a:pt x="5504611" y="317500"/>
                  </a:moveTo>
                  <a:lnTo>
                    <a:pt x="5485536" y="317500"/>
                  </a:lnTo>
                  <a:lnTo>
                    <a:pt x="5485536" y="304800"/>
                  </a:lnTo>
                  <a:lnTo>
                    <a:pt x="5504611" y="304800"/>
                  </a:lnTo>
                  <a:lnTo>
                    <a:pt x="5504611" y="317500"/>
                  </a:lnTo>
                  <a:close/>
                </a:path>
                <a:path w="5549900" h="317500">
                  <a:moveTo>
                    <a:pt x="5540260" y="303466"/>
                  </a:moveTo>
                  <a:lnTo>
                    <a:pt x="5529262" y="297116"/>
                  </a:lnTo>
                  <a:lnTo>
                    <a:pt x="5531967" y="292417"/>
                  </a:lnTo>
                  <a:lnTo>
                    <a:pt x="5534279" y="285851"/>
                  </a:lnTo>
                  <a:lnTo>
                    <a:pt x="5535688" y="277952"/>
                  </a:lnTo>
                  <a:lnTo>
                    <a:pt x="5548198" y="280200"/>
                  </a:lnTo>
                  <a:lnTo>
                    <a:pt x="5546585" y="289128"/>
                  </a:lnTo>
                  <a:lnTo>
                    <a:pt x="5543909" y="297116"/>
                  </a:lnTo>
                  <a:lnTo>
                    <a:pt x="5540260" y="303466"/>
                  </a:lnTo>
                  <a:close/>
                </a:path>
                <a:path w="5549900" h="317500">
                  <a:moveTo>
                    <a:pt x="5526265" y="317500"/>
                  </a:moveTo>
                  <a:lnTo>
                    <a:pt x="5520512" y="317500"/>
                  </a:lnTo>
                  <a:lnTo>
                    <a:pt x="5520512" y="304800"/>
                  </a:lnTo>
                  <a:lnTo>
                    <a:pt x="5521782" y="304800"/>
                  </a:lnTo>
                  <a:lnTo>
                    <a:pt x="5523560" y="304203"/>
                  </a:lnTo>
                  <a:lnTo>
                    <a:pt x="5525757" y="301917"/>
                  </a:lnTo>
                  <a:lnTo>
                    <a:pt x="5534914" y="310730"/>
                  </a:lnTo>
                  <a:lnTo>
                    <a:pt x="5531142" y="314642"/>
                  </a:lnTo>
                  <a:lnTo>
                    <a:pt x="5526265" y="317500"/>
                  </a:lnTo>
                  <a:close/>
                </a:path>
                <a:path w="5549900" h="317500">
                  <a:moveTo>
                    <a:pt x="5520512" y="317500"/>
                  </a:moveTo>
                  <a:lnTo>
                    <a:pt x="5510961" y="317500"/>
                  </a:lnTo>
                  <a:lnTo>
                    <a:pt x="5510961" y="304800"/>
                  </a:lnTo>
                  <a:lnTo>
                    <a:pt x="5520512" y="304800"/>
                  </a:lnTo>
                  <a:lnTo>
                    <a:pt x="5520512" y="317500"/>
                  </a:lnTo>
                  <a:close/>
                </a:path>
                <a:path w="5549900" h="317500">
                  <a:moveTo>
                    <a:pt x="5549303" y="272300"/>
                  </a:moveTo>
                  <a:lnTo>
                    <a:pt x="5536666" y="271005"/>
                  </a:lnTo>
                  <a:lnTo>
                    <a:pt x="5536923" y="268465"/>
                  </a:lnTo>
                  <a:lnTo>
                    <a:pt x="5537009" y="267614"/>
                  </a:lnTo>
                  <a:lnTo>
                    <a:pt x="5537177" y="264490"/>
                  </a:lnTo>
                  <a:lnTo>
                    <a:pt x="5537200" y="250888"/>
                  </a:lnTo>
                  <a:lnTo>
                    <a:pt x="5549900" y="250888"/>
                  </a:lnTo>
                  <a:lnTo>
                    <a:pt x="5549900" y="264490"/>
                  </a:lnTo>
                  <a:lnTo>
                    <a:pt x="5549740" y="267614"/>
                  </a:lnTo>
                  <a:lnTo>
                    <a:pt x="5549696" y="268465"/>
                  </a:lnTo>
                  <a:lnTo>
                    <a:pt x="5549436" y="271005"/>
                  </a:lnTo>
                  <a:lnTo>
                    <a:pt x="5549369" y="271653"/>
                  </a:lnTo>
                  <a:lnTo>
                    <a:pt x="5549303" y="272300"/>
                  </a:lnTo>
                  <a:close/>
                </a:path>
                <a:path w="5549900" h="317500">
                  <a:moveTo>
                    <a:pt x="5549900" y="244525"/>
                  </a:moveTo>
                  <a:lnTo>
                    <a:pt x="5537200" y="244525"/>
                  </a:lnTo>
                  <a:lnTo>
                    <a:pt x="5537200" y="225463"/>
                  </a:lnTo>
                  <a:lnTo>
                    <a:pt x="5549900" y="225463"/>
                  </a:lnTo>
                  <a:lnTo>
                    <a:pt x="5549900" y="244525"/>
                  </a:lnTo>
                  <a:close/>
                </a:path>
                <a:path w="5549900" h="317500">
                  <a:moveTo>
                    <a:pt x="5549900" y="219113"/>
                  </a:moveTo>
                  <a:lnTo>
                    <a:pt x="5537200" y="219113"/>
                  </a:lnTo>
                  <a:lnTo>
                    <a:pt x="5537200" y="200050"/>
                  </a:lnTo>
                  <a:lnTo>
                    <a:pt x="5549900" y="200050"/>
                  </a:lnTo>
                  <a:lnTo>
                    <a:pt x="5549900" y="219113"/>
                  </a:lnTo>
                  <a:close/>
                </a:path>
                <a:path w="5549900" h="317500">
                  <a:moveTo>
                    <a:pt x="5549900" y="193700"/>
                  </a:moveTo>
                  <a:lnTo>
                    <a:pt x="5537200" y="193700"/>
                  </a:lnTo>
                  <a:lnTo>
                    <a:pt x="5537200" y="174637"/>
                  </a:lnTo>
                  <a:lnTo>
                    <a:pt x="5549900" y="174637"/>
                  </a:lnTo>
                  <a:lnTo>
                    <a:pt x="5549900" y="193700"/>
                  </a:lnTo>
                  <a:close/>
                </a:path>
                <a:path w="5549900" h="317500">
                  <a:moveTo>
                    <a:pt x="5549900" y="168287"/>
                  </a:moveTo>
                  <a:lnTo>
                    <a:pt x="5537200" y="168287"/>
                  </a:lnTo>
                  <a:lnTo>
                    <a:pt x="5537200" y="149225"/>
                  </a:lnTo>
                  <a:lnTo>
                    <a:pt x="5549900" y="149225"/>
                  </a:lnTo>
                  <a:lnTo>
                    <a:pt x="5549900" y="168287"/>
                  </a:lnTo>
                  <a:close/>
                </a:path>
                <a:path w="5549900" h="317500">
                  <a:moveTo>
                    <a:pt x="5549900" y="142862"/>
                  </a:moveTo>
                  <a:lnTo>
                    <a:pt x="5537200" y="142862"/>
                  </a:lnTo>
                  <a:lnTo>
                    <a:pt x="5537200" y="123799"/>
                  </a:lnTo>
                  <a:lnTo>
                    <a:pt x="5549900" y="123799"/>
                  </a:lnTo>
                  <a:lnTo>
                    <a:pt x="5549900" y="142862"/>
                  </a:lnTo>
                  <a:close/>
                </a:path>
                <a:path w="5549900" h="317500">
                  <a:moveTo>
                    <a:pt x="5549900" y="117449"/>
                  </a:moveTo>
                  <a:lnTo>
                    <a:pt x="5537200" y="117449"/>
                  </a:lnTo>
                  <a:lnTo>
                    <a:pt x="5537200" y="98386"/>
                  </a:lnTo>
                  <a:lnTo>
                    <a:pt x="5549900" y="98386"/>
                  </a:lnTo>
                  <a:lnTo>
                    <a:pt x="5549900" y="117449"/>
                  </a:lnTo>
                  <a:close/>
                </a:path>
                <a:path w="5549900" h="317500">
                  <a:moveTo>
                    <a:pt x="5549900" y="92036"/>
                  </a:moveTo>
                  <a:lnTo>
                    <a:pt x="5537200" y="92036"/>
                  </a:lnTo>
                  <a:lnTo>
                    <a:pt x="5537200" y="72974"/>
                  </a:lnTo>
                  <a:lnTo>
                    <a:pt x="5549900" y="72974"/>
                  </a:lnTo>
                  <a:lnTo>
                    <a:pt x="5549900" y="92036"/>
                  </a:lnTo>
                  <a:close/>
                </a:path>
                <a:path w="5549900" h="317500">
                  <a:moveTo>
                    <a:pt x="5549900" y="66611"/>
                  </a:moveTo>
                  <a:lnTo>
                    <a:pt x="5537200" y="66611"/>
                  </a:lnTo>
                  <a:lnTo>
                    <a:pt x="5537176" y="53009"/>
                  </a:lnTo>
                  <a:lnTo>
                    <a:pt x="5537009" y="49898"/>
                  </a:lnTo>
                  <a:lnTo>
                    <a:pt x="5536666" y="46494"/>
                  </a:lnTo>
                  <a:lnTo>
                    <a:pt x="5549303" y="45199"/>
                  </a:lnTo>
                  <a:lnTo>
                    <a:pt x="5549696" y="49034"/>
                  </a:lnTo>
                  <a:lnTo>
                    <a:pt x="5549900" y="53009"/>
                  </a:lnTo>
                  <a:lnTo>
                    <a:pt x="5549900" y="66611"/>
                  </a:lnTo>
                  <a:close/>
                </a:path>
                <a:path w="5549900" h="317500">
                  <a:moveTo>
                    <a:pt x="5520512" y="12700"/>
                  </a:moveTo>
                  <a:lnTo>
                    <a:pt x="5510987" y="12700"/>
                  </a:lnTo>
                  <a:lnTo>
                    <a:pt x="5510987" y="0"/>
                  </a:lnTo>
                  <a:lnTo>
                    <a:pt x="5520512" y="0"/>
                  </a:lnTo>
                  <a:lnTo>
                    <a:pt x="5520512" y="12700"/>
                  </a:lnTo>
                  <a:close/>
                </a:path>
                <a:path w="5549900" h="317500">
                  <a:moveTo>
                    <a:pt x="5525757" y="15582"/>
                  </a:moveTo>
                  <a:lnTo>
                    <a:pt x="5523560" y="13296"/>
                  </a:lnTo>
                  <a:lnTo>
                    <a:pt x="5521782" y="12700"/>
                  </a:lnTo>
                  <a:lnTo>
                    <a:pt x="5520512" y="12700"/>
                  </a:lnTo>
                  <a:lnTo>
                    <a:pt x="5520512" y="0"/>
                  </a:lnTo>
                  <a:lnTo>
                    <a:pt x="5526265" y="0"/>
                  </a:lnTo>
                  <a:lnTo>
                    <a:pt x="5531142" y="2857"/>
                  </a:lnTo>
                  <a:lnTo>
                    <a:pt x="5534914" y="6781"/>
                  </a:lnTo>
                  <a:lnTo>
                    <a:pt x="5525757" y="15582"/>
                  </a:lnTo>
                  <a:close/>
                </a:path>
                <a:path w="5549900" h="317500">
                  <a:moveTo>
                    <a:pt x="5535688" y="39547"/>
                  </a:moveTo>
                  <a:lnTo>
                    <a:pt x="5534279" y="31648"/>
                  </a:lnTo>
                  <a:lnTo>
                    <a:pt x="5531967" y="25095"/>
                  </a:lnTo>
                  <a:lnTo>
                    <a:pt x="5529350" y="20332"/>
                  </a:lnTo>
                  <a:lnTo>
                    <a:pt x="5540260" y="14033"/>
                  </a:lnTo>
                  <a:lnTo>
                    <a:pt x="5543892" y="20332"/>
                  </a:lnTo>
                  <a:lnTo>
                    <a:pt x="5546585" y="28371"/>
                  </a:lnTo>
                  <a:lnTo>
                    <a:pt x="5548198" y="37299"/>
                  </a:lnTo>
                  <a:lnTo>
                    <a:pt x="5535688" y="39547"/>
                  </a:lnTo>
                  <a:close/>
                </a:path>
                <a:path w="5549900" h="317500">
                  <a:moveTo>
                    <a:pt x="5504624" y="12700"/>
                  </a:moveTo>
                  <a:lnTo>
                    <a:pt x="5485561" y="12700"/>
                  </a:lnTo>
                  <a:lnTo>
                    <a:pt x="5485561" y="0"/>
                  </a:lnTo>
                  <a:lnTo>
                    <a:pt x="5504624" y="0"/>
                  </a:lnTo>
                  <a:lnTo>
                    <a:pt x="5504624" y="12700"/>
                  </a:lnTo>
                  <a:close/>
                </a:path>
                <a:path w="5549900" h="317500">
                  <a:moveTo>
                    <a:pt x="5479211" y="12700"/>
                  </a:moveTo>
                  <a:lnTo>
                    <a:pt x="5460136" y="12700"/>
                  </a:lnTo>
                  <a:lnTo>
                    <a:pt x="5460136" y="0"/>
                  </a:lnTo>
                  <a:lnTo>
                    <a:pt x="5479211" y="0"/>
                  </a:lnTo>
                  <a:lnTo>
                    <a:pt x="5479211" y="12700"/>
                  </a:lnTo>
                  <a:close/>
                </a:path>
                <a:path w="5549900" h="317500">
                  <a:moveTo>
                    <a:pt x="5453786" y="12700"/>
                  </a:moveTo>
                  <a:lnTo>
                    <a:pt x="5434711" y="12700"/>
                  </a:lnTo>
                  <a:lnTo>
                    <a:pt x="5434711" y="0"/>
                  </a:lnTo>
                  <a:lnTo>
                    <a:pt x="5453786" y="0"/>
                  </a:lnTo>
                  <a:lnTo>
                    <a:pt x="5453786" y="12700"/>
                  </a:lnTo>
                  <a:close/>
                </a:path>
                <a:path w="5549900" h="317500">
                  <a:moveTo>
                    <a:pt x="5428361" y="12700"/>
                  </a:moveTo>
                  <a:lnTo>
                    <a:pt x="5409298" y="12700"/>
                  </a:lnTo>
                  <a:lnTo>
                    <a:pt x="5409298" y="0"/>
                  </a:lnTo>
                  <a:lnTo>
                    <a:pt x="5428361" y="0"/>
                  </a:lnTo>
                  <a:lnTo>
                    <a:pt x="5428361" y="12700"/>
                  </a:lnTo>
                  <a:close/>
                </a:path>
                <a:path w="5549900" h="317500">
                  <a:moveTo>
                    <a:pt x="5402935" y="12700"/>
                  </a:moveTo>
                  <a:lnTo>
                    <a:pt x="5383872" y="12700"/>
                  </a:lnTo>
                  <a:lnTo>
                    <a:pt x="5383872" y="0"/>
                  </a:lnTo>
                  <a:lnTo>
                    <a:pt x="5402935" y="0"/>
                  </a:lnTo>
                  <a:lnTo>
                    <a:pt x="5402935" y="12700"/>
                  </a:lnTo>
                  <a:close/>
                </a:path>
                <a:path w="5549900" h="317500">
                  <a:moveTo>
                    <a:pt x="5377510" y="12700"/>
                  </a:moveTo>
                  <a:lnTo>
                    <a:pt x="5358447" y="12700"/>
                  </a:lnTo>
                  <a:lnTo>
                    <a:pt x="5358447" y="0"/>
                  </a:lnTo>
                  <a:lnTo>
                    <a:pt x="5377510" y="0"/>
                  </a:lnTo>
                  <a:lnTo>
                    <a:pt x="5377510" y="12700"/>
                  </a:lnTo>
                  <a:close/>
                </a:path>
                <a:path w="5549900" h="317500">
                  <a:moveTo>
                    <a:pt x="5352097" y="12700"/>
                  </a:moveTo>
                  <a:lnTo>
                    <a:pt x="5333022" y="12700"/>
                  </a:lnTo>
                  <a:lnTo>
                    <a:pt x="5333022" y="0"/>
                  </a:lnTo>
                  <a:lnTo>
                    <a:pt x="5352097" y="0"/>
                  </a:lnTo>
                  <a:lnTo>
                    <a:pt x="5352097" y="12700"/>
                  </a:lnTo>
                  <a:close/>
                </a:path>
                <a:path w="5549900" h="317500">
                  <a:moveTo>
                    <a:pt x="5326672" y="12700"/>
                  </a:moveTo>
                  <a:lnTo>
                    <a:pt x="5307609" y="12700"/>
                  </a:lnTo>
                  <a:lnTo>
                    <a:pt x="5307609" y="0"/>
                  </a:lnTo>
                  <a:lnTo>
                    <a:pt x="5326672" y="0"/>
                  </a:lnTo>
                  <a:lnTo>
                    <a:pt x="5326672" y="12700"/>
                  </a:lnTo>
                  <a:close/>
                </a:path>
                <a:path w="5549900" h="317500">
                  <a:moveTo>
                    <a:pt x="5301246" y="12700"/>
                  </a:moveTo>
                  <a:lnTo>
                    <a:pt x="5282184" y="12700"/>
                  </a:lnTo>
                  <a:lnTo>
                    <a:pt x="5282184" y="0"/>
                  </a:lnTo>
                  <a:lnTo>
                    <a:pt x="5301246" y="0"/>
                  </a:lnTo>
                  <a:lnTo>
                    <a:pt x="5301246" y="12700"/>
                  </a:lnTo>
                  <a:close/>
                </a:path>
                <a:path w="5549900" h="317500">
                  <a:moveTo>
                    <a:pt x="5275821" y="12700"/>
                  </a:moveTo>
                  <a:lnTo>
                    <a:pt x="5256758" y="12700"/>
                  </a:lnTo>
                  <a:lnTo>
                    <a:pt x="5256758" y="0"/>
                  </a:lnTo>
                  <a:lnTo>
                    <a:pt x="5275821" y="0"/>
                  </a:lnTo>
                  <a:lnTo>
                    <a:pt x="5275821" y="12700"/>
                  </a:lnTo>
                  <a:close/>
                </a:path>
                <a:path w="5549900" h="317500">
                  <a:moveTo>
                    <a:pt x="5250408" y="12700"/>
                  </a:moveTo>
                  <a:lnTo>
                    <a:pt x="5231333" y="12700"/>
                  </a:lnTo>
                  <a:lnTo>
                    <a:pt x="5231333" y="0"/>
                  </a:lnTo>
                  <a:lnTo>
                    <a:pt x="5250408" y="0"/>
                  </a:lnTo>
                  <a:lnTo>
                    <a:pt x="5250408" y="12700"/>
                  </a:lnTo>
                  <a:close/>
                </a:path>
                <a:path w="5549900" h="317500">
                  <a:moveTo>
                    <a:pt x="5224983" y="12700"/>
                  </a:moveTo>
                  <a:lnTo>
                    <a:pt x="5205920" y="12700"/>
                  </a:lnTo>
                  <a:lnTo>
                    <a:pt x="5205920" y="0"/>
                  </a:lnTo>
                  <a:lnTo>
                    <a:pt x="5224983" y="0"/>
                  </a:lnTo>
                  <a:lnTo>
                    <a:pt x="5224983" y="12700"/>
                  </a:lnTo>
                  <a:close/>
                </a:path>
                <a:path w="5549900" h="317500">
                  <a:moveTo>
                    <a:pt x="5199557" y="12700"/>
                  </a:moveTo>
                  <a:lnTo>
                    <a:pt x="5180495" y="12700"/>
                  </a:lnTo>
                  <a:lnTo>
                    <a:pt x="5180495" y="0"/>
                  </a:lnTo>
                  <a:lnTo>
                    <a:pt x="5199557" y="0"/>
                  </a:lnTo>
                  <a:lnTo>
                    <a:pt x="5199557" y="12700"/>
                  </a:lnTo>
                  <a:close/>
                </a:path>
                <a:path w="5549900" h="317500">
                  <a:moveTo>
                    <a:pt x="5174132" y="12700"/>
                  </a:moveTo>
                  <a:lnTo>
                    <a:pt x="5155069" y="12700"/>
                  </a:lnTo>
                  <a:lnTo>
                    <a:pt x="5155069" y="0"/>
                  </a:lnTo>
                  <a:lnTo>
                    <a:pt x="5174132" y="0"/>
                  </a:lnTo>
                  <a:lnTo>
                    <a:pt x="5174132" y="12700"/>
                  </a:lnTo>
                  <a:close/>
                </a:path>
                <a:path w="5549900" h="317500">
                  <a:moveTo>
                    <a:pt x="5148719" y="12700"/>
                  </a:moveTo>
                  <a:lnTo>
                    <a:pt x="5129644" y="12700"/>
                  </a:lnTo>
                  <a:lnTo>
                    <a:pt x="5129644" y="0"/>
                  </a:lnTo>
                  <a:lnTo>
                    <a:pt x="5148719" y="0"/>
                  </a:lnTo>
                  <a:lnTo>
                    <a:pt x="5148719" y="12700"/>
                  </a:lnTo>
                  <a:close/>
                </a:path>
                <a:path w="5549900" h="317500">
                  <a:moveTo>
                    <a:pt x="5123294" y="12700"/>
                  </a:moveTo>
                  <a:lnTo>
                    <a:pt x="5104231" y="12700"/>
                  </a:lnTo>
                  <a:lnTo>
                    <a:pt x="5104231" y="0"/>
                  </a:lnTo>
                  <a:lnTo>
                    <a:pt x="5123294" y="0"/>
                  </a:lnTo>
                  <a:lnTo>
                    <a:pt x="5123294" y="12700"/>
                  </a:lnTo>
                  <a:close/>
                </a:path>
                <a:path w="5549900" h="317500">
                  <a:moveTo>
                    <a:pt x="5097868" y="12700"/>
                  </a:moveTo>
                  <a:lnTo>
                    <a:pt x="5078806" y="12700"/>
                  </a:lnTo>
                  <a:lnTo>
                    <a:pt x="5078806" y="0"/>
                  </a:lnTo>
                  <a:lnTo>
                    <a:pt x="5097868" y="0"/>
                  </a:lnTo>
                  <a:lnTo>
                    <a:pt x="5097868" y="12700"/>
                  </a:lnTo>
                  <a:close/>
                </a:path>
                <a:path w="5549900" h="317500">
                  <a:moveTo>
                    <a:pt x="5072443" y="12700"/>
                  </a:moveTo>
                  <a:lnTo>
                    <a:pt x="5053380" y="12700"/>
                  </a:lnTo>
                  <a:lnTo>
                    <a:pt x="5053380" y="0"/>
                  </a:lnTo>
                  <a:lnTo>
                    <a:pt x="5072443" y="0"/>
                  </a:lnTo>
                  <a:lnTo>
                    <a:pt x="5072443" y="12700"/>
                  </a:lnTo>
                  <a:close/>
                </a:path>
                <a:path w="5549900" h="317500">
                  <a:moveTo>
                    <a:pt x="5047030" y="12700"/>
                  </a:moveTo>
                  <a:lnTo>
                    <a:pt x="5027955" y="12700"/>
                  </a:lnTo>
                  <a:lnTo>
                    <a:pt x="5027955" y="0"/>
                  </a:lnTo>
                  <a:lnTo>
                    <a:pt x="5047030" y="0"/>
                  </a:lnTo>
                  <a:lnTo>
                    <a:pt x="5047030" y="12700"/>
                  </a:lnTo>
                  <a:close/>
                </a:path>
                <a:path w="5549900" h="317500">
                  <a:moveTo>
                    <a:pt x="5021605" y="12700"/>
                  </a:moveTo>
                  <a:lnTo>
                    <a:pt x="5002542" y="12700"/>
                  </a:lnTo>
                  <a:lnTo>
                    <a:pt x="5002542" y="0"/>
                  </a:lnTo>
                  <a:lnTo>
                    <a:pt x="5021605" y="0"/>
                  </a:lnTo>
                  <a:lnTo>
                    <a:pt x="5021605" y="12700"/>
                  </a:lnTo>
                  <a:close/>
                </a:path>
                <a:path w="5549900" h="317500">
                  <a:moveTo>
                    <a:pt x="4996180" y="12700"/>
                  </a:moveTo>
                  <a:lnTo>
                    <a:pt x="4977117" y="12700"/>
                  </a:lnTo>
                  <a:lnTo>
                    <a:pt x="4977117" y="0"/>
                  </a:lnTo>
                  <a:lnTo>
                    <a:pt x="4996180" y="0"/>
                  </a:lnTo>
                  <a:lnTo>
                    <a:pt x="4996180" y="12700"/>
                  </a:lnTo>
                  <a:close/>
                </a:path>
                <a:path w="5549900" h="317500">
                  <a:moveTo>
                    <a:pt x="4970754" y="12700"/>
                  </a:moveTo>
                  <a:lnTo>
                    <a:pt x="4951691" y="12700"/>
                  </a:lnTo>
                  <a:lnTo>
                    <a:pt x="4951691" y="0"/>
                  </a:lnTo>
                  <a:lnTo>
                    <a:pt x="4970754" y="0"/>
                  </a:lnTo>
                  <a:lnTo>
                    <a:pt x="4970754" y="12700"/>
                  </a:lnTo>
                  <a:close/>
                </a:path>
                <a:path w="5549900" h="317500">
                  <a:moveTo>
                    <a:pt x="4945341" y="12700"/>
                  </a:moveTo>
                  <a:lnTo>
                    <a:pt x="4926266" y="12700"/>
                  </a:lnTo>
                  <a:lnTo>
                    <a:pt x="4926266" y="0"/>
                  </a:lnTo>
                  <a:lnTo>
                    <a:pt x="4945341" y="0"/>
                  </a:lnTo>
                  <a:lnTo>
                    <a:pt x="4945341" y="12700"/>
                  </a:lnTo>
                  <a:close/>
                </a:path>
                <a:path w="5549900" h="317500">
                  <a:moveTo>
                    <a:pt x="4919916" y="12700"/>
                  </a:moveTo>
                  <a:lnTo>
                    <a:pt x="4900853" y="12700"/>
                  </a:lnTo>
                  <a:lnTo>
                    <a:pt x="4900853" y="0"/>
                  </a:lnTo>
                  <a:lnTo>
                    <a:pt x="4919916" y="0"/>
                  </a:lnTo>
                  <a:lnTo>
                    <a:pt x="4919916" y="12700"/>
                  </a:lnTo>
                  <a:close/>
                </a:path>
                <a:path w="5549900" h="317500">
                  <a:moveTo>
                    <a:pt x="4894491" y="12700"/>
                  </a:moveTo>
                  <a:lnTo>
                    <a:pt x="4875428" y="12700"/>
                  </a:lnTo>
                  <a:lnTo>
                    <a:pt x="4875428" y="0"/>
                  </a:lnTo>
                  <a:lnTo>
                    <a:pt x="4894491" y="0"/>
                  </a:lnTo>
                  <a:lnTo>
                    <a:pt x="4894491" y="12700"/>
                  </a:lnTo>
                  <a:close/>
                </a:path>
                <a:path w="5549900" h="317500">
                  <a:moveTo>
                    <a:pt x="4869065" y="12700"/>
                  </a:moveTo>
                  <a:lnTo>
                    <a:pt x="4850003" y="12700"/>
                  </a:lnTo>
                  <a:lnTo>
                    <a:pt x="4850003" y="0"/>
                  </a:lnTo>
                  <a:lnTo>
                    <a:pt x="4869065" y="0"/>
                  </a:lnTo>
                  <a:lnTo>
                    <a:pt x="4869065" y="12700"/>
                  </a:lnTo>
                  <a:close/>
                </a:path>
                <a:path w="5549900" h="317500">
                  <a:moveTo>
                    <a:pt x="4843653" y="12700"/>
                  </a:moveTo>
                  <a:lnTo>
                    <a:pt x="4824577" y="12700"/>
                  </a:lnTo>
                  <a:lnTo>
                    <a:pt x="4824577" y="0"/>
                  </a:lnTo>
                  <a:lnTo>
                    <a:pt x="4843653" y="0"/>
                  </a:lnTo>
                  <a:lnTo>
                    <a:pt x="4843653" y="12700"/>
                  </a:lnTo>
                  <a:close/>
                </a:path>
                <a:path w="5549900" h="317500">
                  <a:moveTo>
                    <a:pt x="4818227" y="12700"/>
                  </a:moveTo>
                  <a:lnTo>
                    <a:pt x="4799152" y="12700"/>
                  </a:lnTo>
                  <a:lnTo>
                    <a:pt x="4799152" y="0"/>
                  </a:lnTo>
                  <a:lnTo>
                    <a:pt x="4818227" y="0"/>
                  </a:lnTo>
                  <a:lnTo>
                    <a:pt x="4818227" y="12700"/>
                  </a:lnTo>
                  <a:close/>
                </a:path>
                <a:path w="5549900" h="317500">
                  <a:moveTo>
                    <a:pt x="4792802" y="12700"/>
                  </a:moveTo>
                  <a:lnTo>
                    <a:pt x="4773739" y="12700"/>
                  </a:lnTo>
                  <a:lnTo>
                    <a:pt x="4773739" y="0"/>
                  </a:lnTo>
                  <a:lnTo>
                    <a:pt x="4792802" y="0"/>
                  </a:lnTo>
                  <a:lnTo>
                    <a:pt x="4792802" y="12700"/>
                  </a:lnTo>
                  <a:close/>
                </a:path>
                <a:path w="5549900" h="317500">
                  <a:moveTo>
                    <a:pt x="4767376" y="12700"/>
                  </a:moveTo>
                  <a:lnTo>
                    <a:pt x="4748314" y="12700"/>
                  </a:lnTo>
                  <a:lnTo>
                    <a:pt x="4748314" y="0"/>
                  </a:lnTo>
                  <a:lnTo>
                    <a:pt x="4767376" y="0"/>
                  </a:lnTo>
                  <a:lnTo>
                    <a:pt x="4767376" y="12700"/>
                  </a:lnTo>
                  <a:close/>
                </a:path>
                <a:path w="5549900" h="317500">
                  <a:moveTo>
                    <a:pt x="4741964" y="12700"/>
                  </a:moveTo>
                  <a:lnTo>
                    <a:pt x="4722888" y="12700"/>
                  </a:lnTo>
                  <a:lnTo>
                    <a:pt x="4722888" y="0"/>
                  </a:lnTo>
                  <a:lnTo>
                    <a:pt x="4741964" y="0"/>
                  </a:lnTo>
                  <a:lnTo>
                    <a:pt x="4741964" y="12700"/>
                  </a:lnTo>
                  <a:close/>
                </a:path>
                <a:path w="5549900" h="317500">
                  <a:moveTo>
                    <a:pt x="4716538" y="12700"/>
                  </a:moveTo>
                  <a:lnTo>
                    <a:pt x="4697463" y="12700"/>
                  </a:lnTo>
                  <a:lnTo>
                    <a:pt x="4697463" y="0"/>
                  </a:lnTo>
                  <a:lnTo>
                    <a:pt x="4716538" y="0"/>
                  </a:lnTo>
                  <a:lnTo>
                    <a:pt x="4716538" y="12700"/>
                  </a:lnTo>
                  <a:close/>
                </a:path>
                <a:path w="5549900" h="317500">
                  <a:moveTo>
                    <a:pt x="4691113" y="12700"/>
                  </a:moveTo>
                  <a:lnTo>
                    <a:pt x="4672050" y="12700"/>
                  </a:lnTo>
                  <a:lnTo>
                    <a:pt x="4672050" y="0"/>
                  </a:lnTo>
                  <a:lnTo>
                    <a:pt x="4691113" y="0"/>
                  </a:lnTo>
                  <a:lnTo>
                    <a:pt x="4691113" y="12700"/>
                  </a:lnTo>
                  <a:close/>
                </a:path>
                <a:path w="5549900" h="317500">
                  <a:moveTo>
                    <a:pt x="4665687" y="12700"/>
                  </a:moveTo>
                  <a:lnTo>
                    <a:pt x="4646625" y="12700"/>
                  </a:lnTo>
                  <a:lnTo>
                    <a:pt x="4646625" y="0"/>
                  </a:lnTo>
                  <a:lnTo>
                    <a:pt x="4665687" y="0"/>
                  </a:lnTo>
                  <a:lnTo>
                    <a:pt x="4665687" y="12700"/>
                  </a:lnTo>
                  <a:close/>
                </a:path>
                <a:path w="5549900" h="317500">
                  <a:moveTo>
                    <a:pt x="4640262" y="12700"/>
                  </a:moveTo>
                  <a:lnTo>
                    <a:pt x="4621199" y="12700"/>
                  </a:lnTo>
                  <a:lnTo>
                    <a:pt x="4621199" y="0"/>
                  </a:lnTo>
                  <a:lnTo>
                    <a:pt x="4640262" y="0"/>
                  </a:lnTo>
                  <a:lnTo>
                    <a:pt x="4640262" y="12700"/>
                  </a:lnTo>
                  <a:close/>
                </a:path>
                <a:path w="5549900" h="317500">
                  <a:moveTo>
                    <a:pt x="4614849" y="12700"/>
                  </a:moveTo>
                  <a:lnTo>
                    <a:pt x="4595774" y="12700"/>
                  </a:lnTo>
                  <a:lnTo>
                    <a:pt x="4595774" y="0"/>
                  </a:lnTo>
                  <a:lnTo>
                    <a:pt x="4614849" y="0"/>
                  </a:lnTo>
                  <a:lnTo>
                    <a:pt x="4614849" y="12700"/>
                  </a:lnTo>
                  <a:close/>
                </a:path>
                <a:path w="5549900" h="317500">
                  <a:moveTo>
                    <a:pt x="4589424" y="12700"/>
                  </a:moveTo>
                  <a:lnTo>
                    <a:pt x="4570361" y="12700"/>
                  </a:lnTo>
                  <a:lnTo>
                    <a:pt x="4570361" y="0"/>
                  </a:lnTo>
                  <a:lnTo>
                    <a:pt x="4589424" y="0"/>
                  </a:lnTo>
                  <a:lnTo>
                    <a:pt x="4589424" y="12700"/>
                  </a:lnTo>
                  <a:close/>
                </a:path>
                <a:path w="5549900" h="317500">
                  <a:moveTo>
                    <a:pt x="4563999" y="12700"/>
                  </a:moveTo>
                  <a:lnTo>
                    <a:pt x="4544936" y="12700"/>
                  </a:lnTo>
                  <a:lnTo>
                    <a:pt x="4544936" y="0"/>
                  </a:lnTo>
                  <a:lnTo>
                    <a:pt x="4563999" y="0"/>
                  </a:lnTo>
                  <a:lnTo>
                    <a:pt x="4563999" y="12700"/>
                  </a:lnTo>
                  <a:close/>
                </a:path>
                <a:path w="5549900" h="317500">
                  <a:moveTo>
                    <a:pt x="4538573" y="12700"/>
                  </a:moveTo>
                  <a:lnTo>
                    <a:pt x="4519510" y="12700"/>
                  </a:lnTo>
                  <a:lnTo>
                    <a:pt x="4519510" y="0"/>
                  </a:lnTo>
                  <a:lnTo>
                    <a:pt x="4538573" y="0"/>
                  </a:lnTo>
                  <a:lnTo>
                    <a:pt x="4538573" y="12700"/>
                  </a:lnTo>
                  <a:close/>
                </a:path>
                <a:path w="5549900" h="317500">
                  <a:moveTo>
                    <a:pt x="4513160" y="12700"/>
                  </a:moveTo>
                  <a:lnTo>
                    <a:pt x="4494085" y="12700"/>
                  </a:lnTo>
                  <a:lnTo>
                    <a:pt x="4494085" y="0"/>
                  </a:lnTo>
                  <a:lnTo>
                    <a:pt x="4513160" y="0"/>
                  </a:lnTo>
                  <a:lnTo>
                    <a:pt x="4513160" y="12700"/>
                  </a:lnTo>
                  <a:close/>
                </a:path>
                <a:path w="5549900" h="317500">
                  <a:moveTo>
                    <a:pt x="4487735" y="12700"/>
                  </a:moveTo>
                  <a:lnTo>
                    <a:pt x="4468672" y="12700"/>
                  </a:lnTo>
                  <a:lnTo>
                    <a:pt x="4468672" y="0"/>
                  </a:lnTo>
                  <a:lnTo>
                    <a:pt x="4487735" y="0"/>
                  </a:lnTo>
                  <a:lnTo>
                    <a:pt x="4487735" y="12700"/>
                  </a:lnTo>
                  <a:close/>
                </a:path>
                <a:path w="5549900" h="317500">
                  <a:moveTo>
                    <a:pt x="4462310" y="12700"/>
                  </a:moveTo>
                  <a:lnTo>
                    <a:pt x="4443247" y="12700"/>
                  </a:lnTo>
                  <a:lnTo>
                    <a:pt x="4443247" y="0"/>
                  </a:lnTo>
                  <a:lnTo>
                    <a:pt x="4462310" y="0"/>
                  </a:lnTo>
                  <a:lnTo>
                    <a:pt x="4462310" y="12700"/>
                  </a:lnTo>
                  <a:close/>
                </a:path>
                <a:path w="5549900" h="317500">
                  <a:moveTo>
                    <a:pt x="4436884" y="12700"/>
                  </a:moveTo>
                  <a:lnTo>
                    <a:pt x="4417822" y="12700"/>
                  </a:lnTo>
                  <a:lnTo>
                    <a:pt x="4417822" y="0"/>
                  </a:lnTo>
                  <a:lnTo>
                    <a:pt x="4436884" y="0"/>
                  </a:lnTo>
                  <a:lnTo>
                    <a:pt x="4436884" y="12700"/>
                  </a:lnTo>
                  <a:close/>
                </a:path>
                <a:path w="5549900" h="317500">
                  <a:moveTo>
                    <a:pt x="4411472" y="12700"/>
                  </a:moveTo>
                  <a:lnTo>
                    <a:pt x="4392396" y="12700"/>
                  </a:lnTo>
                  <a:lnTo>
                    <a:pt x="4392396" y="0"/>
                  </a:lnTo>
                  <a:lnTo>
                    <a:pt x="4411472" y="0"/>
                  </a:lnTo>
                  <a:lnTo>
                    <a:pt x="4411472" y="12700"/>
                  </a:lnTo>
                  <a:close/>
                </a:path>
                <a:path w="5549900" h="317500">
                  <a:moveTo>
                    <a:pt x="4386046" y="12700"/>
                  </a:moveTo>
                  <a:lnTo>
                    <a:pt x="4366983" y="12700"/>
                  </a:lnTo>
                  <a:lnTo>
                    <a:pt x="4366983" y="0"/>
                  </a:lnTo>
                  <a:lnTo>
                    <a:pt x="4386046" y="0"/>
                  </a:lnTo>
                  <a:lnTo>
                    <a:pt x="4386046" y="12700"/>
                  </a:lnTo>
                  <a:close/>
                </a:path>
                <a:path w="5549900" h="317500">
                  <a:moveTo>
                    <a:pt x="4360621" y="12700"/>
                  </a:moveTo>
                  <a:lnTo>
                    <a:pt x="4341558" y="12700"/>
                  </a:lnTo>
                  <a:lnTo>
                    <a:pt x="4341558" y="0"/>
                  </a:lnTo>
                  <a:lnTo>
                    <a:pt x="4360621" y="0"/>
                  </a:lnTo>
                  <a:lnTo>
                    <a:pt x="4360621" y="12700"/>
                  </a:lnTo>
                  <a:close/>
                </a:path>
                <a:path w="5549900" h="317500">
                  <a:moveTo>
                    <a:pt x="4335195" y="12700"/>
                  </a:moveTo>
                  <a:lnTo>
                    <a:pt x="4316133" y="12700"/>
                  </a:lnTo>
                  <a:lnTo>
                    <a:pt x="4316133" y="0"/>
                  </a:lnTo>
                  <a:lnTo>
                    <a:pt x="4335195" y="0"/>
                  </a:lnTo>
                  <a:lnTo>
                    <a:pt x="4335195" y="12700"/>
                  </a:lnTo>
                  <a:close/>
                </a:path>
                <a:path w="5549900" h="317500">
                  <a:moveTo>
                    <a:pt x="4309783" y="12700"/>
                  </a:moveTo>
                  <a:lnTo>
                    <a:pt x="4290707" y="12700"/>
                  </a:lnTo>
                  <a:lnTo>
                    <a:pt x="4290707" y="0"/>
                  </a:lnTo>
                  <a:lnTo>
                    <a:pt x="4309783" y="0"/>
                  </a:lnTo>
                  <a:lnTo>
                    <a:pt x="4309783" y="12700"/>
                  </a:lnTo>
                  <a:close/>
                </a:path>
                <a:path w="5549900" h="317500">
                  <a:moveTo>
                    <a:pt x="4284357" y="12700"/>
                  </a:moveTo>
                  <a:lnTo>
                    <a:pt x="4265282" y="12700"/>
                  </a:lnTo>
                  <a:lnTo>
                    <a:pt x="4265282" y="0"/>
                  </a:lnTo>
                  <a:lnTo>
                    <a:pt x="4284357" y="0"/>
                  </a:lnTo>
                  <a:lnTo>
                    <a:pt x="4284357" y="12700"/>
                  </a:lnTo>
                  <a:close/>
                </a:path>
                <a:path w="5549900" h="317500">
                  <a:moveTo>
                    <a:pt x="4258932" y="12700"/>
                  </a:moveTo>
                  <a:lnTo>
                    <a:pt x="4239869" y="12700"/>
                  </a:lnTo>
                  <a:lnTo>
                    <a:pt x="4239869" y="0"/>
                  </a:lnTo>
                  <a:lnTo>
                    <a:pt x="4258932" y="0"/>
                  </a:lnTo>
                  <a:lnTo>
                    <a:pt x="4258932" y="12700"/>
                  </a:lnTo>
                  <a:close/>
                </a:path>
                <a:path w="5549900" h="317500">
                  <a:moveTo>
                    <a:pt x="4233506" y="12700"/>
                  </a:moveTo>
                  <a:lnTo>
                    <a:pt x="4214444" y="12700"/>
                  </a:lnTo>
                  <a:lnTo>
                    <a:pt x="4214444" y="0"/>
                  </a:lnTo>
                  <a:lnTo>
                    <a:pt x="4233506" y="0"/>
                  </a:lnTo>
                  <a:lnTo>
                    <a:pt x="4233506" y="12700"/>
                  </a:lnTo>
                  <a:close/>
                </a:path>
                <a:path w="5549900" h="317500">
                  <a:moveTo>
                    <a:pt x="4208094" y="12700"/>
                  </a:moveTo>
                  <a:lnTo>
                    <a:pt x="4189018" y="12700"/>
                  </a:lnTo>
                  <a:lnTo>
                    <a:pt x="4189018" y="0"/>
                  </a:lnTo>
                  <a:lnTo>
                    <a:pt x="4208094" y="0"/>
                  </a:lnTo>
                  <a:lnTo>
                    <a:pt x="4208094" y="12700"/>
                  </a:lnTo>
                  <a:close/>
                </a:path>
                <a:path w="5549900" h="317500">
                  <a:moveTo>
                    <a:pt x="4182668" y="12700"/>
                  </a:moveTo>
                  <a:lnTo>
                    <a:pt x="4163593" y="12700"/>
                  </a:lnTo>
                  <a:lnTo>
                    <a:pt x="4163593" y="0"/>
                  </a:lnTo>
                  <a:lnTo>
                    <a:pt x="4182668" y="0"/>
                  </a:lnTo>
                  <a:lnTo>
                    <a:pt x="4182668" y="12700"/>
                  </a:lnTo>
                  <a:close/>
                </a:path>
                <a:path w="5549900" h="317500">
                  <a:moveTo>
                    <a:pt x="4157243" y="12700"/>
                  </a:moveTo>
                  <a:lnTo>
                    <a:pt x="4138180" y="12700"/>
                  </a:lnTo>
                  <a:lnTo>
                    <a:pt x="4138180" y="0"/>
                  </a:lnTo>
                  <a:lnTo>
                    <a:pt x="4157243" y="0"/>
                  </a:lnTo>
                  <a:lnTo>
                    <a:pt x="4157243" y="12700"/>
                  </a:lnTo>
                  <a:close/>
                </a:path>
                <a:path w="5549900" h="317500">
                  <a:moveTo>
                    <a:pt x="4131817" y="12700"/>
                  </a:moveTo>
                  <a:lnTo>
                    <a:pt x="4112755" y="12700"/>
                  </a:lnTo>
                  <a:lnTo>
                    <a:pt x="4112755" y="0"/>
                  </a:lnTo>
                  <a:lnTo>
                    <a:pt x="4131817" y="0"/>
                  </a:lnTo>
                  <a:lnTo>
                    <a:pt x="4131817" y="12700"/>
                  </a:lnTo>
                  <a:close/>
                </a:path>
                <a:path w="5549900" h="317500">
                  <a:moveTo>
                    <a:pt x="4106392" y="12700"/>
                  </a:moveTo>
                  <a:lnTo>
                    <a:pt x="4087329" y="12700"/>
                  </a:lnTo>
                  <a:lnTo>
                    <a:pt x="4087329" y="0"/>
                  </a:lnTo>
                  <a:lnTo>
                    <a:pt x="4106392" y="0"/>
                  </a:lnTo>
                  <a:lnTo>
                    <a:pt x="4106392" y="12700"/>
                  </a:lnTo>
                  <a:close/>
                </a:path>
                <a:path w="5549900" h="317500">
                  <a:moveTo>
                    <a:pt x="4080979" y="12700"/>
                  </a:moveTo>
                  <a:lnTo>
                    <a:pt x="4061904" y="12700"/>
                  </a:lnTo>
                  <a:lnTo>
                    <a:pt x="4061904" y="0"/>
                  </a:lnTo>
                  <a:lnTo>
                    <a:pt x="4080979" y="0"/>
                  </a:lnTo>
                  <a:lnTo>
                    <a:pt x="4080979" y="12700"/>
                  </a:lnTo>
                  <a:close/>
                </a:path>
                <a:path w="5549900" h="317500">
                  <a:moveTo>
                    <a:pt x="4055554" y="12700"/>
                  </a:moveTo>
                  <a:lnTo>
                    <a:pt x="4036491" y="12700"/>
                  </a:lnTo>
                  <a:lnTo>
                    <a:pt x="4036491" y="0"/>
                  </a:lnTo>
                  <a:lnTo>
                    <a:pt x="4055554" y="0"/>
                  </a:lnTo>
                  <a:lnTo>
                    <a:pt x="4055554" y="12700"/>
                  </a:lnTo>
                  <a:close/>
                </a:path>
                <a:path w="5549900" h="317500">
                  <a:moveTo>
                    <a:pt x="4030129" y="12700"/>
                  </a:moveTo>
                  <a:lnTo>
                    <a:pt x="4011066" y="12700"/>
                  </a:lnTo>
                  <a:lnTo>
                    <a:pt x="4011066" y="0"/>
                  </a:lnTo>
                  <a:lnTo>
                    <a:pt x="4030129" y="0"/>
                  </a:lnTo>
                  <a:lnTo>
                    <a:pt x="4030129" y="12700"/>
                  </a:lnTo>
                  <a:close/>
                </a:path>
                <a:path w="5549900" h="317500">
                  <a:moveTo>
                    <a:pt x="4004703" y="12700"/>
                  </a:moveTo>
                  <a:lnTo>
                    <a:pt x="3985641" y="12700"/>
                  </a:lnTo>
                  <a:lnTo>
                    <a:pt x="3985641" y="0"/>
                  </a:lnTo>
                  <a:lnTo>
                    <a:pt x="4004703" y="0"/>
                  </a:lnTo>
                  <a:lnTo>
                    <a:pt x="4004703" y="12700"/>
                  </a:lnTo>
                  <a:close/>
                </a:path>
                <a:path w="5549900" h="317500">
                  <a:moveTo>
                    <a:pt x="3979291" y="12700"/>
                  </a:moveTo>
                  <a:lnTo>
                    <a:pt x="3960215" y="12700"/>
                  </a:lnTo>
                  <a:lnTo>
                    <a:pt x="3960215" y="0"/>
                  </a:lnTo>
                  <a:lnTo>
                    <a:pt x="3979291" y="0"/>
                  </a:lnTo>
                  <a:lnTo>
                    <a:pt x="3979291" y="12700"/>
                  </a:lnTo>
                  <a:close/>
                </a:path>
                <a:path w="5549900" h="317500">
                  <a:moveTo>
                    <a:pt x="3953865" y="12700"/>
                  </a:moveTo>
                  <a:lnTo>
                    <a:pt x="3934802" y="12700"/>
                  </a:lnTo>
                  <a:lnTo>
                    <a:pt x="3934802" y="0"/>
                  </a:lnTo>
                  <a:lnTo>
                    <a:pt x="3953865" y="0"/>
                  </a:lnTo>
                  <a:lnTo>
                    <a:pt x="3953865" y="12700"/>
                  </a:lnTo>
                  <a:close/>
                </a:path>
                <a:path w="5549900" h="317500">
                  <a:moveTo>
                    <a:pt x="3928440" y="12700"/>
                  </a:moveTo>
                  <a:lnTo>
                    <a:pt x="3909377" y="12700"/>
                  </a:lnTo>
                  <a:lnTo>
                    <a:pt x="3909377" y="0"/>
                  </a:lnTo>
                  <a:lnTo>
                    <a:pt x="3928440" y="0"/>
                  </a:lnTo>
                  <a:lnTo>
                    <a:pt x="3928440" y="12700"/>
                  </a:lnTo>
                  <a:close/>
                </a:path>
                <a:path w="5549900" h="317500">
                  <a:moveTo>
                    <a:pt x="3903014" y="12700"/>
                  </a:moveTo>
                  <a:lnTo>
                    <a:pt x="3883952" y="12700"/>
                  </a:lnTo>
                  <a:lnTo>
                    <a:pt x="3883952" y="0"/>
                  </a:lnTo>
                  <a:lnTo>
                    <a:pt x="3903014" y="0"/>
                  </a:lnTo>
                  <a:lnTo>
                    <a:pt x="3903014" y="12700"/>
                  </a:lnTo>
                  <a:close/>
                </a:path>
                <a:path w="5549900" h="317500">
                  <a:moveTo>
                    <a:pt x="3877602" y="12700"/>
                  </a:moveTo>
                  <a:lnTo>
                    <a:pt x="3858526" y="12700"/>
                  </a:lnTo>
                  <a:lnTo>
                    <a:pt x="3858526" y="0"/>
                  </a:lnTo>
                  <a:lnTo>
                    <a:pt x="3877602" y="0"/>
                  </a:lnTo>
                  <a:lnTo>
                    <a:pt x="3877602" y="12700"/>
                  </a:lnTo>
                  <a:close/>
                </a:path>
                <a:path w="5549900" h="317500">
                  <a:moveTo>
                    <a:pt x="3852176" y="12700"/>
                  </a:moveTo>
                  <a:lnTo>
                    <a:pt x="3833114" y="12700"/>
                  </a:lnTo>
                  <a:lnTo>
                    <a:pt x="3833114" y="0"/>
                  </a:lnTo>
                  <a:lnTo>
                    <a:pt x="3852176" y="0"/>
                  </a:lnTo>
                  <a:lnTo>
                    <a:pt x="3852176" y="12700"/>
                  </a:lnTo>
                  <a:close/>
                </a:path>
                <a:path w="5549900" h="317500">
                  <a:moveTo>
                    <a:pt x="3826751" y="12700"/>
                  </a:moveTo>
                  <a:lnTo>
                    <a:pt x="3807688" y="12700"/>
                  </a:lnTo>
                  <a:lnTo>
                    <a:pt x="3807688" y="0"/>
                  </a:lnTo>
                  <a:lnTo>
                    <a:pt x="3826751" y="0"/>
                  </a:lnTo>
                  <a:lnTo>
                    <a:pt x="3826751" y="12700"/>
                  </a:lnTo>
                  <a:close/>
                </a:path>
                <a:path w="5549900" h="317500">
                  <a:moveTo>
                    <a:pt x="3801325" y="12700"/>
                  </a:moveTo>
                  <a:lnTo>
                    <a:pt x="3782263" y="12700"/>
                  </a:lnTo>
                  <a:lnTo>
                    <a:pt x="3782263" y="0"/>
                  </a:lnTo>
                  <a:lnTo>
                    <a:pt x="3801325" y="0"/>
                  </a:lnTo>
                  <a:lnTo>
                    <a:pt x="3801325" y="12700"/>
                  </a:lnTo>
                  <a:close/>
                </a:path>
                <a:path w="5549900" h="317500">
                  <a:moveTo>
                    <a:pt x="3775913" y="12700"/>
                  </a:moveTo>
                  <a:lnTo>
                    <a:pt x="3756837" y="12700"/>
                  </a:lnTo>
                  <a:lnTo>
                    <a:pt x="3756837" y="0"/>
                  </a:lnTo>
                  <a:lnTo>
                    <a:pt x="3775913" y="0"/>
                  </a:lnTo>
                  <a:lnTo>
                    <a:pt x="3775913" y="12700"/>
                  </a:lnTo>
                  <a:close/>
                </a:path>
                <a:path w="5549900" h="317500">
                  <a:moveTo>
                    <a:pt x="3750487" y="12700"/>
                  </a:moveTo>
                  <a:lnTo>
                    <a:pt x="3731425" y="12700"/>
                  </a:lnTo>
                  <a:lnTo>
                    <a:pt x="3731425" y="0"/>
                  </a:lnTo>
                  <a:lnTo>
                    <a:pt x="3750487" y="0"/>
                  </a:lnTo>
                  <a:lnTo>
                    <a:pt x="3750487" y="12700"/>
                  </a:lnTo>
                  <a:close/>
                </a:path>
                <a:path w="5549900" h="317500">
                  <a:moveTo>
                    <a:pt x="3725062" y="12700"/>
                  </a:moveTo>
                  <a:lnTo>
                    <a:pt x="3705999" y="12700"/>
                  </a:lnTo>
                  <a:lnTo>
                    <a:pt x="3705999" y="0"/>
                  </a:lnTo>
                  <a:lnTo>
                    <a:pt x="3725062" y="0"/>
                  </a:lnTo>
                  <a:lnTo>
                    <a:pt x="3725062" y="12700"/>
                  </a:lnTo>
                  <a:close/>
                </a:path>
                <a:path w="5549900" h="317500">
                  <a:moveTo>
                    <a:pt x="3699637" y="12700"/>
                  </a:moveTo>
                  <a:lnTo>
                    <a:pt x="3680574" y="12700"/>
                  </a:lnTo>
                  <a:lnTo>
                    <a:pt x="3680574" y="0"/>
                  </a:lnTo>
                  <a:lnTo>
                    <a:pt x="3699637" y="0"/>
                  </a:lnTo>
                  <a:lnTo>
                    <a:pt x="3699637" y="12700"/>
                  </a:lnTo>
                  <a:close/>
                </a:path>
                <a:path w="5549900" h="317500">
                  <a:moveTo>
                    <a:pt x="3674224" y="12700"/>
                  </a:moveTo>
                  <a:lnTo>
                    <a:pt x="3655148" y="12700"/>
                  </a:lnTo>
                  <a:lnTo>
                    <a:pt x="3655148" y="0"/>
                  </a:lnTo>
                  <a:lnTo>
                    <a:pt x="3674224" y="0"/>
                  </a:lnTo>
                  <a:lnTo>
                    <a:pt x="3674224" y="12700"/>
                  </a:lnTo>
                  <a:close/>
                </a:path>
                <a:path w="5549900" h="317500">
                  <a:moveTo>
                    <a:pt x="3648798" y="12700"/>
                  </a:moveTo>
                  <a:lnTo>
                    <a:pt x="3629736" y="12700"/>
                  </a:lnTo>
                  <a:lnTo>
                    <a:pt x="3629736" y="0"/>
                  </a:lnTo>
                  <a:lnTo>
                    <a:pt x="3648798" y="0"/>
                  </a:lnTo>
                  <a:lnTo>
                    <a:pt x="3648798" y="12700"/>
                  </a:lnTo>
                  <a:close/>
                </a:path>
                <a:path w="5549900" h="317500">
                  <a:moveTo>
                    <a:pt x="3623373" y="12700"/>
                  </a:moveTo>
                  <a:lnTo>
                    <a:pt x="3604310" y="12700"/>
                  </a:lnTo>
                  <a:lnTo>
                    <a:pt x="3604310" y="0"/>
                  </a:lnTo>
                  <a:lnTo>
                    <a:pt x="3623373" y="0"/>
                  </a:lnTo>
                  <a:lnTo>
                    <a:pt x="3623373" y="12700"/>
                  </a:lnTo>
                  <a:close/>
                </a:path>
                <a:path w="5549900" h="317500">
                  <a:moveTo>
                    <a:pt x="3597948" y="12700"/>
                  </a:moveTo>
                  <a:lnTo>
                    <a:pt x="3578885" y="12700"/>
                  </a:lnTo>
                  <a:lnTo>
                    <a:pt x="3578885" y="0"/>
                  </a:lnTo>
                  <a:lnTo>
                    <a:pt x="3597948" y="0"/>
                  </a:lnTo>
                  <a:lnTo>
                    <a:pt x="3597948" y="12700"/>
                  </a:lnTo>
                  <a:close/>
                </a:path>
                <a:path w="5549900" h="317500">
                  <a:moveTo>
                    <a:pt x="3572535" y="12700"/>
                  </a:moveTo>
                  <a:lnTo>
                    <a:pt x="3553460" y="12700"/>
                  </a:lnTo>
                  <a:lnTo>
                    <a:pt x="3553460" y="0"/>
                  </a:lnTo>
                  <a:lnTo>
                    <a:pt x="3572535" y="0"/>
                  </a:lnTo>
                  <a:lnTo>
                    <a:pt x="3572535" y="12700"/>
                  </a:lnTo>
                  <a:close/>
                </a:path>
                <a:path w="5549900" h="317500">
                  <a:moveTo>
                    <a:pt x="3547110" y="12700"/>
                  </a:moveTo>
                  <a:lnTo>
                    <a:pt x="3528034" y="12700"/>
                  </a:lnTo>
                  <a:lnTo>
                    <a:pt x="3528034" y="0"/>
                  </a:lnTo>
                  <a:lnTo>
                    <a:pt x="3547110" y="0"/>
                  </a:lnTo>
                  <a:lnTo>
                    <a:pt x="3547110" y="12700"/>
                  </a:lnTo>
                  <a:close/>
                </a:path>
                <a:path w="5549900" h="317500">
                  <a:moveTo>
                    <a:pt x="3521684" y="12700"/>
                  </a:moveTo>
                  <a:lnTo>
                    <a:pt x="3502621" y="12700"/>
                  </a:lnTo>
                  <a:lnTo>
                    <a:pt x="3502621" y="0"/>
                  </a:lnTo>
                  <a:lnTo>
                    <a:pt x="3521684" y="0"/>
                  </a:lnTo>
                  <a:lnTo>
                    <a:pt x="3521684" y="12700"/>
                  </a:lnTo>
                  <a:close/>
                </a:path>
                <a:path w="5549900" h="317500">
                  <a:moveTo>
                    <a:pt x="3496259" y="12700"/>
                  </a:moveTo>
                  <a:lnTo>
                    <a:pt x="3477196" y="12700"/>
                  </a:lnTo>
                  <a:lnTo>
                    <a:pt x="3477196" y="0"/>
                  </a:lnTo>
                  <a:lnTo>
                    <a:pt x="3496259" y="0"/>
                  </a:lnTo>
                  <a:lnTo>
                    <a:pt x="3496259" y="12700"/>
                  </a:lnTo>
                  <a:close/>
                </a:path>
                <a:path w="5549900" h="317500">
                  <a:moveTo>
                    <a:pt x="3470846" y="12700"/>
                  </a:moveTo>
                  <a:lnTo>
                    <a:pt x="3451771" y="12700"/>
                  </a:lnTo>
                  <a:lnTo>
                    <a:pt x="3451771" y="0"/>
                  </a:lnTo>
                  <a:lnTo>
                    <a:pt x="3470846" y="0"/>
                  </a:lnTo>
                  <a:lnTo>
                    <a:pt x="3470846" y="12700"/>
                  </a:lnTo>
                  <a:close/>
                </a:path>
                <a:path w="5549900" h="317500">
                  <a:moveTo>
                    <a:pt x="3445421" y="12700"/>
                  </a:moveTo>
                  <a:lnTo>
                    <a:pt x="3426345" y="12700"/>
                  </a:lnTo>
                  <a:lnTo>
                    <a:pt x="3426345" y="0"/>
                  </a:lnTo>
                  <a:lnTo>
                    <a:pt x="3445421" y="0"/>
                  </a:lnTo>
                  <a:lnTo>
                    <a:pt x="3445421" y="12700"/>
                  </a:lnTo>
                  <a:close/>
                </a:path>
                <a:path w="5549900" h="317500">
                  <a:moveTo>
                    <a:pt x="3419995" y="12700"/>
                  </a:moveTo>
                  <a:lnTo>
                    <a:pt x="3400933" y="12700"/>
                  </a:lnTo>
                  <a:lnTo>
                    <a:pt x="3400933" y="0"/>
                  </a:lnTo>
                  <a:lnTo>
                    <a:pt x="3419995" y="0"/>
                  </a:lnTo>
                  <a:lnTo>
                    <a:pt x="3419995" y="12700"/>
                  </a:lnTo>
                  <a:close/>
                </a:path>
                <a:path w="5549900" h="317500">
                  <a:moveTo>
                    <a:pt x="3394570" y="12700"/>
                  </a:moveTo>
                  <a:lnTo>
                    <a:pt x="3375507" y="12700"/>
                  </a:lnTo>
                  <a:lnTo>
                    <a:pt x="3375507" y="0"/>
                  </a:lnTo>
                  <a:lnTo>
                    <a:pt x="3394570" y="0"/>
                  </a:lnTo>
                  <a:lnTo>
                    <a:pt x="3394570" y="12700"/>
                  </a:lnTo>
                  <a:close/>
                </a:path>
                <a:path w="5549900" h="317500">
                  <a:moveTo>
                    <a:pt x="3369157" y="12700"/>
                  </a:moveTo>
                  <a:lnTo>
                    <a:pt x="3350082" y="12700"/>
                  </a:lnTo>
                  <a:lnTo>
                    <a:pt x="3350082" y="0"/>
                  </a:lnTo>
                  <a:lnTo>
                    <a:pt x="3369157" y="0"/>
                  </a:lnTo>
                  <a:lnTo>
                    <a:pt x="3369157" y="12700"/>
                  </a:lnTo>
                  <a:close/>
                </a:path>
                <a:path w="5549900" h="317500">
                  <a:moveTo>
                    <a:pt x="3343732" y="12700"/>
                  </a:moveTo>
                  <a:lnTo>
                    <a:pt x="3324656" y="12700"/>
                  </a:lnTo>
                  <a:lnTo>
                    <a:pt x="3324656" y="0"/>
                  </a:lnTo>
                  <a:lnTo>
                    <a:pt x="3343732" y="0"/>
                  </a:lnTo>
                  <a:lnTo>
                    <a:pt x="3343732" y="12700"/>
                  </a:lnTo>
                  <a:close/>
                </a:path>
                <a:path w="5549900" h="317500">
                  <a:moveTo>
                    <a:pt x="3318306" y="12700"/>
                  </a:moveTo>
                  <a:lnTo>
                    <a:pt x="3299244" y="12700"/>
                  </a:lnTo>
                  <a:lnTo>
                    <a:pt x="3299244" y="0"/>
                  </a:lnTo>
                  <a:lnTo>
                    <a:pt x="3318306" y="0"/>
                  </a:lnTo>
                  <a:lnTo>
                    <a:pt x="3318306" y="12700"/>
                  </a:lnTo>
                  <a:close/>
                </a:path>
                <a:path w="5549900" h="317500">
                  <a:moveTo>
                    <a:pt x="3292881" y="12700"/>
                  </a:moveTo>
                  <a:lnTo>
                    <a:pt x="3273818" y="12700"/>
                  </a:lnTo>
                  <a:lnTo>
                    <a:pt x="3273818" y="0"/>
                  </a:lnTo>
                  <a:lnTo>
                    <a:pt x="3292881" y="0"/>
                  </a:lnTo>
                  <a:lnTo>
                    <a:pt x="3292881" y="12700"/>
                  </a:lnTo>
                  <a:close/>
                </a:path>
                <a:path w="5549900" h="317500">
                  <a:moveTo>
                    <a:pt x="3267468" y="12700"/>
                  </a:moveTo>
                  <a:lnTo>
                    <a:pt x="3248393" y="12700"/>
                  </a:lnTo>
                  <a:lnTo>
                    <a:pt x="3248393" y="0"/>
                  </a:lnTo>
                  <a:lnTo>
                    <a:pt x="3267468" y="0"/>
                  </a:lnTo>
                  <a:lnTo>
                    <a:pt x="3267468" y="12700"/>
                  </a:lnTo>
                  <a:close/>
                </a:path>
                <a:path w="5549900" h="317500">
                  <a:moveTo>
                    <a:pt x="3242043" y="12700"/>
                  </a:moveTo>
                  <a:lnTo>
                    <a:pt x="3222967" y="12700"/>
                  </a:lnTo>
                  <a:lnTo>
                    <a:pt x="3222967" y="0"/>
                  </a:lnTo>
                  <a:lnTo>
                    <a:pt x="3242043" y="0"/>
                  </a:lnTo>
                  <a:lnTo>
                    <a:pt x="3242043" y="12700"/>
                  </a:lnTo>
                  <a:close/>
                </a:path>
                <a:path w="5549900" h="317500">
                  <a:moveTo>
                    <a:pt x="3216617" y="12700"/>
                  </a:moveTo>
                  <a:lnTo>
                    <a:pt x="3197555" y="12700"/>
                  </a:lnTo>
                  <a:lnTo>
                    <a:pt x="3197555" y="0"/>
                  </a:lnTo>
                  <a:lnTo>
                    <a:pt x="3216617" y="0"/>
                  </a:lnTo>
                  <a:lnTo>
                    <a:pt x="3216617" y="12700"/>
                  </a:lnTo>
                  <a:close/>
                </a:path>
                <a:path w="5549900" h="317500">
                  <a:moveTo>
                    <a:pt x="3191192" y="12700"/>
                  </a:moveTo>
                  <a:lnTo>
                    <a:pt x="3172129" y="12700"/>
                  </a:lnTo>
                  <a:lnTo>
                    <a:pt x="3172129" y="0"/>
                  </a:lnTo>
                  <a:lnTo>
                    <a:pt x="3191192" y="0"/>
                  </a:lnTo>
                  <a:lnTo>
                    <a:pt x="3191192" y="12700"/>
                  </a:lnTo>
                  <a:close/>
                </a:path>
                <a:path w="5549900" h="317500">
                  <a:moveTo>
                    <a:pt x="3165767" y="12700"/>
                  </a:moveTo>
                  <a:lnTo>
                    <a:pt x="3146704" y="12700"/>
                  </a:lnTo>
                  <a:lnTo>
                    <a:pt x="3146704" y="0"/>
                  </a:lnTo>
                  <a:lnTo>
                    <a:pt x="3165767" y="0"/>
                  </a:lnTo>
                  <a:lnTo>
                    <a:pt x="3165767" y="12700"/>
                  </a:lnTo>
                  <a:close/>
                </a:path>
                <a:path w="5549900" h="317500">
                  <a:moveTo>
                    <a:pt x="3140354" y="12700"/>
                  </a:moveTo>
                  <a:lnTo>
                    <a:pt x="3121279" y="12700"/>
                  </a:lnTo>
                  <a:lnTo>
                    <a:pt x="3121279" y="0"/>
                  </a:lnTo>
                  <a:lnTo>
                    <a:pt x="3140354" y="0"/>
                  </a:lnTo>
                  <a:lnTo>
                    <a:pt x="3140354" y="12700"/>
                  </a:lnTo>
                  <a:close/>
                </a:path>
                <a:path w="5549900" h="317500">
                  <a:moveTo>
                    <a:pt x="3114929" y="12700"/>
                  </a:moveTo>
                  <a:lnTo>
                    <a:pt x="3095866" y="12700"/>
                  </a:lnTo>
                  <a:lnTo>
                    <a:pt x="3095866" y="0"/>
                  </a:lnTo>
                  <a:lnTo>
                    <a:pt x="3114929" y="0"/>
                  </a:lnTo>
                  <a:lnTo>
                    <a:pt x="3114929" y="12700"/>
                  </a:lnTo>
                  <a:close/>
                </a:path>
                <a:path w="5549900" h="317500">
                  <a:moveTo>
                    <a:pt x="3089503" y="12700"/>
                  </a:moveTo>
                  <a:lnTo>
                    <a:pt x="3070440" y="12700"/>
                  </a:lnTo>
                  <a:lnTo>
                    <a:pt x="3070440" y="0"/>
                  </a:lnTo>
                  <a:lnTo>
                    <a:pt x="3089503" y="0"/>
                  </a:lnTo>
                  <a:lnTo>
                    <a:pt x="3089503" y="12700"/>
                  </a:lnTo>
                  <a:close/>
                </a:path>
                <a:path w="5549900" h="317500">
                  <a:moveTo>
                    <a:pt x="3064078" y="12700"/>
                  </a:moveTo>
                  <a:lnTo>
                    <a:pt x="3045015" y="12700"/>
                  </a:lnTo>
                  <a:lnTo>
                    <a:pt x="3045015" y="0"/>
                  </a:lnTo>
                  <a:lnTo>
                    <a:pt x="3064078" y="0"/>
                  </a:lnTo>
                  <a:lnTo>
                    <a:pt x="3064078" y="12700"/>
                  </a:lnTo>
                  <a:close/>
                </a:path>
                <a:path w="5549900" h="317500">
                  <a:moveTo>
                    <a:pt x="3038665" y="12700"/>
                  </a:moveTo>
                  <a:lnTo>
                    <a:pt x="3019590" y="12700"/>
                  </a:lnTo>
                  <a:lnTo>
                    <a:pt x="3019590" y="0"/>
                  </a:lnTo>
                  <a:lnTo>
                    <a:pt x="3038665" y="0"/>
                  </a:lnTo>
                  <a:lnTo>
                    <a:pt x="3038665" y="12700"/>
                  </a:lnTo>
                  <a:close/>
                </a:path>
                <a:path w="5549900" h="317500">
                  <a:moveTo>
                    <a:pt x="3013240" y="12700"/>
                  </a:moveTo>
                  <a:lnTo>
                    <a:pt x="2994177" y="12700"/>
                  </a:lnTo>
                  <a:lnTo>
                    <a:pt x="2994177" y="0"/>
                  </a:lnTo>
                  <a:lnTo>
                    <a:pt x="3013240" y="0"/>
                  </a:lnTo>
                  <a:lnTo>
                    <a:pt x="3013240" y="12700"/>
                  </a:lnTo>
                  <a:close/>
                </a:path>
                <a:path w="5549900" h="317500">
                  <a:moveTo>
                    <a:pt x="2987814" y="12700"/>
                  </a:moveTo>
                  <a:lnTo>
                    <a:pt x="2968752" y="12700"/>
                  </a:lnTo>
                  <a:lnTo>
                    <a:pt x="2968752" y="0"/>
                  </a:lnTo>
                  <a:lnTo>
                    <a:pt x="2987814" y="0"/>
                  </a:lnTo>
                  <a:lnTo>
                    <a:pt x="2987814" y="12700"/>
                  </a:lnTo>
                  <a:close/>
                </a:path>
                <a:path w="5549900" h="317500">
                  <a:moveTo>
                    <a:pt x="2962389" y="12700"/>
                  </a:moveTo>
                  <a:lnTo>
                    <a:pt x="2943326" y="12700"/>
                  </a:lnTo>
                  <a:lnTo>
                    <a:pt x="2943326" y="0"/>
                  </a:lnTo>
                  <a:lnTo>
                    <a:pt x="2962389" y="0"/>
                  </a:lnTo>
                  <a:lnTo>
                    <a:pt x="2962389" y="12700"/>
                  </a:lnTo>
                  <a:close/>
                </a:path>
                <a:path w="5549900" h="317500">
                  <a:moveTo>
                    <a:pt x="2936976" y="12700"/>
                  </a:moveTo>
                  <a:lnTo>
                    <a:pt x="2917901" y="12700"/>
                  </a:lnTo>
                  <a:lnTo>
                    <a:pt x="2917901" y="0"/>
                  </a:lnTo>
                  <a:lnTo>
                    <a:pt x="2936976" y="0"/>
                  </a:lnTo>
                  <a:lnTo>
                    <a:pt x="2936976" y="12700"/>
                  </a:lnTo>
                  <a:close/>
                </a:path>
                <a:path w="5549900" h="317500">
                  <a:moveTo>
                    <a:pt x="2911551" y="12700"/>
                  </a:moveTo>
                  <a:lnTo>
                    <a:pt x="2892488" y="12700"/>
                  </a:lnTo>
                  <a:lnTo>
                    <a:pt x="2892488" y="0"/>
                  </a:lnTo>
                  <a:lnTo>
                    <a:pt x="2911551" y="0"/>
                  </a:lnTo>
                  <a:lnTo>
                    <a:pt x="2911551" y="12700"/>
                  </a:lnTo>
                  <a:close/>
                </a:path>
                <a:path w="5549900" h="317500">
                  <a:moveTo>
                    <a:pt x="2886125" y="12700"/>
                  </a:moveTo>
                  <a:lnTo>
                    <a:pt x="2867063" y="12700"/>
                  </a:lnTo>
                  <a:lnTo>
                    <a:pt x="2867063" y="0"/>
                  </a:lnTo>
                  <a:lnTo>
                    <a:pt x="2886125" y="0"/>
                  </a:lnTo>
                  <a:lnTo>
                    <a:pt x="2886125" y="12700"/>
                  </a:lnTo>
                  <a:close/>
                </a:path>
                <a:path w="5549900" h="317500">
                  <a:moveTo>
                    <a:pt x="2860700" y="12700"/>
                  </a:moveTo>
                  <a:lnTo>
                    <a:pt x="2841637" y="12700"/>
                  </a:lnTo>
                  <a:lnTo>
                    <a:pt x="2841637" y="0"/>
                  </a:lnTo>
                  <a:lnTo>
                    <a:pt x="2860700" y="0"/>
                  </a:lnTo>
                  <a:lnTo>
                    <a:pt x="2860700" y="12700"/>
                  </a:lnTo>
                  <a:close/>
                </a:path>
                <a:path w="5549900" h="317500">
                  <a:moveTo>
                    <a:pt x="2835287" y="12700"/>
                  </a:moveTo>
                  <a:lnTo>
                    <a:pt x="2816212" y="12700"/>
                  </a:lnTo>
                  <a:lnTo>
                    <a:pt x="2816212" y="0"/>
                  </a:lnTo>
                  <a:lnTo>
                    <a:pt x="2835287" y="0"/>
                  </a:lnTo>
                  <a:lnTo>
                    <a:pt x="2835287" y="12700"/>
                  </a:lnTo>
                  <a:close/>
                </a:path>
                <a:path w="5549900" h="317500">
                  <a:moveTo>
                    <a:pt x="2809862" y="12700"/>
                  </a:moveTo>
                  <a:lnTo>
                    <a:pt x="2790799" y="12700"/>
                  </a:lnTo>
                  <a:lnTo>
                    <a:pt x="2790799" y="0"/>
                  </a:lnTo>
                  <a:lnTo>
                    <a:pt x="2809862" y="0"/>
                  </a:lnTo>
                  <a:lnTo>
                    <a:pt x="2809862" y="12700"/>
                  </a:lnTo>
                  <a:close/>
                </a:path>
                <a:path w="5549900" h="317500">
                  <a:moveTo>
                    <a:pt x="2784436" y="12700"/>
                  </a:moveTo>
                  <a:lnTo>
                    <a:pt x="2765374" y="12700"/>
                  </a:lnTo>
                  <a:lnTo>
                    <a:pt x="2765374" y="0"/>
                  </a:lnTo>
                  <a:lnTo>
                    <a:pt x="2784436" y="0"/>
                  </a:lnTo>
                  <a:lnTo>
                    <a:pt x="2784436" y="12700"/>
                  </a:lnTo>
                  <a:close/>
                </a:path>
                <a:path w="5549900" h="317500">
                  <a:moveTo>
                    <a:pt x="2759011" y="12700"/>
                  </a:moveTo>
                  <a:lnTo>
                    <a:pt x="2739948" y="12700"/>
                  </a:lnTo>
                  <a:lnTo>
                    <a:pt x="2739948" y="0"/>
                  </a:lnTo>
                  <a:lnTo>
                    <a:pt x="2759011" y="0"/>
                  </a:lnTo>
                  <a:lnTo>
                    <a:pt x="2759011" y="12700"/>
                  </a:lnTo>
                  <a:close/>
                </a:path>
                <a:path w="5549900" h="317500">
                  <a:moveTo>
                    <a:pt x="2733598" y="12700"/>
                  </a:moveTo>
                  <a:lnTo>
                    <a:pt x="2714523" y="12700"/>
                  </a:lnTo>
                  <a:lnTo>
                    <a:pt x="2714523" y="0"/>
                  </a:lnTo>
                  <a:lnTo>
                    <a:pt x="2733598" y="0"/>
                  </a:lnTo>
                  <a:lnTo>
                    <a:pt x="2733598" y="12700"/>
                  </a:lnTo>
                  <a:close/>
                </a:path>
                <a:path w="5549900" h="317500">
                  <a:moveTo>
                    <a:pt x="2708173" y="12700"/>
                  </a:moveTo>
                  <a:lnTo>
                    <a:pt x="2689110" y="12700"/>
                  </a:lnTo>
                  <a:lnTo>
                    <a:pt x="2689110" y="0"/>
                  </a:lnTo>
                  <a:lnTo>
                    <a:pt x="2708173" y="0"/>
                  </a:lnTo>
                  <a:lnTo>
                    <a:pt x="2708173" y="12700"/>
                  </a:lnTo>
                  <a:close/>
                </a:path>
                <a:path w="5549900" h="317500">
                  <a:moveTo>
                    <a:pt x="2682748" y="12700"/>
                  </a:moveTo>
                  <a:lnTo>
                    <a:pt x="2663685" y="12700"/>
                  </a:lnTo>
                  <a:lnTo>
                    <a:pt x="2663685" y="0"/>
                  </a:lnTo>
                  <a:lnTo>
                    <a:pt x="2682748" y="0"/>
                  </a:lnTo>
                  <a:lnTo>
                    <a:pt x="2682748" y="12700"/>
                  </a:lnTo>
                  <a:close/>
                </a:path>
                <a:path w="5549900" h="317500">
                  <a:moveTo>
                    <a:pt x="2657322" y="12700"/>
                  </a:moveTo>
                  <a:lnTo>
                    <a:pt x="2638259" y="12700"/>
                  </a:lnTo>
                  <a:lnTo>
                    <a:pt x="2638259" y="0"/>
                  </a:lnTo>
                  <a:lnTo>
                    <a:pt x="2657322" y="0"/>
                  </a:lnTo>
                  <a:lnTo>
                    <a:pt x="2657322" y="12700"/>
                  </a:lnTo>
                  <a:close/>
                </a:path>
                <a:path w="5549900" h="317500">
                  <a:moveTo>
                    <a:pt x="2631909" y="12700"/>
                  </a:moveTo>
                  <a:lnTo>
                    <a:pt x="2612834" y="12700"/>
                  </a:lnTo>
                  <a:lnTo>
                    <a:pt x="2612834" y="0"/>
                  </a:lnTo>
                  <a:lnTo>
                    <a:pt x="2631909" y="0"/>
                  </a:lnTo>
                  <a:lnTo>
                    <a:pt x="2631909" y="12700"/>
                  </a:lnTo>
                  <a:close/>
                </a:path>
                <a:path w="5549900" h="317500">
                  <a:moveTo>
                    <a:pt x="2606484" y="12700"/>
                  </a:moveTo>
                  <a:lnTo>
                    <a:pt x="2587421" y="12700"/>
                  </a:lnTo>
                  <a:lnTo>
                    <a:pt x="2587421" y="0"/>
                  </a:lnTo>
                  <a:lnTo>
                    <a:pt x="2606484" y="0"/>
                  </a:lnTo>
                  <a:lnTo>
                    <a:pt x="2606484" y="12700"/>
                  </a:lnTo>
                  <a:close/>
                </a:path>
                <a:path w="5549900" h="317500">
                  <a:moveTo>
                    <a:pt x="2581059" y="12700"/>
                  </a:moveTo>
                  <a:lnTo>
                    <a:pt x="2561996" y="12700"/>
                  </a:lnTo>
                  <a:lnTo>
                    <a:pt x="2561996" y="0"/>
                  </a:lnTo>
                  <a:lnTo>
                    <a:pt x="2581059" y="0"/>
                  </a:lnTo>
                  <a:lnTo>
                    <a:pt x="2581059" y="12700"/>
                  </a:lnTo>
                  <a:close/>
                </a:path>
                <a:path w="5549900" h="317500">
                  <a:moveTo>
                    <a:pt x="2555633" y="12700"/>
                  </a:moveTo>
                  <a:lnTo>
                    <a:pt x="2536571" y="12700"/>
                  </a:lnTo>
                  <a:lnTo>
                    <a:pt x="2536571" y="0"/>
                  </a:lnTo>
                  <a:lnTo>
                    <a:pt x="2555633" y="0"/>
                  </a:lnTo>
                  <a:lnTo>
                    <a:pt x="2555633" y="12700"/>
                  </a:lnTo>
                  <a:close/>
                </a:path>
                <a:path w="5549900" h="317500">
                  <a:moveTo>
                    <a:pt x="2530221" y="12700"/>
                  </a:moveTo>
                  <a:lnTo>
                    <a:pt x="2511145" y="12700"/>
                  </a:lnTo>
                  <a:lnTo>
                    <a:pt x="2511145" y="0"/>
                  </a:lnTo>
                  <a:lnTo>
                    <a:pt x="2530221" y="0"/>
                  </a:lnTo>
                  <a:lnTo>
                    <a:pt x="2530221" y="12700"/>
                  </a:lnTo>
                  <a:close/>
                </a:path>
                <a:path w="5549900" h="317500">
                  <a:moveTo>
                    <a:pt x="2504795" y="12700"/>
                  </a:moveTo>
                  <a:lnTo>
                    <a:pt x="2485732" y="12700"/>
                  </a:lnTo>
                  <a:lnTo>
                    <a:pt x="2485732" y="0"/>
                  </a:lnTo>
                  <a:lnTo>
                    <a:pt x="2504795" y="0"/>
                  </a:lnTo>
                  <a:lnTo>
                    <a:pt x="2504795" y="12700"/>
                  </a:lnTo>
                  <a:close/>
                </a:path>
                <a:path w="5549900" h="317500">
                  <a:moveTo>
                    <a:pt x="2479370" y="12700"/>
                  </a:moveTo>
                  <a:lnTo>
                    <a:pt x="2460307" y="12700"/>
                  </a:lnTo>
                  <a:lnTo>
                    <a:pt x="2460307" y="0"/>
                  </a:lnTo>
                  <a:lnTo>
                    <a:pt x="2479370" y="0"/>
                  </a:lnTo>
                  <a:lnTo>
                    <a:pt x="2479370" y="12700"/>
                  </a:lnTo>
                  <a:close/>
                </a:path>
                <a:path w="5549900" h="317500">
                  <a:moveTo>
                    <a:pt x="2453944" y="12700"/>
                  </a:moveTo>
                  <a:lnTo>
                    <a:pt x="2434882" y="12700"/>
                  </a:lnTo>
                  <a:lnTo>
                    <a:pt x="2434882" y="0"/>
                  </a:lnTo>
                  <a:lnTo>
                    <a:pt x="2453944" y="0"/>
                  </a:lnTo>
                  <a:lnTo>
                    <a:pt x="2453944" y="12700"/>
                  </a:lnTo>
                  <a:close/>
                </a:path>
                <a:path w="5549900" h="317500">
                  <a:moveTo>
                    <a:pt x="2428532" y="12700"/>
                  </a:moveTo>
                  <a:lnTo>
                    <a:pt x="2409456" y="12700"/>
                  </a:lnTo>
                  <a:lnTo>
                    <a:pt x="2409456" y="0"/>
                  </a:lnTo>
                  <a:lnTo>
                    <a:pt x="2428532" y="0"/>
                  </a:lnTo>
                  <a:lnTo>
                    <a:pt x="2428532" y="12700"/>
                  </a:lnTo>
                  <a:close/>
                </a:path>
                <a:path w="5549900" h="317500">
                  <a:moveTo>
                    <a:pt x="2403106" y="12700"/>
                  </a:moveTo>
                  <a:lnTo>
                    <a:pt x="2384044" y="12700"/>
                  </a:lnTo>
                  <a:lnTo>
                    <a:pt x="2384044" y="0"/>
                  </a:lnTo>
                  <a:lnTo>
                    <a:pt x="2403106" y="0"/>
                  </a:lnTo>
                  <a:lnTo>
                    <a:pt x="2403106" y="12700"/>
                  </a:lnTo>
                  <a:close/>
                </a:path>
                <a:path w="5549900" h="317500">
                  <a:moveTo>
                    <a:pt x="2377681" y="12700"/>
                  </a:moveTo>
                  <a:lnTo>
                    <a:pt x="2358618" y="12700"/>
                  </a:lnTo>
                  <a:lnTo>
                    <a:pt x="2358618" y="0"/>
                  </a:lnTo>
                  <a:lnTo>
                    <a:pt x="2377681" y="0"/>
                  </a:lnTo>
                  <a:lnTo>
                    <a:pt x="2377681" y="12700"/>
                  </a:lnTo>
                  <a:close/>
                </a:path>
                <a:path w="5549900" h="317500">
                  <a:moveTo>
                    <a:pt x="2352255" y="12700"/>
                  </a:moveTo>
                  <a:lnTo>
                    <a:pt x="2333193" y="12700"/>
                  </a:lnTo>
                  <a:lnTo>
                    <a:pt x="2333193" y="0"/>
                  </a:lnTo>
                  <a:lnTo>
                    <a:pt x="2352255" y="0"/>
                  </a:lnTo>
                  <a:lnTo>
                    <a:pt x="2352255" y="12700"/>
                  </a:lnTo>
                  <a:close/>
                </a:path>
                <a:path w="5549900" h="317500">
                  <a:moveTo>
                    <a:pt x="2326843" y="12700"/>
                  </a:moveTo>
                  <a:lnTo>
                    <a:pt x="2307767" y="12700"/>
                  </a:lnTo>
                  <a:lnTo>
                    <a:pt x="2307767" y="0"/>
                  </a:lnTo>
                  <a:lnTo>
                    <a:pt x="2326843" y="0"/>
                  </a:lnTo>
                  <a:lnTo>
                    <a:pt x="2326843" y="12700"/>
                  </a:lnTo>
                  <a:close/>
                </a:path>
                <a:path w="5549900" h="317500">
                  <a:moveTo>
                    <a:pt x="2301417" y="12700"/>
                  </a:moveTo>
                  <a:lnTo>
                    <a:pt x="2282355" y="12700"/>
                  </a:lnTo>
                  <a:lnTo>
                    <a:pt x="2282355" y="0"/>
                  </a:lnTo>
                  <a:lnTo>
                    <a:pt x="2301417" y="0"/>
                  </a:lnTo>
                  <a:lnTo>
                    <a:pt x="2301417" y="12700"/>
                  </a:lnTo>
                  <a:close/>
                </a:path>
                <a:path w="5549900" h="317500">
                  <a:moveTo>
                    <a:pt x="2275992" y="12700"/>
                  </a:moveTo>
                  <a:lnTo>
                    <a:pt x="2256929" y="12700"/>
                  </a:lnTo>
                  <a:lnTo>
                    <a:pt x="2256929" y="0"/>
                  </a:lnTo>
                  <a:lnTo>
                    <a:pt x="2275992" y="0"/>
                  </a:lnTo>
                  <a:lnTo>
                    <a:pt x="2275992" y="12700"/>
                  </a:lnTo>
                  <a:close/>
                </a:path>
                <a:path w="5549900" h="317500">
                  <a:moveTo>
                    <a:pt x="2250567" y="12700"/>
                  </a:moveTo>
                  <a:lnTo>
                    <a:pt x="2231504" y="12700"/>
                  </a:lnTo>
                  <a:lnTo>
                    <a:pt x="2231504" y="0"/>
                  </a:lnTo>
                  <a:lnTo>
                    <a:pt x="2250567" y="0"/>
                  </a:lnTo>
                  <a:lnTo>
                    <a:pt x="2250567" y="12700"/>
                  </a:lnTo>
                  <a:close/>
                </a:path>
                <a:path w="5549900" h="317500">
                  <a:moveTo>
                    <a:pt x="2225154" y="12700"/>
                  </a:moveTo>
                  <a:lnTo>
                    <a:pt x="2206078" y="12700"/>
                  </a:lnTo>
                  <a:lnTo>
                    <a:pt x="2206078" y="0"/>
                  </a:lnTo>
                  <a:lnTo>
                    <a:pt x="2225154" y="0"/>
                  </a:lnTo>
                  <a:lnTo>
                    <a:pt x="2225154" y="12700"/>
                  </a:lnTo>
                  <a:close/>
                </a:path>
                <a:path w="5549900" h="317500">
                  <a:moveTo>
                    <a:pt x="2199728" y="12700"/>
                  </a:moveTo>
                  <a:lnTo>
                    <a:pt x="2180666" y="12700"/>
                  </a:lnTo>
                  <a:lnTo>
                    <a:pt x="2180666" y="0"/>
                  </a:lnTo>
                  <a:lnTo>
                    <a:pt x="2199728" y="0"/>
                  </a:lnTo>
                  <a:lnTo>
                    <a:pt x="2199728" y="12700"/>
                  </a:lnTo>
                  <a:close/>
                </a:path>
                <a:path w="5549900" h="317500">
                  <a:moveTo>
                    <a:pt x="2174303" y="12700"/>
                  </a:moveTo>
                  <a:lnTo>
                    <a:pt x="2155240" y="12700"/>
                  </a:lnTo>
                  <a:lnTo>
                    <a:pt x="2155240" y="0"/>
                  </a:lnTo>
                  <a:lnTo>
                    <a:pt x="2174303" y="0"/>
                  </a:lnTo>
                  <a:lnTo>
                    <a:pt x="2174303" y="12700"/>
                  </a:lnTo>
                  <a:close/>
                </a:path>
                <a:path w="5549900" h="317500">
                  <a:moveTo>
                    <a:pt x="2148878" y="12700"/>
                  </a:moveTo>
                  <a:lnTo>
                    <a:pt x="2129815" y="12700"/>
                  </a:lnTo>
                  <a:lnTo>
                    <a:pt x="2129815" y="0"/>
                  </a:lnTo>
                  <a:lnTo>
                    <a:pt x="2148878" y="0"/>
                  </a:lnTo>
                  <a:lnTo>
                    <a:pt x="2148878" y="12700"/>
                  </a:lnTo>
                  <a:close/>
                </a:path>
                <a:path w="5549900" h="317500">
                  <a:moveTo>
                    <a:pt x="2123465" y="12700"/>
                  </a:moveTo>
                  <a:lnTo>
                    <a:pt x="2104390" y="12700"/>
                  </a:lnTo>
                  <a:lnTo>
                    <a:pt x="2104390" y="0"/>
                  </a:lnTo>
                  <a:lnTo>
                    <a:pt x="2123465" y="0"/>
                  </a:lnTo>
                  <a:lnTo>
                    <a:pt x="2123465" y="12700"/>
                  </a:lnTo>
                  <a:close/>
                </a:path>
                <a:path w="5549900" h="317500">
                  <a:moveTo>
                    <a:pt x="2098040" y="12700"/>
                  </a:moveTo>
                  <a:lnTo>
                    <a:pt x="2078977" y="12700"/>
                  </a:lnTo>
                  <a:lnTo>
                    <a:pt x="2078977" y="0"/>
                  </a:lnTo>
                  <a:lnTo>
                    <a:pt x="2098040" y="0"/>
                  </a:lnTo>
                  <a:lnTo>
                    <a:pt x="2098040" y="12700"/>
                  </a:lnTo>
                  <a:close/>
                </a:path>
                <a:path w="5549900" h="317500">
                  <a:moveTo>
                    <a:pt x="2072614" y="12700"/>
                  </a:moveTo>
                  <a:lnTo>
                    <a:pt x="2053551" y="12700"/>
                  </a:lnTo>
                  <a:lnTo>
                    <a:pt x="2053551" y="0"/>
                  </a:lnTo>
                  <a:lnTo>
                    <a:pt x="2072614" y="0"/>
                  </a:lnTo>
                  <a:lnTo>
                    <a:pt x="2072614" y="12700"/>
                  </a:lnTo>
                  <a:close/>
                </a:path>
                <a:path w="5549900" h="317500">
                  <a:moveTo>
                    <a:pt x="2047189" y="12700"/>
                  </a:moveTo>
                  <a:lnTo>
                    <a:pt x="2028126" y="12700"/>
                  </a:lnTo>
                  <a:lnTo>
                    <a:pt x="2028126" y="0"/>
                  </a:lnTo>
                  <a:lnTo>
                    <a:pt x="2047189" y="0"/>
                  </a:lnTo>
                  <a:lnTo>
                    <a:pt x="2047189" y="12700"/>
                  </a:lnTo>
                  <a:close/>
                </a:path>
                <a:path w="5549900" h="317500">
                  <a:moveTo>
                    <a:pt x="2021776" y="12700"/>
                  </a:moveTo>
                  <a:lnTo>
                    <a:pt x="2002701" y="12700"/>
                  </a:lnTo>
                  <a:lnTo>
                    <a:pt x="2002701" y="0"/>
                  </a:lnTo>
                  <a:lnTo>
                    <a:pt x="2021776" y="0"/>
                  </a:lnTo>
                  <a:lnTo>
                    <a:pt x="2021776" y="12700"/>
                  </a:lnTo>
                  <a:close/>
                </a:path>
                <a:path w="5549900" h="317500">
                  <a:moveTo>
                    <a:pt x="1996351" y="12700"/>
                  </a:moveTo>
                  <a:lnTo>
                    <a:pt x="1977288" y="12700"/>
                  </a:lnTo>
                  <a:lnTo>
                    <a:pt x="1977288" y="0"/>
                  </a:lnTo>
                  <a:lnTo>
                    <a:pt x="1996351" y="0"/>
                  </a:lnTo>
                  <a:lnTo>
                    <a:pt x="1996351" y="12700"/>
                  </a:lnTo>
                  <a:close/>
                </a:path>
                <a:path w="5549900" h="317500">
                  <a:moveTo>
                    <a:pt x="1970925" y="12700"/>
                  </a:moveTo>
                  <a:lnTo>
                    <a:pt x="1951863" y="12700"/>
                  </a:lnTo>
                  <a:lnTo>
                    <a:pt x="1951863" y="0"/>
                  </a:lnTo>
                  <a:lnTo>
                    <a:pt x="1970925" y="0"/>
                  </a:lnTo>
                  <a:lnTo>
                    <a:pt x="1970925" y="12700"/>
                  </a:lnTo>
                  <a:close/>
                </a:path>
                <a:path w="5549900" h="317500">
                  <a:moveTo>
                    <a:pt x="1945500" y="12700"/>
                  </a:moveTo>
                  <a:lnTo>
                    <a:pt x="1926437" y="12700"/>
                  </a:lnTo>
                  <a:lnTo>
                    <a:pt x="1926437" y="0"/>
                  </a:lnTo>
                  <a:lnTo>
                    <a:pt x="1945500" y="0"/>
                  </a:lnTo>
                  <a:lnTo>
                    <a:pt x="1945500" y="12700"/>
                  </a:lnTo>
                  <a:close/>
                </a:path>
                <a:path w="5549900" h="317500">
                  <a:moveTo>
                    <a:pt x="1920087" y="12700"/>
                  </a:moveTo>
                  <a:lnTo>
                    <a:pt x="1901012" y="12700"/>
                  </a:lnTo>
                  <a:lnTo>
                    <a:pt x="1901012" y="0"/>
                  </a:lnTo>
                  <a:lnTo>
                    <a:pt x="1920087" y="0"/>
                  </a:lnTo>
                  <a:lnTo>
                    <a:pt x="1920087" y="12700"/>
                  </a:lnTo>
                  <a:close/>
                </a:path>
                <a:path w="5549900" h="317500">
                  <a:moveTo>
                    <a:pt x="1894662" y="12700"/>
                  </a:moveTo>
                  <a:lnTo>
                    <a:pt x="1875599" y="12700"/>
                  </a:lnTo>
                  <a:lnTo>
                    <a:pt x="1875599" y="0"/>
                  </a:lnTo>
                  <a:lnTo>
                    <a:pt x="1894662" y="0"/>
                  </a:lnTo>
                  <a:lnTo>
                    <a:pt x="1894662" y="12700"/>
                  </a:lnTo>
                  <a:close/>
                </a:path>
                <a:path w="5549900" h="317500">
                  <a:moveTo>
                    <a:pt x="1869236" y="12700"/>
                  </a:moveTo>
                  <a:lnTo>
                    <a:pt x="1850174" y="12700"/>
                  </a:lnTo>
                  <a:lnTo>
                    <a:pt x="1850174" y="0"/>
                  </a:lnTo>
                  <a:lnTo>
                    <a:pt x="1869236" y="0"/>
                  </a:lnTo>
                  <a:lnTo>
                    <a:pt x="1869236" y="12700"/>
                  </a:lnTo>
                  <a:close/>
                </a:path>
                <a:path w="5549900" h="317500">
                  <a:moveTo>
                    <a:pt x="1843811" y="12700"/>
                  </a:moveTo>
                  <a:lnTo>
                    <a:pt x="1824748" y="12700"/>
                  </a:lnTo>
                  <a:lnTo>
                    <a:pt x="1824748" y="0"/>
                  </a:lnTo>
                  <a:lnTo>
                    <a:pt x="1843811" y="0"/>
                  </a:lnTo>
                  <a:lnTo>
                    <a:pt x="1843811" y="12700"/>
                  </a:lnTo>
                  <a:close/>
                </a:path>
                <a:path w="5549900" h="317500">
                  <a:moveTo>
                    <a:pt x="1818398" y="12700"/>
                  </a:moveTo>
                  <a:lnTo>
                    <a:pt x="1799323" y="12700"/>
                  </a:lnTo>
                  <a:lnTo>
                    <a:pt x="1799323" y="0"/>
                  </a:lnTo>
                  <a:lnTo>
                    <a:pt x="1818398" y="0"/>
                  </a:lnTo>
                  <a:lnTo>
                    <a:pt x="1818398" y="12700"/>
                  </a:lnTo>
                  <a:close/>
                </a:path>
                <a:path w="5549900" h="317500">
                  <a:moveTo>
                    <a:pt x="1792973" y="12700"/>
                  </a:moveTo>
                  <a:lnTo>
                    <a:pt x="1773910" y="12700"/>
                  </a:lnTo>
                  <a:lnTo>
                    <a:pt x="1773910" y="0"/>
                  </a:lnTo>
                  <a:lnTo>
                    <a:pt x="1792973" y="0"/>
                  </a:lnTo>
                  <a:lnTo>
                    <a:pt x="1792973" y="12700"/>
                  </a:lnTo>
                  <a:close/>
                </a:path>
                <a:path w="5549900" h="317500">
                  <a:moveTo>
                    <a:pt x="1767547" y="12700"/>
                  </a:moveTo>
                  <a:lnTo>
                    <a:pt x="1748485" y="12700"/>
                  </a:lnTo>
                  <a:lnTo>
                    <a:pt x="1748485" y="0"/>
                  </a:lnTo>
                  <a:lnTo>
                    <a:pt x="1767547" y="0"/>
                  </a:lnTo>
                  <a:lnTo>
                    <a:pt x="1767547" y="12700"/>
                  </a:lnTo>
                  <a:close/>
                </a:path>
                <a:path w="5549900" h="317500">
                  <a:moveTo>
                    <a:pt x="1742135" y="12700"/>
                  </a:moveTo>
                  <a:lnTo>
                    <a:pt x="1723059" y="12700"/>
                  </a:lnTo>
                  <a:lnTo>
                    <a:pt x="1723059" y="0"/>
                  </a:lnTo>
                  <a:lnTo>
                    <a:pt x="1742135" y="0"/>
                  </a:lnTo>
                  <a:lnTo>
                    <a:pt x="1742135" y="12700"/>
                  </a:lnTo>
                  <a:close/>
                </a:path>
                <a:path w="5549900" h="317500">
                  <a:moveTo>
                    <a:pt x="1716709" y="12700"/>
                  </a:moveTo>
                  <a:lnTo>
                    <a:pt x="1697634" y="12700"/>
                  </a:lnTo>
                  <a:lnTo>
                    <a:pt x="1697634" y="0"/>
                  </a:lnTo>
                  <a:lnTo>
                    <a:pt x="1716709" y="0"/>
                  </a:lnTo>
                  <a:lnTo>
                    <a:pt x="1716709" y="12700"/>
                  </a:lnTo>
                  <a:close/>
                </a:path>
                <a:path w="5549900" h="317500">
                  <a:moveTo>
                    <a:pt x="1691284" y="12700"/>
                  </a:moveTo>
                  <a:lnTo>
                    <a:pt x="1672221" y="12700"/>
                  </a:lnTo>
                  <a:lnTo>
                    <a:pt x="1672221" y="0"/>
                  </a:lnTo>
                  <a:lnTo>
                    <a:pt x="1691284" y="0"/>
                  </a:lnTo>
                  <a:lnTo>
                    <a:pt x="1691284" y="12700"/>
                  </a:lnTo>
                  <a:close/>
                </a:path>
                <a:path w="5549900" h="317500">
                  <a:moveTo>
                    <a:pt x="1665858" y="12700"/>
                  </a:moveTo>
                  <a:lnTo>
                    <a:pt x="1646796" y="12700"/>
                  </a:lnTo>
                  <a:lnTo>
                    <a:pt x="1646796" y="0"/>
                  </a:lnTo>
                  <a:lnTo>
                    <a:pt x="1665858" y="0"/>
                  </a:lnTo>
                  <a:lnTo>
                    <a:pt x="1665858" y="12700"/>
                  </a:lnTo>
                  <a:close/>
                </a:path>
                <a:path w="5549900" h="317500">
                  <a:moveTo>
                    <a:pt x="1640446" y="12700"/>
                  </a:moveTo>
                  <a:lnTo>
                    <a:pt x="1621370" y="12700"/>
                  </a:lnTo>
                  <a:lnTo>
                    <a:pt x="1621370" y="0"/>
                  </a:lnTo>
                  <a:lnTo>
                    <a:pt x="1640446" y="0"/>
                  </a:lnTo>
                  <a:lnTo>
                    <a:pt x="1640446" y="12700"/>
                  </a:lnTo>
                  <a:close/>
                </a:path>
                <a:path w="5549900" h="317500">
                  <a:moveTo>
                    <a:pt x="1615020" y="12700"/>
                  </a:moveTo>
                  <a:lnTo>
                    <a:pt x="1595958" y="12700"/>
                  </a:lnTo>
                  <a:lnTo>
                    <a:pt x="1595958" y="0"/>
                  </a:lnTo>
                  <a:lnTo>
                    <a:pt x="1615020" y="0"/>
                  </a:lnTo>
                  <a:lnTo>
                    <a:pt x="1615020" y="12700"/>
                  </a:lnTo>
                  <a:close/>
                </a:path>
                <a:path w="5549900" h="317500">
                  <a:moveTo>
                    <a:pt x="1589595" y="12700"/>
                  </a:moveTo>
                  <a:lnTo>
                    <a:pt x="1570532" y="12700"/>
                  </a:lnTo>
                  <a:lnTo>
                    <a:pt x="1570532" y="0"/>
                  </a:lnTo>
                  <a:lnTo>
                    <a:pt x="1589595" y="0"/>
                  </a:lnTo>
                  <a:lnTo>
                    <a:pt x="1589595" y="12700"/>
                  </a:lnTo>
                  <a:close/>
                </a:path>
                <a:path w="5549900" h="317500">
                  <a:moveTo>
                    <a:pt x="1564170" y="12700"/>
                  </a:moveTo>
                  <a:lnTo>
                    <a:pt x="1545107" y="12700"/>
                  </a:lnTo>
                  <a:lnTo>
                    <a:pt x="1545107" y="0"/>
                  </a:lnTo>
                  <a:lnTo>
                    <a:pt x="1564170" y="0"/>
                  </a:lnTo>
                  <a:lnTo>
                    <a:pt x="1564170" y="12700"/>
                  </a:lnTo>
                  <a:close/>
                </a:path>
                <a:path w="5549900" h="317500">
                  <a:moveTo>
                    <a:pt x="1538757" y="12700"/>
                  </a:moveTo>
                  <a:lnTo>
                    <a:pt x="1519682" y="12700"/>
                  </a:lnTo>
                  <a:lnTo>
                    <a:pt x="1519682" y="0"/>
                  </a:lnTo>
                  <a:lnTo>
                    <a:pt x="1538757" y="0"/>
                  </a:lnTo>
                  <a:lnTo>
                    <a:pt x="1538757" y="12700"/>
                  </a:lnTo>
                  <a:close/>
                </a:path>
                <a:path w="5549900" h="317500">
                  <a:moveTo>
                    <a:pt x="1513332" y="12700"/>
                  </a:moveTo>
                  <a:lnTo>
                    <a:pt x="1494269" y="12700"/>
                  </a:lnTo>
                  <a:lnTo>
                    <a:pt x="1494269" y="0"/>
                  </a:lnTo>
                  <a:lnTo>
                    <a:pt x="1513332" y="0"/>
                  </a:lnTo>
                  <a:lnTo>
                    <a:pt x="1513332" y="12700"/>
                  </a:lnTo>
                  <a:close/>
                </a:path>
                <a:path w="5549900" h="317500">
                  <a:moveTo>
                    <a:pt x="1487906" y="12700"/>
                  </a:moveTo>
                  <a:lnTo>
                    <a:pt x="1468843" y="12700"/>
                  </a:lnTo>
                  <a:lnTo>
                    <a:pt x="1468843" y="0"/>
                  </a:lnTo>
                  <a:lnTo>
                    <a:pt x="1487906" y="0"/>
                  </a:lnTo>
                  <a:lnTo>
                    <a:pt x="1487906" y="12700"/>
                  </a:lnTo>
                  <a:close/>
                </a:path>
                <a:path w="5549900" h="317500">
                  <a:moveTo>
                    <a:pt x="1462481" y="12700"/>
                  </a:moveTo>
                  <a:lnTo>
                    <a:pt x="1443418" y="12700"/>
                  </a:lnTo>
                  <a:lnTo>
                    <a:pt x="1443418" y="0"/>
                  </a:lnTo>
                  <a:lnTo>
                    <a:pt x="1462481" y="0"/>
                  </a:lnTo>
                  <a:lnTo>
                    <a:pt x="1462481" y="12700"/>
                  </a:lnTo>
                  <a:close/>
                </a:path>
                <a:path w="5549900" h="317500">
                  <a:moveTo>
                    <a:pt x="1437068" y="12700"/>
                  </a:moveTo>
                  <a:lnTo>
                    <a:pt x="1417993" y="12700"/>
                  </a:lnTo>
                  <a:lnTo>
                    <a:pt x="1417993" y="0"/>
                  </a:lnTo>
                  <a:lnTo>
                    <a:pt x="1437068" y="0"/>
                  </a:lnTo>
                  <a:lnTo>
                    <a:pt x="1437068" y="12700"/>
                  </a:lnTo>
                  <a:close/>
                </a:path>
                <a:path w="5549900" h="317500">
                  <a:moveTo>
                    <a:pt x="1411643" y="12700"/>
                  </a:moveTo>
                  <a:lnTo>
                    <a:pt x="1392580" y="12700"/>
                  </a:lnTo>
                  <a:lnTo>
                    <a:pt x="1392580" y="0"/>
                  </a:lnTo>
                  <a:lnTo>
                    <a:pt x="1411643" y="0"/>
                  </a:lnTo>
                  <a:lnTo>
                    <a:pt x="1411643" y="12700"/>
                  </a:lnTo>
                  <a:close/>
                </a:path>
                <a:path w="5549900" h="317500">
                  <a:moveTo>
                    <a:pt x="1386217" y="12700"/>
                  </a:moveTo>
                  <a:lnTo>
                    <a:pt x="1367155" y="12700"/>
                  </a:lnTo>
                  <a:lnTo>
                    <a:pt x="1367155" y="0"/>
                  </a:lnTo>
                  <a:lnTo>
                    <a:pt x="1386217" y="0"/>
                  </a:lnTo>
                  <a:lnTo>
                    <a:pt x="1386217" y="12700"/>
                  </a:lnTo>
                  <a:close/>
                </a:path>
                <a:path w="5549900" h="317500">
                  <a:moveTo>
                    <a:pt x="1360792" y="12700"/>
                  </a:moveTo>
                  <a:lnTo>
                    <a:pt x="1341729" y="12700"/>
                  </a:lnTo>
                  <a:lnTo>
                    <a:pt x="1341729" y="0"/>
                  </a:lnTo>
                  <a:lnTo>
                    <a:pt x="1360792" y="0"/>
                  </a:lnTo>
                  <a:lnTo>
                    <a:pt x="1360792" y="12700"/>
                  </a:lnTo>
                  <a:close/>
                </a:path>
                <a:path w="5549900" h="317500">
                  <a:moveTo>
                    <a:pt x="1335379" y="12700"/>
                  </a:moveTo>
                  <a:lnTo>
                    <a:pt x="1316304" y="12700"/>
                  </a:lnTo>
                  <a:lnTo>
                    <a:pt x="1316304" y="0"/>
                  </a:lnTo>
                  <a:lnTo>
                    <a:pt x="1335379" y="0"/>
                  </a:lnTo>
                  <a:lnTo>
                    <a:pt x="1335379" y="12700"/>
                  </a:lnTo>
                  <a:close/>
                </a:path>
                <a:path w="5549900" h="317500">
                  <a:moveTo>
                    <a:pt x="1309954" y="12700"/>
                  </a:moveTo>
                  <a:lnTo>
                    <a:pt x="1290891" y="12700"/>
                  </a:lnTo>
                  <a:lnTo>
                    <a:pt x="1290891" y="0"/>
                  </a:lnTo>
                  <a:lnTo>
                    <a:pt x="1309954" y="0"/>
                  </a:lnTo>
                  <a:lnTo>
                    <a:pt x="1309954" y="12700"/>
                  </a:lnTo>
                  <a:close/>
                </a:path>
                <a:path w="5549900" h="317500">
                  <a:moveTo>
                    <a:pt x="1284528" y="12700"/>
                  </a:moveTo>
                  <a:lnTo>
                    <a:pt x="1265466" y="12700"/>
                  </a:lnTo>
                  <a:lnTo>
                    <a:pt x="1265466" y="0"/>
                  </a:lnTo>
                  <a:lnTo>
                    <a:pt x="1284528" y="0"/>
                  </a:lnTo>
                  <a:lnTo>
                    <a:pt x="1284528" y="12700"/>
                  </a:lnTo>
                  <a:close/>
                </a:path>
                <a:path w="5549900" h="317500">
                  <a:moveTo>
                    <a:pt x="1259103" y="12700"/>
                  </a:moveTo>
                  <a:lnTo>
                    <a:pt x="1240040" y="12700"/>
                  </a:lnTo>
                  <a:lnTo>
                    <a:pt x="1240040" y="0"/>
                  </a:lnTo>
                  <a:lnTo>
                    <a:pt x="1259103" y="0"/>
                  </a:lnTo>
                  <a:lnTo>
                    <a:pt x="1259103" y="12700"/>
                  </a:lnTo>
                  <a:close/>
                </a:path>
                <a:path w="5549900" h="317500">
                  <a:moveTo>
                    <a:pt x="1233690" y="12700"/>
                  </a:moveTo>
                  <a:lnTo>
                    <a:pt x="1214615" y="12700"/>
                  </a:lnTo>
                  <a:lnTo>
                    <a:pt x="1214615" y="0"/>
                  </a:lnTo>
                  <a:lnTo>
                    <a:pt x="1233690" y="0"/>
                  </a:lnTo>
                  <a:lnTo>
                    <a:pt x="1233690" y="12700"/>
                  </a:lnTo>
                  <a:close/>
                </a:path>
                <a:path w="5549900" h="317500">
                  <a:moveTo>
                    <a:pt x="1208265" y="12700"/>
                  </a:moveTo>
                  <a:lnTo>
                    <a:pt x="1189202" y="12700"/>
                  </a:lnTo>
                  <a:lnTo>
                    <a:pt x="1189202" y="0"/>
                  </a:lnTo>
                  <a:lnTo>
                    <a:pt x="1208265" y="0"/>
                  </a:lnTo>
                  <a:lnTo>
                    <a:pt x="1208265" y="12700"/>
                  </a:lnTo>
                  <a:close/>
                </a:path>
                <a:path w="5549900" h="317500">
                  <a:moveTo>
                    <a:pt x="1182839" y="12700"/>
                  </a:moveTo>
                  <a:lnTo>
                    <a:pt x="1163777" y="12700"/>
                  </a:lnTo>
                  <a:lnTo>
                    <a:pt x="1163777" y="0"/>
                  </a:lnTo>
                  <a:lnTo>
                    <a:pt x="1182839" y="0"/>
                  </a:lnTo>
                  <a:lnTo>
                    <a:pt x="1182839" y="12700"/>
                  </a:lnTo>
                  <a:close/>
                </a:path>
                <a:path w="5549900" h="317500">
                  <a:moveTo>
                    <a:pt x="1157427" y="12700"/>
                  </a:moveTo>
                  <a:lnTo>
                    <a:pt x="1138351" y="12700"/>
                  </a:lnTo>
                  <a:lnTo>
                    <a:pt x="1138351" y="0"/>
                  </a:lnTo>
                  <a:lnTo>
                    <a:pt x="1157427" y="0"/>
                  </a:lnTo>
                  <a:lnTo>
                    <a:pt x="1157427" y="12700"/>
                  </a:lnTo>
                  <a:close/>
                </a:path>
                <a:path w="5549900" h="317500">
                  <a:moveTo>
                    <a:pt x="1132001" y="12700"/>
                  </a:moveTo>
                  <a:lnTo>
                    <a:pt x="1112926" y="12700"/>
                  </a:lnTo>
                  <a:lnTo>
                    <a:pt x="1112926" y="0"/>
                  </a:lnTo>
                  <a:lnTo>
                    <a:pt x="1132001" y="0"/>
                  </a:lnTo>
                  <a:lnTo>
                    <a:pt x="1132001" y="12700"/>
                  </a:lnTo>
                  <a:close/>
                </a:path>
                <a:path w="5549900" h="317500">
                  <a:moveTo>
                    <a:pt x="1106576" y="12700"/>
                  </a:moveTo>
                  <a:lnTo>
                    <a:pt x="1087513" y="12700"/>
                  </a:lnTo>
                  <a:lnTo>
                    <a:pt x="1087513" y="0"/>
                  </a:lnTo>
                  <a:lnTo>
                    <a:pt x="1106576" y="0"/>
                  </a:lnTo>
                  <a:lnTo>
                    <a:pt x="1106576" y="12700"/>
                  </a:lnTo>
                  <a:close/>
                </a:path>
                <a:path w="5549900" h="317500">
                  <a:moveTo>
                    <a:pt x="1081151" y="12700"/>
                  </a:moveTo>
                  <a:lnTo>
                    <a:pt x="1062088" y="12700"/>
                  </a:lnTo>
                  <a:lnTo>
                    <a:pt x="1062088" y="0"/>
                  </a:lnTo>
                  <a:lnTo>
                    <a:pt x="1081151" y="0"/>
                  </a:lnTo>
                  <a:lnTo>
                    <a:pt x="1081151" y="12700"/>
                  </a:lnTo>
                  <a:close/>
                </a:path>
                <a:path w="5549900" h="317500">
                  <a:moveTo>
                    <a:pt x="1055738" y="12700"/>
                  </a:moveTo>
                  <a:lnTo>
                    <a:pt x="1036662" y="12700"/>
                  </a:lnTo>
                  <a:lnTo>
                    <a:pt x="1036662" y="0"/>
                  </a:lnTo>
                  <a:lnTo>
                    <a:pt x="1055738" y="0"/>
                  </a:lnTo>
                  <a:lnTo>
                    <a:pt x="1055738" y="12700"/>
                  </a:lnTo>
                  <a:close/>
                </a:path>
                <a:path w="5549900" h="317500">
                  <a:moveTo>
                    <a:pt x="1030312" y="12700"/>
                  </a:moveTo>
                  <a:lnTo>
                    <a:pt x="1011237" y="12700"/>
                  </a:lnTo>
                  <a:lnTo>
                    <a:pt x="1011237" y="0"/>
                  </a:lnTo>
                  <a:lnTo>
                    <a:pt x="1030312" y="0"/>
                  </a:lnTo>
                  <a:lnTo>
                    <a:pt x="1030312" y="12700"/>
                  </a:lnTo>
                  <a:close/>
                </a:path>
                <a:path w="5549900" h="317500">
                  <a:moveTo>
                    <a:pt x="1004887" y="12700"/>
                  </a:moveTo>
                  <a:lnTo>
                    <a:pt x="985824" y="12700"/>
                  </a:lnTo>
                  <a:lnTo>
                    <a:pt x="985824" y="0"/>
                  </a:lnTo>
                  <a:lnTo>
                    <a:pt x="1004887" y="0"/>
                  </a:lnTo>
                  <a:lnTo>
                    <a:pt x="1004887" y="12700"/>
                  </a:lnTo>
                  <a:close/>
                </a:path>
                <a:path w="5549900" h="317500">
                  <a:moveTo>
                    <a:pt x="979462" y="12700"/>
                  </a:moveTo>
                  <a:lnTo>
                    <a:pt x="960399" y="12700"/>
                  </a:lnTo>
                  <a:lnTo>
                    <a:pt x="960399" y="0"/>
                  </a:lnTo>
                  <a:lnTo>
                    <a:pt x="979462" y="0"/>
                  </a:lnTo>
                  <a:lnTo>
                    <a:pt x="979462" y="12700"/>
                  </a:lnTo>
                  <a:close/>
                </a:path>
                <a:path w="5549900" h="317500">
                  <a:moveTo>
                    <a:pt x="954049" y="12700"/>
                  </a:moveTo>
                  <a:lnTo>
                    <a:pt x="934974" y="12700"/>
                  </a:lnTo>
                  <a:lnTo>
                    <a:pt x="934974" y="0"/>
                  </a:lnTo>
                  <a:lnTo>
                    <a:pt x="954049" y="0"/>
                  </a:lnTo>
                  <a:lnTo>
                    <a:pt x="954049" y="12700"/>
                  </a:lnTo>
                  <a:close/>
                </a:path>
                <a:path w="5549900" h="317500">
                  <a:moveTo>
                    <a:pt x="928624" y="12700"/>
                  </a:moveTo>
                  <a:lnTo>
                    <a:pt x="909561" y="12700"/>
                  </a:lnTo>
                  <a:lnTo>
                    <a:pt x="909561" y="0"/>
                  </a:lnTo>
                  <a:lnTo>
                    <a:pt x="928624" y="0"/>
                  </a:lnTo>
                  <a:lnTo>
                    <a:pt x="928624" y="12700"/>
                  </a:lnTo>
                  <a:close/>
                </a:path>
                <a:path w="5549900" h="317500">
                  <a:moveTo>
                    <a:pt x="903198" y="12700"/>
                  </a:moveTo>
                  <a:lnTo>
                    <a:pt x="884135" y="12700"/>
                  </a:lnTo>
                  <a:lnTo>
                    <a:pt x="884135" y="0"/>
                  </a:lnTo>
                  <a:lnTo>
                    <a:pt x="903198" y="0"/>
                  </a:lnTo>
                  <a:lnTo>
                    <a:pt x="903198" y="12700"/>
                  </a:lnTo>
                  <a:close/>
                </a:path>
                <a:path w="5549900" h="317500">
                  <a:moveTo>
                    <a:pt x="877773" y="12700"/>
                  </a:moveTo>
                  <a:lnTo>
                    <a:pt x="858710" y="12700"/>
                  </a:lnTo>
                  <a:lnTo>
                    <a:pt x="858710" y="0"/>
                  </a:lnTo>
                  <a:lnTo>
                    <a:pt x="877773" y="0"/>
                  </a:lnTo>
                  <a:lnTo>
                    <a:pt x="877773" y="12700"/>
                  </a:lnTo>
                  <a:close/>
                </a:path>
                <a:path w="5549900" h="317500">
                  <a:moveTo>
                    <a:pt x="852360" y="12700"/>
                  </a:moveTo>
                  <a:lnTo>
                    <a:pt x="833285" y="12700"/>
                  </a:lnTo>
                  <a:lnTo>
                    <a:pt x="833285" y="0"/>
                  </a:lnTo>
                  <a:lnTo>
                    <a:pt x="852360" y="0"/>
                  </a:lnTo>
                  <a:lnTo>
                    <a:pt x="852360" y="12700"/>
                  </a:lnTo>
                  <a:close/>
                </a:path>
                <a:path w="5549900" h="317500">
                  <a:moveTo>
                    <a:pt x="826935" y="12700"/>
                  </a:moveTo>
                  <a:lnTo>
                    <a:pt x="807872" y="12700"/>
                  </a:lnTo>
                  <a:lnTo>
                    <a:pt x="807872" y="0"/>
                  </a:lnTo>
                  <a:lnTo>
                    <a:pt x="826935" y="0"/>
                  </a:lnTo>
                  <a:lnTo>
                    <a:pt x="826935" y="12700"/>
                  </a:lnTo>
                  <a:close/>
                </a:path>
                <a:path w="5549900" h="317500">
                  <a:moveTo>
                    <a:pt x="801509" y="12700"/>
                  </a:moveTo>
                  <a:lnTo>
                    <a:pt x="782447" y="12700"/>
                  </a:lnTo>
                  <a:lnTo>
                    <a:pt x="782447" y="0"/>
                  </a:lnTo>
                  <a:lnTo>
                    <a:pt x="801509" y="0"/>
                  </a:lnTo>
                  <a:lnTo>
                    <a:pt x="801509" y="12700"/>
                  </a:lnTo>
                  <a:close/>
                </a:path>
                <a:path w="5549900" h="317500">
                  <a:moveTo>
                    <a:pt x="776084" y="12700"/>
                  </a:moveTo>
                  <a:lnTo>
                    <a:pt x="757021" y="12700"/>
                  </a:lnTo>
                  <a:lnTo>
                    <a:pt x="757021" y="0"/>
                  </a:lnTo>
                  <a:lnTo>
                    <a:pt x="776084" y="0"/>
                  </a:lnTo>
                  <a:lnTo>
                    <a:pt x="776084" y="12700"/>
                  </a:lnTo>
                  <a:close/>
                </a:path>
                <a:path w="5549900" h="317500">
                  <a:moveTo>
                    <a:pt x="750671" y="12700"/>
                  </a:moveTo>
                  <a:lnTo>
                    <a:pt x="731596" y="12700"/>
                  </a:lnTo>
                  <a:lnTo>
                    <a:pt x="731596" y="0"/>
                  </a:lnTo>
                  <a:lnTo>
                    <a:pt x="750671" y="0"/>
                  </a:lnTo>
                  <a:lnTo>
                    <a:pt x="750671" y="12700"/>
                  </a:lnTo>
                  <a:close/>
                </a:path>
                <a:path w="5549900" h="317500">
                  <a:moveTo>
                    <a:pt x="725246" y="12700"/>
                  </a:moveTo>
                  <a:lnTo>
                    <a:pt x="706183" y="12700"/>
                  </a:lnTo>
                  <a:lnTo>
                    <a:pt x="706183" y="0"/>
                  </a:lnTo>
                  <a:lnTo>
                    <a:pt x="725246" y="0"/>
                  </a:lnTo>
                  <a:lnTo>
                    <a:pt x="725246" y="12700"/>
                  </a:lnTo>
                  <a:close/>
                </a:path>
                <a:path w="5549900" h="317500">
                  <a:moveTo>
                    <a:pt x="699820" y="12700"/>
                  </a:moveTo>
                  <a:lnTo>
                    <a:pt x="680758" y="12700"/>
                  </a:lnTo>
                  <a:lnTo>
                    <a:pt x="680758" y="0"/>
                  </a:lnTo>
                  <a:lnTo>
                    <a:pt x="699820" y="0"/>
                  </a:lnTo>
                  <a:lnTo>
                    <a:pt x="699820" y="12700"/>
                  </a:lnTo>
                  <a:close/>
                </a:path>
                <a:path w="5549900" h="317500">
                  <a:moveTo>
                    <a:pt x="674395" y="12700"/>
                  </a:moveTo>
                  <a:lnTo>
                    <a:pt x="655332" y="12700"/>
                  </a:lnTo>
                  <a:lnTo>
                    <a:pt x="655332" y="0"/>
                  </a:lnTo>
                  <a:lnTo>
                    <a:pt x="674395" y="0"/>
                  </a:lnTo>
                  <a:lnTo>
                    <a:pt x="674395" y="12700"/>
                  </a:lnTo>
                  <a:close/>
                </a:path>
                <a:path w="5549900" h="317500">
                  <a:moveTo>
                    <a:pt x="648982" y="12700"/>
                  </a:moveTo>
                  <a:lnTo>
                    <a:pt x="629907" y="12700"/>
                  </a:lnTo>
                  <a:lnTo>
                    <a:pt x="629907" y="0"/>
                  </a:lnTo>
                  <a:lnTo>
                    <a:pt x="648982" y="0"/>
                  </a:lnTo>
                  <a:lnTo>
                    <a:pt x="648982" y="12700"/>
                  </a:lnTo>
                  <a:close/>
                </a:path>
                <a:path w="5549900" h="317500">
                  <a:moveTo>
                    <a:pt x="623557" y="12700"/>
                  </a:moveTo>
                  <a:lnTo>
                    <a:pt x="604494" y="12700"/>
                  </a:lnTo>
                  <a:lnTo>
                    <a:pt x="604494" y="0"/>
                  </a:lnTo>
                  <a:lnTo>
                    <a:pt x="623557" y="0"/>
                  </a:lnTo>
                  <a:lnTo>
                    <a:pt x="623557" y="12700"/>
                  </a:lnTo>
                  <a:close/>
                </a:path>
                <a:path w="5549900" h="317500">
                  <a:moveTo>
                    <a:pt x="598131" y="12700"/>
                  </a:moveTo>
                  <a:lnTo>
                    <a:pt x="579069" y="12700"/>
                  </a:lnTo>
                  <a:lnTo>
                    <a:pt x="579069" y="0"/>
                  </a:lnTo>
                  <a:lnTo>
                    <a:pt x="598131" y="0"/>
                  </a:lnTo>
                  <a:lnTo>
                    <a:pt x="598131" y="12700"/>
                  </a:lnTo>
                  <a:close/>
                </a:path>
                <a:path w="5549900" h="317500">
                  <a:moveTo>
                    <a:pt x="572719" y="12700"/>
                  </a:moveTo>
                  <a:lnTo>
                    <a:pt x="553643" y="12700"/>
                  </a:lnTo>
                  <a:lnTo>
                    <a:pt x="553643" y="0"/>
                  </a:lnTo>
                  <a:lnTo>
                    <a:pt x="572719" y="0"/>
                  </a:lnTo>
                  <a:lnTo>
                    <a:pt x="572719" y="12700"/>
                  </a:lnTo>
                  <a:close/>
                </a:path>
                <a:path w="5549900" h="317500">
                  <a:moveTo>
                    <a:pt x="547293" y="12700"/>
                  </a:moveTo>
                  <a:lnTo>
                    <a:pt x="528218" y="12700"/>
                  </a:lnTo>
                  <a:lnTo>
                    <a:pt x="528218" y="0"/>
                  </a:lnTo>
                  <a:lnTo>
                    <a:pt x="547293" y="0"/>
                  </a:lnTo>
                  <a:lnTo>
                    <a:pt x="547293" y="12700"/>
                  </a:lnTo>
                  <a:close/>
                </a:path>
                <a:path w="5549900" h="317500">
                  <a:moveTo>
                    <a:pt x="521868" y="12700"/>
                  </a:moveTo>
                  <a:lnTo>
                    <a:pt x="502805" y="12700"/>
                  </a:lnTo>
                  <a:lnTo>
                    <a:pt x="502805" y="0"/>
                  </a:lnTo>
                  <a:lnTo>
                    <a:pt x="521868" y="0"/>
                  </a:lnTo>
                  <a:lnTo>
                    <a:pt x="521868" y="12700"/>
                  </a:lnTo>
                  <a:close/>
                </a:path>
                <a:path w="5549900" h="317500">
                  <a:moveTo>
                    <a:pt x="496443" y="12700"/>
                  </a:moveTo>
                  <a:lnTo>
                    <a:pt x="477380" y="12700"/>
                  </a:lnTo>
                  <a:lnTo>
                    <a:pt x="477380" y="0"/>
                  </a:lnTo>
                  <a:lnTo>
                    <a:pt x="496443" y="0"/>
                  </a:lnTo>
                  <a:lnTo>
                    <a:pt x="496443" y="12700"/>
                  </a:lnTo>
                  <a:close/>
                </a:path>
                <a:path w="5549900" h="317500">
                  <a:moveTo>
                    <a:pt x="471030" y="12700"/>
                  </a:moveTo>
                  <a:lnTo>
                    <a:pt x="451954" y="12700"/>
                  </a:lnTo>
                  <a:lnTo>
                    <a:pt x="451954" y="0"/>
                  </a:lnTo>
                  <a:lnTo>
                    <a:pt x="471030" y="0"/>
                  </a:lnTo>
                  <a:lnTo>
                    <a:pt x="471030" y="12700"/>
                  </a:lnTo>
                  <a:close/>
                </a:path>
                <a:path w="5549900" h="317500">
                  <a:moveTo>
                    <a:pt x="445604" y="12700"/>
                  </a:moveTo>
                  <a:lnTo>
                    <a:pt x="426542" y="12700"/>
                  </a:lnTo>
                  <a:lnTo>
                    <a:pt x="426542" y="0"/>
                  </a:lnTo>
                  <a:lnTo>
                    <a:pt x="445604" y="0"/>
                  </a:lnTo>
                  <a:lnTo>
                    <a:pt x="445604" y="12700"/>
                  </a:lnTo>
                  <a:close/>
                </a:path>
                <a:path w="5549900" h="317500">
                  <a:moveTo>
                    <a:pt x="420179" y="12700"/>
                  </a:moveTo>
                  <a:lnTo>
                    <a:pt x="401116" y="12700"/>
                  </a:lnTo>
                  <a:lnTo>
                    <a:pt x="401116" y="0"/>
                  </a:lnTo>
                  <a:lnTo>
                    <a:pt x="420179" y="0"/>
                  </a:lnTo>
                  <a:lnTo>
                    <a:pt x="420179" y="12700"/>
                  </a:lnTo>
                  <a:close/>
                </a:path>
                <a:path w="5549900" h="317500">
                  <a:moveTo>
                    <a:pt x="394754" y="12700"/>
                  </a:moveTo>
                  <a:lnTo>
                    <a:pt x="375691" y="12700"/>
                  </a:lnTo>
                  <a:lnTo>
                    <a:pt x="375691" y="0"/>
                  </a:lnTo>
                  <a:lnTo>
                    <a:pt x="394754" y="0"/>
                  </a:lnTo>
                  <a:lnTo>
                    <a:pt x="394754" y="12700"/>
                  </a:lnTo>
                  <a:close/>
                </a:path>
                <a:path w="5549900" h="317500">
                  <a:moveTo>
                    <a:pt x="369341" y="12700"/>
                  </a:moveTo>
                  <a:lnTo>
                    <a:pt x="350266" y="12700"/>
                  </a:lnTo>
                  <a:lnTo>
                    <a:pt x="350266" y="0"/>
                  </a:lnTo>
                  <a:lnTo>
                    <a:pt x="369341" y="0"/>
                  </a:lnTo>
                  <a:lnTo>
                    <a:pt x="369341" y="12700"/>
                  </a:lnTo>
                  <a:close/>
                </a:path>
                <a:path w="5549900" h="317500">
                  <a:moveTo>
                    <a:pt x="343916" y="12700"/>
                  </a:moveTo>
                  <a:lnTo>
                    <a:pt x="324853" y="12700"/>
                  </a:lnTo>
                  <a:lnTo>
                    <a:pt x="324853" y="0"/>
                  </a:lnTo>
                  <a:lnTo>
                    <a:pt x="343916" y="0"/>
                  </a:lnTo>
                  <a:lnTo>
                    <a:pt x="343916" y="12700"/>
                  </a:lnTo>
                  <a:close/>
                </a:path>
                <a:path w="5549900" h="317500">
                  <a:moveTo>
                    <a:pt x="318490" y="12700"/>
                  </a:moveTo>
                  <a:lnTo>
                    <a:pt x="299427" y="12700"/>
                  </a:lnTo>
                  <a:lnTo>
                    <a:pt x="299427" y="0"/>
                  </a:lnTo>
                  <a:lnTo>
                    <a:pt x="318490" y="0"/>
                  </a:lnTo>
                  <a:lnTo>
                    <a:pt x="318490" y="12700"/>
                  </a:lnTo>
                  <a:close/>
                </a:path>
                <a:path w="5549900" h="317500">
                  <a:moveTo>
                    <a:pt x="293065" y="12700"/>
                  </a:moveTo>
                  <a:lnTo>
                    <a:pt x="274002" y="12700"/>
                  </a:lnTo>
                  <a:lnTo>
                    <a:pt x="274002" y="0"/>
                  </a:lnTo>
                  <a:lnTo>
                    <a:pt x="293065" y="0"/>
                  </a:lnTo>
                  <a:lnTo>
                    <a:pt x="293065" y="12700"/>
                  </a:lnTo>
                  <a:close/>
                </a:path>
                <a:path w="5549900" h="317500">
                  <a:moveTo>
                    <a:pt x="267652" y="12700"/>
                  </a:moveTo>
                  <a:lnTo>
                    <a:pt x="248577" y="12700"/>
                  </a:lnTo>
                  <a:lnTo>
                    <a:pt x="248577" y="0"/>
                  </a:lnTo>
                  <a:lnTo>
                    <a:pt x="267652" y="0"/>
                  </a:lnTo>
                  <a:lnTo>
                    <a:pt x="267652" y="12700"/>
                  </a:lnTo>
                  <a:close/>
                </a:path>
                <a:path w="5549900" h="317500">
                  <a:moveTo>
                    <a:pt x="242227" y="12700"/>
                  </a:moveTo>
                  <a:lnTo>
                    <a:pt x="223164" y="12700"/>
                  </a:lnTo>
                  <a:lnTo>
                    <a:pt x="223164" y="0"/>
                  </a:lnTo>
                  <a:lnTo>
                    <a:pt x="242227" y="0"/>
                  </a:lnTo>
                  <a:lnTo>
                    <a:pt x="242227" y="12700"/>
                  </a:lnTo>
                  <a:close/>
                </a:path>
                <a:path w="5549900" h="317500">
                  <a:moveTo>
                    <a:pt x="216801" y="12700"/>
                  </a:moveTo>
                  <a:lnTo>
                    <a:pt x="197739" y="12700"/>
                  </a:lnTo>
                  <a:lnTo>
                    <a:pt x="197739" y="0"/>
                  </a:lnTo>
                  <a:lnTo>
                    <a:pt x="216801" y="0"/>
                  </a:lnTo>
                  <a:lnTo>
                    <a:pt x="216801" y="12700"/>
                  </a:lnTo>
                  <a:close/>
                </a:path>
                <a:path w="5549900" h="317500">
                  <a:moveTo>
                    <a:pt x="191376" y="12700"/>
                  </a:moveTo>
                  <a:lnTo>
                    <a:pt x="172313" y="12700"/>
                  </a:lnTo>
                  <a:lnTo>
                    <a:pt x="172313" y="0"/>
                  </a:lnTo>
                  <a:lnTo>
                    <a:pt x="191376" y="0"/>
                  </a:lnTo>
                  <a:lnTo>
                    <a:pt x="191376" y="12700"/>
                  </a:lnTo>
                  <a:close/>
                </a:path>
                <a:path w="5549900" h="317500">
                  <a:moveTo>
                    <a:pt x="165963" y="12700"/>
                  </a:moveTo>
                  <a:lnTo>
                    <a:pt x="146888" y="12700"/>
                  </a:lnTo>
                  <a:lnTo>
                    <a:pt x="146888" y="0"/>
                  </a:lnTo>
                  <a:lnTo>
                    <a:pt x="165963" y="0"/>
                  </a:lnTo>
                  <a:lnTo>
                    <a:pt x="165963" y="12700"/>
                  </a:lnTo>
                  <a:close/>
                </a:path>
                <a:path w="5549900" h="317500">
                  <a:moveTo>
                    <a:pt x="140538" y="12700"/>
                  </a:moveTo>
                  <a:lnTo>
                    <a:pt x="121475" y="12700"/>
                  </a:lnTo>
                  <a:lnTo>
                    <a:pt x="121475" y="0"/>
                  </a:lnTo>
                  <a:lnTo>
                    <a:pt x="140538" y="0"/>
                  </a:lnTo>
                  <a:lnTo>
                    <a:pt x="140538" y="12700"/>
                  </a:lnTo>
                  <a:close/>
                </a:path>
                <a:path w="5549900" h="317500">
                  <a:moveTo>
                    <a:pt x="115112" y="12700"/>
                  </a:moveTo>
                  <a:lnTo>
                    <a:pt x="96050" y="12700"/>
                  </a:lnTo>
                  <a:lnTo>
                    <a:pt x="96050" y="0"/>
                  </a:lnTo>
                  <a:lnTo>
                    <a:pt x="115112" y="0"/>
                  </a:lnTo>
                  <a:lnTo>
                    <a:pt x="115112" y="12700"/>
                  </a:lnTo>
                  <a:close/>
                </a:path>
                <a:path w="5549900" h="317500">
                  <a:moveTo>
                    <a:pt x="89687" y="12700"/>
                  </a:moveTo>
                  <a:lnTo>
                    <a:pt x="70624" y="12700"/>
                  </a:lnTo>
                  <a:lnTo>
                    <a:pt x="70624" y="0"/>
                  </a:lnTo>
                  <a:lnTo>
                    <a:pt x="89687" y="0"/>
                  </a:lnTo>
                  <a:lnTo>
                    <a:pt x="89687" y="12700"/>
                  </a:lnTo>
                  <a:close/>
                </a:path>
                <a:path w="5549900" h="317500">
                  <a:moveTo>
                    <a:pt x="64274" y="12700"/>
                  </a:moveTo>
                  <a:lnTo>
                    <a:pt x="45199" y="12700"/>
                  </a:lnTo>
                  <a:lnTo>
                    <a:pt x="45199" y="0"/>
                  </a:lnTo>
                  <a:lnTo>
                    <a:pt x="64274" y="0"/>
                  </a:lnTo>
                  <a:lnTo>
                    <a:pt x="64274" y="12700"/>
                  </a:lnTo>
                  <a:close/>
                </a:path>
                <a:path w="5549900" h="317500">
                  <a:moveTo>
                    <a:pt x="24066" y="15582"/>
                  </a:moveTo>
                  <a:lnTo>
                    <a:pt x="14909" y="6794"/>
                  </a:lnTo>
                  <a:lnTo>
                    <a:pt x="18656" y="2870"/>
                  </a:lnTo>
                  <a:lnTo>
                    <a:pt x="23533" y="0"/>
                  </a:lnTo>
                  <a:lnTo>
                    <a:pt x="29298" y="0"/>
                  </a:lnTo>
                  <a:lnTo>
                    <a:pt x="29298" y="12700"/>
                  </a:lnTo>
                  <a:lnTo>
                    <a:pt x="28028" y="12700"/>
                  </a:lnTo>
                  <a:lnTo>
                    <a:pt x="26263" y="13296"/>
                  </a:lnTo>
                  <a:lnTo>
                    <a:pt x="24066" y="15582"/>
                  </a:lnTo>
                  <a:close/>
                </a:path>
                <a:path w="5549900" h="317500">
                  <a:moveTo>
                    <a:pt x="38849" y="12700"/>
                  </a:moveTo>
                  <a:lnTo>
                    <a:pt x="29298" y="12700"/>
                  </a:lnTo>
                  <a:lnTo>
                    <a:pt x="29298" y="0"/>
                  </a:lnTo>
                  <a:lnTo>
                    <a:pt x="38849" y="0"/>
                  </a:lnTo>
                  <a:lnTo>
                    <a:pt x="38849" y="12700"/>
                  </a:lnTo>
                  <a:close/>
                </a:path>
                <a:path w="5549900" h="317500">
                  <a:moveTo>
                    <a:pt x="14198" y="39547"/>
                  </a:moveTo>
                  <a:lnTo>
                    <a:pt x="1689" y="37325"/>
                  </a:lnTo>
                  <a:lnTo>
                    <a:pt x="3276" y="28397"/>
                  </a:lnTo>
                  <a:lnTo>
                    <a:pt x="5956" y="20358"/>
                  </a:lnTo>
                  <a:lnTo>
                    <a:pt x="9575" y="14058"/>
                  </a:lnTo>
                  <a:lnTo>
                    <a:pt x="20542" y="20358"/>
                  </a:lnTo>
                  <a:lnTo>
                    <a:pt x="17894" y="25082"/>
                  </a:lnTo>
                  <a:lnTo>
                    <a:pt x="15595" y="31648"/>
                  </a:lnTo>
                  <a:lnTo>
                    <a:pt x="14198" y="39547"/>
                  </a:lnTo>
                  <a:close/>
                </a:path>
              </a:pathLst>
            </a:custGeom>
            <a:solidFill>
              <a:srgbClr val="F344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85805" y="2766857"/>
            <a:ext cx="7962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671F46"/>
                </a:solidFill>
                <a:latin typeface="Times New Roman"/>
                <a:cs typeface="Times New Roman"/>
              </a:rPr>
              <a:t>Har</a:t>
            </a:r>
            <a:r>
              <a:rPr sz="1400" spc="45" dirty="0">
                <a:solidFill>
                  <a:srgbClr val="671F46"/>
                </a:solidFill>
                <a:latin typeface="Times New Roman"/>
                <a:cs typeface="Times New Roman"/>
              </a:rPr>
              <a:t> </a:t>
            </a:r>
            <a:r>
              <a:rPr sz="1400" spc="55" dirty="0">
                <a:solidFill>
                  <a:srgbClr val="671F46"/>
                </a:solidFill>
                <a:latin typeface="Times New Roman"/>
                <a:cs typeface="Times New Roman"/>
              </a:rPr>
              <a:t>sapne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71797" y="2962198"/>
            <a:ext cx="9429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671F46"/>
                </a:solidFill>
                <a:latin typeface="Times New Roman"/>
                <a:cs typeface="Times New Roman"/>
              </a:rPr>
              <a:t>tach</a:t>
            </a:r>
            <a:r>
              <a:rPr sz="1400" spc="140" dirty="0">
                <a:solidFill>
                  <a:srgbClr val="671F46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671F46"/>
                </a:solidFill>
                <a:latin typeface="Times New Roman"/>
                <a:cs typeface="Times New Roman"/>
              </a:rPr>
              <a:t>savings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 descr="$PPTXTitle"/>
          <p:cNvSpPr txBox="1"/>
          <p:nvPr/>
        </p:nvSpPr>
        <p:spPr>
          <a:xfrm>
            <a:off x="11064895" y="2780592"/>
            <a:ext cx="384810" cy="834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300" spc="-355" dirty="0">
                <a:solidFill>
                  <a:srgbClr val="A52872"/>
                </a:solidFill>
                <a:latin typeface="Arial"/>
                <a:cs typeface="Arial"/>
              </a:rPr>
              <a:t>-</a:t>
            </a:r>
            <a:r>
              <a:rPr sz="5300" spc="-405" dirty="0">
                <a:solidFill>
                  <a:srgbClr val="A52872"/>
                </a:solidFill>
                <a:latin typeface="Arial"/>
                <a:cs typeface="Arial"/>
              </a:rPr>
              <a:t>-</a:t>
            </a:r>
            <a:endParaRPr sz="5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2093" y="4187149"/>
            <a:ext cx="550545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b="1" spc="-725" dirty="0">
                <a:solidFill>
                  <a:srgbClr val="671F46"/>
                </a:solidFill>
                <a:latin typeface="Arial"/>
                <a:cs typeface="Arial"/>
              </a:rPr>
              <a:t>m</a:t>
            </a:r>
            <a:endParaRPr sz="5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56366" y="4837014"/>
            <a:ext cx="525780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spc="-135" dirty="0">
                <a:solidFill>
                  <a:srgbClr val="671F46"/>
                </a:solidFill>
                <a:latin typeface="Arial"/>
                <a:cs typeface="Arial"/>
              </a:rPr>
              <a:t>rneesho</a:t>
            </a:r>
            <a:endParaRPr sz="1250">
              <a:latin typeface="Arial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F0FBB5-4CBB-AA06-B39F-93EC6C273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600" y="-12700"/>
            <a:ext cx="14103212" cy="7835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24</Words>
  <Application>Microsoft Office PowerPoint</Application>
  <PresentationFormat>Custom</PresentationFormat>
  <Paragraphs>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Palatino Linotype</vt:lpstr>
      <vt:lpstr>Times New Roman</vt:lpstr>
      <vt:lpstr>Office Theme</vt:lpstr>
      <vt:lpstr>REDUCING RTO: GETTING MORE ORDERS DELIVERED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Deep Hisairya</cp:lastModifiedBy>
  <cp:revision>3</cp:revision>
  <dcterms:created xsi:type="dcterms:W3CDTF">2026-10-04T20:27:05Z</dcterms:created>
  <dcterms:modified xsi:type="dcterms:W3CDTF">2026-10-05T17:19:55Z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2026-10-05T00:00:00Z</vt:filetime>
  </property>
  <property fmtid="{D5CDD505-2E9C-101B-9397-08002B2CF9AE}" pid="3" name="Creator">
    <vt:lpwstr>Adobe Acrobat (64-bit) 26.2.21931</vt:lpwstr>
  </property>
  <property fmtid="{D5CDD505-2E9C-101B-9397-08002B2CF9AE}" pid="4" name="LastSaved">
    <vt:filetime>2026-10-04T00:00:00Z</vt:filetime>
  </property>
  <property fmtid="{D5CDD505-2E9C-101B-9397-08002B2CF9AE}" pid="5" name="Producer">
    <vt:lpwstr>Adobe Acrobat (64-bit) 26.2.21931</vt:lpwstr>
  </property>
</Properties>
</file>